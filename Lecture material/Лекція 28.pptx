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326" r:id="rId4"/>
    <p:sldId id="327" r:id="rId5"/>
    <p:sldId id="328" r:id="rId6"/>
    <p:sldId id="260" r:id="rId7"/>
    <p:sldId id="277" r:id="rId8"/>
    <p:sldId id="284" r:id="rId9"/>
    <p:sldId id="294" r:id="rId10"/>
    <p:sldId id="298" r:id="rId11"/>
    <p:sldId id="317" r:id="rId12"/>
    <p:sldId id="309" r:id="rId13"/>
    <p:sldId id="322" r:id="rId14"/>
    <p:sldId id="320" r:id="rId15"/>
    <p:sldId id="323" r:id="rId16"/>
    <p:sldId id="259" r:id="rId17"/>
    <p:sldId id="299" r:id="rId18"/>
    <p:sldId id="319" r:id="rId19"/>
    <p:sldId id="291" r:id="rId20"/>
    <p:sldId id="283" r:id="rId21"/>
    <p:sldId id="292" r:id="rId22"/>
    <p:sldId id="293" r:id="rId23"/>
    <p:sldId id="258" r:id="rId24"/>
    <p:sldId id="278" r:id="rId25"/>
    <p:sldId id="264" r:id="rId26"/>
    <p:sldId id="265" r:id="rId27"/>
    <p:sldId id="276" r:id="rId28"/>
    <p:sldId id="266" r:id="rId29"/>
    <p:sldId id="296" r:id="rId30"/>
    <p:sldId id="282" r:id="rId31"/>
    <p:sldId id="267" r:id="rId32"/>
    <p:sldId id="270" r:id="rId33"/>
    <p:sldId id="285" r:id="rId34"/>
    <p:sldId id="297" r:id="rId35"/>
    <p:sldId id="279" r:id="rId36"/>
    <p:sldId id="281" r:id="rId37"/>
    <p:sldId id="287" r:id="rId38"/>
    <p:sldId id="273" r:id="rId39"/>
    <p:sldId id="280" r:id="rId40"/>
    <p:sldId id="288" r:id="rId41"/>
    <p:sldId id="289" r:id="rId42"/>
    <p:sldId id="311" r:id="rId43"/>
    <p:sldId id="312" r:id="rId44"/>
    <p:sldId id="313" r:id="rId45"/>
    <p:sldId id="314" r:id="rId46"/>
    <p:sldId id="261" r:id="rId47"/>
    <p:sldId id="290" r:id="rId48"/>
    <p:sldId id="306" r:id="rId49"/>
    <p:sldId id="304" r:id="rId50"/>
    <p:sldId id="300" r:id="rId51"/>
    <p:sldId id="274" r:id="rId52"/>
    <p:sldId id="271" r:id="rId53"/>
    <p:sldId id="272" r:id="rId54"/>
    <p:sldId id="286" r:id="rId55"/>
    <p:sldId id="321" r:id="rId56"/>
    <p:sldId id="262" r:id="rId57"/>
    <p:sldId id="263" r:id="rId58"/>
    <p:sldId id="308" r:id="rId59"/>
    <p:sldId id="269" r:id="rId60"/>
    <p:sldId id="318" r:id="rId61"/>
    <p:sldId id="316" r:id="rId62"/>
    <p:sldId id="324" r:id="rId63"/>
    <p:sldId id="268" r:id="rId64"/>
    <p:sldId id="325" r:id="rId65"/>
    <p:sldId id="310" r:id="rId66"/>
    <p:sldId id="275" r:id="rId67"/>
    <p:sldId id="315" r:id="rId68"/>
    <p:sldId id="295" r:id="rId69"/>
    <p:sldId id="301" r:id="rId70"/>
    <p:sldId id="302" r:id="rId71"/>
    <p:sldId id="303" r:id="rId72"/>
    <p:sldId id="305" r:id="rId73"/>
    <p:sldId id="307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5400FB8E-861C-4D24-9B41-BDC6504BFDC9}">
          <p14:sldIdLst>
            <p14:sldId id="256"/>
          </p14:sldIdLst>
        </p14:section>
        <p14:section name="Короткий зміст попередніх лекцій" id="{B25BC6C1-D914-42FE-9586-DB1D2DB60832}">
          <p14:sldIdLst>
            <p14:sldId id="257"/>
            <p14:sldId id="326"/>
            <p14:sldId id="327"/>
            <p14:sldId id="328"/>
            <p14:sldId id="260"/>
            <p14:sldId id="277"/>
            <p14:sldId id="284"/>
            <p14:sldId id="294"/>
            <p14:sldId id="298"/>
            <p14:sldId id="317"/>
            <p14:sldId id="309"/>
            <p14:sldId id="322"/>
            <p14:sldId id="320"/>
            <p14:sldId id="323"/>
          </p14:sldIdLst>
        </p14:section>
        <p14:section name="Воєнні дії на українських землях" id="{E84F5266-1473-4A15-B905-68634FFB712F}">
          <p14:sldIdLst>
            <p14:sldId id="259"/>
            <p14:sldId id="299"/>
            <p14:sldId id="319"/>
            <p14:sldId id="291"/>
            <p14:sldId id="283"/>
            <p14:sldId id="292"/>
            <p14:sldId id="293"/>
            <p14:sldId id="258"/>
            <p14:sldId id="278"/>
            <p14:sldId id="264"/>
            <p14:sldId id="265"/>
            <p14:sldId id="276"/>
            <p14:sldId id="266"/>
            <p14:sldId id="296"/>
            <p14:sldId id="282"/>
            <p14:sldId id="267"/>
            <p14:sldId id="270"/>
            <p14:sldId id="285"/>
            <p14:sldId id="297"/>
            <p14:sldId id="279"/>
            <p14:sldId id="281"/>
            <p14:sldId id="287"/>
            <p14:sldId id="273"/>
            <p14:sldId id="280"/>
            <p14:sldId id="288"/>
            <p14:sldId id="289"/>
            <p14:sldId id="311"/>
            <p14:sldId id="312"/>
            <p14:sldId id="313"/>
            <p14:sldId id="314"/>
            <p14:sldId id="261"/>
            <p14:sldId id="290"/>
            <p14:sldId id="306"/>
            <p14:sldId id="304"/>
            <p14:sldId id="300"/>
            <p14:sldId id="274"/>
            <p14:sldId id="271"/>
            <p14:sldId id="272"/>
            <p14:sldId id="286"/>
            <p14:sldId id="321"/>
          </p14:sldIdLst>
        </p14:section>
        <p14:section name="Воєнні злочини" id="{19FC9113-C426-40AE-B7A5-8410F5EE0EE2}">
          <p14:sldIdLst>
            <p14:sldId id="262"/>
            <p14:sldId id="263"/>
            <p14:sldId id="308"/>
          </p14:sldIdLst>
        </p14:section>
        <p14:section name="Підсумки ДСВ" id="{FFE182A6-38CF-4678-9857-9A6E2DF4EEB0}">
          <p14:sldIdLst>
            <p14:sldId id="269"/>
            <p14:sldId id="318"/>
            <p14:sldId id="316"/>
            <p14:sldId id="324"/>
            <p14:sldId id="268"/>
            <p14:sldId id="325"/>
            <p14:sldId id="310"/>
            <p14:sldId id="275"/>
            <p14:sldId id="315"/>
            <p14:sldId id="295"/>
            <p14:sldId id="301"/>
            <p14:sldId id="302"/>
            <p14:sldId id="303"/>
            <p14:sldId id="305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EC78A1-A4CC-408A-9F2E-71F3221BD0E1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C257B2-1E07-489D-98B3-D44767BFC678}">
      <dgm:prSet/>
      <dgm:spPr/>
      <dgm:t>
        <a:bodyPr/>
        <a:lstStyle/>
        <a:p>
          <a:r>
            <a:rPr lang="uk-UA"/>
            <a:t>Причина</a:t>
          </a:r>
        </a:p>
      </dgm:t>
    </dgm:pt>
    <dgm:pt modelId="{928758C1-3309-49B7-A6C7-B293877695F4}" type="parTrans" cxnId="{963A1C17-1596-4C76-BF94-DA19B44F04C7}">
      <dgm:prSet/>
      <dgm:spPr/>
      <dgm:t>
        <a:bodyPr/>
        <a:lstStyle/>
        <a:p>
          <a:endParaRPr lang="uk-UA"/>
        </a:p>
      </dgm:t>
    </dgm:pt>
    <dgm:pt modelId="{F703EB34-56EC-4B54-A265-3F687542896A}" type="sibTrans" cxnId="{963A1C17-1596-4C76-BF94-DA19B44F04C7}">
      <dgm:prSet/>
      <dgm:spPr/>
      <dgm:t>
        <a:bodyPr/>
        <a:lstStyle/>
        <a:p>
          <a:endParaRPr lang="uk-UA"/>
        </a:p>
      </dgm:t>
    </dgm:pt>
    <dgm:pt modelId="{38D19D2E-D30A-44F3-909D-3265663779FF}">
      <dgm:prSet/>
      <dgm:spPr/>
      <dgm:t>
        <a:bodyPr/>
        <a:lstStyle/>
        <a:p>
          <a:r>
            <a:rPr lang="ru-RU"/>
            <a:t>Встановлення жорсткого окупаційного режиму в по-неволених країнах.</a:t>
          </a:r>
          <a:endParaRPr lang="uk-UA"/>
        </a:p>
      </dgm:t>
    </dgm:pt>
    <dgm:pt modelId="{D620AB7E-65CF-49BE-B9BF-1EACA084989E}" type="parTrans" cxnId="{DCBBCDE7-002D-41A9-89DE-67DAFD0A80B0}">
      <dgm:prSet/>
      <dgm:spPr/>
      <dgm:t>
        <a:bodyPr/>
        <a:lstStyle/>
        <a:p>
          <a:endParaRPr lang="uk-UA"/>
        </a:p>
      </dgm:t>
    </dgm:pt>
    <dgm:pt modelId="{615FBABE-1813-4880-894C-DAABD67CB692}" type="sibTrans" cxnId="{DCBBCDE7-002D-41A9-89DE-67DAFD0A80B0}">
      <dgm:prSet/>
      <dgm:spPr/>
      <dgm:t>
        <a:bodyPr/>
        <a:lstStyle/>
        <a:p>
          <a:endParaRPr lang="uk-UA"/>
        </a:p>
      </dgm:t>
    </dgm:pt>
    <dgm:pt modelId="{660670CD-5782-4E00-8583-DDF0888E1C20}">
      <dgm:prSet/>
      <dgm:spPr/>
      <dgm:t>
        <a:bodyPr/>
        <a:lstStyle/>
        <a:p>
          <a:r>
            <a:rPr lang="uk-UA"/>
            <a:t>Мета	</a:t>
          </a:r>
        </a:p>
      </dgm:t>
    </dgm:pt>
    <dgm:pt modelId="{911EDEFE-7B27-47BC-80F6-01F964CE676C}" type="parTrans" cxnId="{B780BADA-346F-48F7-93E6-B74C6436A471}">
      <dgm:prSet/>
      <dgm:spPr/>
      <dgm:t>
        <a:bodyPr/>
        <a:lstStyle/>
        <a:p>
          <a:endParaRPr lang="uk-UA"/>
        </a:p>
      </dgm:t>
    </dgm:pt>
    <dgm:pt modelId="{7BA742C3-6625-429B-93DA-CBD93EF2864C}" type="sibTrans" cxnId="{B780BADA-346F-48F7-93E6-B74C6436A471}">
      <dgm:prSet/>
      <dgm:spPr/>
      <dgm:t>
        <a:bodyPr/>
        <a:lstStyle/>
        <a:p>
          <a:endParaRPr lang="uk-UA"/>
        </a:p>
      </dgm:t>
    </dgm:pt>
    <dgm:pt modelId="{33983F5C-A268-47BB-9284-B75194884D96}">
      <dgm:prSet/>
      <dgm:spPr/>
      <dgm:t>
        <a:bodyPr/>
        <a:lstStyle/>
        <a:p>
          <a:r>
            <a:rPr lang="ru-RU"/>
            <a:t>Відновлення національної незалежності та державного суверенітету окупованих країн.</a:t>
          </a:r>
          <a:endParaRPr lang="uk-UA"/>
        </a:p>
      </dgm:t>
    </dgm:pt>
    <dgm:pt modelId="{3DC1F001-A255-4DF9-9883-D77F1B6DF526}" type="parTrans" cxnId="{36857EB9-5D75-412B-A9A1-EADDAB0D95BE}">
      <dgm:prSet/>
      <dgm:spPr/>
      <dgm:t>
        <a:bodyPr/>
        <a:lstStyle/>
        <a:p>
          <a:endParaRPr lang="uk-UA"/>
        </a:p>
      </dgm:t>
    </dgm:pt>
    <dgm:pt modelId="{FC016F01-8144-409B-8066-4FA1F9F82C0D}" type="sibTrans" cxnId="{36857EB9-5D75-412B-A9A1-EADDAB0D95BE}">
      <dgm:prSet/>
      <dgm:spPr/>
      <dgm:t>
        <a:bodyPr/>
        <a:lstStyle/>
        <a:p>
          <a:endParaRPr lang="uk-UA"/>
        </a:p>
      </dgm:t>
    </dgm:pt>
    <dgm:pt modelId="{EC6013C7-259D-4762-949B-E9012BBBF2DF}">
      <dgm:prSet/>
      <dgm:spPr/>
      <dgm:t>
        <a:bodyPr/>
        <a:lstStyle/>
        <a:p>
          <a:r>
            <a:rPr lang="uk-UA"/>
            <a:t>Форми боротьби</a:t>
          </a:r>
        </a:p>
      </dgm:t>
    </dgm:pt>
    <dgm:pt modelId="{FE2C91BA-B09D-495C-8765-0CAA7A5FA969}" type="parTrans" cxnId="{46E5A606-21CD-4462-8C2A-99E94FC8662C}">
      <dgm:prSet/>
      <dgm:spPr/>
      <dgm:t>
        <a:bodyPr/>
        <a:lstStyle/>
        <a:p>
          <a:endParaRPr lang="uk-UA"/>
        </a:p>
      </dgm:t>
    </dgm:pt>
    <dgm:pt modelId="{18B3A696-A8BA-4AD2-8114-380766F4B5FA}" type="sibTrans" cxnId="{46E5A606-21CD-4462-8C2A-99E94FC8662C}">
      <dgm:prSet/>
      <dgm:spPr/>
      <dgm:t>
        <a:bodyPr/>
        <a:lstStyle/>
        <a:p>
          <a:endParaRPr lang="uk-UA"/>
        </a:p>
      </dgm:t>
    </dgm:pt>
    <dgm:pt modelId="{312D4551-005D-450A-9E62-3309ABF123DA}">
      <dgm:prSet/>
      <dgm:spPr/>
      <dgm:t>
        <a:bodyPr/>
        <a:lstStyle/>
        <a:p>
          <a:r>
            <a:rPr lang="uk-UA"/>
            <a:t>Саботаж, страйки, диверсії.</a:t>
          </a:r>
        </a:p>
      </dgm:t>
    </dgm:pt>
    <dgm:pt modelId="{617BB2D0-0878-4263-8316-99A7E7EB3F7C}" type="parTrans" cxnId="{0D7165EA-00A8-4976-82CA-A44B48B9FC95}">
      <dgm:prSet/>
      <dgm:spPr/>
      <dgm:t>
        <a:bodyPr/>
        <a:lstStyle/>
        <a:p>
          <a:endParaRPr lang="uk-UA"/>
        </a:p>
      </dgm:t>
    </dgm:pt>
    <dgm:pt modelId="{77C53FA0-F93E-4118-8DE5-7270CC289AA7}" type="sibTrans" cxnId="{0D7165EA-00A8-4976-82CA-A44B48B9FC95}">
      <dgm:prSet/>
      <dgm:spPr/>
      <dgm:t>
        <a:bodyPr/>
        <a:lstStyle/>
        <a:p>
          <a:endParaRPr lang="uk-UA"/>
        </a:p>
      </dgm:t>
    </dgm:pt>
    <dgm:pt modelId="{35379FA8-F85A-4342-BB10-11C7D2E97CEF}">
      <dgm:prSet/>
      <dgm:spPr/>
      <dgm:t>
        <a:bodyPr/>
        <a:lstStyle/>
        <a:p>
          <a:r>
            <a:rPr lang="uk-UA"/>
            <a:t>Антифашистська пропаганда.</a:t>
          </a:r>
        </a:p>
      </dgm:t>
    </dgm:pt>
    <dgm:pt modelId="{2E246513-6800-4693-8E6A-3CB4ECDF70E4}" type="parTrans" cxnId="{8DF728AE-66FC-43BD-BD92-1D1D73EAA72A}">
      <dgm:prSet/>
      <dgm:spPr/>
      <dgm:t>
        <a:bodyPr/>
        <a:lstStyle/>
        <a:p>
          <a:endParaRPr lang="uk-UA"/>
        </a:p>
      </dgm:t>
    </dgm:pt>
    <dgm:pt modelId="{39850E08-FD42-40EE-B241-264622D50923}" type="sibTrans" cxnId="{8DF728AE-66FC-43BD-BD92-1D1D73EAA72A}">
      <dgm:prSet/>
      <dgm:spPr/>
      <dgm:t>
        <a:bodyPr/>
        <a:lstStyle/>
        <a:p>
          <a:endParaRPr lang="uk-UA"/>
        </a:p>
      </dgm:t>
    </dgm:pt>
    <dgm:pt modelId="{1C719CCC-93A6-4A48-9B11-D25E87CE9879}">
      <dgm:prSet/>
      <dgm:spPr/>
      <dgm:t>
        <a:bodyPr/>
        <a:lstStyle/>
        <a:p>
          <a:r>
            <a:rPr lang="uk-UA"/>
            <a:t>Розвідувальна діяльність.</a:t>
          </a:r>
        </a:p>
      </dgm:t>
    </dgm:pt>
    <dgm:pt modelId="{1599A8BC-C15D-4E16-B5A9-F6771241C4CF}" type="parTrans" cxnId="{1663C9C9-C5C8-45B5-9CAE-A285CB3DC61E}">
      <dgm:prSet/>
      <dgm:spPr/>
      <dgm:t>
        <a:bodyPr/>
        <a:lstStyle/>
        <a:p>
          <a:endParaRPr lang="uk-UA"/>
        </a:p>
      </dgm:t>
    </dgm:pt>
    <dgm:pt modelId="{CDCBCC21-0247-43FA-B6DB-241C6A0FBB27}" type="sibTrans" cxnId="{1663C9C9-C5C8-45B5-9CAE-A285CB3DC61E}">
      <dgm:prSet/>
      <dgm:spPr/>
      <dgm:t>
        <a:bodyPr/>
        <a:lstStyle/>
        <a:p>
          <a:endParaRPr lang="uk-UA"/>
        </a:p>
      </dgm:t>
    </dgm:pt>
    <dgm:pt modelId="{C1418C17-58AD-4F68-AEDC-421C20907D8F}">
      <dgm:prSet/>
      <dgm:spPr/>
      <dgm:t>
        <a:bodyPr/>
        <a:lstStyle/>
        <a:p>
          <a:r>
            <a:rPr lang="uk-UA"/>
            <a:t>Партизанська боротьба.</a:t>
          </a:r>
        </a:p>
      </dgm:t>
    </dgm:pt>
    <dgm:pt modelId="{7D1F2FFF-29F0-4187-9555-F372F94AA7B5}" type="parTrans" cxnId="{8535C912-DC42-4D81-8872-60BCA1646D2C}">
      <dgm:prSet/>
      <dgm:spPr/>
      <dgm:t>
        <a:bodyPr/>
        <a:lstStyle/>
        <a:p>
          <a:endParaRPr lang="uk-UA"/>
        </a:p>
      </dgm:t>
    </dgm:pt>
    <dgm:pt modelId="{4A4160AC-5597-4A75-B487-F71A23E310FF}" type="sibTrans" cxnId="{8535C912-DC42-4D81-8872-60BCA1646D2C}">
      <dgm:prSet/>
      <dgm:spPr/>
      <dgm:t>
        <a:bodyPr/>
        <a:lstStyle/>
        <a:p>
          <a:endParaRPr lang="uk-UA"/>
        </a:p>
      </dgm:t>
    </dgm:pt>
    <dgm:pt modelId="{6B28597E-2BAF-4B4E-B41D-C6FAE7075A57}">
      <dgm:prSet/>
      <dgm:spPr/>
      <dgm:t>
        <a:bodyPr/>
        <a:lstStyle/>
        <a:p>
          <a:r>
            <a:rPr lang="uk-UA"/>
            <a:t>Антифашистські повстання (Варшавське гетто, 1943 р.).</a:t>
          </a:r>
        </a:p>
      </dgm:t>
    </dgm:pt>
    <dgm:pt modelId="{BDF04D83-00E9-46B3-8346-77EDDAFA5088}" type="parTrans" cxnId="{51D82776-0348-4433-83A2-60166343992D}">
      <dgm:prSet/>
      <dgm:spPr/>
      <dgm:t>
        <a:bodyPr/>
        <a:lstStyle/>
        <a:p>
          <a:endParaRPr lang="uk-UA"/>
        </a:p>
      </dgm:t>
    </dgm:pt>
    <dgm:pt modelId="{083BDC66-ECCF-4D38-A360-5C86A1C59F6D}" type="sibTrans" cxnId="{51D82776-0348-4433-83A2-60166343992D}">
      <dgm:prSet/>
      <dgm:spPr/>
      <dgm:t>
        <a:bodyPr/>
        <a:lstStyle/>
        <a:p>
          <a:endParaRPr lang="uk-UA"/>
        </a:p>
      </dgm:t>
    </dgm:pt>
    <dgm:pt modelId="{0DD33A33-FA5A-4002-B343-DBE5E13977F1}" type="pres">
      <dgm:prSet presAssocID="{1FEC78A1-A4CC-408A-9F2E-71F3221BD0E1}" presName="diagram" presStyleCnt="0">
        <dgm:presLayoutVars>
          <dgm:dir/>
          <dgm:animLvl val="lvl"/>
          <dgm:resizeHandles val="exact"/>
        </dgm:presLayoutVars>
      </dgm:prSet>
      <dgm:spPr/>
    </dgm:pt>
    <dgm:pt modelId="{F5705D3A-D6C7-49CA-B92A-64F6182BFCF7}" type="pres">
      <dgm:prSet presAssocID="{A4C257B2-1E07-489D-98B3-D44767BFC678}" presName="compNode" presStyleCnt="0"/>
      <dgm:spPr/>
    </dgm:pt>
    <dgm:pt modelId="{D26C1606-DAB6-475E-AEEF-49B4A2B9E1FD}" type="pres">
      <dgm:prSet presAssocID="{A4C257B2-1E07-489D-98B3-D44767BFC678}" presName="childRect" presStyleLbl="bgAcc1" presStyleIdx="0" presStyleCnt="3">
        <dgm:presLayoutVars>
          <dgm:bulletEnabled val="1"/>
        </dgm:presLayoutVars>
      </dgm:prSet>
      <dgm:spPr/>
    </dgm:pt>
    <dgm:pt modelId="{E7066C00-0BF0-4136-8F02-7EFDA8D6849A}" type="pres">
      <dgm:prSet presAssocID="{A4C257B2-1E07-489D-98B3-D44767BFC67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5F82164-D97F-4B46-859C-99512A057B72}" type="pres">
      <dgm:prSet presAssocID="{A4C257B2-1E07-489D-98B3-D44767BFC678}" presName="parentRect" presStyleLbl="alignNode1" presStyleIdx="0" presStyleCnt="3"/>
      <dgm:spPr/>
    </dgm:pt>
    <dgm:pt modelId="{A410F698-D14B-4B32-A3C5-48C589852210}" type="pres">
      <dgm:prSet presAssocID="{A4C257B2-1E07-489D-98B3-D44767BFC678}" presName="adorn" presStyleLbl="fgAccFollowNode1" presStyleIdx="0" presStyleCnt="3"/>
      <dgm:spPr/>
    </dgm:pt>
    <dgm:pt modelId="{56BADE2F-A060-4B35-8407-3E4D2784736A}" type="pres">
      <dgm:prSet presAssocID="{F703EB34-56EC-4B54-A265-3F687542896A}" presName="sibTrans" presStyleLbl="sibTrans2D1" presStyleIdx="0" presStyleCnt="0"/>
      <dgm:spPr/>
    </dgm:pt>
    <dgm:pt modelId="{CF58AF30-33FB-401B-A0A6-AFA84BB0B716}" type="pres">
      <dgm:prSet presAssocID="{660670CD-5782-4E00-8583-DDF0888E1C20}" presName="compNode" presStyleCnt="0"/>
      <dgm:spPr/>
    </dgm:pt>
    <dgm:pt modelId="{161056B0-9991-48CF-8CC2-97E2A2EEFC3E}" type="pres">
      <dgm:prSet presAssocID="{660670CD-5782-4E00-8583-DDF0888E1C20}" presName="childRect" presStyleLbl="bgAcc1" presStyleIdx="1" presStyleCnt="3">
        <dgm:presLayoutVars>
          <dgm:bulletEnabled val="1"/>
        </dgm:presLayoutVars>
      </dgm:prSet>
      <dgm:spPr/>
    </dgm:pt>
    <dgm:pt modelId="{9933B735-FF53-4C52-91F0-008505EA1107}" type="pres">
      <dgm:prSet presAssocID="{660670CD-5782-4E00-8583-DDF0888E1C2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F0F8BC5-29A1-4725-8DC9-FE7593995CAD}" type="pres">
      <dgm:prSet presAssocID="{660670CD-5782-4E00-8583-DDF0888E1C20}" presName="parentRect" presStyleLbl="alignNode1" presStyleIdx="1" presStyleCnt="3"/>
      <dgm:spPr/>
    </dgm:pt>
    <dgm:pt modelId="{65EB98ED-7EA4-497E-B28D-3F36534784FE}" type="pres">
      <dgm:prSet presAssocID="{660670CD-5782-4E00-8583-DDF0888E1C20}" presName="adorn" presStyleLbl="fgAccFollowNode1" presStyleIdx="1" presStyleCnt="3"/>
      <dgm:spPr/>
    </dgm:pt>
    <dgm:pt modelId="{038DA6FC-2206-48EB-A9B5-2C332F5D5D9D}" type="pres">
      <dgm:prSet presAssocID="{7BA742C3-6625-429B-93DA-CBD93EF2864C}" presName="sibTrans" presStyleLbl="sibTrans2D1" presStyleIdx="0" presStyleCnt="0"/>
      <dgm:spPr/>
    </dgm:pt>
    <dgm:pt modelId="{55B2B9A9-3194-425C-9E5D-0927BFE56495}" type="pres">
      <dgm:prSet presAssocID="{EC6013C7-259D-4762-949B-E9012BBBF2DF}" presName="compNode" presStyleCnt="0"/>
      <dgm:spPr/>
    </dgm:pt>
    <dgm:pt modelId="{A87D2D7E-1A5F-448B-8C96-A330B3BFF0AB}" type="pres">
      <dgm:prSet presAssocID="{EC6013C7-259D-4762-949B-E9012BBBF2DF}" presName="childRect" presStyleLbl="bgAcc1" presStyleIdx="2" presStyleCnt="3">
        <dgm:presLayoutVars>
          <dgm:bulletEnabled val="1"/>
        </dgm:presLayoutVars>
      </dgm:prSet>
      <dgm:spPr/>
    </dgm:pt>
    <dgm:pt modelId="{BA4C50E4-6E1B-45F6-8FAB-A176321C52B5}" type="pres">
      <dgm:prSet presAssocID="{EC6013C7-259D-4762-949B-E9012BBBF2D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6EE3CCC-FF1F-4BF5-85AE-F47C9698E116}" type="pres">
      <dgm:prSet presAssocID="{EC6013C7-259D-4762-949B-E9012BBBF2DF}" presName="parentRect" presStyleLbl="alignNode1" presStyleIdx="2" presStyleCnt="3"/>
      <dgm:spPr/>
    </dgm:pt>
    <dgm:pt modelId="{94BDA834-84DF-42B0-861F-E99393D869E4}" type="pres">
      <dgm:prSet presAssocID="{EC6013C7-259D-4762-949B-E9012BBBF2DF}" presName="adorn" presStyleLbl="fgAccFollowNode1" presStyleIdx="2" presStyleCnt="3"/>
      <dgm:spPr/>
    </dgm:pt>
  </dgm:ptLst>
  <dgm:cxnLst>
    <dgm:cxn modelId="{7E8C5003-02F4-4EBE-AAEF-3D9B4D0F38AC}" type="presOf" srcId="{1FEC78A1-A4CC-408A-9F2E-71F3221BD0E1}" destId="{0DD33A33-FA5A-4002-B343-DBE5E13977F1}" srcOrd="0" destOrd="0" presId="urn:microsoft.com/office/officeart/2005/8/layout/bList2"/>
    <dgm:cxn modelId="{46E5A606-21CD-4462-8C2A-99E94FC8662C}" srcId="{1FEC78A1-A4CC-408A-9F2E-71F3221BD0E1}" destId="{EC6013C7-259D-4762-949B-E9012BBBF2DF}" srcOrd="2" destOrd="0" parTransId="{FE2C91BA-B09D-495C-8765-0CAA7A5FA969}" sibTransId="{18B3A696-A8BA-4AD2-8114-380766F4B5FA}"/>
    <dgm:cxn modelId="{1A5C4E0C-E84C-4660-B137-859F46B4868D}" type="presOf" srcId="{A4C257B2-1E07-489D-98B3-D44767BFC678}" destId="{E7066C00-0BF0-4136-8F02-7EFDA8D6849A}" srcOrd="0" destOrd="0" presId="urn:microsoft.com/office/officeart/2005/8/layout/bList2"/>
    <dgm:cxn modelId="{8535C912-DC42-4D81-8872-60BCA1646D2C}" srcId="{EC6013C7-259D-4762-949B-E9012BBBF2DF}" destId="{C1418C17-58AD-4F68-AEDC-421C20907D8F}" srcOrd="3" destOrd="0" parTransId="{7D1F2FFF-29F0-4187-9555-F372F94AA7B5}" sibTransId="{4A4160AC-5597-4A75-B487-F71A23E310FF}"/>
    <dgm:cxn modelId="{963A1C17-1596-4C76-BF94-DA19B44F04C7}" srcId="{1FEC78A1-A4CC-408A-9F2E-71F3221BD0E1}" destId="{A4C257B2-1E07-489D-98B3-D44767BFC678}" srcOrd="0" destOrd="0" parTransId="{928758C1-3309-49B7-A6C7-B293877695F4}" sibTransId="{F703EB34-56EC-4B54-A265-3F687542896A}"/>
    <dgm:cxn modelId="{23DDF419-0D4B-42B5-8BD4-4F2C01A2CFFB}" type="presOf" srcId="{C1418C17-58AD-4F68-AEDC-421C20907D8F}" destId="{A87D2D7E-1A5F-448B-8C96-A330B3BFF0AB}" srcOrd="0" destOrd="3" presId="urn:microsoft.com/office/officeart/2005/8/layout/bList2"/>
    <dgm:cxn modelId="{DD28E72C-53EA-48B4-AC10-FD77F03ECA4A}" type="presOf" srcId="{33983F5C-A268-47BB-9284-B75194884D96}" destId="{161056B0-9991-48CF-8CC2-97E2A2EEFC3E}" srcOrd="0" destOrd="0" presId="urn:microsoft.com/office/officeart/2005/8/layout/bList2"/>
    <dgm:cxn modelId="{85BDA634-9BF3-4D02-9D4A-86F2792DEAB1}" type="presOf" srcId="{EC6013C7-259D-4762-949B-E9012BBBF2DF}" destId="{BA4C50E4-6E1B-45F6-8FAB-A176321C52B5}" srcOrd="0" destOrd="0" presId="urn:microsoft.com/office/officeart/2005/8/layout/bList2"/>
    <dgm:cxn modelId="{5DE3BC37-A117-4E89-A087-2203BF5541BA}" type="presOf" srcId="{A4C257B2-1E07-489D-98B3-D44767BFC678}" destId="{85F82164-D97F-4B46-859C-99512A057B72}" srcOrd="1" destOrd="0" presId="urn:microsoft.com/office/officeart/2005/8/layout/bList2"/>
    <dgm:cxn modelId="{FC587E46-1C35-42EE-9348-562A1ABAA259}" type="presOf" srcId="{F703EB34-56EC-4B54-A265-3F687542896A}" destId="{56BADE2F-A060-4B35-8407-3E4D2784736A}" srcOrd="0" destOrd="0" presId="urn:microsoft.com/office/officeart/2005/8/layout/bList2"/>
    <dgm:cxn modelId="{7BF7EE69-3382-41BD-9B8A-80A9D11C3A80}" type="presOf" srcId="{EC6013C7-259D-4762-949B-E9012BBBF2DF}" destId="{16EE3CCC-FF1F-4BF5-85AE-F47C9698E116}" srcOrd="1" destOrd="0" presId="urn:microsoft.com/office/officeart/2005/8/layout/bList2"/>
    <dgm:cxn modelId="{0BB2954C-AA1D-4D8C-9825-53ED96834C43}" type="presOf" srcId="{1C719CCC-93A6-4A48-9B11-D25E87CE9879}" destId="{A87D2D7E-1A5F-448B-8C96-A330B3BFF0AB}" srcOrd="0" destOrd="2" presId="urn:microsoft.com/office/officeart/2005/8/layout/bList2"/>
    <dgm:cxn modelId="{51D82776-0348-4433-83A2-60166343992D}" srcId="{EC6013C7-259D-4762-949B-E9012BBBF2DF}" destId="{6B28597E-2BAF-4B4E-B41D-C6FAE7075A57}" srcOrd="4" destOrd="0" parTransId="{BDF04D83-00E9-46B3-8346-77EDDAFA5088}" sibTransId="{083BDC66-ECCF-4D38-A360-5C86A1C59F6D}"/>
    <dgm:cxn modelId="{1BC7D978-2B8C-4BDB-8D16-10721C6A7D2E}" type="presOf" srcId="{660670CD-5782-4E00-8583-DDF0888E1C20}" destId="{9933B735-FF53-4C52-91F0-008505EA1107}" srcOrd="0" destOrd="0" presId="urn:microsoft.com/office/officeart/2005/8/layout/bList2"/>
    <dgm:cxn modelId="{5DECBD85-FC16-4425-9E82-AD29731011AC}" type="presOf" srcId="{6B28597E-2BAF-4B4E-B41D-C6FAE7075A57}" destId="{A87D2D7E-1A5F-448B-8C96-A330B3BFF0AB}" srcOrd="0" destOrd="4" presId="urn:microsoft.com/office/officeart/2005/8/layout/bList2"/>
    <dgm:cxn modelId="{76814B8A-CC08-4921-A068-AB0EC5C87908}" type="presOf" srcId="{660670CD-5782-4E00-8583-DDF0888E1C20}" destId="{BF0F8BC5-29A1-4725-8DC9-FE7593995CAD}" srcOrd="1" destOrd="0" presId="urn:microsoft.com/office/officeart/2005/8/layout/bList2"/>
    <dgm:cxn modelId="{DB12E58F-E17C-4EB0-9C42-F5BA735EC576}" type="presOf" srcId="{7BA742C3-6625-429B-93DA-CBD93EF2864C}" destId="{038DA6FC-2206-48EB-A9B5-2C332F5D5D9D}" srcOrd="0" destOrd="0" presId="urn:microsoft.com/office/officeart/2005/8/layout/bList2"/>
    <dgm:cxn modelId="{76F8DE9E-0973-4323-B25B-8ABF32D6861D}" type="presOf" srcId="{35379FA8-F85A-4342-BB10-11C7D2E97CEF}" destId="{A87D2D7E-1A5F-448B-8C96-A330B3BFF0AB}" srcOrd="0" destOrd="1" presId="urn:microsoft.com/office/officeart/2005/8/layout/bList2"/>
    <dgm:cxn modelId="{8DF728AE-66FC-43BD-BD92-1D1D73EAA72A}" srcId="{EC6013C7-259D-4762-949B-E9012BBBF2DF}" destId="{35379FA8-F85A-4342-BB10-11C7D2E97CEF}" srcOrd="1" destOrd="0" parTransId="{2E246513-6800-4693-8E6A-3CB4ECDF70E4}" sibTransId="{39850E08-FD42-40EE-B241-264622D50923}"/>
    <dgm:cxn modelId="{36857EB9-5D75-412B-A9A1-EADDAB0D95BE}" srcId="{660670CD-5782-4E00-8583-DDF0888E1C20}" destId="{33983F5C-A268-47BB-9284-B75194884D96}" srcOrd="0" destOrd="0" parTransId="{3DC1F001-A255-4DF9-9883-D77F1B6DF526}" sibTransId="{FC016F01-8144-409B-8066-4FA1F9F82C0D}"/>
    <dgm:cxn modelId="{1663C9C9-C5C8-45B5-9CAE-A285CB3DC61E}" srcId="{EC6013C7-259D-4762-949B-E9012BBBF2DF}" destId="{1C719CCC-93A6-4A48-9B11-D25E87CE9879}" srcOrd="2" destOrd="0" parTransId="{1599A8BC-C15D-4E16-B5A9-F6771241C4CF}" sibTransId="{CDCBCC21-0247-43FA-B6DB-241C6A0FBB27}"/>
    <dgm:cxn modelId="{B780BADA-346F-48F7-93E6-B74C6436A471}" srcId="{1FEC78A1-A4CC-408A-9F2E-71F3221BD0E1}" destId="{660670CD-5782-4E00-8583-DDF0888E1C20}" srcOrd="1" destOrd="0" parTransId="{911EDEFE-7B27-47BC-80F6-01F964CE676C}" sibTransId="{7BA742C3-6625-429B-93DA-CBD93EF2864C}"/>
    <dgm:cxn modelId="{5881F3E3-A32F-4122-8AD2-99AF1092A6DE}" type="presOf" srcId="{312D4551-005D-450A-9E62-3309ABF123DA}" destId="{A87D2D7E-1A5F-448B-8C96-A330B3BFF0AB}" srcOrd="0" destOrd="0" presId="urn:microsoft.com/office/officeart/2005/8/layout/bList2"/>
    <dgm:cxn modelId="{DCBBCDE7-002D-41A9-89DE-67DAFD0A80B0}" srcId="{A4C257B2-1E07-489D-98B3-D44767BFC678}" destId="{38D19D2E-D30A-44F3-909D-3265663779FF}" srcOrd="0" destOrd="0" parTransId="{D620AB7E-65CF-49BE-B9BF-1EACA084989E}" sibTransId="{615FBABE-1813-4880-894C-DAABD67CB692}"/>
    <dgm:cxn modelId="{0D7165EA-00A8-4976-82CA-A44B48B9FC95}" srcId="{EC6013C7-259D-4762-949B-E9012BBBF2DF}" destId="{312D4551-005D-450A-9E62-3309ABF123DA}" srcOrd="0" destOrd="0" parTransId="{617BB2D0-0878-4263-8316-99A7E7EB3F7C}" sibTransId="{77C53FA0-F93E-4118-8DE5-7270CC289AA7}"/>
    <dgm:cxn modelId="{2408EEF5-FF8A-4DB8-B197-C24BAE271D7B}" type="presOf" srcId="{38D19D2E-D30A-44F3-909D-3265663779FF}" destId="{D26C1606-DAB6-475E-AEEF-49B4A2B9E1FD}" srcOrd="0" destOrd="0" presId="urn:microsoft.com/office/officeart/2005/8/layout/bList2"/>
    <dgm:cxn modelId="{1FB6860A-B3C9-4A54-BC6B-6141280E6C8D}" type="presParOf" srcId="{0DD33A33-FA5A-4002-B343-DBE5E13977F1}" destId="{F5705D3A-D6C7-49CA-B92A-64F6182BFCF7}" srcOrd="0" destOrd="0" presId="urn:microsoft.com/office/officeart/2005/8/layout/bList2"/>
    <dgm:cxn modelId="{A93E9E3E-4190-45C4-8A44-F8582465E4F0}" type="presParOf" srcId="{F5705D3A-D6C7-49CA-B92A-64F6182BFCF7}" destId="{D26C1606-DAB6-475E-AEEF-49B4A2B9E1FD}" srcOrd="0" destOrd="0" presId="urn:microsoft.com/office/officeart/2005/8/layout/bList2"/>
    <dgm:cxn modelId="{C729B312-3DDF-4DC2-A01D-B1422697E857}" type="presParOf" srcId="{F5705D3A-D6C7-49CA-B92A-64F6182BFCF7}" destId="{E7066C00-0BF0-4136-8F02-7EFDA8D6849A}" srcOrd="1" destOrd="0" presId="urn:microsoft.com/office/officeart/2005/8/layout/bList2"/>
    <dgm:cxn modelId="{8F319E19-1694-4BC2-9108-47DC8DDDDF3A}" type="presParOf" srcId="{F5705D3A-D6C7-49CA-B92A-64F6182BFCF7}" destId="{85F82164-D97F-4B46-859C-99512A057B72}" srcOrd="2" destOrd="0" presId="urn:microsoft.com/office/officeart/2005/8/layout/bList2"/>
    <dgm:cxn modelId="{6C176A31-F942-4742-87EB-D3055CA80CF6}" type="presParOf" srcId="{F5705D3A-D6C7-49CA-B92A-64F6182BFCF7}" destId="{A410F698-D14B-4B32-A3C5-48C589852210}" srcOrd="3" destOrd="0" presId="urn:microsoft.com/office/officeart/2005/8/layout/bList2"/>
    <dgm:cxn modelId="{E5B8338D-39C6-4363-952D-C7958D83A3BD}" type="presParOf" srcId="{0DD33A33-FA5A-4002-B343-DBE5E13977F1}" destId="{56BADE2F-A060-4B35-8407-3E4D2784736A}" srcOrd="1" destOrd="0" presId="urn:microsoft.com/office/officeart/2005/8/layout/bList2"/>
    <dgm:cxn modelId="{44859ADD-6641-4E45-A890-F218D53D3A7F}" type="presParOf" srcId="{0DD33A33-FA5A-4002-B343-DBE5E13977F1}" destId="{CF58AF30-33FB-401B-A0A6-AFA84BB0B716}" srcOrd="2" destOrd="0" presId="urn:microsoft.com/office/officeart/2005/8/layout/bList2"/>
    <dgm:cxn modelId="{9272A4A6-2B09-4A57-9654-D748EB5F5058}" type="presParOf" srcId="{CF58AF30-33FB-401B-A0A6-AFA84BB0B716}" destId="{161056B0-9991-48CF-8CC2-97E2A2EEFC3E}" srcOrd="0" destOrd="0" presId="urn:microsoft.com/office/officeart/2005/8/layout/bList2"/>
    <dgm:cxn modelId="{77082830-3111-463F-924C-1E5E3BF61B4A}" type="presParOf" srcId="{CF58AF30-33FB-401B-A0A6-AFA84BB0B716}" destId="{9933B735-FF53-4C52-91F0-008505EA1107}" srcOrd="1" destOrd="0" presId="urn:microsoft.com/office/officeart/2005/8/layout/bList2"/>
    <dgm:cxn modelId="{D19D2384-4D9D-4AA2-A0FD-D2EABFC7E745}" type="presParOf" srcId="{CF58AF30-33FB-401B-A0A6-AFA84BB0B716}" destId="{BF0F8BC5-29A1-4725-8DC9-FE7593995CAD}" srcOrd="2" destOrd="0" presId="urn:microsoft.com/office/officeart/2005/8/layout/bList2"/>
    <dgm:cxn modelId="{8368DAA6-BFF0-4452-8FF0-186C3A9272F1}" type="presParOf" srcId="{CF58AF30-33FB-401B-A0A6-AFA84BB0B716}" destId="{65EB98ED-7EA4-497E-B28D-3F36534784FE}" srcOrd="3" destOrd="0" presId="urn:microsoft.com/office/officeart/2005/8/layout/bList2"/>
    <dgm:cxn modelId="{D626098E-941F-4380-AD0C-6ECF7761A675}" type="presParOf" srcId="{0DD33A33-FA5A-4002-B343-DBE5E13977F1}" destId="{038DA6FC-2206-48EB-A9B5-2C332F5D5D9D}" srcOrd="3" destOrd="0" presId="urn:microsoft.com/office/officeart/2005/8/layout/bList2"/>
    <dgm:cxn modelId="{9BD6DBE3-F871-431E-A597-ABCA77CAECA2}" type="presParOf" srcId="{0DD33A33-FA5A-4002-B343-DBE5E13977F1}" destId="{55B2B9A9-3194-425C-9E5D-0927BFE56495}" srcOrd="4" destOrd="0" presId="urn:microsoft.com/office/officeart/2005/8/layout/bList2"/>
    <dgm:cxn modelId="{3E443CCA-A90D-407C-90AC-2ABE72B34D13}" type="presParOf" srcId="{55B2B9A9-3194-425C-9E5D-0927BFE56495}" destId="{A87D2D7E-1A5F-448B-8C96-A330B3BFF0AB}" srcOrd="0" destOrd="0" presId="urn:microsoft.com/office/officeart/2005/8/layout/bList2"/>
    <dgm:cxn modelId="{9F80E060-193C-4575-A443-AE52D0C59A39}" type="presParOf" srcId="{55B2B9A9-3194-425C-9E5D-0927BFE56495}" destId="{BA4C50E4-6E1B-45F6-8FAB-A176321C52B5}" srcOrd="1" destOrd="0" presId="urn:microsoft.com/office/officeart/2005/8/layout/bList2"/>
    <dgm:cxn modelId="{181421EB-9502-4D8C-97B8-4BD29ED0ECCF}" type="presParOf" srcId="{55B2B9A9-3194-425C-9E5D-0927BFE56495}" destId="{16EE3CCC-FF1F-4BF5-85AE-F47C9698E116}" srcOrd="2" destOrd="0" presId="urn:microsoft.com/office/officeart/2005/8/layout/bList2"/>
    <dgm:cxn modelId="{97BF2A55-48FE-42FD-8F5B-F75EDF4FF648}" type="presParOf" srcId="{55B2B9A9-3194-425C-9E5D-0927BFE56495}" destId="{94BDA834-84DF-42B0-861F-E99393D869E4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50AA07-94BC-4BFE-8000-DCD0721F67C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195F095-3307-4881-92E4-8299590027B7}">
      <dgm:prSet/>
      <dgm:spPr/>
      <dgm:t>
        <a:bodyPr/>
        <a:lstStyle/>
        <a:p>
          <a:r>
            <a:rPr lang="uk-UA"/>
            <a:t>організація «Вільна Франція»</a:t>
          </a:r>
        </a:p>
      </dgm:t>
    </dgm:pt>
    <dgm:pt modelId="{6279888F-2719-4C0A-A8DD-88EB549311B8}" type="parTrans" cxnId="{6D9F778C-CF0A-486F-AA89-D00BF8CEBD63}">
      <dgm:prSet/>
      <dgm:spPr/>
      <dgm:t>
        <a:bodyPr/>
        <a:lstStyle/>
        <a:p>
          <a:endParaRPr lang="uk-UA"/>
        </a:p>
      </dgm:t>
    </dgm:pt>
    <dgm:pt modelId="{D671AA00-5F3A-4586-AEBB-041950591CA1}" type="sibTrans" cxnId="{6D9F778C-CF0A-486F-AA89-D00BF8CEBD63}">
      <dgm:prSet/>
      <dgm:spPr/>
      <dgm:t>
        <a:bodyPr/>
        <a:lstStyle/>
        <a:p>
          <a:endParaRPr lang="uk-UA"/>
        </a:p>
      </dgm:t>
    </dgm:pt>
    <dgm:pt modelId="{3EBBD745-12CC-4EC1-A6B7-EBEC983FEAC9}">
      <dgm:prSet/>
      <dgm:spPr/>
      <dgm:t>
        <a:bodyPr/>
        <a:lstStyle/>
        <a:p>
          <a:r>
            <a:rPr lang="uk-UA"/>
            <a:t>У Франції під керівництвом Ш. де Голля</a:t>
          </a:r>
        </a:p>
      </dgm:t>
    </dgm:pt>
    <dgm:pt modelId="{20A63EB4-10A7-483D-ADAC-9C93C833DE35}" type="parTrans" cxnId="{B4F416C5-4201-48A4-9A0B-D0390F410F62}">
      <dgm:prSet/>
      <dgm:spPr/>
      <dgm:t>
        <a:bodyPr/>
        <a:lstStyle/>
        <a:p>
          <a:endParaRPr lang="uk-UA"/>
        </a:p>
      </dgm:t>
    </dgm:pt>
    <dgm:pt modelId="{C300A09B-A85F-4674-9817-359C59398D34}" type="sibTrans" cxnId="{B4F416C5-4201-48A4-9A0B-D0390F410F62}">
      <dgm:prSet/>
      <dgm:spPr/>
      <dgm:t>
        <a:bodyPr/>
        <a:lstStyle/>
        <a:p>
          <a:endParaRPr lang="uk-UA"/>
        </a:p>
      </dgm:t>
    </dgm:pt>
    <dgm:pt modelId="{4229BA87-A034-4078-831D-D7BCEE2CA80B}">
      <dgm:prSet/>
      <dgm:spPr/>
      <dgm:t>
        <a:bodyPr/>
        <a:lstStyle/>
        <a:p>
          <a:r>
            <a:rPr lang="uk-UA"/>
            <a:t>Комітет національного визволення Італії</a:t>
          </a:r>
        </a:p>
      </dgm:t>
    </dgm:pt>
    <dgm:pt modelId="{B1BB4A5A-6058-49DC-AF6D-C3984411D896}" type="parTrans" cxnId="{02CDF22E-5AB2-4DB4-8432-3112E988C07B}">
      <dgm:prSet/>
      <dgm:spPr/>
      <dgm:t>
        <a:bodyPr/>
        <a:lstStyle/>
        <a:p>
          <a:endParaRPr lang="uk-UA"/>
        </a:p>
      </dgm:t>
    </dgm:pt>
    <dgm:pt modelId="{9B7299A2-2CAC-4F72-A9A3-0E87CFC5E5D9}" type="sibTrans" cxnId="{02CDF22E-5AB2-4DB4-8432-3112E988C07B}">
      <dgm:prSet/>
      <dgm:spPr/>
      <dgm:t>
        <a:bodyPr/>
        <a:lstStyle/>
        <a:p>
          <a:endParaRPr lang="uk-UA"/>
        </a:p>
      </dgm:t>
    </dgm:pt>
    <dgm:pt modelId="{4554082D-FF09-41DA-A047-2863DBBD87B8}">
      <dgm:prSet/>
      <dgm:spPr/>
      <dgm:t>
        <a:bodyPr/>
        <a:lstStyle/>
        <a:p>
          <a:r>
            <a:rPr lang="uk-UA"/>
            <a:t>Який координував діяльність партизанських бригад імені Гарібальді.</a:t>
          </a:r>
        </a:p>
      </dgm:t>
    </dgm:pt>
    <dgm:pt modelId="{5E55ACD7-9AEC-4CED-B1C8-BE67A31B0DDB}" type="parTrans" cxnId="{9628302D-9314-42AE-AC09-F524D9540332}">
      <dgm:prSet/>
      <dgm:spPr/>
      <dgm:t>
        <a:bodyPr/>
        <a:lstStyle/>
        <a:p>
          <a:endParaRPr lang="uk-UA"/>
        </a:p>
      </dgm:t>
    </dgm:pt>
    <dgm:pt modelId="{5E5D953E-0D09-41B6-B929-ECF0DE82DF1F}" type="sibTrans" cxnId="{9628302D-9314-42AE-AC09-F524D9540332}">
      <dgm:prSet/>
      <dgm:spPr/>
      <dgm:t>
        <a:bodyPr/>
        <a:lstStyle/>
        <a:p>
          <a:endParaRPr lang="uk-UA"/>
        </a:p>
      </dgm:t>
    </dgm:pt>
    <dgm:pt modelId="{C1EF8205-CE67-4971-AF14-70F4AC1E91FB}">
      <dgm:prSet/>
      <dgm:spPr/>
      <dgm:t>
        <a:bodyPr/>
        <a:lstStyle/>
        <a:p>
          <a:r>
            <a:rPr lang="uk-UA"/>
            <a:t>ЕЛАС</a:t>
          </a:r>
        </a:p>
      </dgm:t>
    </dgm:pt>
    <dgm:pt modelId="{F6FA5359-6A22-4B8C-A3F6-9AE1F7C93449}" type="parTrans" cxnId="{7B4D3FD9-8D8D-470C-AC53-A4BF2EA9D8BE}">
      <dgm:prSet/>
      <dgm:spPr/>
      <dgm:t>
        <a:bodyPr/>
        <a:lstStyle/>
        <a:p>
          <a:endParaRPr lang="uk-UA"/>
        </a:p>
      </dgm:t>
    </dgm:pt>
    <dgm:pt modelId="{54B56F50-0129-47AB-9933-2930FECD884D}" type="sibTrans" cxnId="{7B4D3FD9-8D8D-470C-AC53-A4BF2EA9D8BE}">
      <dgm:prSet/>
      <dgm:spPr/>
      <dgm:t>
        <a:bodyPr/>
        <a:lstStyle/>
        <a:p>
          <a:endParaRPr lang="uk-UA"/>
        </a:p>
      </dgm:t>
    </dgm:pt>
    <dgm:pt modelId="{CB8B07F6-CD06-40EC-9E73-7203BA80895B}">
      <dgm:prSet/>
      <dgm:spPr/>
      <dgm:t>
        <a:bodyPr/>
        <a:lstStyle/>
        <a:p>
          <a:r>
            <a:rPr lang="uk-UA"/>
            <a:t>Народно- визвольної армії Греції, яка вела бойові операції на всій території країни.</a:t>
          </a:r>
        </a:p>
      </dgm:t>
    </dgm:pt>
    <dgm:pt modelId="{C68136FC-D06F-4279-8115-1103BC66CDE8}" type="parTrans" cxnId="{5514AE69-69A7-4F12-985C-C1685FA25B82}">
      <dgm:prSet/>
      <dgm:spPr/>
      <dgm:t>
        <a:bodyPr/>
        <a:lstStyle/>
        <a:p>
          <a:endParaRPr lang="uk-UA"/>
        </a:p>
      </dgm:t>
    </dgm:pt>
    <dgm:pt modelId="{219BAB85-A6CB-41DA-B0E0-5D1F11AAABAD}" type="sibTrans" cxnId="{5514AE69-69A7-4F12-985C-C1685FA25B82}">
      <dgm:prSet/>
      <dgm:spPr/>
      <dgm:t>
        <a:bodyPr/>
        <a:lstStyle/>
        <a:p>
          <a:endParaRPr lang="uk-UA"/>
        </a:p>
      </dgm:t>
    </dgm:pt>
    <dgm:pt modelId="{F4CD9106-336D-4F35-948D-A2DA6826B59F}" type="pres">
      <dgm:prSet presAssocID="{0F50AA07-94BC-4BFE-8000-DCD0721F67CD}" presName="Name0" presStyleCnt="0">
        <dgm:presLayoutVars>
          <dgm:dir/>
          <dgm:animLvl val="lvl"/>
          <dgm:resizeHandles val="exact"/>
        </dgm:presLayoutVars>
      </dgm:prSet>
      <dgm:spPr/>
    </dgm:pt>
    <dgm:pt modelId="{D7A0395E-F17D-4447-BEC3-087D88126EB6}" type="pres">
      <dgm:prSet presAssocID="{9195F095-3307-4881-92E4-8299590027B7}" presName="linNode" presStyleCnt="0"/>
      <dgm:spPr/>
    </dgm:pt>
    <dgm:pt modelId="{CBA4DA96-73CB-425A-9282-2B4374155C61}" type="pres">
      <dgm:prSet presAssocID="{9195F095-3307-4881-92E4-8299590027B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2BB816A-30BD-4E42-BE52-6348B6A69D9D}" type="pres">
      <dgm:prSet presAssocID="{9195F095-3307-4881-92E4-8299590027B7}" presName="descendantText" presStyleLbl="alignAccFollowNode1" presStyleIdx="0" presStyleCnt="3">
        <dgm:presLayoutVars>
          <dgm:bulletEnabled val="1"/>
        </dgm:presLayoutVars>
      </dgm:prSet>
      <dgm:spPr/>
    </dgm:pt>
    <dgm:pt modelId="{BE297A8D-37F4-48F1-99EB-E92E3D5F5CA6}" type="pres">
      <dgm:prSet presAssocID="{D671AA00-5F3A-4586-AEBB-041950591CA1}" presName="sp" presStyleCnt="0"/>
      <dgm:spPr/>
    </dgm:pt>
    <dgm:pt modelId="{C5A4BE2D-458C-4F08-9CFB-9089C908F2A0}" type="pres">
      <dgm:prSet presAssocID="{4229BA87-A034-4078-831D-D7BCEE2CA80B}" presName="linNode" presStyleCnt="0"/>
      <dgm:spPr/>
    </dgm:pt>
    <dgm:pt modelId="{4E7120FF-3615-4B7D-8A51-ABEA258044DA}" type="pres">
      <dgm:prSet presAssocID="{4229BA87-A034-4078-831D-D7BCEE2CA80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00C205D-D102-40AF-B6E3-0BCD9279AED2}" type="pres">
      <dgm:prSet presAssocID="{4229BA87-A034-4078-831D-D7BCEE2CA80B}" presName="descendantText" presStyleLbl="alignAccFollowNode1" presStyleIdx="1" presStyleCnt="3">
        <dgm:presLayoutVars>
          <dgm:bulletEnabled val="1"/>
        </dgm:presLayoutVars>
      </dgm:prSet>
      <dgm:spPr/>
    </dgm:pt>
    <dgm:pt modelId="{40DEEA03-BB75-4828-84F3-D5126B9FD541}" type="pres">
      <dgm:prSet presAssocID="{9B7299A2-2CAC-4F72-A9A3-0E87CFC5E5D9}" presName="sp" presStyleCnt="0"/>
      <dgm:spPr/>
    </dgm:pt>
    <dgm:pt modelId="{E3AC0489-2B9E-445B-92F0-AC6F5F8288AE}" type="pres">
      <dgm:prSet presAssocID="{C1EF8205-CE67-4971-AF14-70F4AC1E91FB}" presName="linNode" presStyleCnt="0"/>
      <dgm:spPr/>
    </dgm:pt>
    <dgm:pt modelId="{FFF0A518-C0ED-497E-B38A-80C17B474A2B}" type="pres">
      <dgm:prSet presAssocID="{C1EF8205-CE67-4971-AF14-70F4AC1E91F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C142508-F7AD-477D-AB81-60E0F9A64185}" type="pres">
      <dgm:prSet presAssocID="{C1EF8205-CE67-4971-AF14-70F4AC1E91F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F9C1724-874E-4FB8-898D-767134039AEE}" type="presOf" srcId="{4554082D-FF09-41DA-A047-2863DBBD87B8}" destId="{200C205D-D102-40AF-B6E3-0BCD9279AED2}" srcOrd="0" destOrd="0" presId="urn:microsoft.com/office/officeart/2005/8/layout/vList5"/>
    <dgm:cxn modelId="{9628302D-9314-42AE-AC09-F524D9540332}" srcId="{4229BA87-A034-4078-831D-D7BCEE2CA80B}" destId="{4554082D-FF09-41DA-A047-2863DBBD87B8}" srcOrd="0" destOrd="0" parTransId="{5E55ACD7-9AEC-4CED-B1C8-BE67A31B0DDB}" sibTransId="{5E5D953E-0D09-41B6-B929-ECF0DE82DF1F}"/>
    <dgm:cxn modelId="{02CDF22E-5AB2-4DB4-8432-3112E988C07B}" srcId="{0F50AA07-94BC-4BFE-8000-DCD0721F67CD}" destId="{4229BA87-A034-4078-831D-D7BCEE2CA80B}" srcOrd="1" destOrd="0" parTransId="{B1BB4A5A-6058-49DC-AF6D-C3984411D896}" sibTransId="{9B7299A2-2CAC-4F72-A9A3-0E87CFC5E5D9}"/>
    <dgm:cxn modelId="{10C29E35-F543-4BAA-9024-5F8555045DFC}" type="presOf" srcId="{9195F095-3307-4881-92E4-8299590027B7}" destId="{CBA4DA96-73CB-425A-9282-2B4374155C61}" srcOrd="0" destOrd="0" presId="urn:microsoft.com/office/officeart/2005/8/layout/vList5"/>
    <dgm:cxn modelId="{8C736239-580F-4C2D-AFD8-48E95C6F9172}" type="presOf" srcId="{CB8B07F6-CD06-40EC-9E73-7203BA80895B}" destId="{0C142508-F7AD-477D-AB81-60E0F9A64185}" srcOrd="0" destOrd="0" presId="urn:microsoft.com/office/officeart/2005/8/layout/vList5"/>
    <dgm:cxn modelId="{C192015B-72E2-4947-B413-7E15A85181DA}" type="presOf" srcId="{3EBBD745-12CC-4EC1-A6B7-EBEC983FEAC9}" destId="{F2BB816A-30BD-4E42-BE52-6348B6A69D9D}" srcOrd="0" destOrd="0" presId="urn:microsoft.com/office/officeart/2005/8/layout/vList5"/>
    <dgm:cxn modelId="{5514AE69-69A7-4F12-985C-C1685FA25B82}" srcId="{C1EF8205-CE67-4971-AF14-70F4AC1E91FB}" destId="{CB8B07F6-CD06-40EC-9E73-7203BA80895B}" srcOrd="0" destOrd="0" parTransId="{C68136FC-D06F-4279-8115-1103BC66CDE8}" sibTransId="{219BAB85-A6CB-41DA-B0E0-5D1F11AAABAD}"/>
    <dgm:cxn modelId="{9ED75556-8C1E-41B1-9531-8B5B3A9AED37}" type="presOf" srcId="{C1EF8205-CE67-4971-AF14-70F4AC1E91FB}" destId="{FFF0A518-C0ED-497E-B38A-80C17B474A2B}" srcOrd="0" destOrd="0" presId="urn:microsoft.com/office/officeart/2005/8/layout/vList5"/>
    <dgm:cxn modelId="{6D9F778C-CF0A-486F-AA89-D00BF8CEBD63}" srcId="{0F50AA07-94BC-4BFE-8000-DCD0721F67CD}" destId="{9195F095-3307-4881-92E4-8299590027B7}" srcOrd="0" destOrd="0" parTransId="{6279888F-2719-4C0A-A8DD-88EB549311B8}" sibTransId="{D671AA00-5F3A-4586-AEBB-041950591CA1}"/>
    <dgm:cxn modelId="{E7441492-5CDB-4024-BFFF-A25805580C73}" type="presOf" srcId="{4229BA87-A034-4078-831D-D7BCEE2CA80B}" destId="{4E7120FF-3615-4B7D-8A51-ABEA258044DA}" srcOrd="0" destOrd="0" presId="urn:microsoft.com/office/officeart/2005/8/layout/vList5"/>
    <dgm:cxn modelId="{B4F416C5-4201-48A4-9A0B-D0390F410F62}" srcId="{9195F095-3307-4881-92E4-8299590027B7}" destId="{3EBBD745-12CC-4EC1-A6B7-EBEC983FEAC9}" srcOrd="0" destOrd="0" parTransId="{20A63EB4-10A7-483D-ADAC-9C93C833DE35}" sibTransId="{C300A09B-A85F-4674-9817-359C59398D34}"/>
    <dgm:cxn modelId="{CFFA92D7-7C02-46A1-B113-5D8B6D254F88}" type="presOf" srcId="{0F50AA07-94BC-4BFE-8000-DCD0721F67CD}" destId="{F4CD9106-336D-4F35-948D-A2DA6826B59F}" srcOrd="0" destOrd="0" presId="urn:microsoft.com/office/officeart/2005/8/layout/vList5"/>
    <dgm:cxn modelId="{7B4D3FD9-8D8D-470C-AC53-A4BF2EA9D8BE}" srcId="{0F50AA07-94BC-4BFE-8000-DCD0721F67CD}" destId="{C1EF8205-CE67-4971-AF14-70F4AC1E91FB}" srcOrd="2" destOrd="0" parTransId="{F6FA5359-6A22-4B8C-A3F6-9AE1F7C93449}" sibTransId="{54B56F50-0129-47AB-9933-2930FECD884D}"/>
    <dgm:cxn modelId="{392A230A-D013-4107-A853-267692689CC9}" type="presParOf" srcId="{F4CD9106-336D-4F35-948D-A2DA6826B59F}" destId="{D7A0395E-F17D-4447-BEC3-087D88126EB6}" srcOrd="0" destOrd="0" presId="urn:microsoft.com/office/officeart/2005/8/layout/vList5"/>
    <dgm:cxn modelId="{7F8CB9C1-A66D-4B07-BC62-81C47671BDFF}" type="presParOf" srcId="{D7A0395E-F17D-4447-BEC3-087D88126EB6}" destId="{CBA4DA96-73CB-425A-9282-2B4374155C61}" srcOrd="0" destOrd="0" presId="urn:microsoft.com/office/officeart/2005/8/layout/vList5"/>
    <dgm:cxn modelId="{CB485D70-8F33-4263-A939-EB94A06CF5F9}" type="presParOf" srcId="{D7A0395E-F17D-4447-BEC3-087D88126EB6}" destId="{F2BB816A-30BD-4E42-BE52-6348B6A69D9D}" srcOrd="1" destOrd="0" presId="urn:microsoft.com/office/officeart/2005/8/layout/vList5"/>
    <dgm:cxn modelId="{CB9F2269-5282-40D6-8EB9-771E663C9903}" type="presParOf" srcId="{F4CD9106-336D-4F35-948D-A2DA6826B59F}" destId="{BE297A8D-37F4-48F1-99EB-E92E3D5F5CA6}" srcOrd="1" destOrd="0" presId="urn:microsoft.com/office/officeart/2005/8/layout/vList5"/>
    <dgm:cxn modelId="{2CDF9153-2516-49A0-B022-E0179401DA39}" type="presParOf" srcId="{F4CD9106-336D-4F35-948D-A2DA6826B59F}" destId="{C5A4BE2D-458C-4F08-9CFB-9089C908F2A0}" srcOrd="2" destOrd="0" presId="urn:microsoft.com/office/officeart/2005/8/layout/vList5"/>
    <dgm:cxn modelId="{3D15EA1B-DEEC-4093-8096-02293D4712BC}" type="presParOf" srcId="{C5A4BE2D-458C-4F08-9CFB-9089C908F2A0}" destId="{4E7120FF-3615-4B7D-8A51-ABEA258044DA}" srcOrd="0" destOrd="0" presId="urn:microsoft.com/office/officeart/2005/8/layout/vList5"/>
    <dgm:cxn modelId="{0DDCADBC-12FF-481D-8516-12C0ABAB2F31}" type="presParOf" srcId="{C5A4BE2D-458C-4F08-9CFB-9089C908F2A0}" destId="{200C205D-D102-40AF-B6E3-0BCD9279AED2}" srcOrd="1" destOrd="0" presId="urn:microsoft.com/office/officeart/2005/8/layout/vList5"/>
    <dgm:cxn modelId="{5B6935B2-CE45-4C2B-B087-98B90C5BD5C9}" type="presParOf" srcId="{F4CD9106-336D-4F35-948D-A2DA6826B59F}" destId="{40DEEA03-BB75-4828-84F3-D5126B9FD541}" srcOrd="3" destOrd="0" presId="urn:microsoft.com/office/officeart/2005/8/layout/vList5"/>
    <dgm:cxn modelId="{530ED22A-0C70-46E3-882F-D1FA9580DD9A}" type="presParOf" srcId="{F4CD9106-336D-4F35-948D-A2DA6826B59F}" destId="{E3AC0489-2B9E-445B-92F0-AC6F5F8288AE}" srcOrd="4" destOrd="0" presId="urn:microsoft.com/office/officeart/2005/8/layout/vList5"/>
    <dgm:cxn modelId="{20F8A5AE-6D4B-427E-BCD5-42118B03EC96}" type="presParOf" srcId="{E3AC0489-2B9E-445B-92F0-AC6F5F8288AE}" destId="{FFF0A518-C0ED-497E-B38A-80C17B474A2B}" srcOrd="0" destOrd="0" presId="urn:microsoft.com/office/officeart/2005/8/layout/vList5"/>
    <dgm:cxn modelId="{B0667F6B-5B3C-43E1-9D05-E26B6BD80523}" type="presParOf" srcId="{E3AC0489-2B9E-445B-92F0-AC6F5F8288AE}" destId="{0C142508-F7AD-477D-AB81-60E0F9A6418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F0322F-B82A-4AE9-A346-CD9A29C464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D48F70-BC7F-4F20-B61F-DFB5FA743900}">
      <dgm:prSet/>
      <dgm:spPr/>
      <dgm:t>
        <a:bodyPr/>
        <a:lstStyle/>
        <a:p>
          <a:r>
            <a:rPr lang="uk-UA"/>
            <a:t>жорстокість</a:t>
          </a:r>
        </a:p>
      </dgm:t>
    </dgm:pt>
    <dgm:pt modelId="{E9B82407-5D3A-4A9E-916D-4D167012992B}" type="parTrans" cxnId="{583B69CE-AF39-4673-958C-28913ABAA67B}">
      <dgm:prSet/>
      <dgm:spPr/>
      <dgm:t>
        <a:bodyPr/>
        <a:lstStyle/>
        <a:p>
          <a:endParaRPr lang="uk-UA"/>
        </a:p>
      </dgm:t>
    </dgm:pt>
    <dgm:pt modelId="{8034A22A-439E-411B-BADF-67643EEAEFD7}" type="sibTrans" cxnId="{583B69CE-AF39-4673-958C-28913ABAA67B}">
      <dgm:prSet/>
      <dgm:spPr/>
      <dgm:t>
        <a:bodyPr/>
        <a:lstStyle/>
        <a:p>
          <a:endParaRPr lang="uk-UA"/>
        </a:p>
      </dgm:t>
    </dgm:pt>
    <dgm:pt modelId="{ABF5BB16-BAE5-42ED-9774-E5C1644A801E}">
      <dgm:prSet/>
      <dgm:spPr/>
      <dgm:t>
        <a:bodyPr/>
        <a:lstStyle/>
        <a:p>
          <a:r>
            <a:rPr lang="uk-UA"/>
            <a:t>Непримиренність місцевого населення, викликана жорстокістю окупаційного режиму (на відміну від Західної Європи);</a:t>
          </a:r>
        </a:p>
      </dgm:t>
    </dgm:pt>
    <dgm:pt modelId="{7C7DBA1C-0011-4AFE-B4F1-E9B30C19740C}" type="parTrans" cxnId="{45FC5B8D-CD13-46BF-BD3F-91E75C56AB4D}">
      <dgm:prSet/>
      <dgm:spPr/>
      <dgm:t>
        <a:bodyPr/>
        <a:lstStyle/>
        <a:p>
          <a:endParaRPr lang="uk-UA"/>
        </a:p>
      </dgm:t>
    </dgm:pt>
    <dgm:pt modelId="{CA1D2B5C-4701-4ABA-909E-4F9E36248F66}" type="sibTrans" cxnId="{45FC5B8D-CD13-46BF-BD3F-91E75C56AB4D}">
      <dgm:prSet/>
      <dgm:spPr/>
      <dgm:t>
        <a:bodyPr/>
        <a:lstStyle/>
        <a:p>
          <a:endParaRPr lang="uk-UA"/>
        </a:p>
      </dgm:t>
    </dgm:pt>
    <dgm:pt modelId="{E2350A19-E169-45A6-B516-3DD14F264629}">
      <dgm:prSet/>
      <dgm:spPr/>
      <dgm:t>
        <a:bodyPr/>
        <a:lstStyle/>
        <a:p>
          <a:r>
            <a:rPr lang="uk-UA"/>
            <a:t>суттєве обмеження колабораціонізму — співпраці з окупантами.</a:t>
          </a:r>
        </a:p>
      </dgm:t>
    </dgm:pt>
    <dgm:pt modelId="{6BB4D5DE-47E4-4E4D-8F2B-E3EBD34307BF}" type="parTrans" cxnId="{0E474081-ABAE-4FF4-910A-84C39F0A322C}">
      <dgm:prSet/>
      <dgm:spPr/>
      <dgm:t>
        <a:bodyPr/>
        <a:lstStyle/>
        <a:p>
          <a:endParaRPr lang="uk-UA"/>
        </a:p>
      </dgm:t>
    </dgm:pt>
    <dgm:pt modelId="{C174F40D-6209-4F51-A1B0-2516146DCF21}" type="sibTrans" cxnId="{0E474081-ABAE-4FF4-910A-84C39F0A322C}">
      <dgm:prSet/>
      <dgm:spPr/>
      <dgm:t>
        <a:bodyPr/>
        <a:lstStyle/>
        <a:p>
          <a:endParaRPr lang="uk-UA"/>
        </a:p>
      </dgm:t>
    </dgm:pt>
    <dgm:pt modelId="{B72F9D1E-F730-4D67-AE5E-11ECB85A2B6D}">
      <dgm:prSet/>
      <dgm:spPr/>
      <dgm:t>
        <a:bodyPr/>
        <a:lstStyle/>
        <a:p>
          <a:r>
            <a:rPr lang="uk-UA"/>
            <a:t>Розкол руху Опору </a:t>
          </a:r>
        </a:p>
      </dgm:t>
    </dgm:pt>
    <dgm:pt modelId="{2360FEA6-ECFF-4322-9424-9750BF677DB2}" type="parTrans" cxnId="{73DEDF88-ECD9-4297-91EC-F317ACC04AA5}">
      <dgm:prSet/>
      <dgm:spPr/>
      <dgm:t>
        <a:bodyPr/>
        <a:lstStyle/>
        <a:p>
          <a:endParaRPr lang="uk-UA"/>
        </a:p>
      </dgm:t>
    </dgm:pt>
    <dgm:pt modelId="{0DD83244-73EF-4E03-B286-C7240A1DA8A6}" type="sibTrans" cxnId="{73DEDF88-ECD9-4297-91EC-F317ACC04AA5}">
      <dgm:prSet/>
      <dgm:spPr/>
      <dgm:t>
        <a:bodyPr/>
        <a:lstStyle/>
        <a:p>
          <a:endParaRPr lang="uk-UA"/>
        </a:p>
      </dgm:t>
    </dgm:pt>
    <dgm:pt modelId="{86882CF2-ECE5-48F0-929F-BB5F2FC9C665}">
      <dgm:prSet/>
      <dgm:spPr/>
      <dgm:t>
        <a:bodyPr/>
        <a:lstStyle/>
        <a:p>
          <a:r>
            <a:rPr lang="uk-UA"/>
            <a:t>на національну і комуністичну течії, які часто ворогували між собою:</a:t>
          </a:r>
        </a:p>
      </dgm:t>
    </dgm:pt>
    <dgm:pt modelId="{F9657F42-E684-4416-90B0-C5D987E5B440}" type="parTrans" cxnId="{E97A60D1-A45D-422A-9EB4-03B7613D5690}">
      <dgm:prSet/>
      <dgm:spPr/>
      <dgm:t>
        <a:bodyPr/>
        <a:lstStyle/>
        <a:p>
          <a:endParaRPr lang="uk-UA"/>
        </a:p>
      </dgm:t>
    </dgm:pt>
    <dgm:pt modelId="{BA406886-3E12-4575-88DF-C8E5121435C5}" type="sibTrans" cxnId="{E97A60D1-A45D-422A-9EB4-03B7613D5690}">
      <dgm:prSet/>
      <dgm:spPr/>
      <dgm:t>
        <a:bodyPr/>
        <a:lstStyle/>
        <a:p>
          <a:endParaRPr lang="uk-UA"/>
        </a:p>
      </dgm:t>
    </dgm:pt>
    <dgm:pt modelId="{81254FA5-6236-463E-AC5A-3195113D6832}">
      <dgm:prSet/>
      <dgm:spPr/>
      <dgm:t>
        <a:bodyPr/>
        <a:lstStyle/>
        <a:p>
          <a:r>
            <a:rPr lang="uk-UA"/>
            <a:t>Польща — Армія Крайова, підпорядкована емігрантському уряду в Лондоні, </a:t>
          </a:r>
        </a:p>
      </dgm:t>
    </dgm:pt>
    <dgm:pt modelId="{2897820D-31AF-46B2-B7B5-3588D72C0300}" type="parTrans" cxnId="{8C9039B8-4A6B-4C88-910B-383E815526BD}">
      <dgm:prSet/>
      <dgm:spPr/>
      <dgm:t>
        <a:bodyPr/>
        <a:lstStyle/>
        <a:p>
          <a:endParaRPr lang="uk-UA"/>
        </a:p>
      </dgm:t>
    </dgm:pt>
    <dgm:pt modelId="{52C5C161-4913-4748-9511-EBBC679B0A33}" type="sibTrans" cxnId="{8C9039B8-4A6B-4C88-910B-383E815526BD}">
      <dgm:prSet/>
      <dgm:spPr/>
      <dgm:t>
        <a:bodyPr/>
        <a:lstStyle/>
        <a:p>
          <a:endParaRPr lang="uk-UA"/>
        </a:p>
      </dgm:t>
    </dgm:pt>
    <dgm:pt modelId="{EB3CECDE-9615-4EE8-8F94-A5AA4CED64B4}">
      <dgm:prSet/>
      <dgm:spPr/>
      <dgm:t>
        <a:bodyPr/>
        <a:lstStyle/>
        <a:p>
          <a:r>
            <a:rPr lang="uk-UA"/>
            <a:t>комуністична Гвардія Людова;</a:t>
          </a:r>
        </a:p>
      </dgm:t>
    </dgm:pt>
    <dgm:pt modelId="{A4079CAA-294D-4F5B-B5BF-13C72F637204}" type="parTrans" cxnId="{B4F2EE03-670E-467F-870C-986C3E74594B}">
      <dgm:prSet/>
      <dgm:spPr/>
      <dgm:t>
        <a:bodyPr/>
        <a:lstStyle/>
        <a:p>
          <a:endParaRPr lang="uk-UA"/>
        </a:p>
      </dgm:t>
    </dgm:pt>
    <dgm:pt modelId="{45CC58E3-C42F-418E-8ECE-D09F194F97CB}" type="sibTrans" cxnId="{B4F2EE03-670E-467F-870C-986C3E74594B}">
      <dgm:prSet/>
      <dgm:spPr/>
      <dgm:t>
        <a:bodyPr/>
        <a:lstStyle/>
        <a:p>
          <a:endParaRPr lang="uk-UA"/>
        </a:p>
      </dgm:t>
    </dgm:pt>
    <dgm:pt modelId="{E01AFBF3-646F-477F-A703-80C6666D52E0}">
      <dgm:prSet/>
      <dgm:spPr/>
      <dgm:t>
        <a:bodyPr/>
        <a:lstStyle/>
        <a:p>
          <a:r>
            <a:rPr lang="uk-UA"/>
            <a:t>СРСР — Українська Повстанська Армія (УПА)</a:t>
          </a:r>
        </a:p>
      </dgm:t>
    </dgm:pt>
    <dgm:pt modelId="{9A630360-05A1-48DE-9CC8-475A602CEEC5}" type="parTrans" cxnId="{700C7DD5-363F-4C28-9679-240FC56D45C9}">
      <dgm:prSet/>
      <dgm:spPr/>
      <dgm:t>
        <a:bodyPr/>
        <a:lstStyle/>
        <a:p>
          <a:endParaRPr lang="uk-UA"/>
        </a:p>
      </dgm:t>
    </dgm:pt>
    <dgm:pt modelId="{1162853D-6F05-4C6B-B73E-A02455DF6D16}" type="sibTrans" cxnId="{700C7DD5-363F-4C28-9679-240FC56D45C9}">
      <dgm:prSet/>
      <dgm:spPr/>
      <dgm:t>
        <a:bodyPr/>
        <a:lstStyle/>
        <a:p>
          <a:endParaRPr lang="uk-UA"/>
        </a:p>
      </dgm:t>
    </dgm:pt>
    <dgm:pt modelId="{433AB0BC-68DD-417C-9485-BEE8473D043D}">
      <dgm:prSet/>
      <dgm:spPr/>
      <dgm:t>
        <a:bodyPr/>
        <a:lstStyle/>
        <a:p>
          <a:r>
            <a:rPr lang="uk-UA"/>
            <a:t>комуністичні партизанські загони; </a:t>
          </a:r>
        </a:p>
      </dgm:t>
    </dgm:pt>
    <dgm:pt modelId="{543369BA-3482-4A24-A30B-5C0A71B6D6BA}" type="parTrans" cxnId="{268C607D-1D2D-4255-9983-AF2848DF7B5B}">
      <dgm:prSet/>
      <dgm:spPr/>
      <dgm:t>
        <a:bodyPr/>
        <a:lstStyle/>
        <a:p>
          <a:endParaRPr lang="uk-UA"/>
        </a:p>
      </dgm:t>
    </dgm:pt>
    <dgm:pt modelId="{EEE543A4-86C9-44F4-AF67-3C4F2C522C5A}" type="sibTrans" cxnId="{268C607D-1D2D-4255-9983-AF2848DF7B5B}">
      <dgm:prSet/>
      <dgm:spPr/>
      <dgm:t>
        <a:bodyPr/>
        <a:lstStyle/>
        <a:p>
          <a:endParaRPr lang="uk-UA"/>
        </a:p>
      </dgm:t>
    </dgm:pt>
    <dgm:pt modelId="{744248BD-DBA7-449D-B5E8-9470CABA1EBF}">
      <dgm:prSet/>
      <dgm:spPr/>
      <dgm:t>
        <a:bodyPr/>
        <a:lstStyle/>
        <a:p>
          <a:r>
            <a:rPr lang="uk-UA"/>
            <a:t>Югославія — комуністична Народно-визвольна армія Югославії (НВАЮ) під проводом Й. Б. Тіто</a:t>
          </a:r>
        </a:p>
      </dgm:t>
    </dgm:pt>
    <dgm:pt modelId="{8384547C-C606-4D71-9190-986FA1DABE10}" type="parTrans" cxnId="{5D136515-BB84-4692-9CC6-86B3724EFE4B}">
      <dgm:prSet/>
      <dgm:spPr/>
      <dgm:t>
        <a:bodyPr/>
        <a:lstStyle/>
        <a:p>
          <a:endParaRPr lang="uk-UA"/>
        </a:p>
      </dgm:t>
    </dgm:pt>
    <dgm:pt modelId="{FC77BC83-8F15-4B9F-BDFA-DDC33BAE0689}" type="sibTrans" cxnId="{5D136515-BB84-4692-9CC6-86B3724EFE4B}">
      <dgm:prSet/>
      <dgm:spPr/>
      <dgm:t>
        <a:bodyPr/>
        <a:lstStyle/>
        <a:p>
          <a:endParaRPr lang="uk-UA"/>
        </a:p>
      </dgm:t>
    </dgm:pt>
    <dgm:pt modelId="{C4903D17-3DFE-490C-9A20-C3411E3FBC4D}">
      <dgm:prSet/>
      <dgm:spPr/>
      <dgm:t>
        <a:bodyPr/>
        <a:lstStyle/>
        <a:p>
          <a:r>
            <a:rPr lang="uk-UA"/>
            <a:t>четники — сербські партизани-монархісти.</a:t>
          </a:r>
        </a:p>
      </dgm:t>
    </dgm:pt>
    <dgm:pt modelId="{F1886938-4EEC-4A89-B347-970270B56B65}" type="parTrans" cxnId="{B64658B4-D2D4-405F-AAB1-BA990BF1EF01}">
      <dgm:prSet/>
      <dgm:spPr/>
      <dgm:t>
        <a:bodyPr/>
        <a:lstStyle/>
        <a:p>
          <a:endParaRPr lang="uk-UA"/>
        </a:p>
      </dgm:t>
    </dgm:pt>
    <dgm:pt modelId="{024A2818-ACFC-4A86-9689-5C138FBCB273}" type="sibTrans" cxnId="{B64658B4-D2D4-405F-AAB1-BA990BF1EF01}">
      <dgm:prSet/>
      <dgm:spPr/>
      <dgm:t>
        <a:bodyPr/>
        <a:lstStyle/>
        <a:p>
          <a:endParaRPr lang="uk-UA"/>
        </a:p>
      </dgm:t>
    </dgm:pt>
    <dgm:pt modelId="{76762B07-AC2B-4930-B177-48619D931470}">
      <dgm:prSet/>
      <dgm:spPr/>
      <dgm:t>
        <a:bodyPr/>
        <a:lstStyle/>
        <a:p>
          <a:r>
            <a:rPr lang="uk-UA"/>
            <a:t>Створення національних збройних сил у складі Червоної армії </a:t>
          </a:r>
        </a:p>
      </dgm:t>
    </dgm:pt>
    <dgm:pt modelId="{8DB1CF50-DB95-483A-87CD-AF0E69C2D556}" type="parTrans" cxnId="{0545E5A2-3DDB-4A92-ABB4-C7066770724E}">
      <dgm:prSet/>
      <dgm:spPr/>
      <dgm:t>
        <a:bodyPr/>
        <a:lstStyle/>
        <a:p>
          <a:endParaRPr lang="uk-UA"/>
        </a:p>
      </dgm:t>
    </dgm:pt>
    <dgm:pt modelId="{7D12BE05-F1CC-40D5-A187-1441B7224BB6}" type="sibTrans" cxnId="{0545E5A2-3DDB-4A92-ABB4-C7066770724E}">
      <dgm:prSet/>
      <dgm:spPr/>
      <dgm:t>
        <a:bodyPr/>
        <a:lstStyle/>
        <a:p>
          <a:endParaRPr lang="uk-UA"/>
        </a:p>
      </dgm:t>
    </dgm:pt>
    <dgm:pt modelId="{9846EA70-F6BD-4502-851D-A7152A3FB23D}">
      <dgm:prSet/>
      <dgm:spPr/>
      <dgm:t>
        <a:bodyPr/>
        <a:lstStyle/>
        <a:p>
          <a:r>
            <a:rPr lang="uk-UA"/>
            <a:t>Чеська бригада Л. Свободи, Військо Польське тощо</a:t>
          </a:r>
        </a:p>
      </dgm:t>
    </dgm:pt>
    <dgm:pt modelId="{FE89A27C-734C-4EBD-98EA-AB5D1891855A}" type="parTrans" cxnId="{0E2E3C35-5B67-485E-9034-57E7A6C4C586}">
      <dgm:prSet/>
      <dgm:spPr/>
      <dgm:t>
        <a:bodyPr/>
        <a:lstStyle/>
        <a:p>
          <a:endParaRPr lang="uk-UA"/>
        </a:p>
      </dgm:t>
    </dgm:pt>
    <dgm:pt modelId="{EE30D177-4D33-4037-B9E7-CC3F7158A940}" type="sibTrans" cxnId="{0E2E3C35-5B67-485E-9034-57E7A6C4C586}">
      <dgm:prSet/>
      <dgm:spPr/>
      <dgm:t>
        <a:bodyPr/>
        <a:lstStyle/>
        <a:p>
          <a:endParaRPr lang="uk-UA"/>
        </a:p>
      </dgm:t>
    </dgm:pt>
    <dgm:pt modelId="{495202A6-F1CE-44B0-9A89-3E6AADB62503}" type="pres">
      <dgm:prSet presAssocID="{F8F0322F-B82A-4AE9-A346-CD9A29C464A5}" presName="linear" presStyleCnt="0">
        <dgm:presLayoutVars>
          <dgm:animLvl val="lvl"/>
          <dgm:resizeHandles val="exact"/>
        </dgm:presLayoutVars>
      </dgm:prSet>
      <dgm:spPr/>
    </dgm:pt>
    <dgm:pt modelId="{51CC1B9B-80C7-411A-8564-116855F55E51}" type="pres">
      <dgm:prSet presAssocID="{00D48F70-BC7F-4F20-B61F-DFB5FA74390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A977CA9-F525-429A-BE2D-742EFF953E3C}" type="pres">
      <dgm:prSet presAssocID="{00D48F70-BC7F-4F20-B61F-DFB5FA743900}" presName="childText" presStyleLbl="revTx" presStyleIdx="0" presStyleCnt="3">
        <dgm:presLayoutVars>
          <dgm:bulletEnabled val="1"/>
        </dgm:presLayoutVars>
      </dgm:prSet>
      <dgm:spPr/>
    </dgm:pt>
    <dgm:pt modelId="{C768B484-A4B6-4495-9839-5F9AEBA5D93E}" type="pres">
      <dgm:prSet presAssocID="{B72F9D1E-F730-4D67-AE5E-11ECB85A2B6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E2239C-6F4C-4D15-8E2C-12218B2FD0AF}" type="pres">
      <dgm:prSet presAssocID="{B72F9D1E-F730-4D67-AE5E-11ECB85A2B6D}" presName="childText" presStyleLbl="revTx" presStyleIdx="1" presStyleCnt="3">
        <dgm:presLayoutVars>
          <dgm:bulletEnabled val="1"/>
        </dgm:presLayoutVars>
      </dgm:prSet>
      <dgm:spPr/>
    </dgm:pt>
    <dgm:pt modelId="{892FF46F-38F7-4A4E-9251-7E9A3A091CDE}" type="pres">
      <dgm:prSet presAssocID="{76762B07-AC2B-4930-B177-48619D93147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B2EDB0-1AA9-4F53-B53F-6C4FA3071468}" type="pres">
      <dgm:prSet presAssocID="{76762B07-AC2B-4930-B177-48619D93147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4F2EE03-670E-467F-870C-986C3E74594B}" srcId="{B72F9D1E-F730-4D67-AE5E-11ECB85A2B6D}" destId="{EB3CECDE-9615-4EE8-8F94-A5AA4CED64B4}" srcOrd="2" destOrd="0" parTransId="{A4079CAA-294D-4F5B-B5BF-13C72F637204}" sibTransId="{45CC58E3-C42F-418E-8ECE-D09F194F97CB}"/>
    <dgm:cxn modelId="{283DEF10-8EBF-4CDA-8015-C5D489BB4309}" type="presOf" srcId="{ABF5BB16-BAE5-42ED-9774-E5C1644A801E}" destId="{7A977CA9-F525-429A-BE2D-742EFF953E3C}" srcOrd="0" destOrd="0" presId="urn:microsoft.com/office/officeart/2005/8/layout/vList2"/>
    <dgm:cxn modelId="{5F090613-85EB-4542-A76D-8F54BA3C89A8}" type="presOf" srcId="{00D48F70-BC7F-4F20-B61F-DFB5FA743900}" destId="{51CC1B9B-80C7-411A-8564-116855F55E51}" srcOrd="0" destOrd="0" presId="urn:microsoft.com/office/officeart/2005/8/layout/vList2"/>
    <dgm:cxn modelId="{5D136515-BB84-4692-9CC6-86B3724EFE4B}" srcId="{B72F9D1E-F730-4D67-AE5E-11ECB85A2B6D}" destId="{744248BD-DBA7-449D-B5E8-9470CABA1EBF}" srcOrd="5" destOrd="0" parTransId="{8384547C-C606-4D71-9190-986FA1DABE10}" sibTransId="{FC77BC83-8F15-4B9F-BDFA-DDC33BAE0689}"/>
    <dgm:cxn modelId="{8086F123-858D-4B11-AB0F-4A885D0F4712}" type="presOf" srcId="{B72F9D1E-F730-4D67-AE5E-11ECB85A2B6D}" destId="{C768B484-A4B6-4495-9839-5F9AEBA5D93E}" srcOrd="0" destOrd="0" presId="urn:microsoft.com/office/officeart/2005/8/layout/vList2"/>
    <dgm:cxn modelId="{0E2E3C35-5B67-485E-9034-57E7A6C4C586}" srcId="{76762B07-AC2B-4930-B177-48619D931470}" destId="{9846EA70-F6BD-4502-851D-A7152A3FB23D}" srcOrd="0" destOrd="0" parTransId="{FE89A27C-734C-4EBD-98EA-AB5D1891855A}" sibTransId="{EE30D177-4D33-4037-B9E7-CC3F7158A940}"/>
    <dgm:cxn modelId="{15874643-03E9-40DD-A560-43E213BCEB43}" type="presOf" srcId="{9846EA70-F6BD-4502-851D-A7152A3FB23D}" destId="{F6B2EDB0-1AA9-4F53-B53F-6C4FA3071468}" srcOrd="0" destOrd="0" presId="urn:microsoft.com/office/officeart/2005/8/layout/vList2"/>
    <dgm:cxn modelId="{E71DC77B-F856-444B-A69C-0F29610F2FD5}" type="presOf" srcId="{744248BD-DBA7-449D-B5E8-9470CABA1EBF}" destId="{BAE2239C-6F4C-4D15-8E2C-12218B2FD0AF}" srcOrd="0" destOrd="5" presId="urn:microsoft.com/office/officeart/2005/8/layout/vList2"/>
    <dgm:cxn modelId="{268C607D-1D2D-4255-9983-AF2848DF7B5B}" srcId="{B72F9D1E-F730-4D67-AE5E-11ECB85A2B6D}" destId="{433AB0BC-68DD-417C-9485-BEE8473D043D}" srcOrd="4" destOrd="0" parTransId="{543369BA-3482-4A24-A30B-5C0A71B6D6BA}" sibTransId="{EEE543A4-86C9-44F4-AF67-3C4F2C522C5A}"/>
    <dgm:cxn modelId="{0E474081-ABAE-4FF4-910A-84C39F0A322C}" srcId="{00D48F70-BC7F-4F20-B61F-DFB5FA743900}" destId="{E2350A19-E169-45A6-B516-3DD14F264629}" srcOrd="1" destOrd="0" parTransId="{6BB4D5DE-47E4-4E4D-8F2B-E3EBD34307BF}" sibTransId="{C174F40D-6209-4F51-A1B0-2516146DCF21}"/>
    <dgm:cxn modelId="{CF123C83-959F-4CBC-87FC-FDCE1B4478BE}" type="presOf" srcId="{76762B07-AC2B-4930-B177-48619D931470}" destId="{892FF46F-38F7-4A4E-9251-7E9A3A091CDE}" srcOrd="0" destOrd="0" presId="urn:microsoft.com/office/officeart/2005/8/layout/vList2"/>
    <dgm:cxn modelId="{73DEDF88-ECD9-4297-91EC-F317ACC04AA5}" srcId="{F8F0322F-B82A-4AE9-A346-CD9A29C464A5}" destId="{B72F9D1E-F730-4D67-AE5E-11ECB85A2B6D}" srcOrd="1" destOrd="0" parTransId="{2360FEA6-ECFF-4322-9424-9750BF677DB2}" sibTransId="{0DD83244-73EF-4E03-B286-C7240A1DA8A6}"/>
    <dgm:cxn modelId="{45FC5B8D-CD13-46BF-BD3F-91E75C56AB4D}" srcId="{00D48F70-BC7F-4F20-B61F-DFB5FA743900}" destId="{ABF5BB16-BAE5-42ED-9774-E5C1644A801E}" srcOrd="0" destOrd="0" parTransId="{7C7DBA1C-0011-4AFE-B4F1-E9B30C19740C}" sibTransId="{CA1D2B5C-4701-4ABA-909E-4F9E36248F66}"/>
    <dgm:cxn modelId="{C4A7A592-1980-48C0-8749-F787FF9650F0}" type="presOf" srcId="{EB3CECDE-9615-4EE8-8F94-A5AA4CED64B4}" destId="{BAE2239C-6F4C-4D15-8E2C-12218B2FD0AF}" srcOrd="0" destOrd="2" presId="urn:microsoft.com/office/officeart/2005/8/layout/vList2"/>
    <dgm:cxn modelId="{3B4E1998-FB0F-444A-BCFC-58BCE3116DE3}" type="presOf" srcId="{E2350A19-E169-45A6-B516-3DD14F264629}" destId="{7A977CA9-F525-429A-BE2D-742EFF953E3C}" srcOrd="0" destOrd="1" presId="urn:microsoft.com/office/officeart/2005/8/layout/vList2"/>
    <dgm:cxn modelId="{0545E5A2-3DDB-4A92-ABB4-C7066770724E}" srcId="{F8F0322F-B82A-4AE9-A346-CD9A29C464A5}" destId="{76762B07-AC2B-4930-B177-48619D931470}" srcOrd="2" destOrd="0" parTransId="{8DB1CF50-DB95-483A-87CD-AF0E69C2D556}" sibTransId="{7D12BE05-F1CC-40D5-A187-1441B7224BB6}"/>
    <dgm:cxn modelId="{B64658B4-D2D4-405F-AAB1-BA990BF1EF01}" srcId="{B72F9D1E-F730-4D67-AE5E-11ECB85A2B6D}" destId="{C4903D17-3DFE-490C-9A20-C3411E3FBC4D}" srcOrd="6" destOrd="0" parTransId="{F1886938-4EEC-4A89-B347-970270B56B65}" sibTransId="{024A2818-ACFC-4A86-9689-5C138FBCB273}"/>
    <dgm:cxn modelId="{8C9039B8-4A6B-4C88-910B-383E815526BD}" srcId="{B72F9D1E-F730-4D67-AE5E-11ECB85A2B6D}" destId="{81254FA5-6236-463E-AC5A-3195113D6832}" srcOrd="1" destOrd="0" parTransId="{2897820D-31AF-46B2-B7B5-3588D72C0300}" sibTransId="{52C5C161-4913-4748-9511-EBBC679B0A33}"/>
    <dgm:cxn modelId="{07CCF0C1-DD09-42F7-BEEA-A3341BE941E4}" type="presOf" srcId="{C4903D17-3DFE-490C-9A20-C3411E3FBC4D}" destId="{BAE2239C-6F4C-4D15-8E2C-12218B2FD0AF}" srcOrd="0" destOrd="6" presId="urn:microsoft.com/office/officeart/2005/8/layout/vList2"/>
    <dgm:cxn modelId="{D75D4BC2-9D02-472E-9324-223C957C2648}" type="presOf" srcId="{F8F0322F-B82A-4AE9-A346-CD9A29C464A5}" destId="{495202A6-F1CE-44B0-9A89-3E6AADB62503}" srcOrd="0" destOrd="0" presId="urn:microsoft.com/office/officeart/2005/8/layout/vList2"/>
    <dgm:cxn modelId="{81A3CCC8-8F9E-4BDB-8897-AA7E50F06AA2}" type="presOf" srcId="{E01AFBF3-646F-477F-A703-80C6666D52E0}" destId="{BAE2239C-6F4C-4D15-8E2C-12218B2FD0AF}" srcOrd="0" destOrd="3" presId="urn:microsoft.com/office/officeart/2005/8/layout/vList2"/>
    <dgm:cxn modelId="{583B69CE-AF39-4673-958C-28913ABAA67B}" srcId="{F8F0322F-B82A-4AE9-A346-CD9A29C464A5}" destId="{00D48F70-BC7F-4F20-B61F-DFB5FA743900}" srcOrd="0" destOrd="0" parTransId="{E9B82407-5D3A-4A9E-916D-4D167012992B}" sibTransId="{8034A22A-439E-411B-BADF-67643EEAEFD7}"/>
    <dgm:cxn modelId="{E97A60D1-A45D-422A-9EB4-03B7613D5690}" srcId="{B72F9D1E-F730-4D67-AE5E-11ECB85A2B6D}" destId="{86882CF2-ECE5-48F0-929F-BB5F2FC9C665}" srcOrd="0" destOrd="0" parTransId="{F9657F42-E684-4416-90B0-C5D987E5B440}" sibTransId="{BA406886-3E12-4575-88DF-C8E5121435C5}"/>
    <dgm:cxn modelId="{614BC4D1-F322-4092-88E5-EB4B6530603A}" type="presOf" srcId="{81254FA5-6236-463E-AC5A-3195113D6832}" destId="{BAE2239C-6F4C-4D15-8E2C-12218B2FD0AF}" srcOrd="0" destOrd="1" presId="urn:microsoft.com/office/officeart/2005/8/layout/vList2"/>
    <dgm:cxn modelId="{700C7DD5-363F-4C28-9679-240FC56D45C9}" srcId="{B72F9D1E-F730-4D67-AE5E-11ECB85A2B6D}" destId="{E01AFBF3-646F-477F-A703-80C6666D52E0}" srcOrd="3" destOrd="0" parTransId="{9A630360-05A1-48DE-9CC8-475A602CEEC5}" sibTransId="{1162853D-6F05-4C6B-B73E-A02455DF6D16}"/>
    <dgm:cxn modelId="{78299AE1-7583-44DB-AFCF-660B8DEC7220}" type="presOf" srcId="{86882CF2-ECE5-48F0-929F-BB5F2FC9C665}" destId="{BAE2239C-6F4C-4D15-8E2C-12218B2FD0AF}" srcOrd="0" destOrd="0" presId="urn:microsoft.com/office/officeart/2005/8/layout/vList2"/>
    <dgm:cxn modelId="{EBF5B5FC-D569-47A2-8D10-CED5600FBF94}" type="presOf" srcId="{433AB0BC-68DD-417C-9485-BEE8473D043D}" destId="{BAE2239C-6F4C-4D15-8E2C-12218B2FD0AF}" srcOrd="0" destOrd="4" presId="urn:microsoft.com/office/officeart/2005/8/layout/vList2"/>
    <dgm:cxn modelId="{416EB938-7002-44EB-8007-F3FF164EA393}" type="presParOf" srcId="{495202A6-F1CE-44B0-9A89-3E6AADB62503}" destId="{51CC1B9B-80C7-411A-8564-116855F55E51}" srcOrd="0" destOrd="0" presId="urn:microsoft.com/office/officeart/2005/8/layout/vList2"/>
    <dgm:cxn modelId="{241FAB44-0C82-4199-B4B6-65E2A7193202}" type="presParOf" srcId="{495202A6-F1CE-44B0-9A89-3E6AADB62503}" destId="{7A977CA9-F525-429A-BE2D-742EFF953E3C}" srcOrd="1" destOrd="0" presId="urn:microsoft.com/office/officeart/2005/8/layout/vList2"/>
    <dgm:cxn modelId="{B9DC7FCD-E6C6-47C3-B980-0105897E4F02}" type="presParOf" srcId="{495202A6-F1CE-44B0-9A89-3E6AADB62503}" destId="{C768B484-A4B6-4495-9839-5F9AEBA5D93E}" srcOrd="2" destOrd="0" presId="urn:microsoft.com/office/officeart/2005/8/layout/vList2"/>
    <dgm:cxn modelId="{0FD58BC5-08F6-48F1-9B02-1AB4CBFF9294}" type="presParOf" srcId="{495202A6-F1CE-44B0-9A89-3E6AADB62503}" destId="{BAE2239C-6F4C-4D15-8E2C-12218B2FD0AF}" srcOrd="3" destOrd="0" presId="urn:microsoft.com/office/officeart/2005/8/layout/vList2"/>
    <dgm:cxn modelId="{C71BA1E3-60EA-4819-9F59-1634E62F4C80}" type="presParOf" srcId="{495202A6-F1CE-44B0-9A89-3E6AADB62503}" destId="{892FF46F-38F7-4A4E-9251-7E9A3A091CDE}" srcOrd="4" destOrd="0" presId="urn:microsoft.com/office/officeart/2005/8/layout/vList2"/>
    <dgm:cxn modelId="{1325F05E-5CC4-4C0A-A81E-F12A597B1CDC}" type="presParOf" srcId="{495202A6-F1CE-44B0-9A89-3E6AADB62503}" destId="{F6B2EDB0-1AA9-4F53-B53F-6C4FA307146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05979E-B3B0-4E26-A63C-80890BE72D4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24514E-9B3D-4CB1-9294-500BCDED4DB1}">
      <dgm:prSet/>
      <dgm:spPr/>
      <dgm:t>
        <a:bodyPr/>
        <a:lstStyle/>
        <a:p>
          <a:r>
            <a:rPr lang="ru-RU" b="0" i="0"/>
            <a:t>Київська оборонна операція</a:t>
          </a:r>
          <a:endParaRPr lang="uk-UA"/>
        </a:p>
      </dgm:t>
    </dgm:pt>
    <dgm:pt modelId="{CC0D2C83-1F6D-4117-A7E9-5D39C184D2D8}" type="parTrans" cxnId="{695B3EDA-29E3-4B7E-A316-C013A841BD1A}">
      <dgm:prSet/>
      <dgm:spPr/>
      <dgm:t>
        <a:bodyPr/>
        <a:lstStyle/>
        <a:p>
          <a:endParaRPr lang="uk-UA"/>
        </a:p>
      </dgm:t>
    </dgm:pt>
    <dgm:pt modelId="{EA8C26A0-0F12-4B66-9CEE-6868FA08B51A}" type="sibTrans" cxnId="{695B3EDA-29E3-4B7E-A316-C013A841BD1A}">
      <dgm:prSet/>
      <dgm:spPr/>
      <dgm:t>
        <a:bodyPr/>
        <a:lstStyle/>
        <a:p>
          <a:endParaRPr lang="uk-UA"/>
        </a:p>
      </dgm:t>
    </dgm:pt>
    <dgm:pt modelId="{7219000C-3731-4BEA-908B-7BADFA16D008}">
      <dgm:prSet/>
      <dgm:spPr/>
      <dgm:t>
        <a:bodyPr/>
        <a:lstStyle/>
        <a:p>
          <a:r>
            <a:rPr lang="ru-RU" b="0" i="0"/>
            <a:t>Битва за Дніпро</a:t>
          </a:r>
          <a:endParaRPr lang="uk-UA"/>
        </a:p>
      </dgm:t>
    </dgm:pt>
    <dgm:pt modelId="{20C2FA12-6BD8-45A1-AD15-C6C88F40412A}" type="parTrans" cxnId="{E97C070E-F3B6-4652-B460-24C23A2806BB}">
      <dgm:prSet/>
      <dgm:spPr/>
      <dgm:t>
        <a:bodyPr/>
        <a:lstStyle/>
        <a:p>
          <a:endParaRPr lang="uk-UA"/>
        </a:p>
      </dgm:t>
    </dgm:pt>
    <dgm:pt modelId="{9C39D025-4CAB-4B8D-B89E-A40EFFE29C30}" type="sibTrans" cxnId="{E97C070E-F3B6-4652-B460-24C23A2806BB}">
      <dgm:prSet/>
      <dgm:spPr/>
      <dgm:t>
        <a:bodyPr/>
        <a:lstStyle/>
        <a:p>
          <a:endParaRPr lang="uk-UA"/>
        </a:p>
      </dgm:t>
    </dgm:pt>
    <dgm:pt modelId="{C5FE606D-A889-4500-9926-D21DE924AF06}">
      <dgm:prSet/>
      <dgm:spPr/>
      <dgm:t>
        <a:bodyPr/>
        <a:lstStyle/>
        <a:p>
          <a:r>
            <a:rPr lang="ru-RU" b="0" i="0"/>
            <a:t>Корсунь-Шевченківська операція</a:t>
          </a:r>
          <a:endParaRPr lang="uk-UA"/>
        </a:p>
      </dgm:t>
    </dgm:pt>
    <dgm:pt modelId="{52912794-8FA8-4FE5-AF9A-4BA53B96A2C7}" type="parTrans" cxnId="{934B5D9A-4238-4843-8451-52290D12E758}">
      <dgm:prSet/>
      <dgm:spPr/>
      <dgm:t>
        <a:bodyPr/>
        <a:lstStyle/>
        <a:p>
          <a:endParaRPr lang="uk-UA"/>
        </a:p>
      </dgm:t>
    </dgm:pt>
    <dgm:pt modelId="{C020FDE7-8BE4-4DAA-B891-B64DF6060AE7}" type="sibTrans" cxnId="{934B5D9A-4238-4843-8451-52290D12E758}">
      <dgm:prSet/>
      <dgm:spPr/>
      <dgm:t>
        <a:bodyPr/>
        <a:lstStyle/>
        <a:p>
          <a:endParaRPr lang="uk-UA"/>
        </a:p>
      </dgm:t>
    </dgm:pt>
    <dgm:pt modelId="{E370BD77-702A-4097-8920-149589FA9CBD}">
      <dgm:prSet/>
      <dgm:spPr/>
      <dgm:t>
        <a:bodyPr/>
        <a:lstStyle/>
        <a:p>
          <a:r>
            <a:rPr lang="ru-RU" b="0" i="0"/>
            <a:t>Карпатсько-Ужгородська операція</a:t>
          </a:r>
          <a:endParaRPr lang="uk-UA"/>
        </a:p>
      </dgm:t>
    </dgm:pt>
    <dgm:pt modelId="{5698B520-DD78-4C7C-A8A7-97BE16832BE2}" type="parTrans" cxnId="{46B6DB2E-4D29-4A61-ADB7-2C6E165895AD}">
      <dgm:prSet/>
      <dgm:spPr/>
      <dgm:t>
        <a:bodyPr/>
        <a:lstStyle/>
        <a:p>
          <a:endParaRPr lang="uk-UA"/>
        </a:p>
      </dgm:t>
    </dgm:pt>
    <dgm:pt modelId="{6F6DE8BC-AACE-4A8A-B7A3-6689BFF69ABB}" type="sibTrans" cxnId="{46B6DB2E-4D29-4A61-ADB7-2C6E165895AD}">
      <dgm:prSet/>
      <dgm:spPr/>
      <dgm:t>
        <a:bodyPr/>
        <a:lstStyle/>
        <a:p>
          <a:endParaRPr lang="uk-UA"/>
        </a:p>
      </dgm:t>
    </dgm:pt>
    <dgm:pt modelId="{43C5415A-3E89-4C2D-B621-FAFFE7127414}" type="pres">
      <dgm:prSet presAssocID="{2805979E-B3B0-4E26-A63C-80890BE72D4B}" presName="linearFlow" presStyleCnt="0">
        <dgm:presLayoutVars>
          <dgm:dir/>
          <dgm:resizeHandles val="exact"/>
        </dgm:presLayoutVars>
      </dgm:prSet>
      <dgm:spPr/>
    </dgm:pt>
    <dgm:pt modelId="{B2C82961-F8C9-445B-A7C7-F68A7084AB62}" type="pres">
      <dgm:prSet presAssocID="{0224514E-9B3D-4CB1-9294-500BCDED4DB1}" presName="composite" presStyleCnt="0"/>
      <dgm:spPr/>
    </dgm:pt>
    <dgm:pt modelId="{F0E792E9-19EF-44FF-B2CE-7AA555F4C58E}" type="pres">
      <dgm:prSet presAssocID="{0224514E-9B3D-4CB1-9294-500BCDED4DB1}" presName="imgShp" presStyleLbl="fgImgPlace1" presStyleIdx="0" presStyleCnt="4"/>
      <dgm:spPr/>
    </dgm:pt>
    <dgm:pt modelId="{91144282-CF65-48F5-9226-26BED9DA75A9}" type="pres">
      <dgm:prSet presAssocID="{0224514E-9B3D-4CB1-9294-500BCDED4DB1}" presName="txShp" presStyleLbl="node1" presStyleIdx="0" presStyleCnt="4">
        <dgm:presLayoutVars>
          <dgm:bulletEnabled val="1"/>
        </dgm:presLayoutVars>
      </dgm:prSet>
      <dgm:spPr/>
    </dgm:pt>
    <dgm:pt modelId="{5D79FE0F-645E-43EF-BD4B-7AB4C56A6C12}" type="pres">
      <dgm:prSet presAssocID="{EA8C26A0-0F12-4B66-9CEE-6868FA08B51A}" presName="spacing" presStyleCnt="0"/>
      <dgm:spPr/>
    </dgm:pt>
    <dgm:pt modelId="{0834FD9B-B732-4EFB-8194-A4B8ACC2EACC}" type="pres">
      <dgm:prSet presAssocID="{7219000C-3731-4BEA-908B-7BADFA16D008}" presName="composite" presStyleCnt="0"/>
      <dgm:spPr/>
    </dgm:pt>
    <dgm:pt modelId="{D03A08DC-8CA6-4C1C-B7DC-363B1CD5FF21}" type="pres">
      <dgm:prSet presAssocID="{7219000C-3731-4BEA-908B-7BADFA16D008}" presName="imgShp" presStyleLbl="fgImgPlace1" presStyleIdx="1" presStyleCnt="4"/>
      <dgm:spPr/>
    </dgm:pt>
    <dgm:pt modelId="{D546351A-ACC3-47AA-A6F9-4B34739D326F}" type="pres">
      <dgm:prSet presAssocID="{7219000C-3731-4BEA-908B-7BADFA16D008}" presName="txShp" presStyleLbl="node1" presStyleIdx="1" presStyleCnt="4">
        <dgm:presLayoutVars>
          <dgm:bulletEnabled val="1"/>
        </dgm:presLayoutVars>
      </dgm:prSet>
      <dgm:spPr/>
    </dgm:pt>
    <dgm:pt modelId="{DC3E2EF0-25A8-4DB8-B2DD-4FC6C7D42270}" type="pres">
      <dgm:prSet presAssocID="{9C39D025-4CAB-4B8D-B89E-A40EFFE29C30}" presName="spacing" presStyleCnt="0"/>
      <dgm:spPr/>
    </dgm:pt>
    <dgm:pt modelId="{AD4D8568-1098-4AE1-9AB1-8ECBDE91F7DA}" type="pres">
      <dgm:prSet presAssocID="{C5FE606D-A889-4500-9926-D21DE924AF06}" presName="composite" presStyleCnt="0"/>
      <dgm:spPr/>
    </dgm:pt>
    <dgm:pt modelId="{CFCE0B38-39AB-4552-939E-EDF6285747FA}" type="pres">
      <dgm:prSet presAssocID="{C5FE606D-A889-4500-9926-D21DE924AF06}" presName="imgShp" presStyleLbl="fgImgPlace1" presStyleIdx="2" presStyleCnt="4"/>
      <dgm:spPr/>
    </dgm:pt>
    <dgm:pt modelId="{877B2E91-A287-4289-8AA0-7A8B9EB24FAC}" type="pres">
      <dgm:prSet presAssocID="{C5FE606D-A889-4500-9926-D21DE924AF06}" presName="txShp" presStyleLbl="node1" presStyleIdx="2" presStyleCnt="4">
        <dgm:presLayoutVars>
          <dgm:bulletEnabled val="1"/>
        </dgm:presLayoutVars>
      </dgm:prSet>
      <dgm:spPr/>
    </dgm:pt>
    <dgm:pt modelId="{32C6D5CE-4058-4651-B9C4-FAD457C8E7BB}" type="pres">
      <dgm:prSet presAssocID="{C020FDE7-8BE4-4DAA-B891-B64DF6060AE7}" presName="spacing" presStyleCnt="0"/>
      <dgm:spPr/>
    </dgm:pt>
    <dgm:pt modelId="{96BAF6EF-7B85-4E5F-BD2A-30C5F0347EC1}" type="pres">
      <dgm:prSet presAssocID="{E370BD77-702A-4097-8920-149589FA9CBD}" presName="composite" presStyleCnt="0"/>
      <dgm:spPr/>
    </dgm:pt>
    <dgm:pt modelId="{69271F5A-A449-4AFE-A63E-1225FB91B175}" type="pres">
      <dgm:prSet presAssocID="{E370BD77-702A-4097-8920-149589FA9CBD}" presName="imgShp" presStyleLbl="fgImgPlace1" presStyleIdx="3" presStyleCnt="4"/>
      <dgm:spPr/>
    </dgm:pt>
    <dgm:pt modelId="{C39C4B18-AC19-47CF-B6B0-C5E6535C4BD6}" type="pres">
      <dgm:prSet presAssocID="{E370BD77-702A-4097-8920-149589FA9CBD}" presName="txShp" presStyleLbl="node1" presStyleIdx="3" presStyleCnt="4">
        <dgm:presLayoutVars>
          <dgm:bulletEnabled val="1"/>
        </dgm:presLayoutVars>
      </dgm:prSet>
      <dgm:spPr/>
    </dgm:pt>
  </dgm:ptLst>
  <dgm:cxnLst>
    <dgm:cxn modelId="{E97C070E-F3B6-4652-B460-24C23A2806BB}" srcId="{2805979E-B3B0-4E26-A63C-80890BE72D4B}" destId="{7219000C-3731-4BEA-908B-7BADFA16D008}" srcOrd="1" destOrd="0" parTransId="{20C2FA12-6BD8-45A1-AD15-C6C88F40412A}" sibTransId="{9C39D025-4CAB-4B8D-B89E-A40EFFE29C30}"/>
    <dgm:cxn modelId="{52FB7327-54FA-4EFA-9220-EF555E8E5261}" type="presOf" srcId="{E370BD77-702A-4097-8920-149589FA9CBD}" destId="{C39C4B18-AC19-47CF-B6B0-C5E6535C4BD6}" srcOrd="0" destOrd="0" presId="urn:microsoft.com/office/officeart/2005/8/layout/vList3"/>
    <dgm:cxn modelId="{46B6DB2E-4D29-4A61-ADB7-2C6E165895AD}" srcId="{2805979E-B3B0-4E26-A63C-80890BE72D4B}" destId="{E370BD77-702A-4097-8920-149589FA9CBD}" srcOrd="3" destOrd="0" parTransId="{5698B520-DD78-4C7C-A8A7-97BE16832BE2}" sibTransId="{6F6DE8BC-AACE-4A8A-B7A3-6689BFF69ABB}"/>
    <dgm:cxn modelId="{31928246-9F04-48E3-9570-A32AAF45EAAD}" type="presOf" srcId="{C5FE606D-A889-4500-9926-D21DE924AF06}" destId="{877B2E91-A287-4289-8AA0-7A8B9EB24FAC}" srcOrd="0" destOrd="0" presId="urn:microsoft.com/office/officeart/2005/8/layout/vList3"/>
    <dgm:cxn modelId="{E0731C7E-FC1F-4B17-A4C8-091A95E79617}" type="presOf" srcId="{7219000C-3731-4BEA-908B-7BADFA16D008}" destId="{D546351A-ACC3-47AA-A6F9-4B34739D326F}" srcOrd="0" destOrd="0" presId="urn:microsoft.com/office/officeart/2005/8/layout/vList3"/>
    <dgm:cxn modelId="{934B5D9A-4238-4843-8451-52290D12E758}" srcId="{2805979E-B3B0-4E26-A63C-80890BE72D4B}" destId="{C5FE606D-A889-4500-9926-D21DE924AF06}" srcOrd="2" destOrd="0" parTransId="{52912794-8FA8-4FE5-AF9A-4BA53B96A2C7}" sibTransId="{C020FDE7-8BE4-4DAA-B891-B64DF6060AE7}"/>
    <dgm:cxn modelId="{695B3EDA-29E3-4B7E-A316-C013A841BD1A}" srcId="{2805979E-B3B0-4E26-A63C-80890BE72D4B}" destId="{0224514E-9B3D-4CB1-9294-500BCDED4DB1}" srcOrd="0" destOrd="0" parTransId="{CC0D2C83-1F6D-4117-A7E9-5D39C184D2D8}" sibTransId="{EA8C26A0-0F12-4B66-9CEE-6868FA08B51A}"/>
    <dgm:cxn modelId="{2E54DAF9-5DAB-47E8-BD53-27D5E098B4B9}" type="presOf" srcId="{2805979E-B3B0-4E26-A63C-80890BE72D4B}" destId="{43C5415A-3E89-4C2D-B621-FAFFE7127414}" srcOrd="0" destOrd="0" presId="urn:microsoft.com/office/officeart/2005/8/layout/vList3"/>
    <dgm:cxn modelId="{D4DE2AFA-86AE-409F-8702-D0DC572FAF9B}" type="presOf" srcId="{0224514E-9B3D-4CB1-9294-500BCDED4DB1}" destId="{91144282-CF65-48F5-9226-26BED9DA75A9}" srcOrd="0" destOrd="0" presId="urn:microsoft.com/office/officeart/2005/8/layout/vList3"/>
    <dgm:cxn modelId="{669234ED-2A0A-4F25-9909-BC2522EF31FB}" type="presParOf" srcId="{43C5415A-3E89-4C2D-B621-FAFFE7127414}" destId="{B2C82961-F8C9-445B-A7C7-F68A7084AB62}" srcOrd="0" destOrd="0" presId="urn:microsoft.com/office/officeart/2005/8/layout/vList3"/>
    <dgm:cxn modelId="{1DC7004F-96D1-4FC6-ADFA-9FE69DB73096}" type="presParOf" srcId="{B2C82961-F8C9-445B-A7C7-F68A7084AB62}" destId="{F0E792E9-19EF-44FF-B2CE-7AA555F4C58E}" srcOrd="0" destOrd="0" presId="urn:microsoft.com/office/officeart/2005/8/layout/vList3"/>
    <dgm:cxn modelId="{AFFE7C05-B59B-4BA3-AA4D-C231AD2E4FF6}" type="presParOf" srcId="{B2C82961-F8C9-445B-A7C7-F68A7084AB62}" destId="{91144282-CF65-48F5-9226-26BED9DA75A9}" srcOrd="1" destOrd="0" presId="urn:microsoft.com/office/officeart/2005/8/layout/vList3"/>
    <dgm:cxn modelId="{3641E09F-312F-43AF-B978-EDEA4A6590CD}" type="presParOf" srcId="{43C5415A-3E89-4C2D-B621-FAFFE7127414}" destId="{5D79FE0F-645E-43EF-BD4B-7AB4C56A6C12}" srcOrd="1" destOrd="0" presId="urn:microsoft.com/office/officeart/2005/8/layout/vList3"/>
    <dgm:cxn modelId="{D2D56AA2-FE68-4B08-B4E0-FE44CA0EB33E}" type="presParOf" srcId="{43C5415A-3E89-4C2D-B621-FAFFE7127414}" destId="{0834FD9B-B732-4EFB-8194-A4B8ACC2EACC}" srcOrd="2" destOrd="0" presId="urn:microsoft.com/office/officeart/2005/8/layout/vList3"/>
    <dgm:cxn modelId="{4EA1B4F3-DA2A-474D-8AFB-663E12385C97}" type="presParOf" srcId="{0834FD9B-B732-4EFB-8194-A4B8ACC2EACC}" destId="{D03A08DC-8CA6-4C1C-B7DC-363B1CD5FF21}" srcOrd="0" destOrd="0" presId="urn:microsoft.com/office/officeart/2005/8/layout/vList3"/>
    <dgm:cxn modelId="{0332A137-7C74-47A7-944F-40153F5AA1DA}" type="presParOf" srcId="{0834FD9B-B732-4EFB-8194-A4B8ACC2EACC}" destId="{D546351A-ACC3-47AA-A6F9-4B34739D326F}" srcOrd="1" destOrd="0" presId="urn:microsoft.com/office/officeart/2005/8/layout/vList3"/>
    <dgm:cxn modelId="{7E5AC3D5-A76D-477D-B358-D4E58683AA29}" type="presParOf" srcId="{43C5415A-3E89-4C2D-B621-FAFFE7127414}" destId="{DC3E2EF0-25A8-4DB8-B2DD-4FC6C7D42270}" srcOrd="3" destOrd="0" presId="urn:microsoft.com/office/officeart/2005/8/layout/vList3"/>
    <dgm:cxn modelId="{6729183A-E0AF-45BF-930F-7ED529A7CC4E}" type="presParOf" srcId="{43C5415A-3E89-4C2D-B621-FAFFE7127414}" destId="{AD4D8568-1098-4AE1-9AB1-8ECBDE91F7DA}" srcOrd="4" destOrd="0" presId="urn:microsoft.com/office/officeart/2005/8/layout/vList3"/>
    <dgm:cxn modelId="{E3326355-0458-4EC6-911B-CAA98D0A3905}" type="presParOf" srcId="{AD4D8568-1098-4AE1-9AB1-8ECBDE91F7DA}" destId="{CFCE0B38-39AB-4552-939E-EDF6285747FA}" srcOrd="0" destOrd="0" presId="urn:microsoft.com/office/officeart/2005/8/layout/vList3"/>
    <dgm:cxn modelId="{5B727F0D-FF8E-4F50-99D1-06E1220A928B}" type="presParOf" srcId="{AD4D8568-1098-4AE1-9AB1-8ECBDE91F7DA}" destId="{877B2E91-A287-4289-8AA0-7A8B9EB24FAC}" srcOrd="1" destOrd="0" presId="urn:microsoft.com/office/officeart/2005/8/layout/vList3"/>
    <dgm:cxn modelId="{A3C40223-EDFB-46DF-A9AC-8C4ECAB931EF}" type="presParOf" srcId="{43C5415A-3E89-4C2D-B621-FAFFE7127414}" destId="{32C6D5CE-4058-4651-B9C4-FAD457C8E7BB}" srcOrd="5" destOrd="0" presId="urn:microsoft.com/office/officeart/2005/8/layout/vList3"/>
    <dgm:cxn modelId="{94015CAD-5167-4CAA-B41D-BE52FE36A39C}" type="presParOf" srcId="{43C5415A-3E89-4C2D-B621-FAFFE7127414}" destId="{96BAF6EF-7B85-4E5F-BD2A-30C5F0347EC1}" srcOrd="6" destOrd="0" presId="urn:microsoft.com/office/officeart/2005/8/layout/vList3"/>
    <dgm:cxn modelId="{7DC6E74B-BF77-4386-9F77-033525DE7FF6}" type="presParOf" srcId="{96BAF6EF-7B85-4E5F-BD2A-30C5F0347EC1}" destId="{69271F5A-A449-4AFE-A63E-1225FB91B175}" srcOrd="0" destOrd="0" presId="urn:microsoft.com/office/officeart/2005/8/layout/vList3"/>
    <dgm:cxn modelId="{5B1F5406-842B-44FE-A6B0-AE2B97F67E91}" type="presParOf" srcId="{96BAF6EF-7B85-4E5F-BD2A-30C5F0347EC1}" destId="{C39C4B18-AC19-47CF-B6B0-C5E6535C4BD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B7D55E-4FB3-444F-AE48-EC9118465F9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38E5B2-3F3A-4B05-B666-604D327C8393}">
      <dgm:prSet/>
      <dgm:spPr/>
      <dgm:t>
        <a:bodyPr/>
        <a:lstStyle/>
        <a:p>
          <a:r>
            <a:rPr lang="ru-RU" b="0" i="0"/>
            <a:t>завершення визволення території УРСР, створення передумов для наступу радянських військ на будапештському напрямку</a:t>
          </a:r>
          <a:endParaRPr lang="uk-UA"/>
        </a:p>
      </dgm:t>
    </dgm:pt>
    <dgm:pt modelId="{73ED8BFD-0A33-487D-B50F-2F37BC0FE0A4}" type="parTrans" cxnId="{351F5E80-120E-45BD-8571-8684F995293E}">
      <dgm:prSet/>
      <dgm:spPr/>
      <dgm:t>
        <a:bodyPr/>
        <a:lstStyle/>
        <a:p>
          <a:endParaRPr lang="uk-UA"/>
        </a:p>
      </dgm:t>
    </dgm:pt>
    <dgm:pt modelId="{0F7837C0-F889-486A-A89A-2863B6601FA3}" type="sibTrans" cxnId="{351F5E80-120E-45BD-8571-8684F995293E}">
      <dgm:prSet/>
      <dgm:spPr/>
      <dgm:t>
        <a:bodyPr/>
        <a:lstStyle/>
        <a:p>
          <a:endParaRPr lang="uk-UA"/>
        </a:p>
      </dgm:t>
    </dgm:pt>
    <dgm:pt modelId="{405B67BA-736C-4892-A8B8-775F95187BE9}">
      <dgm:prSet/>
      <dgm:spPr/>
      <dgm:t>
        <a:bodyPr/>
        <a:lstStyle/>
        <a:p>
          <a:r>
            <a:rPr lang="ru-RU" b="0" i="0"/>
            <a:t>оточення та розгром угрупування німецьких військ, створення передумов для остаточного визволення Правобережної України</a:t>
          </a:r>
          <a:endParaRPr lang="uk-UA"/>
        </a:p>
      </dgm:t>
    </dgm:pt>
    <dgm:pt modelId="{319AC575-EA3D-4A44-8BA1-01F626A63C4D}" type="parTrans" cxnId="{64EF05CC-CD30-4732-9BDB-A44AA12B50C1}">
      <dgm:prSet/>
      <dgm:spPr/>
      <dgm:t>
        <a:bodyPr/>
        <a:lstStyle/>
        <a:p>
          <a:endParaRPr lang="uk-UA"/>
        </a:p>
      </dgm:t>
    </dgm:pt>
    <dgm:pt modelId="{32A5BB59-B191-4392-BFB1-6EED9BA90FB7}" type="sibTrans" cxnId="{64EF05CC-CD30-4732-9BDB-A44AA12B50C1}">
      <dgm:prSet/>
      <dgm:spPr/>
      <dgm:t>
        <a:bodyPr/>
        <a:lstStyle/>
        <a:p>
          <a:endParaRPr lang="uk-UA"/>
        </a:p>
      </dgm:t>
    </dgm:pt>
    <dgm:pt modelId="{813693AC-C1EF-4358-8069-F2F30A088F7B}">
      <dgm:prSet/>
      <dgm:spPr/>
      <dgm:t>
        <a:bodyPr/>
        <a:lstStyle/>
        <a:p>
          <a:r>
            <a:rPr lang="ru-RU" b="0" i="0"/>
            <a:t>зрив плану блискавичної війни Німеччини проти СРСР, затримка наступу ворога на московському стратегічному напрямку</a:t>
          </a:r>
          <a:endParaRPr lang="uk-UA"/>
        </a:p>
      </dgm:t>
    </dgm:pt>
    <dgm:pt modelId="{F45B16B0-9330-41B4-80B8-45742C662C3F}" type="parTrans" cxnId="{24452155-E81C-44A8-B42C-9FDC86998A74}">
      <dgm:prSet/>
      <dgm:spPr/>
      <dgm:t>
        <a:bodyPr/>
        <a:lstStyle/>
        <a:p>
          <a:endParaRPr lang="uk-UA"/>
        </a:p>
      </dgm:t>
    </dgm:pt>
    <dgm:pt modelId="{155433C9-B0F2-47D4-9AE2-A3F6F8EE1BE4}" type="sibTrans" cxnId="{24452155-E81C-44A8-B42C-9FDC86998A74}">
      <dgm:prSet/>
      <dgm:spPr/>
      <dgm:t>
        <a:bodyPr/>
        <a:lstStyle/>
        <a:p>
          <a:endParaRPr lang="uk-UA"/>
        </a:p>
      </dgm:t>
    </dgm:pt>
    <dgm:pt modelId="{E5AD93B4-9C77-4EBF-B87F-08BFD31B67CD}">
      <dgm:prSet/>
      <dgm:spPr/>
      <dgm:t>
        <a:bodyPr/>
        <a:lstStyle/>
        <a:p>
          <a:r>
            <a:rPr lang="ru-RU" b="0" i="0"/>
            <a:t>прорив оборони противника на Перекопському й Сиваському напрямках, визволення Кримського та Керченського півостровів</a:t>
          </a:r>
          <a:endParaRPr lang="uk-UA"/>
        </a:p>
      </dgm:t>
    </dgm:pt>
    <dgm:pt modelId="{F1497A06-D07B-4DB0-A5E9-0CD1B8E606FD}" type="parTrans" cxnId="{79BB8AC8-0707-481B-B340-A0DBB13CB8C5}">
      <dgm:prSet/>
      <dgm:spPr/>
      <dgm:t>
        <a:bodyPr/>
        <a:lstStyle/>
        <a:p>
          <a:endParaRPr lang="uk-UA"/>
        </a:p>
      </dgm:t>
    </dgm:pt>
    <dgm:pt modelId="{2735E2EC-88F0-4289-B064-683F5D11568E}" type="sibTrans" cxnId="{79BB8AC8-0707-481B-B340-A0DBB13CB8C5}">
      <dgm:prSet/>
      <dgm:spPr/>
      <dgm:t>
        <a:bodyPr/>
        <a:lstStyle/>
        <a:p>
          <a:endParaRPr lang="uk-UA"/>
        </a:p>
      </dgm:t>
    </dgm:pt>
    <dgm:pt modelId="{6C75BA93-63B2-4ED4-B4E4-C14E15837B99}">
      <dgm:prSet/>
      <dgm:spPr/>
      <dgm:t>
        <a:bodyPr/>
        <a:lstStyle/>
        <a:p>
          <a:r>
            <a:rPr lang="ru-RU" b="0" i="0"/>
            <a:t>завершення визволення Лівобережної України та Донбасу, створення сприятливих умов для визволення Правобережної та Південної України</a:t>
          </a:r>
          <a:endParaRPr lang="uk-UA"/>
        </a:p>
      </dgm:t>
    </dgm:pt>
    <dgm:pt modelId="{06513A39-3E1B-4B5B-8696-8F753565C764}" type="parTrans" cxnId="{F8136C34-E3FD-44F2-A34B-990162B5BE81}">
      <dgm:prSet/>
      <dgm:spPr/>
      <dgm:t>
        <a:bodyPr/>
        <a:lstStyle/>
        <a:p>
          <a:endParaRPr lang="uk-UA"/>
        </a:p>
      </dgm:t>
    </dgm:pt>
    <dgm:pt modelId="{437ED5B8-5CC1-4BED-B992-19613067D887}" type="sibTrans" cxnId="{F8136C34-E3FD-44F2-A34B-990162B5BE81}">
      <dgm:prSet/>
      <dgm:spPr/>
      <dgm:t>
        <a:bodyPr/>
        <a:lstStyle/>
        <a:p>
          <a:endParaRPr lang="uk-UA"/>
        </a:p>
      </dgm:t>
    </dgm:pt>
    <dgm:pt modelId="{81408C67-6495-4812-A120-C728859E6558}" type="pres">
      <dgm:prSet presAssocID="{7DB7D55E-4FB3-444F-AE48-EC9118465F97}" presName="vert0" presStyleCnt="0">
        <dgm:presLayoutVars>
          <dgm:dir/>
          <dgm:animOne val="branch"/>
          <dgm:animLvl val="lvl"/>
        </dgm:presLayoutVars>
      </dgm:prSet>
      <dgm:spPr/>
    </dgm:pt>
    <dgm:pt modelId="{657BCDE2-2348-4B3D-8807-FEB9388BE461}" type="pres">
      <dgm:prSet presAssocID="{6338E5B2-3F3A-4B05-B666-604D327C8393}" presName="thickLine" presStyleLbl="alignNode1" presStyleIdx="0" presStyleCnt="5"/>
      <dgm:spPr/>
    </dgm:pt>
    <dgm:pt modelId="{9961319D-F6B6-425B-993F-772C29302D75}" type="pres">
      <dgm:prSet presAssocID="{6338E5B2-3F3A-4B05-B666-604D327C8393}" presName="horz1" presStyleCnt="0"/>
      <dgm:spPr/>
    </dgm:pt>
    <dgm:pt modelId="{7105E3F0-7711-4EA1-B875-03F4883998BB}" type="pres">
      <dgm:prSet presAssocID="{6338E5B2-3F3A-4B05-B666-604D327C8393}" presName="tx1" presStyleLbl="revTx" presStyleIdx="0" presStyleCnt="5"/>
      <dgm:spPr/>
    </dgm:pt>
    <dgm:pt modelId="{96CFF702-D8FA-4B64-AB1D-9A8ADDBCE648}" type="pres">
      <dgm:prSet presAssocID="{6338E5B2-3F3A-4B05-B666-604D327C8393}" presName="vert1" presStyleCnt="0"/>
      <dgm:spPr/>
    </dgm:pt>
    <dgm:pt modelId="{0D772E45-A29A-425D-8CCC-B732B82A3DA7}" type="pres">
      <dgm:prSet presAssocID="{405B67BA-736C-4892-A8B8-775F95187BE9}" presName="thickLine" presStyleLbl="alignNode1" presStyleIdx="1" presStyleCnt="5"/>
      <dgm:spPr/>
    </dgm:pt>
    <dgm:pt modelId="{C882D239-C7D6-4748-A05C-B2C64719FBEE}" type="pres">
      <dgm:prSet presAssocID="{405B67BA-736C-4892-A8B8-775F95187BE9}" presName="horz1" presStyleCnt="0"/>
      <dgm:spPr/>
    </dgm:pt>
    <dgm:pt modelId="{C22B0BEA-1BA4-4C3E-9C31-6920DED534A0}" type="pres">
      <dgm:prSet presAssocID="{405B67BA-736C-4892-A8B8-775F95187BE9}" presName="tx1" presStyleLbl="revTx" presStyleIdx="1" presStyleCnt="5"/>
      <dgm:spPr/>
    </dgm:pt>
    <dgm:pt modelId="{55F37D17-CF37-45D2-9EB5-D38EBCA90E34}" type="pres">
      <dgm:prSet presAssocID="{405B67BA-736C-4892-A8B8-775F95187BE9}" presName="vert1" presStyleCnt="0"/>
      <dgm:spPr/>
    </dgm:pt>
    <dgm:pt modelId="{B68906D2-0DA8-45D1-8EEF-94FB42A7DBFC}" type="pres">
      <dgm:prSet presAssocID="{813693AC-C1EF-4358-8069-F2F30A088F7B}" presName="thickLine" presStyleLbl="alignNode1" presStyleIdx="2" presStyleCnt="5"/>
      <dgm:spPr/>
    </dgm:pt>
    <dgm:pt modelId="{00BA7757-5853-4A82-967B-6EE0BC185CEE}" type="pres">
      <dgm:prSet presAssocID="{813693AC-C1EF-4358-8069-F2F30A088F7B}" presName="horz1" presStyleCnt="0"/>
      <dgm:spPr/>
    </dgm:pt>
    <dgm:pt modelId="{B650AE12-88BB-4432-A9BA-377BADC5C16E}" type="pres">
      <dgm:prSet presAssocID="{813693AC-C1EF-4358-8069-F2F30A088F7B}" presName="tx1" presStyleLbl="revTx" presStyleIdx="2" presStyleCnt="5"/>
      <dgm:spPr/>
    </dgm:pt>
    <dgm:pt modelId="{A1C5B6E0-66E0-4753-BB7E-9A2492AB5A95}" type="pres">
      <dgm:prSet presAssocID="{813693AC-C1EF-4358-8069-F2F30A088F7B}" presName="vert1" presStyleCnt="0"/>
      <dgm:spPr/>
    </dgm:pt>
    <dgm:pt modelId="{5D3982AA-0638-48EB-A5E9-B1F4B500B351}" type="pres">
      <dgm:prSet presAssocID="{E5AD93B4-9C77-4EBF-B87F-08BFD31B67CD}" presName="thickLine" presStyleLbl="alignNode1" presStyleIdx="3" presStyleCnt="5"/>
      <dgm:spPr/>
    </dgm:pt>
    <dgm:pt modelId="{CB3AEC0F-29B3-4213-BA08-146BD521CBDA}" type="pres">
      <dgm:prSet presAssocID="{E5AD93B4-9C77-4EBF-B87F-08BFD31B67CD}" presName="horz1" presStyleCnt="0"/>
      <dgm:spPr/>
    </dgm:pt>
    <dgm:pt modelId="{DFE36697-8422-418A-B155-0C9B3C4F7939}" type="pres">
      <dgm:prSet presAssocID="{E5AD93B4-9C77-4EBF-B87F-08BFD31B67CD}" presName="tx1" presStyleLbl="revTx" presStyleIdx="3" presStyleCnt="5"/>
      <dgm:spPr/>
    </dgm:pt>
    <dgm:pt modelId="{8CC3E68B-A850-43BF-BBAD-B1D0DC090EE2}" type="pres">
      <dgm:prSet presAssocID="{E5AD93B4-9C77-4EBF-B87F-08BFD31B67CD}" presName="vert1" presStyleCnt="0"/>
      <dgm:spPr/>
    </dgm:pt>
    <dgm:pt modelId="{FB752EA3-67FB-4042-BB83-7683BD4451EF}" type="pres">
      <dgm:prSet presAssocID="{6C75BA93-63B2-4ED4-B4E4-C14E15837B99}" presName="thickLine" presStyleLbl="alignNode1" presStyleIdx="4" presStyleCnt="5"/>
      <dgm:spPr/>
    </dgm:pt>
    <dgm:pt modelId="{3AB6DD99-CBB1-4F11-AC5A-39FC7FE45623}" type="pres">
      <dgm:prSet presAssocID="{6C75BA93-63B2-4ED4-B4E4-C14E15837B99}" presName="horz1" presStyleCnt="0"/>
      <dgm:spPr/>
    </dgm:pt>
    <dgm:pt modelId="{220A70BE-7D5E-48B5-9875-0EFB88B2D568}" type="pres">
      <dgm:prSet presAssocID="{6C75BA93-63B2-4ED4-B4E4-C14E15837B99}" presName="tx1" presStyleLbl="revTx" presStyleIdx="4" presStyleCnt="5"/>
      <dgm:spPr/>
    </dgm:pt>
    <dgm:pt modelId="{032F7C61-9937-411F-AF83-44D1EF0B7CE7}" type="pres">
      <dgm:prSet presAssocID="{6C75BA93-63B2-4ED4-B4E4-C14E15837B99}" presName="vert1" presStyleCnt="0"/>
      <dgm:spPr/>
    </dgm:pt>
  </dgm:ptLst>
  <dgm:cxnLst>
    <dgm:cxn modelId="{BB5A7312-C460-4CAD-8C1F-5350D6665584}" type="presOf" srcId="{405B67BA-736C-4892-A8B8-775F95187BE9}" destId="{C22B0BEA-1BA4-4C3E-9C31-6920DED534A0}" srcOrd="0" destOrd="0" presId="urn:microsoft.com/office/officeart/2008/layout/LinedList"/>
    <dgm:cxn modelId="{0F71381F-3D4A-4F5C-819A-A241012D141C}" type="presOf" srcId="{6338E5B2-3F3A-4B05-B666-604D327C8393}" destId="{7105E3F0-7711-4EA1-B875-03F4883998BB}" srcOrd="0" destOrd="0" presId="urn:microsoft.com/office/officeart/2008/layout/LinedList"/>
    <dgm:cxn modelId="{F8136C34-E3FD-44F2-A34B-990162B5BE81}" srcId="{7DB7D55E-4FB3-444F-AE48-EC9118465F97}" destId="{6C75BA93-63B2-4ED4-B4E4-C14E15837B99}" srcOrd="4" destOrd="0" parTransId="{06513A39-3E1B-4B5B-8696-8F753565C764}" sibTransId="{437ED5B8-5CC1-4BED-B992-19613067D887}"/>
    <dgm:cxn modelId="{E7E8843C-6E65-4526-94F1-1B1A2FCD99FA}" type="presOf" srcId="{E5AD93B4-9C77-4EBF-B87F-08BFD31B67CD}" destId="{DFE36697-8422-418A-B155-0C9B3C4F7939}" srcOrd="0" destOrd="0" presId="urn:microsoft.com/office/officeart/2008/layout/LinedList"/>
    <dgm:cxn modelId="{CBC2396E-D318-4953-B4A1-CD885A6F55C8}" type="presOf" srcId="{813693AC-C1EF-4358-8069-F2F30A088F7B}" destId="{B650AE12-88BB-4432-A9BA-377BADC5C16E}" srcOrd="0" destOrd="0" presId="urn:microsoft.com/office/officeart/2008/layout/LinedList"/>
    <dgm:cxn modelId="{24452155-E81C-44A8-B42C-9FDC86998A74}" srcId="{7DB7D55E-4FB3-444F-AE48-EC9118465F97}" destId="{813693AC-C1EF-4358-8069-F2F30A088F7B}" srcOrd="2" destOrd="0" parTransId="{F45B16B0-9330-41B4-80B8-45742C662C3F}" sibTransId="{155433C9-B0F2-47D4-9AE2-A3F6F8EE1BE4}"/>
    <dgm:cxn modelId="{351F5E80-120E-45BD-8571-8684F995293E}" srcId="{7DB7D55E-4FB3-444F-AE48-EC9118465F97}" destId="{6338E5B2-3F3A-4B05-B666-604D327C8393}" srcOrd="0" destOrd="0" parTransId="{73ED8BFD-0A33-487D-B50F-2F37BC0FE0A4}" sibTransId="{0F7837C0-F889-486A-A89A-2863B6601FA3}"/>
    <dgm:cxn modelId="{E3DE0CA5-D5E0-4ED7-BEAD-F9C525222B02}" type="presOf" srcId="{6C75BA93-63B2-4ED4-B4E4-C14E15837B99}" destId="{220A70BE-7D5E-48B5-9875-0EFB88B2D568}" srcOrd="0" destOrd="0" presId="urn:microsoft.com/office/officeart/2008/layout/LinedList"/>
    <dgm:cxn modelId="{79BB8AC8-0707-481B-B340-A0DBB13CB8C5}" srcId="{7DB7D55E-4FB3-444F-AE48-EC9118465F97}" destId="{E5AD93B4-9C77-4EBF-B87F-08BFD31B67CD}" srcOrd="3" destOrd="0" parTransId="{F1497A06-D07B-4DB0-A5E9-0CD1B8E606FD}" sibTransId="{2735E2EC-88F0-4289-B064-683F5D11568E}"/>
    <dgm:cxn modelId="{64EF05CC-CD30-4732-9BDB-A44AA12B50C1}" srcId="{7DB7D55E-4FB3-444F-AE48-EC9118465F97}" destId="{405B67BA-736C-4892-A8B8-775F95187BE9}" srcOrd="1" destOrd="0" parTransId="{319AC575-EA3D-4A44-8BA1-01F626A63C4D}" sibTransId="{32A5BB59-B191-4392-BFB1-6EED9BA90FB7}"/>
    <dgm:cxn modelId="{F6317AE1-1ACA-43F1-B68C-F1212F36FA19}" type="presOf" srcId="{7DB7D55E-4FB3-444F-AE48-EC9118465F97}" destId="{81408C67-6495-4812-A120-C728859E6558}" srcOrd="0" destOrd="0" presId="urn:microsoft.com/office/officeart/2008/layout/LinedList"/>
    <dgm:cxn modelId="{E9FE7A77-18F3-4B0E-88AC-D7155C172092}" type="presParOf" srcId="{81408C67-6495-4812-A120-C728859E6558}" destId="{657BCDE2-2348-4B3D-8807-FEB9388BE461}" srcOrd="0" destOrd="0" presId="urn:microsoft.com/office/officeart/2008/layout/LinedList"/>
    <dgm:cxn modelId="{EF77BB1E-6AF1-4788-8AD9-A9C4F832AB22}" type="presParOf" srcId="{81408C67-6495-4812-A120-C728859E6558}" destId="{9961319D-F6B6-425B-993F-772C29302D75}" srcOrd="1" destOrd="0" presId="urn:microsoft.com/office/officeart/2008/layout/LinedList"/>
    <dgm:cxn modelId="{58F758C3-F737-4976-83D4-359346E99F3B}" type="presParOf" srcId="{9961319D-F6B6-425B-993F-772C29302D75}" destId="{7105E3F0-7711-4EA1-B875-03F4883998BB}" srcOrd="0" destOrd="0" presId="urn:microsoft.com/office/officeart/2008/layout/LinedList"/>
    <dgm:cxn modelId="{3F31E428-50A0-4EA9-9C73-1ED86EE25690}" type="presParOf" srcId="{9961319D-F6B6-425B-993F-772C29302D75}" destId="{96CFF702-D8FA-4B64-AB1D-9A8ADDBCE648}" srcOrd="1" destOrd="0" presId="urn:microsoft.com/office/officeart/2008/layout/LinedList"/>
    <dgm:cxn modelId="{A2AC7A9A-133E-4A04-8470-B983B6656557}" type="presParOf" srcId="{81408C67-6495-4812-A120-C728859E6558}" destId="{0D772E45-A29A-425D-8CCC-B732B82A3DA7}" srcOrd="2" destOrd="0" presId="urn:microsoft.com/office/officeart/2008/layout/LinedList"/>
    <dgm:cxn modelId="{3EB78D6B-DD90-4796-8358-9E28F077ECBD}" type="presParOf" srcId="{81408C67-6495-4812-A120-C728859E6558}" destId="{C882D239-C7D6-4748-A05C-B2C64719FBEE}" srcOrd="3" destOrd="0" presId="urn:microsoft.com/office/officeart/2008/layout/LinedList"/>
    <dgm:cxn modelId="{BAA2208C-E6F9-40CB-85D1-A03E377BBBB7}" type="presParOf" srcId="{C882D239-C7D6-4748-A05C-B2C64719FBEE}" destId="{C22B0BEA-1BA4-4C3E-9C31-6920DED534A0}" srcOrd="0" destOrd="0" presId="urn:microsoft.com/office/officeart/2008/layout/LinedList"/>
    <dgm:cxn modelId="{286F075A-851C-49CD-997B-9E00009CB6DE}" type="presParOf" srcId="{C882D239-C7D6-4748-A05C-B2C64719FBEE}" destId="{55F37D17-CF37-45D2-9EB5-D38EBCA90E34}" srcOrd="1" destOrd="0" presId="urn:microsoft.com/office/officeart/2008/layout/LinedList"/>
    <dgm:cxn modelId="{24A083A1-2363-426C-87BF-ED094705F947}" type="presParOf" srcId="{81408C67-6495-4812-A120-C728859E6558}" destId="{B68906D2-0DA8-45D1-8EEF-94FB42A7DBFC}" srcOrd="4" destOrd="0" presId="urn:microsoft.com/office/officeart/2008/layout/LinedList"/>
    <dgm:cxn modelId="{48DA9E74-EF1D-44B0-96C0-EB15773F1110}" type="presParOf" srcId="{81408C67-6495-4812-A120-C728859E6558}" destId="{00BA7757-5853-4A82-967B-6EE0BC185CEE}" srcOrd="5" destOrd="0" presId="urn:microsoft.com/office/officeart/2008/layout/LinedList"/>
    <dgm:cxn modelId="{E3D3CC91-C350-46F1-98B6-1DD92637ACE7}" type="presParOf" srcId="{00BA7757-5853-4A82-967B-6EE0BC185CEE}" destId="{B650AE12-88BB-4432-A9BA-377BADC5C16E}" srcOrd="0" destOrd="0" presId="urn:microsoft.com/office/officeart/2008/layout/LinedList"/>
    <dgm:cxn modelId="{FC7575BF-5091-42DB-A106-F6EC8ABB36A2}" type="presParOf" srcId="{00BA7757-5853-4A82-967B-6EE0BC185CEE}" destId="{A1C5B6E0-66E0-4753-BB7E-9A2492AB5A95}" srcOrd="1" destOrd="0" presId="urn:microsoft.com/office/officeart/2008/layout/LinedList"/>
    <dgm:cxn modelId="{D9A35FDE-2528-4BB2-AE7A-C3BE77DDDE9B}" type="presParOf" srcId="{81408C67-6495-4812-A120-C728859E6558}" destId="{5D3982AA-0638-48EB-A5E9-B1F4B500B351}" srcOrd="6" destOrd="0" presId="urn:microsoft.com/office/officeart/2008/layout/LinedList"/>
    <dgm:cxn modelId="{5B0A55E3-AD4E-4E36-8207-3FE9832EEA89}" type="presParOf" srcId="{81408C67-6495-4812-A120-C728859E6558}" destId="{CB3AEC0F-29B3-4213-BA08-146BD521CBDA}" srcOrd="7" destOrd="0" presId="urn:microsoft.com/office/officeart/2008/layout/LinedList"/>
    <dgm:cxn modelId="{A74F559A-C3B6-4C70-936D-669A7001C337}" type="presParOf" srcId="{CB3AEC0F-29B3-4213-BA08-146BD521CBDA}" destId="{DFE36697-8422-418A-B155-0C9B3C4F7939}" srcOrd="0" destOrd="0" presId="urn:microsoft.com/office/officeart/2008/layout/LinedList"/>
    <dgm:cxn modelId="{D6035581-6AA1-48DD-99FA-54FB74699E7C}" type="presParOf" srcId="{CB3AEC0F-29B3-4213-BA08-146BD521CBDA}" destId="{8CC3E68B-A850-43BF-BBAD-B1D0DC090EE2}" srcOrd="1" destOrd="0" presId="urn:microsoft.com/office/officeart/2008/layout/LinedList"/>
    <dgm:cxn modelId="{A2D13DEA-64BD-41EA-A4E4-0D7AEFE03853}" type="presParOf" srcId="{81408C67-6495-4812-A120-C728859E6558}" destId="{FB752EA3-67FB-4042-BB83-7683BD4451EF}" srcOrd="8" destOrd="0" presId="urn:microsoft.com/office/officeart/2008/layout/LinedList"/>
    <dgm:cxn modelId="{002794B4-C2D1-4FF4-B8E1-CEE357DBF31D}" type="presParOf" srcId="{81408C67-6495-4812-A120-C728859E6558}" destId="{3AB6DD99-CBB1-4F11-AC5A-39FC7FE45623}" srcOrd="9" destOrd="0" presId="urn:microsoft.com/office/officeart/2008/layout/LinedList"/>
    <dgm:cxn modelId="{4A51C2D7-89D5-4D98-B451-8A0C2DDDD431}" type="presParOf" srcId="{3AB6DD99-CBB1-4F11-AC5A-39FC7FE45623}" destId="{220A70BE-7D5E-48B5-9875-0EFB88B2D568}" srcOrd="0" destOrd="0" presId="urn:microsoft.com/office/officeart/2008/layout/LinedList"/>
    <dgm:cxn modelId="{38F96AA7-B0BC-4CD2-97E6-F24AEDEEA450}" type="presParOf" srcId="{3AB6DD99-CBB1-4F11-AC5A-39FC7FE45623}" destId="{032F7C61-9937-411F-AF83-44D1EF0B7CE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F2EE656-9FDC-4DFE-9D79-D8EC09BE3F3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D584BA4-18FA-46E5-BF7E-B874E4502F63}">
      <dgm:prSet/>
      <dgm:spPr/>
      <dgm:t>
        <a:bodyPr/>
        <a:lstStyle/>
        <a:p>
          <a:r>
            <a:rPr lang="ru-RU" b="0" i="0"/>
            <a:t>1938—1944 рр.</a:t>
          </a:r>
          <a:endParaRPr lang="uk-UA"/>
        </a:p>
      </dgm:t>
    </dgm:pt>
    <dgm:pt modelId="{7E19A31A-D98D-477C-8F1D-E635741BCABC}" type="parTrans" cxnId="{AC6D59E6-2703-4C88-AA34-23CE9C996CD9}">
      <dgm:prSet/>
      <dgm:spPr/>
      <dgm:t>
        <a:bodyPr/>
        <a:lstStyle/>
        <a:p>
          <a:endParaRPr lang="uk-UA"/>
        </a:p>
      </dgm:t>
    </dgm:pt>
    <dgm:pt modelId="{6D794A43-FCFA-4642-B7B9-B09A4503F646}" type="sibTrans" cxnId="{AC6D59E6-2703-4C88-AA34-23CE9C996CD9}">
      <dgm:prSet/>
      <dgm:spPr/>
      <dgm:t>
        <a:bodyPr/>
        <a:lstStyle/>
        <a:p>
          <a:endParaRPr lang="uk-UA"/>
        </a:p>
      </dgm:t>
    </dgm:pt>
    <dgm:pt modelId="{175A0C42-E583-4876-81DC-87A0E96F0C5B}">
      <dgm:prSet/>
      <dgm:spPr/>
      <dgm:t>
        <a:bodyPr/>
        <a:lstStyle/>
        <a:p>
          <a:r>
            <a:rPr lang="ru-RU" b="0" i="0"/>
            <a:t>1939—1945 рр.</a:t>
          </a:r>
          <a:endParaRPr lang="uk-UA"/>
        </a:p>
      </dgm:t>
    </dgm:pt>
    <dgm:pt modelId="{D84E071B-9E72-46C1-8BA9-688918DF9957}" type="parTrans" cxnId="{B8D72004-D042-4FD7-AD2A-B2AC7728364F}">
      <dgm:prSet/>
      <dgm:spPr/>
      <dgm:t>
        <a:bodyPr/>
        <a:lstStyle/>
        <a:p>
          <a:endParaRPr lang="uk-UA"/>
        </a:p>
      </dgm:t>
    </dgm:pt>
    <dgm:pt modelId="{87ACA4D6-58B2-4555-86CF-A9DCA19A4A63}" type="sibTrans" cxnId="{B8D72004-D042-4FD7-AD2A-B2AC7728364F}">
      <dgm:prSet/>
      <dgm:spPr/>
      <dgm:t>
        <a:bodyPr/>
        <a:lstStyle/>
        <a:p>
          <a:endParaRPr lang="uk-UA"/>
        </a:p>
      </dgm:t>
    </dgm:pt>
    <dgm:pt modelId="{F3C28D3E-74C5-41F3-8CDC-4B6506B0D55F}">
      <dgm:prSet/>
      <dgm:spPr/>
      <dgm:t>
        <a:bodyPr/>
        <a:lstStyle/>
        <a:p>
          <a:r>
            <a:rPr lang="ru-RU" b="0" i="0"/>
            <a:t>1940—1946 рр.</a:t>
          </a:r>
          <a:endParaRPr lang="uk-UA"/>
        </a:p>
      </dgm:t>
    </dgm:pt>
    <dgm:pt modelId="{4B05136A-9120-49C0-AEC7-5B4AF0264514}" type="parTrans" cxnId="{425911F0-6200-4890-9E8A-60909B6C7810}">
      <dgm:prSet/>
      <dgm:spPr/>
      <dgm:t>
        <a:bodyPr/>
        <a:lstStyle/>
        <a:p>
          <a:endParaRPr lang="uk-UA"/>
        </a:p>
      </dgm:t>
    </dgm:pt>
    <dgm:pt modelId="{F11C900A-C4AF-4191-A713-BF8553516128}" type="sibTrans" cxnId="{425911F0-6200-4890-9E8A-60909B6C7810}">
      <dgm:prSet/>
      <dgm:spPr/>
      <dgm:t>
        <a:bodyPr/>
        <a:lstStyle/>
        <a:p>
          <a:endParaRPr lang="uk-UA"/>
        </a:p>
      </dgm:t>
    </dgm:pt>
    <dgm:pt modelId="{4516A56A-B76E-409C-A5A3-67236C100692}">
      <dgm:prSet/>
      <dgm:spPr/>
      <dgm:t>
        <a:bodyPr/>
        <a:lstStyle/>
        <a:p>
          <a:r>
            <a:rPr lang="ru-RU" b="0" i="0"/>
            <a:t>1941—1945 рр.</a:t>
          </a:r>
          <a:endParaRPr lang="uk-UA"/>
        </a:p>
      </dgm:t>
    </dgm:pt>
    <dgm:pt modelId="{DF04F22B-0DB0-404E-9840-1EEC3E8ED6A4}" type="parTrans" cxnId="{077A9A25-4CF2-4756-B399-425910BF8F27}">
      <dgm:prSet/>
      <dgm:spPr/>
      <dgm:t>
        <a:bodyPr/>
        <a:lstStyle/>
        <a:p>
          <a:endParaRPr lang="uk-UA"/>
        </a:p>
      </dgm:t>
    </dgm:pt>
    <dgm:pt modelId="{F9432CD1-3E26-4909-ADAB-00BD724B04DE}" type="sibTrans" cxnId="{077A9A25-4CF2-4756-B399-425910BF8F27}">
      <dgm:prSet/>
      <dgm:spPr/>
      <dgm:t>
        <a:bodyPr/>
        <a:lstStyle/>
        <a:p>
          <a:endParaRPr lang="uk-UA"/>
        </a:p>
      </dgm:t>
    </dgm:pt>
    <dgm:pt modelId="{978C572A-048B-4A1A-BB43-AA8D48D964C5}" type="pres">
      <dgm:prSet presAssocID="{DF2EE656-9FDC-4DFE-9D79-D8EC09BE3F38}" presName="linearFlow" presStyleCnt="0">
        <dgm:presLayoutVars>
          <dgm:dir/>
          <dgm:resizeHandles val="exact"/>
        </dgm:presLayoutVars>
      </dgm:prSet>
      <dgm:spPr/>
    </dgm:pt>
    <dgm:pt modelId="{0231A257-99D3-4424-BD53-22709C21300D}" type="pres">
      <dgm:prSet presAssocID="{BD584BA4-18FA-46E5-BF7E-B874E4502F63}" presName="composite" presStyleCnt="0"/>
      <dgm:spPr/>
    </dgm:pt>
    <dgm:pt modelId="{22977284-477D-47EC-933A-DD7AA8209E5E}" type="pres">
      <dgm:prSet presAssocID="{BD584BA4-18FA-46E5-BF7E-B874E4502F63}" presName="imgShp" presStyleLbl="fgImgPlace1" presStyleIdx="0" presStyleCnt="4"/>
      <dgm:spPr/>
    </dgm:pt>
    <dgm:pt modelId="{53C5ECCC-B5F0-4BE3-A75B-8B5D21D55D7B}" type="pres">
      <dgm:prSet presAssocID="{BD584BA4-18FA-46E5-BF7E-B874E4502F63}" presName="txShp" presStyleLbl="node1" presStyleIdx="0" presStyleCnt="4">
        <dgm:presLayoutVars>
          <dgm:bulletEnabled val="1"/>
        </dgm:presLayoutVars>
      </dgm:prSet>
      <dgm:spPr/>
    </dgm:pt>
    <dgm:pt modelId="{7E3BBDAD-C856-47EC-BC38-2A9E1B8B56EB}" type="pres">
      <dgm:prSet presAssocID="{6D794A43-FCFA-4642-B7B9-B09A4503F646}" presName="spacing" presStyleCnt="0"/>
      <dgm:spPr/>
    </dgm:pt>
    <dgm:pt modelId="{F57D536C-8440-4EC4-8283-F6CDA9348D4A}" type="pres">
      <dgm:prSet presAssocID="{175A0C42-E583-4876-81DC-87A0E96F0C5B}" presName="composite" presStyleCnt="0"/>
      <dgm:spPr/>
    </dgm:pt>
    <dgm:pt modelId="{E8EA3BA0-C185-4DDA-8587-C275D3731A5E}" type="pres">
      <dgm:prSet presAssocID="{175A0C42-E583-4876-81DC-87A0E96F0C5B}" presName="imgShp" presStyleLbl="fgImgPlace1" presStyleIdx="1" presStyleCnt="4"/>
      <dgm:spPr/>
    </dgm:pt>
    <dgm:pt modelId="{7FCA9151-940F-483B-943E-B5C5FB511247}" type="pres">
      <dgm:prSet presAssocID="{175A0C42-E583-4876-81DC-87A0E96F0C5B}" presName="txShp" presStyleLbl="node1" presStyleIdx="1" presStyleCnt="4">
        <dgm:presLayoutVars>
          <dgm:bulletEnabled val="1"/>
        </dgm:presLayoutVars>
      </dgm:prSet>
      <dgm:spPr/>
    </dgm:pt>
    <dgm:pt modelId="{C981A6A9-157B-41D9-8F56-7CB05D404D8E}" type="pres">
      <dgm:prSet presAssocID="{87ACA4D6-58B2-4555-86CF-A9DCA19A4A63}" presName="spacing" presStyleCnt="0"/>
      <dgm:spPr/>
    </dgm:pt>
    <dgm:pt modelId="{C6BE5D1F-FD9B-4093-B15D-C15401C3FDB1}" type="pres">
      <dgm:prSet presAssocID="{F3C28D3E-74C5-41F3-8CDC-4B6506B0D55F}" presName="composite" presStyleCnt="0"/>
      <dgm:spPr/>
    </dgm:pt>
    <dgm:pt modelId="{6BEEB6CB-D52F-467A-BCAD-6AD799B75CC2}" type="pres">
      <dgm:prSet presAssocID="{F3C28D3E-74C5-41F3-8CDC-4B6506B0D55F}" presName="imgShp" presStyleLbl="fgImgPlace1" presStyleIdx="2" presStyleCnt="4"/>
      <dgm:spPr/>
    </dgm:pt>
    <dgm:pt modelId="{E4FDEE05-D6D5-40A9-8874-C81B5FE59F77}" type="pres">
      <dgm:prSet presAssocID="{F3C28D3E-74C5-41F3-8CDC-4B6506B0D55F}" presName="txShp" presStyleLbl="node1" presStyleIdx="2" presStyleCnt="4">
        <dgm:presLayoutVars>
          <dgm:bulletEnabled val="1"/>
        </dgm:presLayoutVars>
      </dgm:prSet>
      <dgm:spPr/>
    </dgm:pt>
    <dgm:pt modelId="{775F3A66-174C-439C-B4DA-E0C5839F3331}" type="pres">
      <dgm:prSet presAssocID="{F11C900A-C4AF-4191-A713-BF8553516128}" presName="spacing" presStyleCnt="0"/>
      <dgm:spPr/>
    </dgm:pt>
    <dgm:pt modelId="{8A09A57F-5A95-42F2-853D-A7DE6E1BC930}" type="pres">
      <dgm:prSet presAssocID="{4516A56A-B76E-409C-A5A3-67236C100692}" presName="composite" presStyleCnt="0"/>
      <dgm:spPr/>
    </dgm:pt>
    <dgm:pt modelId="{A56DDF54-6095-4C9E-BE2D-3D5A0F22BBCE}" type="pres">
      <dgm:prSet presAssocID="{4516A56A-B76E-409C-A5A3-67236C100692}" presName="imgShp" presStyleLbl="fgImgPlace1" presStyleIdx="3" presStyleCnt="4"/>
      <dgm:spPr/>
    </dgm:pt>
    <dgm:pt modelId="{7719CE80-9946-4478-BA04-FC9A17D11B0F}" type="pres">
      <dgm:prSet presAssocID="{4516A56A-B76E-409C-A5A3-67236C100692}" presName="txShp" presStyleLbl="node1" presStyleIdx="3" presStyleCnt="4">
        <dgm:presLayoutVars>
          <dgm:bulletEnabled val="1"/>
        </dgm:presLayoutVars>
      </dgm:prSet>
      <dgm:spPr/>
    </dgm:pt>
  </dgm:ptLst>
  <dgm:cxnLst>
    <dgm:cxn modelId="{B8D72004-D042-4FD7-AD2A-B2AC7728364F}" srcId="{DF2EE656-9FDC-4DFE-9D79-D8EC09BE3F38}" destId="{175A0C42-E583-4876-81DC-87A0E96F0C5B}" srcOrd="1" destOrd="0" parTransId="{D84E071B-9E72-46C1-8BA9-688918DF9957}" sibTransId="{87ACA4D6-58B2-4555-86CF-A9DCA19A4A63}"/>
    <dgm:cxn modelId="{328ECC0C-8D5E-42B3-8E0A-F0EE38D8BF37}" type="presOf" srcId="{175A0C42-E583-4876-81DC-87A0E96F0C5B}" destId="{7FCA9151-940F-483B-943E-B5C5FB511247}" srcOrd="0" destOrd="0" presId="urn:microsoft.com/office/officeart/2005/8/layout/vList3"/>
    <dgm:cxn modelId="{077A9A25-4CF2-4756-B399-425910BF8F27}" srcId="{DF2EE656-9FDC-4DFE-9D79-D8EC09BE3F38}" destId="{4516A56A-B76E-409C-A5A3-67236C100692}" srcOrd="3" destOrd="0" parTransId="{DF04F22B-0DB0-404E-9840-1EEC3E8ED6A4}" sibTransId="{F9432CD1-3E26-4909-ADAB-00BD724B04DE}"/>
    <dgm:cxn modelId="{48F94847-139C-4951-964F-692C2C835890}" type="presOf" srcId="{DF2EE656-9FDC-4DFE-9D79-D8EC09BE3F38}" destId="{978C572A-048B-4A1A-BB43-AA8D48D964C5}" srcOrd="0" destOrd="0" presId="urn:microsoft.com/office/officeart/2005/8/layout/vList3"/>
    <dgm:cxn modelId="{E8904673-0342-44D1-A015-6E657648B5EA}" type="presOf" srcId="{BD584BA4-18FA-46E5-BF7E-B874E4502F63}" destId="{53C5ECCC-B5F0-4BE3-A75B-8B5D21D55D7B}" srcOrd="0" destOrd="0" presId="urn:microsoft.com/office/officeart/2005/8/layout/vList3"/>
    <dgm:cxn modelId="{99A91176-B0E0-4C0F-AF71-7160260F4E8B}" type="presOf" srcId="{F3C28D3E-74C5-41F3-8CDC-4B6506B0D55F}" destId="{E4FDEE05-D6D5-40A9-8874-C81B5FE59F77}" srcOrd="0" destOrd="0" presId="urn:microsoft.com/office/officeart/2005/8/layout/vList3"/>
    <dgm:cxn modelId="{23985791-137C-4C3C-82AB-0AB22BC28ECB}" type="presOf" srcId="{4516A56A-B76E-409C-A5A3-67236C100692}" destId="{7719CE80-9946-4478-BA04-FC9A17D11B0F}" srcOrd="0" destOrd="0" presId="urn:microsoft.com/office/officeart/2005/8/layout/vList3"/>
    <dgm:cxn modelId="{AC6D59E6-2703-4C88-AA34-23CE9C996CD9}" srcId="{DF2EE656-9FDC-4DFE-9D79-D8EC09BE3F38}" destId="{BD584BA4-18FA-46E5-BF7E-B874E4502F63}" srcOrd="0" destOrd="0" parTransId="{7E19A31A-D98D-477C-8F1D-E635741BCABC}" sibTransId="{6D794A43-FCFA-4642-B7B9-B09A4503F646}"/>
    <dgm:cxn modelId="{425911F0-6200-4890-9E8A-60909B6C7810}" srcId="{DF2EE656-9FDC-4DFE-9D79-D8EC09BE3F38}" destId="{F3C28D3E-74C5-41F3-8CDC-4B6506B0D55F}" srcOrd="2" destOrd="0" parTransId="{4B05136A-9120-49C0-AEC7-5B4AF0264514}" sibTransId="{F11C900A-C4AF-4191-A713-BF8553516128}"/>
    <dgm:cxn modelId="{05FACF65-1DE1-4BFC-813C-B4286176C2FE}" type="presParOf" srcId="{978C572A-048B-4A1A-BB43-AA8D48D964C5}" destId="{0231A257-99D3-4424-BD53-22709C21300D}" srcOrd="0" destOrd="0" presId="urn:microsoft.com/office/officeart/2005/8/layout/vList3"/>
    <dgm:cxn modelId="{69E24D9D-8373-4AE8-805D-12BACEB8274D}" type="presParOf" srcId="{0231A257-99D3-4424-BD53-22709C21300D}" destId="{22977284-477D-47EC-933A-DD7AA8209E5E}" srcOrd="0" destOrd="0" presId="urn:microsoft.com/office/officeart/2005/8/layout/vList3"/>
    <dgm:cxn modelId="{7AA5ACED-2EAA-4921-BA2C-0BF86862070E}" type="presParOf" srcId="{0231A257-99D3-4424-BD53-22709C21300D}" destId="{53C5ECCC-B5F0-4BE3-A75B-8B5D21D55D7B}" srcOrd="1" destOrd="0" presId="urn:microsoft.com/office/officeart/2005/8/layout/vList3"/>
    <dgm:cxn modelId="{EF885EA3-EE6B-4BE6-9CDB-4BD5E98879A3}" type="presParOf" srcId="{978C572A-048B-4A1A-BB43-AA8D48D964C5}" destId="{7E3BBDAD-C856-47EC-BC38-2A9E1B8B56EB}" srcOrd="1" destOrd="0" presId="urn:microsoft.com/office/officeart/2005/8/layout/vList3"/>
    <dgm:cxn modelId="{62E9A0F2-8C6B-4F97-8365-F6434B1720D1}" type="presParOf" srcId="{978C572A-048B-4A1A-BB43-AA8D48D964C5}" destId="{F57D536C-8440-4EC4-8283-F6CDA9348D4A}" srcOrd="2" destOrd="0" presId="urn:microsoft.com/office/officeart/2005/8/layout/vList3"/>
    <dgm:cxn modelId="{1A6E58DF-7F8B-4E57-A60D-92ABC5EE0B40}" type="presParOf" srcId="{F57D536C-8440-4EC4-8283-F6CDA9348D4A}" destId="{E8EA3BA0-C185-4DDA-8587-C275D3731A5E}" srcOrd="0" destOrd="0" presId="urn:microsoft.com/office/officeart/2005/8/layout/vList3"/>
    <dgm:cxn modelId="{24BA49EF-8BF7-4BC4-90B2-DEE6B47652AA}" type="presParOf" srcId="{F57D536C-8440-4EC4-8283-F6CDA9348D4A}" destId="{7FCA9151-940F-483B-943E-B5C5FB511247}" srcOrd="1" destOrd="0" presId="urn:microsoft.com/office/officeart/2005/8/layout/vList3"/>
    <dgm:cxn modelId="{79BF7888-271C-4144-ADD2-50E853748028}" type="presParOf" srcId="{978C572A-048B-4A1A-BB43-AA8D48D964C5}" destId="{C981A6A9-157B-41D9-8F56-7CB05D404D8E}" srcOrd="3" destOrd="0" presId="urn:microsoft.com/office/officeart/2005/8/layout/vList3"/>
    <dgm:cxn modelId="{BBF9674E-362B-4B3E-BF33-284EF30D1D83}" type="presParOf" srcId="{978C572A-048B-4A1A-BB43-AA8D48D964C5}" destId="{C6BE5D1F-FD9B-4093-B15D-C15401C3FDB1}" srcOrd="4" destOrd="0" presId="urn:microsoft.com/office/officeart/2005/8/layout/vList3"/>
    <dgm:cxn modelId="{B686EB71-BDF9-4475-8626-662E371D8B0E}" type="presParOf" srcId="{C6BE5D1F-FD9B-4093-B15D-C15401C3FDB1}" destId="{6BEEB6CB-D52F-467A-BCAD-6AD799B75CC2}" srcOrd="0" destOrd="0" presId="urn:microsoft.com/office/officeart/2005/8/layout/vList3"/>
    <dgm:cxn modelId="{69FAD837-E86B-4FB5-929A-7D133601DE87}" type="presParOf" srcId="{C6BE5D1F-FD9B-4093-B15D-C15401C3FDB1}" destId="{E4FDEE05-D6D5-40A9-8874-C81B5FE59F77}" srcOrd="1" destOrd="0" presId="urn:microsoft.com/office/officeart/2005/8/layout/vList3"/>
    <dgm:cxn modelId="{4472926E-6014-4F8F-B3DF-E2D8463CA87C}" type="presParOf" srcId="{978C572A-048B-4A1A-BB43-AA8D48D964C5}" destId="{775F3A66-174C-439C-B4DA-E0C5839F3331}" srcOrd="5" destOrd="0" presId="urn:microsoft.com/office/officeart/2005/8/layout/vList3"/>
    <dgm:cxn modelId="{5A464B62-9448-47F7-9B6E-84B3A88CF7FA}" type="presParOf" srcId="{978C572A-048B-4A1A-BB43-AA8D48D964C5}" destId="{8A09A57F-5A95-42F2-853D-A7DE6E1BC930}" srcOrd="6" destOrd="0" presId="urn:microsoft.com/office/officeart/2005/8/layout/vList3"/>
    <dgm:cxn modelId="{1B1E808C-1DBE-412D-A503-3F673B9B6443}" type="presParOf" srcId="{8A09A57F-5A95-42F2-853D-A7DE6E1BC930}" destId="{A56DDF54-6095-4C9E-BE2D-3D5A0F22BBCE}" srcOrd="0" destOrd="0" presId="urn:microsoft.com/office/officeart/2005/8/layout/vList3"/>
    <dgm:cxn modelId="{055E1A5B-6C7C-4F13-9673-5ADE2D3DF684}" type="presParOf" srcId="{8A09A57F-5A95-42F2-853D-A7DE6E1BC930}" destId="{7719CE80-9946-4478-BA04-FC9A17D11B0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0331A5C-83E5-4A54-8F87-D07134E456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3AFB8A8-CB9D-4A04-A776-E470235D2786}">
      <dgm:prSet/>
      <dgm:spPr/>
      <dgm:t>
        <a:bodyPr/>
        <a:lstStyle/>
        <a:p>
          <a:r>
            <a:rPr lang="ru-RU" b="0" i="0"/>
            <a:t>Кримська наступальна операція</a:t>
          </a:r>
          <a:endParaRPr lang="uk-UA"/>
        </a:p>
      </dgm:t>
    </dgm:pt>
    <dgm:pt modelId="{A1E6BB90-CBF4-4797-A224-2D6FB8888C9A}" type="parTrans" cxnId="{1F68287E-A9D9-4E24-9B7B-E0134F56D9A6}">
      <dgm:prSet/>
      <dgm:spPr/>
      <dgm:t>
        <a:bodyPr/>
        <a:lstStyle/>
        <a:p>
          <a:endParaRPr lang="uk-UA"/>
        </a:p>
      </dgm:t>
    </dgm:pt>
    <dgm:pt modelId="{61C38938-72A8-4752-8AF0-9242C48F82C0}" type="sibTrans" cxnId="{1F68287E-A9D9-4E24-9B7B-E0134F56D9A6}">
      <dgm:prSet/>
      <dgm:spPr/>
      <dgm:t>
        <a:bodyPr/>
        <a:lstStyle/>
        <a:p>
          <a:endParaRPr lang="uk-UA"/>
        </a:p>
      </dgm:t>
    </dgm:pt>
    <dgm:pt modelId="{6942AA4B-5BFD-4A6A-94DD-C11E693E8F58}">
      <dgm:prSet/>
      <dgm:spPr/>
      <dgm:t>
        <a:bodyPr/>
        <a:lstStyle/>
        <a:p>
          <a:r>
            <a:rPr lang="ru-RU" b="0" i="0"/>
            <a:t>«Битва за Дніпро»</a:t>
          </a:r>
          <a:endParaRPr lang="uk-UA"/>
        </a:p>
      </dgm:t>
    </dgm:pt>
    <dgm:pt modelId="{D9C2B9B2-275F-4389-AD00-039526A64BEE}" type="parTrans" cxnId="{A25263F4-30D7-4F7A-99A8-2A24D9461778}">
      <dgm:prSet/>
      <dgm:spPr/>
      <dgm:t>
        <a:bodyPr/>
        <a:lstStyle/>
        <a:p>
          <a:endParaRPr lang="uk-UA"/>
        </a:p>
      </dgm:t>
    </dgm:pt>
    <dgm:pt modelId="{112891A1-5F7B-4A78-9C63-2348768B3FEC}" type="sibTrans" cxnId="{A25263F4-30D7-4F7A-99A8-2A24D9461778}">
      <dgm:prSet/>
      <dgm:spPr/>
      <dgm:t>
        <a:bodyPr/>
        <a:lstStyle/>
        <a:p>
          <a:endParaRPr lang="uk-UA"/>
        </a:p>
      </dgm:t>
    </dgm:pt>
    <dgm:pt modelId="{59DFF994-F959-4772-A1D1-1AA4C709E9E0}">
      <dgm:prSet/>
      <dgm:spPr/>
      <dgm:t>
        <a:bodyPr/>
        <a:lstStyle/>
        <a:p>
          <a:r>
            <a:rPr lang="ru-RU" b="0" i="0"/>
            <a:t>Карпатсько-Ужгородська операція</a:t>
          </a:r>
          <a:endParaRPr lang="uk-UA"/>
        </a:p>
      </dgm:t>
    </dgm:pt>
    <dgm:pt modelId="{484C53C5-F06E-4832-BD90-6FBD16D6EEE5}" type="parTrans" cxnId="{79EFBD5A-2FB1-4BD3-A6BC-A2A450E8354F}">
      <dgm:prSet/>
      <dgm:spPr/>
      <dgm:t>
        <a:bodyPr/>
        <a:lstStyle/>
        <a:p>
          <a:endParaRPr lang="uk-UA"/>
        </a:p>
      </dgm:t>
    </dgm:pt>
    <dgm:pt modelId="{2A35FE0A-9CDB-44EC-9742-9331733556F3}" type="sibTrans" cxnId="{79EFBD5A-2FB1-4BD3-A6BC-A2A450E8354F}">
      <dgm:prSet/>
      <dgm:spPr/>
      <dgm:t>
        <a:bodyPr/>
        <a:lstStyle/>
        <a:p>
          <a:endParaRPr lang="uk-UA"/>
        </a:p>
      </dgm:t>
    </dgm:pt>
    <dgm:pt modelId="{E8B41B2E-1966-4AC8-9A73-A1EE949C23D6}">
      <dgm:prSet/>
      <dgm:spPr/>
      <dgm:t>
        <a:bodyPr/>
        <a:lstStyle/>
        <a:p>
          <a:r>
            <a:rPr lang="ru-RU" b="0" i="0"/>
            <a:t>Львівсько-Сандомирська операція</a:t>
          </a:r>
          <a:endParaRPr lang="uk-UA"/>
        </a:p>
      </dgm:t>
    </dgm:pt>
    <dgm:pt modelId="{A30BD6F7-2F9D-400D-A1A2-259BB669FBBD}" type="parTrans" cxnId="{7BEB1E27-F0A7-4BD7-95CB-964CE014285D}">
      <dgm:prSet/>
      <dgm:spPr/>
      <dgm:t>
        <a:bodyPr/>
        <a:lstStyle/>
        <a:p>
          <a:endParaRPr lang="uk-UA"/>
        </a:p>
      </dgm:t>
    </dgm:pt>
    <dgm:pt modelId="{7A0EACEB-BC6B-449E-B546-0CE58D6AEF09}" type="sibTrans" cxnId="{7BEB1E27-F0A7-4BD7-95CB-964CE014285D}">
      <dgm:prSet/>
      <dgm:spPr/>
      <dgm:t>
        <a:bodyPr/>
        <a:lstStyle/>
        <a:p>
          <a:endParaRPr lang="uk-UA"/>
        </a:p>
      </dgm:t>
    </dgm:pt>
    <dgm:pt modelId="{37C15EBB-EBF0-40EF-83F8-995D95FDF4C1}" type="pres">
      <dgm:prSet presAssocID="{D0331A5C-83E5-4A54-8F87-D07134E4563C}" presName="linear" presStyleCnt="0">
        <dgm:presLayoutVars>
          <dgm:animLvl val="lvl"/>
          <dgm:resizeHandles val="exact"/>
        </dgm:presLayoutVars>
      </dgm:prSet>
      <dgm:spPr/>
    </dgm:pt>
    <dgm:pt modelId="{FAB2E262-9D0C-4FA4-9A0B-9E6C58DD9180}" type="pres">
      <dgm:prSet presAssocID="{23AFB8A8-CB9D-4A04-A776-E470235D27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5F2A9A-7ACC-4862-B731-9A10A632A2A4}" type="pres">
      <dgm:prSet presAssocID="{61C38938-72A8-4752-8AF0-9242C48F82C0}" presName="spacer" presStyleCnt="0"/>
      <dgm:spPr/>
    </dgm:pt>
    <dgm:pt modelId="{DF936C49-6B62-42AA-903F-4AC254397E6F}" type="pres">
      <dgm:prSet presAssocID="{6942AA4B-5BFD-4A6A-94DD-C11E693E8F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175F27-77EA-41AC-ADCD-E44BC9E2BBFC}" type="pres">
      <dgm:prSet presAssocID="{112891A1-5F7B-4A78-9C63-2348768B3FEC}" presName="spacer" presStyleCnt="0"/>
      <dgm:spPr/>
    </dgm:pt>
    <dgm:pt modelId="{0BB4AD6F-4257-42E4-9FA4-69FDDFB14FE2}" type="pres">
      <dgm:prSet presAssocID="{59DFF994-F959-4772-A1D1-1AA4C709E9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E279996-7F16-44AB-92F3-1277FC73BA3E}" type="pres">
      <dgm:prSet presAssocID="{2A35FE0A-9CDB-44EC-9742-9331733556F3}" presName="spacer" presStyleCnt="0"/>
      <dgm:spPr/>
    </dgm:pt>
    <dgm:pt modelId="{D46491D3-31AE-44E6-81DF-EBB618C9A3CF}" type="pres">
      <dgm:prSet presAssocID="{E8B41B2E-1966-4AC8-9A73-A1EE949C23D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EB1E27-F0A7-4BD7-95CB-964CE014285D}" srcId="{D0331A5C-83E5-4A54-8F87-D07134E4563C}" destId="{E8B41B2E-1966-4AC8-9A73-A1EE949C23D6}" srcOrd="3" destOrd="0" parTransId="{A30BD6F7-2F9D-400D-A1A2-259BB669FBBD}" sibTransId="{7A0EACEB-BC6B-449E-B546-0CE58D6AEF09}"/>
    <dgm:cxn modelId="{79EFBD5A-2FB1-4BD3-A6BC-A2A450E8354F}" srcId="{D0331A5C-83E5-4A54-8F87-D07134E4563C}" destId="{59DFF994-F959-4772-A1D1-1AA4C709E9E0}" srcOrd="2" destOrd="0" parTransId="{484C53C5-F06E-4832-BD90-6FBD16D6EEE5}" sibTransId="{2A35FE0A-9CDB-44EC-9742-9331733556F3}"/>
    <dgm:cxn modelId="{1F68287E-A9D9-4E24-9B7B-E0134F56D9A6}" srcId="{D0331A5C-83E5-4A54-8F87-D07134E4563C}" destId="{23AFB8A8-CB9D-4A04-A776-E470235D2786}" srcOrd="0" destOrd="0" parTransId="{A1E6BB90-CBF4-4797-A224-2D6FB8888C9A}" sibTransId="{61C38938-72A8-4752-8AF0-9242C48F82C0}"/>
    <dgm:cxn modelId="{E3F08180-CF59-4F4C-B462-7B8CEC24FCE4}" type="presOf" srcId="{E8B41B2E-1966-4AC8-9A73-A1EE949C23D6}" destId="{D46491D3-31AE-44E6-81DF-EBB618C9A3CF}" srcOrd="0" destOrd="0" presId="urn:microsoft.com/office/officeart/2005/8/layout/vList2"/>
    <dgm:cxn modelId="{7CBE9F8C-47AC-4648-AE60-73F397E496CE}" type="presOf" srcId="{59DFF994-F959-4772-A1D1-1AA4C709E9E0}" destId="{0BB4AD6F-4257-42E4-9FA4-69FDDFB14FE2}" srcOrd="0" destOrd="0" presId="urn:microsoft.com/office/officeart/2005/8/layout/vList2"/>
    <dgm:cxn modelId="{F8527F99-632A-4544-A2B3-406136DD4F93}" type="presOf" srcId="{6942AA4B-5BFD-4A6A-94DD-C11E693E8F58}" destId="{DF936C49-6B62-42AA-903F-4AC254397E6F}" srcOrd="0" destOrd="0" presId="urn:microsoft.com/office/officeart/2005/8/layout/vList2"/>
    <dgm:cxn modelId="{B4F489E0-ED84-4EF6-97E1-4267089243D7}" type="presOf" srcId="{D0331A5C-83E5-4A54-8F87-D07134E4563C}" destId="{37C15EBB-EBF0-40EF-83F8-995D95FDF4C1}" srcOrd="0" destOrd="0" presId="urn:microsoft.com/office/officeart/2005/8/layout/vList2"/>
    <dgm:cxn modelId="{A25263F4-30D7-4F7A-99A8-2A24D9461778}" srcId="{D0331A5C-83E5-4A54-8F87-D07134E4563C}" destId="{6942AA4B-5BFD-4A6A-94DD-C11E693E8F58}" srcOrd="1" destOrd="0" parTransId="{D9C2B9B2-275F-4389-AD00-039526A64BEE}" sibTransId="{112891A1-5F7B-4A78-9C63-2348768B3FEC}"/>
    <dgm:cxn modelId="{E05FF5FD-AFDF-4F06-892B-11149DC7C471}" type="presOf" srcId="{23AFB8A8-CB9D-4A04-A776-E470235D2786}" destId="{FAB2E262-9D0C-4FA4-9A0B-9E6C58DD9180}" srcOrd="0" destOrd="0" presId="urn:microsoft.com/office/officeart/2005/8/layout/vList2"/>
    <dgm:cxn modelId="{6EDA7878-F6D3-4171-BC86-B927BEA64700}" type="presParOf" srcId="{37C15EBB-EBF0-40EF-83F8-995D95FDF4C1}" destId="{FAB2E262-9D0C-4FA4-9A0B-9E6C58DD9180}" srcOrd="0" destOrd="0" presId="urn:microsoft.com/office/officeart/2005/8/layout/vList2"/>
    <dgm:cxn modelId="{D7480811-E5D1-41E3-BF56-D32E127EBF09}" type="presParOf" srcId="{37C15EBB-EBF0-40EF-83F8-995D95FDF4C1}" destId="{105F2A9A-7ACC-4862-B731-9A10A632A2A4}" srcOrd="1" destOrd="0" presId="urn:microsoft.com/office/officeart/2005/8/layout/vList2"/>
    <dgm:cxn modelId="{F5BD07C6-5860-441A-AD0A-02DEEC168C19}" type="presParOf" srcId="{37C15EBB-EBF0-40EF-83F8-995D95FDF4C1}" destId="{DF936C49-6B62-42AA-903F-4AC254397E6F}" srcOrd="2" destOrd="0" presId="urn:microsoft.com/office/officeart/2005/8/layout/vList2"/>
    <dgm:cxn modelId="{28CFE79A-DA4D-4CEE-891F-D1D327BB8653}" type="presParOf" srcId="{37C15EBB-EBF0-40EF-83F8-995D95FDF4C1}" destId="{03175F27-77EA-41AC-ADCD-E44BC9E2BBFC}" srcOrd="3" destOrd="0" presId="urn:microsoft.com/office/officeart/2005/8/layout/vList2"/>
    <dgm:cxn modelId="{E489344B-3581-4DCC-A160-2F5C70E08278}" type="presParOf" srcId="{37C15EBB-EBF0-40EF-83F8-995D95FDF4C1}" destId="{0BB4AD6F-4257-42E4-9FA4-69FDDFB14FE2}" srcOrd="4" destOrd="0" presId="urn:microsoft.com/office/officeart/2005/8/layout/vList2"/>
    <dgm:cxn modelId="{FAB60DC2-4E57-4772-8F64-17EB920B16A9}" type="presParOf" srcId="{37C15EBB-EBF0-40EF-83F8-995D95FDF4C1}" destId="{AE279996-7F16-44AB-92F3-1277FC73BA3E}" srcOrd="5" destOrd="0" presId="urn:microsoft.com/office/officeart/2005/8/layout/vList2"/>
    <dgm:cxn modelId="{77D87851-97FE-4C87-AF47-7ED19BDF2A7B}" type="presParOf" srcId="{37C15EBB-EBF0-40EF-83F8-995D95FDF4C1}" destId="{D46491D3-31AE-44E6-81DF-EBB618C9A3C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DA6946-279D-499B-85A5-EFFAC4DB22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BB5DFF-7538-4D70-A494-2D57A07C79B5}">
      <dgm:prSet/>
      <dgm:spPr/>
      <dgm:t>
        <a:bodyPr/>
        <a:lstStyle/>
        <a:p>
          <a:r>
            <a:rPr lang="uk-UA" b="0" i="1"/>
            <a:t>«Волею українського народу Організація українських націоналістів під проводом Степана Бандери проголошує відновлення Української держави, за яку поклали голови цілі покоління найкращих синів України...»</a:t>
          </a:r>
          <a:endParaRPr lang="uk-UA"/>
        </a:p>
      </dgm:t>
    </dgm:pt>
    <dgm:pt modelId="{B9860CC7-C742-458F-8032-3D2E2F4D91D3}" type="parTrans" cxnId="{BE7F2C18-4AF5-426C-B69F-50A6D85713B4}">
      <dgm:prSet/>
      <dgm:spPr/>
      <dgm:t>
        <a:bodyPr/>
        <a:lstStyle/>
        <a:p>
          <a:endParaRPr lang="uk-UA"/>
        </a:p>
      </dgm:t>
    </dgm:pt>
    <dgm:pt modelId="{65662A7B-AEF8-4A8D-A6DF-D6B0B284876F}" type="sibTrans" cxnId="{BE7F2C18-4AF5-426C-B69F-50A6D85713B4}">
      <dgm:prSet/>
      <dgm:spPr/>
      <dgm:t>
        <a:bodyPr/>
        <a:lstStyle/>
        <a:p>
          <a:endParaRPr lang="uk-UA"/>
        </a:p>
      </dgm:t>
    </dgm:pt>
    <dgm:pt modelId="{14EA96BC-6A59-43CC-A1FC-8558B3744E31}">
      <dgm:prSet/>
      <dgm:spPr/>
      <dgm:t>
        <a:bodyPr/>
        <a:lstStyle/>
        <a:p>
          <a:r>
            <a:rPr lang="uk-UA" b="0" i="1"/>
            <a:t>«Уряд Української РСР... вирішив звернутися до Конференції Об'єднаних Націй із заявою, повідомляючи про своє бажання приєднатися до загальної організації Безпеки як одна з держав-засновниць, а також узяти участь у Конференції Об'єднаних Націй у Сан-Франциско...»</a:t>
          </a:r>
          <a:endParaRPr lang="uk-UA"/>
        </a:p>
      </dgm:t>
    </dgm:pt>
    <dgm:pt modelId="{B9DD24B9-1240-48C3-BE77-480D06399F4B}" type="parTrans" cxnId="{D428991A-D86F-4D4D-BC18-A5AB61108644}">
      <dgm:prSet/>
      <dgm:spPr/>
      <dgm:t>
        <a:bodyPr/>
        <a:lstStyle/>
        <a:p>
          <a:endParaRPr lang="uk-UA"/>
        </a:p>
      </dgm:t>
    </dgm:pt>
    <dgm:pt modelId="{CFDCDDA6-D674-4F25-81F0-02EAB703B4E7}" type="sibTrans" cxnId="{D428991A-D86F-4D4D-BC18-A5AB61108644}">
      <dgm:prSet/>
      <dgm:spPr/>
      <dgm:t>
        <a:bodyPr/>
        <a:lstStyle/>
        <a:p>
          <a:endParaRPr lang="uk-UA"/>
        </a:p>
      </dgm:t>
    </dgm:pt>
    <dgm:pt modelId="{0B1991ED-68F4-46AC-BBF0-A031A569ADE7}" type="pres">
      <dgm:prSet presAssocID="{B9DA6946-279D-499B-85A5-EFFAC4DB2205}" presName="linear" presStyleCnt="0">
        <dgm:presLayoutVars>
          <dgm:animLvl val="lvl"/>
          <dgm:resizeHandles val="exact"/>
        </dgm:presLayoutVars>
      </dgm:prSet>
      <dgm:spPr/>
    </dgm:pt>
    <dgm:pt modelId="{C14B232F-2982-4003-B090-BCEE93B52668}" type="pres">
      <dgm:prSet presAssocID="{0ABB5DFF-7538-4D70-A494-2D57A07C79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EEA76AF-E325-4851-BE02-BC405BDFBC5A}" type="pres">
      <dgm:prSet presAssocID="{65662A7B-AEF8-4A8D-A6DF-D6B0B284876F}" presName="spacer" presStyleCnt="0"/>
      <dgm:spPr/>
    </dgm:pt>
    <dgm:pt modelId="{3D1211F1-C911-4AD6-AC25-2BC0A6CD21B5}" type="pres">
      <dgm:prSet presAssocID="{14EA96BC-6A59-43CC-A1FC-8558B3744E3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E7F2C18-4AF5-426C-B69F-50A6D85713B4}" srcId="{B9DA6946-279D-499B-85A5-EFFAC4DB2205}" destId="{0ABB5DFF-7538-4D70-A494-2D57A07C79B5}" srcOrd="0" destOrd="0" parTransId="{B9860CC7-C742-458F-8032-3D2E2F4D91D3}" sibTransId="{65662A7B-AEF8-4A8D-A6DF-D6B0B284876F}"/>
    <dgm:cxn modelId="{D428991A-D86F-4D4D-BC18-A5AB61108644}" srcId="{B9DA6946-279D-499B-85A5-EFFAC4DB2205}" destId="{14EA96BC-6A59-43CC-A1FC-8558B3744E31}" srcOrd="1" destOrd="0" parTransId="{B9DD24B9-1240-48C3-BE77-480D06399F4B}" sibTransId="{CFDCDDA6-D674-4F25-81F0-02EAB703B4E7}"/>
    <dgm:cxn modelId="{72EDCF65-2C75-42B7-B027-276D99A4D174}" type="presOf" srcId="{B9DA6946-279D-499B-85A5-EFFAC4DB2205}" destId="{0B1991ED-68F4-46AC-BBF0-A031A569ADE7}" srcOrd="0" destOrd="0" presId="urn:microsoft.com/office/officeart/2005/8/layout/vList2"/>
    <dgm:cxn modelId="{6A15CE6E-AB75-4E98-8BF7-4BD371D84F4D}" type="presOf" srcId="{0ABB5DFF-7538-4D70-A494-2D57A07C79B5}" destId="{C14B232F-2982-4003-B090-BCEE93B52668}" srcOrd="0" destOrd="0" presId="urn:microsoft.com/office/officeart/2005/8/layout/vList2"/>
    <dgm:cxn modelId="{0ECD944F-1B6D-48E4-AA7C-766717548CF4}" type="presOf" srcId="{14EA96BC-6A59-43CC-A1FC-8558B3744E31}" destId="{3D1211F1-C911-4AD6-AC25-2BC0A6CD21B5}" srcOrd="0" destOrd="0" presId="urn:microsoft.com/office/officeart/2005/8/layout/vList2"/>
    <dgm:cxn modelId="{573B4024-C6B4-41ED-AC03-D48244161119}" type="presParOf" srcId="{0B1991ED-68F4-46AC-BBF0-A031A569ADE7}" destId="{C14B232F-2982-4003-B090-BCEE93B52668}" srcOrd="0" destOrd="0" presId="urn:microsoft.com/office/officeart/2005/8/layout/vList2"/>
    <dgm:cxn modelId="{05EFF8DC-9570-4BBB-9659-B551BE04B3A1}" type="presParOf" srcId="{0B1991ED-68F4-46AC-BBF0-A031A569ADE7}" destId="{6EEA76AF-E325-4851-BE02-BC405BDFBC5A}" srcOrd="1" destOrd="0" presId="urn:microsoft.com/office/officeart/2005/8/layout/vList2"/>
    <dgm:cxn modelId="{82D58B99-1FCD-4FBD-ABBD-7D2BB43D08DA}" type="presParOf" srcId="{0B1991ED-68F4-46AC-BBF0-A031A569ADE7}" destId="{3D1211F1-C911-4AD6-AC25-2BC0A6CD21B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9040DDE-8B09-405F-BE73-431AAD37C98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4F3A015-DBCF-43FA-A828-A8BABEFC5B42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83597233-B11D-44FC-9968-8E44200BC4E0}" type="parTrans" cxnId="{EDF88C96-00BB-4259-9C7E-D3394764BFC8}">
      <dgm:prSet/>
      <dgm:spPr/>
      <dgm:t>
        <a:bodyPr/>
        <a:lstStyle/>
        <a:p>
          <a:endParaRPr lang="uk-UA"/>
        </a:p>
      </dgm:t>
    </dgm:pt>
    <dgm:pt modelId="{B516A2F0-5DD4-4DBF-9901-48871FAAED4A}" type="sibTrans" cxnId="{EDF88C96-00BB-4259-9C7E-D3394764BFC8}">
      <dgm:prSet/>
      <dgm:spPr/>
      <dgm:t>
        <a:bodyPr/>
        <a:lstStyle/>
        <a:p>
          <a:endParaRPr lang="uk-UA"/>
        </a:p>
      </dgm:t>
    </dgm:pt>
    <dgm:pt modelId="{1BBFB176-4BF8-4A8E-8E19-F9D36F2274A1}">
      <dgm:prSet/>
      <dgm:spPr/>
      <dgm:t>
        <a:bodyPr/>
        <a:lstStyle/>
        <a:p>
          <a:r>
            <a:rPr lang="ru-RU" b="0" i="0"/>
            <a:t>1941р.</a:t>
          </a:r>
          <a:endParaRPr lang="uk-UA"/>
        </a:p>
      </dgm:t>
    </dgm:pt>
    <dgm:pt modelId="{C2DEE92E-5F1E-43E2-8BBD-61D3D8E07060}" type="parTrans" cxnId="{1564B003-1211-42C3-8B2F-60B68F6B69F3}">
      <dgm:prSet/>
      <dgm:spPr/>
      <dgm:t>
        <a:bodyPr/>
        <a:lstStyle/>
        <a:p>
          <a:endParaRPr lang="uk-UA"/>
        </a:p>
      </dgm:t>
    </dgm:pt>
    <dgm:pt modelId="{F1131F0E-CE9C-416D-81C1-E0CB6FCFD3D6}" type="sibTrans" cxnId="{1564B003-1211-42C3-8B2F-60B68F6B69F3}">
      <dgm:prSet/>
      <dgm:spPr/>
      <dgm:t>
        <a:bodyPr/>
        <a:lstStyle/>
        <a:p>
          <a:endParaRPr lang="uk-UA"/>
        </a:p>
      </dgm:t>
    </dgm:pt>
    <dgm:pt modelId="{18DE5F52-3F34-46FD-AF56-CF322E890759}">
      <dgm:prSet/>
      <dgm:spPr/>
      <dgm:t>
        <a:bodyPr/>
        <a:lstStyle/>
        <a:p>
          <a:r>
            <a:rPr lang="ru-RU" b="0" i="0"/>
            <a:t>1943 р.</a:t>
          </a:r>
          <a:endParaRPr lang="uk-UA"/>
        </a:p>
      </dgm:t>
    </dgm:pt>
    <dgm:pt modelId="{9C76F338-5C61-46EA-B42E-579A67A47BF5}" type="parTrans" cxnId="{0F5FB690-51BA-4E7C-BE88-DC3B2F9E17B1}">
      <dgm:prSet/>
      <dgm:spPr/>
      <dgm:t>
        <a:bodyPr/>
        <a:lstStyle/>
        <a:p>
          <a:endParaRPr lang="uk-UA"/>
        </a:p>
      </dgm:t>
    </dgm:pt>
    <dgm:pt modelId="{A2D73759-67A0-4539-B044-61744262A502}" type="sibTrans" cxnId="{0F5FB690-51BA-4E7C-BE88-DC3B2F9E17B1}">
      <dgm:prSet/>
      <dgm:spPr/>
      <dgm:t>
        <a:bodyPr/>
        <a:lstStyle/>
        <a:p>
          <a:endParaRPr lang="uk-UA"/>
        </a:p>
      </dgm:t>
    </dgm:pt>
    <dgm:pt modelId="{DD6CD1B0-6897-4BD0-9A70-F9648FE0D3B6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98973BAD-725C-4B7D-B4FC-A6DA285D3B41}" type="parTrans" cxnId="{9E35502F-62F9-4115-B36F-3330E36D34D8}">
      <dgm:prSet/>
      <dgm:spPr/>
      <dgm:t>
        <a:bodyPr/>
        <a:lstStyle/>
        <a:p>
          <a:endParaRPr lang="uk-UA"/>
        </a:p>
      </dgm:t>
    </dgm:pt>
    <dgm:pt modelId="{CE9E0657-CCFB-4AA9-BED5-056CAA80CBD7}" type="sibTrans" cxnId="{9E35502F-62F9-4115-B36F-3330E36D34D8}">
      <dgm:prSet/>
      <dgm:spPr/>
      <dgm:t>
        <a:bodyPr/>
        <a:lstStyle/>
        <a:p>
          <a:endParaRPr lang="uk-UA"/>
        </a:p>
      </dgm:t>
    </dgm:pt>
    <dgm:pt modelId="{8B51B0FC-F60E-4ED7-B5A1-27C3C6E4556A}">
      <dgm:prSet/>
      <dgm:spPr/>
      <dgm:t>
        <a:bodyPr/>
        <a:lstStyle/>
        <a:p>
          <a:r>
            <a:rPr lang="ru-RU" b="0" i="0"/>
            <a:t>1945 р.</a:t>
          </a:r>
          <a:endParaRPr lang="uk-UA"/>
        </a:p>
      </dgm:t>
    </dgm:pt>
    <dgm:pt modelId="{9727EED9-F722-4EF7-92B2-7AED2E9EA60C}" type="parTrans" cxnId="{72BF535B-B2ED-410A-94CE-B66080E7846C}">
      <dgm:prSet/>
      <dgm:spPr/>
      <dgm:t>
        <a:bodyPr/>
        <a:lstStyle/>
        <a:p>
          <a:endParaRPr lang="uk-UA"/>
        </a:p>
      </dgm:t>
    </dgm:pt>
    <dgm:pt modelId="{B41A7C57-A64F-4691-83B1-689A7F912DC9}" type="sibTrans" cxnId="{72BF535B-B2ED-410A-94CE-B66080E7846C}">
      <dgm:prSet/>
      <dgm:spPr/>
      <dgm:t>
        <a:bodyPr/>
        <a:lstStyle/>
        <a:p>
          <a:endParaRPr lang="uk-UA"/>
        </a:p>
      </dgm:t>
    </dgm:pt>
    <dgm:pt modelId="{24C2F8A4-0505-428E-A88A-F5D8183E216D}" type="pres">
      <dgm:prSet presAssocID="{E9040DDE-8B09-405F-BE73-431AAD37C982}" presName="linearFlow" presStyleCnt="0">
        <dgm:presLayoutVars>
          <dgm:dir/>
          <dgm:resizeHandles val="exact"/>
        </dgm:presLayoutVars>
      </dgm:prSet>
      <dgm:spPr/>
    </dgm:pt>
    <dgm:pt modelId="{787D0FE3-793E-4E20-B6B1-30E719A6D93C}" type="pres">
      <dgm:prSet presAssocID="{04F3A015-DBCF-43FA-A828-A8BABEFC5B42}" presName="composite" presStyleCnt="0"/>
      <dgm:spPr/>
    </dgm:pt>
    <dgm:pt modelId="{F60F64A1-F909-4C40-BB91-AE9310AFE63E}" type="pres">
      <dgm:prSet presAssocID="{04F3A015-DBCF-43FA-A828-A8BABEFC5B42}" presName="imgShp" presStyleLbl="fgImgPlace1" presStyleIdx="0" presStyleCnt="5"/>
      <dgm:spPr/>
    </dgm:pt>
    <dgm:pt modelId="{7B805DE0-74E9-4FFE-B2E6-99936A8CA71A}" type="pres">
      <dgm:prSet presAssocID="{04F3A015-DBCF-43FA-A828-A8BABEFC5B42}" presName="txShp" presStyleLbl="node1" presStyleIdx="0" presStyleCnt="5">
        <dgm:presLayoutVars>
          <dgm:bulletEnabled val="1"/>
        </dgm:presLayoutVars>
      </dgm:prSet>
      <dgm:spPr/>
    </dgm:pt>
    <dgm:pt modelId="{32B012CB-EF05-4569-9910-56F3B86C248E}" type="pres">
      <dgm:prSet presAssocID="{B516A2F0-5DD4-4DBF-9901-48871FAAED4A}" presName="spacing" presStyleCnt="0"/>
      <dgm:spPr/>
    </dgm:pt>
    <dgm:pt modelId="{E842DCD4-3CDF-4312-AB2A-21CEEA031E88}" type="pres">
      <dgm:prSet presAssocID="{1BBFB176-4BF8-4A8E-8E19-F9D36F2274A1}" presName="composite" presStyleCnt="0"/>
      <dgm:spPr/>
    </dgm:pt>
    <dgm:pt modelId="{8D1D0FD4-4193-408D-8BC6-2D9F2BE9E69F}" type="pres">
      <dgm:prSet presAssocID="{1BBFB176-4BF8-4A8E-8E19-F9D36F2274A1}" presName="imgShp" presStyleLbl="fgImgPlace1" presStyleIdx="1" presStyleCnt="5"/>
      <dgm:spPr/>
    </dgm:pt>
    <dgm:pt modelId="{BAEDE4C6-9A20-4A3C-B45C-720D88DCAC3E}" type="pres">
      <dgm:prSet presAssocID="{1BBFB176-4BF8-4A8E-8E19-F9D36F2274A1}" presName="txShp" presStyleLbl="node1" presStyleIdx="1" presStyleCnt="5">
        <dgm:presLayoutVars>
          <dgm:bulletEnabled val="1"/>
        </dgm:presLayoutVars>
      </dgm:prSet>
      <dgm:spPr/>
    </dgm:pt>
    <dgm:pt modelId="{275D7DCE-3973-4B6D-8200-D7F08AA7B9D6}" type="pres">
      <dgm:prSet presAssocID="{F1131F0E-CE9C-416D-81C1-E0CB6FCFD3D6}" presName="spacing" presStyleCnt="0"/>
      <dgm:spPr/>
    </dgm:pt>
    <dgm:pt modelId="{A69B4D7E-D175-4246-93B4-C7C02C516D0D}" type="pres">
      <dgm:prSet presAssocID="{18DE5F52-3F34-46FD-AF56-CF322E890759}" presName="composite" presStyleCnt="0"/>
      <dgm:spPr/>
    </dgm:pt>
    <dgm:pt modelId="{46DDFDBC-3691-4E3C-AA22-C3DD00D286F8}" type="pres">
      <dgm:prSet presAssocID="{18DE5F52-3F34-46FD-AF56-CF322E890759}" presName="imgShp" presStyleLbl="fgImgPlace1" presStyleIdx="2" presStyleCnt="5"/>
      <dgm:spPr/>
    </dgm:pt>
    <dgm:pt modelId="{C4F7E30D-0848-464A-A591-98CB76F14D98}" type="pres">
      <dgm:prSet presAssocID="{18DE5F52-3F34-46FD-AF56-CF322E890759}" presName="txShp" presStyleLbl="node1" presStyleIdx="2" presStyleCnt="5">
        <dgm:presLayoutVars>
          <dgm:bulletEnabled val="1"/>
        </dgm:presLayoutVars>
      </dgm:prSet>
      <dgm:spPr/>
    </dgm:pt>
    <dgm:pt modelId="{1C1B5D14-8D9B-44E5-B7C5-413266467787}" type="pres">
      <dgm:prSet presAssocID="{A2D73759-67A0-4539-B044-61744262A502}" presName="spacing" presStyleCnt="0"/>
      <dgm:spPr/>
    </dgm:pt>
    <dgm:pt modelId="{EE49F197-0A3A-4FF0-BF95-1932FDDDCD2F}" type="pres">
      <dgm:prSet presAssocID="{DD6CD1B0-6897-4BD0-9A70-F9648FE0D3B6}" presName="composite" presStyleCnt="0"/>
      <dgm:spPr/>
    </dgm:pt>
    <dgm:pt modelId="{B8C260A8-9E92-4EA8-B7AA-19795E5620F6}" type="pres">
      <dgm:prSet presAssocID="{DD6CD1B0-6897-4BD0-9A70-F9648FE0D3B6}" presName="imgShp" presStyleLbl="fgImgPlace1" presStyleIdx="3" presStyleCnt="5"/>
      <dgm:spPr/>
    </dgm:pt>
    <dgm:pt modelId="{A2522DC7-3E43-4740-A6F6-7F66E0DFAA15}" type="pres">
      <dgm:prSet presAssocID="{DD6CD1B0-6897-4BD0-9A70-F9648FE0D3B6}" presName="txShp" presStyleLbl="node1" presStyleIdx="3" presStyleCnt="5">
        <dgm:presLayoutVars>
          <dgm:bulletEnabled val="1"/>
        </dgm:presLayoutVars>
      </dgm:prSet>
      <dgm:spPr/>
    </dgm:pt>
    <dgm:pt modelId="{95AD1787-6A62-4FAB-8583-932822C1B829}" type="pres">
      <dgm:prSet presAssocID="{CE9E0657-CCFB-4AA9-BED5-056CAA80CBD7}" presName="spacing" presStyleCnt="0"/>
      <dgm:spPr/>
    </dgm:pt>
    <dgm:pt modelId="{019F2910-1FFE-4246-85CF-D5897693A706}" type="pres">
      <dgm:prSet presAssocID="{8B51B0FC-F60E-4ED7-B5A1-27C3C6E4556A}" presName="composite" presStyleCnt="0"/>
      <dgm:spPr/>
    </dgm:pt>
    <dgm:pt modelId="{CAB7C6FE-0B19-45A7-B981-35E909AFC7F3}" type="pres">
      <dgm:prSet presAssocID="{8B51B0FC-F60E-4ED7-B5A1-27C3C6E4556A}" presName="imgShp" presStyleLbl="fgImgPlace1" presStyleIdx="4" presStyleCnt="5"/>
      <dgm:spPr/>
    </dgm:pt>
    <dgm:pt modelId="{BECF60F0-6F4C-408D-9B21-27AFD27F753E}" type="pres">
      <dgm:prSet presAssocID="{8B51B0FC-F60E-4ED7-B5A1-27C3C6E4556A}" presName="txShp" presStyleLbl="node1" presStyleIdx="4" presStyleCnt="5">
        <dgm:presLayoutVars>
          <dgm:bulletEnabled val="1"/>
        </dgm:presLayoutVars>
      </dgm:prSet>
      <dgm:spPr/>
    </dgm:pt>
  </dgm:ptLst>
  <dgm:cxnLst>
    <dgm:cxn modelId="{1564B003-1211-42C3-8B2F-60B68F6B69F3}" srcId="{E9040DDE-8B09-405F-BE73-431AAD37C982}" destId="{1BBFB176-4BF8-4A8E-8E19-F9D36F2274A1}" srcOrd="1" destOrd="0" parTransId="{C2DEE92E-5F1E-43E2-8BBD-61D3D8E07060}" sibTransId="{F1131F0E-CE9C-416D-81C1-E0CB6FCFD3D6}"/>
    <dgm:cxn modelId="{9E35502F-62F9-4115-B36F-3330E36D34D8}" srcId="{E9040DDE-8B09-405F-BE73-431AAD37C982}" destId="{DD6CD1B0-6897-4BD0-9A70-F9648FE0D3B6}" srcOrd="3" destOrd="0" parTransId="{98973BAD-725C-4B7D-B4FC-A6DA285D3B41}" sibTransId="{CE9E0657-CCFB-4AA9-BED5-056CAA80CBD7}"/>
    <dgm:cxn modelId="{72BF535B-B2ED-410A-94CE-B66080E7846C}" srcId="{E9040DDE-8B09-405F-BE73-431AAD37C982}" destId="{8B51B0FC-F60E-4ED7-B5A1-27C3C6E4556A}" srcOrd="4" destOrd="0" parTransId="{9727EED9-F722-4EF7-92B2-7AED2E9EA60C}" sibTransId="{B41A7C57-A64F-4691-83B1-689A7F912DC9}"/>
    <dgm:cxn modelId="{D66E7B6A-8D26-441D-9782-AAD418427420}" type="presOf" srcId="{1BBFB176-4BF8-4A8E-8E19-F9D36F2274A1}" destId="{BAEDE4C6-9A20-4A3C-B45C-720D88DCAC3E}" srcOrd="0" destOrd="0" presId="urn:microsoft.com/office/officeart/2005/8/layout/vList3"/>
    <dgm:cxn modelId="{72B3D27C-B39E-4B49-B54B-B71FDB559A75}" type="presOf" srcId="{18DE5F52-3F34-46FD-AF56-CF322E890759}" destId="{C4F7E30D-0848-464A-A591-98CB76F14D98}" srcOrd="0" destOrd="0" presId="urn:microsoft.com/office/officeart/2005/8/layout/vList3"/>
    <dgm:cxn modelId="{0F5FB690-51BA-4E7C-BE88-DC3B2F9E17B1}" srcId="{E9040DDE-8B09-405F-BE73-431AAD37C982}" destId="{18DE5F52-3F34-46FD-AF56-CF322E890759}" srcOrd="2" destOrd="0" parTransId="{9C76F338-5C61-46EA-B42E-579A67A47BF5}" sibTransId="{A2D73759-67A0-4539-B044-61744262A502}"/>
    <dgm:cxn modelId="{EDF88C96-00BB-4259-9C7E-D3394764BFC8}" srcId="{E9040DDE-8B09-405F-BE73-431AAD37C982}" destId="{04F3A015-DBCF-43FA-A828-A8BABEFC5B42}" srcOrd="0" destOrd="0" parTransId="{83597233-B11D-44FC-9968-8E44200BC4E0}" sibTransId="{B516A2F0-5DD4-4DBF-9901-48871FAAED4A}"/>
    <dgm:cxn modelId="{DFB8709E-2759-49A8-972B-A16EE4269057}" type="presOf" srcId="{E9040DDE-8B09-405F-BE73-431AAD37C982}" destId="{24C2F8A4-0505-428E-A88A-F5D8183E216D}" srcOrd="0" destOrd="0" presId="urn:microsoft.com/office/officeart/2005/8/layout/vList3"/>
    <dgm:cxn modelId="{D1B5B2A9-D3F3-494F-A712-4649A7578617}" type="presOf" srcId="{04F3A015-DBCF-43FA-A828-A8BABEFC5B42}" destId="{7B805DE0-74E9-4FFE-B2E6-99936A8CA71A}" srcOrd="0" destOrd="0" presId="urn:microsoft.com/office/officeart/2005/8/layout/vList3"/>
    <dgm:cxn modelId="{294806B8-EA9D-4D4E-91EE-A74CD1AE6F98}" type="presOf" srcId="{8B51B0FC-F60E-4ED7-B5A1-27C3C6E4556A}" destId="{BECF60F0-6F4C-408D-9B21-27AFD27F753E}" srcOrd="0" destOrd="0" presId="urn:microsoft.com/office/officeart/2005/8/layout/vList3"/>
    <dgm:cxn modelId="{C1B8BFFB-A22D-4527-9FD3-F80B13B39ACC}" type="presOf" srcId="{DD6CD1B0-6897-4BD0-9A70-F9648FE0D3B6}" destId="{A2522DC7-3E43-4740-A6F6-7F66E0DFAA15}" srcOrd="0" destOrd="0" presId="urn:microsoft.com/office/officeart/2005/8/layout/vList3"/>
    <dgm:cxn modelId="{EAA35E63-EE45-445B-B296-1A17E642B91F}" type="presParOf" srcId="{24C2F8A4-0505-428E-A88A-F5D8183E216D}" destId="{787D0FE3-793E-4E20-B6B1-30E719A6D93C}" srcOrd="0" destOrd="0" presId="urn:microsoft.com/office/officeart/2005/8/layout/vList3"/>
    <dgm:cxn modelId="{895F352F-AD25-4142-BB27-4A9F7ABDD90D}" type="presParOf" srcId="{787D0FE3-793E-4E20-B6B1-30E719A6D93C}" destId="{F60F64A1-F909-4C40-BB91-AE9310AFE63E}" srcOrd="0" destOrd="0" presId="urn:microsoft.com/office/officeart/2005/8/layout/vList3"/>
    <dgm:cxn modelId="{6A6610A3-3625-45D0-A595-8407459DC686}" type="presParOf" srcId="{787D0FE3-793E-4E20-B6B1-30E719A6D93C}" destId="{7B805DE0-74E9-4FFE-B2E6-99936A8CA71A}" srcOrd="1" destOrd="0" presId="urn:microsoft.com/office/officeart/2005/8/layout/vList3"/>
    <dgm:cxn modelId="{291E1D87-3D97-48A3-841E-DAA7B8CBAAF6}" type="presParOf" srcId="{24C2F8A4-0505-428E-A88A-F5D8183E216D}" destId="{32B012CB-EF05-4569-9910-56F3B86C248E}" srcOrd="1" destOrd="0" presId="urn:microsoft.com/office/officeart/2005/8/layout/vList3"/>
    <dgm:cxn modelId="{A98469D4-8026-424C-A7EB-A1C9953E4D89}" type="presParOf" srcId="{24C2F8A4-0505-428E-A88A-F5D8183E216D}" destId="{E842DCD4-3CDF-4312-AB2A-21CEEA031E88}" srcOrd="2" destOrd="0" presId="urn:microsoft.com/office/officeart/2005/8/layout/vList3"/>
    <dgm:cxn modelId="{C3240721-6297-4615-90EB-EBB6C206FF91}" type="presParOf" srcId="{E842DCD4-3CDF-4312-AB2A-21CEEA031E88}" destId="{8D1D0FD4-4193-408D-8BC6-2D9F2BE9E69F}" srcOrd="0" destOrd="0" presId="urn:microsoft.com/office/officeart/2005/8/layout/vList3"/>
    <dgm:cxn modelId="{D2E744EE-2FD8-446A-95F5-478A690E72CE}" type="presParOf" srcId="{E842DCD4-3CDF-4312-AB2A-21CEEA031E88}" destId="{BAEDE4C6-9A20-4A3C-B45C-720D88DCAC3E}" srcOrd="1" destOrd="0" presId="urn:microsoft.com/office/officeart/2005/8/layout/vList3"/>
    <dgm:cxn modelId="{9CA8693B-9CE1-4FC9-856F-9F821B0AAD57}" type="presParOf" srcId="{24C2F8A4-0505-428E-A88A-F5D8183E216D}" destId="{275D7DCE-3973-4B6D-8200-D7F08AA7B9D6}" srcOrd="3" destOrd="0" presId="urn:microsoft.com/office/officeart/2005/8/layout/vList3"/>
    <dgm:cxn modelId="{7B89E958-8055-477E-BF25-728EB32A63B8}" type="presParOf" srcId="{24C2F8A4-0505-428E-A88A-F5D8183E216D}" destId="{A69B4D7E-D175-4246-93B4-C7C02C516D0D}" srcOrd="4" destOrd="0" presId="urn:microsoft.com/office/officeart/2005/8/layout/vList3"/>
    <dgm:cxn modelId="{A12F01A4-5E33-4705-B1BF-743EA861A0C7}" type="presParOf" srcId="{A69B4D7E-D175-4246-93B4-C7C02C516D0D}" destId="{46DDFDBC-3691-4E3C-AA22-C3DD00D286F8}" srcOrd="0" destOrd="0" presId="urn:microsoft.com/office/officeart/2005/8/layout/vList3"/>
    <dgm:cxn modelId="{0AFBB992-5FF3-47D3-A473-AA3C978E83E0}" type="presParOf" srcId="{A69B4D7E-D175-4246-93B4-C7C02C516D0D}" destId="{C4F7E30D-0848-464A-A591-98CB76F14D98}" srcOrd="1" destOrd="0" presId="urn:microsoft.com/office/officeart/2005/8/layout/vList3"/>
    <dgm:cxn modelId="{FAF7C0EA-0405-4C14-921D-176C8806225D}" type="presParOf" srcId="{24C2F8A4-0505-428E-A88A-F5D8183E216D}" destId="{1C1B5D14-8D9B-44E5-B7C5-413266467787}" srcOrd="5" destOrd="0" presId="urn:microsoft.com/office/officeart/2005/8/layout/vList3"/>
    <dgm:cxn modelId="{FD46DD20-BD41-4605-AD94-BA937BA7F704}" type="presParOf" srcId="{24C2F8A4-0505-428E-A88A-F5D8183E216D}" destId="{EE49F197-0A3A-4FF0-BF95-1932FDDDCD2F}" srcOrd="6" destOrd="0" presId="urn:microsoft.com/office/officeart/2005/8/layout/vList3"/>
    <dgm:cxn modelId="{6B6F9443-EFDD-4590-A77E-49EF36494748}" type="presParOf" srcId="{EE49F197-0A3A-4FF0-BF95-1932FDDDCD2F}" destId="{B8C260A8-9E92-4EA8-B7AA-19795E5620F6}" srcOrd="0" destOrd="0" presId="urn:microsoft.com/office/officeart/2005/8/layout/vList3"/>
    <dgm:cxn modelId="{71239ECF-1F2B-441B-8F66-1B7191217B25}" type="presParOf" srcId="{EE49F197-0A3A-4FF0-BF95-1932FDDDCD2F}" destId="{A2522DC7-3E43-4740-A6F6-7F66E0DFAA15}" srcOrd="1" destOrd="0" presId="urn:microsoft.com/office/officeart/2005/8/layout/vList3"/>
    <dgm:cxn modelId="{44CE0D98-A17F-4F4A-A774-667CD819D645}" type="presParOf" srcId="{24C2F8A4-0505-428E-A88A-F5D8183E216D}" destId="{95AD1787-6A62-4FAB-8583-932822C1B829}" srcOrd="7" destOrd="0" presId="urn:microsoft.com/office/officeart/2005/8/layout/vList3"/>
    <dgm:cxn modelId="{5DB8D468-3116-4EE4-A528-79B8AE3E9705}" type="presParOf" srcId="{24C2F8A4-0505-428E-A88A-F5D8183E216D}" destId="{019F2910-1FFE-4246-85CF-D5897693A706}" srcOrd="8" destOrd="0" presId="urn:microsoft.com/office/officeart/2005/8/layout/vList3"/>
    <dgm:cxn modelId="{7A114965-D7CB-4123-807C-DADC73FF6F81}" type="presParOf" srcId="{019F2910-1FFE-4246-85CF-D5897693A706}" destId="{CAB7C6FE-0B19-45A7-B981-35E909AFC7F3}" srcOrd="0" destOrd="0" presId="urn:microsoft.com/office/officeart/2005/8/layout/vList3"/>
    <dgm:cxn modelId="{39BCBFAE-4A4C-478B-B537-1FB6932F2398}" type="presParOf" srcId="{019F2910-1FFE-4246-85CF-D5897693A706}" destId="{BECF60F0-6F4C-408D-9B21-27AFD27F753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FD423F7-1ED0-4C90-B519-C94DD54B99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44E30B3-9035-44EF-8FFF-CF297B4D4681}">
      <dgm:prSet/>
      <dgm:spPr/>
      <dgm:t>
        <a:bodyPr/>
        <a:lstStyle/>
        <a:p>
          <a:r>
            <a:rPr lang="uk-UA" b="0" i="1"/>
            <a:t>«Волею всього багатонаціонального радянського народу, за наказом Радянського уряду Червона армія звільнила навіки народ Західної України від влади польських поміщиків і капіталістів...»</a:t>
          </a:r>
          <a:endParaRPr lang="uk-UA"/>
        </a:p>
      </dgm:t>
    </dgm:pt>
    <dgm:pt modelId="{820F3953-E9E8-4F11-93CE-4A8F7A8F07DB}" type="parTrans" cxnId="{E0AF039F-B416-4EA8-9E51-068127DDE46F}">
      <dgm:prSet/>
      <dgm:spPr/>
      <dgm:t>
        <a:bodyPr/>
        <a:lstStyle/>
        <a:p>
          <a:endParaRPr lang="uk-UA"/>
        </a:p>
      </dgm:t>
    </dgm:pt>
    <dgm:pt modelId="{FD5813A6-7EFD-4071-AB8D-E1040DF62575}" type="sibTrans" cxnId="{E0AF039F-B416-4EA8-9E51-068127DDE46F}">
      <dgm:prSet/>
      <dgm:spPr/>
      <dgm:t>
        <a:bodyPr/>
        <a:lstStyle/>
        <a:p>
          <a:endParaRPr lang="uk-UA"/>
        </a:p>
      </dgm:t>
    </dgm:pt>
    <dgm:pt modelId="{E633033B-1C66-42CA-B921-C456A8A737B5}">
      <dgm:prSet/>
      <dgm:spPr/>
      <dgm:t>
        <a:bodyPr/>
        <a:lstStyle/>
        <a:p>
          <a:r>
            <a:rPr lang="uk-UA" b="0" i="1"/>
            <a:t>«Під безперервним вогнем артилерії та ударами німецької авіації війська змушені були проводити переправу... часто переправлялися через Дніпро без танків і важкої артилерії. Під вогнем ворога воїни пливли на правий берег хто як міг: тримаючись за дошки, плащ-намети, напхані соломою. Тонули тисячами в холодній листопадовій воді...»</a:t>
          </a:r>
          <a:endParaRPr lang="uk-UA"/>
        </a:p>
      </dgm:t>
    </dgm:pt>
    <dgm:pt modelId="{F3C245EF-AF57-48E9-9D3E-B81B7F2F8561}" type="parTrans" cxnId="{FC0196BF-B583-4911-8324-6B0BFA1D4A61}">
      <dgm:prSet/>
      <dgm:spPr/>
      <dgm:t>
        <a:bodyPr/>
        <a:lstStyle/>
        <a:p>
          <a:endParaRPr lang="uk-UA"/>
        </a:p>
      </dgm:t>
    </dgm:pt>
    <dgm:pt modelId="{8473F67E-1CC0-4BDA-AF4E-12EA86D351C9}" type="sibTrans" cxnId="{FC0196BF-B583-4911-8324-6B0BFA1D4A61}">
      <dgm:prSet/>
      <dgm:spPr/>
      <dgm:t>
        <a:bodyPr/>
        <a:lstStyle/>
        <a:p>
          <a:endParaRPr lang="uk-UA"/>
        </a:p>
      </dgm:t>
    </dgm:pt>
    <dgm:pt modelId="{F4112380-8080-46B3-980B-754BF31D4C80}" type="pres">
      <dgm:prSet presAssocID="{EFD423F7-1ED0-4C90-B519-C94DD54B9903}" presName="linear" presStyleCnt="0">
        <dgm:presLayoutVars>
          <dgm:animLvl val="lvl"/>
          <dgm:resizeHandles val="exact"/>
        </dgm:presLayoutVars>
      </dgm:prSet>
      <dgm:spPr/>
    </dgm:pt>
    <dgm:pt modelId="{CA4FE2D2-58B3-4ECD-B114-25816714BB0F}" type="pres">
      <dgm:prSet presAssocID="{444E30B3-9035-44EF-8FFF-CF297B4D468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AC3C5EE-145A-4D1F-B8BB-1A772FFBA3BC}" type="pres">
      <dgm:prSet presAssocID="{FD5813A6-7EFD-4071-AB8D-E1040DF62575}" presName="spacer" presStyleCnt="0"/>
      <dgm:spPr/>
    </dgm:pt>
    <dgm:pt modelId="{61A58824-32ED-49F1-A422-F902CEF60984}" type="pres">
      <dgm:prSet presAssocID="{E633033B-1C66-42CA-B921-C456A8A737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A7E3E0C-ED09-442F-A870-95A1078EAA66}" type="presOf" srcId="{E633033B-1C66-42CA-B921-C456A8A737B5}" destId="{61A58824-32ED-49F1-A422-F902CEF60984}" srcOrd="0" destOrd="0" presId="urn:microsoft.com/office/officeart/2005/8/layout/vList2"/>
    <dgm:cxn modelId="{B4176021-AFB7-4F11-A81F-1EC17F9F2162}" type="presOf" srcId="{444E30B3-9035-44EF-8FFF-CF297B4D4681}" destId="{CA4FE2D2-58B3-4ECD-B114-25816714BB0F}" srcOrd="0" destOrd="0" presId="urn:microsoft.com/office/officeart/2005/8/layout/vList2"/>
    <dgm:cxn modelId="{E38F872E-6066-44EC-8A4D-7F2493A0BFA1}" type="presOf" srcId="{EFD423F7-1ED0-4C90-B519-C94DD54B9903}" destId="{F4112380-8080-46B3-980B-754BF31D4C80}" srcOrd="0" destOrd="0" presId="urn:microsoft.com/office/officeart/2005/8/layout/vList2"/>
    <dgm:cxn modelId="{E0AF039F-B416-4EA8-9E51-068127DDE46F}" srcId="{EFD423F7-1ED0-4C90-B519-C94DD54B9903}" destId="{444E30B3-9035-44EF-8FFF-CF297B4D4681}" srcOrd="0" destOrd="0" parTransId="{820F3953-E9E8-4F11-93CE-4A8F7A8F07DB}" sibTransId="{FD5813A6-7EFD-4071-AB8D-E1040DF62575}"/>
    <dgm:cxn modelId="{FC0196BF-B583-4911-8324-6B0BFA1D4A61}" srcId="{EFD423F7-1ED0-4C90-B519-C94DD54B9903}" destId="{E633033B-1C66-42CA-B921-C456A8A737B5}" srcOrd="1" destOrd="0" parTransId="{F3C245EF-AF57-48E9-9D3E-B81B7F2F8561}" sibTransId="{8473F67E-1CC0-4BDA-AF4E-12EA86D351C9}"/>
    <dgm:cxn modelId="{6B420A2A-E242-4042-8003-119091087B99}" type="presParOf" srcId="{F4112380-8080-46B3-980B-754BF31D4C80}" destId="{CA4FE2D2-58B3-4ECD-B114-25816714BB0F}" srcOrd="0" destOrd="0" presId="urn:microsoft.com/office/officeart/2005/8/layout/vList2"/>
    <dgm:cxn modelId="{61D86487-017A-48DF-B447-00FC9852B69B}" type="presParOf" srcId="{F4112380-8080-46B3-980B-754BF31D4C80}" destId="{CAC3C5EE-145A-4D1F-B8BB-1A772FFBA3BC}" srcOrd="1" destOrd="0" presId="urn:microsoft.com/office/officeart/2005/8/layout/vList2"/>
    <dgm:cxn modelId="{683CE393-F938-4A0A-BA1F-12579549FA3B}" type="presParOf" srcId="{F4112380-8080-46B3-980B-754BF31D4C80}" destId="{61A58824-32ED-49F1-A422-F902CEF6098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1BC192D-4F80-4F4B-A652-85B3993B7F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8F9274-E831-4F19-B9C5-BC50D4EBF2D6}">
      <dgm:prSet/>
      <dgm:spPr/>
      <dgm:t>
        <a:bodyPr/>
        <a:lstStyle/>
        <a:p>
          <a:r>
            <a:rPr lang="uk-UA" b="0" i="0"/>
            <a:t>встановлення «нового порядку» в Україні</a:t>
          </a:r>
          <a:endParaRPr lang="uk-UA"/>
        </a:p>
      </dgm:t>
    </dgm:pt>
    <dgm:pt modelId="{C04E9123-9D3D-499E-B8E9-EB583FAB76FE}" type="parTrans" cxnId="{BFB81252-AF44-47D8-B26F-88077FF166EC}">
      <dgm:prSet/>
      <dgm:spPr/>
      <dgm:t>
        <a:bodyPr/>
        <a:lstStyle/>
        <a:p>
          <a:endParaRPr lang="uk-UA"/>
        </a:p>
      </dgm:t>
    </dgm:pt>
    <dgm:pt modelId="{52CF1E91-92D9-42D6-85C6-E849BB3DDEAE}" type="sibTrans" cxnId="{BFB81252-AF44-47D8-B26F-88077FF166EC}">
      <dgm:prSet/>
      <dgm:spPr/>
      <dgm:t>
        <a:bodyPr/>
        <a:lstStyle/>
        <a:p>
          <a:endParaRPr lang="uk-UA"/>
        </a:p>
      </dgm:t>
    </dgm:pt>
    <dgm:pt modelId="{7DEC2805-D258-4A67-9D54-30CAF00A30AF}">
      <dgm:prSet/>
      <dgm:spPr/>
      <dgm:t>
        <a:bodyPr/>
        <a:lstStyle/>
        <a:p>
          <a:r>
            <a:rPr lang="uk-UA" b="0" i="0"/>
            <a:t>поразка Червоної армії в Україні</a:t>
          </a:r>
          <a:endParaRPr lang="uk-UA"/>
        </a:p>
      </dgm:t>
    </dgm:pt>
    <dgm:pt modelId="{6D8A22C4-5126-4C2E-A963-012ACFB2F5EA}" type="parTrans" cxnId="{DBB79B4A-E00C-4A78-B872-DB0AEC71F072}">
      <dgm:prSet/>
      <dgm:spPr/>
      <dgm:t>
        <a:bodyPr/>
        <a:lstStyle/>
        <a:p>
          <a:endParaRPr lang="uk-UA"/>
        </a:p>
      </dgm:t>
    </dgm:pt>
    <dgm:pt modelId="{693A180B-B8ED-4069-8CFF-4357B2D60824}" type="sibTrans" cxnId="{DBB79B4A-E00C-4A78-B872-DB0AEC71F072}">
      <dgm:prSet/>
      <dgm:spPr/>
      <dgm:t>
        <a:bodyPr/>
        <a:lstStyle/>
        <a:p>
          <a:endParaRPr lang="uk-UA"/>
        </a:p>
      </dgm:t>
    </dgm:pt>
    <dgm:pt modelId="{A76579E6-9754-4834-ABC8-483DC2641886}">
      <dgm:prSet/>
      <dgm:spPr/>
      <dgm:t>
        <a:bodyPr/>
        <a:lstStyle/>
        <a:p>
          <a:r>
            <a:rPr lang="uk-UA" b="0" i="0"/>
            <a:t>приєднання Західної України до СРСР</a:t>
          </a:r>
          <a:endParaRPr lang="uk-UA"/>
        </a:p>
      </dgm:t>
    </dgm:pt>
    <dgm:pt modelId="{4D07B239-0B6F-4254-8084-F007DB9D79AB}" type="parTrans" cxnId="{7B190DC7-41EB-4883-96F7-48A192336026}">
      <dgm:prSet/>
      <dgm:spPr/>
      <dgm:t>
        <a:bodyPr/>
        <a:lstStyle/>
        <a:p>
          <a:endParaRPr lang="uk-UA"/>
        </a:p>
      </dgm:t>
    </dgm:pt>
    <dgm:pt modelId="{0063509D-9547-4D05-BFD4-D5EEAB2519DB}" type="sibTrans" cxnId="{7B190DC7-41EB-4883-96F7-48A192336026}">
      <dgm:prSet/>
      <dgm:spPr/>
      <dgm:t>
        <a:bodyPr/>
        <a:lstStyle/>
        <a:p>
          <a:endParaRPr lang="uk-UA"/>
        </a:p>
      </dgm:t>
    </dgm:pt>
    <dgm:pt modelId="{E13E512D-571E-4B61-BA92-2F5C7D2ABA85}">
      <dgm:prSet/>
      <dgm:spPr/>
      <dgm:t>
        <a:bodyPr/>
        <a:lstStyle/>
        <a:p>
          <a:r>
            <a:rPr lang="uk-UA" b="0" i="0"/>
            <a:t>визволення території УРСР від нацистської окупації</a:t>
          </a:r>
          <a:endParaRPr lang="uk-UA"/>
        </a:p>
      </dgm:t>
    </dgm:pt>
    <dgm:pt modelId="{7E7A97D1-92FD-4094-ABB6-05279E084C0B}" type="parTrans" cxnId="{0C0CEEFA-A1FA-4C31-8D5A-C35200D2B9AF}">
      <dgm:prSet/>
      <dgm:spPr/>
      <dgm:t>
        <a:bodyPr/>
        <a:lstStyle/>
        <a:p>
          <a:endParaRPr lang="uk-UA"/>
        </a:p>
      </dgm:t>
    </dgm:pt>
    <dgm:pt modelId="{041A5B11-BDEF-45F9-985A-3D59F887D69B}" type="sibTrans" cxnId="{0C0CEEFA-A1FA-4C31-8D5A-C35200D2B9AF}">
      <dgm:prSet/>
      <dgm:spPr/>
      <dgm:t>
        <a:bodyPr/>
        <a:lstStyle/>
        <a:p>
          <a:endParaRPr lang="uk-UA"/>
        </a:p>
      </dgm:t>
    </dgm:pt>
    <dgm:pt modelId="{9D625191-AD5D-4ADB-B1CA-BE706E48C23A}" type="pres">
      <dgm:prSet presAssocID="{71BC192D-4F80-4F4B-A652-85B3993B7FFB}" presName="linearFlow" presStyleCnt="0">
        <dgm:presLayoutVars>
          <dgm:dir/>
          <dgm:resizeHandles val="exact"/>
        </dgm:presLayoutVars>
      </dgm:prSet>
      <dgm:spPr/>
    </dgm:pt>
    <dgm:pt modelId="{B64613DD-478B-4661-9502-C269362F4B2C}" type="pres">
      <dgm:prSet presAssocID="{938F9274-E831-4F19-B9C5-BC50D4EBF2D6}" presName="composite" presStyleCnt="0"/>
      <dgm:spPr/>
    </dgm:pt>
    <dgm:pt modelId="{6E6AAA86-CC55-48FD-B52F-EA9C249E6981}" type="pres">
      <dgm:prSet presAssocID="{938F9274-E831-4F19-B9C5-BC50D4EBF2D6}" presName="imgShp" presStyleLbl="fgImgPlace1" presStyleIdx="0" presStyleCnt="4"/>
      <dgm:spPr/>
    </dgm:pt>
    <dgm:pt modelId="{7698FAF7-CD75-470A-BC43-F57F631BD7B7}" type="pres">
      <dgm:prSet presAssocID="{938F9274-E831-4F19-B9C5-BC50D4EBF2D6}" presName="txShp" presStyleLbl="node1" presStyleIdx="0" presStyleCnt="4">
        <dgm:presLayoutVars>
          <dgm:bulletEnabled val="1"/>
        </dgm:presLayoutVars>
      </dgm:prSet>
      <dgm:spPr/>
    </dgm:pt>
    <dgm:pt modelId="{F7CBC10E-4D8D-460A-8675-B5268D99BCF1}" type="pres">
      <dgm:prSet presAssocID="{52CF1E91-92D9-42D6-85C6-E849BB3DDEAE}" presName="spacing" presStyleCnt="0"/>
      <dgm:spPr/>
    </dgm:pt>
    <dgm:pt modelId="{EB5E7DB8-539C-4F01-BB19-9099D6B0178F}" type="pres">
      <dgm:prSet presAssocID="{7DEC2805-D258-4A67-9D54-30CAF00A30AF}" presName="composite" presStyleCnt="0"/>
      <dgm:spPr/>
    </dgm:pt>
    <dgm:pt modelId="{FF6DC38E-0446-4DDE-BA7A-89916BC73817}" type="pres">
      <dgm:prSet presAssocID="{7DEC2805-D258-4A67-9D54-30CAF00A30AF}" presName="imgShp" presStyleLbl="fgImgPlace1" presStyleIdx="1" presStyleCnt="4"/>
      <dgm:spPr/>
    </dgm:pt>
    <dgm:pt modelId="{C8AE5ABB-8F61-40B0-9CA8-9B073B25C4B5}" type="pres">
      <dgm:prSet presAssocID="{7DEC2805-D258-4A67-9D54-30CAF00A30AF}" presName="txShp" presStyleLbl="node1" presStyleIdx="1" presStyleCnt="4">
        <dgm:presLayoutVars>
          <dgm:bulletEnabled val="1"/>
        </dgm:presLayoutVars>
      </dgm:prSet>
      <dgm:spPr/>
    </dgm:pt>
    <dgm:pt modelId="{98B0EA20-9102-48C8-98E7-AA1E30661392}" type="pres">
      <dgm:prSet presAssocID="{693A180B-B8ED-4069-8CFF-4357B2D60824}" presName="spacing" presStyleCnt="0"/>
      <dgm:spPr/>
    </dgm:pt>
    <dgm:pt modelId="{2008EAF4-E213-4052-BC01-BFA90AA394A1}" type="pres">
      <dgm:prSet presAssocID="{A76579E6-9754-4834-ABC8-483DC2641886}" presName="composite" presStyleCnt="0"/>
      <dgm:spPr/>
    </dgm:pt>
    <dgm:pt modelId="{D4A665C9-B90A-408F-978A-CF19CE7F9879}" type="pres">
      <dgm:prSet presAssocID="{A76579E6-9754-4834-ABC8-483DC2641886}" presName="imgShp" presStyleLbl="fgImgPlace1" presStyleIdx="2" presStyleCnt="4"/>
      <dgm:spPr/>
    </dgm:pt>
    <dgm:pt modelId="{602BF1CB-2CAF-4F02-84B7-8E41A834B28A}" type="pres">
      <dgm:prSet presAssocID="{A76579E6-9754-4834-ABC8-483DC2641886}" presName="txShp" presStyleLbl="node1" presStyleIdx="2" presStyleCnt="4">
        <dgm:presLayoutVars>
          <dgm:bulletEnabled val="1"/>
        </dgm:presLayoutVars>
      </dgm:prSet>
      <dgm:spPr/>
    </dgm:pt>
    <dgm:pt modelId="{A39F119B-A2BE-4DFB-A899-C210E5F42E22}" type="pres">
      <dgm:prSet presAssocID="{0063509D-9547-4D05-BFD4-D5EEAB2519DB}" presName="spacing" presStyleCnt="0"/>
      <dgm:spPr/>
    </dgm:pt>
    <dgm:pt modelId="{6088EB32-32CE-4F0A-AF67-9E9CD12A75E0}" type="pres">
      <dgm:prSet presAssocID="{E13E512D-571E-4B61-BA92-2F5C7D2ABA85}" presName="composite" presStyleCnt="0"/>
      <dgm:spPr/>
    </dgm:pt>
    <dgm:pt modelId="{F55FFEF5-F808-49D2-954A-C6567CA4A757}" type="pres">
      <dgm:prSet presAssocID="{E13E512D-571E-4B61-BA92-2F5C7D2ABA85}" presName="imgShp" presStyleLbl="fgImgPlace1" presStyleIdx="3" presStyleCnt="4"/>
      <dgm:spPr/>
    </dgm:pt>
    <dgm:pt modelId="{AF3D80C0-435A-4451-A671-5A55740DD663}" type="pres">
      <dgm:prSet presAssocID="{E13E512D-571E-4B61-BA92-2F5C7D2ABA85}" presName="txShp" presStyleLbl="node1" presStyleIdx="3" presStyleCnt="4">
        <dgm:presLayoutVars>
          <dgm:bulletEnabled val="1"/>
        </dgm:presLayoutVars>
      </dgm:prSet>
      <dgm:spPr/>
    </dgm:pt>
  </dgm:ptLst>
  <dgm:cxnLst>
    <dgm:cxn modelId="{FFF6F40D-ECDB-4478-BEE1-42DCEBDC988A}" type="presOf" srcId="{71BC192D-4F80-4F4B-A652-85B3993B7FFB}" destId="{9D625191-AD5D-4ADB-B1CA-BE706E48C23A}" srcOrd="0" destOrd="0" presId="urn:microsoft.com/office/officeart/2005/8/layout/vList3"/>
    <dgm:cxn modelId="{8EB7FF13-D20D-4BAF-B51E-10A24AE0860E}" type="presOf" srcId="{938F9274-E831-4F19-B9C5-BC50D4EBF2D6}" destId="{7698FAF7-CD75-470A-BC43-F57F631BD7B7}" srcOrd="0" destOrd="0" presId="urn:microsoft.com/office/officeart/2005/8/layout/vList3"/>
    <dgm:cxn modelId="{EB79351D-89E6-44A8-9D60-9E73A62D5175}" type="presOf" srcId="{7DEC2805-D258-4A67-9D54-30CAF00A30AF}" destId="{C8AE5ABB-8F61-40B0-9CA8-9B073B25C4B5}" srcOrd="0" destOrd="0" presId="urn:microsoft.com/office/officeart/2005/8/layout/vList3"/>
    <dgm:cxn modelId="{DBB79B4A-E00C-4A78-B872-DB0AEC71F072}" srcId="{71BC192D-4F80-4F4B-A652-85B3993B7FFB}" destId="{7DEC2805-D258-4A67-9D54-30CAF00A30AF}" srcOrd="1" destOrd="0" parTransId="{6D8A22C4-5126-4C2E-A963-012ACFB2F5EA}" sibTransId="{693A180B-B8ED-4069-8CFF-4357B2D60824}"/>
    <dgm:cxn modelId="{BFB81252-AF44-47D8-B26F-88077FF166EC}" srcId="{71BC192D-4F80-4F4B-A652-85B3993B7FFB}" destId="{938F9274-E831-4F19-B9C5-BC50D4EBF2D6}" srcOrd="0" destOrd="0" parTransId="{C04E9123-9D3D-499E-B8E9-EB583FAB76FE}" sibTransId="{52CF1E91-92D9-42D6-85C6-E849BB3DDEAE}"/>
    <dgm:cxn modelId="{EF426C8A-3179-4C88-95CC-DF269F7BB24A}" type="presOf" srcId="{A76579E6-9754-4834-ABC8-483DC2641886}" destId="{602BF1CB-2CAF-4F02-84B7-8E41A834B28A}" srcOrd="0" destOrd="0" presId="urn:microsoft.com/office/officeart/2005/8/layout/vList3"/>
    <dgm:cxn modelId="{7B190DC7-41EB-4883-96F7-48A192336026}" srcId="{71BC192D-4F80-4F4B-A652-85B3993B7FFB}" destId="{A76579E6-9754-4834-ABC8-483DC2641886}" srcOrd="2" destOrd="0" parTransId="{4D07B239-0B6F-4254-8084-F007DB9D79AB}" sibTransId="{0063509D-9547-4D05-BFD4-D5EEAB2519DB}"/>
    <dgm:cxn modelId="{FF999DF4-3661-4C3E-9742-6F3C315DEE28}" type="presOf" srcId="{E13E512D-571E-4B61-BA92-2F5C7D2ABA85}" destId="{AF3D80C0-435A-4451-A671-5A55740DD663}" srcOrd="0" destOrd="0" presId="urn:microsoft.com/office/officeart/2005/8/layout/vList3"/>
    <dgm:cxn modelId="{0C0CEEFA-A1FA-4C31-8D5A-C35200D2B9AF}" srcId="{71BC192D-4F80-4F4B-A652-85B3993B7FFB}" destId="{E13E512D-571E-4B61-BA92-2F5C7D2ABA85}" srcOrd="3" destOrd="0" parTransId="{7E7A97D1-92FD-4094-ABB6-05279E084C0B}" sibTransId="{041A5B11-BDEF-45F9-985A-3D59F887D69B}"/>
    <dgm:cxn modelId="{85923429-B927-4B5F-BD10-59ED1C679FC8}" type="presParOf" srcId="{9D625191-AD5D-4ADB-B1CA-BE706E48C23A}" destId="{B64613DD-478B-4661-9502-C269362F4B2C}" srcOrd="0" destOrd="0" presId="urn:microsoft.com/office/officeart/2005/8/layout/vList3"/>
    <dgm:cxn modelId="{9D15BE27-05E7-46FF-9319-ED6E5BD6754D}" type="presParOf" srcId="{B64613DD-478B-4661-9502-C269362F4B2C}" destId="{6E6AAA86-CC55-48FD-B52F-EA9C249E6981}" srcOrd="0" destOrd="0" presId="urn:microsoft.com/office/officeart/2005/8/layout/vList3"/>
    <dgm:cxn modelId="{61CF3D9F-5053-48B6-8D0F-32600CDC79EB}" type="presParOf" srcId="{B64613DD-478B-4661-9502-C269362F4B2C}" destId="{7698FAF7-CD75-470A-BC43-F57F631BD7B7}" srcOrd="1" destOrd="0" presId="urn:microsoft.com/office/officeart/2005/8/layout/vList3"/>
    <dgm:cxn modelId="{FE1DA34E-A127-4A74-90D3-FAEA2CE6D03F}" type="presParOf" srcId="{9D625191-AD5D-4ADB-B1CA-BE706E48C23A}" destId="{F7CBC10E-4D8D-460A-8675-B5268D99BCF1}" srcOrd="1" destOrd="0" presId="urn:microsoft.com/office/officeart/2005/8/layout/vList3"/>
    <dgm:cxn modelId="{A7037EA5-43B0-44AE-8C8D-12E72D8FDF8F}" type="presParOf" srcId="{9D625191-AD5D-4ADB-B1CA-BE706E48C23A}" destId="{EB5E7DB8-539C-4F01-BB19-9099D6B0178F}" srcOrd="2" destOrd="0" presId="urn:microsoft.com/office/officeart/2005/8/layout/vList3"/>
    <dgm:cxn modelId="{F5BB277A-7EB0-4FEE-8B5F-3D3292F9FB0F}" type="presParOf" srcId="{EB5E7DB8-539C-4F01-BB19-9099D6B0178F}" destId="{FF6DC38E-0446-4DDE-BA7A-89916BC73817}" srcOrd="0" destOrd="0" presId="urn:microsoft.com/office/officeart/2005/8/layout/vList3"/>
    <dgm:cxn modelId="{AB988641-23CE-4540-9315-A87136239BEF}" type="presParOf" srcId="{EB5E7DB8-539C-4F01-BB19-9099D6B0178F}" destId="{C8AE5ABB-8F61-40B0-9CA8-9B073B25C4B5}" srcOrd="1" destOrd="0" presId="urn:microsoft.com/office/officeart/2005/8/layout/vList3"/>
    <dgm:cxn modelId="{A214E186-253B-4C74-97CD-4FF64823D388}" type="presParOf" srcId="{9D625191-AD5D-4ADB-B1CA-BE706E48C23A}" destId="{98B0EA20-9102-48C8-98E7-AA1E30661392}" srcOrd="3" destOrd="0" presId="urn:microsoft.com/office/officeart/2005/8/layout/vList3"/>
    <dgm:cxn modelId="{62309616-4AF8-473F-A819-97A8CD2D4083}" type="presParOf" srcId="{9D625191-AD5D-4ADB-B1CA-BE706E48C23A}" destId="{2008EAF4-E213-4052-BC01-BFA90AA394A1}" srcOrd="4" destOrd="0" presId="urn:microsoft.com/office/officeart/2005/8/layout/vList3"/>
    <dgm:cxn modelId="{054D9CFF-1653-446E-9B1C-9807CBE19BDB}" type="presParOf" srcId="{2008EAF4-E213-4052-BC01-BFA90AA394A1}" destId="{D4A665C9-B90A-408F-978A-CF19CE7F9879}" srcOrd="0" destOrd="0" presId="urn:microsoft.com/office/officeart/2005/8/layout/vList3"/>
    <dgm:cxn modelId="{845C334E-A7C5-450C-BB1D-455870D51C1F}" type="presParOf" srcId="{2008EAF4-E213-4052-BC01-BFA90AA394A1}" destId="{602BF1CB-2CAF-4F02-84B7-8E41A834B28A}" srcOrd="1" destOrd="0" presId="urn:microsoft.com/office/officeart/2005/8/layout/vList3"/>
    <dgm:cxn modelId="{3F0182A8-243F-4471-9A2F-5AD8D0E1D851}" type="presParOf" srcId="{9D625191-AD5D-4ADB-B1CA-BE706E48C23A}" destId="{A39F119B-A2BE-4DFB-A899-C210E5F42E22}" srcOrd="5" destOrd="0" presId="urn:microsoft.com/office/officeart/2005/8/layout/vList3"/>
    <dgm:cxn modelId="{7FC9DDC8-FDA0-447E-B8DD-8D93A51CEC2C}" type="presParOf" srcId="{9D625191-AD5D-4ADB-B1CA-BE706E48C23A}" destId="{6088EB32-32CE-4F0A-AF67-9E9CD12A75E0}" srcOrd="6" destOrd="0" presId="urn:microsoft.com/office/officeart/2005/8/layout/vList3"/>
    <dgm:cxn modelId="{BBD1E214-0196-4ADE-B3C2-6647DC0D099D}" type="presParOf" srcId="{6088EB32-32CE-4F0A-AF67-9E9CD12A75E0}" destId="{F55FFEF5-F808-49D2-954A-C6567CA4A757}" srcOrd="0" destOrd="0" presId="urn:microsoft.com/office/officeart/2005/8/layout/vList3"/>
    <dgm:cxn modelId="{E5A3301C-0F63-4FB7-B5CB-085E39C9FA66}" type="presParOf" srcId="{6088EB32-32CE-4F0A-AF67-9E9CD12A75E0}" destId="{AF3D80C0-435A-4451-A671-5A55740DD6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AAD8A33-7BB9-4053-B220-986D7CC0DE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80EAEF5-F756-41E1-AB66-CFDC824E0AC4}">
      <dgm:prSet/>
      <dgm:spPr/>
      <dgm:t>
        <a:bodyPr/>
        <a:lstStyle/>
        <a:p>
          <a:r>
            <a:rPr lang="uk-UA" b="0" i="0"/>
            <a:t>евакуація матеріальних і людських ресурсів у східні регіони Радянського Союзу</a:t>
          </a:r>
          <a:endParaRPr lang="uk-UA"/>
        </a:p>
      </dgm:t>
    </dgm:pt>
    <dgm:pt modelId="{1376370A-3357-4CE0-8E05-F46656621EE0}" type="parTrans" cxnId="{43BEFCF4-0A04-47A9-B168-AD30D7C1C603}">
      <dgm:prSet/>
      <dgm:spPr/>
      <dgm:t>
        <a:bodyPr/>
        <a:lstStyle/>
        <a:p>
          <a:endParaRPr lang="uk-UA"/>
        </a:p>
      </dgm:t>
    </dgm:pt>
    <dgm:pt modelId="{0B9DBB8E-03F4-490C-8CE9-73C9F1956AAB}" type="sibTrans" cxnId="{43BEFCF4-0A04-47A9-B168-AD30D7C1C603}">
      <dgm:prSet/>
      <dgm:spPr/>
      <dgm:t>
        <a:bodyPr/>
        <a:lstStyle/>
        <a:p>
          <a:endParaRPr lang="uk-UA"/>
        </a:p>
      </dgm:t>
    </dgm:pt>
    <dgm:pt modelId="{2AFF2F39-8B9F-4FAF-9F38-EB3FD5867C1F}">
      <dgm:prSet/>
      <dgm:spPr/>
      <dgm:t>
        <a:bodyPr/>
        <a:lstStyle/>
        <a:p>
          <a:r>
            <a:rPr lang="uk-UA" b="0" i="0"/>
            <a:t>вивезення працездатного населення на примусові роботи; економічне пограбування окупованих територій</a:t>
          </a:r>
          <a:endParaRPr lang="uk-UA"/>
        </a:p>
      </dgm:t>
    </dgm:pt>
    <dgm:pt modelId="{201A8BE0-3363-498F-B04C-BF33D4403722}" type="parTrans" cxnId="{1292479E-F1E3-4862-9CBB-E8B62ACB4A3B}">
      <dgm:prSet/>
      <dgm:spPr/>
      <dgm:t>
        <a:bodyPr/>
        <a:lstStyle/>
        <a:p>
          <a:endParaRPr lang="uk-UA"/>
        </a:p>
      </dgm:t>
    </dgm:pt>
    <dgm:pt modelId="{17950700-AECC-4100-B47C-4DFA42E86710}" type="sibTrans" cxnId="{1292479E-F1E3-4862-9CBB-E8B62ACB4A3B}">
      <dgm:prSet/>
      <dgm:spPr/>
      <dgm:t>
        <a:bodyPr/>
        <a:lstStyle/>
        <a:p>
          <a:endParaRPr lang="uk-UA"/>
        </a:p>
      </dgm:t>
    </dgm:pt>
    <dgm:pt modelId="{F17205B0-2FD7-43BD-9467-449E3C495F0C}">
      <dgm:prSet/>
      <dgm:spPr/>
      <dgm:t>
        <a:bodyPr/>
        <a:lstStyle/>
        <a:p>
          <a:r>
            <a:rPr lang="uk-UA" b="0" i="0"/>
            <a:t>радянізація, депортація частини населення у східні регіони Радянського Союзу</a:t>
          </a:r>
          <a:endParaRPr lang="uk-UA"/>
        </a:p>
      </dgm:t>
    </dgm:pt>
    <dgm:pt modelId="{9AE6DBE2-29A0-4653-B17F-C4F10CF68F1A}" type="parTrans" cxnId="{EFEB7800-8F7E-4D85-A9B7-05FAEA2F672C}">
      <dgm:prSet/>
      <dgm:spPr/>
      <dgm:t>
        <a:bodyPr/>
        <a:lstStyle/>
        <a:p>
          <a:endParaRPr lang="uk-UA"/>
        </a:p>
      </dgm:t>
    </dgm:pt>
    <dgm:pt modelId="{15B58DBA-9FA3-49AC-A10A-9546A9D7A09D}" type="sibTrans" cxnId="{EFEB7800-8F7E-4D85-A9B7-05FAEA2F672C}">
      <dgm:prSet/>
      <dgm:spPr/>
      <dgm:t>
        <a:bodyPr/>
        <a:lstStyle/>
        <a:p>
          <a:endParaRPr lang="uk-UA"/>
        </a:p>
      </dgm:t>
    </dgm:pt>
    <dgm:pt modelId="{96B08215-41E8-4DAB-AD5F-272E7465E9BB}">
      <dgm:prSet/>
      <dgm:spPr/>
      <dgm:t>
        <a:bodyPr/>
        <a:lstStyle/>
        <a:p>
          <a:r>
            <a:rPr lang="uk-UA" b="0" i="0"/>
            <a:t>окупація території Карпатської України угорськими військами</a:t>
          </a:r>
          <a:endParaRPr lang="uk-UA"/>
        </a:p>
      </dgm:t>
    </dgm:pt>
    <dgm:pt modelId="{AF9C1060-FA3F-40D1-ABCE-6E93017735ED}" type="parTrans" cxnId="{83EA658E-59C4-44FA-B66C-E0C424B99F29}">
      <dgm:prSet/>
      <dgm:spPr/>
      <dgm:t>
        <a:bodyPr/>
        <a:lstStyle/>
        <a:p>
          <a:endParaRPr lang="uk-UA"/>
        </a:p>
      </dgm:t>
    </dgm:pt>
    <dgm:pt modelId="{E8DA2AB7-31A6-4482-9198-D84AF4DE814B}" type="sibTrans" cxnId="{83EA658E-59C4-44FA-B66C-E0C424B99F29}">
      <dgm:prSet/>
      <dgm:spPr/>
      <dgm:t>
        <a:bodyPr/>
        <a:lstStyle/>
        <a:p>
          <a:endParaRPr lang="uk-UA"/>
        </a:p>
      </dgm:t>
    </dgm:pt>
    <dgm:pt modelId="{5EE5F212-E056-4DB5-8E03-E15F1D47A1DD}">
      <dgm:prSet/>
      <dgm:spPr/>
      <dgm:t>
        <a:bodyPr/>
        <a:lstStyle/>
        <a:p>
          <a:r>
            <a:rPr lang="uk-UA" b="0" i="0"/>
            <a:t>початок відбудови зруйнованого війною господарства</a:t>
          </a:r>
          <a:endParaRPr lang="uk-UA"/>
        </a:p>
      </dgm:t>
    </dgm:pt>
    <dgm:pt modelId="{698C0607-53EE-4A90-9F2C-11379D9050DA}" type="parTrans" cxnId="{005F933E-B136-4B66-AF15-5AD0C26A523A}">
      <dgm:prSet/>
      <dgm:spPr/>
      <dgm:t>
        <a:bodyPr/>
        <a:lstStyle/>
        <a:p>
          <a:endParaRPr lang="uk-UA"/>
        </a:p>
      </dgm:t>
    </dgm:pt>
    <dgm:pt modelId="{CEE61638-B231-43C3-9C17-87F87140255C}" type="sibTrans" cxnId="{005F933E-B136-4B66-AF15-5AD0C26A523A}">
      <dgm:prSet/>
      <dgm:spPr/>
      <dgm:t>
        <a:bodyPr/>
        <a:lstStyle/>
        <a:p>
          <a:endParaRPr lang="uk-UA"/>
        </a:p>
      </dgm:t>
    </dgm:pt>
    <dgm:pt modelId="{BC6AC521-23D2-4962-BEC0-DEB7FFDCEB47}" type="pres">
      <dgm:prSet presAssocID="{7AAD8A33-7BB9-4053-B220-986D7CC0DE97}" presName="linear" presStyleCnt="0">
        <dgm:presLayoutVars>
          <dgm:animLvl val="lvl"/>
          <dgm:resizeHandles val="exact"/>
        </dgm:presLayoutVars>
      </dgm:prSet>
      <dgm:spPr/>
    </dgm:pt>
    <dgm:pt modelId="{9A000396-A3CC-4388-BB4D-2636583421C8}" type="pres">
      <dgm:prSet presAssocID="{180EAEF5-F756-41E1-AB66-CFDC824E0AC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7647A14-00AF-409B-8CC5-81A322E2A4B3}" type="pres">
      <dgm:prSet presAssocID="{0B9DBB8E-03F4-490C-8CE9-73C9F1956AAB}" presName="spacer" presStyleCnt="0"/>
      <dgm:spPr/>
    </dgm:pt>
    <dgm:pt modelId="{77D81B23-07D5-44C2-AA72-AAE6F41F55FB}" type="pres">
      <dgm:prSet presAssocID="{2AFF2F39-8B9F-4FAF-9F38-EB3FD5867C1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7342AB9-A089-4D3B-B687-4DAA2E3184FA}" type="pres">
      <dgm:prSet presAssocID="{17950700-AECC-4100-B47C-4DFA42E86710}" presName="spacer" presStyleCnt="0"/>
      <dgm:spPr/>
    </dgm:pt>
    <dgm:pt modelId="{D32D0D1B-B2F3-4990-87B3-3C19F1CC58D5}" type="pres">
      <dgm:prSet presAssocID="{F17205B0-2FD7-43BD-9467-449E3C495F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7693554-FD86-4D0F-B0A4-29ED130F5D64}" type="pres">
      <dgm:prSet presAssocID="{15B58DBA-9FA3-49AC-A10A-9546A9D7A09D}" presName="spacer" presStyleCnt="0"/>
      <dgm:spPr/>
    </dgm:pt>
    <dgm:pt modelId="{44E6053F-11C2-485B-BB68-78C9A75CB72E}" type="pres">
      <dgm:prSet presAssocID="{96B08215-41E8-4DAB-AD5F-272E7465E9B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CCAE38F-0C87-4F47-8B44-15BD68D8EADF}" type="pres">
      <dgm:prSet presAssocID="{E8DA2AB7-31A6-4482-9198-D84AF4DE814B}" presName="spacer" presStyleCnt="0"/>
      <dgm:spPr/>
    </dgm:pt>
    <dgm:pt modelId="{01861F4A-EA06-4B2E-BA3E-092F8BE4EA10}" type="pres">
      <dgm:prSet presAssocID="{5EE5F212-E056-4DB5-8E03-E15F1D47A1D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FEB7800-8F7E-4D85-A9B7-05FAEA2F672C}" srcId="{7AAD8A33-7BB9-4053-B220-986D7CC0DE97}" destId="{F17205B0-2FD7-43BD-9467-449E3C495F0C}" srcOrd="2" destOrd="0" parTransId="{9AE6DBE2-29A0-4653-B17F-C4F10CF68F1A}" sibTransId="{15B58DBA-9FA3-49AC-A10A-9546A9D7A09D}"/>
    <dgm:cxn modelId="{B830B702-EF5A-4354-9CDC-C846E67F7F74}" type="presOf" srcId="{2AFF2F39-8B9F-4FAF-9F38-EB3FD5867C1F}" destId="{77D81B23-07D5-44C2-AA72-AAE6F41F55FB}" srcOrd="0" destOrd="0" presId="urn:microsoft.com/office/officeart/2005/8/layout/vList2"/>
    <dgm:cxn modelId="{9CBDB227-A6D3-4FF1-98E1-C7455584E192}" type="presOf" srcId="{F17205B0-2FD7-43BD-9467-449E3C495F0C}" destId="{D32D0D1B-B2F3-4990-87B3-3C19F1CC58D5}" srcOrd="0" destOrd="0" presId="urn:microsoft.com/office/officeart/2005/8/layout/vList2"/>
    <dgm:cxn modelId="{005F933E-B136-4B66-AF15-5AD0C26A523A}" srcId="{7AAD8A33-7BB9-4053-B220-986D7CC0DE97}" destId="{5EE5F212-E056-4DB5-8E03-E15F1D47A1DD}" srcOrd="4" destOrd="0" parTransId="{698C0607-53EE-4A90-9F2C-11379D9050DA}" sibTransId="{CEE61638-B231-43C3-9C17-87F87140255C}"/>
    <dgm:cxn modelId="{4694F25E-2965-4E04-BD65-81FF281C9AF0}" type="presOf" srcId="{96B08215-41E8-4DAB-AD5F-272E7465E9BB}" destId="{44E6053F-11C2-485B-BB68-78C9A75CB72E}" srcOrd="0" destOrd="0" presId="urn:microsoft.com/office/officeart/2005/8/layout/vList2"/>
    <dgm:cxn modelId="{83EA658E-59C4-44FA-B66C-E0C424B99F29}" srcId="{7AAD8A33-7BB9-4053-B220-986D7CC0DE97}" destId="{96B08215-41E8-4DAB-AD5F-272E7465E9BB}" srcOrd="3" destOrd="0" parTransId="{AF9C1060-FA3F-40D1-ABCE-6E93017735ED}" sibTransId="{E8DA2AB7-31A6-4482-9198-D84AF4DE814B}"/>
    <dgm:cxn modelId="{1292479E-F1E3-4862-9CBB-E8B62ACB4A3B}" srcId="{7AAD8A33-7BB9-4053-B220-986D7CC0DE97}" destId="{2AFF2F39-8B9F-4FAF-9F38-EB3FD5867C1F}" srcOrd="1" destOrd="0" parTransId="{201A8BE0-3363-498F-B04C-BF33D4403722}" sibTransId="{17950700-AECC-4100-B47C-4DFA42E86710}"/>
    <dgm:cxn modelId="{ECBC98AB-9378-4DE0-9757-5576ADFE45D9}" type="presOf" srcId="{5EE5F212-E056-4DB5-8E03-E15F1D47A1DD}" destId="{01861F4A-EA06-4B2E-BA3E-092F8BE4EA10}" srcOrd="0" destOrd="0" presId="urn:microsoft.com/office/officeart/2005/8/layout/vList2"/>
    <dgm:cxn modelId="{960BF5AD-9DDB-4FE9-B319-3FE1C48B879E}" type="presOf" srcId="{7AAD8A33-7BB9-4053-B220-986D7CC0DE97}" destId="{BC6AC521-23D2-4962-BEC0-DEB7FFDCEB47}" srcOrd="0" destOrd="0" presId="urn:microsoft.com/office/officeart/2005/8/layout/vList2"/>
    <dgm:cxn modelId="{1A8599B3-2501-4935-9BED-F8DD9B0F2E99}" type="presOf" srcId="{180EAEF5-F756-41E1-AB66-CFDC824E0AC4}" destId="{9A000396-A3CC-4388-BB4D-2636583421C8}" srcOrd="0" destOrd="0" presId="urn:microsoft.com/office/officeart/2005/8/layout/vList2"/>
    <dgm:cxn modelId="{43BEFCF4-0A04-47A9-B168-AD30D7C1C603}" srcId="{7AAD8A33-7BB9-4053-B220-986D7CC0DE97}" destId="{180EAEF5-F756-41E1-AB66-CFDC824E0AC4}" srcOrd="0" destOrd="0" parTransId="{1376370A-3357-4CE0-8E05-F46656621EE0}" sibTransId="{0B9DBB8E-03F4-490C-8CE9-73C9F1956AAB}"/>
    <dgm:cxn modelId="{25C764ED-807F-4CCF-AFA9-BB60AFA4DA84}" type="presParOf" srcId="{BC6AC521-23D2-4962-BEC0-DEB7FFDCEB47}" destId="{9A000396-A3CC-4388-BB4D-2636583421C8}" srcOrd="0" destOrd="0" presId="urn:microsoft.com/office/officeart/2005/8/layout/vList2"/>
    <dgm:cxn modelId="{ECE1FD41-1DCD-43DD-B43D-A72EE887918D}" type="presParOf" srcId="{BC6AC521-23D2-4962-BEC0-DEB7FFDCEB47}" destId="{77647A14-00AF-409B-8CC5-81A322E2A4B3}" srcOrd="1" destOrd="0" presId="urn:microsoft.com/office/officeart/2005/8/layout/vList2"/>
    <dgm:cxn modelId="{27F4FAB5-8C3C-4D68-B204-05A11C45294C}" type="presParOf" srcId="{BC6AC521-23D2-4962-BEC0-DEB7FFDCEB47}" destId="{77D81B23-07D5-44C2-AA72-AAE6F41F55FB}" srcOrd="2" destOrd="0" presId="urn:microsoft.com/office/officeart/2005/8/layout/vList2"/>
    <dgm:cxn modelId="{72106E6A-4397-4785-A78F-ABFD818B6F26}" type="presParOf" srcId="{BC6AC521-23D2-4962-BEC0-DEB7FFDCEB47}" destId="{C7342AB9-A089-4D3B-B687-4DAA2E3184FA}" srcOrd="3" destOrd="0" presId="urn:microsoft.com/office/officeart/2005/8/layout/vList2"/>
    <dgm:cxn modelId="{A5EE902B-823E-41D5-A751-A5D6CE331C6B}" type="presParOf" srcId="{BC6AC521-23D2-4962-BEC0-DEB7FFDCEB47}" destId="{D32D0D1B-B2F3-4990-87B3-3C19F1CC58D5}" srcOrd="4" destOrd="0" presId="urn:microsoft.com/office/officeart/2005/8/layout/vList2"/>
    <dgm:cxn modelId="{01B74469-9CA4-47F2-8843-10E03DDDE77C}" type="presParOf" srcId="{BC6AC521-23D2-4962-BEC0-DEB7FFDCEB47}" destId="{27693554-FD86-4D0F-B0A4-29ED130F5D64}" srcOrd="5" destOrd="0" presId="urn:microsoft.com/office/officeart/2005/8/layout/vList2"/>
    <dgm:cxn modelId="{93F49741-29CE-444A-A683-D1063D1D90C3}" type="presParOf" srcId="{BC6AC521-23D2-4962-BEC0-DEB7FFDCEB47}" destId="{44E6053F-11C2-485B-BB68-78C9A75CB72E}" srcOrd="6" destOrd="0" presId="urn:microsoft.com/office/officeart/2005/8/layout/vList2"/>
    <dgm:cxn modelId="{2DB11802-E58F-4DD3-A593-9A080451C0DA}" type="presParOf" srcId="{BC6AC521-23D2-4962-BEC0-DEB7FFDCEB47}" destId="{FCCAE38F-0C87-4F47-8B44-15BD68D8EADF}" srcOrd="7" destOrd="0" presId="urn:microsoft.com/office/officeart/2005/8/layout/vList2"/>
    <dgm:cxn modelId="{D201CC22-AAE0-4013-B240-8CAC988A24E4}" type="presParOf" srcId="{BC6AC521-23D2-4962-BEC0-DEB7FFDCEB47}" destId="{01861F4A-EA06-4B2E-BA3E-092F8BE4EA1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4376B80-EA43-49EC-B5BD-ACB7004917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121AA8-6987-45D5-BF23-03D3EA145067}">
      <dgm:prSet/>
      <dgm:spPr/>
      <dgm:t>
        <a:bodyPr/>
        <a:lstStyle/>
        <a:p>
          <a:r>
            <a:rPr lang="ru-RU" b="0" i="0"/>
            <a:t>акції пацифікації.</a:t>
          </a:r>
          <a:endParaRPr lang="uk-UA"/>
        </a:p>
      </dgm:t>
    </dgm:pt>
    <dgm:pt modelId="{780A8808-FEA4-412C-83CA-803F7AB30A90}" type="parTrans" cxnId="{60B8C50F-63DD-4711-B7E6-DE4FECC786E0}">
      <dgm:prSet/>
      <dgm:spPr/>
      <dgm:t>
        <a:bodyPr/>
        <a:lstStyle/>
        <a:p>
          <a:endParaRPr lang="uk-UA"/>
        </a:p>
      </dgm:t>
    </dgm:pt>
    <dgm:pt modelId="{19DCC83D-17DD-421B-84F4-41C9E9DEB190}" type="sibTrans" cxnId="{60B8C50F-63DD-4711-B7E6-DE4FECC786E0}">
      <dgm:prSet/>
      <dgm:spPr/>
      <dgm:t>
        <a:bodyPr/>
        <a:lstStyle/>
        <a:p>
          <a:endParaRPr lang="uk-UA"/>
        </a:p>
      </dgm:t>
    </dgm:pt>
    <dgm:pt modelId="{1D47EB50-77A6-40F5-8294-6CC56D91F3C1}">
      <dgm:prSet/>
      <dgm:spPr/>
      <dgm:t>
        <a:bodyPr/>
        <a:lstStyle/>
        <a:p>
          <a:r>
            <a:rPr lang="ru-RU" b="0" i="0"/>
            <a:t>політики «осадництва».</a:t>
          </a:r>
          <a:endParaRPr lang="uk-UA"/>
        </a:p>
      </dgm:t>
    </dgm:pt>
    <dgm:pt modelId="{D6E36A2D-94A5-44F3-A0FF-83645B555DB6}" type="parTrans" cxnId="{2ABD8DD6-1DEA-40D6-99EA-08CA8658903A}">
      <dgm:prSet/>
      <dgm:spPr/>
      <dgm:t>
        <a:bodyPr/>
        <a:lstStyle/>
        <a:p>
          <a:endParaRPr lang="uk-UA"/>
        </a:p>
      </dgm:t>
    </dgm:pt>
    <dgm:pt modelId="{00587138-289C-4CB3-A1F3-EE1075F47C6D}" type="sibTrans" cxnId="{2ABD8DD6-1DEA-40D6-99EA-08CA8658903A}">
      <dgm:prSet/>
      <dgm:spPr/>
      <dgm:t>
        <a:bodyPr/>
        <a:lstStyle/>
        <a:p>
          <a:endParaRPr lang="uk-UA"/>
        </a:p>
      </dgm:t>
    </dgm:pt>
    <dgm:pt modelId="{AE722BB1-CEB3-4DD2-8386-CEF2DB5EA390}">
      <dgm:prSet/>
      <dgm:spPr/>
      <dgm:t>
        <a:bodyPr/>
        <a:lstStyle/>
        <a:p>
          <a:r>
            <a:rPr lang="ru-RU" b="0" i="0"/>
            <a:t>режиму «нового порядку».</a:t>
          </a:r>
          <a:endParaRPr lang="uk-UA"/>
        </a:p>
      </dgm:t>
    </dgm:pt>
    <dgm:pt modelId="{349606DC-1BD3-463D-889F-1336831030B7}" type="parTrans" cxnId="{5F502C24-CA57-47F8-B520-2205E00202F1}">
      <dgm:prSet/>
      <dgm:spPr/>
      <dgm:t>
        <a:bodyPr/>
        <a:lstStyle/>
        <a:p>
          <a:endParaRPr lang="uk-UA"/>
        </a:p>
      </dgm:t>
    </dgm:pt>
    <dgm:pt modelId="{74C37B57-CBAF-4EDB-8C19-B583285FCCFF}" type="sibTrans" cxnId="{5F502C24-CA57-47F8-B520-2205E00202F1}">
      <dgm:prSet/>
      <dgm:spPr/>
      <dgm:t>
        <a:bodyPr/>
        <a:lstStyle/>
        <a:p>
          <a:endParaRPr lang="uk-UA"/>
        </a:p>
      </dgm:t>
    </dgm:pt>
    <dgm:pt modelId="{4515B11B-E588-4970-9D47-671DD6D9B61F}">
      <dgm:prSet/>
      <dgm:spPr/>
      <dgm:t>
        <a:bodyPr/>
        <a:lstStyle/>
        <a:p>
          <a:r>
            <a:rPr lang="ru-RU" b="0" i="0"/>
            <a:t>політики «радянізації».</a:t>
          </a:r>
          <a:endParaRPr lang="uk-UA"/>
        </a:p>
      </dgm:t>
    </dgm:pt>
    <dgm:pt modelId="{AA821228-DA79-4CDB-9F68-A6A1BE8211AB}" type="parTrans" cxnId="{617C1B86-E765-4B3F-872F-70634D59595B}">
      <dgm:prSet/>
      <dgm:spPr/>
      <dgm:t>
        <a:bodyPr/>
        <a:lstStyle/>
        <a:p>
          <a:endParaRPr lang="uk-UA"/>
        </a:p>
      </dgm:t>
    </dgm:pt>
    <dgm:pt modelId="{162EF7B4-4B51-491F-9930-6A3EA4DB5460}" type="sibTrans" cxnId="{617C1B86-E765-4B3F-872F-70634D59595B}">
      <dgm:prSet/>
      <dgm:spPr/>
      <dgm:t>
        <a:bodyPr/>
        <a:lstStyle/>
        <a:p>
          <a:endParaRPr lang="uk-UA"/>
        </a:p>
      </dgm:t>
    </dgm:pt>
    <dgm:pt modelId="{677A8A08-B7D4-404C-A8A7-6A997B2597C1}" type="pres">
      <dgm:prSet presAssocID="{54376B80-EA43-49EC-B5BD-ACB7004917DC}" presName="linear" presStyleCnt="0">
        <dgm:presLayoutVars>
          <dgm:animLvl val="lvl"/>
          <dgm:resizeHandles val="exact"/>
        </dgm:presLayoutVars>
      </dgm:prSet>
      <dgm:spPr/>
    </dgm:pt>
    <dgm:pt modelId="{D77AFD60-CE6A-41D2-9048-3F1AEA2DB567}" type="pres">
      <dgm:prSet presAssocID="{66121AA8-6987-45D5-BF23-03D3EA14506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609AAA-A665-430B-BA85-2EEBA9CBF944}" type="pres">
      <dgm:prSet presAssocID="{19DCC83D-17DD-421B-84F4-41C9E9DEB190}" presName="spacer" presStyleCnt="0"/>
      <dgm:spPr/>
    </dgm:pt>
    <dgm:pt modelId="{DA544C30-CF9D-4FDE-841B-D4C0F6B476F9}" type="pres">
      <dgm:prSet presAssocID="{1D47EB50-77A6-40F5-8294-6CC56D91F3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EC527CD-D11C-482D-8798-FCBCF530D020}" type="pres">
      <dgm:prSet presAssocID="{00587138-289C-4CB3-A1F3-EE1075F47C6D}" presName="spacer" presStyleCnt="0"/>
      <dgm:spPr/>
    </dgm:pt>
    <dgm:pt modelId="{B1B55F69-7DE3-42F3-B709-91903411CD69}" type="pres">
      <dgm:prSet presAssocID="{AE722BB1-CEB3-4DD2-8386-CEF2DB5EA3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CCC1B0-09D1-4973-9123-E4554DE86F36}" type="pres">
      <dgm:prSet presAssocID="{74C37B57-CBAF-4EDB-8C19-B583285FCCFF}" presName="spacer" presStyleCnt="0"/>
      <dgm:spPr/>
    </dgm:pt>
    <dgm:pt modelId="{F856A585-DB1B-4667-99FB-0FE8944A5C85}" type="pres">
      <dgm:prSet presAssocID="{4515B11B-E588-4970-9D47-671DD6D9B6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0B8C50F-63DD-4711-B7E6-DE4FECC786E0}" srcId="{54376B80-EA43-49EC-B5BD-ACB7004917DC}" destId="{66121AA8-6987-45D5-BF23-03D3EA145067}" srcOrd="0" destOrd="0" parTransId="{780A8808-FEA4-412C-83CA-803F7AB30A90}" sibTransId="{19DCC83D-17DD-421B-84F4-41C9E9DEB190}"/>
    <dgm:cxn modelId="{5F502C24-CA57-47F8-B520-2205E00202F1}" srcId="{54376B80-EA43-49EC-B5BD-ACB7004917DC}" destId="{AE722BB1-CEB3-4DD2-8386-CEF2DB5EA390}" srcOrd="2" destOrd="0" parTransId="{349606DC-1BD3-463D-889F-1336831030B7}" sibTransId="{74C37B57-CBAF-4EDB-8C19-B583285FCCFF}"/>
    <dgm:cxn modelId="{B975BD36-2291-4D29-AB9C-5A978766F6DC}" type="presOf" srcId="{54376B80-EA43-49EC-B5BD-ACB7004917DC}" destId="{677A8A08-B7D4-404C-A8A7-6A997B2597C1}" srcOrd="0" destOrd="0" presId="urn:microsoft.com/office/officeart/2005/8/layout/vList2"/>
    <dgm:cxn modelId="{0DCD6967-8EEE-45A6-8098-4BA68F14394C}" type="presOf" srcId="{4515B11B-E588-4970-9D47-671DD6D9B61F}" destId="{F856A585-DB1B-4667-99FB-0FE8944A5C85}" srcOrd="0" destOrd="0" presId="urn:microsoft.com/office/officeart/2005/8/layout/vList2"/>
    <dgm:cxn modelId="{621EFC4F-13DC-4F66-A6DA-AB96BE213309}" type="presOf" srcId="{66121AA8-6987-45D5-BF23-03D3EA145067}" destId="{D77AFD60-CE6A-41D2-9048-3F1AEA2DB567}" srcOrd="0" destOrd="0" presId="urn:microsoft.com/office/officeart/2005/8/layout/vList2"/>
    <dgm:cxn modelId="{617C1B86-E765-4B3F-872F-70634D59595B}" srcId="{54376B80-EA43-49EC-B5BD-ACB7004917DC}" destId="{4515B11B-E588-4970-9D47-671DD6D9B61F}" srcOrd="3" destOrd="0" parTransId="{AA821228-DA79-4CDB-9F68-A6A1BE8211AB}" sibTransId="{162EF7B4-4B51-491F-9930-6A3EA4DB5460}"/>
    <dgm:cxn modelId="{54435FBC-B475-40F9-BC80-39D23F3F5619}" type="presOf" srcId="{1D47EB50-77A6-40F5-8294-6CC56D91F3C1}" destId="{DA544C30-CF9D-4FDE-841B-D4C0F6B476F9}" srcOrd="0" destOrd="0" presId="urn:microsoft.com/office/officeart/2005/8/layout/vList2"/>
    <dgm:cxn modelId="{5C2CC5C9-8CA5-4813-A6E0-8AF5ED817413}" type="presOf" srcId="{AE722BB1-CEB3-4DD2-8386-CEF2DB5EA390}" destId="{B1B55F69-7DE3-42F3-B709-91903411CD69}" srcOrd="0" destOrd="0" presId="urn:microsoft.com/office/officeart/2005/8/layout/vList2"/>
    <dgm:cxn modelId="{2ABD8DD6-1DEA-40D6-99EA-08CA8658903A}" srcId="{54376B80-EA43-49EC-B5BD-ACB7004917DC}" destId="{1D47EB50-77A6-40F5-8294-6CC56D91F3C1}" srcOrd="1" destOrd="0" parTransId="{D6E36A2D-94A5-44F3-A0FF-83645B555DB6}" sibTransId="{00587138-289C-4CB3-A1F3-EE1075F47C6D}"/>
    <dgm:cxn modelId="{F605B791-CBE5-44BC-96B4-00DF18A0F238}" type="presParOf" srcId="{677A8A08-B7D4-404C-A8A7-6A997B2597C1}" destId="{D77AFD60-CE6A-41D2-9048-3F1AEA2DB567}" srcOrd="0" destOrd="0" presId="urn:microsoft.com/office/officeart/2005/8/layout/vList2"/>
    <dgm:cxn modelId="{62C6BA79-05CF-4F0D-837F-8BA95A4A9535}" type="presParOf" srcId="{677A8A08-B7D4-404C-A8A7-6A997B2597C1}" destId="{7A609AAA-A665-430B-BA85-2EEBA9CBF944}" srcOrd="1" destOrd="0" presId="urn:microsoft.com/office/officeart/2005/8/layout/vList2"/>
    <dgm:cxn modelId="{FC2EDF97-BD40-463D-BF26-390B5C8D5EB0}" type="presParOf" srcId="{677A8A08-B7D4-404C-A8A7-6A997B2597C1}" destId="{DA544C30-CF9D-4FDE-841B-D4C0F6B476F9}" srcOrd="2" destOrd="0" presId="urn:microsoft.com/office/officeart/2005/8/layout/vList2"/>
    <dgm:cxn modelId="{3913E1BE-DDC1-4072-BE8F-563235977F49}" type="presParOf" srcId="{677A8A08-B7D4-404C-A8A7-6A997B2597C1}" destId="{AEC527CD-D11C-482D-8798-FCBCF530D020}" srcOrd="3" destOrd="0" presId="urn:microsoft.com/office/officeart/2005/8/layout/vList2"/>
    <dgm:cxn modelId="{9E66424B-96CB-4975-B36A-EB89CB9E11D7}" type="presParOf" srcId="{677A8A08-B7D4-404C-A8A7-6A997B2597C1}" destId="{B1B55F69-7DE3-42F3-B709-91903411CD69}" srcOrd="4" destOrd="0" presId="urn:microsoft.com/office/officeart/2005/8/layout/vList2"/>
    <dgm:cxn modelId="{93FAB513-917B-4141-BB04-C0CE450AD068}" type="presParOf" srcId="{677A8A08-B7D4-404C-A8A7-6A997B2597C1}" destId="{D1CCC1B0-09D1-4973-9123-E4554DE86F36}" srcOrd="5" destOrd="0" presId="urn:microsoft.com/office/officeart/2005/8/layout/vList2"/>
    <dgm:cxn modelId="{3978A4DC-4482-4EC8-9C8C-EDEF76F5E0D3}" type="presParOf" srcId="{677A8A08-B7D4-404C-A8A7-6A997B2597C1}" destId="{F856A585-DB1B-4667-99FB-0FE8944A5C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4537B1-3EDC-4F6C-8F10-067216D0173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892F2C-F88E-43D3-90F2-7244828E9F71}">
      <dgm:prSet/>
      <dgm:spPr/>
      <dgm:t>
        <a:bodyPr/>
        <a:lstStyle/>
        <a:p>
          <a:r>
            <a:rPr lang="uk-UA" b="0" i="0"/>
            <a:t>утворення Червоною армією плацдармів на правому березі Дніпра</a:t>
          </a:r>
          <a:endParaRPr lang="uk-UA"/>
        </a:p>
      </dgm:t>
    </dgm:pt>
    <dgm:pt modelId="{DFD106E2-99FC-465C-B832-5CCFA78399E0}" type="parTrans" cxnId="{C828789C-01A0-41DE-AAD0-13F1954A8E76}">
      <dgm:prSet/>
      <dgm:spPr/>
      <dgm:t>
        <a:bodyPr/>
        <a:lstStyle/>
        <a:p>
          <a:endParaRPr lang="uk-UA"/>
        </a:p>
      </dgm:t>
    </dgm:pt>
    <dgm:pt modelId="{3EC800F0-0BA5-431B-B80D-8B3BAE18DC28}" type="sibTrans" cxnId="{C828789C-01A0-41DE-AAD0-13F1954A8E76}">
      <dgm:prSet/>
      <dgm:spPr/>
      <dgm:t>
        <a:bodyPr/>
        <a:lstStyle/>
        <a:p>
          <a:endParaRPr lang="uk-UA"/>
        </a:p>
      </dgm:t>
    </dgm:pt>
    <dgm:pt modelId="{D81C41EC-5BDA-4E33-A911-0113712E762F}">
      <dgm:prSet/>
      <dgm:spPr/>
      <dgm:t>
        <a:bodyPr/>
        <a:lstStyle/>
        <a:p>
          <a:r>
            <a:rPr lang="uk-UA" b="0" i="0"/>
            <a:t>вигнання німецьких окупантів із Донбасу</a:t>
          </a:r>
          <a:endParaRPr lang="uk-UA"/>
        </a:p>
      </dgm:t>
    </dgm:pt>
    <dgm:pt modelId="{259F1284-308A-4733-A02C-54BEDCCD52B6}" type="parTrans" cxnId="{6F07BFBC-BA65-42CA-9EE1-FF614F1B7F49}">
      <dgm:prSet/>
      <dgm:spPr/>
      <dgm:t>
        <a:bodyPr/>
        <a:lstStyle/>
        <a:p>
          <a:endParaRPr lang="uk-UA"/>
        </a:p>
      </dgm:t>
    </dgm:pt>
    <dgm:pt modelId="{F44C4CBA-0C1D-44B1-B01D-AB2802148A2C}" type="sibTrans" cxnId="{6F07BFBC-BA65-42CA-9EE1-FF614F1B7F49}">
      <dgm:prSet/>
      <dgm:spPr/>
      <dgm:t>
        <a:bodyPr/>
        <a:lstStyle/>
        <a:p>
          <a:endParaRPr lang="uk-UA"/>
        </a:p>
      </dgm:t>
    </dgm:pt>
    <dgm:pt modelId="{18946847-E36B-4BE4-A34A-465E439138E0}">
      <dgm:prSet/>
      <dgm:spPr/>
      <dgm:t>
        <a:bodyPr/>
        <a:lstStyle/>
        <a:p>
          <a:r>
            <a:rPr lang="uk-UA" b="0" i="0"/>
            <a:t>депортація кримських татар та інших народів Криму</a:t>
          </a:r>
          <a:endParaRPr lang="uk-UA"/>
        </a:p>
      </dgm:t>
    </dgm:pt>
    <dgm:pt modelId="{38C510F4-B97A-4A3F-AC75-3FA051A98BE7}" type="parTrans" cxnId="{C3934EDB-7A46-4B13-8735-A4E89DD88AF2}">
      <dgm:prSet/>
      <dgm:spPr/>
      <dgm:t>
        <a:bodyPr/>
        <a:lstStyle/>
        <a:p>
          <a:endParaRPr lang="uk-UA"/>
        </a:p>
      </dgm:t>
    </dgm:pt>
    <dgm:pt modelId="{8F89E778-527C-4D90-863A-31227C2525C0}" type="sibTrans" cxnId="{C3934EDB-7A46-4B13-8735-A4E89DD88AF2}">
      <dgm:prSet/>
      <dgm:spPr/>
      <dgm:t>
        <a:bodyPr/>
        <a:lstStyle/>
        <a:p>
          <a:endParaRPr lang="uk-UA"/>
        </a:p>
      </dgm:t>
    </dgm:pt>
    <dgm:pt modelId="{1B807409-BEB1-4023-9E74-077F3939804D}">
      <dgm:prSet/>
      <dgm:spPr/>
      <dgm:t>
        <a:bodyPr/>
        <a:lstStyle/>
        <a:p>
          <a:r>
            <a:rPr lang="uk-UA" b="0" i="0"/>
            <a:t>проголошення Акта відновлення Української держави</a:t>
          </a:r>
          <a:endParaRPr lang="uk-UA"/>
        </a:p>
      </dgm:t>
    </dgm:pt>
    <dgm:pt modelId="{9838942F-9E2F-455C-B52A-B2DE01B74BFA}" type="parTrans" cxnId="{BC5077A0-2A96-413A-B57F-FC6BA5EF2764}">
      <dgm:prSet/>
      <dgm:spPr/>
      <dgm:t>
        <a:bodyPr/>
        <a:lstStyle/>
        <a:p>
          <a:endParaRPr lang="uk-UA"/>
        </a:p>
      </dgm:t>
    </dgm:pt>
    <dgm:pt modelId="{4F1F44D5-A819-42C6-B41F-28DD388E797A}" type="sibTrans" cxnId="{BC5077A0-2A96-413A-B57F-FC6BA5EF2764}">
      <dgm:prSet/>
      <dgm:spPr/>
      <dgm:t>
        <a:bodyPr/>
        <a:lstStyle/>
        <a:p>
          <a:endParaRPr lang="uk-UA"/>
        </a:p>
      </dgm:t>
    </dgm:pt>
    <dgm:pt modelId="{52F9E516-9BE4-4D88-A3C7-69BEB898DEA3}">
      <dgm:prSet/>
      <dgm:spPr/>
      <dgm:t>
        <a:bodyPr/>
        <a:lstStyle/>
        <a:p>
          <a:r>
            <a:rPr lang="uk-UA" b="0" i="0"/>
            <a:t>створення Української повстанської армії (УПА)</a:t>
          </a:r>
          <a:endParaRPr lang="uk-UA"/>
        </a:p>
      </dgm:t>
    </dgm:pt>
    <dgm:pt modelId="{9B681329-9F31-4A51-AC3A-20B5107BA46D}" type="parTrans" cxnId="{AFD45787-AB0B-464C-B1E0-CCE1C24C24EF}">
      <dgm:prSet/>
      <dgm:spPr/>
      <dgm:t>
        <a:bodyPr/>
        <a:lstStyle/>
        <a:p>
          <a:endParaRPr lang="uk-UA"/>
        </a:p>
      </dgm:t>
    </dgm:pt>
    <dgm:pt modelId="{3007D00C-E1E3-485A-AA2F-E668A65404E3}" type="sibTrans" cxnId="{AFD45787-AB0B-464C-B1E0-CCE1C24C24EF}">
      <dgm:prSet/>
      <dgm:spPr/>
      <dgm:t>
        <a:bodyPr/>
        <a:lstStyle/>
        <a:p>
          <a:endParaRPr lang="uk-UA"/>
        </a:p>
      </dgm:t>
    </dgm:pt>
    <dgm:pt modelId="{7D2C6FDD-4101-4CAA-99E1-DD01BB99E233}">
      <dgm:prSet/>
      <dgm:spPr/>
      <dgm:t>
        <a:bodyPr/>
        <a:lstStyle/>
        <a:p>
          <a:r>
            <a:rPr lang="uk-UA" b="0" i="0"/>
            <a:t>початок діяльності похідних груп ОУН</a:t>
          </a:r>
          <a:endParaRPr lang="uk-UA"/>
        </a:p>
      </dgm:t>
    </dgm:pt>
    <dgm:pt modelId="{0EB73488-5913-456C-AD2F-2CF5C8A431DC}" type="parTrans" cxnId="{CB07C05B-ECEF-4988-A679-73CE50465C29}">
      <dgm:prSet/>
      <dgm:spPr/>
      <dgm:t>
        <a:bodyPr/>
        <a:lstStyle/>
        <a:p>
          <a:endParaRPr lang="uk-UA"/>
        </a:p>
      </dgm:t>
    </dgm:pt>
    <dgm:pt modelId="{E5C4769E-A0E0-4294-8FED-9CE5914411FB}" type="sibTrans" cxnId="{CB07C05B-ECEF-4988-A679-73CE50465C29}">
      <dgm:prSet/>
      <dgm:spPr/>
      <dgm:t>
        <a:bodyPr/>
        <a:lstStyle/>
        <a:p>
          <a:endParaRPr lang="uk-UA"/>
        </a:p>
      </dgm:t>
    </dgm:pt>
    <dgm:pt modelId="{B78F0B60-4C55-4DC7-985B-397B5650031A}">
      <dgm:prSet/>
      <dgm:spPr/>
      <dgm:t>
        <a:bodyPr/>
        <a:lstStyle/>
        <a:p>
          <a:r>
            <a:rPr lang="uk-UA" b="0" i="0"/>
            <a:t>поява в лавах Червоної армії піхотних підрозділів, укомплектованих «чорносвитниками»</a:t>
          </a:r>
          <a:endParaRPr lang="uk-UA"/>
        </a:p>
      </dgm:t>
    </dgm:pt>
    <dgm:pt modelId="{54C27CDB-067C-4EF2-87B6-2F81929F4383}" type="parTrans" cxnId="{0AF5DD41-6F32-4237-9B26-290588D63046}">
      <dgm:prSet/>
      <dgm:spPr/>
      <dgm:t>
        <a:bodyPr/>
        <a:lstStyle/>
        <a:p>
          <a:endParaRPr lang="uk-UA"/>
        </a:p>
      </dgm:t>
    </dgm:pt>
    <dgm:pt modelId="{A9BD5359-2EED-42FC-A6C3-B1965380DF3E}" type="sibTrans" cxnId="{0AF5DD41-6F32-4237-9B26-290588D63046}">
      <dgm:prSet/>
      <dgm:spPr/>
      <dgm:t>
        <a:bodyPr/>
        <a:lstStyle/>
        <a:p>
          <a:endParaRPr lang="uk-UA"/>
        </a:p>
      </dgm:t>
    </dgm:pt>
    <dgm:pt modelId="{A4860A55-162A-45DE-A00A-BFE1FDC1E176}" type="pres">
      <dgm:prSet presAssocID="{E94537B1-3EDC-4F6C-8F10-067216D01738}" presName="vert0" presStyleCnt="0">
        <dgm:presLayoutVars>
          <dgm:dir/>
          <dgm:animOne val="branch"/>
          <dgm:animLvl val="lvl"/>
        </dgm:presLayoutVars>
      </dgm:prSet>
      <dgm:spPr/>
    </dgm:pt>
    <dgm:pt modelId="{C89CA3E8-3CEC-4D6F-A77E-F6F0384D0A01}" type="pres">
      <dgm:prSet presAssocID="{F7892F2C-F88E-43D3-90F2-7244828E9F71}" presName="thickLine" presStyleLbl="alignNode1" presStyleIdx="0" presStyleCnt="7"/>
      <dgm:spPr/>
    </dgm:pt>
    <dgm:pt modelId="{F58091E3-54A8-451D-AF16-96BF131E3444}" type="pres">
      <dgm:prSet presAssocID="{F7892F2C-F88E-43D3-90F2-7244828E9F71}" presName="horz1" presStyleCnt="0"/>
      <dgm:spPr/>
    </dgm:pt>
    <dgm:pt modelId="{D1E32684-E004-4F04-8D47-A3EBC7EF5FCB}" type="pres">
      <dgm:prSet presAssocID="{F7892F2C-F88E-43D3-90F2-7244828E9F71}" presName="tx1" presStyleLbl="revTx" presStyleIdx="0" presStyleCnt="7"/>
      <dgm:spPr/>
    </dgm:pt>
    <dgm:pt modelId="{5584BDF2-A3D6-404E-A3BB-86A0B583E89C}" type="pres">
      <dgm:prSet presAssocID="{F7892F2C-F88E-43D3-90F2-7244828E9F71}" presName="vert1" presStyleCnt="0"/>
      <dgm:spPr/>
    </dgm:pt>
    <dgm:pt modelId="{73E4F2BC-E8C4-42E4-85AA-3AD28BAD1A46}" type="pres">
      <dgm:prSet presAssocID="{D81C41EC-5BDA-4E33-A911-0113712E762F}" presName="thickLine" presStyleLbl="alignNode1" presStyleIdx="1" presStyleCnt="7"/>
      <dgm:spPr/>
    </dgm:pt>
    <dgm:pt modelId="{C978069A-9910-486E-AF4B-D7D5431572AD}" type="pres">
      <dgm:prSet presAssocID="{D81C41EC-5BDA-4E33-A911-0113712E762F}" presName="horz1" presStyleCnt="0"/>
      <dgm:spPr/>
    </dgm:pt>
    <dgm:pt modelId="{CE8BEA02-E890-4FB3-908F-1104A50F5FEB}" type="pres">
      <dgm:prSet presAssocID="{D81C41EC-5BDA-4E33-A911-0113712E762F}" presName="tx1" presStyleLbl="revTx" presStyleIdx="1" presStyleCnt="7"/>
      <dgm:spPr/>
    </dgm:pt>
    <dgm:pt modelId="{959165C2-7A7C-4862-8B53-864E0AA2C287}" type="pres">
      <dgm:prSet presAssocID="{D81C41EC-5BDA-4E33-A911-0113712E762F}" presName="vert1" presStyleCnt="0"/>
      <dgm:spPr/>
    </dgm:pt>
    <dgm:pt modelId="{A8955857-02D6-4A07-A72E-603311034065}" type="pres">
      <dgm:prSet presAssocID="{18946847-E36B-4BE4-A34A-465E439138E0}" presName="thickLine" presStyleLbl="alignNode1" presStyleIdx="2" presStyleCnt="7"/>
      <dgm:spPr/>
    </dgm:pt>
    <dgm:pt modelId="{F0E22FAE-16E0-4CB8-8495-6B7E424B9C37}" type="pres">
      <dgm:prSet presAssocID="{18946847-E36B-4BE4-A34A-465E439138E0}" presName="horz1" presStyleCnt="0"/>
      <dgm:spPr/>
    </dgm:pt>
    <dgm:pt modelId="{9FCE6E9B-6E01-495C-B572-D2677F8A1A22}" type="pres">
      <dgm:prSet presAssocID="{18946847-E36B-4BE4-A34A-465E439138E0}" presName="tx1" presStyleLbl="revTx" presStyleIdx="2" presStyleCnt="7"/>
      <dgm:spPr/>
    </dgm:pt>
    <dgm:pt modelId="{D55A0115-B88C-4345-BF84-8D46F1B0F3BB}" type="pres">
      <dgm:prSet presAssocID="{18946847-E36B-4BE4-A34A-465E439138E0}" presName="vert1" presStyleCnt="0"/>
      <dgm:spPr/>
    </dgm:pt>
    <dgm:pt modelId="{E67B34BA-99BF-47E8-A199-6F6352810E3B}" type="pres">
      <dgm:prSet presAssocID="{1B807409-BEB1-4023-9E74-077F3939804D}" presName="thickLine" presStyleLbl="alignNode1" presStyleIdx="3" presStyleCnt="7"/>
      <dgm:spPr/>
    </dgm:pt>
    <dgm:pt modelId="{0D37940F-FF8A-4A82-A6B3-EA9218497BDF}" type="pres">
      <dgm:prSet presAssocID="{1B807409-BEB1-4023-9E74-077F3939804D}" presName="horz1" presStyleCnt="0"/>
      <dgm:spPr/>
    </dgm:pt>
    <dgm:pt modelId="{72800C0D-02E9-4273-A179-3691145A8DCB}" type="pres">
      <dgm:prSet presAssocID="{1B807409-BEB1-4023-9E74-077F3939804D}" presName="tx1" presStyleLbl="revTx" presStyleIdx="3" presStyleCnt="7"/>
      <dgm:spPr/>
    </dgm:pt>
    <dgm:pt modelId="{B07F8A36-8003-4C56-A7C7-759749335A7F}" type="pres">
      <dgm:prSet presAssocID="{1B807409-BEB1-4023-9E74-077F3939804D}" presName="vert1" presStyleCnt="0"/>
      <dgm:spPr/>
    </dgm:pt>
    <dgm:pt modelId="{4E75038B-7A23-45B5-A099-70B0F872A700}" type="pres">
      <dgm:prSet presAssocID="{52F9E516-9BE4-4D88-A3C7-69BEB898DEA3}" presName="thickLine" presStyleLbl="alignNode1" presStyleIdx="4" presStyleCnt="7"/>
      <dgm:spPr/>
    </dgm:pt>
    <dgm:pt modelId="{68138E29-957D-49B9-9339-30BB01A2E8FC}" type="pres">
      <dgm:prSet presAssocID="{52F9E516-9BE4-4D88-A3C7-69BEB898DEA3}" presName="horz1" presStyleCnt="0"/>
      <dgm:spPr/>
    </dgm:pt>
    <dgm:pt modelId="{CCCE91D7-9EB6-4847-BC9A-EFE3A9B6ED10}" type="pres">
      <dgm:prSet presAssocID="{52F9E516-9BE4-4D88-A3C7-69BEB898DEA3}" presName="tx1" presStyleLbl="revTx" presStyleIdx="4" presStyleCnt="7"/>
      <dgm:spPr/>
    </dgm:pt>
    <dgm:pt modelId="{F0ED2FA4-8BB2-4143-80C2-86CD248F3697}" type="pres">
      <dgm:prSet presAssocID="{52F9E516-9BE4-4D88-A3C7-69BEB898DEA3}" presName="vert1" presStyleCnt="0"/>
      <dgm:spPr/>
    </dgm:pt>
    <dgm:pt modelId="{C4FE3279-CB7E-48F0-A219-5193FC817AD4}" type="pres">
      <dgm:prSet presAssocID="{7D2C6FDD-4101-4CAA-99E1-DD01BB99E233}" presName="thickLine" presStyleLbl="alignNode1" presStyleIdx="5" presStyleCnt="7"/>
      <dgm:spPr/>
    </dgm:pt>
    <dgm:pt modelId="{69B00B32-85DC-401D-A138-C21A6B9F7ADF}" type="pres">
      <dgm:prSet presAssocID="{7D2C6FDD-4101-4CAA-99E1-DD01BB99E233}" presName="horz1" presStyleCnt="0"/>
      <dgm:spPr/>
    </dgm:pt>
    <dgm:pt modelId="{7621E8EC-FCF4-48F7-ACEC-221FEBA85E4C}" type="pres">
      <dgm:prSet presAssocID="{7D2C6FDD-4101-4CAA-99E1-DD01BB99E233}" presName="tx1" presStyleLbl="revTx" presStyleIdx="5" presStyleCnt="7"/>
      <dgm:spPr/>
    </dgm:pt>
    <dgm:pt modelId="{548D3F43-4977-4157-9800-C31CCD300301}" type="pres">
      <dgm:prSet presAssocID="{7D2C6FDD-4101-4CAA-99E1-DD01BB99E233}" presName="vert1" presStyleCnt="0"/>
      <dgm:spPr/>
    </dgm:pt>
    <dgm:pt modelId="{52932EDB-60FE-4A96-BA98-C091C2D82AC7}" type="pres">
      <dgm:prSet presAssocID="{B78F0B60-4C55-4DC7-985B-397B5650031A}" presName="thickLine" presStyleLbl="alignNode1" presStyleIdx="6" presStyleCnt="7"/>
      <dgm:spPr/>
    </dgm:pt>
    <dgm:pt modelId="{C220FA2C-A672-4E8C-BEBE-55A90C3189A1}" type="pres">
      <dgm:prSet presAssocID="{B78F0B60-4C55-4DC7-985B-397B5650031A}" presName="horz1" presStyleCnt="0"/>
      <dgm:spPr/>
    </dgm:pt>
    <dgm:pt modelId="{2174AC61-4A28-4DF1-B7A2-661687D82AF9}" type="pres">
      <dgm:prSet presAssocID="{B78F0B60-4C55-4DC7-985B-397B5650031A}" presName="tx1" presStyleLbl="revTx" presStyleIdx="6" presStyleCnt="7"/>
      <dgm:spPr/>
    </dgm:pt>
    <dgm:pt modelId="{21820E78-A7EE-4576-9170-6D263F0B7B38}" type="pres">
      <dgm:prSet presAssocID="{B78F0B60-4C55-4DC7-985B-397B5650031A}" presName="vert1" presStyleCnt="0"/>
      <dgm:spPr/>
    </dgm:pt>
  </dgm:ptLst>
  <dgm:cxnLst>
    <dgm:cxn modelId="{61D5531E-423E-4CEC-9D28-D175EE87864C}" type="presOf" srcId="{7D2C6FDD-4101-4CAA-99E1-DD01BB99E233}" destId="{7621E8EC-FCF4-48F7-ACEC-221FEBA85E4C}" srcOrd="0" destOrd="0" presId="urn:microsoft.com/office/officeart/2008/layout/LinedList"/>
    <dgm:cxn modelId="{8192FB24-3730-4441-B07E-82F3ABF6AE7B}" type="presOf" srcId="{B78F0B60-4C55-4DC7-985B-397B5650031A}" destId="{2174AC61-4A28-4DF1-B7A2-661687D82AF9}" srcOrd="0" destOrd="0" presId="urn:microsoft.com/office/officeart/2008/layout/LinedList"/>
    <dgm:cxn modelId="{CB07C05B-ECEF-4988-A679-73CE50465C29}" srcId="{E94537B1-3EDC-4F6C-8F10-067216D01738}" destId="{7D2C6FDD-4101-4CAA-99E1-DD01BB99E233}" srcOrd="5" destOrd="0" parTransId="{0EB73488-5913-456C-AD2F-2CF5C8A431DC}" sibTransId="{E5C4769E-A0E0-4294-8FED-9CE5914411FB}"/>
    <dgm:cxn modelId="{8A4C8C5C-A39F-4F83-9461-13E73B60A249}" type="presOf" srcId="{D81C41EC-5BDA-4E33-A911-0113712E762F}" destId="{CE8BEA02-E890-4FB3-908F-1104A50F5FEB}" srcOrd="0" destOrd="0" presId="urn:microsoft.com/office/officeart/2008/layout/LinedList"/>
    <dgm:cxn modelId="{0AF5DD41-6F32-4237-9B26-290588D63046}" srcId="{E94537B1-3EDC-4F6C-8F10-067216D01738}" destId="{B78F0B60-4C55-4DC7-985B-397B5650031A}" srcOrd="6" destOrd="0" parTransId="{54C27CDB-067C-4EF2-87B6-2F81929F4383}" sibTransId="{A9BD5359-2EED-42FC-A6C3-B1965380DF3E}"/>
    <dgm:cxn modelId="{1A9EB348-EBDD-426E-94DE-F2BF48D3B24F}" type="presOf" srcId="{E94537B1-3EDC-4F6C-8F10-067216D01738}" destId="{A4860A55-162A-45DE-A00A-BFE1FDC1E176}" srcOrd="0" destOrd="0" presId="urn:microsoft.com/office/officeart/2008/layout/LinedList"/>
    <dgm:cxn modelId="{A556B054-9CF1-42B7-A9DF-251196583D3D}" type="presOf" srcId="{1B807409-BEB1-4023-9E74-077F3939804D}" destId="{72800C0D-02E9-4273-A179-3691145A8DCB}" srcOrd="0" destOrd="0" presId="urn:microsoft.com/office/officeart/2008/layout/LinedList"/>
    <dgm:cxn modelId="{21815E86-2E6B-4845-8091-CB6B437DAD16}" type="presOf" srcId="{18946847-E36B-4BE4-A34A-465E439138E0}" destId="{9FCE6E9B-6E01-495C-B572-D2677F8A1A22}" srcOrd="0" destOrd="0" presId="urn:microsoft.com/office/officeart/2008/layout/LinedList"/>
    <dgm:cxn modelId="{AFD45787-AB0B-464C-B1E0-CCE1C24C24EF}" srcId="{E94537B1-3EDC-4F6C-8F10-067216D01738}" destId="{52F9E516-9BE4-4D88-A3C7-69BEB898DEA3}" srcOrd="4" destOrd="0" parTransId="{9B681329-9F31-4A51-AC3A-20B5107BA46D}" sibTransId="{3007D00C-E1E3-485A-AA2F-E668A65404E3}"/>
    <dgm:cxn modelId="{63887997-A6DE-4081-8D66-E6554E0082A9}" type="presOf" srcId="{F7892F2C-F88E-43D3-90F2-7244828E9F71}" destId="{D1E32684-E004-4F04-8D47-A3EBC7EF5FCB}" srcOrd="0" destOrd="0" presId="urn:microsoft.com/office/officeart/2008/layout/LinedList"/>
    <dgm:cxn modelId="{C828789C-01A0-41DE-AAD0-13F1954A8E76}" srcId="{E94537B1-3EDC-4F6C-8F10-067216D01738}" destId="{F7892F2C-F88E-43D3-90F2-7244828E9F71}" srcOrd="0" destOrd="0" parTransId="{DFD106E2-99FC-465C-B832-5CCFA78399E0}" sibTransId="{3EC800F0-0BA5-431B-B80D-8B3BAE18DC28}"/>
    <dgm:cxn modelId="{BC5077A0-2A96-413A-B57F-FC6BA5EF2764}" srcId="{E94537B1-3EDC-4F6C-8F10-067216D01738}" destId="{1B807409-BEB1-4023-9E74-077F3939804D}" srcOrd="3" destOrd="0" parTransId="{9838942F-9E2F-455C-B52A-B2DE01B74BFA}" sibTransId="{4F1F44D5-A819-42C6-B41F-28DD388E797A}"/>
    <dgm:cxn modelId="{6F07BFBC-BA65-42CA-9EE1-FF614F1B7F49}" srcId="{E94537B1-3EDC-4F6C-8F10-067216D01738}" destId="{D81C41EC-5BDA-4E33-A911-0113712E762F}" srcOrd="1" destOrd="0" parTransId="{259F1284-308A-4733-A02C-54BEDCCD52B6}" sibTransId="{F44C4CBA-0C1D-44B1-B01D-AB2802148A2C}"/>
    <dgm:cxn modelId="{C3934EDB-7A46-4B13-8735-A4E89DD88AF2}" srcId="{E94537B1-3EDC-4F6C-8F10-067216D01738}" destId="{18946847-E36B-4BE4-A34A-465E439138E0}" srcOrd="2" destOrd="0" parTransId="{38C510F4-B97A-4A3F-AC75-3FA051A98BE7}" sibTransId="{8F89E778-527C-4D90-863A-31227C2525C0}"/>
    <dgm:cxn modelId="{C0E6A2E0-D99D-4585-A3A8-F0CF2E785196}" type="presOf" srcId="{52F9E516-9BE4-4D88-A3C7-69BEB898DEA3}" destId="{CCCE91D7-9EB6-4847-BC9A-EFE3A9B6ED10}" srcOrd="0" destOrd="0" presId="urn:microsoft.com/office/officeart/2008/layout/LinedList"/>
    <dgm:cxn modelId="{9196B4F6-FF39-4AEE-99AA-3954739E219C}" type="presParOf" srcId="{A4860A55-162A-45DE-A00A-BFE1FDC1E176}" destId="{C89CA3E8-3CEC-4D6F-A77E-F6F0384D0A01}" srcOrd="0" destOrd="0" presId="urn:microsoft.com/office/officeart/2008/layout/LinedList"/>
    <dgm:cxn modelId="{C2D13942-B7EE-4DF7-B05F-EA6F399A4610}" type="presParOf" srcId="{A4860A55-162A-45DE-A00A-BFE1FDC1E176}" destId="{F58091E3-54A8-451D-AF16-96BF131E3444}" srcOrd="1" destOrd="0" presId="urn:microsoft.com/office/officeart/2008/layout/LinedList"/>
    <dgm:cxn modelId="{A3ECFFF4-42FA-40AC-ACB2-7F5EF5C2C99E}" type="presParOf" srcId="{F58091E3-54A8-451D-AF16-96BF131E3444}" destId="{D1E32684-E004-4F04-8D47-A3EBC7EF5FCB}" srcOrd="0" destOrd="0" presId="urn:microsoft.com/office/officeart/2008/layout/LinedList"/>
    <dgm:cxn modelId="{B7AC2A46-4C03-4953-9391-96DF21B2FBC8}" type="presParOf" srcId="{F58091E3-54A8-451D-AF16-96BF131E3444}" destId="{5584BDF2-A3D6-404E-A3BB-86A0B583E89C}" srcOrd="1" destOrd="0" presId="urn:microsoft.com/office/officeart/2008/layout/LinedList"/>
    <dgm:cxn modelId="{E8F453C4-14DD-4591-8BF1-97F17E524E4C}" type="presParOf" srcId="{A4860A55-162A-45DE-A00A-BFE1FDC1E176}" destId="{73E4F2BC-E8C4-42E4-85AA-3AD28BAD1A46}" srcOrd="2" destOrd="0" presId="urn:microsoft.com/office/officeart/2008/layout/LinedList"/>
    <dgm:cxn modelId="{E578B08C-99D5-454A-B8F8-0CB4C2348296}" type="presParOf" srcId="{A4860A55-162A-45DE-A00A-BFE1FDC1E176}" destId="{C978069A-9910-486E-AF4B-D7D5431572AD}" srcOrd="3" destOrd="0" presId="urn:microsoft.com/office/officeart/2008/layout/LinedList"/>
    <dgm:cxn modelId="{3B0BBAFB-6E1B-492D-88E4-AC1FAF3270CE}" type="presParOf" srcId="{C978069A-9910-486E-AF4B-D7D5431572AD}" destId="{CE8BEA02-E890-4FB3-908F-1104A50F5FEB}" srcOrd="0" destOrd="0" presId="urn:microsoft.com/office/officeart/2008/layout/LinedList"/>
    <dgm:cxn modelId="{9C4B2BB7-201A-47CC-A5C1-61B8DCCC5B19}" type="presParOf" srcId="{C978069A-9910-486E-AF4B-D7D5431572AD}" destId="{959165C2-7A7C-4862-8B53-864E0AA2C287}" srcOrd="1" destOrd="0" presId="urn:microsoft.com/office/officeart/2008/layout/LinedList"/>
    <dgm:cxn modelId="{46794D90-B265-4D66-ADAD-6CCE5E99A807}" type="presParOf" srcId="{A4860A55-162A-45DE-A00A-BFE1FDC1E176}" destId="{A8955857-02D6-4A07-A72E-603311034065}" srcOrd="4" destOrd="0" presId="urn:microsoft.com/office/officeart/2008/layout/LinedList"/>
    <dgm:cxn modelId="{5538B4F5-99B0-457A-84A8-E05CF2FF6668}" type="presParOf" srcId="{A4860A55-162A-45DE-A00A-BFE1FDC1E176}" destId="{F0E22FAE-16E0-4CB8-8495-6B7E424B9C37}" srcOrd="5" destOrd="0" presId="urn:microsoft.com/office/officeart/2008/layout/LinedList"/>
    <dgm:cxn modelId="{A0A348D9-E691-48D7-8FE9-A99DBAE24D2A}" type="presParOf" srcId="{F0E22FAE-16E0-4CB8-8495-6B7E424B9C37}" destId="{9FCE6E9B-6E01-495C-B572-D2677F8A1A22}" srcOrd="0" destOrd="0" presId="urn:microsoft.com/office/officeart/2008/layout/LinedList"/>
    <dgm:cxn modelId="{1FAB0FDC-4998-448E-8597-7EF09F243615}" type="presParOf" srcId="{F0E22FAE-16E0-4CB8-8495-6B7E424B9C37}" destId="{D55A0115-B88C-4345-BF84-8D46F1B0F3BB}" srcOrd="1" destOrd="0" presId="urn:microsoft.com/office/officeart/2008/layout/LinedList"/>
    <dgm:cxn modelId="{60515921-9C92-4F27-8662-70D52E7226AE}" type="presParOf" srcId="{A4860A55-162A-45DE-A00A-BFE1FDC1E176}" destId="{E67B34BA-99BF-47E8-A199-6F6352810E3B}" srcOrd="6" destOrd="0" presId="urn:microsoft.com/office/officeart/2008/layout/LinedList"/>
    <dgm:cxn modelId="{BE370A95-5F54-41B2-89FD-94F3F1551FCF}" type="presParOf" srcId="{A4860A55-162A-45DE-A00A-BFE1FDC1E176}" destId="{0D37940F-FF8A-4A82-A6B3-EA9218497BDF}" srcOrd="7" destOrd="0" presId="urn:microsoft.com/office/officeart/2008/layout/LinedList"/>
    <dgm:cxn modelId="{C19A5454-C72E-4390-9B32-6EEFF1868B0B}" type="presParOf" srcId="{0D37940F-FF8A-4A82-A6B3-EA9218497BDF}" destId="{72800C0D-02E9-4273-A179-3691145A8DCB}" srcOrd="0" destOrd="0" presId="urn:microsoft.com/office/officeart/2008/layout/LinedList"/>
    <dgm:cxn modelId="{6ED2742B-4652-4CFB-8A12-F84E71030802}" type="presParOf" srcId="{0D37940F-FF8A-4A82-A6B3-EA9218497BDF}" destId="{B07F8A36-8003-4C56-A7C7-759749335A7F}" srcOrd="1" destOrd="0" presId="urn:microsoft.com/office/officeart/2008/layout/LinedList"/>
    <dgm:cxn modelId="{026549EC-4C57-4218-AD6B-109EBD5F95F5}" type="presParOf" srcId="{A4860A55-162A-45DE-A00A-BFE1FDC1E176}" destId="{4E75038B-7A23-45B5-A099-70B0F872A700}" srcOrd="8" destOrd="0" presId="urn:microsoft.com/office/officeart/2008/layout/LinedList"/>
    <dgm:cxn modelId="{82852E7B-6268-4629-B507-C338BB87F83E}" type="presParOf" srcId="{A4860A55-162A-45DE-A00A-BFE1FDC1E176}" destId="{68138E29-957D-49B9-9339-30BB01A2E8FC}" srcOrd="9" destOrd="0" presId="urn:microsoft.com/office/officeart/2008/layout/LinedList"/>
    <dgm:cxn modelId="{8DC928F1-08E5-417E-9108-F414F56F213E}" type="presParOf" srcId="{68138E29-957D-49B9-9339-30BB01A2E8FC}" destId="{CCCE91D7-9EB6-4847-BC9A-EFE3A9B6ED10}" srcOrd="0" destOrd="0" presId="urn:microsoft.com/office/officeart/2008/layout/LinedList"/>
    <dgm:cxn modelId="{1BFF7E8E-E065-4313-95BC-E17B69206DF5}" type="presParOf" srcId="{68138E29-957D-49B9-9339-30BB01A2E8FC}" destId="{F0ED2FA4-8BB2-4143-80C2-86CD248F3697}" srcOrd="1" destOrd="0" presId="urn:microsoft.com/office/officeart/2008/layout/LinedList"/>
    <dgm:cxn modelId="{DF9995F4-C70C-4489-B001-9E310BCEC30E}" type="presParOf" srcId="{A4860A55-162A-45DE-A00A-BFE1FDC1E176}" destId="{C4FE3279-CB7E-48F0-A219-5193FC817AD4}" srcOrd="10" destOrd="0" presId="urn:microsoft.com/office/officeart/2008/layout/LinedList"/>
    <dgm:cxn modelId="{556E4436-0C4D-482F-B9B8-A6FE811ABC50}" type="presParOf" srcId="{A4860A55-162A-45DE-A00A-BFE1FDC1E176}" destId="{69B00B32-85DC-401D-A138-C21A6B9F7ADF}" srcOrd="11" destOrd="0" presId="urn:microsoft.com/office/officeart/2008/layout/LinedList"/>
    <dgm:cxn modelId="{69A08310-2AB7-44FE-8DBA-10EB7A2AEFFD}" type="presParOf" srcId="{69B00B32-85DC-401D-A138-C21A6B9F7ADF}" destId="{7621E8EC-FCF4-48F7-ACEC-221FEBA85E4C}" srcOrd="0" destOrd="0" presId="urn:microsoft.com/office/officeart/2008/layout/LinedList"/>
    <dgm:cxn modelId="{BBB812D4-F769-4FF5-A2C4-469FA10A1055}" type="presParOf" srcId="{69B00B32-85DC-401D-A138-C21A6B9F7ADF}" destId="{548D3F43-4977-4157-9800-C31CCD300301}" srcOrd="1" destOrd="0" presId="urn:microsoft.com/office/officeart/2008/layout/LinedList"/>
    <dgm:cxn modelId="{51778166-CEA4-4691-87F5-5D38656DD55E}" type="presParOf" srcId="{A4860A55-162A-45DE-A00A-BFE1FDC1E176}" destId="{52932EDB-60FE-4A96-BA98-C091C2D82AC7}" srcOrd="12" destOrd="0" presId="urn:microsoft.com/office/officeart/2008/layout/LinedList"/>
    <dgm:cxn modelId="{7D11E29B-F837-42FB-A249-7D0DEAE89B77}" type="presParOf" srcId="{A4860A55-162A-45DE-A00A-BFE1FDC1E176}" destId="{C220FA2C-A672-4E8C-BEBE-55A90C3189A1}" srcOrd="13" destOrd="0" presId="urn:microsoft.com/office/officeart/2008/layout/LinedList"/>
    <dgm:cxn modelId="{17E11CFD-BCFD-4B4F-96E2-AB4FB4711945}" type="presParOf" srcId="{C220FA2C-A672-4E8C-BEBE-55A90C3189A1}" destId="{2174AC61-4A28-4DF1-B7A2-661687D82AF9}" srcOrd="0" destOrd="0" presId="urn:microsoft.com/office/officeart/2008/layout/LinedList"/>
    <dgm:cxn modelId="{576CDBCC-6C31-44C2-B7A0-A0BEEA2BF31E}" type="presParOf" srcId="{C220FA2C-A672-4E8C-BEBE-55A90C3189A1}" destId="{21820E78-A7EE-4576-9170-6D263F0B7B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50E41F6-8782-44E8-B92A-31C4235172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30BADCD-1D9E-4BC7-8258-161705EB69D5}">
      <dgm:prSet/>
      <dgm:spPr/>
      <dgm:t>
        <a:bodyPr/>
        <a:lstStyle/>
        <a:p>
          <a:r>
            <a:rPr lang="uk-UA" b="0" i="0"/>
            <a:t>учасників збройних формувань українського визвольного руху 1939–1945 рр.</a:t>
          </a:r>
          <a:endParaRPr lang="uk-UA"/>
        </a:p>
      </dgm:t>
    </dgm:pt>
    <dgm:pt modelId="{CE969E86-3965-456C-98EA-0A830AD1EEE9}" type="parTrans" cxnId="{05054C54-0651-424C-986D-E7DBD0EFD8B0}">
      <dgm:prSet/>
      <dgm:spPr/>
      <dgm:t>
        <a:bodyPr/>
        <a:lstStyle/>
        <a:p>
          <a:endParaRPr lang="uk-UA"/>
        </a:p>
      </dgm:t>
    </dgm:pt>
    <dgm:pt modelId="{DA9609FD-7A17-47D4-9237-A09C0CA5E344}" type="sibTrans" cxnId="{05054C54-0651-424C-986D-E7DBD0EFD8B0}">
      <dgm:prSet/>
      <dgm:spPr/>
      <dgm:t>
        <a:bodyPr/>
        <a:lstStyle/>
        <a:p>
          <a:endParaRPr lang="uk-UA"/>
        </a:p>
      </dgm:t>
    </dgm:pt>
    <dgm:pt modelId="{47B31A05-B1F2-4BEF-B660-0807E3B9CC14}">
      <dgm:prSet/>
      <dgm:spPr/>
      <dgm:t>
        <a:bodyPr/>
        <a:lstStyle/>
        <a:p>
          <a:r>
            <a:rPr lang="uk-UA" b="0" i="0"/>
            <a:t>українських селян, яких відправляли на примусові роботи до Німеччини в 1941–1944 рр.</a:t>
          </a:r>
          <a:endParaRPr lang="uk-UA"/>
        </a:p>
      </dgm:t>
    </dgm:pt>
    <dgm:pt modelId="{AF8267A2-6282-464E-9369-A770D20AC0E6}" type="parTrans" cxnId="{9874D1E1-659C-4F17-9037-4B80B81CED3E}">
      <dgm:prSet/>
      <dgm:spPr/>
      <dgm:t>
        <a:bodyPr/>
        <a:lstStyle/>
        <a:p>
          <a:endParaRPr lang="uk-UA"/>
        </a:p>
      </dgm:t>
    </dgm:pt>
    <dgm:pt modelId="{D444590D-4BE6-4966-9D5D-0B1B5582C1B2}" type="sibTrans" cxnId="{9874D1E1-659C-4F17-9037-4B80B81CED3E}">
      <dgm:prSet/>
      <dgm:spPr/>
      <dgm:t>
        <a:bodyPr/>
        <a:lstStyle/>
        <a:p>
          <a:endParaRPr lang="uk-UA"/>
        </a:p>
      </dgm:t>
    </dgm:pt>
    <dgm:pt modelId="{C41CAAEE-61D0-4E6D-BE68-32ACD0D441FC}">
      <dgm:prSet/>
      <dgm:spPr/>
      <dgm:t>
        <a:bodyPr/>
        <a:lstStyle/>
        <a:p>
          <a:r>
            <a:rPr lang="uk-UA" b="0" i="0"/>
            <a:t>мобілізованих на території України польовими військкоматами до лав Червоної армії в 1943–1944 рр.</a:t>
          </a:r>
          <a:endParaRPr lang="uk-UA"/>
        </a:p>
      </dgm:t>
    </dgm:pt>
    <dgm:pt modelId="{91288B88-7D69-4C8D-B741-546C0F9DE378}" type="parTrans" cxnId="{07E0D1FF-4DA9-4906-B7B1-A348B40239B7}">
      <dgm:prSet/>
      <dgm:spPr/>
      <dgm:t>
        <a:bodyPr/>
        <a:lstStyle/>
        <a:p>
          <a:endParaRPr lang="uk-UA"/>
        </a:p>
      </dgm:t>
    </dgm:pt>
    <dgm:pt modelId="{2DF11D77-E68A-47ED-9C0C-F60487A025F3}" type="sibTrans" cxnId="{07E0D1FF-4DA9-4906-B7B1-A348B40239B7}">
      <dgm:prSet/>
      <dgm:spPr/>
      <dgm:t>
        <a:bodyPr/>
        <a:lstStyle/>
        <a:p>
          <a:endParaRPr lang="uk-UA"/>
        </a:p>
      </dgm:t>
    </dgm:pt>
    <dgm:pt modelId="{7CA0D6AD-8BC2-415E-8415-14A7DE7E5123}">
      <dgm:prSet/>
      <dgm:spPr/>
      <dgm:t>
        <a:bodyPr/>
        <a:lstStyle/>
        <a:p>
          <a:r>
            <a:rPr lang="uk-UA" b="0" i="0"/>
            <a:t>військовослужбовців-українців, що потрапили до німецького полону в 1941–1942 рр.</a:t>
          </a:r>
          <a:endParaRPr lang="uk-UA"/>
        </a:p>
      </dgm:t>
    </dgm:pt>
    <dgm:pt modelId="{76BD24CD-D4FC-47D2-B551-3621B4F8239F}" type="parTrans" cxnId="{E4795FA0-0A60-48CA-BF80-42EE03AD3B3C}">
      <dgm:prSet/>
      <dgm:spPr/>
      <dgm:t>
        <a:bodyPr/>
        <a:lstStyle/>
        <a:p>
          <a:endParaRPr lang="uk-UA"/>
        </a:p>
      </dgm:t>
    </dgm:pt>
    <dgm:pt modelId="{7DB69486-D33C-4622-BD61-BB063F25FCBA}" type="sibTrans" cxnId="{E4795FA0-0A60-48CA-BF80-42EE03AD3B3C}">
      <dgm:prSet/>
      <dgm:spPr/>
      <dgm:t>
        <a:bodyPr/>
        <a:lstStyle/>
        <a:p>
          <a:endParaRPr lang="uk-UA"/>
        </a:p>
      </dgm:t>
    </dgm:pt>
    <dgm:pt modelId="{E6C56811-51E6-4E5A-94E3-C0037BB18920}" type="pres">
      <dgm:prSet presAssocID="{B50E41F6-8782-44E8-B92A-31C4235172FC}" presName="linear" presStyleCnt="0">
        <dgm:presLayoutVars>
          <dgm:animLvl val="lvl"/>
          <dgm:resizeHandles val="exact"/>
        </dgm:presLayoutVars>
      </dgm:prSet>
      <dgm:spPr/>
    </dgm:pt>
    <dgm:pt modelId="{68DB407F-3CD6-4F9C-9810-50FE952877CC}" type="pres">
      <dgm:prSet presAssocID="{230BADCD-1D9E-4BC7-8258-161705EB69D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470CBE-AF60-4C5B-B2AA-BFE307F9FD9A}" type="pres">
      <dgm:prSet presAssocID="{DA9609FD-7A17-47D4-9237-A09C0CA5E344}" presName="spacer" presStyleCnt="0"/>
      <dgm:spPr/>
    </dgm:pt>
    <dgm:pt modelId="{C15D4661-196F-4026-AC57-71A7C473B298}" type="pres">
      <dgm:prSet presAssocID="{47B31A05-B1F2-4BEF-B660-0807E3B9CC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80FE1EB-E9D6-4C29-A4F8-D4CCFA185CD6}" type="pres">
      <dgm:prSet presAssocID="{D444590D-4BE6-4966-9D5D-0B1B5582C1B2}" presName="spacer" presStyleCnt="0"/>
      <dgm:spPr/>
    </dgm:pt>
    <dgm:pt modelId="{E567DC68-C5E9-40CF-BB13-D92407EEE16D}" type="pres">
      <dgm:prSet presAssocID="{C41CAAEE-61D0-4E6D-BE68-32ACD0D441F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578758-13E6-47EF-9B56-48E0EB56E1A6}" type="pres">
      <dgm:prSet presAssocID="{2DF11D77-E68A-47ED-9C0C-F60487A025F3}" presName="spacer" presStyleCnt="0"/>
      <dgm:spPr/>
    </dgm:pt>
    <dgm:pt modelId="{60D5CB00-FF95-46B1-B60E-6B4A44D3B41F}" type="pres">
      <dgm:prSet presAssocID="{7CA0D6AD-8BC2-415E-8415-14A7DE7E512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7FFF0D-7F37-4FF5-8987-771645715A39}" type="presOf" srcId="{C41CAAEE-61D0-4E6D-BE68-32ACD0D441FC}" destId="{E567DC68-C5E9-40CF-BB13-D92407EEE16D}" srcOrd="0" destOrd="0" presId="urn:microsoft.com/office/officeart/2005/8/layout/vList2"/>
    <dgm:cxn modelId="{22C0185F-96DE-419C-86B3-E1CF62806F96}" type="presOf" srcId="{47B31A05-B1F2-4BEF-B660-0807E3B9CC14}" destId="{C15D4661-196F-4026-AC57-71A7C473B298}" srcOrd="0" destOrd="0" presId="urn:microsoft.com/office/officeart/2005/8/layout/vList2"/>
    <dgm:cxn modelId="{2527C846-E31A-45A5-A8EC-4E1269BA5DE6}" type="presOf" srcId="{B50E41F6-8782-44E8-B92A-31C4235172FC}" destId="{E6C56811-51E6-4E5A-94E3-C0037BB18920}" srcOrd="0" destOrd="0" presId="urn:microsoft.com/office/officeart/2005/8/layout/vList2"/>
    <dgm:cxn modelId="{05054C54-0651-424C-986D-E7DBD0EFD8B0}" srcId="{B50E41F6-8782-44E8-B92A-31C4235172FC}" destId="{230BADCD-1D9E-4BC7-8258-161705EB69D5}" srcOrd="0" destOrd="0" parTransId="{CE969E86-3965-456C-98EA-0A830AD1EEE9}" sibTransId="{DA9609FD-7A17-47D4-9237-A09C0CA5E344}"/>
    <dgm:cxn modelId="{C0369D99-0D77-4FE8-AA47-58F2F5EB307E}" type="presOf" srcId="{230BADCD-1D9E-4BC7-8258-161705EB69D5}" destId="{68DB407F-3CD6-4F9C-9810-50FE952877CC}" srcOrd="0" destOrd="0" presId="urn:microsoft.com/office/officeart/2005/8/layout/vList2"/>
    <dgm:cxn modelId="{E4795FA0-0A60-48CA-BF80-42EE03AD3B3C}" srcId="{B50E41F6-8782-44E8-B92A-31C4235172FC}" destId="{7CA0D6AD-8BC2-415E-8415-14A7DE7E5123}" srcOrd="3" destOrd="0" parTransId="{76BD24CD-D4FC-47D2-B551-3621B4F8239F}" sibTransId="{7DB69486-D33C-4622-BD61-BB063F25FCBA}"/>
    <dgm:cxn modelId="{9874D1E1-659C-4F17-9037-4B80B81CED3E}" srcId="{B50E41F6-8782-44E8-B92A-31C4235172FC}" destId="{47B31A05-B1F2-4BEF-B660-0807E3B9CC14}" srcOrd="1" destOrd="0" parTransId="{AF8267A2-6282-464E-9369-A770D20AC0E6}" sibTransId="{D444590D-4BE6-4966-9D5D-0B1B5582C1B2}"/>
    <dgm:cxn modelId="{572AE0E5-16BD-400A-ADCE-9E7B8B7E202D}" type="presOf" srcId="{7CA0D6AD-8BC2-415E-8415-14A7DE7E5123}" destId="{60D5CB00-FF95-46B1-B60E-6B4A44D3B41F}" srcOrd="0" destOrd="0" presId="urn:microsoft.com/office/officeart/2005/8/layout/vList2"/>
    <dgm:cxn modelId="{07E0D1FF-4DA9-4906-B7B1-A348B40239B7}" srcId="{B50E41F6-8782-44E8-B92A-31C4235172FC}" destId="{C41CAAEE-61D0-4E6D-BE68-32ACD0D441FC}" srcOrd="2" destOrd="0" parTransId="{91288B88-7D69-4C8D-B741-546C0F9DE378}" sibTransId="{2DF11D77-E68A-47ED-9C0C-F60487A025F3}"/>
    <dgm:cxn modelId="{E3AF2D9A-6F1C-414F-8B7A-422B9E3988EC}" type="presParOf" srcId="{E6C56811-51E6-4E5A-94E3-C0037BB18920}" destId="{68DB407F-3CD6-4F9C-9810-50FE952877CC}" srcOrd="0" destOrd="0" presId="urn:microsoft.com/office/officeart/2005/8/layout/vList2"/>
    <dgm:cxn modelId="{59EC152E-2941-405C-9128-E5662B43EB3D}" type="presParOf" srcId="{E6C56811-51E6-4E5A-94E3-C0037BB18920}" destId="{DE470CBE-AF60-4C5B-B2AA-BFE307F9FD9A}" srcOrd="1" destOrd="0" presId="urn:microsoft.com/office/officeart/2005/8/layout/vList2"/>
    <dgm:cxn modelId="{A041B894-4E2C-4333-8954-DCB9E41E236A}" type="presParOf" srcId="{E6C56811-51E6-4E5A-94E3-C0037BB18920}" destId="{C15D4661-196F-4026-AC57-71A7C473B298}" srcOrd="2" destOrd="0" presId="urn:microsoft.com/office/officeart/2005/8/layout/vList2"/>
    <dgm:cxn modelId="{4050315F-80DC-4948-B9B9-FAA5A7EBA1F1}" type="presParOf" srcId="{E6C56811-51E6-4E5A-94E3-C0037BB18920}" destId="{A80FE1EB-E9D6-4C29-A4F8-D4CCFA185CD6}" srcOrd="3" destOrd="0" presId="urn:microsoft.com/office/officeart/2005/8/layout/vList2"/>
    <dgm:cxn modelId="{FDF24CBF-13B3-440C-A4D4-577165775642}" type="presParOf" srcId="{E6C56811-51E6-4E5A-94E3-C0037BB18920}" destId="{E567DC68-C5E9-40CF-BB13-D92407EEE16D}" srcOrd="4" destOrd="0" presId="urn:microsoft.com/office/officeart/2005/8/layout/vList2"/>
    <dgm:cxn modelId="{7E86BC9B-0C87-4E0A-B7AD-BAF57F7BB5E5}" type="presParOf" srcId="{E6C56811-51E6-4E5A-94E3-C0037BB18920}" destId="{B2578758-13E6-47EF-9B56-48E0EB56E1A6}" srcOrd="5" destOrd="0" presId="urn:microsoft.com/office/officeart/2005/8/layout/vList2"/>
    <dgm:cxn modelId="{FA9712B1-D157-456E-B6BF-7841F9B25EA2}" type="presParOf" srcId="{E6C56811-51E6-4E5A-94E3-C0037BB18920}" destId="{60D5CB00-FF95-46B1-B60E-6B4A44D3B4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BCF9153-9F3F-4F5F-93BF-C5FDBAC36D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F1DD4D6-3468-43AB-8FBD-A97DD2723B12}">
      <dgm:prSet/>
      <dgm:spPr/>
      <dgm:t>
        <a:bodyPr/>
        <a:lstStyle/>
        <a:p>
          <a:r>
            <a:rPr lang="uk-UA" b="0" i="0"/>
            <a:t>визволення Києва від нацистських окупантів</a:t>
          </a:r>
          <a:endParaRPr lang="uk-UA"/>
        </a:p>
      </dgm:t>
    </dgm:pt>
    <dgm:pt modelId="{AE2ECC8A-67FA-4F01-A87A-6A9FE43CD464}" type="parTrans" cxnId="{0C1EA7A6-9DDC-4890-B46A-2EEE08C91391}">
      <dgm:prSet/>
      <dgm:spPr/>
      <dgm:t>
        <a:bodyPr/>
        <a:lstStyle/>
        <a:p>
          <a:endParaRPr lang="uk-UA"/>
        </a:p>
      </dgm:t>
    </dgm:pt>
    <dgm:pt modelId="{FC099C56-E869-4F64-99B8-72330B280C85}" type="sibTrans" cxnId="{0C1EA7A6-9DDC-4890-B46A-2EEE08C91391}">
      <dgm:prSet/>
      <dgm:spPr/>
      <dgm:t>
        <a:bodyPr/>
        <a:lstStyle/>
        <a:p>
          <a:endParaRPr lang="uk-UA"/>
        </a:p>
      </dgm:t>
    </dgm:pt>
    <dgm:pt modelId="{FE811908-000C-4707-9EFE-FBBFCDAEAED9}">
      <dgm:prSet/>
      <dgm:spPr/>
      <dgm:t>
        <a:bodyPr/>
        <a:lstStyle/>
        <a:p>
          <a:r>
            <a:rPr lang="uk-UA" b="0" i="0"/>
            <a:t>створення Української повстанської армії (УПА)</a:t>
          </a:r>
          <a:endParaRPr lang="uk-UA"/>
        </a:p>
      </dgm:t>
    </dgm:pt>
    <dgm:pt modelId="{CB328A1A-521F-4D69-8051-8D21191D5B24}" type="parTrans" cxnId="{411BE429-D58B-4E82-A413-F86A84B6F233}">
      <dgm:prSet/>
      <dgm:spPr/>
      <dgm:t>
        <a:bodyPr/>
        <a:lstStyle/>
        <a:p>
          <a:endParaRPr lang="uk-UA"/>
        </a:p>
      </dgm:t>
    </dgm:pt>
    <dgm:pt modelId="{9BF74FB3-282A-4436-86AC-03B8B43C0994}" type="sibTrans" cxnId="{411BE429-D58B-4E82-A413-F86A84B6F233}">
      <dgm:prSet/>
      <dgm:spPr/>
      <dgm:t>
        <a:bodyPr/>
        <a:lstStyle/>
        <a:p>
          <a:endParaRPr lang="uk-UA"/>
        </a:p>
      </dgm:t>
    </dgm:pt>
    <dgm:pt modelId="{A6AB4F74-8E54-4B91-971C-CC096E6C1B73}">
      <dgm:prSet/>
      <dgm:spPr/>
      <dgm:t>
        <a:bodyPr/>
        <a:lstStyle/>
        <a:p>
          <a:r>
            <a:rPr lang="uk-UA" b="0" i="0"/>
            <a:t>проголошення Акта відновлення Української Держави</a:t>
          </a:r>
          <a:endParaRPr lang="uk-UA"/>
        </a:p>
      </dgm:t>
    </dgm:pt>
    <dgm:pt modelId="{0D4D260E-1029-4004-AF2E-EB267334ADCE}" type="parTrans" cxnId="{EE34A880-4942-4CCE-B57D-3722D2BA6310}">
      <dgm:prSet/>
      <dgm:spPr/>
      <dgm:t>
        <a:bodyPr/>
        <a:lstStyle/>
        <a:p>
          <a:endParaRPr lang="uk-UA"/>
        </a:p>
      </dgm:t>
    </dgm:pt>
    <dgm:pt modelId="{0F96E946-9884-436A-803E-2ABD9C8C8630}" type="sibTrans" cxnId="{EE34A880-4942-4CCE-B57D-3722D2BA6310}">
      <dgm:prSet/>
      <dgm:spPr/>
      <dgm:t>
        <a:bodyPr/>
        <a:lstStyle/>
        <a:p>
          <a:endParaRPr lang="uk-UA"/>
        </a:p>
      </dgm:t>
    </dgm:pt>
    <dgm:pt modelId="{5ADF4309-1362-4020-ACB1-68616EB5C6EF}">
      <dgm:prSet/>
      <dgm:spPr/>
      <dgm:t>
        <a:bodyPr/>
        <a:lstStyle/>
        <a:p>
          <a:r>
            <a:rPr lang="uk-UA" b="0" i="0"/>
            <a:t>проведення Корсунь-Шевченківської наступальної операції</a:t>
          </a:r>
          <a:endParaRPr lang="uk-UA"/>
        </a:p>
      </dgm:t>
    </dgm:pt>
    <dgm:pt modelId="{6BDCFE9F-225C-475F-81A9-EDA4267658B6}" type="parTrans" cxnId="{E2EDE23C-E7BF-42D2-9B4C-B0AF5FEEECD5}">
      <dgm:prSet/>
      <dgm:spPr/>
      <dgm:t>
        <a:bodyPr/>
        <a:lstStyle/>
        <a:p>
          <a:endParaRPr lang="uk-UA"/>
        </a:p>
      </dgm:t>
    </dgm:pt>
    <dgm:pt modelId="{EC8E7EF4-4CCF-4072-8319-02E397349CF9}" type="sibTrans" cxnId="{E2EDE23C-E7BF-42D2-9B4C-B0AF5FEEECD5}">
      <dgm:prSet/>
      <dgm:spPr/>
      <dgm:t>
        <a:bodyPr/>
        <a:lstStyle/>
        <a:p>
          <a:endParaRPr lang="uk-UA"/>
        </a:p>
      </dgm:t>
    </dgm:pt>
    <dgm:pt modelId="{3B8F1B2E-3E97-4C3B-A5E1-DFF628ACB7F7}" type="pres">
      <dgm:prSet presAssocID="{EBCF9153-9F3F-4F5F-93BF-C5FDBAC36DE5}" presName="linear" presStyleCnt="0">
        <dgm:presLayoutVars>
          <dgm:animLvl val="lvl"/>
          <dgm:resizeHandles val="exact"/>
        </dgm:presLayoutVars>
      </dgm:prSet>
      <dgm:spPr/>
    </dgm:pt>
    <dgm:pt modelId="{0465CEB4-CF45-4BEA-91AF-33B68AAD98A3}" type="pres">
      <dgm:prSet presAssocID="{2F1DD4D6-3468-43AB-8FBD-A97DD2723B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C04E6B-571D-4052-85BF-47112FD2DA98}" type="pres">
      <dgm:prSet presAssocID="{FC099C56-E869-4F64-99B8-72330B280C85}" presName="spacer" presStyleCnt="0"/>
      <dgm:spPr/>
    </dgm:pt>
    <dgm:pt modelId="{30CADA33-9896-43F4-8984-D87BC1A5022F}" type="pres">
      <dgm:prSet presAssocID="{FE811908-000C-4707-9EFE-FBBFCDAEAE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2FEA7B0-7C12-4AF1-9AC6-C579272ECAD7}" type="pres">
      <dgm:prSet presAssocID="{9BF74FB3-282A-4436-86AC-03B8B43C0994}" presName="spacer" presStyleCnt="0"/>
      <dgm:spPr/>
    </dgm:pt>
    <dgm:pt modelId="{9C011A9B-A347-47E5-A6D9-C7618BA0761B}" type="pres">
      <dgm:prSet presAssocID="{A6AB4F74-8E54-4B91-971C-CC096E6C1B7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B9D944B-5499-4759-8547-1039E4385631}" type="pres">
      <dgm:prSet presAssocID="{0F96E946-9884-436A-803E-2ABD9C8C8630}" presName="spacer" presStyleCnt="0"/>
      <dgm:spPr/>
    </dgm:pt>
    <dgm:pt modelId="{DDEFBFB4-DED7-4071-865F-E0DD1736813B}" type="pres">
      <dgm:prSet presAssocID="{5ADF4309-1362-4020-ACB1-68616EB5C6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D4A5106-ACBB-47E0-8573-C3ECD7965EC9}" type="presOf" srcId="{EBCF9153-9F3F-4F5F-93BF-C5FDBAC36DE5}" destId="{3B8F1B2E-3E97-4C3B-A5E1-DFF628ACB7F7}" srcOrd="0" destOrd="0" presId="urn:microsoft.com/office/officeart/2005/8/layout/vList2"/>
    <dgm:cxn modelId="{411BE429-D58B-4E82-A413-F86A84B6F233}" srcId="{EBCF9153-9F3F-4F5F-93BF-C5FDBAC36DE5}" destId="{FE811908-000C-4707-9EFE-FBBFCDAEAED9}" srcOrd="1" destOrd="0" parTransId="{CB328A1A-521F-4D69-8051-8D21191D5B24}" sibTransId="{9BF74FB3-282A-4436-86AC-03B8B43C0994}"/>
    <dgm:cxn modelId="{E2EDE23C-E7BF-42D2-9B4C-B0AF5FEEECD5}" srcId="{EBCF9153-9F3F-4F5F-93BF-C5FDBAC36DE5}" destId="{5ADF4309-1362-4020-ACB1-68616EB5C6EF}" srcOrd="3" destOrd="0" parTransId="{6BDCFE9F-225C-475F-81A9-EDA4267658B6}" sibTransId="{EC8E7EF4-4CCF-4072-8319-02E397349CF9}"/>
    <dgm:cxn modelId="{D9838D7E-65E3-4A08-B426-CBD5B95E74F7}" type="presOf" srcId="{2F1DD4D6-3468-43AB-8FBD-A97DD2723B12}" destId="{0465CEB4-CF45-4BEA-91AF-33B68AAD98A3}" srcOrd="0" destOrd="0" presId="urn:microsoft.com/office/officeart/2005/8/layout/vList2"/>
    <dgm:cxn modelId="{EE34A880-4942-4CCE-B57D-3722D2BA6310}" srcId="{EBCF9153-9F3F-4F5F-93BF-C5FDBAC36DE5}" destId="{A6AB4F74-8E54-4B91-971C-CC096E6C1B73}" srcOrd="2" destOrd="0" parTransId="{0D4D260E-1029-4004-AF2E-EB267334ADCE}" sibTransId="{0F96E946-9884-436A-803E-2ABD9C8C8630}"/>
    <dgm:cxn modelId="{E3769A87-AD6F-411D-8357-6BEE87763620}" type="presOf" srcId="{5ADF4309-1362-4020-ACB1-68616EB5C6EF}" destId="{DDEFBFB4-DED7-4071-865F-E0DD1736813B}" srcOrd="0" destOrd="0" presId="urn:microsoft.com/office/officeart/2005/8/layout/vList2"/>
    <dgm:cxn modelId="{0C1EA7A6-9DDC-4890-B46A-2EEE08C91391}" srcId="{EBCF9153-9F3F-4F5F-93BF-C5FDBAC36DE5}" destId="{2F1DD4D6-3468-43AB-8FBD-A97DD2723B12}" srcOrd="0" destOrd="0" parTransId="{AE2ECC8A-67FA-4F01-A87A-6A9FE43CD464}" sibTransId="{FC099C56-E869-4F64-99B8-72330B280C85}"/>
    <dgm:cxn modelId="{3D4681DB-6632-44E3-A79C-355FEFB3C3BE}" type="presOf" srcId="{FE811908-000C-4707-9EFE-FBBFCDAEAED9}" destId="{30CADA33-9896-43F4-8984-D87BC1A5022F}" srcOrd="0" destOrd="0" presId="urn:microsoft.com/office/officeart/2005/8/layout/vList2"/>
    <dgm:cxn modelId="{347370F3-C2D3-443A-BCB9-93FAE9BC86A6}" type="presOf" srcId="{A6AB4F74-8E54-4B91-971C-CC096E6C1B73}" destId="{9C011A9B-A347-47E5-A6D9-C7618BA0761B}" srcOrd="0" destOrd="0" presId="urn:microsoft.com/office/officeart/2005/8/layout/vList2"/>
    <dgm:cxn modelId="{0C754BD7-98A5-4410-A778-571A8E7219FA}" type="presParOf" srcId="{3B8F1B2E-3E97-4C3B-A5E1-DFF628ACB7F7}" destId="{0465CEB4-CF45-4BEA-91AF-33B68AAD98A3}" srcOrd="0" destOrd="0" presId="urn:microsoft.com/office/officeart/2005/8/layout/vList2"/>
    <dgm:cxn modelId="{FCFEE76A-0CB8-4046-8681-7ADB1A2043BF}" type="presParOf" srcId="{3B8F1B2E-3E97-4C3B-A5E1-DFF628ACB7F7}" destId="{2FC04E6B-571D-4052-85BF-47112FD2DA98}" srcOrd="1" destOrd="0" presId="urn:microsoft.com/office/officeart/2005/8/layout/vList2"/>
    <dgm:cxn modelId="{037FDEE9-F300-408C-9A6E-863B988931DB}" type="presParOf" srcId="{3B8F1B2E-3E97-4C3B-A5E1-DFF628ACB7F7}" destId="{30CADA33-9896-43F4-8984-D87BC1A5022F}" srcOrd="2" destOrd="0" presId="urn:microsoft.com/office/officeart/2005/8/layout/vList2"/>
    <dgm:cxn modelId="{6F8DD411-4F81-4191-9E58-A2E3B766BB0E}" type="presParOf" srcId="{3B8F1B2E-3E97-4C3B-A5E1-DFF628ACB7F7}" destId="{B2FEA7B0-7C12-4AF1-9AC6-C579272ECAD7}" srcOrd="3" destOrd="0" presId="urn:microsoft.com/office/officeart/2005/8/layout/vList2"/>
    <dgm:cxn modelId="{68E373C7-CB3E-4BFB-9CA0-EC531D0BA15A}" type="presParOf" srcId="{3B8F1B2E-3E97-4C3B-A5E1-DFF628ACB7F7}" destId="{9C011A9B-A347-47E5-A6D9-C7618BA0761B}" srcOrd="4" destOrd="0" presId="urn:microsoft.com/office/officeart/2005/8/layout/vList2"/>
    <dgm:cxn modelId="{DC044B66-ABDB-4726-BE9F-65D90A757128}" type="presParOf" srcId="{3B8F1B2E-3E97-4C3B-A5E1-DFF628ACB7F7}" destId="{BB9D944B-5499-4759-8547-1039E4385631}" srcOrd="5" destOrd="0" presId="urn:microsoft.com/office/officeart/2005/8/layout/vList2"/>
    <dgm:cxn modelId="{5AD1BB3C-DA7E-43AD-849E-A287BE72BCCC}" type="presParOf" srcId="{3B8F1B2E-3E97-4C3B-A5E1-DFF628ACB7F7}" destId="{DDEFBFB4-DED7-4071-865F-E0DD1736813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13F4E58-77CD-4F60-B1EC-E26DA655096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AEBEA9-B767-44DB-A45B-4E4B47292368}">
      <dgm:prSet/>
      <dgm:spPr/>
      <dgm:t>
        <a:bodyPr/>
        <a:lstStyle/>
        <a:p>
          <a:r>
            <a:rPr lang="uk-UA" b="0" i="0"/>
            <a:t>битви під Москвою.</a:t>
          </a:r>
          <a:endParaRPr lang="uk-UA"/>
        </a:p>
      </dgm:t>
    </dgm:pt>
    <dgm:pt modelId="{744404CC-7E86-4E82-BD7B-A14362E96169}" type="parTrans" cxnId="{C7AFE57C-2EDF-4879-9CDA-5C5DAED2B540}">
      <dgm:prSet/>
      <dgm:spPr/>
      <dgm:t>
        <a:bodyPr/>
        <a:lstStyle/>
        <a:p>
          <a:endParaRPr lang="uk-UA"/>
        </a:p>
      </dgm:t>
    </dgm:pt>
    <dgm:pt modelId="{1DEA8BB5-B219-4F8B-B3B6-36F0D98F9EBC}" type="sibTrans" cxnId="{C7AFE57C-2EDF-4879-9CDA-5C5DAED2B540}">
      <dgm:prSet/>
      <dgm:spPr/>
      <dgm:t>
        <a:bodyPr/>
        <a:lstStyle/>
        <a:p>
          <a:endParaRPr lang="uk-UA"/>
        </a:p>
      </dgm:t>
    </dgm:pt>
    <dgm:pt modelId="{14687F25-F635-4661-8384-01CA8F7446C0}">
      <dgm:prSet/>
      <dgm:spPr/>
      <dgm:t>
        <a:bodyPr/>
        <a:lstStyle/>
        <a:p>
          <a:r>
            <a:rPr lang="uk-UA" b="0" i="0"/>
            <a:t>Сталінградської битви.</a:t>
          </a:r>
          <a:endParaRPr lang="uk-UA"/>
        </a:p>
      </dgm:t>
    </dgm:pt>
    <dgm:pt modelId="{CD2061AC-E993-4682-8FFA-F674D09524DA}" type="parTrans" cxnId="{F5E799D5-79A2-4F7D-8BCC-C3E496DBBC74}">
      <dgm:prSet/>
      <dgm:spPr/>
      <dgm:t>
        <a:bodyPr/>
        <a:lstStyle/>
        <a:p>
          <a:endParaRPr lang="uk-UA"/>
        </a:p>
      </dgm:t>
    </dgm:pt>
    <dgm:pt modelId="{F090E41D-3A32-44EC-A74E-758702EE4320}" type="sibTrans" cxnId="{F5E799D5-79A2-4F7D-8BCC-C3E496DBBC74}">
      <dgm:prSet/>
      <dgm:spPr/>
      <dgm:t>
        <a:bodyPr/>
        <a:lstStyle/>
        <a:p>
          <a:endParaRPr lang="uk-UA"/>
        </a:p>
      </dgm:t>
    </dgm:pt>
    <dgm:pt modelId="{64B2841A-ED9A-4BE0-AEAE-81F47209FE4C}">
      <dgm:prSet/>
      <dgm:spPr/>
      <dgm:t>
        <a:bodyPr/>
        <a:lstStyle/>
        <a:p>
          <a:r>
            <a:rPr lang="uk-UA" b="0" i="0"/>
            <a:t>Курської битви.</a:t>
          </a:r>
          <a:endParaRPr lang="uk-UA"/>
        </a:p>
      </dgm:t>
    </dgm:pt>
    <dgm:pt modelId="{A1595F12-577A-4567-93A9-4CF720404D13}" type="parTrans" cxnId="{EED25439-7C4F-48FD-9F42-A62086ACD821}">
      <dgm:prSet/>
      <dgm:spPr/>
      <dgm:t>
        <a:bodyPr/>
        <a:lstStyle/>
        <a:p>
          <a:endParaRPr lang="uk-UA"/>
        </a:p>
      </dgm:t>
    </dgm:pt>
    <dgm:pt modelId="{8B05C3B5-8376-4E73-915E-A01510A103A2}" type="sibTrans" cxnId="{EED25439-7C4F-48FD-9F42-A62086ACD821}">
      <dgm:prSet/>
      <dgm:spPr/>
      <dgm:t>
        <a:bodyPr/>
        <a:lstStyle/>
        <a:p>
          <a:endParaRPr lang="uk-UA"/>
        </a:p>
      </dgm:t>
    </dgm:pt>
    <dgm:pt modelId="{16125CB5-1DF7-4912-907D-A45F5D6BD075}">
      <dgm:prSet/>
      <dgm:spPr/>
      <dgm:t>
        <a:bodyPr/>
        <a:lstStyle/>
        <a:p>
          <a:r>
            <a:rPr lang="uk-UA" b="0" i="0"/>
            <a:t>«Битви за Дніпро».</a:t>
          </a:r>
          <a:endParaRPr lang="uk-UA"/>
        </a:p>
      </dgm:t>
    </dgm:pt>
    <dgm:pt modelId="{B8184A16-362A-420E-9EDE-5D10463DBACC}" type="parTrans" cxnId="{ED329A39-6B9C-4B39-AE70-933E71AB82B3}">
      <dgm:prSet/>
      <dgm:spPr/>
      <dgm:t>
        <a:bodyPr/>
        <a:lstStyle/>
        <a:p>
          <a:endParaRPr lang="uk-UA"/>
        </a:p>
      </dgm:t>
    </dgm:pt>
    <dgm:pt modelId="{A1045890-F237-496C-A72C-C7A2DA37B2BD}" type="sibTrans" cxnId="{ED329A39-6B9C-4B39-AE70-933E71AB82B3}">
      <dgm:prSet/>
      <dgm:spPr/>
      <dgm:t>
        <a:bodyPr/>
        <a:lstStyle/>
        <a:p>
          <a:endParaRPr lang="uk-UA"/>
        </a:p>
      </dgm:t>
    </dgm:pt>
    <dgm:pt modelId="{73541A0B-1DE2-41D7-B08D-CCD15FC73701}" type="pres">
      <dgm:prSet presAssocID="{B13F4E58-77CD-4F60-B1EC-E26DA6550964}" presName="linearFlow" presStyleCnt="0">
        <dgm:presLayoutVars>
          <dgm:dir/>
          <dgm:resizeHandles val="exact"/>
        </dgm:presLayoutVars>
      </dgm:prSet>
      <dgm:spPr/>
    </dgm:pt>
    <dgm:pt modelId="{35709BAB-E726-4CD6-9D8C-E994F279726F}" type="pres">
      <dgm:prSet presAssocID="{5FAEBEA9-B767-44DB-A45B-4E4B47292368}" presName="composite" presStyleCnt="0"/>
      <dgm:spPr/>
    </dgm:pt>
    <dgm:pt modelId="{CBECCA98-AB94-46D5-8BC7-AE5306FD9A8F}" type="pres">
      <dgm:prSet presAssocID="{5FAEBEA9-B767-44DB-A45B-4E4B47292368}" presName="imgShp" presStyleLbl="fgImgPlace1" presStyleIdx="0" presStyleCnt="4"/>
      <dgm:spPr/>
    </dgm:pt>
    <dgm:pt modelId="{FE47E4EA-84EA-44F4-91D5-570BFCE6C0F4}" type="pres">
      <dgm:prSet presAssocID="{5FAEBEA9-B767-44DB-A45B-4E4B47292368}" presName="txShp" presStyleLbl="node1" presStyleIdx="0" presStyleCnt="4">
        <dgm:presLayoutVars>
          <dgm:bulletEnabled val="1"/>
        </dgm:presLayoutVars>
      </dgm:prSet>
      <dgm:spPr/>
    </dgm:pt>
    <dgm:pt modelId="{09375172-6606-41EB-9579-A20746618F70}" type="pres">
      <dgm:prSet presAssocID="{1DEA8BB5-B219-4F8B-B3B6-36F0D98F9EBC}" presName="spacing" presStyleCnt="0"/>
      <dgm:spPr/>
    </dgm:pt>
    <dgm:pt modelId="{C60F1204-8DBA-4FD8-B678-53A2F43DDB5A}" type="pres">
      <dgm:prSet presAssocID="{14687F25-F635-4661-8384-01CA8F7446C0}" presName="composite" presStyleCnt="0"/>
      <dgm:spPr/>
    </dgm:pt>
    <dgm:pt modelId="{27CDCD13-9D24-44A7-9EE5-3774CEB2765A}" type="pres">
      <dgm:prSet presAssocID="{14687F25-F635-4661-8384-01CA8F7446C0}" presName="imgShp" presStyleLbl="fgImgPlace1" presStyleIdx="1" presStyleCnt="4"/>
      <dgm:spPr/>
    </dgm:pt>
    <dgm:pt modelId="{EA6267A4-E0FD-4E11-8F46-F1836E617041}" type="pres">
      <dgm:prSet presAssocID="{14687F25-F635-4661-8384-01CA8F7446C0}" presName="txShp" presStyleLbl="node1" presStyleIdx="1" presStyleCnt="4">
        <dgm:presLayoutVars>
          <dgm:bulletEnabled val="1"/>
        </dgm:presLayoutVars>
      </dgm:prSet>
      <dgm:spPr/>
    </dgm:pt>
    <dgm:pt modelId="{FF702CE9-F660-4967-9717-14DCAE3259B1}" type="pres">
      <dgm:prSet presAssocID="{F090E41D-3A32-44EC-A74E-758702EE4320}" presName="spacing" presStyleCnt="0"/>
      <dgm:spPr/>
    </dgm:pt>
    <dgm:pt modelId="{D0F25F12-B1EE-4CAC-9A83-BBFC8186A0CC}" type="pres">
      <dgm:prSet presAssocID="{64B2841A-ED9A-4BE0-AEAE-81F47209FE4C}" presName="composite" presStyleCnt="0"/>
      <dgm:spPr/>
    </dgm:pt>
    <dgm:pt modelId="{41813BB0-DFC2-4D5C-A0A9-025B242F2B1B}" type="pres">
      <dgm:prSet presAssocID="{64B2841A-ED9A-4BE0-AEAE-81F47209FE4C}" presName="imgShp" presStyleLbl="fgImgPlace1" presStyleIdx="2" presStyleCnt="4"/>
      <dgm:spPr/>
    </dgm:pt>
    <dgm:pt modelId="{BE580DB5-5E7F-4C87-9C88-F004B265C20A}" type="pres">
      <dgm:prSet presAssocID="{64B2841A-ED9A-4BE0-AEAE-81F47209FE4C}" presName="txShp" presStyleLbl="node1" presStyleIdx="2" presStyleCnt="4">
        <dgm:presLayoutVars>
          <dgm:bulletEnabled val="1"/>
        </dgm:presLayoutVars>
      </dgm:prSet>
      <dgm:spPr/>
    </dgm:pt>
    <dgm:pt modelId="{584FF57E-048C-4D56-B83D-E63E1F80A18E}" type="pres">
      <dgm:prSet presAssocID="{8B05C3B5-8376-4E73-915E-A01510A103A2}" presName="spacing" presStyleCnt="0"/>
      <dgm:spPr/>
    </dgm:pt>
    <dgm:pt modelId="{979424C7-CA2B-4779-91D1-85FC05AC10E5}" type="pres">
      <dgm:prSet presAssocID="{16125CB5-1DF7-4912-907D-A45F5D6BD075}" presName="composite" presStyleCnt="0"/>
      <dgm:spPr/>
    </dgm:pt>
    <dgm:pt modelId="{A6F410E1-B6C7-47A3-9ED2-0E07DE705CC8}" type="pres">
      <dgm:prSet presAssocID="{16125CB5-1DF7-4912-907D-A45F5D6BD075}" presName="imgShp" presStyleLbl="fgImgPlace1" presStyleIdx="3" presStyleCnt="4"/>
      <dgm:spPr/>
    </dgm:pt>
    <dgm:pt modelId="{B7B0D9A6-B714-41D8-B9AB-219A425F8456}" type="pres">
      <dgm:prSet presAssocID="{16125CB5-1DF7-4912-907D-A45F5D6BD075}" presName="txShp" presStyleLbl="node1" presStyleIdx="3" presStyleCnt="4">
        <dgm:presLayoutVars>
          <dgm:bulletEnabled val="1"/>
        </dgm:presLayoutVars>
      </dgm:prSet>
      <dgm:spPr/>
    </dgm:pt>
  </dgm:ptLst>
  <dgm:cxnLst>
    <dgm:cxn modelId="{0228B826-3359-4CFC-B3D2-9F91A63B230C}" type="presOf" srcId="{16125CB5-1DF7-4912-907D-A45F5D6BD075}" destId="{B7B0D9A6-B714-41D8-B9AB-219A425F8456}" srcOrd="0" destOrd="0" presId="urn:microsoft.com/office/officeart/2005/8/layout/vList3"/>
    <dgm:cxn modelId="{EED25439-7C4F-48FD-9F42-A62086ACD821}" srcId="{B13F4E58-77CD-4F60-B1EC-E26DA6550964}" destId="{64B2841A-ED9A-4BE0-AEAE-81F47209FE4C}" srcOrd="2" destOrd="0" parTransId="{A1595F12-577A-4567-93A9-4CF720404D13}" sibTransId="{8B05C3B5-8376-4E73-915E-A01510A103A2}"/>
    <dgm:cxn modelId="{ED329A39-6B9C-4B39-AE70-933E71AB82B3}" srcId="{B13F4E58-77CD-4F60-B1EC-E26DA6550964}" destId="{16125CB5-1DF7-4912-907D-A45F5D6BD075}" srcOrd="3" destOrd="0" parTransId="{B8184A16-362A-420E-9EDE-5D10463DBACC}" sibTransId="{A1045890-F237-496C-A72C-C7A2DA37B2BD}"/>
    <dgm:cxn modelId="{27736B3C-512B-4414-91CB-AF651BED0E50}" type="presOf" srcId="{5FAEBEA9-B767-44DB-A45B-4E4B47292368}" destId="{FE47E4EA-84EA-44F4-91D5-570BFCE6C0F4}" srcOrd="0" destOrd="0" presId="urn:microsoft.com/office/officeart/2005/8/layout/vList3"/>
    <dgm:cxn modelId="{0DD7C449-A379-47D5-89E2-C97576A7D87B}" type="presOf" srcId="{14687F25-F635-4661-8384-01CA8F7446C0}" destId="{EA6267A4-E0FD-4E11-8F46-F1836E617041}" srcOrd="0" destOrd="0" presId="urn:microsoft.com/office/officeart/2005/8/layout/vList3"/>
    <dgm:cxn modelId="{C7AFE57C-2EDF-4879-9CDA-5C5DAED2B540}" srcId="{B13F4E58-77CD-4F60-B1EC-E26DA6550964}" destId="{5FAEBEA9-B767-44DB-A45B-4E4B47292368}" srcOrd="0" destOrd="0" parTransId="{744404CC-7E86-4E82-BD7B-A14362E96169}" sibTransId="{1DEA8BB5-B219-4F8B-B3B6-36F0D98F9EBC}"/>
    <dgm:cxn modelId="{378834AE-A2E9-404B-B55F-F3BEA7B439F6}" type="presOf" srcId="{B13F4E58-77CD-4F60-B1EC-E26DA6550964}" destId="{73541A0B-1DE2-41D7-B08D-CCD15FC73701}" srcOrd="0" destOrd="0" presId="urn:microsoft.com/office/officeart/2005/8/layout/vList3"/>
    <dgm:cxn modelId="{3F3A67D3-7EB6-41E1-B782-281FE3E489AC}" type="presOf" srcId="{64B2841A-ED9A-4BE0-AEAE-81F47209FE4C}" destId="{BE580DB5-5E7F-4C87-9C88-F004B265C20A}" srcOrd="0" destOrd="0" presId="urn:microsoft.com/office/officeart/2005/8/layout/vList3"/>
    <dgm:cxn modelId="{F5E799D5-79A2-4F7D-8BCC-C3E496DBBC74}" srcId="{B13F4E58-77CD-4F60-B1EC-E26DA6550964}" destId="{14687F25-F635-4661-8384-01CA8F7446C0}" srcOrd="1" destOrd="0" parTransId="{CD2061AC-E993-4682-8FFA-F674D09524DA}" sibTransId="{F090E41D-3A32-44EC-A74E-758702EE4320}"/>
    <dgm:cxn modelId="{88421FA0-90C6-4103-8431-DD5D6B8DBDEB}" type="presParOf" srcId="{73541A0B-1DE2-41D7-B08D-CCD15FC73701}" destId="{35709BAB-E726-4CD6-9D8C-E994F279726F}" srcOrd="0" destOrd="0" presId="urn:microsoft.com/office/officeart/2005/8/layout/vList3"/>
    <dgm:cxn modelId="{4C8E7331-19A1-41D0-A4C4-EF0521E457A2}" type="presParOf" srcId="{35709BAB-E726-4CD6-9D8C-E994F279726F}" destId="{CBECCA98-AB94-46D5-8BC7-AE5306FD9A8F}" srcOrd="0" destOrd="0" presId="urn:microsoft.com/office/officeart/2005/8/layout/vList3"/>
    <dgm:cxn modelId="{CA5635BF-C716-47AA-8A41-A7C566668AA3}" type="presParOf" srcId="{35709BAB-E726-4CD6-9D8C-E994F279726F}" destId="{FE47E4EA-84EA-44F4-91D5-570BFCE6C0F4}" srcOrd="1" destOrd="0" presId="urn:microsoft.com/office/officeart/2005/8/layout/vList3"/>
    <dgm:cxn modelId="{AC420C3E-0659-4F6F-AE6C-FF03B84507FB}" type="presParOf" srcId="{73541A0B-1DE2-41D7-B08D-CCD15FC73701}" destId="{09375172-6606-41EB-9579-A20746618F70}" srcOrd="1" destOrd="0" presId="urn:microsoft.com/office/officeart/2005/8/layout/vList3"/>
    <dgm:cxn modelId="{2364DD75-2DFE-4FC5-894D-DDAC928A0C2E}" type="presParOf" srcId="{73541A0B-1DE2-41D7-B08D-CCD15FC73701}" destId="{C60F1204-8DBA-4FD8-B678-53A2F43DDB5A}" srcOrd="2" destOrd="0" presId="urn:microsoft.com/office/officeart/2005/8/layout/vList3"/>
    <dgm:cxn modelId="{304604FB-9591-40CF-BBA3-C688AB47935B}" type="presParOf" srcId="{C60F1204-8DBA-4FD8-B678-53A2F43DDB5A}" destId="{27CDCD13-9D24-44A7-9EE5-3774CEB2765A}" srcOrd="0" destOrd="0" presId="urn:microsoft.com/office/officeart/2005/8/layout/vList3"/>
    <dgm:cxn modelId="{EE809787-3CC8-4C29-B006-CA0AB9974EC3}" type="presParOf" srcId="{C60F1204-8DBA-4FD8-B678-53A2F43DDB5A}" destId="{EA6267A4-E0FD-4E11-8F46-F1836E617041}" srcOrd="1" destOrd="0" presId="urn:microsoft.com/office/officeart/2005/8/layout/vList3"/>
    <dgm:cxn modelId="{09C3A1D0-E1F7-412C-ACEC-44892933E6A3}" type="presParOf" srcId="{73541A0B-1DE2-41D7-B08D-CCD15FC73701}" destId="{FF702CE9-F660-4967-9717-14DCAE3259B1}" srcOrd="3" destOrd="0" presId="urn:microsoft.com/office/officeart/2005/8/layout/vList3"/>
    <dgm:cxn modelId="{78044EED-D168-420E-A691-2A01AE4D60DB}" type="presParOf" srcId="{73541A0B-1DE2-41D7-B08D-CCD15FC73701}" destId="{D0F25F12-B1EE-4CAC-9A83-BBFC8186A0CC}" srcOrd="4" destOrd="0" presId="urn:microsoft.com/office/officeart/2005/8/layout/vList3"/>
    <dgm:cxn modelId="{2B47160E-E49C-4444-B798-8393DC4F5A2D}" type="presParOf" srcId="{D0F25F12-B1EE-4CAC-9A83-BBFC8186A0CC}" destId="{41813BB0-DFC2-4D5C-A0A9-025B242F2B1B}" srcOrd="0" destOrd="0" presId="urn:microsoft.com/office/officeart/2005/8/layout/vList3"/>
    <dgm:cxn modelId="{8D8DBBF4-9C23-4E61-99CA-FE1175D55F92}" type="presParOf" srcId="{D0F25F12-B1EE-4CAC-9A83-BBFC8186A0CC}" destId="{BE580DB5-5E7F-4C87-9C88-F004B265C20A}" srcOrd="1" destOrd="0" presId="urn:microsoft.com/office/officeart/2005/8/layout/vList3"/>
    <dgm:cxn modelId="{911623E4-7646-4795-B089-4561D77CD883}" type="presParOf" srcId="{73541A0B-1DE2-41D7-B08D-CCD15FC73701}" destId="{584FF57E-048C-4D56-B83D-E63E1F80A18E}" srcOrd="5" destOrd="0" presId="urn:microsoft.com/office/officeart/2005/8/layout/vList3"/>
    <dgm:cxn modelId="{F9DE646D-3E58-4D49-B681-2586731B1B8A}" type="presParOf" srcId="{73541A0B-1DE2-41D7-B08D-CCD15FC73701}" destId="{979424C7-CA2B-4779-91D1-85FC05AC10E5}" srcOrd="6" destOrd="0" presId="urn:microsoft.com/office/officeart/2005/8/layout/vList3"/>
    <dgm:cxn modelId="{5F90282A-060D-49C3-84DC-B1EBB7196955}" type="presParOf" srcId="{979424C7-CA2B-4779-91D1-85FC05AC10E5}" destId="{A6F410E1-B6C7-47A3-9ED2-0E07DE705CC8}" srcOrd="0" destOrd="0" presId="urn:microsoft.com/office/officeart/2005/8/layout/vList3"/>
    <dgm:cxn modelId="{801715BE-02AC-4DEC-AB93-B0728800D1B4}" type="presParOf" srcId="{979424C7-CA2B-4779-91D1-85FC05AC10E5}" destId="{B7B0D9A6-B714-41D8-B9AB-219A425F845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E56A121-D946-43FC-955C-4027C7980A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9B60A81-E4B6-413A-B935-FBF2EBA6A2EB}">
      <dgm:prSet/>
      <dgm:spPr/>
      <dgm:t>
        <a:bodyPr/>
        <a:lstStyle/>
        <a:p>
          <a:r>
            <a:rPr lang="uk-UA" b="0" i="0"/>
            <a:t>депортацію кримських татар та інших народів Криму.</a:t>
          </a:r>
          <a:endParaRPr lang="uk-UA"/>
        </a:p>
      </dgm:t>
    </dgm:pt>
    <dgm:pt modelId="{17D86807-0B3E-42D5-83F0-BD6DF7B6A6C0}" type="parTrans" cxnId="{C7EA88D6-E7B2-48CB-A48D-FDDD778EE452}">
      <dgm:prSet/>
      <dgm:spPr/>
      <dgm:t>
        <a:bodyPr/>
        <a:lstStyle/>
        <a:p>
          <a:endParaRPr lang="uk-UA"/>
        </a:p>
      </dgm:t>
    </dgm:pt>
    <dgm:pt modelId="{58DA4CB2-70CE-409C-9995-96A10998F4F6}" type="sibTrans" cxnId="{C7EA88D6-E7B2-48CB-A48D-FDDD778EE452}">
      <dgm:prSet/>
      <dgm:spPr/>
      <dgm:t>
        <a:bodyPr/>
        <a:lstStyle/>
        <a:p>
          <a:endParaRPr lang="uk-UA"/>
        </a:p>
      </dgm:t>
    </dgm:pt>
    <dgm:pt modelId="{04C0983C-1C43-4990-AAD7-89B606923B20}">
      <dgm:prSet/>
      <dgm:spPr/>
      <dgm:t>
        <a:bodyPr/>
        <a:lstStyle/>
        <a:p>
          <a:r>
            <a:rPr lang="uk-UA" b="0" i="0"/>
            <a:t>вигнання нацистських загарбників з території України.</a:t>
          </a:r>
          <a:endParaRPr lang="uk-UA"/>
        </a:p>
      </dgm:t>
    </dgm:pt>
    <dgm:pt modelId="{83185A77-0A90-4789-B33D-5FFD283576D7}" type="parTrans" cxnId="{23415DD6-2863-49DD-A4BB-426D0C6E5A04}">
      <dgm:prSet/>
      <dgm:spPr/>
      <dgm:t>
        <a:bodyPr/>
        <a:lstStyle/>
        <a:p>
          <a:endParaRPr lang="uk-UA"/>
        </a:p>
      </dgm:t>
    </dgm:pt>
    <dgm:pt modelId="{826C738B-1437-43FE-8D86-087E95EF1829}" type="sibTrans" cxnId="{23415DD6-2863-49DD-A4BB-426D0C6E5A04}">
      <dgm:prSet/>
      <dgm:spPr/>
      <dgm:t>
        <a:bodyPr/>
        <a:lstStyle/>
        <a:p>
          <a:endParaRPr lang="uk-UA"/>
        </a:p>
      </dgm:t>
    </dgm:pt>
    <dgm:pt modelId="{8A2375D2-AF44-4185-927E-7D7698D74261}">
      <dgm:prSet/>
      <dgm:spPr/>
      <dgm:t>
        <a:bodyPr/>
        <a:lstStyle/>
        <a:p>
          <a:r>
            <a:rPr lang="uk-UA" b="0" i="0"/>
            <a:t>наступ радянських військ у ході Корсунь-Шевченківської операції.</a:t>
          </a:r>
          <a:endParaRPr lang="uk-UA"/>
        </a:p>
      </dgm:t>
    </dgm:pt>
    <dgm:pt modelId="{3E21B844-C568-4715-A27D-52EF4EC91E3E}" type="parTrans" cxnId="{20E607FB-1D45-4E43-A797-E61158EF381A}">
      <dgm:prSet/>
      <dgm:spPr/>
      <dgm:t>
        <a:bodyPr/>
        <a:lstStyle/>
        <a:p>
          <a:endParaRPr lang="uk-UA"/>
        </a:p>
      </dgm:t>
    </dgm:pt>
    <dgm:pt modelId="{FF36DCE9-5839-4DDC-B254-938D163E8345}" type="sibTrans" cxnId="{20E607FB-1D45-4E43-A797-E61158EF381A}">
      <dgm:prSet/>
      <dgm:spPr/>
      <dgm:t>
        <a:bodyPr/>
        <a:lstStyle/>
        <a:p>
          <a:endParaRPr lang="uk-UA"/>
        </a:p>
      </dgm:t>
    </dgm:pt>
    <dgm:pt modelId="{8D1EDABD-12D8-46D9-A2E6-E7F3475FD18F}">
      <dgm:prSet/>
      <dgm:spPr/>
      <dgm:t>
        <a:bodyPr/>
        <a:lstStyle/>
        <a:p>
          <a:r>
            <a:rPr lang="uk-UA" b="0" i="0"/>
            <a:t>вторгнення Червоної армії на територію Бессарабії та Північної Буковини.</a:t>
          </a:r>
          <a:endParaRPr lang="uk-UA"/>
        </a:p>
      </dgm:t>
    </dgm:pt>
    <dgm:pt modelId="{2A3CF4EC-0A16-40C3-BDE3-34E5ACE4F8D1}" type="parTrans" cxnId="{C7D88553-AF31-40B1-BD52-8E9209A3EF9B}">
      <dgm:prSet/>
      <dgm:spPr/>
      <dgm:t>
        <a:bodyPr/>
        <a:lstStyle/>
        <a:p>
          <a:endParaRPr lang="uk-UA"/>
        </a:p>
      </dgm:t>
    </dgm:pt>
    <dgm:pt modelId="{A5A8E77A-12E8-4887-B3FE-6594DDBAB3DC}" type="sibTrans" cxnId="{C7D88553-AF31-40B1-BD52-8E9209A3EF9B}">
      <dgm:prSet/>
      <dgm:spPr/>
      <dgm:t>
        <a:bodyPr/>
        <a:lstStyle/>
        <a:p>
          <a:endParaRPr lang="uk-UA"/>
        </a:p>
      </dgm:t>
    </dgm:pt>
    <dgm:pt modelId="{05097C91-1EF6-407B-A850-6B83E327D4B2}" type="pres">
      <dgm:prSet presAssocID="{AE56A121-D946-43FC-955C-4027C7980A49}" presName="linear" presStyleCnt="0">
        <dgm:presLayoutVars>
          <dgm:animLvl val="lvl"/>
          <dgm:resizeHandles val="exact"/>
        </dgm:presLayoutVars>
      </dgm:prSet>
      <dgm:spPr/>
    </dgm:pt>
    <dgm:pt modelId="{7B60EFB0-765A-44CF-90F1-524B4BA892B0}" type="pres">
      <dgm:prSet presAssocID="{09B60A81-E4B6-413A-B935-FBF2EBA6A2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0B3E0E-EBB2-406E-8A9A-EFC25DCB56FD}" type="pres">
      <dgm:prSet presAssocID="{58DA4CB2-70CE-409C-9995-96A10998F4F6}" presName="spacer" presStyleCnt="0"/>
      <dgm:spPr/>
    </dgm:pt>
    <dgm:pt modelId="{BB3343C9-0E21-4AA1-967D-E21E02C3D642}" type="pres">
      <dgm:prSet presAssocID="{04C0983C-1C43-4990-AAD7-89B606923B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20FA7F-C13B-45A2-AF71-E903A3859DB6}" type="pres">
      <dgm:prSet presAssocID="{826C738B-1437-43FE-8D86-087E95EF1829}" presName="spacer" presStyleCnt="0"/>
      <dgm:spPr/>
    </dgm:pt>
    <dgm:pt modelId="{31706596-932B-4171-86C4-A5EFEAAD0FB5}" type="pres">
      <dgm:prSet presAssocID="{8A2375D2-AF44-4185-927E-7D7698D742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8A0CD53-5323-4C50-9CC9-88EA925C19B7}" type="pres">
      <dgm:prSet presAssocID="{FF36DCE9-5839-4DDC-B254-938D163E8345}" presName="spacer" presStyleCnt="0"/>
      <dgm:spPr/>
    </dgm:pt>
    <dgm:pt modelId="{6E9B5E2D-11BD-4479-9C95-CF89C91FBC82}" type="pres">
      <dgm:prSet presAssocID="{8D1EDABD-12D8-46D9-A2E6-E7F3475FD1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D2980A-DC95-4BAF-8E45-0C10E5CCFC6D}" type="presOf" srcId="{04C0983C-1C43-4990-AAD7-89B606923B20}" destId="{BB3343C9-0E21-4AA1-967D-E21E02C3D642}" srcOrd="0" destOrd="0" presId="urn:microsoft.com/office/officeart/2005/8/layout/vList2"/>
    <dgm:cxn modelId="{C7D88553-AF31-40B1-BD52-8E9209A3EF9B}" srcId="{AE56A121-D946-43FC-955C-4027C7980A49}" destId="{8D1EDABD-12D8-46D9-A2E6-E7F3475FD18F}" srcOrd="3" destOrd="0" parTransId="{2A3CF4EC-0A16-40C3-BDE3-34E5ACE4F8D1}" sibTransId="{A5A8E77A-12E8-4887-B3FE-6594DDBAB3DC}"/>
    <dgm:cxn modelId="{DDDD407F-F079-4DFB-83D3-7F4EC5996EC8}" type="presOf" srcId="{09B60A81-E4B6-413A-B935-FBF2EBA6A2EB}" destId="{7B60EFB0-765A-44CF-90F1-524B4BA892B0}" srcOrd="0" destOrd="0" presId="urn:microsoft.com/office/officeart/2005/8/layout/vList2"/>
    <dgm:cxn modelId="{1FD7549A-87D4-4A52-8EA4-2163A502E8B2}" type="presOf" srcId="{8A2375D2-AF44-4185-927E-7D7698D74261}" destId="{31706596-932B-4171-86C4-A5EFEAAD0FB5}" srcOrd="0" destOrd="0" presId="urn:microsoft.com/office/officeart/2005/8/layout/vList2"/>
    <dgm:cxn modelId="{B51CE0B7-6C66-425C-BFE4-F96C4D663445}" type="presOf" srcId="{AE56A121-D946-43FC-955C-4027C7980A49}" destId="{05097C91-1EF6-407B-A850-6B83E327D4B2}" srcOrd="0" destOrd="0" presId="urn:microsoft.com/office/officeart/2005/8/layout/vList2"/>
    <dgm:cxn modelId="{C3F389BC-5A29-4A41-AA3F-FF0645457FB7}" type="presOf" srcId="{8D1EDABD-12D8-46D9-A2E6-E7F3475FD18F}" destId="{6E9B5E2D-11BD-4479-9C95-CF89C91FBC82}" srcOrd="0" destOrd="0" presId="urn:microsoft.com/office/officeart/2005/8/layout/vList2"/>
    <dgm:cxn modelId="{23415DD6-2863-49DD-A4BB-426D0C6E5A04}" srcId="{AE56A121-D946-43FC-955C-4027C7980A49}" destId="{04C0983C-1C43-4990-AAD7-89B606923B20}" srcOrd="1" destOrd="0" parTransId="{83185A77-0A90-4789-B33D-5FFD283576D7}" sibTransId="{826C738B-1437-43FE-8D86-087E95EF1829}"/>
    <dgm:cxn modelId="{C7EA88D6-E7B2-48CB-A48D-FDDD778EE452}" srcId="{AE56A121-D946-43FC-955C-4027C7980A49}" destId="{09B60A81-E4B6-413A-B935-FBF2EBA6A2EB}" srcOrd="0" destOrd="0" parTransId="{17D86807-0B3E-42D5-83F0-BD6DF7B6A6C0}" sibTransId="{58DA4CB2-70CE-409C-9995-96A10998F4F6}"/>
    <dgm:cxn modelId="{20E607FB-1D45-4E43-A797-E61158EF381A}" srcId="{AE56A121-D946-43FC-955C-4027C7980A49}" destId="{8A2375D2-AF44-4185-927E-7D7698D74261}" srcOrd="2" destOrd="0" parTransId="{3E21B844-C568-4715-A27D-52EF4EC91E3E}" sibTransId="{FF36DCE9-5839-4DDC-B254-938D163E8345}"/>
    <dgm:cxn modelId="{DA5ED341-5CAE-4D06-AB7C-B7C1A568895A}" type="presParOf" srcId="{05097C91-1EF6-407B-A850-6B83E327D4B2}" destId="{7B60EFB0-765A-44CF-90F1-524B4BA892B0}" srcOrd="0" destOrd="0" presId="urn:microsoft.com/office/officeart/2005/8/layout/vList2"/>
    <dgm:cxn modelId="{A4B1BD0F-3675-4B6A-A9EC-56F6E10CCB57}" type="presParOf" srcId="{05097C91-1EF6-407B-A850-6B83E327D4B2}" destId="{310B3E0E-EBB2-406E-8A9A-EFC25DCB56FD}" srcOrd="1" destOrd="0" presId="urn:microsoft.com/office/officeart/2005/8/layout/vList2"/>
    <dgm:cxn modelId="{F0B37CF0-3B19-431E-9EA5-4247D1018423}" type="presParOf" srcId="{05097C91-1EF6-407B-A850-6B83E327D4B2}" destId="{BB3343C9-0E21-4AA1-967D-E21E02C3D642}" srcOrd="2" destOrd="0" presId="urn:microsoft.com/office/officeart/2005/8/layout/vList2"/>
    <dgm:cxn modelId="{0F139C86-89AF-4084-AEDB-662F2CE2DAF4}" type="presParOf" srcId="{05097C91-1EF6-407B-A850-6B83E327D4B2}" destId="{9C20FA7F-C13B-45A2-AF71-E903A3859DB6}" srcOrd="3" destOrd="0" presId="urn:microsoft.com/office/officeart/2005/8/layout/vList2"/>
    <dgm:cxn modelId="{471DBC3F-4F2E-466F-BB7F-9B92BCDB04F4}" type="presParOf" srcId="{05097C91-1EF6-407B-A850-6B83E327D4B2}" destId="{31706596-932B-4171-86C4-A5EFEAAD0FB5}" srcOrd="4" destOrd="0" presId="urn:microsoft.com/office/officeart/2005/8/layout/vList2"/>
    <dgm:cxn modelId="{021ED90A-EC97-4FD1-99E6-DDB1AFEA6342}" type="presParOf" srcId="{05097C91-1EF6-407B-A850-6B83E327D4B2}" destId="{68A0CD53-5323-4C50-9CC9-88EA925C19B7}" srcOrd="5" destOrd="0" presId="urn:microsoft.com/office/officeart/2005/8/layout/vList2"/>
    <dgm:cxn modelId="{9383FD8F-9E79-4120-AF7C-177A7B5459C6}" type="presParOf" srcId="{05097C91-1EF6-407B-A850-6B83E327D4B2}" destId="{6E9B5E2D-11BD-4479-9C95-CF89C91FBC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10FC66F-2EE1-402D-9132-3A64E32AD5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E30E70-3B55-447D-87CE-74098A1C4925}">
      <dgm:prSet/>
      <dgm:spPr/>
      <dgm:t>
        <a:bodyPr/>
        <a:lstStyle/>
        <a:p>
          <a:r>
            <a:rPr lang="ru-RU" b="0" i="0"/>
            <a:t>О. Берест.</a:t>
          </a:r>
          <a:endParaRPr lang="uk-UA"/>
        </a:p>
      </dgm:t>
    </dgm:pt>
    <dgm:pt modelId="{C7902DB9-21EA-47B2-AF8C-4D31892A0913}" type="parTrans" cxnId="{E1E9BB18-445F-4625-A1D2-EF21A05F336D}">
      <dgm:prSet/>
      <dgm:spPr/>
      <dgm:t>
        <a:bodyPr/>
        <a:lstStyle/>
        <a:p>
          <a:endParaRPr lang="uk-UA"/>
        </a:p>
      </dgm:t>
    </dgm:pt>
    <dgm:pt modelId="{CAA3EF2F-0F7C-45E0-8C89-5DBD0A169B13}" type="sibTrans" cxnId="{E1E9BB18-445F-4625-A1D2-EF21A05F336D}">
      <dgm:prSet/>
      <dgm:spPr/>
      <dgm:t>
        <a:bodyPr/>
        <a:lstStyle/>
        <a:p>
          <a:endParaRPr lang="uk-UA"/>
        </a:p>
      </dgm:t>
    </dgm:pt>
    <dgm:pt modelId="{4A9907DE-0322-426C-B509-8AFDF2BA7354}">
      <dgm:prSet/>
      <dgm:spPr/>
      <dgm:t>
        <a:bodyPr/>
        <a:lstStyle/>
        <a:p>
          <a:r>
            <a:rPr lang="ru-RU" b="0" i="0"/>
            <a:t>С. Ковпак.</a:t>
          </a:r>
          <a:endParaRPr lang="uk-UA"/>
        </a:p>
      </dgm:t>
    </dgm:pt>
    <dgm:pt modelId="{EFEC10A1-5A43-4F2E-BA28-B18F582E358E}" type="parTrans" cxnId="{60A21DBC-0973-4DBB-86DE-BE6B9B3F5010}">
      <dgm:prSet/>
      <dgm:spPr/>
      <dgm:t>
        <a:bodyPr/>
        <a:lstStyle/>
        <a:p>
          <a:endParaRPr lang="uk-UA"/>
        </a:p>
      </dgm:t>
    </dgm:pt>
    <dgm:pt modelId="{6A73CF30-13A4-46EA-8891-8AA6B01675C3}" type="sibTrans" cxnId="{60A21DBC-0973-4DBB-86DE-BE6B9B3F5010}">
      <dgm:prSet/>
      <dgm:spPr/>
      <dgm:t>
        <a:bodyPr/>
        <a:lstStyle/>
        <a:p>
          <a:endParaRPr lang="uk-UA"/>
        </a:p>
      </dgm:t>
    </dgm:pt>
    <dgm:pt modelId="{875719A6-9BA3-496C-8553-C426C60C3D4D}">
      <dgm:prSet/>
      <dgm:spPr/>
      <dgm:t>
        <a:bodyPr/>
        <a:lstStyle/>
        <a:p>
          <a:r>
            <a:rPr lang="ru-RU" b="0" i="0"/>
            <a:t>І. Кожедуб.</a:t>
          </a:r>
          <a:endParaRPr lang="uk-UA"/>
        </a:p>
      </dgm:t>
    </dgm:pt>
    <dgm:pt modelId="{46DCF25D-72A3-4C49-885F-44F51ABCD881}" type="parTrans" cxnId="{F6AC9820-069C-44A4-9FE5-8E770FCC6B68}">
      <dgm:prSet/>
      <dgm:spPr/>
      <dgm:t>
        <a:bodyPr/>
        <a:lstStyle/>
        <a:p>
          <a:endParaRPr lang="uk-UA"/>
        </a:p>
      </dgm:t>
    </dgm:pt>
    <dgm:pt modelId="{E7FCC34E-8044-449A-B7F5-46F216635EF8}" type="sibTrans" cxnId="{F6AC9820-069C-44A4-9FE5-8E770FCC6B68}">
      <dgm:prSet/>
      <dgm:spPr/>
      <dgm:t>
        <a:bodyPr/>
        <a:lstStyle/>
        <a:p>
          <a:endParaRPr lang="uk-UA"/>
        </a:p>
      </dgm:t>
    </dgm:pt>
    <dgm:pt modelId="{4D733548-EA7F-4591-8CDD-916A7E714788}">
      <dgm:prSet/>
      <dgm:spPr/>
      <dgm:t>
        <a:bodyPr/>
        <a:lstStyle/>
        <a:p>
          <a:r>
            <a:rPr lang="ru-RU" b="0" i="0"/>
            <a:t>К. Дерев’янко.</a:t>
          </a:r>
          <a:endParaRPr lang="uk-UA"/>
        </a:p>
      </dgm:t>
    </dgm:pt>
    <dgm:pt modelId="{07B600F8-6757-494D-8F94-01A6FCC8DD3C}" type="parTrans" cxnId="{63F9ABD9-6FCD-4713-90A4-9CB6EA516D63}">
      <dgm:prSet/>
      <dgm:spPr/>
      <dgm:t>
        <a:bodyPr/>
        <a:lstStyle/>
        <a:p>
          <a:endParaRPr lang="uk-UA"/>
        </a:p>
      </dgm:t>
    </dgm:pt>
    <dgm:pt modelId="{649B85F6-1E72-477A-9339-556774466F80}" type="sibTrans" cxnId="{63F9ABD9-6FCD-4713-90A4-9CB6EA516D63}">
      <dgm:prSet/>
      <dgm:spPr/>
      <dgm:t>
        <a:bodyPr/>
        <a:lstStyle/>
        <a:p>
          <a:endParaRPr lang="uk-UA"/>
        </a:p>
      </dgm:t>
    </dgm:pt>
    <dgm:pt modelId="{4064B383-0384-4662-8DD4-D70B62EBBE0C}" type="pres">
      <dgm:prSet presAssocID="{E10FC66F-2EE1-402D-9132-3A64E32AD5F6}" presName="linear" presStyleCnt="0">
        <dgm:presLayoutVars>
          <dgm:animLvl val="lvl"/>
          <dgm:resizeHandles val="exact"/>
        </dgm:presLayoutVars>
      </dgm:prSet>
      <dgm:spPr/>
    </dgm:pt>
    <dgm:pt modelId="{D45D9F39-2016-4DC5-87BD-D71C2EB75902}" type="pres">
      <dgm:prSet presAssocID="{6CE30E70-3B55-447D-87CE-74098A1C49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B87788-CC1A-4209-87FA-E90242312272}" type="pres">
      <dgm:prSet presAssocID="{CAA3EF2F-0F7C-45E0-8C89-5DBD0A169B13}" presName="spacer" presStyleCnt="0"/>
      <dgm:spPr/>
    </dgm:pt>
    <dgm:pt modelId="{80A7CE55-E8F1-41FE-A142-FCD91DA504DB}" type="pres">
      <dgm:prSet presAssocID="{4A9907DE-0322-426C-B509-8AFDF2BA73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E09D35-ED6A-4C49-8180-410D11F0F10D}" type="pres">
      <dgm:prSet presAssocID="{6A73CF30-13A4-46EA-8891-8AA6B01675C3}" presName="spacer" presStyleCnt="0"/>
      <dgm:spPr/>
    </dgm:pt>
    <dgm:pt modelId="{5A13C4C4-1301-408B-94AF-38A9F034DCF4}" type="pres">
      <dgm:prSet presAssocID="{875719A6-9BA3-496C-8553-C426C60C3D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E570D15-6595-4C73-B3B6-AEC5E21E8101}" type="pres">
      <dgm:prSet presAssocID="{E7FCC34E-8044-449A-B7F5-46F216635EF8}" presName="spacer" presStyleCnt="0"/>
      <dgm:spPr/>
    </dgm:pt>
    <dgm:pt modelId="{21873E32-A5A6-4BB7-9BD8-DB8E5E9D1793}" type="pres">
      <dgm:prSet presAssocID="{4D733548-EA7F-4591-8CDD-916A7E71478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E9BB18-445F-4625-A1D2-EF21A05F336D}" srcId="{E10FC66F-2EE1-402D-9132-3A64E32AD5F6}" destId="{6CE30E70-3B55-447D-87CE-74098A1C4925}" srcOrd="0" destOrd="0" parTransId="{C7902DB9-21EA-47B2-AF8C-4D31892A0913}" sibTransId="{CAA3EF2F-0F7C-45E0-8C89-5DBD0A169B13}"/>
    <dgm:cxn modelId="{F6AC9820-069C-44A4-9FE5-8E770FCC6B68}" srcId="{E10FC66F-2EE1-402D-9132-3A64E32AD5F6}" destId="{875719A6-9BA3-496C-8553-C426C60C3D4D}" srcOrd="2" destOrd="0" parTransId="{46DCF25D-72A3-4C49-885F-44F51ABCD881}" sibTransId="{E7FCC34E-8044-449A-B7F5-46F216635EF8}"/>
    <dgm:cxn modelId="{60A21DBC-0973-4DBB-86DE-BE6B9B3F5010}" srcId="{E10FC66F-2EE1-402D-9132-3A64E32AD5F6}" destId="{4A9907DE-0322-426C-B509-8AFDF2BA7354}" srcOrd="1" destOrd="0" parTransId="{EFEC10A1-5A43-4F2E-BA28-B18F582E358E}" sibTransId="{6A73CF30-13A4-46EA-8891-8AA6B01675C3}"/>
    <dgm:cxn modelId="{61D587CC-E4D6-4E0C-9FF6-E8493A821F46}" type="presOf" srcId="{4A9907DE-0322-426C-B509-8AFDF2BA7354}" destId="{80A7CE55-E8F1-41FE-A142-FCD91DA504DB}" srcOrd="0" destOrd="0" presId="urn:microsoft.com/office/officeart/2005/8/layout/vList2"/>
    <dgm:cxn modelId="{63F9ABD9-6FCD-4713-90A4-9CB6EA516D63}" srcId="{E10FC66F-2EE1-402D-9132-3A64E32AD5F6}" destId="{4D733548-EA7F-4591-8CDD-916A7E714788}" srcOrd="3" destOrd="0" parTransId="{07B600F8-6757-494D-8F94-01A6FCC8DD3C}" sibTransId="{649B85F6-1E72-477A-9339-556774466F80}"/>
    <dgm:cxn modelId="{4E530AE9-7073-4765-8B77-D8DFFB53FE7C}" type="presOf" srcId="{E10FC66F-2EE1-402D-9132-3A64E32AD5F6}" destId="{4064B383-0384-4662-8DD4-D70B62EBBE0C}" srcOrd="0" destOrd="0" presId="urn:microsoft.com/office/officeart/2005/8/layout/vList2"/>
    <dgm:cxn modelId="{DE7CA2F5-D4B9-40CA-AE03-2A802564F9FB}" type="presOf" srcId="{875719A6-9BA3-496C-8553-C426C60C3D4D}" destId="{5A13C4C4-1301-408B-94AF-38A9F034DCF4}" srcOrd="0" destOrd="0" presId="urn:microsoft.com/office/officeart/2005/8/layout/vList2"/>
    <dgm:cxn modelId="{46EE6CF8-F29F-43C1-8D5A-83F82BC42EDA}" type="presOf" srcId="{6CE30E70-3B55-447D-87CE-74098A1C4925}" destId="{D45D9F39-2016-4DC5-87BD-D71C2EB75902}" srcOrd="0" destOrd="0" presId="urn:microsoft.com/office/officeart/2005/8/layout/vList2"/>
    <dgm:cxn modelId="{6025CCFD-0F63-484F-BA08-59673A4542CC}" type="presOf" srcId="{4D733548-EA7F-4591-8CDD-916A7E714788}" destId="{21873E32-A5A6-4BB7-9BD8-DB8E5E9D1793}" srcOrd="0" destOrd="0" presId="urn:microsoft.com/office/officeart/2005/8/layout/vList2"/>
    <dgm:cxn modelId="{D5D7C221-E55B-4153-8E1F-6D1AE0DF58D3}" type="presParOf" srcId="{4064B383-0384-4662-8DD4-D70B62EBBE0C}" destId="{D45D9F39-2016-4DC5-87BD-D71C2EB75902}" srcOrd="0" destOrd="0" presId="urn:microsoft.com/office/officeart/2005/8/layout/vList2"/>
    <dgm:cxn modelId="{E3F6F290-8F43-4599-867D-D377578F183B}" type="presParOf" srcId="{4064B383-0384-4662-8DD4-D70B62EBBE0C}" destId="{A4B87788-CC1A-4209-87FA-E90242312272}" srcOrd="1" destOrd="0" presId="urn:microsoft.com/office/officeart/2005/8/layout/vList2"/>
    <dgm:cxn modelId="{28625A45-CF0C-4B0A-95E2-1E6A8047352A}" type="presParOf" srcId="{4064B383-0384-4662-8DD4-D70B62EBBE0C}" destId="{80A7CE55-E8F1-41FE-A142-FCD91DA504DB}" srcOrd="2" destOrd="0" presId="urn:microsoft.com/office/officeart/2005/8/layout/vList2"/>
    <dgm:cxn modelId="{EBD5AAD5-DCE8-4BCA-B2FD-5E8AC69A5848}" type="presParOf" srcId="{4064B383-0384-4662-8DD4-D70B62EBBE0C}" destId="{92E09D35-ED6A-4C49-8180-410D11F0F10D}" srcOrd="3" destOrd="0" presId="urn:microsoft.com/office/officeart/2005/8/layout/vList2"/>
    <dgm:cxn modelId="{AB569B13-94F5-4B93-8925-8249A98A9B7C}" type="presParOf" srcId="{4064B383-0384-4662-8DD4-D70B62EBBE0C}" destId="{5A13C4C4-1301-408B-94AF-38A9F034DCF4}" srcOrd="4" destOrd="0" presId="urn:microsoft.com/office/officeart/2005/8/layout/vList2"/>
    <dgm:cxn modelId="{B4251E89-C2DE-407B-A12F-7435C4C5206B}" type="presParOf" srcId="{4064B383-0384-4662-8DD4-D70B62EBBE0C}" destId="{EE570D15-6595-4C73-B3B6-AEC5E21E8101}" srcOrd="5" destOrd="0" presId="urn:microsoft.com/office/officeart/2005/8/layout/vList2"/>
    <dgm:cxn modelId="{6C316A76-9EB7-4450-8424-40D0D766E9E9}" type="presParOf" srcId="{4064B383-0384-4662-8DD4-D70B62EBBE0C}" destId="{21873E32-A5A6-4BB7-9BD8-DB8E5E9D17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4109D23-0E88-4DB3-8BCF-9E21AF0759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CFA027-A57C-41F0-AE3B-DF021F594D1B}">
      <dgm:prSet/>
      <dgm:spPr/>
      <dgm:t>
        <a:bodyPr/>
        <a:lstStyle/>
        <a:p>
          <a:r>
            <a:rPr lang="ru-RU" b="0" i="0"/>
            <a:t>Битва за Дніпро</a:t>
          </a:r>
          <a:endParaRPr lang="uk-UA"/>
        </a:p>
      </dgm:t>
    </dgm:pt>
    <dgm:pt modelId="{16FD4CCB-8035-41C4-AE84-C9B62B12B9F3}" type="parTrans" cxnId="{BA6AAA7F-67E0-41E3-B19B-AF1BCFD57D4A}">
      <dgm:prSet/>
      <dgm:spPr/>
      <dgm:t>
        <a:bodyPr/>
        <a:lstStyle/>
        <a:p>
          <a:endParaRPr lang="uk-UA"/>
        </a:p>
      </dgm:t>
    </dgm:pt>
    <dgm:pt modelId="{DAAC69DE-86FE-4389-9782-5924A2812457}" type="sibTrans" cxnId="{BA6AAA7F-67E0-41E3-B19B-AF1BCFD57D4A}">
      <dgm:prSet/>
      <dgm:spPr/>
      <dgm:t>
        <a:bodyPr/>
        <a:lstStyle/>
        <a:p>
          <a:endParaRPr lang="uk-UA"/>
        </a:p>
      </dgm:t>
    </dgm:pt>
    <dgm:pt modelId="{33DAAC79-82CF-4292-A093-E7BCEB00C20D}">
      <dgm:prSet/>
      <dgm:spPr/>
      <dgm:t>
        <a:bodyPr/>
        <a:lstStyle/>
        <a:p>
          <a:r>
            <a:rPr lang="ru-RU" b="0" i="0"/>
            <a:t>Київська оборонна операція</a:t>
          </a:r>
          <a:endParaRPr lang="uk-UA"/>
        </a:p>
      </dgm:t>
    </dgm:pt>
    <dgm:pt modelId="{FA6986FA-106D-4F42-8FA2-9E63E0C87D6B}" type="parTrans" cxnId="{F51D2718-5F8C-4F53-B3BC-9B2E9D383F04}">
      <dgm:prSet/>
      <dgm:spPr/>
      <dgm:t>
        <a:bodyPr/>
        <a:lstStyle/>
        <a:p>
          <a:endParaRPr lang="uk-UA"/>
        </a:p>
      </dgm:t>
    </dgm:pt>
    <dgm:pt modelId="{43E291BF-0B13-432E-BEBC-67B5B7FC470D}" type="sibTrans" cxnId="{F51D2718-5F8C-4F53-B3BC-9B2E9D383F04}">
      <dgm:prSet/>
      <dgm:spPr/>
      <dgm:t>
        <a:bodyPr/>
        <a:lstStyle/>
        <a:p>
          <a:endParaRPr lang="uk-UA"/>
        </a:p>
      </dgm:t>
    </dgm:pt>
    <dgm:pt modelId="{E236129D-5AF7-41CA-941E-4A5EA28E8DC0}">
      <dgm:prSet/>
      <dgm:spPr/>
      <dgm:t>
        <a:bodyPr/>
        <a:lstStyle/>
        <a:p>
          <a:r>
            <a:rPr lang="ru-RU" b="0" i="0"/>
            <a:t>Корсунь-Шевченківська операція</a:t>
          </a:r>
          <a:endParaRPr lang="uk-UA"/>
        </a:p>
      </dgm:t>
    </dgm:pt>
    <dgm:pt modelId="{45F63351-1625-4A3C-96BB-207E77368EB2}" type="parTrans" cxnId="{DF8C0B25-E9C2-4EDF-82A5-457625E1684C}">
      <dgm:prSet/>
      <dgm:spPr/>
      <dgm:t>
        <a:bodyPr/>
        <a:lstStyle/>
        <a:p>
          <a:endParaRPr lang="uk-UA"/>
        </a:p>
      </dgm:t>
    </dgm:pt>
    <dgm:pt modelId="{FF9E3ABE-E960-4957-B9DE-22B3AE0237AC}" type="sibTrans" cxnId="{DF8C0B25-E9C2-4EDF-82A5-457625E1684C}">
      <dgm:prSet/>
      <dgm:spPr/>
      <dgm:t>
        <a:bodyPr/>
        <a:lstStyle/>
        <a:p>
          <a:endParaRPr lang="uk-UA"/>
        </a:p>
      </dgm:t>
    </dgm:pt>
    <dgm:pt modelId="{3B08ABE3-3D3D-4737-B1EB-B803B5247D1E}">
      <dgm:prSet/>
      <dgm:spPr/>
      <dgm:t>
        <a:bodyPr/>
        <a:lstStyle/>
        <a:p>
          <a:r>
            <a:rPr lang="ru-RU" b="0" i="0"/>
            <a:t>Карпатсько-Ужгородська операція</a:t>
          </a:r>
          <a:endParaRPr lang="uk-UA"/>
        </a:p>
      </dgm:t>
    </dgm:pt>
    <dgm:pt modelId="{ADFC0DE7-073A-428E-B3CF-F8A0917518D4}" type="parTrans" cxnId="{247DAF73-E965-45A5-B476-02990ADF1EDC}">
      <dgm:prSet/>
      <dgm:spPr/>
      <dgm:t>
        <a:bodyPr/>
        <a:lstStyle/>
        <a:p>
          <a:endParaRPr lang="uk-UA"/>
        </a:p>
      </dgm:t>
    </dgm:pt>
    <dgm:pt modelId="{0FFC2085-DDF2-4399-A93D-5C1F66335358}" type="sibTrans" cxnId="{247DAF73-E965-45A5-B476-02990ADF1EDC}">
      <dgm:prSet/>
      <dgm:spPr/>
      <dgm:t>
        <a:bodyPr/>
        <a:lstStyle/>
        <a:p>
          <a:endParaRPr lang="uk-UA"/>
        </a:p>
      </dgm:t>
    </dgm:pt>
    <dgm:pt modelId="{E1226A8F-6A18-4A60-8312-6C5CE562F75B}" type="pres">
      <dgm:prSet presAssocID="{B4109D23-0E88-4DB3-8BCF-9E21AF075944}" presName="linear" presStyleCnt="0">
        <dgm:presLayoutVars>
          <dgm:animLvl val="lvl"/>
          <dgm:resizeHandles val="exact"/>
        </dgm:presLayoutVars>
      </dgm:prSet>
      <dgm:spPr/>
    </dgm:pt>
    <dgm:pt modelId="{AC03859A-B8EC-4C46-8F9A-38AF877A3FF8}" type="pres">
      <dgm:prSet presAssocID="{2DCFA027-A57C-41F0-AE3B-DF021F594D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3617DD-19C3-4623-9324-96A9E63EC36B}" type="pres">
      <dgm:prSet presAssocID="{DAAC69DE-86FE-4389-9782-5924A2812457}" presName="spacer" presStyleCnt="0"/>
      <dgm:spPr/>
    </dgm:pt>
    <dgm:pt modelId="{F3853944-2474-405A-ABBA-1368B98B4B6C}" type="pres">
      <dgm:prSet presAssocID="{33DAAC79-82CF-4292-A093-E7BCEB00C2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AE30DF-93B7-41F0-AB8F-EC49AAE3A8B6}" type="pres">
      <dgm:prSet presAssocID="{43E291BF-0B13-432E-BEBC-67B5B7FC470D}" presName="spacer" presStyleCnt="0"/>
      <dgm:spPr/>
    </dgm:pt>
    <dgm:pt modelId="{5CFDF38D-C788-4FA7-A418-F31E121D59C2}" type="pres">
      <dgm:prSet presAssocID="{E236129D-5AF7-41CA-941E-4A5EA28E8D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67FA27-40A7-4272-9370-9AF9978798BF}" type="pres">
      <dgm:prSet presAssocID="{FF9E3ABE-E960-4957-B9DE-22B3AE0237AC}" presName="spacer" presStyleCnt="0"/>
      <dgm:spPr/>
    </dgm:pt>
    <dgm:pt modelId="{DF775ECD-C3CD-4700-9B59-14CBA224E606}" type="pres">
      <dgm:prSet presAssocID="{3B08ABE3-3D3D-4737-B1EB-B803B5247D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51D2718-5F8C-4F53-B3BC-9B2E9D383F04}" srcId="{B4109D23-0E88-4DB3-8BCF-9E21AF075944}" destId="{33DAAC79-82CF-4292-A093-E7BCEB00C20D}" srcOrd="1" destOrd="0" parTransId="{FA6986FA-106D-4F42-8FA2-9E63E0C87D6B}" sibTransId="{43E291BF-0B13-432E-BEBC-67B5B7FC470D}"/>
    <dgm:cxn modelId="{DF8C0B25-E9C2-4EDF-82A5-457625E1684C}" srcId="{B4109D23-0E88-4DB3-8BCF-9E21AF075944}" destId="{E236129D-5AF7-41CA-941E-4A5EA28E8DC0}" srcOrd="2" destOrd="0" parTransId="{45F63351-1625-4A3C-96BB-207E77368EB2}" sibTransId="{FF9E3ABE-E960-4957-B9DE-22B3AE0237AC}"/>
    <dgm:cxn modelId="{7DAD2E62-3438-4E1E-8DDE-B7CA40199861}" type="presOf" srcId="{B4109D23-0E88-4DB3-8BCF-9E21AF075944}" destId="{E1226A8F-6A18-4A60-8312-6C5CE562F75B}" srcOrd="0" destOrd="0" presId="urn:microsoft.com/office/officeart/2005/8/layout/vList2"/>
    <dgm:cxn modelId="{247DAF73-E965-45A5-B476-02990ADF1EDC}" srcId="{B4109D23-0E88-4DB3-8BCF-9E21AF075944}" destId="{3B08ABE3-3D3D-4737-B1EB-B803B5247D1E}" srcOrd="3" destOrd="0" parTransId="{ADFC0DE7-073A-428E-B3CF-F8A0917518D4}" sibTransId="{0FFC2085-DDF2-4399-A93D-5C1F66335358}"/>
    <dgm:cxn modelId="{BA6AAA7F-67E0-41E3-B19B-AF1BCFD57D4A}" srcId="{B4109D23-0E88-4DB3-8BCF-9E21AF075944}" destId="{2DCFA027-A57C-41F0-AE3B-DF021F594D1B}" srcOrd="0" destOrd="0" parTransId="{16FD4CCB-8035-41C4-AE84-C9B62B12B9F3}" sibTransId="{DAAC69DE-86FE-4389-9782-5924A2812457}"/>
    <dgm:cxn modelId="{AD216282-8033-454B-940D-22ABC03FB060}" type="presOf" srcId="{33DAAC79-82CF-4292-A093-E7BCEB00C20D}" destId="{F3853944-2474-405A-ABBA-1368B98B4B6C}" srcOrd="0" destOrd="0" presId="urn:microsoft.com/office/officeart/2005/8/layout/vList2"/>
    <dgm:cxn modelId="{B57C7389-549D-49DE-A9D2-3D4FB69D30F2}" type="presOf" srcId="{3B08ABE3-3D3D-4737-B1EB-B803B5247D1E}" destId="{DF775ECD-C3CD-4700-9B59-14CBA224E606}" srcOrd="0" destOrd="0" presId="urn:microsoft.com/office/officeart/2005/8/layout/vList2"/>
    <dgm:cxn modelId="{4145A0C2-8C6B-4CF9-9CEA-C2BA8C589DE1}" type="presOf" srcId="{2DCFA027-A57C-41F0-AE3B-DF021F594D1B}" destId="{AC03859A-B8EC-4C46-8F9A-38AF877A3FF8}" srcOrd="0" destOrd="0" presId="urn:microsoft.com/office/officeart/2005/8/layout/vList2"/>
    <dgm:cxn modelId="{204943D9-6EC7-4389-98DC-59B241D54F9A}" type="presOf" srcId="{E236129D-5AF7-41CA-941E-4A5EA28E8DC0}" destId="{5CFDF38D-C788-4FA7-A418-F31E121D59C2}" srcOrd="0" destOrd="0" presId="urn:microsoft.com/office/officeart/2005/8/layout/vList2"/>
    <dgm:cxn modelId="{3A516C35-6787-4053-B155-4F9C67AE83BC}" type="presParOf" srcId="{E1226A8F-6A18-4A60-8312-6C5CE562F75B}" destId="{AC03859A-B8EC-4C46-8F9A-38AF877A3FF8}" srcOrd="0" destOrd="0" presId="urn:microsoft.com/office/officeart/2005/8/layout/vList2"/>
    <dgm:cxn modelId="{DE6286A0-A0A5-44ED-A0C1-48F15A789316}" type="presParOf" srcId="{E1226A8F-6A18-4A60-8312-6C5CE562F75B}" destId="{373617DD-19C3-4623-9324-96A9E63EC36B}" srcOrd="1" destOrd="0" presId="urn:microsoft.com/office/officeart/2005/8/layout/vList2"/>
    <dgm:cxn modelId="{C7694033-8F63-43F4-9265-7A8B95797E33}" type="presParOf" srcId="{E1226A8F-6A18-4A60-8312-6C5CE562F75B}" destId="{F3853944-2474-405A-ABBA-1368B98B4B6C}" srcOrd="2" destOrd="0" presId="urn:microsoft.com/office/officeart/2005/8/layout/vList2"/>
    <dgm:cxn modelId="{4F167BDC-DA61-45A9-AB12-8C41E7FBBF42}" type="presParOf" srcId="{E1226A8F-6A18-4A60-8312-6C5CE562F75B}" destId="{B0AE30DF-93B7-41F0-AB8F-EC49AAE3A8B6}" srcOrd="3" destOrd="0" presId="urn:microsoft.com/office/officeart/2005/8/layout/vList2"/>
    <dgm:cxn modelId="{7DCE90DE-5DDE-4151-830A-236C30497BED}" type="presParOf" srcId="{E1226A8F-6A18-4A60-8312-6C5CE562F75B}" destId="{5CFDF38D-C788-4FA7-A418-F31E121D59C2}" srcOrd="4" destOrd="0" presId="urn:microsoft.com/office/officeart/2005/8/layout/vList2"/>
    <dgm:cxn modelId="{476DB455-0265-45BC-8AD9-6178EFE0BB33}" type="presParOf" srcId="{E1226A8F-6A18-4A60-8312-6C5CE562F75B}" destId="{2E67FA27-40A7-4272-9370-9AF9978798BF}" srcOrd="5" destOrd="0" presId="urn:microsoft.com/office/officeart/2005/8/layout/vList2"/>
    <dgm:cxn modelId="{344E6DAB-E12A-4E60-8EB4-73ED2D95B314}" type="presParOf" srcId="{E1226A8F-6A18-4A60-8312-6C5CE562F75B}" destId="{DF775ECD-C3CD-4700-9B59-14CBA224E60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B2C902A-E725-4CE1-8420-A13BCC676B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E4BEFD-D7AA-4F84-A0E8-7000957F4F08}">
      <dgm:prSet/>
      <dgm:spPr/>
      <dgm:t>
        <a:bodyPr/>
        <a:lstStyle/>
        <a:p>
          <a:r>
            <a:rPr lang="uk-UA" b="0" i="0"/>
            <a:t>Київської оборонної операції.</a:t>
          </a:r>
          <a:endParaRPr lang="uk-UA"/>
        </a:p>
      </dgm:t>
    </dgm:pt>
    <dgm:pt modelId="{1E73A0E1-4F6C-484A-8793-DCD04B0F0876}" type="parTrans" cxnId="{1A10721A-9346-4322-B2A6-932C083EF72A}">
      <dgm:prSet/>
      <dgm:spPr/>
      <dgm:t>
        <a:bodyPr/>
        <a:lstStyle/>
        <a:p>
          <a:endParaRPr lang="uk-UA"/>
        </a:p>
      </dgm:t>
    </dgm:pt>
    <dgm:pt modelId="{04311337-3332-498C-AEFB-0057A7AD5330}" type="sibTrans" cxnId="{1A10721A-9346-4322-B2A6-932C083EF72A}">
      <dgm:prSet/>
      <dgm:spPr/>
      <dgm:t>
        <a:bodyPr/>
        <a:lstStyle/>
        <a:p>
          <a:endParaRPr lang="uk-UA"/>
        </a:p>
      </dgm:t>
    </dgm:pt>
    <dgm:pt modelId="{B69C62D9-2469-4906-B07E-B3A84ED80A4C}">
      <dgm:prSet/>
      <dgm:spPr/>
      <dgm:t>
        <a:bodyPr/>
        <a:lstStyle/>
        <a:p>
          <a:r>
            <a:rPr lang="uk-UA" b="0" i="0"/>
            <a:t>Битви за Дніпро.</a:t>
          </a:r>
          <a:endParaRPr lang="uk-UA"/>
        </a:p>
      </dgm:t>
    </dgm:pt>
    <dgm:pt modelId="{E82F6710-AF20-4060-94C7-2AABBE842AB0}" type="parTrans" cxnId="{DC961276-A39C-48FC-A7FE-AEC877799A99}">
      <dgm:prSet/>
      <dgm:spPr/>
      <dgm:t>
        <a:bodyPr/>
        <a:lstStyle/>
        <a:p>
          <a:endParaRPr lang="uk-UA"/>
        </a:p>
      </dgm:t>
    </dgm:pt>
    <dgm:pt modelId="{CF71DEFC-BAF8-4E4E-9BD1-5ADDD57C98F0}" type="sibTrans" cxnId="{DC961276-A39C-48FC-A7FE-AEC877799A99}">
      <dgm:prSet/>
      <dgm:spPr/>
      <dgm:t>
        <a:bodyPr/>
        <a:lstStyle/>
        <a:p>
          <a:endParaRPr lang="uk-UA"/>
        </a:p>
      </dgm:t>
    </dgm:pt>
    <dgm:pt modelId="{15320261-9B56-4A45-8892-5D20C0331D41}">
      <dgm:prSet/>
      <dgm:spPr/>
      <dgm:t>
        <a:bodyPr/>
        <a:lstStyle/>
        <a:p>
          <a:r>
            <a:rPr lang="uk-UA" b="0" i="0"/>
            <a:t>Умансько-Ботошанської операції.</a:t>
          </a:r>
          <a:endParaRPr lang="uk-UA"/>
        </a:p>
      </dgm:t>
    </dgm:pt>
    <dgm:pt modelId="{687A1C1B-AB5F-4AEB-BAF9-68F019F4FCDD}" type="parTrans" cxnId="{FD8750EF-0A7F-4F43-A326-F3FAD927B408}">
      <dgm:prSet/>
      <dgm:spPr/>
      <dgm:t>
        <a:bodyPr/>
        <a:lstStyle/>
        <a:p>
          <a:endParaRPr lang="uk-UA"/>
        </a:p>
      </dgm:t>
    </dgm:pt>
    <dgm:pt modelId="{E04FA61C-100B-44FD-8021-218A8D5364DF}" type="sibTrans" cxnId="{FD8750EF-0A7F-4F43-A326-F3FAD927B408}">
      <dgm:prSet/>
      <dgm:spPr/>
      <dgm:t>
        <a:bodyPr/>
        <a:lstStyle/>
        <a:p>
          <a:endParaRPr lang="uk-UA"/>
        </a:p>
      </dgm:t>
    </dgm:pt>
    <dgm:pt modelId="{18BE0A67-99E2-4FA4-BFDE-563EFA840C94}">
      <dgm:prSet/>
      <dgm:spPr/>
      <dgm:t>
        <a:bodyPr/>
        <a:lstStyle/>
        <a:p>
          <a:r>
            <a:rPr lang="uk-UA" b="0" i="0"/>
            <a:t>Корсунь-Шевченківської операції.</a:t>
          </a:r>
          <a:endParaRPr lang="uk-UA"/>
        </a:p>
      </dgm:t>
    </dgm:pt>
    <dgm:pt modelId="{7B279DEF-C84D-4861-B2A3-B7969FF50F01}" type="parTrans" cxnId="{2F2F6BF7-9DB9-4206-B125-179A84BE1410}">
      <dgm:prSet/>
      <dgm:spPr/>
      <dgm:t>
        <a:bodyPr/>
        <a:lstStyle/>
        <a:p>
          <a:endParaRPr lang="uk-UA"/>
        </a:p>
      </dgm:t>
    </dgm:pt>
    <dgm:pt modelId="{FD4C2E44-879E-4ADF-BF4E-A1106AF9415C}" type="sibTrans" cxnId="{2F2F6BF7-9DB9-4206-B125-179A84BE1410}">
      <dgm:prSet/>
      <dgm:spPr/>
      <dgm:t>
        <a:bodyPr/>
        <a:lstStyle/>
        <a:p>
          <a:endParaRPr lang="uk-UA"/>
        </a:p>
      </dgm:t>
    </dgm:pt>
    <dgm:pt modelId="{74AE1B20-CC09-4157-8523-43B6A1B0BF1E}" type="pres">
      <dgm:prSet presAssocID="{BB2C902A-E725-4CE1-8420-A13BCC676B0F}" presName="linear" presStyleCnt="0">
        <dgm:presLayoutVars>
          <dgm:animLvl val="lvl"/>
          <dgm:resizeHandles val="exact"/>
        </dgm:presLayoutVars>
      </dgm:prSet>
      <dgm:spPr/>
    </dgm:pt>
    <dgm:pt modelId="{B2AA662C-40AD-470A-8A66-7AB1AF98365C}" type="pres">
      <dgm:prSet presAssocID="{08E4BEFD-D7AA-4F84-A0E8-7000957F4F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2A7575-9EDF-4202-8AA9-F77A995C87B8}" type="pres">
      <dgm:prSet presAssocID="{04311337-3332-498C-AEFB-0057A7AD5330}" presName="spacer" presStyleCnt="0"/>
      <dgm:spPr/>
    </dgm:pt>
    <dgm:pt modelId="{D7D08262-6DD0-4985-97A8-606F4D8BBBD2}" type="pres">
      <dgm:prSet presAssocID="{B69C62D9-2469-4906-B07E-B3A84ED80A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5BCAA6-023C-493B-907E-0DC9534F18A7}" type="pres">
      <dgm:prSet presAssocID="{CF71DEFC-BAF8-4E4E-9BD1-5ADDD57C98F0}" presName="spacer" presStyleCnt="0"/>
      <dgm:spPr/>
    </dgm:pt>
    <dgm:pt modelId="{A666C1C9-A6A3-4382-A240-C4C491118A06}" type="pres">
      <dgm:prSet presAssocID="{15320261-9B56-4A45-8892-5D20C0331D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10779D-32BC-4533-851A-371C5F27838F}" type="pres">
      <dgm:prSet presAssocID="{E04FA61C-100B-44FD-8021-218A8D5364DF}" presName="spacer" presStyleCnt="0"/>
      <dgm:spPr/>
    </dgm:pt>
    <dgm:pt modelId="{492AD048-3930-48FB-92FE-09ECCC4D7858}" type="pres">
      <dgm:prSet presAssocID="{18BE0A67-99E2-4FA4-BFDE-563EFA840C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10721A-9346-4322-B2A6-932C083EF72A}" srcId="{BB2C902A-E725-4CE1-8420-A13BCC676B0F}" destId="{08E4BEFD-D7AA-4F84-A0E8-7000957F4F08}" srcOrd="0" destOrd="0" parTransId="{1E73A0E1-4F6C-484A-8793-DCD04B0F0876}" sibTransId="{04311337-3332-498C-AEFB-0057A7AD5330}"/>
    <dgm:cxn modelId="{DC961276-A39C-48FC-A7FE-AEC877799A99}" srcId="{BB2C902A-E725-4CE1-8420-A13BCC676B0F}" destId="{B69C62D9-2469-4906-B07E-B3A84ED80A4C}" srcOrd="1" destOrd="0" parTransId="{E82F6710-AF20-4060-94C7-2AABBE842AB0}" sibTransId="{CF71DEFC-BAF8-4E4E-9BD1-5ADDD57C98F0}"/>
    <dgm:cxn modelId="{0B7859BF-93B9-4BEE-AD74-43DB487C29C9}" type="presOf" srcId="{08E4BEFD-D7AA-4F84-A0E8-7000957F4F08}" destId="{B2AA662C-40AD-470A-8A66-7AB1AF98365C}" srcOrd="0" destOrd="0" presId="urn:microsoft.com/office/officeart/2005/8/layout/vList2"/>
    <dgm:cxn modelId="{C6A334CC-D390-4C84-9A62-5C5DF418C8E1}" type="presOf" srcId="{18BE0A67-99E2-4FA4-BFDE-563EFA840C94}" destId="{492AD048-3930-48FB-92FE-09ECCC4D7858}" srcOrd="0" destOrd="0" presId="urn:microsoft.com/office/officeart/2005/8/layout/vList2"/>
    <dgm:cxn modelId="{92C32ADF-3093-4B82-B7C9-C0C15E907297}" type="presOf" srcId="{B69C62D9-2469-4906-B07E-B3A84ED80A4C}" destId="{D7D08262-6DD0-4985-97A8-606F4D8BBBD2}" srcOrd="0" destOrd="0" presId="urn:microsoft.com/office/officeart/2005/8/layout/vList2"/>
    <dgm:cxn modelId="{103C9AED-D618-468E-BAB0-745673744369}" type="presOf" srcId="{15320261-9B56-4A45-8892-5D20C0331D41}" destId="{A666C1C9-A6A3-4382-A240-C4C491118A06}" srcOrd="0" destOrd="0" presId="urn:microsoft.com/office/officeart/2005/8/layout/vList2"/>
    <dgm:cxn modelId="{FD8750EF-0A7F-4F43-A326-F3FAD927B408}" srcId="{BB2C902A-E725-4CE1-8420-A13BCC676B0F}" destId="{15320261-9B56-4A45-8892-5D20C0331D41}" srcOrd="2" destOrd="0" parTransId="{687A1C1B-AB5F-4AEB-BAF9-68F019F4FCDD}" sibTransId="{E04FA61C-100B-44FD-8021-218A8D5364DF}"/>
    <dgm:cxn modelId="{2F2F6BF7-9DB9-4206-B125-179A84BE1410}" srcId="{BB2C902A-E725-4CE1-8420-A13BCC676B0F}" destId="{18BE0A67-99E2-4FA4-BFDE-563EFA840C94}" srcOrd="3" destOrd="0" parTransId="{7B279DEF-C84D-4861-B2A3-B7969FF50F01}" sibTransId="{FD4C2E44-879E-4ADF-BF4E-A1106AF9415C}"/>
    <dgm:cxn modelId="{393F96FC-06CB-41A1-860F-F6EF0A9C32F7}" type="presOf" srcId="{BB2C902A-E725-4CE1-8420-A13BCC676B0F}" destId="{74AE1B20-CC09-4157-8523-43B6A1B0BF1E}" srcOrd="0" destOrd="0" presId="urn:microsoft.com/office/officeart/2005/8/layout/vList2"/>
    <dgm:cxn modelId="{371760E9-1DC4-4A50-9110-D7FE6ADA4A16}" type="presParOf" srcId="{74AE1B20-CC09-4157-8523-43B6A1B0BF1E}" destId="{B2AA662C-40AD-470A-8A66-7AB1AF98365C}" srcOrd="0" destOrd="0" presId="urn:microsoft.com/office/officeart/2005/8/layout/vList2"/>
    <dgm:cxn modelId="{8258B92D-9CE1-4958-8AAC-52B78071CF80}" type="presParOf" srcId="{74AE1B20-CC09-4157-8523-43B6A1B0BF1E}" destId="{8A2A7575-9EDF-4202-8AA9-F77A995C87B8}" srcOrd="1" destOrd="0" presId="urn:microsoft.com/office/officeart/2005/8/layout/vList2"/>
    <dgm:cxn modelId="{55DC8E35-4C81-4997-BFD3-8A0B61EAE2EC}" type="presParOf" srcId="{74AE1B20-CC09-4157-8523-43B6A1B0BF1E}" destId="{D7D08262-6DD0-4985-97A8-606F4D8BBBD2}" srcOrd="2" destOrd="0" presId="urn:microsoft.com/office/officeart/2005/8/layout/vList2"/>
    <dgm:cxn modelId="{FD913AFD-9115-4DE4-BA89-E1921D5DD4DA}" type="presParOf" srcId="{74AE1B20-CC09-4157-8523-43B6A1B0BF1E}" destId="{E55BCAA6-023C-493B-907E-0DC9534F18A7}" srcOrd="3" destOrd="0" presId="urn:microsoft.com/office/officeart/2005/8/layout/vList2"/>
    <dgm:cxn modelId="{2785D9A1-F74A-4162-BD01-D2C4F5FA3C89}" type="presParOf" srcId="{74AE1B20-CC09-4157-8523-43B6A1B0BF1E}" destId="{A666C1C9-A6A3-4382-A240-C4C491118A06}" srcOrd="4" destOrd="0" presId="urn:microsoft.com/office/officeart/2005/8/layout/vList2"/>
    <dgm:cxn modelId="{743251A6-B5A2-4E6D-BBDD-397F8A676D5A}" type="presParOf" srcId="{74AE1B20-CC09-4157-8523-43B6A1B0BF1E}" destId="{3F10779D-32BC-4533-851A-371C5F27838F}" srcOrd="5" destOrd="0" presId="urn:microsoft.com/office/officeart/2005/8/layout/vList2"/>
    <dgm:cxn modelId="{FBF7CA99-F978-4071-9CAE-7A7A3F3D7ADF}" type="presParOf" srcId="{74AE1B20-CC09-4157-8523-43B6A1B0BF1E}" destId="{492AD048-3930-48FB-92FE-09ECCC4D78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FEB5C5A-C679-4690-A19C-E670222D144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A5256C-68F9-4EC0-A499-B892D59D034E}">
      <dgm:prSet/>
      <dgm:spPr/>
      <dgm:t>
        <a:bodyPr/>
        <a:lstStyle/>
        <a:p>
          <a:r>
            <a:rPr lang="ru-RU" b="0" i="0"/>
            <a:t>1942 р.</a:t>
          </a:r>
          <a:endParaRPr lang="uk-UA"/>
        </a:p>
      </dgm:t>
    </dgm:pt>
    <dgm:pt modelId="{04F1AA78-A658-4E47-92BC-0E03C48A08EC}" type="parTrans" cxnId="{98FA4A41-9E0D-42FA-BC0B-B95453670E14}">
      <dgm:prSet/>
      <dgm:spPr/>
      <dgm:t>
        <a:bodyPr/>
        <a:lstStyle/>
        <a:p>
          <a:endParaRPr lang="uk-UA"/>
        </a:p>
      </dgm:t>
    </dgm:pt>
    <dgm:pt modelId="{AFD0AE65-1280-4BF7-9D53-D04FC286779B}" type="sibTrans" cxnId="{98FA4A41-9E0D-42FA-BC0B-B95453670E14}">
      <dgm:prSet/>
      <dgm:spPr/>
      <dgm:t>
        <a:bodyPr/>
        <a:lstStyle/>
        <a:p>
          <a:endParaRPr lang="uk-UA"/>
        </a:p>
      </dgm:t>
    </dgm:pt>
    <dgm:pt modelId="{FA8FAA67-05B9-410E-8425-F61F5EB2A36E}">
      <dgm:prSet/>
      <dgm:spPr/>
      <dgm:t>
        <a:bodyPr/>
        <a:lstStyle/>
        <a:p>
          <a:r>
            <a:rPr lang="ru-RU" b="0" i="0"/>
            <a:t>1943 р.</a:t>
          </a:r>
          <a:endParaRPr lang="uk-UA"/>
        </a:p>
      </dgm:t>
    </dgm:pt>
    <dgm:pt modelId="{37991D8F-67AB-4A02-8AA3-68F43C64BBA6}" type="parTrans" cxnId="{006CFC18-4D8B-46CE-A67D-B304A0C5A963}">
      <dgm:prSet/>
      <dgm:spPr/>
      <dgm:t>
        <a:bodyPr/>
        <a:lstStyle/>
        <a:p>
          <a:endParaRPr lang="uk-UA"/>
        </a:p>
      </dgm:t>
    </dgm:pt>
    <dgm:pt modelId="{AA7B3397-0425-4DB4-ACFF-658F214CE9D2}" type="sibTrans" cxnId="{006CFC18-4D8B-46CE-A67D-B304A0C5A963}">
      <dgm:prSet/>
      <dgm:spPr/>
      <dgm:t>
        <a:bodyPr/>
        <a:lstStyle/>
        <a:p>
          <a:endParaRPr lang="uk-UA"/>
        </a:p>
      </dgm:t>
    </dgm:pt>
    <dgm:pt modelId="{84C477F1-D01C-4CD4-93B6-62C7578A30B9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476B9061-F408-463B-8C4D-7774A8F8B198}" type="parTrans" cxnId="{A0FD4975-92A3-41D6-B124-D10F2DC0CC8E}">
      <dgm:prSet/>
      <dgm:spPr/>
      <dgm:t>
        <a:bodyPr/>
        <a:lstStyle/>
        <a:p>
          <a:endParaRPr lang="uk-UA"/>
        </a:p>
      </dgm:t>
    </dgm:pt>
    <dgm:pt modelId="{0FCA2872-FD9D-4B57-A52E-3BD56718093D}" type="sibTrans" cxnId="{A0FD4975-92A3-41D6-B124-D10F2DC0CC8E}">
      <dgm:prSet/>
      <dgm:spPr/>
      <dgm:t>
        <a:bodyPr/>
        <a:lstStyle/>
        <a:p>
          <a:endParaRPr lang="uk-UA"/>
        </a:p>
      </dgm:t>
    </dgm:pt>
    <dgm:pt modelId="{D251D6D7-EFD7-4E9C-A739-C056C9B9A8BB}">
      <dgm:prSet/>
      <dgm:spPr/>
      <dgm:t>
        <a:bodyPr/>
        <a:lstStyle/>
        <a:p>
          <a:r>
            <a:rPr lang="ru-RU" b="0" i="0"/>
            <a:t>1945 р.</a:t>
          </a:r>
          <a:endParaRPr lang="uk-UA"/>
        </a:p>
      </dgm:t>
    </dgm:pt>
    <dgm:pt modelId="{91FD8BA9-6ABA-46F3-8D01-185E51A67929}" type="parTrans" cxnId="{39CBB895-68EE-4DD1-9EFB-AEF8EF5E33CF}">
      <dgm:prSet/>
      <dgm:spPr/>
      <dgm:t>
        <a:bodyPr/>
        <a:lstStyle/>
        <a:p>
          <a:endParaRPr lang="uk-UA"/>
        </a:p>
      </dgm:t>
    </dgm:pt>
    <dgm:pt modelId="{A085FB56-7C99-4FA6-BD16-BA70ABCDCD6E}" type="sibTrans" cxnId="{39CBB895-68EE-4DD1-9EFB-AEF8EF5E33CF}">
      <dgm:prSet/>
      <dgm:spPr/>
      <dgm:t>
        <a:bodyPr/>
        <a:lstStyle/>
        <a:p>
          <a:endParaRPr lang="uk-UA"/>
        </a:p>
      </dgm:t>
    </dgm:pt>
    <dgm:pt modelId="{2AB5DEFD-EB34-4849-992A-D0D980261515}" type="pres">
      <dgm:prSet presAssocID="{FFEB5C5A-C679-4690-A19C-E670222D144E}" presName="matrix" presStyleCnt="0">
        <dgm:presLayoutVars>
          <dgm:chMax val="1"/>
          <dgm:dir/>
          <dgm:resizeHandles val="exact"/>
        </dgm:presLayoutVars>
      </dgm:prSet>
      <dgm:spPr/>
    </dgm:pt>
    <dgm:pt modelId="{FBB46B44-2EB6-4CAC-A4A5-8D8AE293B6AD}" type="pres">
      <dgm:prSet presAssocID="{FFEB5C5A-C679-4690-A19C-E670222D144E}" presName="diamond" presStyleLbl="bgShp" presStyleIdx="0" presStyleCnt="1"/>
      <dgm:spPr/>
    </dgm:pt>
    <dgm:pt modelId="{F33860E1-455E-4FDF-889F-EBF83CE43C29}" type="pres">
      <dgm:prSet presAssocID="{FFEB5C5A-C679-4690-A19C-E670222D144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D6800E2-3DC8-4310-B71C-B217722177C3}" type="pres">
      <dgm:prSet presAssocID="{FFEB5C5A-C679-4690-A19C-E670222D144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A4421AB-5C94-4814-A7E0-943230A8F0AE}" type="pres">
      <dgm:prSet presAssocID="{FFEB5C5A-C679-4690-A19C-E670222D144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E682547-543F-40CB-AAF9-FCA46254C3BB}" type="pres">
      <dgm:prSet presAssocID="{FFEB5C5A-C679-4690-A19C-E670222D144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06CFC18-4D8B-46CE-A67D-B304A0C5A963}" srcId="{FFEB5C5A-C679-4690-A19C-E670222D144E}" destId="{FA8FAA67-05B9-410E-8425-F61F5EB2A36E}" srcOrd="1" destOrd="0" parTransId="{37991D8F-67AB-4A02-8AA3-68F43C64BBA6}" sibTransId="{AA7B3397-0425-4DB4-ACFF-658F214CE9D2}"/>
    <dgm:cxn modelId="{9CD9042E-0902-4CC1-A766-79061CDF2391}" type="presOf" srcId="{9DA5256C-68F9-4EC0-A499-B892D59D034E}" destId="{F33860E1-455E-4FDF-889F-EBF83CE43C29}" srcOrd="0" destOrd="0" presId="urn:microsoft.com/office/officeart/2005/8/layout/matrix3"/>
    <dgm:cxn modelId="{98FA4A41-9E0D-42FA-BC0B-B95453670E14}" srcId="{FFEB5C5A-C679-4690-A19C-E670222D144E}" destId="{9DA5256C-68F9-4EC0-A499-B892D59D034E}" srcOrd="0" destOrd="0" parTransId="{04F1AA78-A658-4E47-92BC-0E03C48A08EC}" sibTransId="{AFD0AE65-1280-4BF7-9D53-D04FC286779B}"/>
    <dgm:cxn modelId="{A0FD4975-92A3-41D6-B124-D10F2DC0CC8E}" srcId="{FFEB5C5A-C679-4690-A19C-E670222D144E}" destId="{84C477F1-D01C-4CD4-93B6-62C7578A30B9}" srcOrd="2" destOrd="0" parTransId="{476B9061-F408-463B-8C4D-7774A8F8B198}" sibTransId="{0FCA2872-FD9D-4B57-A52E-3BD56718093D}"/>
    <dgm:cxn modelId="{73843094-40BB-495D-A2B1-E5D03E2520FA}" type="presOf" srcId="{84C477F1-D01C-4CD4-93B6-62C7578A30B9}" destId="{7A4421AB-5C94-4814-A7E0-943230A8F0AE}" srcOrd="0" destOrd="0" presId="urn:microsoft.com/office/officeart/2005/8/layout/matrix3"/>
    <dgm:cxn modelId="{39CBB895-68EE-4DD1-9EFB-AEF8EF5E33CF}" srcId="{FFEB5C5A-C679-4690-A19C-E670222D144E}" destId="{D251D6D7-EFD7-4E9C-A739-C056C9B9A8BB}" srcOrd="3" destOrd="0" parTransId="{91FD8BA9-6ABA-46F3-8D01-185E51A67929}" sibTransId="{A085FB56-7C99-4FA6-BD16-BA70ABCDCD6E}"/>
    <dgm:cxn modelId="{3D3AB7A6-6659-49E2-90C0-3B3D3D4E8756}" type="presOf" srcId="{D251D6D7-EFD7-4E9C-A739-C056C9B9A8BB}" destId="{FE682547-543F-40CB-AAF9-FCA46254C3BB}" srcOrd="0" destOrd="0" presId="urn:microsoft.com/office/officeart/2005/8/layout/matrix3"/>
    <dgm:cxn modelId="{ADE1E6BD-C293-4F69-823A-0DE4399ED0DC}" type="presOf" srcId="{FA8FAA67-05B9-410E-8425-F61F5EB2A36E}" destId="{AD6800E2-3DC8-4310-B71C-B217722177C3}" srcOrd="0" destOrd="0" presId="urn:microsoft.com/office/officeart/2005/8/layout/matrix3"/>
    <dgm:cxn modelId="{412206BE-744E-46E7-B813-7AB26F8A66DF}" type="presOf" srcId="{FFEB5C5A-C679-4690-A19C-E670222D144E}" destId="{2AB5DEFD-EB34-4849-992A-D0D980261515}" srcOrd="0" destOrd="0" presId="urn:microsoft.com/office/officeart/2005/8/layout/matrix3"/>
    <dgm:cxn modelId="{13D8E025-A465-4544-A1D8-35110AEA3E2E}" type="presParOf" srcId="{2AB5DEFD-EB34-4849-992A-D0D980261515}" destId="{FBB46B44-2EB6-4CAC-A4A5-8D8AE293B6AD}" srcOrd="0" destOrd="0" presId="urn:microsoft.com/office/officeart/2005/8/layout/matrix3"/>
    <dgm:cxn modelId="{8600A6AC-C9B6-4A42-9189-5D169F64C121}" type="presParOf" srcId="{2AB5DEFD-EB34-4849-992A-D0D980261515}" destId="{F33860E1-455E-4FDF-889F-EBF83CE43C29}" srcOrd="1" destOrd="0" presId="urn:microsoft.com/office/officeart/2005/8/layout/matrix3"/>
    <dgm:cxn modelId="{6AF2C7F9-F3EA-4B92-85FE-3DBFD21A531F}" type="presParOf" srcId="{2AB5DEFD-EB34-4849-992A-D0D980261515}" destId="{AD6800E2-3DC8-4310-B71C-B217722177C3}" srcOrd="2" destOrd="0" presId="urn:microsoft.com/office/officeart/2005/8/layout/matrix3"/>
    <dgm:cxn modelId="{E4DEDC1E-0DB9-4171-867A-DF22E9955C73}" type="presParOf" srcId="{2AB5DEFD-EB34-4849-992A-D0D980261515}" destId="{7A4421AB-5C94-4814-A7E0-943230A8F0AE}" srcOrd="3" destOrd="0" presId="urn:microsoft.com/office/officeart/2005/8/layout/matrix3"/>
    <dgm:cxn modelId="{C25B5B0C-D140-4C25-A9A7-640E3097BDDA}" type="presParOf" srcId="{2AB5DEFD-EB34-4849-992A-D0D980261515}" destId="{FE682547-543F-40CB-AAF9-FCA46254C3B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E760E5F-F443-45DF-B782-4C3694CB375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11AA65-693D-4328-BE19-D32F9305A65E}">
      <dgm:prSet/>
      <dgm:spPr/>
      <dgm:t>
        <a:bodyPr/>
        <a:lstStyle/>
        <a:p>
          <a:r>
            <a:rPr lang="ru-RU" b="0" i="0" dirty="0" err="1"/>
            <a:t>серпень</a:t>
          </a:r>
          <a:r>
            <a:rPr lang="ru-RU" b="0" i="0" dirty="0"/>
            <a:t>–вересень 1941 р.</a:t>
          </a:r>
          <a:endParaRPr lang="uk-UA" dirty="0"/>
        </a:p>
      </dgm:t>
    </dgm:pt>
    <dgm:pt modelId="{D88CC4DE-A773-45B1-894A-7FB0EC7AD28E}" type="parTrans" cxnId="{2FF0C661-D79C-4BEE-97C2-712739A19BE6}">
      <dgm:prSet/>
      <dgm:spPr/>
      <dgm:t>
        <a:bodyPr/>
        <a:lstStyle/>
        <a:p>
          <a:endParaRPr lang="uk-UA"/>
        </a:p>
      </dgm:t>
    </dgm:pt>
    <dgm:pt modelId="{0A040871-ADF9-4010-A883-8D565105385D}" type="sibTrans" cxnId="{2FF0C661-D79C-4BEE-97C2-712739A19BE6}">
      <dgm:prSet/>
      <dgm:spPr/>
      <dgm:t>
        <a:bodyPr/>
        <a:lstStyle/>
        <a:p>
          <a:endParaRPr lang="uk-UA"/>
        </a:p>
      </dgm:t>
    </dgm:pt>
    <dgm:pt modelId="{341A95D4-0A94-4145-B108-D5973707AA61}">
      <dgm:prSet/>
      <dgm:spPr/>
      <dgm:t>
        <a:bodyPr/>
        <a:lstStyle/>
        <a:p>
          <a:r>
            <a:rPr lang="ru-RU" b="0" i="0"/>
            <a:t>червень–липень 1942 р.</a:t>
          </a:r>
          <a:endParaRPr lang="uk-UA"/>
        </a:p>
      </dgm:t>
    </dgm:pt>
    <dgm:pt modelId="{154E4C6A-8824-487F-9B84-2358C49E51D7}" type="parTrans" cxnId="{29F81CD2-7D89-4C8F-8385-83F8EECDDC46}">
      <dgm:prSet/>
      <dgm:spPr/>
      <dgm:t>
        <a:bodyPr/>
        <a:lstStyle/>
        <a:p>
          <a:endParaRPr lang="uk-UA"/>
        </a:p>
      </dgm:t>
    </dgm:pt>
    <dgm:pt modelId="{02655BD2-E856-4787-A010-A24BF45CF4F3}" type="sibTrans" cxnId="{29F81CD2-7D89-4C8F-8385-83F8EECDDC46}">
      <dgm:prSet/>
      <dgm:spPr/>
      <dgm:t>
        <a:bodyPr/>
        <a:lstStyle/>
        <a:p>
          <a:endParaRPr lang="uk-UA"/>
        </a:p>
      </dgm:t>
    </dgm:pt>
    <dgm:pt modelId="{030C83D8-DB4F-4059-B3D2-C70EF97B7AEE}">
      <dgm:prSet/>
      <dgm:spPr/>
      <dgm:t>
        <a:bodyPr/>
        <a:lstStyle/>
        <a:p>
          <a:r>
            <a:rPr lang="ru-RU" b="0" i="0"/>
            <a:t>вересень–листопад 1943 р.</a:t>
          </a:r>
          <a:endParaRPr lang="uk-UA"/>
        </a:p>
      </dgm:t>
    </dgm:pt>
    <dgm:pt modelId="{5E163A3B-BE00-4ABD-B1DC-5ED8A556D693}" type="parTrans" cxnId="{5D47D69D-08AF-4405-A02F-E41C732A14F6}">
      <dgm:prSet/>
      <dgm:spPr/>
      <dgm:t>
        <a:bodyPr/>
        <a:lstStyle/>
        <a:p>
          <a:endParaRPr lang="uk-UA"/>
        </a:p>
      </dgm:t>
    </dgm:pt>
    <dgm:pt modelId="{E336A8D5-1DEB-4929-BAD9-C0BB8400D958}" type="sibTrans" cxnId="{5D47D69D-08AF-4405-A02F-E41C732A14F6}">
      <dgm:prSet/>
      <dgm:spPr/>
      <dgm:t>
        <a:bodyPr/>
        <a:lstStyle/>
        <a:p>
          <a:endParaRPr lang="uk-UA"/>
        </a:p>
      </dgm:t>
    </dgm:pt>
    <dgm:pt modelId="{23EEA012-0995-45FD-8A8C-057E582A8CDA}">
      <dgm:prSet/>
      <dgm:spPr/>
      <dgm:t>
        <a:bodyPr/>
        <a:lstStyle/>
        <a:p>
          <a:r>
            <a:rPr lang="ru-RU" b="0" i="0"/>
            <a:t>січень–лютий 1944 р.</a:t>
          </a:r>
          <a:endParaRPr lang="uk-UA"/>
        </a:p>
      </dgm:t>
    </dgm:pt>
    <dgm:pt modelId="{3273F659-459D-46C4-B16F-9A9FD2F31E9D}" type="parTrans" cxnId="{89335821-6589-4E5C-A78B-070370B88045}">
      <dgm:prSet/>
      <dgm:spPr/>
      <dgm:t>
        <a:bodyPr/>
        <a:lstStyle/>
        <a:p>
          <a:endParaRPr lang="uk-UA"/>
        </a:p>
      </dgm:t>
    </dgm:pt>
    <dgm:pt modelId="{1D0C23D0-76D9-45E4-A7B3-42E1196F5736}" type="sibTrans" cxnId="{89335821-6589-4E5C-A78B-070370B88045}">
      <dgm:prSet/>
      <dgm:spPr/>
      <dgm:t>
        <a:bodyPr/>
        <a:lstStyle/>
        <a:p>
          <a:endParaRPr lang="uk-UA"/>
        </a:p>
      </dgm:t>
    </dgm:pt>
    <dgm:pt modelId="{45DD802C-F2D8-4B26-9589-48C38020C348}" type="pres">
      <dgm:prSet presAssocID="{4E760E5F-F443-45DF-B782-4C3694CB3756}" presName="linear" presStyleCnt="0">
        <dgm:presLayoutVars>
          <dgm:animLvl val="lvl"/>
          <dgm:resizeHandles val="exact"/>
        </dgm:presLayoutVars>
      </dgm:prSet>
      <dgm:spPr/>
    </dgm:pt>
    <dgm:pt modelId="{90EE5ED9-AFF5-4389-B146-7AEF40BF6C9F}" type="pres">
      <dgm:prSet presAssocID="{9D11AA65-693D-4328-BE19-D32F9305A6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85B73E-0D6F-4B21-83F9-60841A673578}" type="pres">
      <dgm:prSet presAssocID="{0A040871-ADF9-4010-A883-8D565105385D}" presName="spacer" presStyleCnt="0"/>
      <dgm:spPr/>
    </dgm:pt>
    <dgm:pt modelId="{C0CAAF57-161E-4D51-A5A2-3C15BBA1940F}" type="pres">
      <dgm:prSet presAssocID="{341A95D4-0A94-4145-B108-D5973707AA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6DC8DF-E841-412B-BAC8-7AB0005ABB36}" type="pres">
      <dgm:prSet presAssocID="{02655BD2-E856-4787-A010-A24BF45CF4F3}" presName="spacer" presStyleCnt="0"/>
      <dgm:spPr/>
    </dgm:pt>
    <dgm:pt modelId="{50C92094-4694-4DD5-B2F9-9049311E3ABB}" type="pres">
      <dgm:prSet presAssocID="{030C83D8-DB4F-4059-B3D2-C70EF97B7A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F16590-5699-4201-B997-DFB091215935}" type="pres">
      <dgm:prSet presAssocID="{E336A8D5-1DEB-4929-BAD9-C0BB8400D958}" presName="spacer" presStyleCnt="0"/>
      <dgm:spPr/>
    </dgm:pt>
    <dgm:pt modelId="{871F0E2F-2460-42FC-A920-AFA37F166858}" type="pres">
      <dgm:prSet presAssocID="{23EEA012-0995-45FD-8A8C-057E582A8CD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335821-6589-4E5C-A78B-070370B88045}" srcId="{4E760E5F-F443-45DF-B782-4C3694CB3756}" destId="{23EEA012-0995-45FD-8A8C-057E582A8CDA}" srcOrd="3" destOrd="0" parTransId="{3273F659-459D-46C4-B16F-9A9FD2F31E9D}" sibTransId="{1D0C23D0-76D9-45E4-A7B3-42E1196F5736}"/>
    <dgm:cxn modelId="{15830D39-C2CF-4FEC-8217-5FD46B59C9FF}" type="presOf" srcId="{23EEA012-0995-45FD-8A8C-057E582A8CDA}" destId="{871F0E2F-2460-42FC-A920-AFA37F166858}" srcOrd="0" destOrd="0" presId="urn:microsoft.com/office/officeart/2005/8/layout/vList2"/>
    <dgm:cxn modelId="{2FF0C661-D79C-4BEE-97C2-712739A19BE6}" srcId="{4E760E5F-F443-45DF-B782-4C3694CB3756}" destId="{9D11AA65-693D-4328-BE19-D32F9305A65E}" srcOrd="0" destOrd="0" parTransId="{D88CC4DE-A773-45B1-894A-7FB0EC7AD28E}" sibTransId="{0A040871-ADF9-4010-A883-8D565105385D}"/>
    <dgm:cxn modelId="{38C22169-A183-4D9A-952E-746BF61D86C4}" type="presOf" srcId="{9D11AA65-693D-4328-BE19-D32F9305A65E}" destId="{90EE5ED9-AFF5-4389-B146-7AEF40BF6C9F}" srcOrd="0" destOrd="0" presId="urn:microsoft.com/office/officeart/2005/8/layout/vList2"/>
    <dgm:cxn modelId="{B6F78295-ADC8-483E-9841-D35B0DF6C247}" type="presOf" srcId="{030C83D8-DB4F-4059-B3D2-C70EF97B7AEE}" destId="{50C92094-4694-4DD5-B2F9-9049311E3ABB}" srcOrd="0" destOrd="0" presId="urn:microsoft.com/office/officeart/2005/8/layout/vList2"/>
    <dgm:cxn modelId="{5D47D69D-08AF-4405-A02F-E41C732A14F6}" srcId="{4E760E5F-F443-45DF-B782-4C3694CB3756}" destId="{030C83D8-DB4F-4059-B3D2-C70EF97B7AEE}" srcOrd="2" destOrd="0" parTransId="{5E163A3B-BE00-4ABD-B1DC-5ED8A556D693}" sibTransId="{E336A8D5-1DEB-4929-BAD9-C0BB8400D958}"/>
    <dgm:cxn modelId="{29F81CD2-7D89-4C8F-8385-83F8EECDDC46}" srcId="{4E760E5F-F443-45DF-B782-4C3694CB3756}" destId="{341A95D4-0A94-4145-B108-D5973707AA61}" srcOrd="1" destOrd="0" parTransId="{154E4C6A-8824-487F-9B84-2358C49E51D7}" sibTransId="{02655BD2-E856-4787-A010-A24BF45CF4F3}"/>
    <dgm:cxn modelId="{588033E1-E3C7-4B4F-800F-E4EAFA29A128}" type="presOf" srcId="{4E760E5F-F443-45DF-B782-4C3694CB3756}" destId="{45DD802C-F2D8-4B26-9589-48C38020C348}" srcOrd="0" destOrd="0" presId="urn:microsoft.com/office/officeart/2005/8/layout/vList2"/>
    <dgm:cxn modelId="{7BCF19F5-9CDC-4EB3-9D6A-C9412C0D68FF}" type="presOf" srcId="{341A95D4-0A94-4145-B108-D5973707AA61}" destId="{C0CAAF57-161E-4D51-A5A2-3C15BBA1940F}" srcOrd="0" destOrd="0" presId="urn:microsoft.com/office/officeart/2005/8/layout/vList2"/>
    <dgm:cxn modelId="{C0CA7A9D-45B1-497A-AA2B-7C3F4D420A9C}" type="presParOf" srcId="{45DD802C-F2D8-4B26-9589-48C38020C348}" destId="{90EE5ED9-AFF5-4389-B146-7AEF40BF6C9F}" srcOrd="0" destOrd="0" presId="urn:microsoft.com/office/officeart/2005/8/layout/vList2"/>
    <dgm:cxn modelId="{8A13016E-E2F0-4A8A-AED4-BBB283BBF4C5}" type="presParOf" srcId="{45DD802C-F2D8-4B26-9589-48C38020C348}" destId="{C685B73E-0D6F-4B21-83F9-60841A673578}" srcOrd="1" destOrd="0" presId="urn:microsoft.com/office/officeart/2005/8/layout/vList2"/>
    <dgm:cxn modelId="{31EDF566-4934-4B2A-B599-1AEC0989FB0C}" type="presParOf" srcId="{45DD802C-F2D8-4B26-9589-48C38020C348}" destId="{C0CAAF57-161E-4D51-A5A2-3C15BBA1940F}" srcOrd="2" destOrd="0" presId="urn:microsoft.com/office/officeart/2005/8/layout/vList2"/>
    <dgm:cxn modelId="{61594158-6FC1-42A9-B1C8-4C15543F061A}" type="presParOf" srcId="{45DD802C-F2D8-4B26-9589-48C38020C348}" destId="{316DC8DF-E841-412B-BAC8-7AB0005ABB36}" srcOrd="3" destOrd="0" presId="urn:microsoft.com/office/officeart/2005/8/layout/vList2"/>
    <dgm:cxn modelId="{F00E901B-9FC0-4280-835D-51534CE9804D}" type="presParOf" srcId="{45DD802C-F2D8-4B26-9589-48C38020C348}" destId="{50C92094-4694-4DD5-B2F9-9049311E3ABB}" srcOrd="4" destOrd="0" presId="urn:microsoft.com/office/officeart/2005/8/layout/vList2"/>
    <dgm:cxn modelId="{8E8236AE-439B-4953-89D2-8BB2232DF301}" type="presParOf" srcId="{45DD802C-F2D8-4B26-9589-48C38020C348}" destId="{82F16590-5699-4201-B997-DFB091215935}" srcOrd="5" destOrd="0" presId="urn:microsoft.com/office/officeart/2005/8/layout/vList2"/>
    <dgm:cxn modelId="{6A788DFE-29B0-482D-823F-C323B0D778A4}" type="presParOf" srcId="{45DD802C-F2D8-4B26-9589-48C38020C348}" destId="{871F0E2F-2460-42FC-A920-AFA37F1668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E4EB576-AD7B-4988-8959-0050B453FF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195B44-0484-429F-B32A-C3B47ADBC30B}">
      <dgm:prSet/>
      <dgm:spPr/>
      <dgm:t>
        <a:bodyPr/>
        <a:lstStyle/>
        <a:p>
          <a:r>
            <a:rPr lang="uk-UA" b="0" i="0"/>
            <a:t>звільнення Лівобережної України та Донбасу, початок визволення Правобережної України.</a:t>
          </a:r>
          <a:endParaRPr lang="uk-UA"/>
        </a:p>
      </dgm:t>
    </dgm:pt>
    <dgm:pt modelId="{973ECD6C-B42C-4822-A050-553D35A04039}" type="parTrans" cxnId="{037E0BE3-B10F-4C57-9069-D8590A0B09E4}">
      <dgm:prSet/>
      <dgm:spPr/>
      <dgm:t>
        <a:bodyPr/>
        <a:lstStyle/>
        <a:p>
          <a:endParaRPr lang="uk-UA"/>
        </a:p>
      </dgm:t>
    </dgm:pt>
    <dgm:pt modelId="{3432B432-9967-4B17-9112-A6EBD99C8F46}" type="sibTrans" cxnId="{037E0BE3-B10F-4C57-9069-D8590A0B09E4}">
      <dgm:prSet/>
      <dgm:spPr/>
      <dgm:t>
        <a:bodyPr/>
        <a:lstStyle/>
        <a:p>
          <a:endParaRPr lang="uk-UA"/>
        </a:p>
      </dgm:t>
    </dgm:pt>
    <dgm:pt modelId="{3320AA1B-E515-487B-8A16-51E548A8CA8B}">
      <dgm:prSet/>
      <dgm:spPr/>
      <dgm:t>
        <a:bodyPr/>
        <a:lstStyle/>
        <a:p>
          <a:r>
            <a:rPr lang="uk-UA" b="0" i="0"/>
            <a:t>визволення Одеси, створення сприятливих умов для звільнення Південної України та Кримського півострова.</a:t>
          </a:r>
          <a:endParaRPr lang="uk-UA"/>
        </a:p>
      </dgm:t>
    </dgm:pt>
    <dgm:pt modelId="{CD4CFEF5-40AD-442C-8BFF-707ADC94A9FD}" type="parTrans" cxnId="{29113864-9A93-4CEF-B262-6A5B67A76DFE}">
      <dgm:prSet/>
      <dgm:spPr/>
      <dgm:t>
        <a:bodyPr/>
        <a:lstStyle/>
        <a:p>
          <a:endParaRPr lang="uk-UA"/>
        </a:p>
      </dgm:t>
    </dgm:pt>
    <dgm:pt modelId="{796FF402-F067-4BE3-AA78-0AB4B45077B2}" type="sibTrans" cxnId="{29113864-9A93-4CEF-B262-6A5B67A76DFE}">
      <dgm:prSet/>
      <dgm:spPr/>
      <dgm:t>
        <a:bodyPr/>
        <a:lstStyle/>
        <a:p>
          <a:endParaRPr lang="uk-UA"/>
        </a:p>
      </dgm:t>
    </dgm:pt>
    <dgm:pt modelId="{67446DA7-EB86-4126-9A5A-CE82FE1B0C1B}">
      <dgm:prSet/>
      <dgm:spPr/>
      <dgm:t>
        <a:bodyPr/>
        <a:lstStyle/>
        <a:p>
          <a:r>
            <a:rPr lang="uk-UA" b="0" i="0"/>
            <a:t>завершення визволення від нацистської окупації всієї території України в її довоєнних кордонах.</a:t>
          </a:r>
          <a:endParaRPr lang="uk-UA"/>
        </a:p>
      </dgm:t>
    </dgm:pt>
    <dgm:pt modelId="{BD994879-F20F-4B12-86E2-95AAAC6417DD}" type="parTrans" cxnId="{01431BC6-AD8D-412E-9F5B-72DE29588A23}">
      <dgm:prSet/>
      <dgm:spPr/>
      <dgm:t>
        <a:bodyPr/>
        <a:lstStyle/>
        <a:p>
          <a:endParaRPr lang="uk-UA"/>
        </a:p>
      </dgm:t>
    </dgm:pt>
    <dgm:pt modelId="{BFF6B5B1-BCD4-4AA2-8C10-85719E51A947}" type="sibTrans" cxnId="{01431BC6-AD8D-412E-9F5B-72DE29588A23}">
      <dgm:prSet/>
      <dgm:spPr/>
      <dgm:t>
        <a:bodyPr/>
        <a:lstStyle/>
        <a:p>
          <a:endParaRPr lang="uk-UA"/>
        </a:p>
      </dgm:t>
    </dgm:pt>
    <dgm:pt modelId="{E86320BB-C5DC-4C39-A2E9-3302B2AB8AC5}">
      <dgm:prSet/>
      <dgm:spPr/>
      <dgm:t>
        <a:bodyPr/>
        <a:lstStyle/>
        <a:p>
          <a:r>
            <a:rPr lang="uk-UA" b="0" i="0"/>
            <a:t>звільнення Правобережної України та Молдавії, перенесення бойових дій на територію Румунії.</a:t>
          </a:r>
          <a:endParaRPr lang="uk-UA"/>
        </a:p>
      </dgm:t>
    </dgm:pt>
    <dgm:pt modelId="{0B286ABA-6D9D-4B27-8455-5A1AE342C27C}" type="parTrans" cxnId="{4E82CD6F-3BDD-4E03-8C8A-FF6A58DA5C9E}">
      <dgm:prSet/>
      <dgm:spPr/>
      <dgm:t>
        <a:bodyPr/>
        <a:lstStyle/>
        <a:p>
          <a:endParaRPr lang="uk-UA"/>
        </a:p>
      </dgm:t>
    </dgm:pt>
    <dgm:pt modelId="{17AB5CA8-50C0-4590-BA6B-71BA3DCDA8F4}" type="sibTrans" cxnId="{4E82CD6F-3BDD-4E03-8C8A-FF6A58DA5C9E}">
      <dgm:prSet/>
      <dgm:spPr/>
      <dgm:t>
        <a:bodyPr/>
        <a:lstStyle/>
        <a:p>
          <a:endParaRPr lang="uk-UA"/>
        </a:p>
      </dgm:t>
    </dgm:pt>
    <dgm:pt modelId="{5B4FF4D9-6B72-401C-89B6-827C9426BF70}" type="pres">
      <dgm:prSet presAssocID="{4E4EB576-AD7B-4988-8959-0050B453FFC1}" presName="linear" presStyleCnt="0">
        <dgm:presLayoutVars>
          <dgm:animLvl val="lvl"/>
          <dgm:resizeHandles val="exact"/>
        </dgm:presLayoutVars>
      </dgm:prSet>
      <dgm:spPr/>
    </dgm:pt>
    <dgm:pt modelId="{B967BD47-EE0F-43DE-824A-24ADFF818280}" type="pres">
      <dgm:prSet presAssocID="{34195B44-0484-429F-B32A-C3B47ADBC3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A3C175-2114-40F2-92B5-36E327597565}" type="pres">
      <dgm:prSet presAssocID="{3432B432-9967-4B17-9112-A6EBD99C8F46}" presName="spacer" presStyleCnt="0"/>
      <dgm:spPr/>
    </dgm:pt>
    <dgm:pt modelId="{E187FB92-F8A8-4114-AE6B-5DC9486C681D}" type="pres">
      <dgm:prSet presAssocID="{3320AA1B-E515-487B-8A16-51E548A8CA8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309B7B-5A7F-4EF9-B316-6144D51421B7}" type="pres">
      <dgm:prSet presAssocID="{796FF402-F067-4BE3-AA78-0AB4B45077B2}" presName="spacer" presStyleCnt="0"/>
      <dgm:spPr/>
    </dgm:pt>
    <dgm:pt modelId="{12AC8810-F7F4-411F-B878-165895436209}" type="pres">
      <dgm:prSet presAssocID="{67446DA7-EB86-4126-9A5A-CE82FE1B0C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490DFD-30B1-4AE6-BF4B-D5E17E20358B}" type="pres">
      <dgm:prSet presAssocID="{BFF6B5B1-BCD4-4AA2-8C10-85719E51A947}" presName="spacer" presStyleCnt="0"/>
      <dgm:spPr/>
    </dgm:pt>
    <dgm:pt modelId="{1B79A033-2241-4398-A7D2-D1745D6F2F73}" type="pres">
      <dgm:prSet presAssocID="{E86320BB-C5DC-4C39-A2E9-3302B2AB8AC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82EA16-F8A8-4850-8686-7BED5D1CF02B}" type="presOf" srcId="{3320AA1B-E515-487B-8A16-51E548A8CA8B}" destId="{E187FB92-F8A8-4114-AE6B-5DC9486C681D}" srcOrd="0" destOrd="0" presId="urn:microsoft.com/office/officeart/2005/8/layout/vList2"/>
    <dgm:cxn modelId="{69811F24-DB90-41D3-B546-B2C8F2E4FBA7}" type="presOf" srcId="{67446DA7-EB86-4126-9A5A-CE82FE1B0C1B}" destId="{12AC8810-F7F4-411F-B878-165895436209}" srcOrd="0" destOrd="0" presId="urn:microsoft.com/office/officeart/2005/8/layout/vList2"/>
    <dgm:cxn modelId="{A76C9B29-A20B-4B92-BD71-CFBFA5D90898}" type="presOf" srcId="{34195B44-0484-429F-B32A-C3B47ADBC30B}" destId="{B967BD47-EE0F-43DE-824A-24ADFF818280}" srcOrd="0" destOrd="0" presId="urn:microsoft.com/office/officeart/2005/8/layout/vList2"/>
    <dgm:cxn modelId="{29113864-9A93-4CEF-B262-6A5B67A76DFE}" srcId="{4E4EB576-AD7B-4988-8959-0050B453FFC1}" destId="{3320AA1B-E515-487B-8A16-51E548A8CA8B}" srcOrd="1" destOrd="0" parTransId="{CD4CFEF5-40AD-442C-8BFF-707ADC94A9FD}" sibTransId="{796FF402-F067-4BE3-AA78-0AB4B45077B2}"/>
    <dgm:cxn modelId="{4E82CD6F-3BDD-4E03-8C8A-FF6A58DA5C9E}" srcId="{4E4EB576-AD7B-4988-8959-0050B453FFC1}" destId="{E86320BB-C5DC-4C39-A2E9-3302B2AB8AC5}" srcOrd="3" destOrd="0" parTransId="{0B286ABA-6D9D-4B27-8455-5A1AE342C27C}" sibTransId="{17AB5CA8-50C0-4590-BA6B-71BA3DCDA8F4}"/>
    <dgm:cxn modelId="{07CE60BE-6858-42BA-965F-8EE8508E3BE2}" type="presOf" srcId="{4E4EB576-AD7B-4988-8959-0050B453FFC1}" destId="{5B4FF4D9-6B72-401C-89B6-827C9426BF70}" srcOrd="0" destOrd="0" presId="urn:microsoft.com/office/officeart/2005/8/layout/vList2"/>
    <dgm:cxn modelId="{01431BC6-AD8D-412E-9F5B-72DE29588A23}" srcId="{4E4EB576-AD7B-4988-8959-0050B453FFC1}" destId="{67446DA7-EB86-4126-9A5A-CE82FE1B0C1B}" srcOrd="2" destOrd="0" parTransId="{BD994879-F20F-4B12-86E2-95AAAC6417DD}" sibTransId="{BFF6B5B1-BCD4-4AA2-8C10-85719E51A947}"/>
    <dgm:cxn modelId="{47E943DF-04B3-441A-B2FA-6C3EAEC3BC15}" type="presOf" srcId="{E86320BB-C5DC-4C39-A2E9-3302B2AB8AC5}" destId="{1B79A033-2241-4398-A7D2-D1745D6F2F73}" srcOrd="0" destOrd="0" presId="urn:microsoft.com/office/officeart/2005/8/layout/vList2"/>
    <dgm:cxn modelId="{037E0BE3-B10F-4C57-9069-D8590A0B09E4}" srcId="{4E4EB576-AD7B-4988-8959-0050B453FFC1}" destId="{34195B44-0484-429F-B32A-C3B47ADBC30B}" srcOrd="0" destOrd="0" parTransId="{973ECD6C-B42C-4822-A050-553D35A04039}" sibTransId="{3432B432-9967-4B17-9112-A6EBD99C8F46}"/>
    <dgm:cxn modelId="{76CED186-6CD8-4F8E-A536-093E9CB30C55}" type="presParOf" srcId="{5B4FF4D9-6B72-401C-89B6-827C9426BF70}" destId="{B967BD47-EE0F-43DE-824A-24ADFF818280}" srcOrd="0" destOrd="0" presId="urn:microsoft.com/office/officeart/2005/8/layout/vList2"/>
    <dgm:cxn modelId="{D3F64651-37F1-400C-A999-8477545D4BC3}" type="presParOf" srcId="{5B4FF4D9-6B72-401C-89B6-827C9426BF70}" destId="{31A3C175-2114-40F2-92B5-36E327597565}" srcOrd="1" destOrd="0" presId="urn:microsoft.com/office/officeart/2005/8/layout/vList2"/>
    <dgm:cxn modelId="{53D306F1-0838-4FAD-96DE-EB96EE0D93A3}" type="presParOf" srcId="{5B4FF4D9-6B72-401C-89B6-827C9426BF70}" destId="{E187FB92-F8A8-4114-AE6B-5DC9486C681D}" srcOrd="2" destOrd="0" presId="urn:microsoft.com/office/officeart/2005/8/layout/vList2"/>
    <dgm:cxn modelId="{00FA6ACC-FAF1-4536-86F6-FA2D3A3186D5}" type="presParOf" srcId="{5B4FF4D9-6B72-401C-89B6-827C9426BF70}" destId="{27309B7B-5A7F-4EF9-B316-6144D51421B7}" srcOrd="3" destOrd="0" presId="urn:microsoft.com/office/officeart/2005/8/layout/vList2"/>
    <dgm:cxn modelId="{50341156-2155-465A-BDA3-9C06DBC9B87B}" type="presParOf" srcId="{5B4FF4D9-6B72-401C-89B6-827C9426BF70}" destId="{12AC8810-F7F4-411F-B878-165895436209}" srcOrd="4" destOrd="0" presId="urn:microsoft.com/office/officeart/2005/8/layout/vList2"/>
    <dgm:cxn modelId="{30067B2E-0AAE-4C94-A722-1330C071A158}" type="presParOf" srcId="{5B4FF4D9-6B72-401C-89B6-827C9426BF70}" destId="{FB490DFD-30B1-4AE6-BF4B-D5E17E20358B}" srcOrd="5" destOrd="0" presId="urn:microsoft.com/office/officeart/2005/8/layout/vList2"/>
    <dgm:cxn modelId="{5B9FF92A-EF0F-4A9D-9E7D-17EC0FA07719}" type="presParOf" srcId="{5B4FF4D9-6B72-401C-89B6-827C9426BF70}" destId="{1B79A033-2241-4398-A7D2-D1745D6F2F7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7450594-BCB5-42AD-9D1A-8933D57E656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451EC5-15E8-4A99-B269-6DFB43C27197}">
      <dgm:prSet/>
      <dgm:spPr/>
      <dgm:t>
        <a:bodyPr/>
        <a:lstStyle/>
        <a:p>
          <a:r>
            <a:rPr lang="ru-RU" b="0" i="0"/>
            <a:t>1941 р.</a:t>
          </a:r>
          <a:endParaRPr lang="uk-UA"/>
        </a:p>
      </dgm:t>
    </dgm:pt>
    <dgm:pt modelId="{BDD9D932-2F2F-4558-AF0B-0CDAF3BB2D4E}" type="parTrans" cxnId="{2D619628-8CE0-47CC-B72E-0590890108DA}">
      <dgm:prSet/>
      <dgm:spPr/>
      <dgm:t>
        <a:bodyPr/>
        <a:lstStyle/>
        <a:p>
          <a:endParaRPr lang="uk-UA"/>
        </a:p>
      </dgm:t>
    </dgm:pt>
    <dgm:pt modelId="{B22A1904-1E66-4EF2-9946-2C3B1F0B1A26}" type="sibTrans" cxnId="{2D619628-8CE0-47CC-B72E-0590890108DA}">
      <dgm:prSet/>
      <dgm:spPr/>
      <dgm:t>
        <a:bodyPr/>
        <a:lstStyle/>
        <a:p>
          <a:endParaRPr lang="uk-UA"/>
        </a:p>
      </dgm:t>
    </dgm:pt>
    <dgm:pt modelId="{5F9FE0CD-1322-404B-815D-FC20534F6743}">
      <dgm:prSet/>
      <dgm:spPr/>
      <dgm:t>
        <a:bodyPr/>
        <a:lstStyle/>
        <a:p>
          <a:r>
            <a:rPr lang="ru-RU" b="0" i="0"/>
            <a:t>1942 р.</a:t>
          </a:r>
          <a:endParaRPr lang="uk-UA"/>
        </a:p>
      </dgm:t>
    </dgm:pt>
    <dgm:pt modelId="{D4CE85F8-4657-49A9-A90D-A8CE8A9AE91A}" type="parTrans" cxnId="{015309A5-5F76-4D82-AC02-B57F8EB94B47}">
      <dgm:prSet/>
      <dgm:spPr/>
      <dgm:t>
        <a:bodyPr/>
        <a:lstStyle/>
        <a:p>
          <a:endParaRPr lang="uk-UA"/>
        </a:p>
      </dgm:t>
    </dgm:pt>
    <dgm:pt modelId="{9E549EF3-6726-46E5-B1F1-4C732BF8F3DA}" type="sibTrans" cxnId="{015309A5-5F76-4D82-AC02-B57F8EB94B47}">
      <dgm:prSet/>
      <dgm:spPr/>
      <dgm:t>
        <a:bodyPr/>
        <a:lstStyle/>
        <a:p>
          <a:endParaRPr lang="uk-UA"/>
        </a:p>
      </dgm:t>
    </dgm:pt>
    <dgm:pt modelId="{F6CE687F-8316-438A-ADC5-F69A05B40930}">
      <dgm:prSet/>
      <dgm:spPr/>
      <dgm:t>
        <a:bodyPr/>
        <a:lstStyle/>
        <a:p>
          <a:r>
            <a:rPr lang="ru-RU" b="0" i="0"/>
            <a:t>1943 р.</a:t>
          </a:r>
          <a:endParaRPr lang="uk-UA"/>
        </a:p>
      </dgm:t>
    </dgm:pt>
    <dgm:pt modelId="{819CBF57-536A-4293-9B15-B87CE08EF181}" type="parTrans" cxnId="{E210DEB0-CF08-45B9-8DBF-98D17CDAA53C}">
      <dgm:prSet/>
      <dgm:spPr/>
      <dgm:t>
        <a:bodyPr/>
        <a:lstStyle/>
        <a:p>
          <a:endParaRPr lang="uk-UA"/>
        </a:p>
      </dgm:t>
    </dgm:pt>
    <dgm:pt modelId="{810B713F-8AE9-4436-8FFC-531868A9BDFB}" type="sibTrans" cxnId="{E210DEB0-CF08-45B9-8DBF-98D17CDAA53C}">
      <dgm:prSet/>
      <dgm:spPr/>
      <dgm:t>
        <a:bodyPr/>
        <a:lstStyle/>
        <a:p>
          <a:endParaRPr lang="uk-UA"/>
        </a:p>
      </dgm:t>
    </dgm:pt>
    <dgm:pt modelId="{B7EE7B00-A92B-4EEB-80DE-DB3FE9706330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90A68B58-361A-4418-B7B3-675C9368E110}" type="parTrans" cxnId="{AC030ED0-FE29-45F6-9326-E3D602F6F662}">
      <dgm:prSet/>
      <dgm:spPr/>
      <dgm:t>
        <a:bodyPr/>
        <a:lstStyle/>
        <a:p>
          <a:endParaRPr lang="uk-UA"/>
        </a:p>
      </dgm:t>
    </dgm:pt>
    <dgm:pt modelId="{551AACD2-DD10-4FB5-AB67-5005ADABB608}" type="sibTrans" cxnId="{AC030ED0-FE29-45F6-9326-E3D602F6F662}">
      <dgm:prSet/>
      <dgm:spPr/>
      <dgm:t>
        <a:bodyPr/>
        <a:lstStyle/>
        <a:p>
          <a:endParaRPr lang="uk-UA"/>
        </a:p>
      </dgm:t>
    </dgm:pt>
    <dgm:pt modelId="{61652189-0622-48A1-92A1-027937BAFC48}" type="pres">
      <dgm:prSet presAssocID="{37450594-BCB5-42AD-9D1A-8933D57E6569}" presName="matrix" presStyleCnt="0">
        <dgm:presLayoutVars>
          <dgm:chMax val="1"/>
          <dgm:dir/>
          <dgm:resizeHandles val="exact"/>
        </dgm:presLayoutVars>
      </dgm:prSet>
      <dgm:spPr/>
    </dgm:pt>
    <dgm:pt modelId="{86EF60B3-7490-4877-8ACB-0E3659343767}" type="pres">
      <dgm:prSet presAssocID="{37450594-BCB5-42AD-9D1A-8933D57E6569}" presName="diamond" presStyleLbl="bgShp" presStyleIdx="0" presStyleCnt="1"/>
      <dgm:spPr/>
    </dgm:pt>
    <dgm:pt modelId="{A8DA5465-69F1-4FEC-84B9-B49ECDCCA2C6}" type="pres">
      <dgm:prSet presAssocID="{37450594-BCB5-42AD-9D1A-8933D57E656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EF27442-8988-4585-A67F-530204F50ED6}" type="pres">
      <dgm:prSet presAssocID="{37450594-BCB5-42AD-9D1A-8933D57E656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3F5A157-2CFF-4432-A21F-34B9D415EA4F}" type="pres">
      <dgm:prSet presAssocID="{37450594-BCB5-42AD-9D1A-8933D57E656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D14E320-B949-4D5E-82F8-BD55300298A8}" type="pres">
      <dgm:prSet presAssocID="{37450594-BCB5-42AD-9D1A-8933D57E656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0C7E70E-5968-4F48-89BF-38A9800119F6}" type="presOf" srcId="{37450594-BCB5-42AD-9D1A-8933D57E6569}" destId="{61652189-0622-48A1-92A1-027937BAFC48}" srcOrd="0" destOrd="0" presId="urn:microsoft.com/office/officeart/2005/8/layout/matrix3"/>
    <dgm:cxn modelId="{2D619628-8CE0-47CC-B72E-0590890108DA}" srcId="{37450594-BCB5-42AD-9D1A-8933D57E6569}" destId="{C3451EC5-15E8-4A99-B269-6DFB43C27197}" srcOrd="0" destOrd="0" parTransId="{BDD9D932-2F2F-4558-AF0B-0CDAF3BB2D4E}" sibTransId="{B22A1904-1E66-4EF2-9946-2C3B1F0B1A26}"/>
    <dgm:cxn modelId="{28D11197-0CCF-4327-BCE1-4A6DB6555B11}" type="presOf" srcId="{B7EE7B00-A92B-4EEB-80DE-DB3FE9706330}" destId="{ED14E320-B949-4D5E-82F8-BD55300298A8}" srcOrd="0" destOrd="0" presId="urn:microsoft.com/office/officeart/2005/8/layout/matrix3"/>
    <dgm:cxn modelId="{2192979E-A503-459C-B2A5-4D9E3047C9D7}" type="presOf" srcId="{C3451EC5-15E8-4A99-B269-6DFB43C27197}" destId="{A8DA5465-69F1-4FEC-84B9-B49ECDCCA2C6}" srcOrd="0" destOrd="0" presId="urn:microsoft.com/office/officeart/2005/8/layout/matrix3"/>
    <dgm:cxn modelId="{015309A5-5F76-4D82-AC02-B57F8EB94B47}" srcId="{37450594-BCB5-42AD-9D1A-8933D57E6569}" destId="{5F9FE0CD-1322-404B-815D-FC20534F6743}" srcOrd="1" destOrd="0" parTransId="{D4CE85F8-4657-49A9-A90D-A8CE8A9AE91A}" sibTransId="{9E549EF3-6726-46E5-B1F1-4C732BF8F3DA}"/>
    <dgm:cxn modelId="{E210DEB0-CF08-45B9-8DBF-98D17CDAA53C}" srcId="{37450594-BCB5-42AD-9D1A-8933D57E6569}" destId="{F6CE687F-8316-438A-ADC5-F69A05B40930}" srcOrd="2" destOrd="0" parTransId="{819CBF57-536A-4293-9B15-B87CE08EF181}" sibTransId="{810B713F-8AE9-4436-8FFC-531868A9BDFB}"/>
    <dgm:cxn modelId="{4BBB14C0-CFDC-42DE-ABCF-A31BA5A7518F}" type="presOf" srcId="{5F9FE0CD-1322-404B-815D-FC20534F6743}" destId="{EEF27442-8988-4585-A67F-530204F50ED6}" srcOrd="0" destOrd="0" presId="urn:microsoft.com/office/officeart/2005/8/layout/matrix3"/>
    <dgm:cxn modelId="{AC030ED0-FE29-45F6-9326-E3D602F6F662}" srcId="{37450594-BCB5-42AD-9D1A-8933D57E6569}" destId="{B7EE7B00-A92B-4EEB-80DE-DB3FE9706330}" srcOrd="3" destOrd="0" parTransId="{90A68B58-361A-4418-B7B3-675C9368E110}" sibTransId="{551AACD2-DD10-4FB5-AB67-5005ADABB608}"/>
    <dgm:cxn modelId="{DAE3CAEE-6D20-4FB8-A692-731BE2C32532}" type="presOf" srcId="{F6CE687F-8316-438A-ADC5-F69A05B40930}" destId="{33F5A157-2CFF-4432-A21F-34B9D415EA4F}" srcOrd="0" destOrd="0" presId="urn:microsoft.com/office/officeart/2005/8/layout/matrix3"/>
    <dgm:cxn modelId="{7B81E2C3-40F0-4C9C-AC9D-D4282AF311FF}" type="presParOf" srcId="{61652189-0622-48A1-92A1-027937BAFC48}" destId="{86EF60B3-7490-4877-8ACB-0E3659343767}" srcOrd="0" destOrd="0" presId="urn:microsoft.com/office/officeart/2005/8/layout/matrix3"/>
    <dgm:cxn modelId="{1CD2427C-9EFE-4180-8282-AF8A9AD1AD8C}" type="presParOf" srcId="{61652189-0622-48A1-92A1-027937BAFC48}" destId="{A8DA5465-69F1-4FEC-84B9-B49ECDCCA2C6}" srcOrd="1" destOrd="0" presId="urn:microsoft.com/office/officeart/2005/8/layout/matrix3"/>
    <dgm:cxn modelId="{4A431073-FA7C-45B5-9527-8893E6217186}" type="presParOf" srcId="{61652189-0622-48A1-92A1-027937BAFC48}" destId="{EEF27442-8988-4585-A67F-530204F50ED6}" srcOrd="2" destOrd="0" presId="urn:microsoft.com/office/officeart/2005/8/layout/matrix3"/>
    <dgm:cxn modelId="{65C87357-5203-451A-8F62-21299ACBE15D}" type="presParOf" srcId="{61652189-0622-48A1-92A1-027937BAFC48}" destId="{33F5A157-2CFF-4432-A21F-34B9D415EA4F}" srcOrd="3" destOrd="0" presId="urn:microsoft.com/office/officeart/2005/8/layout/matrix3"/>
    <dgm:cxn modelId="{DDFC4A17-FAE3-4F86-87A2-D3F325BC9A7B}" type="presParOf" srcId="{61652189-0622-48A1-92A1-027937BAFC48}" destId="{ED14E320-B949-4D5E-82F8-BD55300298A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D805666-B8DF-406F-ADEC-9ED19A27E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81C8B1-6497-4917-A969-19681A80BD5E}">
      <dgm:prSet/>
      <dgm:spPr/>
      <dgm:t>
        <a:bodyPr/>
        <a:lstStyle/>
        <a:p>
          <a:r>
            <a:rPr lang="uk-UA" b="0" i="0"/>
            <a:t>битви за Дніпро.</a:t>
          </a:r>
          <a:endParaRPr lang="uk-UA"/>
        </a:p>
      </dgm:t>
    </dgm:pt>
    <dgm:pt modelId="{5522444D-42D2-491A-8C82-689B46F7D20D}" type="parTrans" cxnId="{1CC18088-7F3E-475E-95EF-31E3526F9CED}">
      <dgm:prSet/>
      <dgm:spPr/>
      <dgm:t>
        <a:bodyPr/>
        <a:lstStyle/>
        <a:p>
          <a:endParaRPr lang="uk-UA"/>
        </a:p>
      </dgm:t>
    </dgm:pt>
    <dgm:pt modelId="{A2877243-E105-443D-A96C-92347C52B637}" type="sibTrans" cxnId="{1CC18088-7F3E-475E-95EF-31E3526F9CED}">
      <dgm:prSet/>
      <dgm:spPr/>
      <dgm:t>
        <a:bodyPr/>
        <a:lstStyle/>
        <a:p>
          <a:endParaRPr lang="uk-UA"/>
        </a:p>
      </dgm:t>
    </dgm:pt>
    <dgm:pt modelId="{26FF2ADA-8D27-4B66-A405-B1CF5B04D189}">
      <dgm:prSet/>
      <dgm:spPr/>
      <dgm:t>
        <a:bodyPr/>
        <a:lstStyle/>
        <a:p>
          <a:r>
            <a:rPr lang="uk-UA" b="0" i="0"/>
            <a:t>Яссько-Кишинівської операції.</a:t>
          </a:r>
          <a:endParaRPr lang="uk-UA"/>
        </a:p>
      </dgm:t>
    </dgm:pt>
    <dgm:pt modelId="{C30ED7C3-8BBB-4E19-878C-93244F61870F}" type="parTrans" cxnId="{DC666BD2-EDC0-4386-9692-AB7092AB4FAE}">
      <dgm:prSet/>
      <dgm:spPr/>
      <dgm:t>
        <a:bodyPr/>
        <a:lstStyle/>
        <a:p>
          <a:endParaRPr lang="uk-UA"/>
        </a:p>
      </dgm:t>
    </dgm:pt>
    <dgm:pt modelId="{83C894A7-5FBC-4945-AB32-E6C4EDD2FBEE}" type="sibTrans" cxnId="{DC666BD2-EDC0-4386-9692-AB7092AB4FAE}">
      <dgm:prSet/>
      <dgm:spPr/>
      <dgm:t>
        <a:bodyPr/>
        <a:lstStyle/>
        <a:p>
          <a:endParaRPr lang="uk-UA"/>
        </a:p>
      </dgm:t>
    </dgm:pt>
    <dgm:pt modelId="{F7583CB6-C9F2-45F4-8F04-42735FEF1EBA}">
      <dgm:prSet/>
      <dgm:spPr/>
      <dgm:t>
        <a:bodyPr/>
        <a:lstStyle/>
        <a:p>
          <a:r>
            <a:rPr lang="uk-UA" b="0" i="0"/>
            <a:t>Корсунь-Шевченківської операції.</a:t>
          </a:r>
          <a:endParaRPr lang="uk-UA"/>
        </a:p>
      </dgm:t>
    </dgm:pt>
    <dgm:pt modelId="{0CDACA8A-4341-44B4-B834-0E0D40F787BB}" type="parTrans" cxnId="{AC1BF92B-E804-4F11-8900-0CEB483CAC52}">
      <dgm:prSet/>
      <dgm:spPr/>
      <dgm:t>
        <a:bodyPr/>
        <a:lstStyle/>
        <a:p>
          <a:endParaRPr lang="uk-UA"/>
        </a:p>
      </dgm:t>
    </dgm:pt>
    <dgm:pt modelId="{00BA4B48-8C4E-47CC-AD79-CFC05B2ACB52}" type="sibTrans" cxnId="{AC1BF92B-E804-4F11-8900-0CEB483CAC52}">
      <dgm:prSet/>
      <dgm:spPr/>
      <dgm:t>
        <a:bodyPr/>
        <a:lstStyle/>
        <a:p>
          <a:endParaRPr lang="uk-UA"/>
        </a:p>
      </dgm:t>
    </dgm:pt>
    <dgm:pt modelId="{FB13BEC0-5A1E-44C9-BF45-142CB3F10476}">
      <dgm:prSet/>
      <dgm:spPr/>
      <dgm:t>
        <a:bodyPr/>
        <a:lstStyle/>
        <a:p>
          <a:r>
            <a:rPr lang="uk-UA" b="0" i="0"/>
            <a:t>Карпатсько-Ужгородської операції.</a:t>
          </a:r>
          <a:endParaRPr lang="uk-UA"/>
        </a:p>
      </dgm:t>
    </dgm:pt>
    <dgm:pt modelId="{B5601330-39D7-4D04-9809-FF921002C49D}" type="parTrans" cxnId="{6F021C97-37A9-40CE-AE7C-437960C4BCD8}">
      <dgm:prSet/>
      <dgm:spPr/>
      <dgm:t>
        <a:bodyPr/>
        <a:lstStyle/>
        <a:p>
          <a:endParaRPr lang="uk-UA"/>
        </a:p>
      </dgm:t>
    </dgm:pt>
    <dgm:pt modelId="{9DAB16C9-BD6D-4300-8103-DDB65DB3FF0A}" type="sibTrans" cxnId="{6F021C97-37A9-40CE-AE7C-437960C4BCD8}">
      <dgm:prSet/>
      <dgm:spPr/>
      <dgm:t>
        <a:bodyPr/>
        <a:lstStyle/>
        <a:p>
          <a:endParaRPr lang="uk-UA"/>
        </a:p>
      </dgm:t>
    </dgm:pt>
    <dgm:pt modelId="{249E1293-942F-4838-99FA-3462F21FFEBD}" type="pres">
      <dgm:prSet presAssocID="{CD805666-B8DF-406F-ADEC-9ED19A27E362}" presName="linear" presStyleCnt="0">
        <dgm:presLayoutVars>
          <dgm:animLvl val="lvl"/>
          <dgm:resizeHandles val="exact"/>
        </dgm:presLayoutVars>
      </dgm:prSet>
      <dgm:spPr/>
    </dgm:pt>
    <dgm:pt modelId="{4117B226-76B2-45BE-A54B-3E78C2200FB7}" type="pres">
      <dgm:prSet presAssocID="{2A81C8B1-6497-4917-A969-19681A80BD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4F5555A-34BE-4436-A644-CFFD3D7751B6}" type="pres">
      <dgm:prSet presAssocID="{A2877243-E105-443D-A96C-92347C52B637}" presName="spacer" presStyleCnt="0"/>
      <dgm:spPr/>
    </dgm:pt>
    <dgm:pt modelId="{CA5ECACD-4F99-4F8C-B0C4-66B3FD4D6397}" type="pres">
      <dgm:prSet presAssocID="{26FF2ADA-8D27-4B66-A405-B1CF5B04D1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C76AA5-D392-46F6-BDA6-5F0158BA2CB1}" type="pres">
      <dgm:prSet presAssocID="{83C894A7-5FBC-4945-AB32-E6C4EDD2FBEE}" presName="spacer" presStyleCnt="0"/>
      <dgm:spPr/>
    </dgm:pt>
    <dgm:pt modelId="{6C55BED6-18BB-4A49-BA3D-1759743CD13D}" type="pres">
      <dgm:prSet presAssocID="{F7583CB6-C9F2-45F4-8F04-42735FEF1E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36AF55-E4F6-40D2-B2B6-7FE52C7093DF}" type="pres">
      <dgm:prSet presAssocID="{00BA4B48-8C4E-47CC-AD79-CFC05B2ACB52}" presName="spacer" presStyleCnt="0"/>
      <dgm:spPr/>
    </dgm:pt>
    <dgm:pt modelId="{4506C0A2-84EE-4A80-81BB-1C5D852F99BC}" type="pres">
      <dgm:prSet presAssocID="{FB13BEC0-5A1E-44C9-BF45-142CB3F104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C1BF92B-E804-4F11-8900-0CEB483CAC52}" srcId="{CD805666-B8DF-406F-ADEC-9ED19A27E362}" destId="{F7583CB6-C9F2-45F4-8F04-42735FEF1EBA}" srcOrd="2" destOrd="0" parTransId="{0CDACA8A-4341-44B4-B834-0E0D40F787BB}" sibTransId="{00BA4B48-8C4E-47CC-AD79-CFC05B2ACB52}"/>
    <dgm:cxn modelId="{FAF74E38-4063-4CCE-BD00-89CA15829F40}" type="presOf" srcId="{26FF2ADA-8D27-4B66-A405-B1CF5B04D189}" destId="{CA5ECACD-4F99-4F8C-B0C4-66B3FD4D6397}" srcOrd="0" destOrd="0" presId="urn:microsoft.com/office/officeart/2005/8/layout/vList2"/>
    <dgm:cxn modelId="{E05A783B-A6B2-4FBF-A633-C654E2715180}" type="presOf" srcId="{CD805666-B8DF-406F-ADEC-9ED19A27E362}" destId="{249E1293-942F-4838-99FA-3462F21FFEBD}" srcOrd="0" destOrd="0" presId="urn:microsoft.com/office/officeart/2005/8/layout/vList2"/>
    <dgm:cxn modelId="{729E066F-63C6-4274-B424-8B7C58FEE57E}" type="presOf" srcId="{FB13BEC0-5A1E-44C9-BF45-142CB3F10476}" destId="{4506C0A2-84EE-4A80-81BB-1C5D852F99BC}" srcOrd="0" destOrd="0" presId="urn:microsoft.com/office/officeart/2005/8/layout/vList2"/>
    <dgm:cxn modelId="{9BA3A180-5354-45B9-8809-BDEA6FE82249}" type="presOf" srcId="{F7583CB6-C9F2-45F4-8F04-42735FEF1EBA}" destId="{6C55BED6-18BB-4A49-BA3D-1759743CD13D}" srcOrd="0" destOrd="0" presId="urn:microsoft.com/office/officeart/2005/8/layout/vList2"/>
    <dgm:cxn modelId="{1CC18088-7F3E-475E-95EF-31E3526F9CED}" srcId="{CD805666-B8DF-406F-ADEC-9ED19A27E362}" destId="{2A81C8B1-6497-4917-A969-19681A80BD5E}" srcOrd="0" destOrd="0" parTransId="{5522444D-42D2-491A-8C82-689B46F7D20D}" sibTransId="{A2877243-E105-443D-A96C-92347C52B637}"/>
    <dgm:cxn modelId="{6F021C97-37A9-40CE-AE7C-437960C4BCD8}" srcId="{CD805666-B8DF-406F-ADEC-9ED19A27E362}" destId="{FB13BEC0-5A1E-44C9-BF45-142CB3F10476}" srcOrd="3" destOrd="0" parTransId="{B5601330-39D7-4D04-9809-FF921002C49D}" sibTransId="{9DAB16C9-BD6D-4300-8103-DDB65DB3FF0A}"/>
    <dgm:cxn modelId="{A452029F-65D7-46AD-8F5B-E4AE5F44923C}" type="presOf" srcId="{2A81C8B1-6497-4917-A969-19681A80BD5E}" destId="{4117B226-76B2-45BE-A54B-3E78C2200FB7}" srcOrd="0" destOrd="0" presId="urn:microsoft.com/office/officeart/2005/8/layout/vList2"/>
    <dgm:cxn modelId="{DC666BD2-EDC0-4386-9692-AB7092AB4FAE}" srcId="{CD805666-B8DF-406F-ADEC-9ED19A27E362}" destId="{26FF2ADA-8D27-4B66-A405-B1CF5B04D189}" srcOrd="1" destOrd="0" parTransId="{C30ED7C3-8BBB-4E19-878C-93244F61870F}" sibTransId="{83C894A7-5FBC-4945-AB32-E6C4EDD2FBEE}"/>
    <dgm:cxn modelId="{CD586ACB-FC49-493A-8A7A-24A59B75E4F2}" type="presParOf" srcId="{249E1293-942F-4838-99FA-3462F21FFEBD}" destId="{4117B226-76B2-45BE-A54B-3E78C2200FB7}" srcOrd="0" destOrd="0" presId="urn:microsoft.com/office/officeart/2005/8/layout/vList2"/>
    <dgm:cxn modelId="{037C2BD1-1C65-4B23-9839-02904E4C712B}" type="presParOf" srcId="{249E1293-942F-4838-99FA-3462F21FFEBD}" destId="{F4F5555A-34BE-4436-A644-CFFD3D7751B6}" srcOrd="1" destOrd="0" presId="urn:microsoft.com/office/officeart/2005/8/layout/vList2"/>
    <dgm:cxn modelId="{1112A21C-EE57-4B28-9065-D9E53CACEE3B}" type="presParOf" srcId="{249E1293-942F-4838-99FA-3462F21FFEBD}" destId="{CA5ECACD-4F99-4F8C-B0C4-66B3FD4D6397}" srcOrd="2" destOrd="0" presId="urn:microsoft.com/office/officeart/2005/8/layout/vList2"/>
    <dgm:cxn modelId="{5AC3F6AF-FDE0-446C-B61A-4C574A08C401}" type="presParOf" srcId="{249E1293-942F-4838-99FA-3462F21FFEBD}" destId="{CFC76AA5-D392-46F6-BDA6-5F0158BA2CB1}" srcOrd="3" destOrd="0" presId="urn:microsoft.com/office/officeart/2005/8/layout/vList2"/>
    <dgm:cxn modelId="{BDF9730B-002F-438E-8E71-0C11B80290BE}" type="presParOf" srcId="{249E1293-942F-4838-99FA-3462F21FFEBD}" destId="{6C55BED6-18BB-4A49-BA3D-1759743CD13D}" srcOrd="4" destOrd="0" presId="urn:microsoft.com/office/officeart/2005/8/layout/vList2"/>
    <dgm:cxn modelId="{45AE7511-B7A5-49B8-B91E-110950D53B34}" type="presParOf" srcId="{249E1293-942F-4838-99FA-3462F21FFEBD}" destId="{9136AF55-E4F6-40D2-B2B6-7FE52C7093DF}" srcOrd="5" destOrd="0" presId="urn:microsoft.com/office/officeart/2005/8/layout/vList2"/>
    <dgm:cxn modelId="{FF309617-F847-4ED5-A1F2-43FDB4368A70}" type="presParOf" srcId="{249E1293-942F-4838-99FA-3462F21FFEBD}" destId="{4506C0A2-84EE-4A80-81BB-1C5D852F99B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F65C342-6D41-41C7-A9AE-83D71765E4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CCCEDAB-B737-41AA-A890-4A56727C1E0F}">
      <dgm:prSet/>
      <dgm:spPr/>
      <dgm:t>
        <a:bodyPr/>
        <a:lstStyle/>
        <a:p>
          <a:r>
            <a:rPr lang="uk-UA" b="0" i="0"/>
            <a:t>визволення Києва та окремих районів Правобережної України від окупантів</a:t>
          </a:r>
          <a:endParaRPr lang="uk-UA"/>
        </a:p>
      </dgm:t>
    </dgm:pt>
    <dgm:pt modelId="{47225A55-A7AE-453E-99D8-30BCDB8F4806}" type="parTrans" cxnId="{AC2555F0-2521-4CA7-B326-FC18C5761AB5}">
      <dgm:prSet/>
      <dgm:spPr/>
      <dgm:t>
        <a:bodyPr/>
        <a:lstStyle/>
        <a:p>
          <a:endParaRPr lang="uk-UA"/>
        </a:p>
      </dgm:t>
    </dgm:pt>
    <dgm:pt modelId="{6266F63C-DFD8-4F77-A8BF-799355548E3A}" type="sibTrans" cxnId="{AC2555F0-2521-4CA7-B326-FC18C5761AB5}">
      <dgm:prSet/>
      <dgm:spPr/>
      <dgm:t>
        <a:bodyPr/>
        <a:lstStyle/>
        <a:p>
          <a:endParaRPr lang="uk-UA"/>
        </a:p>
      </dgm:t>
    </dgm:pt>
    <dgm:pt modelId="{FEFAEC74-8AC4-41E9-A1E6-3B278A337A0E}">
      <dgm:prSet/>
      <dgm:spPr/>
      <dgm:t>
        <a:bodyPr/>
        <a:lstStyle/>
        <a:p>
          <a:r>
            <a:rPr lang="uk-UA" b="0" i="0"/>
            <a:t>початок корінного перелому в ході Другої світової війни</a:t>
          </a:r>
          <a:endParaRPr lang="uk-UA"/>
        </a:p>
      </dgm:t>
    </dgm:pt>
    <dgm:pt modelId="{B2ECCAFB-7562-4CE7-94F7-35344A1DEFCC}" type="parTrans" cxnId="{629B99A7-C2B4-431F-878C-11E1FCF3CE7C}">
      <dgm:prSet/>
      <dgm:spPr/>
      <dgm:t>
        <a:bodyPr/>
        <a:lstStyle/>
        <a:p>
          <a:endParaRPr lang="uk-UA"/>
        </a:p>
      </dgm:t>
    </dgm:pt>
    <dgm:pt modelId="{31396A9E-BC81-4E0D-A143-72781DB963ED}" type="sibTrans" cxnId="{629B99A7-C2B4-431F-878C-11E1FCF3CE7C}">
      <dgm:prSet/>
      <dgm:spPr/>
      <dgm:t>
        <a:bodyPr/>
        <a:lstStyle/>
        <a:p>
          <a:endParaRPr lang="uk-UA"/>
        </a:p>
      </dgm:t>
    </dgm:pt>
    <dgm:pt modelId="{232C4646-3F96-494F-86B7-3328B0246DF9}">
      <dgm:prSet/>
      <dgm:spPr/>
      <dgm:t>
        <a:bodyPr/>
        <a:lstStyle/>
        <a:p>
          <a:r>
            <a:rPr lang="uk-UA" b="0" i="0"/>
            <a:t>створення умов для визволення Правобережної та Південної України</a:t>
          </a:r>
          <a:endParaRPr lang="uk-UA"/>
        </a:p>
      </dgm:t>
    </dgm:pt>
    <dgm:pt modelId="{81CE2EDB-1AF3-4807-AE08-E0040ED05956}" type="parTrans" cxnId="{86AFFE5F-AB6C-4999-88C7-2F12631BC59F}">
      <dgm:prSet/>
      <dgm:spPr/>
      <dgm:t>
        <a:bodyPr/>
        <a:lstStyle/>
        <a:p>
          <a:endParaRPr lang="uk-UA"/>
        </a:p>
      </dgm:t>
    </dgm:pt>
    <dgm:pt modelId="{F0756EBA-0003-47D3-9894-7A006E1109BA}" type="sibTrans" cxnId="{86AFFE5F-AB6C-4999-88C7-2F12631BC59F}">
      <dgm:prSet/>
      <dgm:spPr/>
      <dgm:t>
        <a:bodyPr/>
        <a:lstStyle/>
        <a:p>
          <a:endParaRPr lang="uk-UA"/>
        </a:p>
      </dgm:t>
    </dgm:pt>
    <dgm:pt modelId="{4712327D-E804-4481-8D83-3261E084D365}" type="pres">
      <dgm:prSet presAssocID="{AF65C342-6D41-41C7-A9AE-83D71765E41D}" presName="linear" presStyleCnt="0">
        <dgm:presLayoutVars>
          <dgm:animLvl val="lvl"/>
          <dgm:resizeHandles val="exact"/>
        </dgm:presLayoutVars>
      </dgm:prSet>
      <dgm:spPr/>
    </dgm:pt>
    <dgm:pt modelId="{7B388020-C5E6-48FB-BFD0-FEC13792B6E2}" type="pres">
      <dgm:prSet presAssocID="{FCCCEDAB-B737-41AA-A890-4A56727C1E0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A840C83-1573-42DC-933C-FD43A5F0E896}" type="pres">
      <dgm:prSet presAssocID="{6266F63C-DFD8-4F77-A8BF-799355548E3A}" presName="spacer" presStyleCnt="0"/>
      <dgm:spPr/>
    </dgm:pt>
    <dgm:pt modelId="{E0D9BA1A-B82C-49B5-B170-157738F1D397}" type="pres">
      <dgm:prSet presAssocID="{FEFAEC74-8AC4-41E9-A1E6-3B278A337A0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5721C0B-0196-4809-BF0E-845769AB6F5C}" type="pres">
      <dgm:prSet presAssocID="{31396A9E-BC81-4E0D-A143-72781DB963ED}" presName="spacer" presStyleCnt="0"/>
      <dgm:spPr/>
    </dgm:pt>
    <dgm:pt modelId="{D0674882-CA55-49DC-BEE4-B504958C67EF}" type="pres">
      <dgm:prSet presAssocID="{232C4646-3F96-494F-86B7-3328B0246DF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43BF429-2989-482E-B5B9-C85B62BC52FA}" type="presOf" srcId="{AF65C342-6D41-41C7-A9AE-83D71765E41D}" destId="{4712327D-E804-4481-8D83-3261E084D365}" srcOrd="0" destOrd="0" presId="urn:microsoft.com/office/officeart/2005/8/layout/vList2"/>
    <dgm:cxn modelId="{A27BD62C-CD9A-4B26-A8F5-3FD4B4FFBE0A}" type="presOf" srcId="{232C4646-3F96-494F-86B7-3328B0246DF9}" destId="{D0674882-CA55-49DC-BEE4-B504958C67EF}" srcOrd="0" destOrd="0" presId="urn:microsoft.com/office/officeart/2005/8/layout/vList2"/>
    <dgm:cxn modelId="{86AFFE5F-AB6C-4999-88C7-2F12631BC59F}" srcId="{AF65C342-6D41-41C7-A9AE-83D71765E41D}" destId="{232C4646-3F96-494F-86B7-3328B0246DF9}" srcOrd="2" destOrd="0" parTransId="{81CE2EDB-1AF3-4807-AE08-E0040ED05956}" sibTransId="{F0756EBA-0003-47D3-9894-7A006E1109BA}"/>
    <dgm:cxn modelId="{7ED8048D-2FC3-4919-B076-873BB3836837}" type="presOf" srcId="{FCCCEDAB-B737-41AA-A890-4A56727C1E0F}" destId="{7B388020-C5E6-48FB-BFD0-FEC13792B6E2}" srcOrd="0" destOrd="0" presId="urn:microsoft.com/office/officeart/2005/8/layout/vList2"/>
    <dgm:cxn modelId="{629B99A7-C2B4-431F-878C-11E1FCF3CE7C}" srcId="{AF65C342-6D41-41C7-A9AE-83D71765E41D}" destId="{FEFAEC74-8AC4-41E9-A1E6-3B278A337A0E}" srcOrd="1" destOrd="0" parTransId="{B2ECCAFB-7562-4CE7-94F7-35344A1DEFCC}" sibTransId="{31396A9E-BC81-4E0D-A143-72781DB963ED}"/>
    <dgm:cxn modelId="{80828DB3-4D01-4A15-AE2A-C88694B2A341}" type="presOf" srcId="{FEFAEC74-8AC4-41E9-A1E6-3B278A337A0E}" destId="{E0D9BA1A-B82C-49B5-B170-157738F1D397}" srcOrd="0" destOrd="0" presId="urn:microsoft.com/office/officeart/2005/8/layout/vList2"/>
    <dgm:cxn modelId="{AC2555F0-2521-4CA7-B326-FC18C5761AB5}" srcId="{AF65C342-6D41-41C7-A9AE-83D71765E41D}" destId="{FCCCEDAB-B737-41AA-A890-4A56727C1E0F}" srcOrd="0" destOrd="0" parTransId="{47225A55-A7AE-453E-99D8-30BCDB8F4806}" sibTransId="{6266F63C-DFD8-4F77-A8BF-799355548E3A}"/>
    <dgm:cxn modelId="{C12DF31C-1488-4A11-BD46-B85E0E6A8925}" type="presParOf" srcId="{4712327D-E804-4481-8D83-3261E084D365}" destId="{7B388020-C5E6-48FB-BFD0-FEC13792B6E2}" srcOrd="0" destOrd="0" presId="urn:microsoft.com/office/officeart/2005/8/layout/vList2"/>
    <dgm:cxn modelId="{69369741-287A-40A0-8158-5C0D1AB36BDA}" type="presParOf" srcId="{4712327D-E804-4481-8D83-3261E084D365}" destId="{4A840C83-1573-42DC-933C-FD43A5F0E896}" srcOrd="1" destOrd="0" presId="urn:microsoft.com/office/officeart/2005/8/layout/vList2"/>
    <dgm:cxn modelId="{18938305-81D3-48DF-990F-41210081B5BE}" type="presParOf" srcId="{4712327D-E804-4481-8D83-3261E084D365}" destId="{E0D9BA1A-B82C-49B5-B170-157738F1D397}" srcOrd="2" destOrd="0" presId="urn:microsoft.com/office/officeart/2005/8/layout/vList2"/>
    <dgm:cxn modelId="{7A9D654D-ED5B-47A3-BA9D-E01F30E35BB2}" type="presParOf" srcId="{4712327D-E804-4481-8D83-3261E084D365}" destId="{E5721C0B-0196-4809-BF0E-845769AB6F5C}" srcOrd="3" destOrd="0" presId="urn:microsoft.com/office/officeart/2005/8/layout/vList2"/>
    <dgm:cxn modelId="{06770677-72EE-412D-904F-CB649CB46E8A}" type="presParOf" srcId="{4712327D-E804-4481-8D83-3261E084D365}" destId="{D0674882-CA55-49DC-BEE4-B504958C67E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5F7D980-EBD0-486D-8983-17F45F10C3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C8E4BA-C596-448A-A542-11B9E6B3AD09}">
      <dgm:prSet/>
      <dgm:spPr/>
      <dgm:t>
        <a:bodyPr/>
        <a:lstStyle/>
        <a:p>
          <a:r>
            <a:rPr lang="uk-UA" b="0" i="0"/>
            <a:t>здійснення виходу Червоної армії на державний кордон СРСР</a:t>
          </a:r>
          <a:endParaRPr lang="uk-UA"/>
        </a:p>
      </dgm:t>
    </dgm:pt>
    <dgm:pt modelId="{75FDC83B-538C-4D94-986B-2BF3B3A37182}" type="parTrans" cxnId="{B4749068-6D04-4D63-8968-4DAF62CEEC71}">
      <dgm:prSet/>
      <dgm:spPr/>
      <dgm:t>
        <a:bodyPr/>
        <a:lstStyle/>
        <a:p>
          <a:endParaRPr lang="uk-UA"/>
        </a:p>
      </dgm:t>
    </dgm:pt>
    <dgm:pt modelId="{60B88B82-F56D-4885-9C49-8D21EA7DEA9E}" type="sibTrans" cxnId="{B4749068-6D04-4D63-8968-4DAF62CEEC71}">
      <dgm:prSet/>
      <dgm:spPr/>
      <dgm:t>
        <a:bodyPr/>
        <a:lstStyle/>
        <a:p>
          <a:endParaRPr lang="uk-UA"/>
        </a:p>
      </dgm:t>
    </dgm:pt>
    <dgm:pt modelId="{E7C115A9-1A98-4E66-8FF4-85D85DDF075B}">
      <dgm:prSet/>
      <dgm:spPr/>
      <dgm:t>
        <a:bodyPr/>
        <a:lstStyle/>
        <a:p>
          <a:r>
            <a:rPr lang="uk-UA" b="0" i="0"/>
            <a:t>вихід з війни Румунії та Угорщини - союзників Німеччини</a:t>
          </a:r>
          <a:endParaRPr lang="uk-UA"/>
        </a:p>
      </dgm:t>
    </dgm:pt>
    <dgm:pt modelId="{3DDBB1EC-595C-4D09-A21D-FF5F246DBD81}" type="parTrans" cxnId="{C7D754E5-4A35-4080-9CA6-C82EAC5426C2}">
      <dgm:prSet/>
      <dgm:spPr/>
      <dgm:t>
        <a:bodyPr/>
        <a:lstStyle/>
        <a:p>
          <a:endParaRPr lang="uk-UA"/>
        </a:p>
      </dgm:t>
    </dgm:pt>
    <dgm:pt modelId="{B78A2FBD-8959-47A9-99D8-E8D65225E95D}" type="sibTrans" cxnId="{C7D754E5-4A35-4080-9CA6-C82EAC5426C2}">
      <dgm:prSet/>
      <dgm:spPr/>
      <dgm:t>
        <a:bodyPr/>
        <a:lstStyle/>
        <a:p>
          <a:endParaRPr lang="uk-UA"/>
        </a:p>
      </dgm:t>
    </dgm:pt>
    <dgm:pt modelId="{A0C636A3-E730-447D-865A-A104E05D3766}">
      <dgm:prSet/>
      <dgm:spPr/>
      <dgm:t>
        <a:bodyPr/>
        <a:lstStyle/>
        <a:p>
          <a:r>
            <a:rPr lang="uk-UA" b="0" i="0"/>
            <a:t>утворення Українського штабу партизанського руху</a:t>
          </a:r>
          <a:endParaRPr lang="uk-UA"/>
        </a:p>
      </dgm:t>
    </dgm:pt>
    <dgm:pt modelId="{3502AA3E-0B57-40B7-BB5D-7B553300BB3F}" type="parTrans" cxnId="{1D023C7A-6380-4324-92DD-06E1D30B04E0}">
      <dgm:prSet/>
      <dgm:spPr/>
      <dgm:t>
        <a:bodyPr/>
        <a:lstStyle/>
        <a:p>
          <a:endParaRPr lang="uk-UA"/>
        </a:p>
      </dgm:t>
    </dgm:pt>
    <dgm:pt modelId="{A1D331C8-7438-441E-AA91-8D4DB9CB771D}" type="sibTrans" cxnId="{1D023C7A-6380-4324-92DD-06E1D30B04E0}">
      <dgm:prSet/>
      <dgm:spPr/>
      <dgm:t>
        <a:bodyPr/>
        <a:lstStyle/>
        <a:p>
          <a:endParaRPr lang="uk-UA"/>
        </a:p>
      </dgm:t>
    </dgm:pt>
    <dgm:pt modelId="{78BF9BE4-BAC9-42F6-B4AD-7DB671A504DA}">
      <dgm:prSet/>
      <dgm:spPr/>
      <dgm:t>
        <a:bodyPr/>
        <a:lstStyle/>
        <a:p>
          <a:r>
            <a:rPr lang="uk-UA" b="0" i="0"/>
            <a:t>подолання стратегічно важливого рубежу німецької оборони - «Східного валу»</a:t>
          </a:r>
          <a:endParaRPr lang="uk-UA"/>
        </a:p>
      </dgm:t>
    </dgm:pt>
    <dgm:pt modelId="{F1455EB5-5DA0-46AF-AC29-7F41667BE336}" type="parTrans" cxnId="{F45AE51F-53DD-411C-98A2-72B21583FDCA}">
      <dgm:prSet/>
      <dgm:spPr/>
      <dgm:t>
        <a:bodyPr/>
        <a:lstStyle/>
        <a:p>
          <a:endParaRPr lang="uk-UA"/>
        </a:p>
      </dgm:t>
    </dgm:pt>
    <dgm:pt modelId="{CA8ED66C-3C99-4544-88DB-2C841780E306}" type="sibTrans" cxnId="{F45AE51F-53DD-411C-98A2-72B21583FDCA}">
      <dgm:prSet/>
      <dgm:spPr/>
      <dgm:t>
        <a:bodyPr/>
        <a:lstStyle/>
        <a:p>
          <a:endParaRPr lang="uk-UA"/>
        </a:p>
      </dgm:t>
    </dgm:pt>
    <dgm:pt modelId="{C6B724D7-31A1-481D-9ABB-6BCA01D60EF9}" type="pres">
      <dgm:prSet presAssocID="{75F7D980-EBD0-486D-8983-17F45F10C3BC}" presName="linear" presStyleCnt="0">
        <dgm:presLayoutVars>
          <dgm:animLvl val="lvl"/>
          <dgm:resizeHandles val="exact"/>
        </dgm:presLayoutVars>
      </dgm:prSet>
      <dgm:spPr/>
    </dgm:pt>
    <dgm:pt modelId="{FE25C18C-733F-438C-84A9-73B7D1818D9B}" type="pres">
      <dgm:prSet presAssocID="{08C8E4BA-C596-448A-A542-11B9E6B3AD0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D34141-0D0A-42F5-A6B9-062CE86C3D0D}" type="pres">
      <dgm:prSet presAssocID="{60B88B82-F56D-4885-9C49-8D21EA7DEA9E}" presName="spacer" presStyleCnt="0"/>
      <dgm:spPr/>
    </dgm:pt>
    <dgm:pt modelId="{C9B89182-ABC4-47DE-BB88-41BB95768B33}" type="pres">
      <dgm:prSet presAssocID="{E7C115A9-1A98-4E66-8FF4-85D85DDF07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D1B5D4D-30CB-4824-9BD6-7F8B7F1A28CC}" type="pres">
      <dgm:prSet presAssocID="{B78A2FBD-8959-47A9-99D8-E8D65225E95D}" presName="spacer" presStyleCnt="0"/>
      <dgm:spPr/>
    </dgm:pt>
    <dgm:pt modelId="{437CC260-2DE3-400A-9A56-1D54BDD66186}" type="pres">
      <dgm:prSet presAssocID="{A0C636A3-E730-447D-865A-A104E05D37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4685EE-37F5-4476-A5E4-2EEB88C785EA}" type="pres">
      <dgm:prSet presAssocID="{A1D331C8-7438-441E-AA91-8D4DB9CB771D}" presName="spacer" presStyleCnt="0"/>
      <dgm:spPr/>
    </dgm:pt>
    <dgm:pt modelId="{2722486E-1EEC-42B5-B5B8-EDD2CCB6892E}" type="pres">
      <dgm:prSet presAssocID="{78BF9BE4-BAC9-42F6-B4AD-7DB671A504D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5AE51F-53DD-411C-98A2-72B21583FDCA}" srcId="{75F7D980-EBD0-486D-8983-17F45F10C3BC}" destId="{78BF9BE4-BAC9-42F6-B4AD-7DB671A504DA}" srcOrd="3" destOrd="0" parTransId="{F1455EB5-5DA0-46AF-AC29-7F41667BE336}" sibTransId="{CA8ED66C-3C99-4544-88DB-2C841780E306}"/>
    <dgm:cxn modelId="{B4749068-6D04-4D63-8968-4DAF62CEEC71}" srcId="{75F7D980-EBD0-486D-8983-17F45F10C3BC}" destId="{08C8E4BA-C596-448A-A542-11B9E6B3AD09}" srcOrd="0" destOrd="0" parTransId="{75FDC83B-538C-4D94-986B-2BF3B3A37182}" sibTransId="{60B88B82-F56D-4885-9C49-8D21EA7DEA9E}"/>
    <dgm:cxn modelId="{BDFEC36D-9F2D-434A-A854-25114B255394}" type="presOf" srcId="{E7C115A9-1A98-4E66-8FF4-85D85DDF075B}" destId="{C9B89182-ABC4-47DE-BB88-41BB95768B33}" srcOrd="0" destOrd="0" presId="urn:microsoft.com/office/officeart/2005/8/layout/vList2"/>
    <dgm:cxn modelId="{172CC54F-10B9-4428-911B-DDA0FD4E5683}" type="presOf" srcId="{78BF9BE4-BAC9-42F6-B4AD-7DB671A504DA}" destId="{2722486E-1EEC-42B5-B5B8-EDD2CCB6892E}" srcOrd="0" destOrd="0" presId="urn:microsoft.com/office/officeart/2005/8/layout/vList2"/>
    <dgm:cxn modelId="{1D023C7A-6380-4324-92DD-06E1D30B04E0}" srcId="{75F7D980-EBD0-486D-8983-17F45F10C3BC}" destId="{A0C636A3-E730-447D-865A-A104E05D3766}" srcOrd="2" destOrd="0" parTransId="{3502AA3E-0B57-40B7-BB5D-7B553300BB3F}" sibTransId="{A1D331C8-7438-441E-AA91-8D4DB9CB771D}"/>
    <dgm:cxn modelId="{9957288D-F687-4342-A09C-828E4016F40F}" type="presOf" srcId="{A0C636A3-E730-447D-865A-A104E05D3766}" destId="{437CC260-2DE3-400A-9A56-1D54BDD66186}" srcOrd="0" destOrd="0" presId="urn:microsoft.com/office/officeart/2005/8/layout/vList2"/>
    <dgm:cxn modelId="{CB8A76CD-78CA-4B70-A62D-17D89F1F2AA7}" type="presOf" srcId="{75F7D980-EBD0-486D-8983-17F45F10C3BC}" destId="{C6B724D7-31A1-481D-9ABB-6BCA01D60EF9}" srcOrd="0" destOrd="0" presId="urn:microsoft.com/office/officeart/2005/8/layout/vList2"/>
    <dgm:cxn modelId="{C7D754E5-4A35-4080-9CA6-C82EAC5426C2}" srcId="{75F7D980-EBD0-486D-8983-17F45F10C3BC}" destId="{E7C115A9-1A98-4E66-8FF4-85D85DDF075B}" srcOrd="1" destOrd="0" parTransId="{3DDBB1EC-595C-4D09-A21D-FF5F246DBD81}" sibTransId="{B78A2FBD-8959-47A9-99D8-E8D65225E95D}"/>
    <dgm:cxn modelId="{C2B201FD-0CCE-42FE-A639-3131CA850914}" type="presOf" srcId="{08C8E4BA-C596-448A-A542-11B9E6B3AD09}" destId="{FE25C18C-733F-438C-84A9-73B7D1818D9B}" srcOrd="0" destOrd="0" presId="urn:microsoft.com/office/officeart/2005/8/layout/vList2"/>
    <dgm:cxn modelId="{9FCBE1C1-42D2-4D54-8937-019957C82048}" type="presParOf" srcId="{C6B724D7-31A1-481D-9ABB-6BCA01D60EF9}" destId="{FE25C18C-733F-438C-84A9-73B7D1818D9B}" srcOrd="0" destOrd="0" presId="urn:microsoft.com/office/officeart/2005/8/layout/vList2"/>
    <dgm:cxn modelId="{2A4B98D1-0317-43EB-8AEA-77294761089E}" type="presParOf" srcId="{C6B724D7-31A1-481D-9ABB-6BCA01D60EF9}" destId="{44D34141-0D0A-42F5-A6B9-062CE86C3D0D}" srcOrd="1" destOrd="0" presId="urn:microsoft.com/office/officeart/2005/8/layout/vList2"/>
    <dgm:cxn modelId="{9B814837-7678-48BE-A84D-77130992A0A9}" type="presParOf" srcId="{C6B724D7-31A1-481D-9ABB-6BCA01D60EF9}" destId="{C9B89182-ABC4-47DE-BB88-41BB95768B33}" srcOrd="2" destOrd="0" presId="urn:microsoft.com/office/officeart/2005/8/layout/vList2"/>
    <dgm:cxn modelId="{5DB84353-64D6-4FE3-ABCF-3A558019B967}" type="presParOf" srcId="{C6B724D7-31A1-481D-9ABB-6BCA01D60EF9}" destId="{8D1B5D4D-30CB-4824-9BD6-7F8B7F1A28CC}" srcOrd="3" destOrd="0" presId="urn:microsoft.com/office/officeart/2005/8/layout/vList2"/>
    <dgm:cxn modelId="{1FB56A8C-5282-4631-8937-5A57F9EEC603}" type="presParOf" srcId="{C6B724D7-31A1-481D-9ABB-6BCA01D60EF9}" destId="{437CC260-2DE3-400A-9A56-1D54BDD66186}" srcOrd="4" destOrd="0" presId="urn:microsoft.com/office/officeart/2005/8/layout/vList2"/>
    <dgm:cxn modelId="{37FC0B9D-65D1-40B8-9F9D-F043F2C2CE21}" type="presParOf" srcId="{C6B724D7-31A1-481D-9ABB-6BCA01D60EF9}" destId="{014685EE-37F5-4476-A5E4-2EEB88C785EA}" srcOrd="5" destOrd="0" presId="urn:microsoft.com/office/officeart/2005/8/layout/vList2"/>
    <dgm:cxn modelId="{5BFC0C11-3BD9-4443-A0B9-146D28336418}" type="presParOf" srcId="{C6B724D7-31A1-481D-9ABB-6BCA01D60EF9}" destId="{2722486E-1EEC-42B5-B5B8-EDD2CCB6892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C4C66D15-35F5-4D6D-9A09-6E93C367F3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8AB9DFB-63F4-4882-91AB-6E334E61F063}">
      <dgm:prSet/>
      <dgm:spPr/>
      <dgm:t>
        <a:bodyPr/>
        <a:lstStyle/>
        <a:p>
          <a:r>
            <a:rPr lang="ru-RU" b="0" i="0"/>
            <a:t>серпень 1941 р.</a:t>
          </a:r>
          <a:endParaRPr lang="uk-UA"/>
        </a:p>
      </dgm:t>
    </dgm:pt>
    <dgm:pt modelId="{A1767E04-78A3-45A4-8C32-7A8776DA13CE}" type="parTrans" cxnId="{4BDF0379-45D5-4CCD-9C76-FD8E38077E15}">
      <dgm:prSet/>
      <dgm:spPr/>
      <dgm:t>
        <a:bodyPr/>
        <a:lstStyle/>
        <a:p>
          <a:endParaRPr lang="uk-UA"/>
        </a:p>
      </dgm:t>
    </dgm:pt>
    <dgm:pt modelId="{4490BCC8-E8E9-4FEA-B8E9-A430E38104D7}" type="sibTrans" cxnId="{4BDF0379-45D5-4CCD-9C76-FD8E38077E15}">
      <dgm:prSet/>
      <dgm:spPr/>
      <dgm:t>
        <a:bodyPr/>
        <a:lstStyle/>
        <a:p>
          <a:endParaRPr lang="uk-UA"/>
        </a:p>
      </dgm:t>
    </dgm:pt>
    <dgm:pt modelId="{1A62AFDC-263C-4E2A-9418-3D60FD51E5F5}">
      <dgm:prSet/>
      <dgm:spPr/>
      <dgm:t>
        <a:bodyPr/>
        <a:lstStyle/>
        <a:p>
          <a:r>
            <a:rPr lang="ru-RU" b="0" i="0"/>
            <a:t>вересень 1942 р.</a:t>
          </a:r>
          <a:endParaRPr lang="uk-UA"/>
        </a:p>
      </dgm:t>
    </dgm:pt>
    <dgm:pt modelId="{6CB7EB79-FC9E-4B90-B073-D81CBA839420}" type="parTrans" cxnId="{FAEF8EDE-F785-46C8-834E-50FA261C14E2}">
      <dgm:prSet/>
      <dgm:spPr/>
      <dgm:t>
        <a:bodyPr/>
        <a:lstStyle/>
        <a:p>
          <a:endParaRPr lang="uk-UA"/>
        </a:p>
      </dgm:t>
    </dgm:pt>
    <dgm:pt modelId="{8453FD12-CEB9-4777-867B-DC84B6D1BA6B}" type="sibTrans" cxnId="{FAEF8EDE-F785-46C8-834E-50FA261C14E2}">
      <dgm:prSet/>
      <dgm:spPr/>
      <dgm:t>
        <a:bodyPr/>
        <a:lstStyle/>
        <a:p>
          <a:endParaRPr lang="uk-UA"/>
        </a:p>
      </dgm:t>
    </dgm:pt>
    <dgm:pt modelId="{6FB6E8C8-BB85-4B50-8DB4-7AC6B2AEFABB}">
      <dgm:prSet/>
      <dgm:spPr/>
      <dgm:t>
        <a:bodyPr/>
        <a:lstStyle/>
        <a:p>
          <a:r>
            <a:rPr lang="ru-RU" b="0" i="0"/>
            <a:t>листопад 1943 р.</a:t>
          </a:r>
          <a:endParaRPr lang="uk-UA"/>
        </a:p>
      </dgm:t>
    </dgm:pt>
    <dgm:pt modelId="{369CDD0D-4173-4AE3-BE87-A41B77468CEA}" type="parTrans" cxnId="{700ED0BC-7BAC-4367-B004-EE22DE5CB67B}">
      <dgm:prSet/>
      <dgm:spPr/>
      <dgm:t>
        <a:bodyPr/>
        <a:lstStyle/>
        <a:p>
          <a:endParaRPr lang="uk-UA"/>
        </a:p>
      </dgm:t>
    </dgm:pt>
    <dgm:pt modelId="{3CC31D53-FE0C-49EC-998F-2A1B6AAC8F1D}" type="sibTrans" cxnId="{700ED0BC-7BAC-4367-B004-EE22DE5CB67B}">
      <dgm:prSet/>
      <dgm:spPr/>
      <dgm:t>
        <a:bodyPr/>
        <a:lstStyle/>
        <a:p>
          <a:endParaRPr lang="uk-UA"/>
        </a:p>
      </dgm:t>
    </dgm:pt>
    <dgm:pt modelId="{C2F3E826-3B98-40E2-8F76-3336BB268E0D}">
      <dgm:prSet/>
      <dgm:spPr/>
      <dgm:t>
        <a:bodyPr/>
        <a:lstStyle/>
        <a:p>
          <a:r>
            <a:rPr lang="ru-RU" b="0" i="0"/>
            <a:t>жовтень 1944 р.</a:t>
          </a:r>
          <a:endParaRPr lang="uk-UA"/>
        </a:p>
      </dgm:t>
    </dgm:pt>
    <dgm:pt modelId="{54DDF255-C703-4C70-8B80-ED718C668D69}" type="parTrans" cxnId="{11F859A3-BEFD-4516-BF41-89090DE420E9}">
      <dgm:prSet/>
      <dgm:spPr/>
      <dgm:t>
        <a:bodyPr/>
        <a:lstStyle/>
        <a:p>
          <a:endParaRPr lang="uk-UA"/>
        </a:p>
      </dgm:t>
    </dgm:pt>
    <dgm:pt modelId="{010FF9B7-7E31-40BF-9DFB-A8F8801CF78F}" type="sibTrans" cxnId="{11F859A3-BEFD-4516-BF41-89090DE420E9}">
      <dgm:prSet/>
      <dgm:spPr/>
      <dgm:t>
        <a:bodyPr/>
        <a:lstStyle/>
        <a:p>
          <a:endParaRPr lang="uk-UA"/>
        </a:p>
      </dgm:t>
    </dgm:pt>
    <dgm:pt modelId="{0A061CDC-8FDF-414C-9D94-11ACA8389652}" type="pres">
      <dgm:prSet presAssocID="{C4C66D15-35F5-4D6D-9A09-6E93C367F354}" presName="linear" presStyleCnt="0">
        <dgm:presLayoutVars>
          <dgm:animLvl val="lvl"/>
          <dgm:resizeHandles val="exact"/>
        </dgm:presLayoutVars>
      </dgm:prSet>
      <dgm:spPr/>
    </dgm:pt>
    <dgm:pt modelId="{831F91B1-A895-4C3C-8BA4-DC46CAEAA199}" type="pres">
      <dgm:prSet presAssocID="{A8AB9DFB-63F4-4882-91AB-6E334E61F0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364482-5144-4F4F-A768-1FA838F803F7}" type="pres">
      <dgm:prSet presAssocID="{4490BCC8-E8E9-4FEA-B8E9-A430E38104D7}" presName="spacer" presStyleCnt="0"/>
      <dgm:spPr/>
    </dgm:pt>
    <dgm:pt modelId="{1F5C14F5-435B-4328-9033-0C4157BC1C14}" type="pres">
      <dgm:prSet presAssocID="{1A62AFDC-263C-4E2A-9418-3D60FD51E5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E09EB2-948C-4B58-B1DD-08CE7A028CDD}" type="pres">
      <dgm:prSet presAssocID="{8453FD12-CEB9-4777-867B-DC84B6D1BA6B}" presName="spacer" presStyleCnt="0"/>
      <dgm:spPr/>
    </dgm:pt>
    <dgm:pt modelId="{B155FD96-FBD8-4EC6-9774-CCE858CBA870}" type="pres">
      <dgm:prSet presAssocID="{6FB6E8C8-BB85-4B50-8DB4-7AC6B2AEFA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4C0B62-B002-48A6-BEA6-E0AA044E5D42}" type="pres">
      <dgm:prSet presAssocID="{3CC31D53-FE0C-49EC-998F-2A1B6AAC8F1D}" presName="spacer" presStyleCnt="0"/>
      <dgm:spPr/>
    </dgm:pt>
    <dgm:pt modelId="{79386A2D-8541-4FFE-936C-D20E7A1EA059}" type="pres">
      <dgm:prSet presAssocID="{C2F3E826-3B98-40E2-8F76-3336BB268E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EFA408-A18B-41D2-8B7D-24228E4DA5A9}" type="presOf" srcId="{A8AB9DFB-63F4-4882-91AB-6E334E61F063}" destId="{831F91B1-A895-4C3C-8BA4-DC46CAEAA199}" srcOrd="0" destOrd="0" presId="urn:microsoft.com/office/officeart/2005/8/layout/vList2"/>
    <dgm:cxn modelId="{5409AB4C-5D5F-41DA-9594-099E01A250E2}" type="presOf" srcId="{C4C66D15-35F5-4D6D-9A09-6E93C367F354}" destId="{0A061CDC-8FDF-414C-9D94-11ACA8389652}" srcOrd="0" destOrd="0" presId="urn:microsoft.com/office/officeart/2005/8/layout/vList2"/>
    <dgm:cxn modelId="{938C7957-4348-45A1-8852-11D485BD71B6}" type="presOf" srcId="{C2F3E826-3B98-40E2-8F76-3336BB268E0D}" destId="{79386A2D-8541-4FFE-936C-D20E7A1EA059}" srcOrd="0" destOrd="0" presId="urn:microsoft.com/office/officeart/2005/8/layout/vList2"/>
    <dgm:cxn modelId="{4BDF0379-45D5-4CCD-9C76-FD8E38077E15}" srcId="{C4C66D15-35F5-4D6D-9A09-6E93C367F354}" destId="{A8AB9DFB-63F4-4882-91AB-6E334E61F063}" srcOrd="0" destOrd="0" parTransId="{A1767E04-78A3-45A4-8C32-7A8776DA13CE}" sibTransId="{4490BCC8-E8E9-4FEA-B8E9-A430E38104D7}"/>
    <dgm:cxn modelId="{11F859A3-BEFD-4516-BF41-89090DE420E9}" srcId="{C4C66D15-35F5-4D6D-9A09-6E93C367F354}" destId="{C2F3E826-3B98-40E2-8F76-3336BB268E0D}" srcOrd="3" destOrd="0" parTransId="{54DDF255-C703-4C70-8B80-ED718C668D69}" sibTransId="{010FF9B7-7E31-40BF-9DFB-A8F8801CF78F}"/>
    <dgm:cxn modelId="{EEB14DB9-E498-49BD-ABB5-F6653B1D08E9}" type="presOf" srcId="{6FB6E8C8-BB85-4B50-8DB4-7AC6B2AEFABB}" destId="{B155FD96-FBD8-4EC6-9774-CCE858CBA870}" srcOrd="0" destOrd="0" presId="urn:microsoft.com/office/officeart/2005/8/layout/vList2"/>
    <dgm:cxn modelId="{700ED0BC-7BAC-4367-B004-EE22DE5CB67B}" srcId="{C4C66D15-35F5-4D6D-9A09-6E93C367F354}" destId="{6FB6E8C8-BB85-4B50-8DB4-7AC6B2AEFABB}" srcOrd="2" destOrd="0" parTransId="{369CDD0D-4173-4AE3-BE87-A41B77468CEA}" sibTransId="{3CC31D53-FE0C-49EC-998F-2A1B6AAC8F1D}"/>
    <dgm:cxn modelId="{FAEF8EDE-F785-46C8-834E-50FA261C14E2}" srcId="{C4C66D15-35F5-4D6D-9A09-6E93C367F354}" destId="{1A62AFDC-263C-4E2A-9418-3D60FD51E5F5}" srcOrd="1" destOrd="0" parTransId="{6CB7EB79-FC9E-4B90-B073-D81CBA839420}" sibTransId="{8453FD12-CEB9-4777-867B-DC84B6D1BA6B}"/>
    <dgm:cxn modelId="{E39FB1F6-A761-49C3-BF24-C1A591FC9180}" type="presOf" srcId="{1A62AFDC-263C-4E2A-9418-3D60FD51E5F5}" destId="{1F5C14F5-435B-4328-9033-0C4157BC1C14}" srcOrd="0" destOrd="0" presId="urn:microsoft.com/office/officeart/2005/8/layout/vList2"/>
    <dgm:cxn modelId="{32574C6A-B710-44EC-950C-65DCEE027403}" type="presParOf" srcId="{0A061CDC-8FDF-414C-9D94-11ACA8389652}" destId="{831F91B1-A895-4C3C-8BA4-DC46CAEAA199}" srcOrd="0" destOrd="0" presId="urn:microsoft.com/office/officeart/2005/8/layout/vList2"/>
    <dgm:cxn modelId="{1645CB63-AB16-4543-91E6-500E74C2B5B0}" type="presParOf" srcId="{0A061CDC-8FDF-414C-9D94-11ACA8389652}" destId="{C4364482-5144-4F4F-A768-1FA838F803F7}" srcOrd="1" destOrd="0" presId="urn:microsoft.com/office/officeart/2005/8/layout/vList2"/>
    <dgm:cxn modelId="{D6C773DB-0561-447A-BEAB-0F07F550EA3C}" type="presParOf" srcId="{0A061CDC-8FDF-414C-9D94-11ACA8389652}" destId="{1F5C14F5-435B-4328-9033-0C4157BC1C14}" srcOrd="2" destOrd="0" presId="urn:microsoft.com/office/officeart/2005/8/layout/vList2"/>
    <dgm:cxn modelId="{DD26572E-00FB-42CF-811C-D297D5E6D011}" type="presParOf" srcId="{0A061CDC-8FDF-414C-9D94-11ACA8389652}" destId="{0DE09EB2-948C-4B58-B1DD-08CE7A028CDD}" srcOrd="3" destOrd="0" presId="urn:microsoft.com/office/officeart/2005/8/layout/vList2"/>
    <dgm:cxn modelId="{348096EE-0ADB-4025-9E3D-919D5079E601}" type="presParOf" srcId="{0A061CDC-8FDF-414C-9D94-11ACA8389652}" destId="{B155FD96-FBD8-4EC6-9774-CCE858CBA870}" srcOrd="4" destOrd="0" presId="urn:microsoft.com/office/officeart/2005/8/layout/vList2"/>
    <dgm:cxn modelId="{6E880CFD-3E13-460A-99A0-D44CA6058CB5}" type="presParOf" srcId="{0A061CDC-8FDF-414C-9D94-11ACA8389652}" destId="{A14C0B62-B002-48A6-BEA6-E0AA044E5D42}" srcOrd="5" destOrd="0" presId="urn:microsoft.com/office/officeart/2005/8/layout/vList2"/>
    <dgm:cxn modelId="{51FD648B-BB45-42C1-889A-CF9A8208F10A}" type="presParOf" srcId="{0A061CDC-8FDF-414C-9D94-11ACA8389652}" destId="{79386A2D-8541-4FFE-936C-D20E7A1EA0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2EE8FEAB-14A5-4901-AE46-0FB6D2C903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D1773A-BF53-42AE-BBED-2ACAD1B086F3}">
      <dgm:prSet/>
      <dgm:spPr/>
      <dgm:t>
        <a:bodyPr/>
        <a:lstStyle/>
        <a:p>
          <a:r>
            <a:rPr lang="uk-UA" b="0" i="0"/>
            <a:t>створено сприятливі умови для звільнення Правобережної України.</a:t>
          </a:r>
          <a:endParaRPr lang="uk-UA"/>
        </a:p>
      </dgm:t>
    </dgm:pt>
    <dgm:pt modelId="{D6DE5CC5-91C1-461A-AEF0-8EA2F7121F81}" type="parTrans" cxnId="{923878D4-8180-4C2E-B6E2-960BDDBD5479}">
      <dgm:prSet/>
      <dgm:spPr/>
      <dgm:t>
        <a:bodyPr/>
        <a:lstStyle/>
        <a:p>
          <a:endParaRPr lang="uk-UA"/>
        </a:p>
      </dgm:t>
    </dgm:pt>
    <dgm:pt modelId="{5A1B7AC7-A442-4A51-8114-C8B1AB58A5CF}" type="sibTrans" cxnId="{923878D4-8180-4C2E-B6E2-960BDDBD5479}">
      <dgm:prSet/>
      <dgm:spPr/>
      <dgm:t>
        <a:bodyPr/>
        <a:lstStyle/>
        <a:p>
          <a:endParaRPr lang="uk-UA"/>
        </a:p>
      </dgm:t>
    </dgm:pt>
    <dgm:pt modelId="{7AF768C2-7B4E-47C5-B606-F112ED181EFF}">
      <dgm:prSet/>
      <dgm:spPr/>
      <dgm:t>
        <a:bodyPr/>
        <a:lstStyle/>
        <a:p>
          <a:r>
            <a:rPr lang="uk-UA" b="0" i="0"/>
            <a:t>звільнено територію УРСР у її довоєнних кордонах.</a:t>
          </a:r>
          <a:endParaRPr lang="uk-UA"/>
        </a:p>
      </dgm:t>
    </dgm:pt>
    <dgm:pt modelId="{E2B55904-A334-4A5E-9886-7500E7D82CEA}" type="parTrans" cxnId="{6318FE31-36DE-4C07-B475-612DA0B71222}">
      <dgm:prSet/>
      <dgm:spPr/>
      <dgm:t>
        <a:bodyPr/>
        <a:lstStyle/>
        <a:p>
          <a:endParaRPr lang="uk-UA"/>
        </a:p>
      </dgm:t>
    </dgm:pt>
    <dgm:pt modelId="{A13014D2-8D52-4531-B3DA-C73A7E7AE8EC}" type="sibTrans" cxnId="{6318FE31-36DE-4C07-B475-612DA0B71222}">
      <dgm:prSet/>
      <dgm:spPr/>
      <dgm:t>
        <a:bodyPr/>
        <a:lstStyle/>
        <a:p>
          <a:endParaRPr lang="uk-UA"/>
        </a:p>
      </dgm:t>
    </dgm:pt>
    <dgm:pt modelId="{A2C3E275-20FD-49BF-996E-7E57503400F2}">
      <dgm:prSet/>
      <dgm:spPr/>
      <dgm:t>
        <a:bodyPr/>
        <a:lstStyle/>
        <a:p>
          <a:r>
            <a:rPr lang="uk-UA" b="0" i="0"/>
            <a:t>визволено Північне Причорномор’я та Крим.</a:t>
          </a:r>
          <a:endParaRPr lang="uk-UA"/>
        </a:p>
      </dgm:t>
    </dgm:pt>
    <dgm:pt modelId="{B51A235D-4D5E-4A6E-98CB-6D13C9F91E0F}" type="parTrans" cxnId="{CCE430E0-924A-4AA2-9307-126C21C3158E}">
      <dgm:prSet/>
      <dgm:spPr/>
      <dgm:t>
        <a:bodyPr/>
        <a:lstStyle/>
        <a:p>
          <a:endParaRPr lang="uk-UA"/>
        </a:p>
      </dgm:t>
    </dgm:pt>
    <dgm:pt modelId="{42D0EEF1-2E81-4B6B-8D89-EA26E22BEACF}" type="sibTrans" cxnId="{CCE430E0-924A-4AA2-9307-126C21C3158E}">
      <dgm:prSet/>
      <dgm:spPr/>
      <dgm:t>
        <a:bodyPr/>
        <a:lstStyle/>
        <a:p>
          <a:endParaRPr lang="uk-UA"/>
        </a:p>
      </dgm:t>
    </dgm:pt>
    <dgm:pt modelId="{1428EDB9-ECD3-442B-BBA1-7302F8585AA6}">
      <dgm:prSet/>
      <dgm:spPr/>
      <dgm:t>
        <a:bodyPr/>
        <a:lstStyle/>
        <a:p>
          <a:r>
            <a:rPr lang="uk-UA" b="0" i="0"/>
            <a:t>визволено Лівобережну Україну.</a:t>
          </a:r>
          <a:endParaRPr lang="uk-UA"/>
        </a:p>
      </dgm:t>
    </dgm:pt>
    <dgm:pt modelId="{52231C01-81B8-4282-B9D8-0C2A50058CF5}" type="parTrans" cxnId="{40B8B6DF-DB81-47D0-8EDE-ECB6E5F01133}">
      <dgm:prSet/>
      <dgm:spPr/>
      <dgm:t>
        <a:bodyPr/>
        <a:lstStyle/>
        <a:p>
          <a:endParaRPr lang="uk-UA"/>
        </a:p>
      </dgm:t>
    </dgm:pt>
    <dgm:pt modelId="{0A844605-CA4B-49E4-8D61-1AAC025BF986}" type="sibTrans" cxnId="{40B8B6DF-DB81-47D0-8EDE-ECB6E5F01133}">
      <dgm:prSet/>
      <dgm:spPr/>
      <dgm:t>
        <a:bodyPr/>
        <a:lstStyle/>
        <a:p>
          <a:endParaRPr lang="uk-UA"/>
        </a:p>
      </dgm:t>
    </dgm:pt>
    <dgm:pt modelId="{E97308C5-CD0D-43FD-AFA7-8ECF5FB9F04D}" type="pres">
      <dgm:prSet presAssocID="{2EE8FEAB-14A5-4901-AE46-0FB6D2C903A1}" presName="linear" presStyleCnt="0">
        <dgm:presLayoutVars>
          <dgm:animLvl val="lvl"/>
          <dgm:resizeHandles val="exact"/>
        </dgm:presLayoutVars>
      </dgm:prSet>
      <dgm:spPr/>
    </dgm:pt>
    <dgm:pt modelId="{5E9E5696-66D5-45AF-9D01-1D388CC270FF}" type="pres">
      <dgm:prSet presAssocID="{64D1773A-BF53-42AE-BBED-2ACAD1B086F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1C46BF-99FA-4301-B11B-61E95074510C}" type="pres">
      <dgm:prSet presAssocID="{5A1B7AC7-A442-4A51-8114-C8B1AB58A5CF}" presName="spacer" presStyleCnt="0"/>
      <dgm:spPr/>
    </dgm:pt>
    <dgm:pt modelId="{EDCFBD9D-1AE3-4D0F-AB56-03C6353909D3}" type="pres">
      <dgm:prSet presAssocID="{7AF768C2-7B4E-47C5-B606-F112ED181E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BB1716-6388-42D3-86B2-87248B00C82E}" type="pres">
      <dgm:prSet presAssocID="{A13014D2-8D52-4531-B3DA-C73A7E7AE8EC}" presName="spacer" presStyleCnt="0"/>
      <dgm:spPr/>
    </dgm:pt>
    <dgm:pt modelId="{010A44B6-B2FC-48E5-8B82-155ABB5154FF}" type="pres">
      <dgm:prSet presAssocID="{A2C3E275-20FD-49BF-996E-7E57503400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7A352B3-A447-4841-A1FC-639FC54C79BB}" type="pres">
      <dgm:prSet presAssocID="{42D0EEF1-2E81-4B6B-8D89-EA26E22BEACF}" presName="spacer" presStyleCnt="0"/>
      <dgm:spPr/>
    </dgm:pt>
    <dgm:pt modelId="{F43BDE44-FE6F-498A-AC99-BF34FB439B78}" type="pres">
      <dgm:prSet presAssocID="{1428EDB9-ECD3-442B-BBA1-7302F8585A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5B84F18-9B8A-4A08-ACED-1C6100B6468A}" type="presOf" srcId="{7AF768C2-7B4E-47C5-B606-F112ED181EFF}" destId="{EDCFBD9D-1AE3-4D0F-AB56-03C6353909D3}" srcOrd="0" destOrd="0" presId="urn:microsoft.com/office/officeart/2005/8/layout/vList2"/>
    <dgm:cxn modelId="{500DE62B-9EEE-4A23-A7F3-CF2FCF994B5E}" type="presOf" srcId="{64D1773A-BF53-42AE-BBED-2ACAD1B086F3}" destId="{5E9E5696-66D5-45AF-9D01-1D388CC270FF}" srcOrd="0" destOrd="0" presId="urn:microsoft.com/office/officeart/2005/8/layout/vList2"/>
    <dgm:cxn modelId="{6318FE31-36DE-4C07-B475-612DA0B71222}" srcId="{2EE8FEAB-14A5-4901-AE46-0FB6D2C903A1}" destId="{7AF768C2-7B4E-47C5-B606-F112ED181EFF}" srcOrd="1" destOrd="0" parTransId="{E2B55904-A334-4A5E-9886-7500E7D82CEA}" sibTransId="{A13014D2-8D52-4531-B3DA-C73A7E7AE8EC}"/>
    <dgm:cxn modelId="{50241F8C-D1F8-4049-ABC3-96BDFCE6BDBB}" type="presOf" srcId="{2EE8FEAB-14A5-4901-AE46-0FB6D2C903A1}" destId="{E97308C5-CD0D-43FD-AFA7-8ECF5FB9F04D}" srcOrd="0" destOrd="0" presId="urn:microsoft.com/office/officeart/2005/8/layout/vList2"/>
    <dgm:cxn modelId="{CB73B89E-2DA5-4A56-AB6F-C14370684D74}" type="presOf" srcId="{A2C3E275-20FD-49BF-996E-7E57503400F2}" destId="{010A44B6-B2FC-48E5-8B82-155ABB5154FF}" srcOrd="0" destOrd="0" presId="urn:microsoft.com/office/officeart/2005/8/layout/vList2"/>
    <dgm:cxn modelId="{923878D4-8180-4C2E-B6E2-960BDDBD5479}" srcId="{2EE8FEAB-14A5-4901-AE46-0FB6D2C903A1}" destId="{64D1773A-BF53-42AE-BBED-2ACAD1B086F3}" srcOrd="0" destOrd="0" parTransId="{D6DE5CC5-91C1-461A-AEF0-8EA2F7121F81}" sibTransId="{5A1B7AC7-A442-4A51-8114-C8B1AB58A5CF}"/>
    <dgm:cxn modelId="{75E4CDDA-B21A-4112-9ED5-4A49D66D308B}" type="presOf" srcId="{1428EDB9-ECD3-442B-BBA1-7302F8585AA6}" destId="{F43BDE44-FE6F-498A-AC99-BF34FB439B78}" srcOrd="0" destOrd="0" presId="urn:microsoft.com/office/officeart/2005/8/layout/vList2"/>
    <dgm:cxn modelId="{40B8B6DF-DB81-47D0-8EDE-ECB6E5F01133}" srcId="{2EE8FEAB-14A5-4901-AE46-0FB6D2C903A1}" destId="{1428EDB9-ECD3-442B-BBA1-7302F8585AA6}" srcOrd="3" destOrd="0" parTransId="{52231C01-81B8-4282-B9D8-0C2A50058CF5}" sibTransId="{0A844605-CA4B-49E4-8D61-1AAC025BF986}"/>
    <dgm:cxn modelId="{CCE430E0-924A-4AA2-9307-126C21C3158E}" srcId="{2EE8FEAB-14A5-4901-AE46-0FB6D2C903A1}" destId="{A2C3E275-20FD-49BF-996E-7E57503400F2}" srcOrd="2" destOrd="0" parTransId="{B51A235D-4D5E-4A6E-98CB-6D13C9F91E0F}" sibTransId="{42D0EEF1-2E81-4B6B-8D89-EA26E22BEACF}"/>
    <dgm:cxn modelId="{3A6349EE-DF24-43AD-8565-71EFE343C05D}" type="presParOf" srcId="{E97308C5-CD0D-43FD-AFA7-8ECF5FB9F04D}" destId="{5E9E5696-66D5-45AF-9D01-1D388CC270FF}" srcOrd="0" destOrd="0" presId="urn:microsoft.com/office/officeart/2005/8/layout/vList2"/>
    <dgm:cxn modelId="{01AECA75-79FB-4CAC-B7BC-E2DC35BF2C95}" type="presParOf" srcId="{E97308C5-CD0D-43FD-AFA7-8ECF5FB9F04D}" destId="{D61C46BF-99FA-4301-B11B-61E95074510C}" srcOrd="1" destOrd="0" presId="urn:microsoft.com/office/officeart/2005/8/layout/vList2"/>
    <dgm:cxn modelId="{508ED7E7-8F3B-4781-A2D2-FA3C215D8BF5}" type="presParOf" srcId="{E97308C5-CD0D-43FD-AFA7-8ECF5FB9F04D}" destId="{EDCFBD9D-1AE3-4D0F-AB56-03C6353909D3}" srcOrd="2" destOrd="0" presId="urn:microsoft.com/office/officeart/2005/8/layout/vList2"/>
    <dgm:cxn modelId="{6FEB29D2-B6B6-439B-ABE3-3A4F1EE18B97}" type="presParOf" srcId="{E97308C5-CD0D-43FD-AFA7-8ECF5FB9F04D}" destId="{E0BB1716-6388-42D3-86B2-87248B00C82E}" srcOrd="3" destOrd="0" presId="urn:microsoft.com/office/officeart/2005/8/layout/vList2"/>
    <dgm:cxn modelId="{860BA616-4F0D-408B-904E-DF9A054C9F0F}" type="presParOf" srcId="{E97308C5-CD0D-43FD-AFA7-8ECF5FB9F04D}" destId="{010A44B6-B2FC-48E5-8B82-155ABB5154FF}" srcOrd="4" destOrd="0" presId="urn:microsoft.com/office/officeart/2005/8/layout/vList2"/>
    <dgm:cxn modelId="{9141B54F-EF5B-4CDC-B5EB-E8F10BC8BBD5}" type="presParOf" srcId="{E97308C5-CD0D-43FD-AFA7-8ECF5FB9F04D}" destId="{87A352B3-A447-4841-A1FC-639FC54C79BB}" srcOrd="5" destOrd="0" presId="urn:microsoft.com/office/officeart/2005/8/layout/vList2"/>
    <dgm:cxn modelId="{E6834885-834F-44A1-B837-DEB19544B04B}" type="presParOf" srcId="{E97308C5-CD0D-43FD-AFA7-8ECF5FB9F04D}" destId="{F43BDE44-FE6F-498A-AC99-BF34FB439B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AA34119-E7DA-4640-B9AE-C82FA12798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7C19CD-DCBD-4161-9B1D-ACA267E78C21}">
      <dgm:prSet/>
      <dgm:spPr/>
      <dgm:t>
        <a:bodyPr/>
        <a:lstStyle/>
        <a:p>
          <a:r>
            <a:rPr lang="ru-RU" b="0" i="0"/>
            <a:t>червня–липня 1943 р.</a:t>
          </a:r>
          <a:endParaRPr lang="uk-UA"/>
        </a:p>
      </dgm:t>
    </dgm:pt>
    <dgm:pt modelId="{5B6E2548-BDED-40B4-84C0-D8C09ED93081}" type="parTrans" cxnId="{98468174-F16D-4B0F-B3D9-5E0ACD67F81C}">
      <dgm:prSet/>
      <dgm:spPr/>
      <dgm:t>
        <a:bodyPr/>
        <a:lstStyle/>
        <a:p>
          <a:endParaRPr lang="uk-UA"/>
        </a:p>
      </dgm:t>
    </dgm:pt>
    <dgm:pt modelId="{F7CBA8BF-96CF-4D54-8368-0CED5D9AFD9C}" type="sibTrans" cxnId="{98468174-F16D-4B0F-B3D9-5E0ACD67F81C}">
      <dgm:prSet/>
      <dgm:spPr/>
      <dgm:t>
        <a:bodyPr/>
        <a:lstStyle/>
        <a:p>
          <a:endParaRPr lang="uk-UA"/>
        </a:p>
      </dgm:t>
    </dgm:pt>
    <dgm:pt modelId="{6F4F1F68-D6C5-48A9-A9FB-820C9A1C5C06}">
      <dgm:prSet/>
      <dgm:spPr/>
      <dgm:t>
        <a:bodyPr/>
        <a:lstStyle/>
        <a:p>
          <a:r>
            <a:rPr lang="ru-RU" b="0" i="0"/>
            <a:t>листопада–грудня 1943 р.</a:t>
          </a:r>
          <a:endParaRPr lang="uk-UA"/>
        </a:p>
      </dgm:t>
    </dgm:pt>
    <dgm:pt modelId="{5BFABE0B-A81F-44E8-A58C-386F7CDFE5E6}" type="parTrans" cxnId="{E9763BD8-40A8-4DD8-B7BB-4C0961C47BD4}">
      <dgm:prSet/>
      <dgm:spPr/>
      <dgm:t>
        <a:bodyPr/>
        <a:lstStyle/>
        <a:p>
          <a:endParaRPr lang="uk-UA"/>
        </a:p>
      </dgm:t>
    </dgm:pt>
    <dgm:pt modelId="{48853211-6909-4F53-AB13-70D7DF64F788}" type="sibTrans" cxnId="{E9763BD8-40A8-4DD8-B7BB-4C0961C47BD4}">
      <dgm:prSet/>
      <dgm:spPr/>
      <dgm:t>
        <a:bodyPr/>
        <a:lstStyle/>
        <a:p>
          <a:endParaRPr lang="uk-UA"/>
        </a:p>
      </dgm:t>
    </dgm:pt>
    <dgm:pt modelId="{1802D593-A5C2-4C1E-8955-CFD0CE77977E}">
      <dgm:prSet/>
      <dgm:spPr/>
      <dgm:t>
        <a:bodyPr/>
        <a:lstStyle/>
        <a:p>
          <a:r>
            <a:rPr lang="ru-RU" b="0" i="0"/>
            <a:t>січня–лютого 1944 р.</a:t>
          </a:r>
          <a:endParaRPr lang="uk-UA"/>
        </a:p>
      </dgm:t>
    </dgm:pt>
    <dgm:pt modelId="{5A4189FF-9677-416C-BB7F-1E79C0BA1539}" type="parTrans" cxnId="{CC82653D-C46C-4B74-9D34-F1F5B4AD180F}">
      <dgm:prSet/>
      <dgm:spPr/>
      <dgm:t>
        <a:bodyPr/>
        <a:lstStyle/>
        <a:p>
          <a:endParaRPr lang="uk-UA"/>
        </a:p>
      </dgm:t>
    </dgm:pt>
    <dgm:pt modelId="{80038A5F-F506-4364-A35C-088C0A3EEC93}" type="sibTrans" cxnId="{CC82653D-C46C-4B74-9D34-F1F5B4AD180F}">
      <dgm:prSet/>
      <dgm:spPr/>
      <dgm:t>
        <a:bodyPr/>
        <a:lstStyle/>
        <a:p>
          <a:endParaRPr lang="uk-UA"/>
        </a:p>
      </dgm:t>
    </dgm:pt>
    <dgm:pt modelId="{E70F149A-B32F-462A-8D5B-D0847A394A6D}">
      <dgm:prSet/>
      <dgm:spPr/>
      <dgm:t>
        <a:bodyPr/>
        <a:lstStyle/>
        <a:p>
          <a:r>
            <a:rPr lang="ru-RU" b="0" i="0"/>
            <a:t>квітня–травня 1944 р.</a:t>
          </a:r>
          <a:endParaRPr lang="uk-UA"/>
        </a:p>
      </dgm:t>
    </dgm:pt>
    <dgm:pt modelId="{53FC0B5A-A92D-4E79-AA2A-138A979D0F0A}" type="parTrans" cxnId="{91BC96C4-195D-43CE-B1B9-D43DE6945FE4}">
      <dgm:prSet/>
      <dgm:spPr/>
      <dgm:t>
        <a:bodyPr/>
        <a:lstStyle/>
        <a:p>
          <a:endParaRPr lang="uk-UA"/>
        </a:p>
      </dgm:t>
    </dgm:pt>
    <dgm:pt modelId="{1DEB3A1D-C756-41CA-8196-9C509B123DA8}" type="sibTrans" cxnId="{91BC96C4-195D-43CE-B1B9-D43DE6945FE4}">
      <dgm:prSet/>
      <dgm:spPr/>
      <dgm:t>
        <a:bodyPr/>
        <a:lstStyle/>
        <a:p>
          <a:endParaRPr lang="uk-UA"/>
        </a:p>
      </dgm:t>
    </dgm:pt>
    <dgm:pt modelId="{AB3B2841-B1F6-468A-BF9B-2839C2ECB046}" type="pres">
      <dgm:prSet presAssocID="{9AA34119-E7DA-4640-B9AE-C82FA1279862}" presName="linear" presStyleCnt="0">
        <dgm:presLayoutVars>
          <dgm:animLvl val="lvl"/>
          <dgm:resizeHandles val="exact"/>
        </dgm:presLayoutVars>
      </dgm:prSet>
      <dgm:spPr/>
    </dgm:pt>
    <dgm:pt modelId="{F00E05D5-8889-4E48-B063-638AB50D42A6}" type="pres">
      <dgm:prSet presAssocID="{B17C19CD-DCBD-4161-9B1D-ACA267E78C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60F0EB-393A-4D0E-9639-7FC2382D2B9B}" type="pres">
      <dgm:prSet presAssocID="{F7CBA8BF-96CF-4D54-8368-0CED5D9AFD9C}" presName="spacer" presStyleCnt="0"/>
      <dgm:spPr/>
    </dgm:pt>
    <dgm:pt modelId="{0DF37A10-B440-4996-8219-3F4A6A383A8F}" type="pres">
      <dgm:prSet presAssocID="{6F4F1F68-D6C5-48A9-A9FB-820C9A1C5C0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AC9BA1-212E-4C29-BE0C-4C07080B1F68}" type="pres">
      <dgm:prSet presAssocID="{48853211-6909-4F53-AB13-70D7DF64F788}" presName="spacer" presStyleCnt="0"/>
      <dgm:spPr/>
    </dgm:pt>
    <dgm:pt modelId="{0B361AB0-212E-4D7C-A8CE-E7326383A1D2}" type="pres">
      <dgm:prSet presAssocID="{1802D593-A5C2-4C1E-8955-CFD0CE7797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D1A3FC-E56F-4C4C-ADA1-C51AE25A3F02}" type="pres">
      <dgm:prSet presAssocID="{80038A5F-F506-4364-A35C-088C0A3EEC93}" presName="spacer" presStyleCnt="0"/>
      <dgm:spPr/>
    </dgm:pt>
    <dgm:pt modelId="{E37A2370-CC02-4B95-9B74-81E7C38E90A3}" type="pres">
      <dgm:prSet presAssocID="{E70F149A-B32F-462A-8D5B-D0847A394A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C4BC009-4467-429F-8C0D-99C4C643402A}" type="presOf" srcId="{B17C19CD-DCBD-4161-9B1D-ACA267E78C21}" destId="{F00E05D5-8889-4E48-B063-638AB50D42A6}" srcOrd="0" destOrd="0" presId="urn:microsoft.com/office/officeart/2005/8/layout/vList2"/>
    <dgm:cxn modelId="{35F57916-DA60-4766-9B37-92DF6432AF5B}" type="presOf" srcId="{1802D593-A5C2-4C1E-8955-CFD0CE77977E}" destId="{0B361AB0-212E-4D7C-A8CE-E7326383A1D2}" srcOrd="0" destOrd="0" presId="urn:microsoft.com/office/officeart/2005/8/layout/vList2"/>
    <dgm:cxn modelId="{CC82653D-C46C-4B74-9D34-F1F5B4AD180F}" srcId="{9AA34119-E7DA-4640-B9AE-C82FA1279862}" destId="{1802D593-A5C2-4C1E-8955-CFD0CE77977E}" srcOrd="2" destOrd="0" parTransId="{5A4189FF-9677-416C-BB7F-1E79C0BA1539}" sibTransId="{80038A5F-F506-4364-A35C-088C0A3EEC93}"/>
    <dgm:cxn modelId="{50BFE46D-8423-44AF-AA8F-48EAECFCC7D1}" type="presOf" srcId="{6F4F1F68-D6C5-48A9-A9FB-820C9A1C5C06}" destId="{0DF37A10-B440-4996-8219-3F4A6A383A8F}" srcOrd="0" destOrd="0" presId="urn:microsoft.com/office/officeart/2005/8/layout/vList2"/>
    <dgm:cxn modelId="{98468174-F16D-4B0F-B3D9-5E0ACD67F81C}" srcId="{9AA34119-E7DA-4640-B9AE-C82FA1279862}" destId="{B17C19CD-DCBD-4161-9B1D-ACA267E78C21}" srcOrd="0" destOrd="0" parTransId="{5B6E2548-BDED-40B4-84C0-D8C09ED93081}" sibTransId="{F7CBA8BF-96CF-4D54-8368-0CED5D9AFD9C}"/>
    <dgm:cxn modelId="{9FCF3855-0BB1-4519-860F-2D33EB353990}" type="presOf" srcId="{E70F149A-B32F-462A-8D5B-D0847A394A6D}" destId="{E37A2370-CC02-4B95-9B74-81E7C38E90A3}" srcOrd="0" destOrd="0" presId="urn:microsoft.com/office/officeart/2005/8/layout/vList2"/>
    <dgm:cxn modelId="{13EB0E7A-5314-4A23-A80B-9BF0F7BCFB9C}" type="presOf" srcId="{9AA34119-E7DA-4640-B9AE-C82FA1279862}" destId="{AB3B2841-B1F6-468A-BF9B-2839C2ECB046}" srcOrd="0" destOrd="0" presId="urn:microsoft.com/office/officeart/2005/8/layout/vList2"/>
    <dgm:cxn modelId="{91BC96C4-195D-43CE-B1B9-D43DE6945FE4}" srcId="{9AA34119-E7DA-4640-B9AE-C82FA1279862}" destId="{E70F149A-B32F-462A-8D5B-D0847A394A6D}" srcOrd="3" destOrd="0" parTransId="{53FC0B5A-A92D-4E79-AA2A-138A979D0F0A}" sibTransId="{1DEB3A1D-C756-41CA-8196-9C509B123DA8}"/>
    <dgm:cxn modelId="{E9763BD8-40A8-4DD8-B7BB-4C0961C47BD4}" srcId="{9AA34119-E7DA-4640-B9AE-C82FA1279862}" destId="{6F4F1F68-D6C5-48A9-A9FB-820C9A1C5C06}" srcOrd="1" destOrd="0" parTransId="{5BFABE0B-A81F-44E8-A58C-386F7CDFE5E6}" sibTransId="{48853211-6909-4F53-AB13-70D7DF64F788}"/>
    <dgm:cxn modelId="{1139174B-AF44-44AF-88A3-462FD51330EA}" type="presParOf" srcId="{AB3B2841-B1F6-468A-BF9B-2839C2ECB046}" destId="{F00E05D5-8889-4E48-B063-638AB50D42A6}" srcOrd="0" destOrd="0" presId="urn:microsoft.com/office/officeart/2005/8/layout/vList2"/>
    <dgm:cxn modelId="{A97A553F-65E7-437E-A028-2B57ECAA6228}" type="presParOf" srcId="{AB3B2841-B1F6-468A-BF9B-2839C2ECB046}" destId="{DB60F0EB-393A-4D0E-9639-7FC2382D2B9B}" srcOrd="1" destOrd="0" presId="urn:microsoft.com/office/officeart/2005/8/layout/vList2"/>
    <dgm:cxn modelId="{93DF3468-4388-4E1B-9DDA-6AF02D78E251}" type="presParOf" srcId="{AB3B2841-B1F6-468A-BF9B-2839C2ECB046}" destId="{0DF37A10-B440-4996-8219-3F4A6A383A8F}" srcOrd="2" destOrd="0" presId="urn:microsoft.com/office/officeart/2005/8/layout/vList2"/>
    <dgm:cxn modelId="{211D3BC1-5D02-47AE-BE14-AAD89BE331EA}" type="presParOf" srcId="{AB3B2841-B1F6-468A-BF9B-2839C2ECB046}" destId="{98AC9BA1-212E-4C29-BE0C-4C07080B1F68}" srcOrd="3" destOrd="0" presId="urn:microsoft.com/office/officeart/2005/8/layout/vList2"/>
    <dgm:cxn modelId="{211D2152-8388-42BD-8E1C-D6B2C24C197D}" type="presParOf" srcId="{AB3B2841-B1F6-468A-BF9B-2839C2ECB046}" destId="{0B361AB0-212E-4D7C-A8CE-E7326383A1D2}" srcOrd="4" destOrd="0" presId="urn:microsoft.com/office/officeart/2005/8/layout/vList2"/>
    <dgm:cxn modelId="{FCB5D637-EDBD-4A39-9C5C-E295B8413E70}" type="presParOf" srcId="{AB3B2841-B1F6-468A-BF9B-2839C2ECB046}" destId="{AAD1A3FC-E56F-4C4C-ADA1-C51AE25A3F02}" srcOrd="5" destOrd="0" presId="urn:microsoft.com/office/officeart/2005/8/layout/vList2"/>
    <dgm:cxn modelId="{BA533621-8E7B-4D02-815A-1FBC4B0A629C}" type="presParOf" srcId="{AB3B2841-B1F6-468A-BF9B-2839C2ECB046}" destId="{E37A2370-CC02-4B95-9B74-81E7C38E90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4A4A9371-9B2D-4739-92C8-961D1A0D7A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15141DE-A9C2-430F-B65E-1349F1F36D99}">
      <dgm:prSet/>
      <dgm:spPr/>
      <dgm:t>
        <a:bodyPr/>
        <a:lstStyle/>
        <a:p>
          <a:r>
            <a:rPr lang="uk-UA" b="0" i="0"/>
            <a:t>битви за Дніпро.</a:t>
          </a:r>
          <a:endParaRPr lang="uk-UA"/>
        </a:p>
      </dgm:t>
    </dgm:pt>
    <dgm:pt modelId="{C7824A66-B8AF-4E86-A947-733D45339B3F}" type="parTrans" cxnId="{4E09CABD-5BC3-4218-B50D-47AC8C1E579F}">
      <dgm:prSet/>
      <dgm:spPr/>
      <dgm:t>
        <a:bodyPr/>
        <a:lstStyle/>
        <a:p>
          <a:endParaRPr lang="uk-UA"/>
        </a:p>
      </dgm:t>
    </dgm:pt>
    <dgm:pt modelId="{AF3DFE6D-E546-4B52-B905-503924EC0B87}" type="sibTrans" cxnId="{4E09CABD-5BC3-4218-B50D-47AC8C1E579F}">
      <dgm:prSet/>
      <dgm:spPr/>
      <dgm:t>
        <a:bodyPr/>
        <a:lstStyle/>
        <a:p>
          <a:endParaRPr lang="uk-UA"/>
        </a:p>
      </dgm:t>
    </dgm:pt>
    <dgm:pt modelId="{411A9EB2-C8B6-474A-88DB-DA4AFACAFAB6}">
      <dgm:prSet/>
      <dgm:spPr/>
      <dgm:t>
        <a:bodyPr/>
        <a:lstStyle/>
        <a:p>
          <a:r>
            <a:rPr lang="uk-UA" b="0" i="0"/>
            <a:t>Корсунь-Шевченківської операції.</a:t>
          </a:r>
          <a:endParaRPr lang="uk-UA"/>
        </a:p>
      </dgm:t>
    </dgm:pt>
    <dgm:pt modelId="{5AA64AC2-0A99-4420-9131-31696C47D414}" type="parTrans" cxnId="{5688BE9B-8FD1-4C49-B45C-1BE03B5DE917}">
      <dgm:prSet/>
      <dgm:spPr/>
      <dgm:t>
        <a:bodyPr/>
        <a:lstStyle/>
        <a:p>
          <a:endParaRPr lang="uk-UA"/>
        </a:p>
      </dgm:t>
    </dgm:pt>
    <dgm:pt modelId="{1254233D-C18A-4FC8-860B-EC9E9373BBFF}" type="sibTrans" cxnId="{5688BE9B-8FD1-4C49-B45C-1BE03B5DE917}">
      <dgm:prSet/>
      <dgm:spPr/>
      <dgm:t>
        <a:bodyPr/>
        <a:lstStyle/>
        <a:p>
          <a:endParaRPr lang="uk-UA"/>
        </a:p>
      </dgm:t>
    </dgm:pt>
    <dgm:pt modelId="{C8407224-4782-4754-8125-96547F38E5F6}">
      <dgm:prSet/>
      <dgm:spPr/>
      <dgm:t>
        <a:bodyPr/>
        <a:lstStyle/>
        <a:p>
          <a:r>
            <a:rPr lang="uk-UA" b="0" i="0"/>
            <a:t>Львівсько-Сандомирської операції.</a:t>
          </a:r>
          <a:endParaRPr lang="uk-UA"/>
        </a:p>
      </dgm:t>
    </dgm:pt>
    <dgm:pt modelId="{49EF0B5A-805E-4E01-86E7-C7D8A1CACD68}" type="parTrans" cxnId="{CB08CC2F-2D17-45A4-9C6C-E02BE238C843}">
      <dgm:prSet/>
      <dgm:spPr/>
      <dgm:t>
        <a:bodyPr/>
        <a:lstStyle/>
        <a:p>
          <a:endParaRPr lang="uk-UA"/>
        </a:p>
      </dgm:t>
    </dgm:pt>
    <dgm:pt modelId="{1203AD49-76B2-4A0E-9D38-2DF77F99D46D}" type="sibTrans" cxnId="{CB08CC2F-2D17-45A4-9C6C-E02BE238C843}">
      <dgm:prSet/>
      <dgm:spPr/>
      <dgm:t>
        <a:bodyPr/>
        <a:lstStyle/>
        <a:p>
          <a:endParaRPr lang="uk-UA"/>
        </a:p>
      </dgm:t>
    </dgm:pt>
    <dgm:pt modelId="{C4E875D8-A478-4D6E-AC02-330DB1FE9319}">
      <dgm:prSet/>
      <dgm:spPr/>
      <dgm:t>
        <a:bodyPr/>
        <a:lstStyle/>
        <a:p>
          <a:r>
            <a:rPr lang="uk-UA" b="0" i="0"/>
            <a:t>Карпатсько-Ужгородської операції.</a:t>
          </a:r>
          <a:endParaRPr lang="uk-UA"/>
        </a:p>
      </dgm:t>
    </dgm:pt>
    <dgm:pt modelId="{FC390650-72F5-4CAE-BA92-5B905F66F9B8}" type="parTrans" cxnId="{3E8FC849-2B16-4819-9570-BF5C2B92CDD3}">
      <dgm:prSet/>
      <dgm:spPr/>
      <dgm:t>
        <a:bodyPr/>
        <a:lstStyle/>
        <a:p>
          <a:endParaRPr lang="uk-UA"/>
        </a:p>
      </dgm:t>
    </dgm:pt>
    <dgm:pt modelId="{B364AE1A-4B03-47F9-B0EB-BB3002307787}" type="sibTrans" cxnId="{3E8FC849-2B16-4819-9570-BF5C2B92CDD3}">
      <dgm:prSet/>
      <dgm:spPr/>
      <dgm:t>
        <a:bodyPr/>
        <a:lstStyle/>
        <a:p>
          <a:endParaRPr lang="uk-UA"/>
        </a:p>
      </dgm:t>
    </dgm:pt>
    <dgm:pt modelId="{D15EF441-4E33-4C95-8131-0D9E7ECD188E}" type="pres">
      <dgm:prSet presAssocID="{4A4A9371-9B2D-4739-92C8-961D1A0D7A41}" presName="linear" presStyleCnt="0">
        <dgm:presLayoutVars>
          <dgm:animLvl val="lvl"/>
          <dgm:resizeHandles val="exact"/>
        </dgm:presLayoutVars>
      </dgm:prSet>
      <dgm:spPr/>
    </dgm:pt>
    <dgm:pt modelId="{64EDAC80-A1ED-456A-BD7D-D18464AC893A}" type="pres">
      <dgm:prSet presAssocID="{315141DE-A9C2-430F-B65E-1349F1F36D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46EF41B-264B-4835-8FB5-8CCA8C007DEE}" type="pres">
      <dgm:prSet presAssocID="{AF3DFE6D-E546-4B52-B905-503924EC0B87}" presName="spacer" presStyleCnt="0"/>
      <dgm:spPr/>
    </dgm:pt>
    <dgm:pt modelId="{2DE15A52-EA15-470A-A20D-A2CDF415711F}" type="pres">
      <dgm:prSet presAssocID="{411A9EB2-C8B6-474A-88DB-DA4AFACAFAB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6A4410-1C65-49B6-9209-F45836D87488}" type="pres">
      <dgm:prSet presAssocID="{1254233D-C18A-4FC8-860B-EC9E9373BBFF}" presName="spacer" presStyleCnt="0"/>
      <dgm:spPr/>
    </dgm:pt>
    <dgm:pt modelId="{1BB16E33-8265-4406-A81A-BFC1F1C8C539}" type="pres">
      <dgm:prSet presAssocID="{C8407224-4782-4754-8125-96547F38E5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3073EA-A49F-4412-90A3-AAA60BD53FD5}" type="pres">
      <dgm:prSet presAssocID="{1203AD49-76B2-4A0E-9D38-2DF77F99D46D}" presName="spacer" presStyleCnt="0"/>
      <dgm:spPr/>
    </dgm:pt>
    <dgm:pt modelId="{671B1023-D99E-41C2-BAD0-3207629FF5DA}" type="pres">
      <dgm:prSet presAssocID="{C4E875D8-A478-4D6E-AC02-330DB1FE931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B08CC2F-2D17-45A4-9C6C-E02BE238C843}" srcId="{4A4A9371-9B2D-4739-92C8-961D1A0D7A41}" destId="{C8407224-4782-4754-8125-96547F38E5F6}" srcOrd="2" destOrd="0" parTransId="{49EF0B5A-805E-4E01-86E7-C7D8A1CACD68}" sibTransId="{1203AD49-76B2-4A0E-9D38-2DF77F99D46D}"/>
    <dgm:cxn modelId="{80368A43-CEB3-47AE-96EA-5584844B016D}" type="presOf" srcId="{411A9EB2-C8B6-474A-88DB-DA4AFACAFAB6}" destId="{2DE15A52-EA15-470A-A20D-A2CDF415711F}" srcOrd="0" destOrd="0" presId="urn:microsoft.com/office/officeart/2005/8/layout/vList2"/>
    <dgm:cxn modelId="{3E8FC849-2B16-4819-9570-BF5C2B92CDD3}" srcId="{4A4A9371-9B2D-4739-92C8-961D1A0D7A41}" destId="{C4E875D8-A478-4D6E-AC02-330DB1FE9319}" srcOrd="3" destOrd="0" parTransId="{FC390650-72F5-4CAE-BA92-5B905F66F9B8}" sibTransId="{B364AE1A-4B03-47F9-B0EB-BB3002307787}"/>
    <dgm:cxn modelId="{E6B6D78B-D67B-4BE0-8326-596CC0D48B1E}" type="presOf" srcId="{C8407224-4782-4754-8125-96547F38E5F6}" destId="{1BB16E33-8265-4406-A81A-BFC1F1C8C539}" srcOrd="0" destOrd="0" presId="urn:microsoft.com/office/officeart/2005/8/layout/vList2"/>
    <dgm:cxn modelId="{5688BE9B-8FD1-4C49-B45C-1BE03B5DE917}" srcId="{4A4A9371-9B2D-4739-92C8-961D1A0D7A41}" destId="{411A9EB2-C8B6-474A-88DB-DA4AFACAFAB6}" srcOrd="1" destOrd="0" parTransId="{5AA64AC2-0A99-4420-9131-31696C47D414}" sibTransId="{1254233D-C18A-4FC8-860B-EC9E9373BBFF}"/>
    <dgm:cxn modelId="{23D8A7A4-C152-4245-A6BB-9C4A93B5E9B6}" type="presOf" srcId="{4A4A9371-9B2D-4739-92C8-961D1A0D7A41}" destId="{D15EF441-4E33-4C95-8131-0D9E7ECD188E}" srcOrd="0" destOrd="0" presId="urn:microsoft.com/office/officeart/2005/8/layout/vList2"/>
    <dgm:cxn modelId="{0ABDF7AF-5989-438B-AE91-0C84DD607D4A}" type="presOf" srcId="{C4E875D8-A478-4D6E-AC02-330DB1FE9319}" destId="{671B1023-D99E-41C2-BAD0-3207629FF5DA}" srcOrd="0" destOrd="0" presId="urn:microsoft.com/office/officeart/2005/8/layout/vList2"/>
    <dgm:cxn modelId="{4E09CABD-5BC3-4218-B50D-47AC8C1E579F}" srcId="{4A4A9371-9B2D-4739-92C8-961D1A0D7A41}" destId="{315141DE-A9C2-430F-B65E-1349F1F36D99}" srcOrd="0" destOrd="0" parTransId="{C7824A66-B8AF-4E86-A947-733D45339B3F}" sibTransId="{AF3DFE6D-E546-4B52-B905-503924EC0B87}"/>
    <dgm:cxn modelId="{630B56C4-1B7B-4661-AAF2-3361A149543E}" type="presOf" srcId="{315141DE-A9C2-430F-B65E-1349F1F36D99}" destId="{64EDAC80-A1ED-456A-BD7D-D18464AC893A}" srcOrd="0" destOrd="0" presId="urn:microsoft.com/office/officeart/2005/8/layout/vList2"/>
    <dgm:cxn modelId="{D679C894-E498-4544-AB12-B48ABC756185}" type="presParOf" srcId="{D15EF441-4E33-4C95-8131-0D9E7ECD188E}" destId="{64EDAC80-A1ED-456A-BD7D-D18464AC893A}" srcOrd="0" destOrd="0" presId="urn:microsoft.com/office/officeart/2005/8/layout/vList2"/>
    <dgm:cxn modelId="{C0570C5C-9DA3-430F-8229-ACD6FDBE362F}" type="presParOf" srcId="{D15EF441-4E33-4C95-8131-0D9E7ECD188E}" destId="{246EF41B-264B-4835-8FB5-8CCA8C007DEE}" srcOrd="1" destOrd="0" presId="urn:microsoft.com/office/officeart/2005/8/layout/vList2"/>
    <dgm:cxn modelId="{8CC5D2D9-905C-4164-B6B6-3CFE7BD221A8}" type="presParOf" srcId="{D15EF441-4E33-4C95-8131-0D9E7ECD188E}" destId="{2DE15A52-EA15-470A-A20D-A2CDF415711F}" srcOrd="2" destOrd="0" presId="urn:microsoft.com/office/officeart/2005/8/layout/vList2"/>
    <dgm:cxn modelId="{55A08C7D-9B2D-4F8A-93D6-9C9439771362}" type="presParOf" srcId="{D15EF441-4E33-4C95-8131-0D9E7ECD188E}" destId="{386A4410-1C65-49B6-9209-F45836D87488}" srcOrd="3" destOrd="0" presId="urn:microsoft.com/office/officeart/2005/8/layout/vList2"/>
    <dgm:cxn modelId="{BBE0EC46-8C9E-4934-891E-2B579DFD2427}" type="presParOf" srcId="{D15EF441-4E33-4C95-8131-0D9E7ECD188E}" destId="{1BB16E33-8265-4406-A81A-BFC1F1C8C539}" srcOrd="4" destOrd="0" presId="urn:microsoft.com/office/officeart/2005/8/layout/vList2"/>
    <dgm:cxn modelId="{886FC69B-5914-406A-9130-243526B65CFF}" type="presParOf" srcId="{D15EF441-4E33-4C95-8131-0D9E7ECD188E}" destId="{DF3073EA-A49F-4412-90A3-AAA60BD53FD5}" srcOrd="5" destOrd="0" presId="urn:microsoft.com/office/officeart/2005/8/layout/vList2"/>
    <dgm:cxn modelId="{7520737A-61D4-4F6D-AFC7-402B236208B4}" type="presParOf" srcId="{D15EF441-4E33-4C95-8131-0D9E7ECD188E}" destId="{671B1023-D99E-41C2-BAD0-3207629FF5D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BDA94954-89DB-4D02-A373-547398AC50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96D4BB-7D5C-4462-B1CE-C85D3FD2E1DC}">
      <dgm:prSet/>
      <dgm:spPr/>
      <dgm:t>
        <a:bodyPr/>
        <a:lstStyle/>
        <a:p>
          <a:r>
            <a:rPr lang="uk-UA" b="0" i="0"/>
            <a:t>Остаточна окупація території України військами Німеччини та її союзників.</a:t>
          </a:r>
          <a:endParaRPr lang="uk-UA"/>
        </a:p>
      </dgm:t>
    </dgm:pt>
    <dgm:pt modelId="{6104D613-F74B-4CD7-85C9-4F498986CCAA}" type="parTrans" cxnId="{8CB4FC8F-AC38-47AF-9305-EE9E96F40A5D}">
      <dgm:prSet/>
      <dgm:spPr/>
      <dgm:t>
        <a:bodyPr/>
        <a:lstStyle/>
        <a:p>
          <a:endParaRPr lang="uk-UA"/>
        </a:p>
      </dgm:t>
    </dgm:pt>
    <dgm:pt modelId="{FCDAA049-3165-4A3D-AAD0-7823CB540A0E}" type="sibTrans" cxnId="{8CB4FC8F-AC38-47AF-9305-EE9E96F40A5D}">
      <dgm:prSet/>
      <dgm:spPr/>
      <dgm:t>
        <a:bodyPr/>
        <a:lstStyle/>
        <a:p>
          <a:endParaRPr lang="uk-UA"/>
        </a:p>
      </dgm:t>
    </dgm:pt>
    <dgm:pt modelId="{C1C1114E-B43B-4AFA-98CA-5507FBCE5DA8}">
      <dgm:prSet/>
      <dgm:spPr/>
      <dgm:t>
        <a:bodyPr/>
        <a:lstStyle/>
        <a:p>
          <a:r>
            <a:rPr lang="uk-UA" b="0" i="0"/>
            <a:t>Проведення радянськими військами Кримської наступальної операції.</a:t>
          </a:r>
          <a:endParaRPr lang="uk-UA"/>
        </a:p>
      </dgm:t>
    </dgm:pt>
    <dgm:pt modelId="{DC881C94-73C3-4700-88F4-E7431986B520}" type="parTrans" cxnId="{23337B57-E971-4177-AC75-0E34F7BB78AE}">
      <dgm:prSet/>
      <dgm:spPr/>
      <dgm:t>
        <a:bodyPr/>
        <a:lstStyle/>
        <a:p>
          <a:endParaRPr lang="uk-UA"/>
        </a:p>
      </dgm:t>
    </dgm:pt>
    <dgm:pt modelId="{7D7C1943-C67B-4317-84C4-517CDCDF758F}" type="sibTrans" cxnId="{23337B57-E971-4177-AC75-0E34F7BB78AE}">
      <dgm:prSet/>
      <dgm:spPr/>
      <dgm:t>
        <a:bodyPr/>
        <a:lstStyle/>
        <a:p>
          <a:endParaRPr lang="uk-UA"/>
        </a:p>
      </dgm:t>
    </dgm:pt>
    <dgm:pt modelId="{903467BE-EE54-4EF4-B232-EC35BC4CDF65}">
      <dgm:prSet/>
      <dgm:spPr/>
      <dgm:t>
        <a:bodyPr/>
        <a:lstStyle/>
        <a:p>
          <a:r>
            <a:rPr lang="uk-UA" b="0" i="0"/>
            <a:t>Визволення Києва.</a:t>
          </a:r>
          <a:endParaRPr lang="uk-UA"/>
        </a:p>
      </dgm:t>
    </dgm:pt>
    <dgm:pt modelId="{4BF16ECA-616D-4AB0-8FCB-20EDD016E2C5}" type="parTrans" cxnId="{197F3813-E689-4192-916F-5D27068A08CD}">
      <dgm:prSet/>
      <dgm:spPr/>
      <dgm:t>
        <a:bodyPr/>
        <a:lstStyle/>
        <a:p>
          <a:endParaRPr lang="uk-UA"/>
        </a:p>
      </dgm:t>
    </dgm:pt>
    <dgm:pt modelId="{7CB68837-2098-4F79-821B-BBCD80640D50}" type="sibTrans" cxnId="{197F3813-E689-4192-916F-5D27068A08CD}">
      <dgm:prSet/>
      <dgm:spPr/>
      <dgm:t>
        <a:bodyPr/>
        <a:lstStyle/>
        <a:p>
          <a:endParaRPr lang="uk-UA"/>
        </a:p>
      </dgm:t>
    </dgm:pt>
    <dgm:pt modelId="{BC68A279-0886-4146-A2B5-BD456226CC08}" type="pres">
      <dgm:prSet presAssocID="{BDA94954-89DB-4D02-A373-547398AC508D}" presName="linear" presStyleCnt="0">
        <dgm:presLayoutVars>
          <dgm:animLvl val="lvl"/>
          <dgm:resizeHandles val="exact"/>
        </dgm:presLayoutVars>
      </dgm:prSet>
      <dgm:spPr/>
    </dgm:pt>
    <dgm:pt modelId="{1C9BAC1C-D413-4634-913D-7DF47EC96DAB}" type="pres">
      <dgm:prSet presAssocID="{1F96D4BB-7D5C-4462-B1CE-C85D3FD2E1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31680FE-0051-40AE-8CB6-FBE3B153BB61}" type="pres">
      <dgm:prSet presAssocID="{FCDAA049-3165-4A3D-AAD0-7823CB540A0E}" presName="spacer" presStyleCnt="0"/>
      <dgm:spPr/>
    </dgm:pt>
    <dgm:pt modelId="{623297B9-EEE7-41B9-AEF0-DF10FBD7E95E}" type="pres">
      <dgm:prSet presAssocID="{C1C1114E-B43B-4AFA-98CA-5507FBCE5D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F0BE273-13C9-49B6-810F-351A8D573370}" type="pres">
      <dgm:prSet presAssocID="{7D7C1943-C67B-4317-84C4-517CDCDF758F}" presName="spacer" presStyleCnt="0"/>
      <dgm:spPr/>
    </dgm:pt>
    <dgm:pt modelId="{50D6FF35-D45B-4412-A68F-407BCF331ADA}" type="pres">
      <dgm:prSet presAssocID="{903467BE-EE54-4EF4-B232-EC35BC4CDF6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97F3813-E689-4192-916F-5D27068A08CD}" srcId="{BDA94954-89DB-4D02-A373-547398AC508D}" destId="{903467BE-EE54-4EF4-B232-EC35BC4CDF65}" srcOrd="2" destOrd="0" parTransId="{4BF16ECA-616D-4AB0-8FCB-20EDD016E2C5}" sibTransId="{7CB68837-2098-4F79-821B-BBCD80640D50}"/>
    <dgm:cxn modelId="{EE3C7C3D-DF3F-48A7-A910-34D60AF8DE1E}" type="presOf" srcId="{903467BE-EE54-4EF4-B232-EC35BC4CDF65}" destId="{50D6FF35-D45B-4412-A68F-407BCF331ADA}" srcOrd="0" destOrd="0" presId="urn:microsoft.com/office/officeart/2005/8/layout/vList2"/>
    <dgm:cxn modelId="{7C91823E-708F-46F8-B1BA-9F7B846B60CB}" type="presOf" srcId="{BDA94954-89DB-4D02-A373-547398AC508D}" destId="{BC68A279-0886-4146-A2B5-BD456226CC08}" srcOrd="0" destOrd="0" presId="urn:microsoft.com/office/officeart/2005/8/layout/vList2"/>
    <dgm:cxn modelId="{DEC2B13E-3EBC-40CA-9376-BA7FA9E89B39}" type="presOf" srcId="{C1C1114E-B43B-4AFA-98CA-5507FBCE5DA8}" destId="{623297B9-EEE7-41B9-AEF0-DF10FBD7E95E}" srcOrd="0" destOrd="0" presId="urn:microsoft.com/office/officeart/2005/8/layout/vList2"/>
    <dgm:cxn modelId="{23337B57-E971-4177-AC75-0E34F7BB78AE}" srcId="{BDA94954-89DB-4D02-A373-547398AC508D}" destId="{C1C1114E-B43B-4AFA-98CA-5507FBCE5DA8}" srcOrd="1" destOrd="0" parTransId="{DC881C94-73C3-4700-88F4-E7431986B520}" sibTransId="{7D7C1943-C67B-4317-84C4-517CDCDF758F}"/>
    <dgm:cxn modelId="{8CB4FC8F-AC38-47AF-9305-EE9E96F40A5D}" srcId="{BDA94954-89DB-4D02-A373-547398AC508D}" destId="{1F96D4BB-7D5C-4462-B1CE-C85D3FD2E1DC}" srcOrd="0" destOrd="0" parTransId="{6104D613-F74B-4CD7-85C9-4F498986CCAA}" sibTransId="{FCDAA049-3165-4A3D-AAD0-7823CB540A0E}"/>
    <dgm:cxn modelId="{BBE274D9-624F-4FE2-BA96-37DFC7B124B9}" type="presOf" srcId="{1F96D4BB-7D5C-4462-B1CE-C85D3FD2E1DC}" destId="{1C9BAC1C-D413-4634-913D-7DF47EC96DAB}" srcOrd="0" destOrd="0" presId="urn:microsoft.com/office/officeart/2005/8/layout/vList2"/>
    <dgm:cxn modelId="{DDDCF6E0-2CB5-4F9E-8D21-CF5E438EF8BC}" type="presParOf" srcId="{BC68A279-0886-4146-A2B5-BD456226CC08}" destId="{1C9BAC1C-D413-4634-913D-7DF47EC96DAB}" srcOrd="0" destOrd="0" presId="urn:microsoft.com/office/officeart/2005/8/layout/vList2"/>
    <dgm:cxn modelId="{3E6D83EF-C135-4C96-A792-9B59D175AA5F}" type="presParOf" srcId="{BC68A279-0886-4146-A2B5-BD456226CC08}" destId="{231680FE-0051-40AE-8CB6-FBE3B153BB61}" srcOrd="1" destOrd="0" presId="urn:microsoft.com/office/officeart/2005/8/layout/vList2"/>
    <dgm:cxn modelId="{B5E4F005-E2EB-477A-9078-CA977CD82E01}" type="presParOf" srcId="{BC68A279-0886-4146-A2B5-BD456226CC08}" destId="{623297B9-EEE7-41B9-AEF0-DF10FBD7E95E}" srcOrd="2" destOrd="0" presId="urn:microsoft.com/office/officeart/2005/8/layout/vList2"/>
    <dgm:cxn modelId="{B4509C5A-46F6-4EA7-8FEC-D737E1870BBD}" type="presParOf" srcId="{BC68A279-0886-4146-A2B5-BD456226CC08}" destId="{AF0BE273-13C9-49B6-810F-351A8D573370}" srcOrd="3" destOrd="0" presId="urn:microsoft.com/office/officeart/2005/8/layout/vList2"/>
    <dgm:cxn modelId="{1A76EE97-5333-46E0-B72A-643FCF56AB02}" type="presParOf" srcId="{BC68A279-0886-4146-A2B5-BD456226CC08}" destId="{50D6FF35-D45B-4412-A68F-407BCF331AD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2678CB6A-6C62-4B74-9BCA-F319C1E4BB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B7C83F-C7FD-4ED6-8AFC-E064D1AB7349}">
      <dgm:prSet/>
      <dgm:spPr/>
      <dgm:t>
        <a:bodyPr/>
        <a:lstStyle/>
        <a:p>
          <a:r>
            <a:rPr lang="uk-UA" b="0" i="0"/>
            <a:t>Створення Українського штабу партизанського руху.</a:t>
          </a:r>
          <a:endParaRPr lang="uk-UA"/>
        </a:p>
      </dgm:t>
    </dgm:pt>
    <dgm:pt modelId="{767F17F4-4592-4964-898D-EF734A632D42}" type="parTrans" cxnId="{70F34232-15D4-4638-8064-35323B1DCC39}">
      <dgm:prSet/>
      <dgm:spPr/>
      <dgm:t>
        <a:bodyPr/>
        <a:lstStyle/>
        <a:p>
          <a:endParaRPr lang="uk-UA"/>
        </a:p>
      </dgm:t>
    </dgm:pt>
    <dgm:pt modelId="{7A6477DB-8E2E-4AAB-B338-FB64037ECD95}" type="sibTrans" cxnId="{70F34232-15D4-4638-8064-35323B1DCC39}">
      <dgm:prSet/>
      <dgm:spPr/>
      <dgm:t>
        <a:bodyPr/>
        <a:lstStyle/>
        <a:p>
          <a:endParaRPr lang="uk-UA"/>
        </a:p>
      </dgm:t>
    </dgm:pt>
    <dgm:pt modelId="{52F34D62-B748-4727-8036-E3BFF28F53F0}">
      <dgm:prSet/>
      <dgm:spPr/>
      <dgm:t>
        <a:bodyPr/>
        <a:lstStyle/>
        <a:p>
          <a:r>
            <a:rPr lang="uk-UA" b="0" i="0"/>
            <a:t>«Битва за Дніпро».</a:t>
          </a:r>
          <a:endParaRPr lang="uk-UA"/>
        </a:p>
      </dgm:t>
    </dgm:pt>
    <dgm:pt modelId="{C14CE9F4-F86D-4CF1-BEC9-B0256447DC1F}" type="parTrans" cxnId="{B0947C1E-C427-45BC-84F9-99FA016EF921}">
      <dgm:prSet/>
      <dgm:spPr/>
      <dgm:t>
        <a:bodyPr/>
        <a:lstStyle/>
        <a:p>
          <a:endParaRPr lang="uk-UA"/>
        </a:p>
      </dgm:t>
    </dgm:pt>
    <dgm:pt modelId="{AFCA5310-D6F5-4252-B339-ABB56B465193}" type="sibTrans" cxnId="{B0947C1E-C427-45BC-84F9-99FA016EF921}">
      <dgm:prSet/>
      <dgm:spPr/>
      <dgm:t>
        <a:bodyPr/>
        <a:lstStyle/>
        <a:p>
          <a:endParaRPr lang="uk-UA"/>
        </a:p>
      </dgm:t>
    </dgm:pt>
    <dgm:pt modelId="{116D6C58-5344-46BD-8D2A-20F7F97AE12E}">
      <dgm:prSet/>
      <dgm:spPr/>
      <dgm:t>
        <a:bodyPr/>
        <a:lstStyle/>
        <a:p>
          <a:r>
            <a:rPr lang="uk-UA" b="0" i="0"/>
            <a:t>Публікація кіноповісті О. Довженка «Україна в огні».</a:t>
          </a:r>
          <a:endParaRPr lang="uk-UA"/>
        </a:p>
      </dgm:t>
    </dgm:pt>
    <dgm:pt modelId="{48EC63BE-1917-4C07-A8E0-C4B4006E9C9F}" type="parTrans" cxnId="{CEE92381-20A2-4B7C-8167-9AFFE4506D6B}">
      <dgm:prSet/>
      <dgm:spPr/>
      <dgm:t>
        <a:bodyPr/>
        <a:lstStyle/>
        <a:p>
          <a:endParaRPr lang="uk-UA"/>
        </a:p>
      </dgm:t>
    </dgm:pt>
    <dgm:pt modelId="{1D9E31E6-AE23-4CCC-A22B-C96A379C01F1}" type="sibTrans" cxnId="{CEE92381-20A2-4B7C-8167-9AFFE4506D6B}">
      <dgm:prSet/>
      <dgm:spPr/>
      <dgm:t>
        <a:bodyPr/>
        <a:lstStyle/>
        <a:p>
          <a:endParaRPr lang="uk-UA"/>
        </a:p>
      </dgm:t>
    </dgm:pt>
    <dgm:pt modelId="{4586A4D0-5604-412C-95BE-3B0BDDB9E672}" type="pres">
      <dgm:prSet presAssocID="{2678CB6A-6C62-4B74-9BCA-F319C1E4BB5C}" presName="linear" presStyleCnt="0">
        <dgm:presLayoutVars>
          <dgm:animLvl val="lvl"/>
          <dgm:resizeHandles val="exact"/>
        </dgm:presLayoutVars>
      </dgm:prSet>
      <dgm:spPr/>
    </dgm:pt>
    <dgm:pt modelId="{6BD1D463-2E6D-4FBF-8B58-30E52E1004B3}" type="pres">
      <dgm:prSet presAssocID="{CFB7C83F-C7FD-4ED6-8AFC-E064D1AB73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67C1BD-91F8-4C93-823D-57377BE87BCE}" type="pres">
      <dgm:prSet presAssocID="{7A6477DB-8E2E-4AAB-B338-FB64037ECD95}" presName="spacer" presStyleCnt="0"/>
      <dgm:spPr/>
    </dgm:pt>
    <dgm:pt modelId="{ED1CAC0B-72BA-4F8E-B6AB-1D75A3766C42}" type="pres">
      <dgm:prSet presAssocID="{52F34D62-B748-4727-8036-E3BFF28F53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B0E4788-815A-40A7-A4AF-F593622423CB}" type="pres">
      <dgm:prSet presAssocID="{AFCA5310-D6F5-4252-B339-ABB56B465193}" presName="spacer" presStyleCnt="0"/>
      <dgm:spPr/>
    </dgm:pt>
    <dgm:pt modelId="{7E0B403F-9D2B-444A-8773-8B9E2F67274A}" type="pres">
      <dgm:prSet presAssocID="{116D6C58-5344-46BD-8D2A-20F7F97AE12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0947C1E-C427-45BC-84F9-99FA016EF921}" srcId="{2678CB6A-6C62-4B74-9BCA-F319C1E4BB5C}" destId="{52F34D62-B748-4727-8036-E3BFF28F53F0}" srcOrd="1" destOrd="0" parTransId="{C14CE9F4-F86D-4CF1-BEC9-B0256447DC1F}" sibTransId="{AFCA5310-D6F5-4252-B339-ABB56B465193}"/>
    <dgm:cxn modelId="{ABD99D25-E78E-4D03-906D-6DA0BB4EC0BA}" type="presOf" srcId="{52F34D62-B748-4727-8036-E3BFF28F53F0}" destId="{ED1CAC0B-72BA-4F8E-B6AB-1D75A3766C42}" srcOrd="0" destOrd="0" presId="urn:microsoft.com/office/officeart/2005/8/layout/vList2"/>
    <dgm:cxn modelId="{70F34232-15D4-4638-8064-35323B1DCC39}" srcId="{2678CB6A-6C62-4B74-9BCA-F319C1E4BB5C}" destId="{CFB7C83F-C7FD-4ED6-8AFC-E064D1AB7349}" srcOrd="0" destOrd="0" parTransId="{767F17F4-4592-4964-898D-EF734A632D42}" sibTransId="{7A6477DB-8E2E-4AAB-B338-FB64037ECD95}"/>
    <dgm:cxn modelId="{10CCA846-F287-4ADE-8990-B62371DEBBDF}" type="presOf" srcId="{116D6C58-5344-46BD-8D2A-20F7F97AE12E}" destId="{7E0B403F-9D2B-444A-8773-8B9E2F67274A}" srcOrd="0" destOrd="0" presId="urn:microsoft.com/office/officeart/2005/8/layout/vList2"/>
    <dgm:cxn modelId="{CEE92381-20A2-4B7C-8167-9AFFE4506D6B}" srcId="{2678CB6A-6C62-4B74-9BCA-F319C1E4BB5C}" destId="{116D6C58-5344-46BD-8D2A-20F7F97AE12E}" srcOrd="2" destOrd="0" parTransId="{48EC63BE-1917-4C07-A8E0-C4B4006E9C9F}" sibTransId="{1D9E31E6-AE23-4CCC-A22B-C96A379C01F1}"/>
    <dgm:cxn modelId="{AFA7E9AF-C58F-4629-BF3C-DC27E738B8F1}" type="presOf" srcId="{2678CB6A-6C62-4B74-9BCA-F319C1E4BB5C}" destId="{4586A4D0-5604-412C-95BE-3B0BDDB9E672}" srcOrd="0" destOrd="0" presId="urn:microsoft.com/office/officeart/2005/8/layout/vList2"/>
    <dgm:cxn modelId="{B0DDAAD9-79BC-4698-AAD7-E2D4ED0895D8}" type="presOf" srcId="{CFB7C83F-C7FD-4ED6-8AFC-E064D1AB7349}" destId="{6BD1D463-2E6D-4FBF-8B58-30E52E1004B3}" srcOrd="0" destOrd="0" presId="urn:microsoft.com/office/officeart/2005/8/layout/vList2"/>
    <dgm:cxn modelId="{5E0AAB70-277A-40F5-959F-F1FA73859D91}" type="presParOf" srcId="{4586A4D0-5604-412C-95BE-3B0BDDB9E672}" destId="{6BD1D463-2E6D-4FBF-8B58-30E52E1004B3}" srcOrd="0" destOrd="0" presId="urn:microsoft.com/office/officeart/2005/8/layout/vList2"/>
    <dgm:cxn modelId="{33DDE714-EE12-428D-9400-EB4042145EAE}" type="presParOf" srcId="{4586A4D0-5604-412C-95BE-3B0BDDB9E672}" destId="{0A67C1BD-91F8-4C93-823D-57377BE87BCE}" srcOrd="1" destOrd="0" presId="urn:microsoft.com/office/officeart/2005/8/layout/vList2"/>
    <dgm:cxn modelId="{A33BFD31-D316-464A-8ADE-648AB2C9FCBB}" type="presParOf" srcId="{4586A4D0-5604-412C-95BE-3B0BDDB9E672}" destId="{ED1CAC0B-72BA-4F8E-B6AB-1D75A3766C42}" srcOrd="2" destOrd="0" presId="urn:microsoft.com/office/officeart/2005/8/layout/vList2"/>
    <dgm:cxn modelId="{4E509BF3-C15C-4EEA-9DDE-66588254F5E3}" type="presParOf" srcId="{4586A4D0-5604-412C-95BE-3B0BDDB9E672}" destId="{5B0E4788-815A-40A7-A4AF-F593622423CB}" srcOrd="3" destOrd="0" presId="urn:microsoft.com/office/officeart/2005/8/layout/vList2"/>
    <dgm:cxn modelId="{05C4DC23-4CFA-4A52-89A1-4C9CC655681C}" type="presParOf" srcId="{4586A4D0-5604-412C-95BE-3B0BDDB9E672}" destId="{7E0B403F-9D2B-444A-8773-8B9E2F67274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41EE45F-5D21-4CFD-8068-E0C794ACA1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D1629A-E27F-41AD-834C-5EF7419AF576}">
      <dgm:prSet/>
      <dgm:spPr/>
      <dgm:t>
        <a:bodyPr/>
        <a:lstStyle/>
        <a:p>
          <a:r>
            <a:rPr lang="uk-UA" b="0" i="0"/>
            <a:t>визволення Одеси, створення сприятливих умов для звільнення Південної України та Кримського півострова</a:t>
          </a:r>
          <a:endParaRPr lang="uk-UA"/>
        </a:p>
      </dgm:t>
    </dgm:pt>
    <dgm:pt modelId="{D2F8986B-B1D2-4EDE-89A0-34B6A9DF6A80}" type="parTrans" cxnId="{C1526C42-C4EA-4639-B0BE-F6EEFABC5AF5}">
      <dgm:prSet/>
      <dgm:spPr/>
      <dgm:t>
        <a:bodyPr/>
        <a:lstStyle/>
        <a:p>
          <a:endParaRPr lang="uk-UA"/>
        </a:p>
      </dgm:t>
    </dgm:pt>
    <dgm:pt modelId="{1BB04193-05B9-4D09-A7F1-8C7D731E5258}" type="sibTrans" cxnId="{C1526C42-C4EA-4639-B0BE-F6EEFABC5AF5}">
      <dgm:prSet/>
      <dgm:spPr/>
      <dgm:t>
        <a:bodyPr/>
        <a:lstStyle/>
        <a:p>
          <a:endParaRPr lang="uk-UA"/>
        </a:p>
      </dgm:t>
    </dgm:pt>
    <dgm:pt modelId="{5CE5379D-42C9-4083-A1F8-ECB410DA2FA6}">
      <dgm:prSet/>
      <dgm:spPr/>
      <dgm:t>
        <a:bodyPr/>
        <a:lstStyle/>
        <a:p>
          <a:r>
            <a:rPr lang="uk-UA" b="0" i="0"/>
            <a:t>звільнення Лівобережної України та Донбасу, початок визволення Правобережної України</a:t>
          </a:r>
          <a:endParaRPr lang="uk-UA"/>
        </a:p>
      </dgm:t>
    </dgm:pt>
    <dgm:pt modelId="{C74CB40A-5F92-4F3B-9BFD-7D261EFC7385}" type="parTrans" cxnId="{F5F9B5CA-CE28-4195-877E-6DEF41274993}">
      <dgm:prSet/>
      <dgm:spPr/>
      <dgm:t>
        <a:bodyPr/>
        <a:lstStyle/>
        <a:p>
          <a:endParaRPr lang="uk-UA"/>
        </a:p>
      </dgm:t>
    </dgm:pt>
    <dgm:pt modelId="{E7775B0C-4CA0-4C5C-9A9C-726401544A1D}" type="sibTrans" cxnId="{F5F9B5CA-CE28-4195-877E-6DEF41274993}">
      <dgm:prSet/>
      <dgm:spPr/>
      <dgm:t>
        <a:bodyPr/>
        <a:lstStyle/>
        <a:p>
          <a:endParaRPr lang="uk-UA"/>
        </a:p>
      </dgm:t>
    </dgm:pt>
    <dgm:pt modelId="{8603FD16-DBB0-439C-9279-0326A9710193}">
      <dgm:prSet/>
      <dgm:spPr/>
      <dgm:t>
        <a:bodyPr/>
        <a:lstStyle/>
        <a:p>
          <a:r>
            <a:rPr lang="uk-UA" b="0" i="0"/>
            <a:t>завершення визволення від нацистської окупації всієї території України в її довоєнних кордонах</a:t>
          </a:r>
          <a:endParaRPr lang="uk-UA"/>
        </a:p>
      </dgm:t>
    </dgm:pt>
    <dgm:pt modelId="{79A395D5-FF34-4186-BE10-2F55C4DAF36E}" type="parTrans" cxnId="{3548591A-4474-4BDC-A131-AFC8CA94F29E}">
      <dgm:prSet/>
      <dgm:spPr/>
      <dgm:t>
        <a:bodyPr/>
        <a:lstStyle/>
        <a:p>
          <a:endParaRPr lang="uk-UA"/>
        </a:p>
      </dgm:t>
    </dgm:pt>
    <dgm:pt modelId="{39043C5A-1428-40FB-9B12-CBC5BAB9BB2E}" type="sibTrans" cxnId="{3548591A-4474-4BDC-A131-AFC8CA94F29E}">
      <dgm:prSet/>
      <dgm:spPr/>
      <dgm:t>
        <a:bodyPr/>
        <a:lstStyle/>
        <a:p>
          <a:endParaRPr lang="uk-UA"/>
        </a:p>
      </dgm:t>
    </dgm:pt>
    <dgm:pt modelId="{98B12C88-E8A7-4A88-B7E3-8BFDAAF50F84}">
      <dgm:prSet/>
      <dgm:spPr/>
      <dgm:t>
        <a:bodyPr/>
        <a:lstStyle/>
        <a:p>
          <a:r>
            <a:rPr lang="uk-UA" b="0" i="0"/>
            <a:t>звільнення Правобережної України та Молдавії, перенесення бойових дій на територію Румунії</a:t>
          </a:r>
          <a:endParaRPr lang="uk-UA"/>
        </a:p>
      </dgm:t>
    </dgm:pt>
    <dgm:pt modelId="{D0302AFF-2A28-4778-9419-DE107DA42F53}" type="parTrans" cxnId="{6F28FAA6-F03A-406A-A844-2AC7A0A05B07}">
      <dgm:prSet/>
      <dgm:spPr/>
      <dgm:t>
        <a:bodyPr/>
        <a:lstStyle/>
        <a:p>
          <a:endParaRPr lang="uk-UA"/>
        </a:p>
      </dgm:t>
    </dgm:pt>
    <dgm:pt modelId="{602D689C-4485-4F9A-B491-0373F9501913}" type="sibTrans" cxnId="{6F28FAA6-F03A-406A-A844-2AC7A0A05B07}">
      <dgm:prSet/>
      <dgm:spPr/>
      <dgm:t>
        <a:bodyPr/>
        <a:lstStyle/>
        <a:p>
          <a:endParaRPr lang="uk-UA"/>
        </a:p>
      </dgm:t>
    </dgm:pt>
    <dgm:pt modelId="{4295285E-FA3A-4628-B455-47B284F46A18}" type="pres">
      <dgm:prSet presAssocID="{B41EE45F-5D21-4CFD-8068-E0C794ACA1FB}" presName="linear" presStyleCnt="0">
        <dgm:presLayoutVars>
          <dgm:animLvl val="lvl"/>
          <dgm:resizeHandles val="exact"/>
        </dgm:presLayoutVars>
      </dgm:prSet>
      <dgm:spPr/>
    </dgm:pt>
    <dgm:pt modelId="{170CEA7D-97F9-478C-BF85-4EAF7C85846E}" type="pres">
      <dgm:prSet presAssocID="{D0D1629A-E27F-41AD-834C-5EF7419AF5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36BB56-7AEE-4DB1-A487-11B3985EBCD0}" type="pres">
      <dgm:prSet presAssocID="{1BB04193-05B9-4D09-A7F1-8C7D731E5258}" presName="spacer" presStyleCnt="0"/>
      <dgm:spPr/>
    </dgm:pt>
    <dgm:pt modelId="{79176CFC-9916-4936-9BCF-E5B36700F501}" type="pres">
      <dgm:prSet presAssocID="{5CE5379D-42C9-4083-A1F8-ECB410DA2FA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9F411D-53F6-4E69-B564-1BCE90006FB9}" type="pres">
      <dgm:prSet presAssocID="{E7775B0C-4CA0-4C5C-9A9C-726401544A1D}" presName="spacer" presStyleCnt="0"/>
      <dgm:spPr/>
    </dgm:pt>
    <dgm:pt modelId="{188F72B8-B8C1-4C49-BFF0-A0FF10A6DED2}" type="pres">
      <dgm:prSet presAssocID="{8603FD16-DBB0-439C-9279-0326A97101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C6C24F-9071-4EF4-BF58-7055DD770BB7}" type="pres">
      <dgm:prSet presAssocID="{39043C5A-1428-40FB-9B12-CBC5BAB9BB2E}" presName="spacer" presStyleCnt="0"/>
      <dgm:spPr/>
    </dgm:pt>
    <dgm:pt modelId="{EE2FADB3-39A8-4CF1-9BE9-FF625C046EDC}" type="pres">
      <dgm:prSet presAssocID="{98B12C88-E8A7-4A88-B7E3-8BFDAAF50F8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9A5605-3BFA-407F-BE69-3DC429D1926F}" type="presOf" srcId="{D0D1629A-E27F-41AD-834C-5EF7419AF576}" destId="{170CEA7D-97F9-478C-BF85-4EAF7C85846E}" srcOrd="0" destOrd="0" presId="urn:microsoft.com/office/officeart/2005/8/layout/vList2"/>
    <dgm:cxn modelId="{3548591A-4474-4BDC-A131-AFC8CA94F29E}" srcId="{B41EE45F-5D21-4CFD-8068-E0C794ACA1FB}" destId="{8603FD16-DBB0-439C-9279-0326A9710193}" srcOrd="2" destOrd="0" parTransId="{79A395D5-FF34-4186-BE10-2F55C4DAF36E}" sibTransId="{39043C5A-1428-40FB-9B12-CBC5BAB9BB2E}"/>
    <dgm:cxn modelId="{C1526C42-C4EA-4639-B0BE-F6EEFABC5AF5}" srcId="{B41EE45F-5D21-4CFD-8068-E0C794ACA1FB}" destId="{D0D1629A-E27F-41AD-834C-5EF7419AF576}" srcOrd="0" destOrd="0" parTransId="{D2F8986B-B1D2-4EDE-89A0-34B6A9DF6A80}" sibTransId="{1BB04193-05B9-4D09-A7F1-8C7D731E5258}"/>
    <dgm:cxn modelId="{AFD38F7D-15D4-442E-8090-A402AD89B52A}" type="presOf" srcId="{B41EE45F-5D21-4CFD-8068-E0C794ACA1FB}" destId="{4295285E-FA3A-4628-B455-47B284F46A18}" srcOrd="0" destOrd="0" presId="urn:microsoft.com/office/officeart/2005/8/layout/vList2"/>
    <dgm:cxn modelId="{697ED884-5929-442D-9824-A7AA7DEF190D}" type="presOf" srcId="{98B12C88-E8A7-4A88-B7E3-8BFDAAF50F84}" destId="{EE2FADB3-39A8-4CF1-9BE9-FF625C046EDC}" srcOrd="0" destOrd="0" presId="urn:microsoft.com/office/officeart/2005/8/layout/vList2"/>
    <dgm:cxn modelId="{B817998E-261A-48DE-BD06-F53A676DDC53}" type="presOf" srcId="{8603FD16-DBB0-439C-9279-0326A9710193}" destId="{188F72B8-B8C1-4C49-BFF0-A0FF10A6DED2}" srcOrd="0" destOrd="0" presId="urn:microsoft.com/office/officeart/2005/8/layout/vList2"/>
    <dgm:cxn modelId="{6F28FAA6-F03A-406A-A844-2AC7A0A05B07}" srcId="{B41EE45F-5D21-4CFD-8068-E0C794ACA1FB}" destId="{98B12C88-E8A7-4A88-B7E3-8BFDAAF50F84}" srcOrd="3" destOrd="0" parTransId="{D0302AFF-2A28-4778-9419-DE107DA42F53}" sibTransId="{602D689C-4485-4F9A-B491-0373F9501913}"/>
    <dgm:cxn modelId="{982EF4B2-9BF4-4472-AD1A-085F297BC3A6}" type="presOf" srcId="{5CE5379D-42C9-4083-A1F8-ECB410DA2FA6}" destId="{79176CFC-9916-4936-9BCF-E5B36700F501}" srcOrd="0" destOrd="0" presId="urn:microsoft.com/office/officeart/2005/8/layout/vList2"/>
    <dgm:cxn modelId="{F5F9B5CA-CE28-4195-877E-6DEF41274993}" srcId="{B41EE45F-5D21-4CFD-8068-E0C794ACA1FB}" destId="{5CE5379D-42C9-4083-A1F8-ECB410DA2FA6}" srcOrd="1" destOrd="0" parTransId="{C74CB40A-5F92-4F3B-9BFD-7D261EFC7385}" sibTransId="{E7775B0C-4CA0-4C5C-9A9C-726401544A1D}"/>
    <dgm:cxn modelId="{C74379CF-F927-4FB2-BC41-709E5CA80C15}" type="presParOf" srcId="{4295285E-FA3A-4628-B455-47B284F46A18}" destId="{170CEA7D-97F9-478C-BF85-4EAF7C85846E}" srcOrd="0" destOrd="0" presId="urn:microsoft.com/office/officeart/2005/8/layout/vList2"/>
    <dgm:cxn modelId="{54D9D2CE-6375-432C-8C90-780FD8E8BD2D}" type="presParOf" srcId="{4295285E-FA3A-4628-B455-47B284F46A18}" destId="{0336BB56-7AEE-4DB1-A487-11B3985EBCD0}" srcOrd="1" destOrd="0" presId="urn:microsoft.com/office/officeart/2005/8/layout/vList2"/>
    <dgm:cxn modelId="{4A23BF31-E020-4291-95DA-8F35357C591E}" type="presParOf" srcId="{4295285E-FA3A-4628-B455-47B284F46A18}" destId="{79176CFC-9916-4936-9BCF-E5B36700F501}" srcOrd="2" destOrd="0" presId="urn:microsoft.com/office/officeart/2005/8/layout/vList2"/>
    <dgm:cxn modelId="{E6DA202E-ACF1-46D8-8185-6FF8BCE40CC8}" type="presParOf" srcId="{4295285E-FA3A-4628-B455-47B284F46A18}" destId="{8C9F411D-53F6-4E69-B564-1BCE90006FB9}" srcOrd="3" destOrd="0" presId="urn:microsoft.com/office/officeart/2005/8/layout/vList2"/>
    <dgm:cxn modelId="{576B9008-2068-4C0A-95DD-AA14C3DA7C67}" type="presParOf" srcId="{4295285E-FA3A-4628-B455-47B284F46A18}" destId="{188F72B8-B8C1-4C49-BFF0-A0FF10A6DED2}" srcOrd="4" destOrd="0" presId="urn:microsoft.com/office/officeart/2005/8/layout/vList2"/>
    <dgm:cxn modelId="{0C6468E7-01A7-462E-AE9C-E6A578A7617F}" type="presParOf" srcId="{4295285E-FA3A-4628-B455-47B284F46A18}" destId="{45C6C24F-9071-4EF4-BF58-7055DD770BB7}" srcOrd="5" destOrd="0" presId="urn:microsoft.com/office/officeart/2005/8/layout/vList2"/>
    <dgm:cxn modelId="{B3ACA205-6D1E-4CFD-B8EF-C87577FC5AF9}" type="presParOf" srcId="{4295285E-FA3A-4628-B455-47B284F46A18}" destId="{EE2FADB3-39A8-4CF1-9BE9-FF625C046E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D29370F6-BB13-4191-ACC7-523E1F08A95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99E84F3-0B36-400A-BCA0-31A51E9D3D38}">
      <dgm:prSet/>
      <dgm:spPr/>
      <dgm:t>
        <a:bodyPr/>
        <a:lstStyle/>
        <a:p>
          <a:r>
            <a:rPr lang="ru-RU" b="0" i="0"/>
            <a:t>Київська оборонна операція</a:t>
          </a:r>
          <a:endParaRPr lang="uk-UA"/>
        </a:p>
      </dgm:t>
    </dgm:pt>
    <dgm:pt modelId="{B5B3B3CA-52C0-4244-A846-F6B57D4918CD}" type="parTrans" cxnId="{73C56A18-10FD-40E4-9444-0B397DD18E00}">
      <dgm:prSet/>
      <dgm:spPr/>
      <dgm:t>
        <a:bodyPr/>
        <a:lstStyle/>
        <a:p>
          <a:endParaRPr lang="uk-UA"/>
        </a:p>
      </dgm:t>
    </dgm:pt>
    <dgm:pt modelId="{3EB46FC1-EC58-40BD-B93C-9FD07C4AA716}" type="sibTrans" cxnId="{73C56A18-10FD-40E4-9444-0B397DD18E00}">
      <dgm:prSet/>
      <dgm:spPr/>
      <dgm:t>
        <a:bodyPr/>
        <a:lstStyle/>
        <a:p>
          <a:endParaRPr lang="uk-UA"/>
        </a:p>
      </dgm:t>
    </dgm:pt>
    <dgm:pt modelId="{43716E10-8988-4CB0-9CF8-EE96852EF532}">
      <dgm:prSet/>
      <dgm:spPr/>
      <dgm:t>
        <a:bodyPr/>
        <a:lstStyle/>
        <a:p>
          <a:r>
            <a:rPr lang="ru-RU" b="0" i="0"/>
            <a:t>Битва за Дніпро</a:t>
          </a:r>
          <a:endParaRPr lang="uk-UA"/>
        </a:p>
      </dgm:t>
    </dgm:pt>
    <dgm:pt modelId="{7F3AB83A-CA26-4B38-876D-02EC65031EE8}" type="parTrans" cxnId="{39809329-0E7B-4C53-AB3C-21DF879051D4}">
      <dgm:prSet/>
      <dgm:spPr/>
      <dgm:t>
        <a:bodyPr/>
        <a:lstStyle/>
        <a:p>
          <a:endParaRPr lang="uk-UA"/>
        </a:p>
      </dgm:t>
    </dgm:pt>
    <dgm:pt modelId="{746F3996-2640-4112-9D77-65E47A713EE0}" type="sibTrans" cxnId="{39809329-0E7B-4C53-AB3C-21DF879051D4}">
      <dgm:prSet/>
      <dgm:spPr/>
      <dgm:t>
        <a:bodyPr/>
        <a:lstStyle/>
        <a:p>
          <a:endParaRPr lang="uk-UA"/>
        </a:p>
      </dgm:t>
    </dgm:pt>
    <dgm:pt modelId="{010A382E-0C03-4DB9-97A3-FEC81F495A00}">
      <dgm:prSet/>
      <dgm:spPr/>
      <dgm:t>
        <a:bodyPr/>
        <a:lstStyle/>
        <a:p>
          <a:r>
            <a:rPr lang="ru-RU" b="0" i="0"/>
            <a:t>Корсунь-Шевченківська наступальна операція</a:t>
          </a:r>
          <a:endParaRPr lang="uk-UA"/>
        </a:p>
      </dgm:t>
    </dgm:pt>
    <dgm:pt modelId="{5D91FB71-8387-4BD5-9C83-106BE91AB4FE}" type="parTrans" cxnId="{CF8E7BEC-D8E8-409B-82AA-597879D8E40F}">
      <dgm:prSet/>
      <dgm:spPr/>
      <dgm:t>
        <a:bodyPr/>
        <a:lstStyle/>
        <a:p>
          <a:endParaRPr lang="uk-UA"/>
        </a:p>
      </dgm:t>
    </dgm:pt>
    <dgm:pt modelId="{84B1DFF9-1A74-455D-B2FE-E207A14D018F}" type="sibTrans" cxnId="{CF8E7BEC-D8E8-409B-82AA-597879D8E40F}">
      <dgm:prSet/>
      <dgm:spPr/>
      <dgm:t>
        <a:bodyPr/>
        <a:lstStyle/>
        <a:p>
          <a:endParaRPr lang="uk-UA"/>
        </a:p>
      </dgm:t>
    </dgm:pt>
    <dgm:pt modelId="{3288FA65-B3AC-4332-A322-67EBA100F87F}">
      <dgm:prSet/>
      <dgm:spPr/>
      <dgm:t>
        <a:bodyPr/>
        <a:lstStyle/>
        <a:p>
          <a:r>
            <a:rPr lang="ru-RU" b="0" i="0"/>
            <a:t>Карпатсько-Ужгородська наступальна операція</a:t>
          </a:r>
          <a:endParaRPr lang="uk-UA"/>
        </a:p>
      </dgm:t>
    </dgm:pt>
    <dgm:pt modelId="{D5D5999A-FCE2-49D9-9992-B13D7FB57FC7}" type="parTrans" cxnId="{00468F39-449F-4A59-966B-6CAE3D029973}">
      <dgm:prSet/>
      <dgm:spPr/>
      <dgm:t>
        <a:bodyPr/>
        <a:lstStyle/>
        <a:p>
          <a:endParaRPr lang="uk-UA"/>
        </a:p>
      </dgm:t>
    </dgm:pt>
    <dgm:pt modelId="{B1CAD70D-77CD-4363-B1AD-BACF499F01BE}" type="sibTrans" cxnId="{00468F39-449F-4A59-966B-6CAE3D029973}">
      <dgm:prSet/>
      <dgm:spPr/>
      <dgm:t>
        <a:bodyPr/>
        <a:lstStyle/>
        <a:p>
          <a:endParaRPr lang="uk-UA"/>
        </a:p>
      </dgm:t>
    </dgm:pt>
    <dgm:pt modelId="{5D46391E-66BD-405A-9C69-237D55D779B1}" type="pres">
      <dgm:prSet presAssocID="{D29370F6-BB13-4191-ACC7-523E1F08A95A}" presName="linearFlow" presStyleCnt="0">
        <dgm:presLayoutVars>
          <dgm:dir/>
          <dgm:resizeHandles val="exact"/>
        </dgm:presLayoutVars>
      </dgm:prSet>
      <dgm:spPr/>
    </dgm:pt>
    <dgm:pt modelId="{194E87A0-4F4B-4D08-B23A-6AF58DA7F14C}" type="pres">
      <dgm:prSet presAssocID="{299E84F3-0B36-400A-BCA0-31A51E9D3D38}" presName="composite" presStyleCnt="0"/>
      <dgm:spPr/>
    </dgm:pt>
    <dgm:pt modelId="{50B6B88B-9804-4636-A011-5F35C2F3E725}" type="pres">
      <dgm:prSet presAssocID="{299E84F3-0B36-400A-BCA0-31A51E9D3D38}" presName="imgShp" presStyleLbl="fgImgPlace1" presStyleIdx="0" presStyleCnt="4"/>
      <dgm:spPr/>
    </dgm:pt>
    <dgm:pt modelId="{BC789F6F-9D9A-46D7-A4CC-8DCFAF6F2E54}" type="pres">
      <dgm:prSet presAssocID="{299E84F3-0B36-400A-BCA0-31A51E9D3D38}" presName="txShp" presStyleLbl="node1" presStyleIdx="0" presStyleCnt="4">
        <dgm:presLayoutVars>
          <dgm:bulletEnabled val="1"/>
        </dgm:presLayoutVars>
      </dgm:prSet>
      <dgm:spPr/>
    </dgm:pt>
    <dgm:pt modelId="{25D21EF3-2403-46A3-B0DC-2C40A50402C2}" type="pres">
      <dgm:prSet presAssocID="{3EB46FC1-EC58-40BD-B93C-9FD07C4AA716}" presName="spacing" presStyleCnt="0"/>
      <dgm:spPr/>
    </dgm:pt>
    <dgm:pt modelId="{F69E6127-B326-471D-B57C-E410A4A24DFC}" type="pres">
      <dgm:prSet presAssocID="{43716E10-8988-4CB0-9CF8-EE96852EF532}" presName="composite" presStyleCnt="0"/>
      <dgm:spPr/>
    </dgm:pt>
    <dgm:pt modelId="{3462DF71-BF61-458E-9036-8790669D8883}" type="pres">
      <dgm:prSet presAssocID="{43716E10-8988-4CB0-9CF8-EE96852EF532}" presName="imgShp" presStyleLbl="fgImgPlace1" presStyleIdx="1" presStyleCnt="4"/>
      <dgm:spPr/>
    </dgm:pt>
    <dgm:pt modelId="{D185F01B-A5BE-4D0B-B856-3F8441838D9F}" type="pres">
      <dgm:prSet presAssocID="{43716E10-8988-4CB0-9CF8-EE96852EF532}" presName="txShp" presStyleLbl="node1" presStyleIdx="1" presStyleCnt="4">
        <dgm:presLayoutVars>
          <dgm:bulletEnabled val="1"/>
        </dgm:presLayoutVars>
      </dgm:prSet>
      <dgm:spPr/>
    </dgm:pt>
    <dgm:pt modelId="{7E6EC633-D162-4D46-B176-9A35D99770A1}" type="pres">
      <dgm:prSet presAssocID="{746F3996-2640-4112-9D77-65E47A713EE0}" presName="spacing" presStyleCnt="0"/>
      <dgm:spPr/>
    </dgm:pt>
    <dgm:pt modelId="{C19AF986-94AD-4ECF-B702-E39295A6FEA7}" type="pres">
      <dgm:prSet presAssocID="{010A382E-0C03-4DB9-97A3-FEC81F495A00}" presName="composite" presStyleCnt="0"/>
      <dgm:spPr/>
    </dgm:pt>
    <dgm:pt modelId="{6D2BF206-692F-4191-B2CB-16F5FCA1842C}" type="pres">
      <dgm:prSet presAssocID="{010A382E-0C03-4DB9-97A3-FEC81F495A00}" presName="imgShp" presStyleLbl="fgImgPlace1" presStyleIdx="2" presStyleCnt="4"/>
      <dgm:spPr/>
    </dgm:pt>
    <dgm:pt modelId="{D2815924-2BD9-4BCD-B1E1-6C2B73476DF3}" type="pres">
      <dgm:prSet presAssocID="{010A382E-0C03-4DB9-97A3-FEC81F495A00}" presName="txShp" presStyleLbl="node1" presStyleIdx="2" presStyleCnt="4">
        <dgm:presLayoutVars>
          <dgm:bulletEnabled val="1"/>
        </dgm:presLayoutVars>
      </dgm:prSet>
      <dgm:spPr/>
    </dgm:pt>
    <dgm:pt modelId="{788526D8-C939-45F0-B36B-8428EEFD4533}" type="pres">
      <dgm:prSet presAssocID="{84B1DFF9-1A74-455D-B2FE-E207A14D018F}" presName="spacing" presStyleCnt="0"/>
      <dgm:spPr/>
    </dgm:pt>
    <dgm:pt modelId="{97FC77F3-D847-4ABD-86DC-B82F7D8C6C91}" type="pres">
      <dgm:prSet presAssocID="{3288FA65-B3AC-4332-A322-67EBA100F87F}" presName="composite" presStyleCnt="0"/>
      <dgm:spPr/>
    </dgm:pt>
    <dgm:pt modelId="{8F17BC17-6A29-4794-AF3F-CE539CEA9DBF}" type="pres">
      <dgm:prSet presAssocID="{3288FA65-B3AC-4332-A322-67EBA100F87F}" presName="imgShp" presStyleLbl="fgImgPlace1" presStyleIdx="3" presStyleCnt="4"/>
      <dgm:spPr/>
    </dgm:pt>
    <dgm:pt modelId="{CF3F6069-CB5D-4927-8852-29DF1E0B7359}" type="pres">
      <dgm:prSet presAssocID="{3288FA65-B3AC-4332-A322-67EBA100F87F}" presName="txShp" presStyleLbl="node1" presStyleIdx="3" presStyleCnt="4">
        <dgm:presLayoutVars>
          <dgm:bulletEnabled val="1"/>
        </dgm:presLayoutVars>
      </dgm:prSet>
      <dgm:spPr/>
    </dgm:pt>
  </dgm:ptLst>
  <dgm:cxnLst>
    <dgm:cxn modelId="{73C56A18-10FD-40E4-9444-0B397DD18E00}" srcId="{D29370F6-BB13-4191-ACC7-523E1F08A95A}" destId="{299E84F3-0B36-400A-BCA0-31A51E9D3D38}" srcOrd="0" destOrd="0" parTransId="{B5B3B3CA-52C0-4244-A846-F6B57D4918CD}" sibTransId="{3EB46FC1-EC58-40BD-B93C-9FD07C4AA716}"/>
    <dgm:cxn modelId="{39809329-0E7B-4C53-AB3C-21DF879051D4}" srcId="{D29370F6-BB13-4191-ACC7-523E1F08A95A}" destId="{43716E10-8988-4CB0-9CF8-EE96852EF532}" srcOrd="1" destOrd="0" parTransId="{7F3AB83A-CA26-4B38-876D-02EC65031EE8}" sibTransId="{746F3996-2640-4112-9D77-65E47A713EE0}"/>
    <dgm:cxn modelId="{00468F39-449F-4A59-966B-6CAE3D029973}" srcId="{D29370F6-BB13-4191-ACC7-523E1F08A95A}" destId="{3288FA65-B3AC-4332-A322-67EBA100F87F}" srcOrd="3" destOrd="0" parTransId="{D5D5999A-FCE2-49D9-9992-B13D7FB57FC7}" sibTransId="{B1CAD70D-77CD-4363-B1AD-BACF499F01BE}"/>
    <dgm:cxn modelId="{45D15E7E-96F3-4B30-80AB-C57504ABCB80}" type="presOf" srcId="{D29370F6-BB13-4191-ACC7-523E1F08A95A}" destId="{5D46391E-66BD-405A-9C69-237D55D779B1}" srcOrd="0" destOrd="0" presId="urn:microsoft.com/office/officeart/2005/8/layout/vList3"/>
    <dgm:cxn modelId="{15DFCBBC-7ED6-40A7-ADDB-9D642EEC748B}" type="presOf" srcId="{299E84F3-0B36-400A-BCA0-31A51E9D3D38}" destId="{BC789F6F-9D9A-46D7-A4CC-8DCFAF6F2E54}" srcOrd="0" destOrd="0" presId="urn:microsoft.com/office/officeart/2005/8/layout/vList3"/>
    <dgm:cxn modelId="{64E1DACB-B689-4933-B98D-E3432ADBCF62}" type="presOf" srcId="{010A382E-0C03-4DB9-97A3-FEC81F495A00}" destId="{D2815924-2BD9-4BCD-B1E1-6C2B73476DF3}" srcOrd="0" destOrd="0" presId="urn:microsoft.com/office/officeart/2005/8/layout/vList3"/>
    <dgm:cxn modelId="{684934E8-1272-45C3-8D01-9EFB6E398752}" type="presOf" srcId="{3288FA65-B3AC-4332-A322-67EBA100F87F}" destId="{CF3F6069-CB5D-4927-8852-29DF1E0B7359}" srcOrd="0" destOrd="0" presId="urn:microsoft.com/office/officeart/2005/8/layout/vList3"/>
    <dgm:cxn modelId="{CF8E7BEC-D8E8-409B-82AA-597879D8E40F}" srcId="{D29370F6-BB13-4191-ACC7-523E1F08A95A}" destId="{010A382E-0C03-4DB9-97A3-FEC81F495A00}" srcOrd="2" destOrd="0" parTransId="{5D91FB71-8387-4BD5-9C83-106BE91AB4FE}" sibTransId="{84B1DFF9-1A74-455D-B2FE-E207A14D018F}"/>
    <dgm:cxn modelId="{EF8E86FC-7446-4EB2-A982-09324A64386E}" type="presOf" srcId="{43716E10-8988-4CB0-9CF8-EE96852EF532}" destId="{D185F01B-A5BE-4D0B-B856-3F8441838D9F}" srcOrd="0" destOrd="0" presId="urn:microsoft.com/office/officeart/2005/8/layout/vList3"/>
    <dgm:cxn modelId="{B8E71A6B-FEA8-45A5-B04C-3AC435817389}" type="presParOf" srcId="{5D46391E-66BD-405A-9C69-237D55D779B1}" destId="{194E87A0-4F4B-4D08-B23A-6AF58DA7F14C}" srcOrd="0" destOrd="0" presId="urn:microsoft.com/office/officeart/2005/8/layout/vList3"/>
    <dgm:cxn modelId="{FDA9056A-4892-4454-B5BF-8584B09E69E3}" type="presParOf" srcId="{194E87A0-4F4B-4D08-B23A-6AF58DA7F14C}" destId="{50B6B88B-9804-4636-A011-5F35C2F3E725}" srcOrd="0" destOrd="0" presId="urn:microsoft.com/office/officeart/2005/8/layout/vList3"/>
    <dgm:cxn modelId="{35ACEEAE-E5AE-4AF9-9B80-B62516CCC13F}" type="presParOf" srcId="{194E87A0-4F4B-4D08-B23A-6AF58DA7F14C}" destId="{BC789F6F-9D9A-46D7-A4CC-8DCFAF6F2E54}" srcOrd="1" destOrd="0" presId="urn:microsoft.com/office/officeart/2005/8/layout/vList3"/>
    <dgm:cxn modelId="{A8B90B71-F640-4C5F-9300-8B9074BEBB5F}" type="presParOf" srcId="{5D46391E-66BD-405A-9C69-237D55D779B1}" destId="{25D21EF3-2403-46A3-B0DC-2C40A50402C2}" srcOrd="1" destOrd="0" presId="urn:microsoft.com/office/officeart/2005/8/layout/vList3"/>
    <dgm:cxn modelId="{BFEBD3C5-3120-439D-9416-64F59E0DD0FE}" type="presParOf" srcId="{5D46391E-66BD-405A-9C69-237D55D779B1}" destId="{F69E6127-B326-471D-B57C-E410A4A24DFC}" srcOrd="2" destOrd="0" presId="urn:microsoft.com/office/officeart/2005/8/layout/vList3"/>
    <dgm:cxn modelId="{227B0CDF-E411-4791-A48D-BD68278F4EA4}" type="presParOf" srcId="{F69E6127-B326-471D-B57C-E410A4A24DFC}" destId="{3462DF71-BF61-458E-9036-8790669D8883}" srcOrd="0" destOrd="0" presId="urn:microsoft.com/office/officeart/2005/8/layout/vList3"/>
    <dgm:cxn modelId="{361D9BD1-EB74-4F65-A730-625134843C5D}" type="presParOf" srcId="{F69E6127-B326-471D-B57C-E410A4A24DFC}" destId="{D185F01B-A5BE-4D0B-B856-3F8441838D9F}" srcOrd="1" destOrd="0" presId="urn:microsoft.com/office/officeart/2005/8/layout/vList3"/>
    <dgm:cxn modelId="{3AB1B808-9181-49B8-BAAA-F73D4D6A62B1}" type="presParOf" srcId="{5D46391E-66BD-405A-9C69-237D55D779B1}" destId="{7E6EC633-D162-4D46-B176-9A35D99770A1}" srcOrd="3" destOrd="0" presId="urn:microsoft.com/office/officeart/2005/8/layout/vList3"/>
    <dgm:cxn modelId="{BF28A162-DB65-42C5-B054-55E70CF11342}" type="presParOf" srcId="{5D46391E-66BD-405A-9C69-237D55D779B1}" destId="{C19AF986-94AD-4ECF-B702-E39295A6FEA7}" srcOrd="4" destOrd="0" presId="urn:microsoft.com/office/officeart/2005/8/layout/vList3"/>
    <dgm:cxn modelId="{5E5EC72B-F2E0-472E-8B20-6EAF401B4A98}" type="presParOf" srcId="{C19AF986-94AD-4ECF-B702-E39295A6FEA7}" destId="{6D2BF206-692F-4191-B2CB-16F5FCA1842C}" srcOrd="0" destOrd="0" presId="urn:microsoft.com/office/officeart/2005/8/layout/vList3"/>
    <dgm:cxn modelId="{95825839-5599-4C21-B743-BB14D7B94818}" type="presParOf" srcId="{C19AF986-94AD-4ECF-B702-E39295A6FEA7}" destId="{D2815924-2BD9-4BCD-B1E1-6C2B73476DF3}" srcOrd="1" destOrd="0" presId="urn:microsoft.com/office/officeart/2005/8/layout/vList3"/>
    <dgm:cxn modelId="{03E2E858-51F9-4C4A-97BD-B5F7E337E78F}" type="presParOf" srcId="{5D46391E-66BD-405A-9C69-237D55D779B1}" destId="{788526D8-C939-45F0-B36B-8428EEFD4533}" srcOrd="5" destOrd="0" presId="urn:microsoft.com/office/officeart/2005/8/layout/vList3"/>
    <dgm:cxn modelId="{F7082092-E2D4-418B-A853-52EC275342C4}" type="presParOf" srcId="{5D46391E-66BD-405A-9C69-237D55D779B1}" destId="{97FC77F3-D847-4ABD-86DC-B82F7D8C6C91}" srcOrd="6" destOrd="0" presId="urn:microsoft.com/office/officeart/2005/8/layout/vList3"/>
    <dgm:cxn modelId="{88353D7C-36CD-4089-B847-60C183B52721}" type="presParOf" srcId="{97FC77F3-D847-4ABD-86DC-B82F7D8C6C91}" destId="{8F17BC17-6A29-4794-AF3F-CE539CEA9DBF}" srcOrd="0" destOrd="0" presId="urn:microsoft.com/office/officeart/2005/8/layout/vList3"/>
    <dgm:cxn modelId="{8564572A-0316-43C6-A335-DE48FC2B3B80}" type="presParOf" srcId="{97FC77F3-D847-4ABD-86DC-B82F7D8C6C91}" destId="{CF3F6069-CB5D-4927-8852-29DF1E0B735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8C25D43B-C32C-48CF-965C-D5BF63B67A9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7D016D-C735-4113-BEAE-94E825A873DF}">
      <dgm:prSet/>
      <dgm:spPr/>
      <dgm:t>
        <a:bodyPr/>
        <a:lstStyle/>
        <a:p>
          <a:r>
            <a:rPr lang="ru-RU" b="0" i="0"/>
            <a:t>завершення визволення території УРСР, створення передумов для наступу радянських військ на будапештському напрямку</a:t>
          </a:r>
          <a:endParaRPr lang="uk-UA"/>
        </a:p>
      </dgm:t>
    </dgm:pt>
    <dgm:pt modelId="{F49433DF-3A1F-48B2-96F1-6C0BC14033D3}" type="parTrans" cxnId="{64DACD64-94A0-4B67-B1BC-11F49C26A0E3}">
      <dgm:prSet/>
      <dgm:spPr/>
      <dgm:t>
        <a:bodyPr/>
        <a:lstStyle/>
        <a:p>
          <a:endParaRPr lang="uk-UA"/>
        </a:p>
      </dgm:t>
    </dgm:pt>
    <dgm:pt modelId="{EEF697A4-6A9D-4FF3-883B-104D0FDBE3DE}" type="sibTrans" cxnId="{64DACD64-94A0-4B67-B1BC-11F49C26A0E3}">
      <dgm:prSet/>
      <dgm:spPr/>
      <dgm:t>
        <a:bodyPr/>
        <a:lstStyle/>
        <a:p>
          <a:endParaRPr lang="uk-UA"/>
        </a:p>
      </dgm:t>
    </dgm:pt>
    <dgm:pt modelId="{BFF2B7C0-64CB-4FF2-9D3F-EB09F9810D73}">
      <dgm:prSet/>
      <dgm:spPr/>
      <dgm:t>
        <a:bodyPr/>
        <a:lstStyle/>
        <a:p>
          <a:r>
            <a:rPr lang="ru-RU" b="0" i="0"/>
            <a:t>оточення та розгром угрупування німецьких військ, створення передумов для остаточного визволення Правобережної України</a:t>
          </a:r>
          <a:endParaRPr lang="uk-UA"/>
        </a:p>
      </dgm:t>
    </dgm:pt>
    <dgm:pt modelId="{730C5B94-9F85-4750-B407-56263A0D04E3}" type="parTrans" cxnId="{841EF9B4-790D-466B-8A49-A4E7EFDC69A6}">
      <dgm:prSet/>
      <dgm:spPr/>
      <dgm:t>
        <a:bodyPr/>
        <a:lstStyle/>
        <a:p>
          <a:endParaRPr lang="uk-UA"/>
        </a:p>
      </dgm:t>
    </dgm:pt>
    <dgm:pt modelId="{3D2EA32D-1001-41CA-8685-E738873731B9}" type="sibTrans" cxnId="{841EF9B4-790D-466B-8A49-A4E7EFDC69A6}">
      <dgm:prSet/>
      <dgm:spPr/>
      <dgm:t>
        <a:bodyPr/>
        <a:lstStyle/>
        <a:p>
          <a:endParaRPr lang="uk-UA"/>
        </a:p>
      </dgm:t>
    </dgm:pt>
    <dgm:pt modelId="{8149783D-8B14-4D55-8DA1-2FF1324969A2}">
      <dgm:prSet/>
      <dgm:spPr/>
      <dgm:t>
        <a:bodyPr/>
        <a:lstStyle/>
        <a:p>
          <a:r>
            <a:rPr lang="ru-RU" b="0" i="0"/>
            <a:t>зрив плану блискавичної війни Німеччини проти СРСР, затримка наступу ворога на московському напрямку</a:t>
          </a:r>
          <a:endParaRPr lang="uk-UA"/>
        </a:p>
      </dgm:t>
    </dgm:pt>
    <dgm:pt modelId="{7FCB54C8-93E4-487A-B31F-199E597E95AE}" type="parTrans" cxnId="{24EFB6E7-6180-4DDD-8CB3-3474FDAF4306}">
      <dgm:prSet/>
      <dgm:spPr/>
      <dgm:t>
        <a:bodyPr/>
        <a:lstStyle/>
        <a:p>
          <a:endParaRPr lang="uk-UA"/>
        </a:p>
      </dgm:t>
    </dgm:pt>
    <dgm:pt modelId="{1CC78CF3-B63C-4E9C-BF51-EA4BADC093F5}" type="sibTrans" cxnId="{24EFB6E7-6180-4DDD-8CB3-3474FDAF4306}">
      <dgm:prSet/>
      <dgm:spPr/>
      <dgm:t>
        <a:bodyPr/>
        <a:lstStyle/>
        <a:p>
          <a:endParaRPr lang="uk-UA"/>
        </a:p>
      </dgm:t>
    </dgm:pt>
    <dgm:pt modelId="{E24EE65D-A82A-4D93-9699-68A53B43D895}">
      <dgm:prSet/>
      <dgm:spPr/>
      <dgm:t>
        <a:bodyPr/>
        <a:lstStyle/>
        <a:p>
          <a:r>
            <a:rPr lang="ru-RU" b="0" i="0"/>
            <a:t>прорив оборони противника на перекопському й сиваському напрямках, визволення Кримського та Керченського півостровів</a:t>
          </a:r>
          <a:endParaRPr lang="uk-UA"/>
        </a:p>
      </dgm:t>
    </dgm:pt>
    <dgm:pt modelId="{AB1DF0B0-EC7A-4FF5-BF0B-DBBB1955B5E3}" type="parTrans" cxnId="{F8BCEA33-F25F-4A20-A7E3-F323402CCFE6}">
      <dgm:prSet/>
      <dgm:spPr/>
      <dgm:t>
        <a:bodyPr/>
        <a:lstStyle/>
        <a:p>
          <a:endParaRPr lang="uk-UA"/>
        </a:p>
      </dgm:t>
    </dgm:pt>
    <dgm:pt modelId="{D1670016-B7D4-483F-8EC7-A67919CD0BBF}" type="sibTrans" cxnId="{F8BCEA33-F25F-4A20-A7E3-F323402CCFE6}">
      <dgm:prSet/>
      <dgm:spPr/>
      <dgm:t>
        <a:bodyPr/>
        <a:lstStyle/>
        <a:p>
          <a:endParaRPr lang="uk-UA"/>
        </a:p>
      </dgm:t>
    </dgm:pt>
    <dgm:pt modelId="{82B5EEE2-E616-482C-A75A-EB0B90F89FC4}">
      <dgm:prSet/>
      <dgm:spPr/>
      <dgm:t>
        <a:bodyPr/>
        <a:lstStyle/>
        <a:p>
          <a:r>
            <a:rPr lang="ru-RU" b="0" i="0"/>
            <a:t>завершення визволення Лівобережної України та Донбасу, створення сприятливих умов для визволення Правобережної та Південної України</a:t>
          </a:r>
          <a:endParaRPr lang="uk-UA"/>
        </a:p>
      </dgm:t>
    </dgm:pt>
    <dgm:pt modelId="{8E12E214-747A-476C-8017-CF03E94E67A5}" type="parTrans" cxnId="{808C41B3-52CE-419E-A055-0A01EE53B604}">
      <dgm:prSet/>
      <dgm:spPr/>
      <dgm:t>
        <a:bodyPr/>
        <a:lstStyle/>
        <a:p>
          <a:endParaRPr lang="uk-UA"/>
        </a:p>
      </dgm:t>
    </dgm:pt>
    <dgm:pt modelId="{2D96FDF1-645D-4A3C-B18C-0D9363EB03D5}" type="sibTrans" cxnId="{808C41B3-52CE-419E-A055-0A01EE53B604}">
      <dgm:prSet/>
      <dgm:spPr/>
      <dgm:t>
        <a:bodyPr/>
        <a:lstStyle/>
        <a:p>
          <a:endParaRPr lang="uk-UA"/>
        </a:p>
      </dgm:t>
    </dgm:pt>
    <dgm:pt modelId="{08E09506-9A8F-4F51-ACC8-11CAB6ED0F1D}" type="pres">
      <dgm:prSet presAssocID="{8C25D43B-C32C-48CF-965C-D5BF63B67A9C}" presName="vert0" presStyleCnt="0">
        <dgm:presLayoutVars>
          <dgm:dir/>
          <dgm:animOne val="branch"/>
          <dgm:animLvl val="lvl"/>
        </dgm:presLayoutVars>
      </dgm:prSet>
      <dgm:spPr/>
    </dgm:pt>
    <dgm:pt modelId="{E345D475-357D-42EE-9837-0FC1132D2C8A}" type="pres">
      <dgm:prSet presAssocID="{A17D016D-C735-4113-BEAE-94E825A873DF}" presName="thickLine" presStyleLbl="alignNode1" presStyleIdx="0" presStyleCnt="5"/>
      <dgm:spPr/>
    </dgm:pt>
    <dgm:pt modelId="{160E89F8-5F19-4C6C-96C9-50AA6785BEDF}" type="pres">
      <dgm:prSet presAssocID="{A17D016D-C735-4113-BEAE-94E825A873DF}" presName="horz1" presStyleCnt="0"/>
      <dgm:spPr/>
    </dgm:pt>
    <dgm:pt modelId="{105D1893-1A43-4E54-92CE-60BD7B79068B}" type="pres">
      <dgm:prSet presAssocID="{A17D016D-C735-4113-BEAE-94E825A873DF}" presName="tx1" presStyleLbl="revTx" presStyleIdx="0" presStyleCnt="5"/>
      <dgm:spPr/>
    </dgm:pt>
    <dgm:pt modelId="{C0965011-15B4-497A-B138-BA018F91DBBE}" type="pres">
      <dgm:prSet presAssocID="{A17D016D-C735-4113-BEAE-94E825A873DF}" presName="vert1" presStyleCnt="0"/>
      <dgm:spPr/>
    </dgm:pt>
    <dgm:pt modelId="{1B071C74-5CD3-43D0-87CF-FDB1C91571FB}" type="pres">
      <dgm:prSet presAssocID="{BFF2B7C0-64CB-4FF2-9D3F-EB09F9810D73}" presName="thickLine" presStyleLbl="alignNode1" presStyleIdx="1" presStyleCnt="5"/>
      <dgm:spPr/>
    </dgm:pt>
    <dgm:pt modelId="{7356D82C-BD32-4B68-B49C-ECB64EA163B0}" type="pres">
      <dgm:prSet presAssocID="{BFF2B7C0-64CB-4FF2-9D3F-EB09F9810D73}" presName="horz1" presStyleCnt="0"/>
      <dgm:spPr/>
    </dgm:pt>
    <dgm:pt modelId="{D773FE39-9D89-4CB0-92D7-532FBF532191}" type="pres">
      <dgm:prSet presAssocID="{BFF2B7C0-64CB-4FF2-9D3F-EB09F9810D73}" presName="tx1" presStyleLbl="revTx" presStyleIdx="1" presStyleCnt="5"/>
      <dgm:spPr/>
    </dgm:pt>
    <dgm:pt modelId="{12D40CC9-B5E2-42E7-849E-C2E392D5D60C}" type="pres">
      <dgm:prSet presAssocID="{BFF2B7C0-64CB-4FF2-9D3F-EB09F9810D73}" presName="vert1" presStyleCnt="0"/>
      <dgm:spPr/>
    </dgm:pt>
    <dgm:pt modelId="{4FD74640-5755-4C52-839F-9130B7A725CD}" type="pres">
      <dgm:prSet presAssocID="{8149783D-8B14-4D55-8DA1-2FF1324969A2}" presName="thickLine" presStyleLbl="alignNode1" presStyleIdx="2" presStyleCnt="5"/>
      <dgm:spPr/>
    </dgm:pt>
    <dgm:pt modelId="{FD76E984-1787-4F9A-A04A-8FB434E2CA6A}" type="pres">
      <dgm:prSet presAssocID="{8149783D-8B14-4D55-8DA1-2FF1324969A2}" presName="horz1" presStyleCnt="0"/>
      <dgm:spPr/>
    </dgm:pt>
    <dgm:pt modelId="{8979771F-0FB4-4125-8ED2-0DF0B8578F2C}" type="pres">
      <dgm:prSet presAssocID="{8149783D-8B14-4D55-8DA1-2FF1324969A2}" presName="tx1" presStyleLbl="revTx" presStyleIdx="2" presStyleCnt="5"/>
      <dgm:spPr/>
    </dgm:pt>
    <dgm:pt modelId="{170F4E07-B98C-4ADF-9F3D-AA0D17D31029}" type="pres">
      <dgm:prSet presAssocID="{8149783D-8B14-4D55-8DA1-2FF1324969A2}" presName="vert1" presStyleCnt="0"/>
      <dgm:spPr/>
    </dgm:pt>
    <dgm:pt modelId="{7C7A4B7C-9A18-4FD5-9944-3593A652ACF0}" type="pres">
      <dgm:prSet presAssocID="{E24EE65D-A82A-4D93-9699-68A53B43D895}" presName="thickLine" presStyleLbl="alignNode1" presStyleIdx="3" presStyleCnt="5"/>
      <dgm:spPr/>
    </dgm:pt>
    <dgm:pt modelId="{5CBE1E9C-96A9-410E-AB2B-5C740A21F425}" type="pres">
      <dgm:prSet presAssocID="{E24EE65D-A82A-4D93-9699-68A53B43D895}" presName="horz1" presStyleCnt="0"/>
      <dgm:spPr/>
    </dgm:pt>
    <dgm:pt modelId="{37F8234D-F319-4C0A-B8D0-60D4040E43BD}" type="pres">
      <dgm:prSet presAssocID="{E24EE65D-A82A-4D93-9699-68A53B43D895}" presName="tx1" presStyleLbl="revTx" presStyleIdx="3" presStyleCnt="5"/>
      <dgm:spPr/>
    </dgm:pt>
    <dgm:pt modelId="{BABCE8FD-B254-4370-BF47-D2546C61EBE4}" type="pres">
      <dgm:prSet presAssocID="{E24EE65D-A82A-4D93-9699-68A53B43D895}" presName="vert1" presStyleCnt="0"/>
      <dgm:spPr/>
    </dgm:pt>
    <dgm:pt modelId="{C8212B12-A750-437B-9ED9-9570884DCB83}" type="pres">
      <dgm:prSet presAssocID="{82B5EEE2-E616-482C-A75A-EB0B90F89FC4}" presName="thickLine" presStyleLbl="alignNode1" presStyleIdx="4" presStyleCnt="5"/>
      <dgm:spPr/>
    </dgm:pt>
    <dgm:pt modelId="{7424BED0-C423-4FF0-BE81-CD1F19F1225A}" type="pres">
      <dgm:prSet presAssocID="{82B5EEE2-E616-482C-A75A-EB0B90F89FC4}" presName="horz1" presStyleCnt="0"/>
      <dgm:spPr/>
    </dgm:pt>
    <dgm:pt modelId="{41E757F1-9207-49E1-BD5C-A1925EF7F4BC}" type="pres">
      <dgm:prSet presAssocID="{82B5EEE2-E616-482C-A75A-EB0B90F89FC4}" presName="tx1" presStyleLbl="revTx" presStyleIdx="4" presStyleCnt="5"/>
      <dgm:spPr/>
    </dgm:pt>
    <dgm:pt modelId="{81EE55C3-5271-4790-8005-1E184E38B323}" type="pres">
      <dgm:prSet presAssocID="{82B5EEE2-E616-482C-A75A-EB0B90F89FC4}" presName="vert1" presStyleCnt="0"/>
      <dgm:spPr/>
    </dgm:pt>
  </dgm:ptLst>
  <dgm:cxnLst>
    <dgm:cxn modelId="{DCE22809-78EF-4CCC-B9CC-8C1CBAEEA1FE}" type="presOf" srcId="{A17D016D-C735-4113-BEAE-94E825A873DF}" destId="{105D1893-1A43-4E54-92CE-60BD7B79068B}" srcOrd="0" destOrd="0" presId="urn:microsoft.com/office/officeart/2008/layout/LinedList"/>
    <dgm:cxn modelId="{02B92730-F690-47CC-981A-487A2A47B37A}" type="presOf" srcId="{8C25D43B-C32C-48CF-965C-D5BF63B67A9C}" destId="{08E09506-9A8F-4F51-ACC8-11CAB6ED0F1D}" srcOrd="0" destOrd="0" presId="urn:microsoft.com/office/officeart/2008/layout/LinedList"/>
    <dgm:cxn modelId="{F8BCEA33-F25F-4A20-A7E3-F323402CCFE6}" srcId="{8C25D43B-C32C-48CF-965C-D5BF63B67A9C}" destId="{E24EE65D-A82A-4D93-9699-68A53B43D895}" srcOrd="3" destOrd="0" parTransId="{AB1DF0B0-EC7A-4FF5-BF0B-DBBB1955B5E3}" sibTransId="{D1670016-B7D4-483F-8EC7-A67919CD0BBF}"/>
    <dgm:cxn modelId="{64DACD64-94A0-4B67-B1BC-11F49C26A0E3}" srcId="{8C25D43B-C32C-48CF-965C-D5BF63B67A9C}" destId="{A17D016D-C735-4113-BEAE-94E825A873DF}" srcOrd="0" destOrd="0" parTransId="{F49433DF-3A1F-48B2-96F1-6C0BC14033D3}" sibTransId="{EEF697A4-6A9D-4FF3-883B-104D0FDBE3DE}"/>
    <dgm:cxn modelId="{92BF889D-D86D-4A3C-8451-15C749896BB8}" type="presOf" srcId="{BFF2B7C0-64CB-4FF2-9D3F-EB09F9810D73}" destId="{D773FE39-9D89-4CB0-92D7-532FBF532191}" srcOrd="0" destOrd="0" presId="urn:microsoft.com/office/officeart/2008/layout/LinedList"/>
    <dgm:cxn modelId="{808C41B3-52CE-419E-A055-0A01EE53B604}" srcId="{8C25D43B-C32C-48CF-965C-D5BF63B67A9C}" destId="{82B5EEE2-E616-482C-A75A-EB0B90F89FC4}" srcOrd="4" destOrd="0" parTransId="{8E12E214-747A-476C-8017-CF03E94E67A5}" sibTransId="{2D96FDF1-645D-4A3C-B18C-0D9363EB03D5}"/>
    <dgm:cxn modelId="{841EF9B4-790D-466B-8A49-A4E7EFDC69A6}" srcId="{8C25D43B-C32C-48CF-965C-D5BF63B67A9C}" destId="{BFF2B7C0-64CB-4FF2-9D3F-EB09F9810D73}" srcOrd="1" destOrd="0" parTransId="{730C5B94-9F85-4750-B407-56263A0D04E3}" sibTransId="{3D2EA32D-1001-41CA-8685-E738873731B9}"/>
    <dgm:cxn modelId="{9D85A5B7-1ED2-4B2A-A73D-10030ECB67CD}" type="presOf" srcId="{E24EE65D-A82A-4D93-9699-68A53B43D895}" destId="{37F8234D-F319-4C0A-B8D0-60D4040E43BD}" srcOrd="0" destOrd="0" presId="urn:microsoft.com/office/officeart/2008/layout/LinedList"/>
    <dgm:cxn modelId="{427ACADA-6D25-4F7D-BAC1-D359AD1FBC3D}" type="presOf" srcId="{8149783D-8B14-4D55-8DA1-2FF1324969A2}" destId="{8979771F-0FB4-4125-8ED2-0DF0B8578F2C}" srcOrd="0" destOrd="0" presId="urn:microsoft.com/office/officeart/2008/layout/LinedList"/>
    <dgm:cxn modelId="{24EFB6E7-6180-4DDD-8CB3-3474FDAF4306}" srcId="{8C25D43B-C32C-48CF-965C-D5BF63B67A9C}" destId="{8149783D-8B14-4D55-8DA1-2FF1324969A2}" srcOrd="2" destOrd="0" parTransId="{7FCB54C8-93E4-487A-B31F-199E597E95AE}" sibTransId="{1CC78CF3-B63C-4E9C-BF51-EA4BADC093F5}"/>
    <dgm:cxn modelId="{1D2F30F7-CB60-4B1B-80E2-7B7A6189903A}" type="presOf" srcId="{82B5EEE2-E616-482C-A75A-EB0B90F89FC4}" destId="{41E757F1-9207-49E1-BD5C-A1925EF7F4BC}" srcOrd="0" destOrd="0" presId="urn:microsoft.com/office/officeart/2008/layout/LinedList"/>
    <dgm:cxn modelId="{FFA12D9F-36D4-4F23-8930-C561A5B0512E}" type="presParOf" srcId="{08E09506-9A8F-4F51-ACC8-11CAB6ED0F1D}" destId="{E345D475-357D-42EE-9837-0FC1132D2C8A}" srcOrd="0" destOrd="0" presId="urn:microsoft.com/office/officeart/2008/layout/LinedList"/>
    <dgm:cxn modelId="{5E0BDAC7-8346-4198-B14B-42534A00F379}" type="presParOf" srcId="{08E09506-9A8F-4F51-ACC8-11CAB6ED0F1D}" destId="{160E89F8-5F19-4C6C-96C9-50AA6785BEDF}" srcOrd="1" destOrd="0" presId="urn:microsoft.com/office/officeart/2008/layout/LinedList"/>
    <dgm:cxn modelId="{B16858F4-85DF-4F99-926D-DF1FF92F0DC8}" type="presParOf" srcId="{160E89F8-5F19-4C6C-96C9-50AA6785BEDF}" destId="{105D1893-1A43-4E54-92CE-60BD7B79068B}" srcOrd="0" destOrd="0" presId="urn:microsoft.com/office/officeart/2008/layout/LinedList"/>
    <dgm:cxn modelId="{F1E5877E-9459-4365-A628-CF593AED2803}" type="presParOf" srcId="{160E89F8-5F19-4C6C-96C9-50AA6785BEDF}" destId="{C0965011-15B4-497A-B138-BA018F91DBBE}" srcOrd="1" destOrd="0" presId="urn:microsoft.com/office/officeart/2008/layout/LinedList"/>
    <dgm:cxn modelId="{1001366E-E3DD-4AD2-9B65-7718B678CE83}" type="presParOf" srcId="{08E09506-9A8F-4F51-ACC8-11CAB6ED0F1D}" destId="{1B071C74-5CD3-43D0-87CF-FDB1C91571FB}" srcOrd="2" destOrd="0" presId="urn:microsoft.com/office/officeart/2008/layout/LinedList"/>
    <dgm:cxn modelId="{25DD3165-6D7E-4001-921D-9165DA283D8E}" type="presParOf" srcId="{08E09506-9A8F-4F51-ACC8-11CAB6ED0F1D}" destId="{7356D82C-BD32-4B68-B49C-ECB64EA163B0}" srcOrd="3" destOrd="0" presId="urn:microsoft.com/office/officeart/2008/layout/LinedList"/>
    <dgm:cxn modelId="{58787DC3-81EB-421E-BE70-E56BC4A86175}" type="presParOf" srcId="{7356D82C-BD32-4B68-B49C-ECB64EA163B0}" destId="{D773FE39-9D89-4CB0-92D7-532FBF532191}" srcOrd="0" destOrd="0" presId="urn:microsoft.com/office/officeart/2008/layout/LinedList"/>
    <dgm:cxn modelId="{B2D540DD-0937-4717-AEBA-6F57B8F735F8}" type="presParOf" srcId="{7356D82C-BD32-4B68-B49C-ECB64EA163B0}" destId="{12D40CC9-B5E2-42E7-849E-C2E392D5D60C}" srcOrd="1" destOrd="0" presId="urn:microsoft.com/office/officeart/2008/layout/LinedList"/>
    <dgm:cxn modelId="{D823ABE9-A5EA-46A0-96DF-51EA90E34A57}" type="presParOf" srcId="{08E09506-9A8F-4F51-ACC8-11CAB6ED0F1D}" destId="{4FD74640-5755-4C52-839F-9130B7A725CD}" srcOrd="4" destOrd="0" presId="urn:microsoft.com/office/officeart/2008/layout/LinedList"/>
    <dgm:cxn modelId="{20CF79CC-49AB-4735-B80E-CC90CB70B886}" type="presParOf" srcId="{08E09506-9A8F-4F51-ACC8-11CAB6ED0F1D}" destId="{FD76E984-1787-4F9A-A04A-8FB434E2CA6A}" srcOrd="5" destOrd="0" presId="urn:microsoft.com/office/officeart/2008/layout/LinedList"/>
    <dgm:cxn modelId="{0A908FDC-2C42-4864-AAD4-9464376A07C3}" type="presParOf" srcId="{FD76E984-1787-4F9A-A04A-8FB434E2CA6A}" destId="{8979771F-0FB4-4125-8ED2-0DF0B8578F2C}" srcOrd="0" destOrd="0" presId="urn:microsoft.com/office/officeart/2008/layout/LinedList"/>
    <dgm:cxn modelId="{D4466703-7456-42A9-8C58-D4965CFF0B0F}" type="presParOf" srcId="{FD76E984-1787-4F9A-A04A-8FB434E2CA6A}" destId="{170F4E07-B98C-4ADF-9F3D-AA0D17D31029}" srcOrd="1" destOrd="0" presId="urn:microsoft.com/office/officeart/2008/layout/LinedList"/>
    <dgm:cxn modelId="{5D3D5A5C-5ACD-4FD9-BCC8-8C27586BC9FF}" type="presParOf" srcId="{08E09506-9A8F-4F51-ACC8-11CAB6ED0F1D}" destId="{7C7A4B7C-9A18-4FD5-9944-3593A652ACF0}" srcOrd="6" destOrd="0" presId="urn:microsoft.com/office/officeart/2008/layout/LinedList"/>
    <dgm:cxn modelId="{86034457-AE8E-4DC8-854D-E03F42145C90}" type="presParOf" srcId="{08E09506-9A8F-4F51-ACC8-11CAB6ED0F1D}" destId="{5CBE1E9C-96A9-410E-AB2B-5C740A21F425}" srcOrd="7" destOrd="0" presId="urn:microsoft.com/office/officeart/2008/layout/LinedList"/>
    <dgm:cxn modelId="{8143429A-08DD-47F2-BCA5-7CB972077B76}" type="presParOf" srcId="{5CBE1E9C-96A9-410E-AB2B-5C740A21F425}" destId="{37F8234D-F319-4C0A-B8D0-60D4040E43BD}" srcOrd="0" destOrd="0" presId="urn:microsoft.com/office/officeart/2008/layout/LinedList"/>
    <dgm:cxn modelId="{50A4B743-543A-4C65-9751-5D9CFE076F3E}" type="presParOf" srcId="{5CBE1E9C-96A9-410E-AB2B-5C740A21F425}" destId="{BABCE8FD-B254-4370-BF47-D2546C61EBE4}" srcOrd="1" destOrd="0" presId="urn:microsoft.com/office/officeart/2008/layout/LinedList"/>
    <dgm:cxn modelId="{F2BF5F22-E086-4FB0-9377-569B091F04D2}" type="presParOf" srcId="{08E09506-9A8F-4F51-ACC8-11CAB6ED0F1D}" destId="{C8212B12-A750-437B-9ED9-9570884DCB83}" srcOrd="8" destOrd="0" presId="urn:microsoft.com/office/officeart/2008/layout/LinedList"/>
    <dgm:cxn modelId="{93AF2186-FD96-48CD-B596-62B89824C8E3}" type="presParOf" srcId="{08E09506-9A8F-4F51-ACC8-11CAB6ED0F1D}" destId="{7424BED0-C423-4FF0-BE81-CD1F19F1225A}" srcOrd="9" destOrd="0" presId="urn:microsoft.com/office/officeart/2008/layout/LinedList"/>
    <dgm:cxn modelId="{963656EA-4311-4EB8-A218-C06C39E45082}" type="presParOf" srcId="{7424BED0-C423-4FF0-BE81-CD1F19F1225A}" destId="{41E757F1-9207-49E1-BD5C-A1925EF7F4BC}" srcOrd="0" destOrd="0" presId="urn:microsoft.com/office/officeart/2008/layout/LinedList"/>
    <dgm:cxn modelId="{1E117F71-A816-4C12-800C-D17C2F4697C1}" type="presParOf" srcId="{7424BED0-C423-4FF0-BE81-CD1F19F1225A}" destId="{81EE55C3-5271-4790-8005-1E184E38B32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B1040A74-3425-4496-9B0A-B44C8BBE881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18A355-77FE-4B1D-A816-FBA115FF7404}">
      <dgm:prSet/>
      <dgm:spPr/>
      <dgm:t>
        <a:bodyPr/>
        <a:lstStyle/>
        <a:p>
          <a:r>
            <a:rPr lang="uk-UA" b="0" i="0"/>
            <a:t>Визволення Донбасу.</a:t>
          </a:r>
          <a:endParaRPr lang="uk-UA"/>
        </a:p>
      </dgm:t>
    </dgm:pt>
    <dgm:pt modelId="{E7EE247B-69EC-46E5-9507-AF889F35BE2B}" type="parTrans" cxnId="{70464EC9-6FCB-4A10-8B56-88891D3B1C4C}">
      <dgm:prSet/>
      <dgm:spPr/>
      <dgm:t>
        <a:bodyPr/>
        <a:lstStyle/>
        <a:p>
          <a:endParaRPr lang="uk-UA"/>
        </a:p>
      </dgm:t>
    </dgm:pt>
    <dgm:pt modelId="{DA7EAD9F-61D1-4569-9DAB-B51AC9151F88}" type="sibTrans" cxnId="{70464EC9-6FCB-4A10-8B56-88891D3B1C4C}">
      <dgm:prSet/>
      <dgm:spPr/>
      <dgm:t>
        <a:bodyPr/>
        <a:lstStyle/>
        <a:p>
          <a:endParaRPr lang="uk-UA"/>
        </a:p>
      </dgm:t>
    </dgm:pt>
    <dgm:pt modelId="{C58B8683-1227-48FB-8320-6F32B32F6774}">
      <dgm:prSet/>
      <dgm:spPr/>
      <dgm:t>
        <a:bodyPr/>
        <a:lstStyle/>
        <a:p>
          <a:r>
            <a:rPr lang="uk-UA" b="0" i="0"/>
            <a:t>«Битва за Дніпро».</a:t>
          </a:r>
          <a:endParaRPr lang="uk-UA"/>
        </a:p>
      </dgm:t>
    </dgm:pt>
    <dgm:pt modelId="{08B9DB14-B62D-41C5-810D-8774879F09BE}" type="parTrans" cxnId="{F2A213B4-34E2-4010-8AC2-B60B431C86D3}">
      <dgm:prSet/>
      <dgm:spPr/>
      <dgm:t>
        <a:bodyPr/>
        <a:lstStyle/>
        <a:p>
          <a:endParaRPr lang="uk-UA"/>
        </a:p>
      </dgm:t>
    </dgm:pt>
    <dgm:pt modelId="{7573A9FA-9FCF-4D0E-8727-88C9847AE485}" type="sibTrans" cxnId="{F2A213B4-34E2-4010-8AC2-B60B431C86D3}">
      <dgm:prSet/>
      <dgm:spPr/>
      <dgm:t>
        <a:bodyPr/>
        <a:lstStyle/>
        <a:p>
          <a:endParaRPr lang="uk-UA"/>
        </a:p>
      </dgm:t>
    </dgm:pt>
    <dgm:pt modelId="{08241864-94C3-475A-81AA-B93EB1AE7875}">
      <dgm:prSet/>
      <dgm:spPr/>
      <dgm:t>
        <a:bodyPr/>
        <a:lstStyle/>
        <a:p>
          <a:r>
            <a:rPr lang="uk-UA" b="0" i="0"/>
            <a:t>Корсунь-Шевченківська наступальна операція.</a:t>
          </a:r>
          <a:endParaRPr lang="uk-UA"/>
        </a:p>
      </dgm:t>
    </dgm:pt>
    <dgm:pt modelId="{20D144E0-7CB0-4DE7-9E8A-BCFD4A10BA72}" type="parTrans" cxnId="{8B4B9B80-1A2A-4B78-8F39-CB6AC17CF5A1}">
      <dgm:prSet/>
      <dgm:spPr/>
      <dgm:t>
        <a:bodyPr/>
        <a:lstStyle/>
        <a:p>
          <a:endParaRPr lang="uk-UA"/>
        </a:p>
      </dgm:t>
    </dgm:pt>
    <dgm:pt modelId="{DB7D025C-42FF-4424-BFC9-61E6DB1CF8DF}" type="sibTrans" cxnId="{8B4B9B80-1A2A-4B78-8F39-CB6AC17CF5A1}">
      <dgm:prSet/>
      <dgm:spPr/>
      <dgm:t>
        <a:bodyPr/>
        <a:lstStyle/>
        <a:p>
          <a:endParaRPr lang="uk-UA"/>
        </a:p>
      </dgm:t>
    </dgm:pt>
    <dgm:pt modelId="{5E09D579-B47E-4D65-8E6B-7089603DB688}" type="pres">
      <dgm:prSet presAssocID="{B1040A74-3425-4496-9B0A-B44C8BBE8815}" presName="linearFlow" presStyleCnt="0">
        <dgm:presLayoutVars>
          <dgm:dir/>
          <dgm:resizeHandles val="exact"/>
        </dgm:presLayoutVars>
      </dgm:prSet>
      <dgm:spPr/>
    </dgm:pt>
    <dgm:pt modelId="{F4F51875-B98E-4999-8A8C-DE17926A4860}" type="pres">
      <dgm:prSet presAssocID="{2118A355-77FE-4B1D-A816-FBA115FF7404}" presName="composite" presStyleCnt="0"/>
      <dgm:spPr/>
    </dgm:pt>
    <dgm:pt modelId="{0E0D511D-C4EB-4123-B6B1-801CC34236C0}" type="pres">
      <dgm:prSet presAssocID="{2118A355-77FE-4B1D-A816-FBA115FF7404}" presName="imgShp" presStyleLbl="fgImgPlace1" presStyleIdx="0" presStyleCnt="3"/>
      <dgm:spPr/>
    </dgm:pt>
    <dgm:pt modelId="{725704F7-8230-4601-92D0-50C68B83B4FA}" type="pres">
      <dgm:prSet presAssocID="{2118A355-77FE-4B1D-A816-FBA115FF7404}" presName="txShp" presStyleLbl="node1" presStyleIdx="0" presStyleCnt="3">
        <dgm:presLayoutVars>
          <dgm:bulletEnabled val="1"/>
        </dgm:presLayoutVars>
      </dgm:prSet>
      <dgm:spPr/>
    </dgm:pt>
    <dgm:pt modelId="{95152E1F-2ED9-421C-86C7-F16493525AB0}" type="pres">
      <dgm:prSet presAssocID="{DA7EAD9F-61D1-4569-9DAB-B51AC9151F88}" presName="spacing" presStyleCnt="0"/>
      <dgm:spPr/>
    </dgm:pt>
    <dgm:pt modelId="{F1026F85-3101-4274-BA27-146F8120337C}" type="pres">
      <dgm:prSet presAssocID="{C58B8683-1227-48FB-8320-6F32B32F6774}" presName="composite" presStyleCnt="0"/>
      <dgm:spPr/>
    </dgm:pt>
    <dgm:pt modelId="{3A4312A1-1831-4860-A2F4-43D363C90FD6}" type="pres">
      <dgm:prSet presAssocID="{C58B8683-1227-48FB-8320-6F32B32F6774}" presName="imgShp" presStyleLbl="fgImgPlace1" presStyleIdx="1" presStyleCnt="3"/>
      <dgm:spPr/>
    </dgm:pt>
    <dgm:pt modelId="{0AD489AE-2398-4D2C-8CD1-546BB1B827AF}" type="pres">
      <dgm:prSet presAssocID="{C58B8683-1227-48FB-8320-6F32B32F6774}" presName="txShp" presStyleLbl="node1" presStyleIdx="1" presStyleCnt="3">
        <dgm:presLayoutVars>
          <dgm:bulletEnabled val="1"/>
        </dgm:presLayoutVars>
      </dgm:prSet>
      <dgm:spPr/>
    </dgm:pt>
    <dgm:pt modelId="{18D8224F-2B7F-4497-A0B3-19EF2E0EDAC7}" type="pres">
      <dgm:prSet presAssocID="{7573A9FA-9FCF-4D0E-8727-88C9847AE485}" presName="spacing" presStyleCnt="0"/>
      <dgm:spPr/>
    </dgm:pt>
    <dgm:pt modelId="{EA219D55-F4AE-4EF7-8B72-4ACB80B9849A}" type="pres">
      <dgm:prSet presAssocID="{08241864-94C3-475A-81AA-B93EB1AE7875}" presName="composite" presStyleCnt="0"/>
      <dgm:spPr/>
    </dgm:pt>
    <dgm:pt modelId="{849B90AA-800A-4C94-8696-BF668D196B36}" type="pres">
      <dgm:prSet presAssocID="{08241864-94C3-475A-81AA-B93EB1AE7875}" presName="imgShp" presStyleLbl="fgImgPlace1" presStyleIdx="2" presStyleCnt="3"/>
      <dgm:spPr/>
    </dgm:pt>
    <dgm:pt modelId="{7877153D-441F-459A-8CF3-19F1C0110B3A}" type="pres">
      <dgm:prSet presAssocID="{08241864-94C3-475A-81AA-B93EB1AE7875}" presName="txShp" presStyleLbl="node1" presStyleIdx="2" presStyleCnt="3">
        <dgm:presLayoutVars>
          <dgm:bulletEnabled val="1"/>
        </dgm:presLayoutVars>
      </dgm:prSet>
      <dgm:spPr/>
    </dgm:pt>
  </dgm:ptLst>
  <dgm:cxnLst>
    <dgm:cxn modelId="{F74D5528-C592-4B83-8B34-0F6D4E7270F1}" type="presOf" srcId="{08241864-94C3-475A-81AA-B93EB1AE7875}" destId="{7877153D-441F-459A-8CF3-19F1C0110B3A}" srcOrd="0" destOrd="0" presId="urn:microsoft.com/office/officeart/2005/8/layout/vList3"/>
    <dgm:cxn modelId="{AA74C135-8EDB-4CE7-963D-9396EC74EEB1}" type="presOf" srcId="{B1040A74-3425-4496-9B0A-B44C8BBE8815}" destId="{5E09D579-B47E-4D65-8E6B-7089603DB688}" srcOrd="0" destOrd="0" presId="urn:microsoft.com/office/officeart/2005/8/layout/vList3"/>
    <dgm:cxn modelId="{8B4B9B80-1A2A-4B78-8F39-CB6AC17CF5A1}" srcId="{B1040A74-3425-4496-9B0A-B44C8BBE8815}" destId="{08241864-94C3-475A-81AA-B93EB1AE7875}" srcOrd="2" destOrd="0" parTransId="{20D144E0-7CB0-4DE7-9E8A-BCFD4A10BA72}" sibTransId="{DB7D025C-42FF-4424-BFC9-61E6DB1CF8DF}"/>
    <dgm:cxn modelId="{A640B09F-6C2D-4D5E-AE0E-5B20C0BC742A}" type="presOf" srcId="{C58B8683-1227-48FB-8320-6F32B32F6774}" destId="{0AD489AE-2398-4D2C-8CD1-546BB1B827AF}" srcOrd="0" destOrd="0" presId="urn:microsoft.com/office/officeart/2005/8/layout/vList3"/>
    <dgm:cxn modelId="{F2A213B4-34E2-4010-8AC2-B60B431C86D3}" srcId="{B1040A74-3425-4496-9B0A-B44C8BBE8815}" destId="{C58B8683-1227-48FB-8320-6F32B32F6774}" srcOrd="1" destOrd="0" parTransId="{08B9DB14-B62D-41C5-810D-8774879F09BE}" sibTransId="{7573A9FA-9FCF-4D0E-8727-88C9847AE485}"/>
    <dgm:cxn modelId="{70464EC9-6FCB-4A10-8B56-88891D3B1C4C}" srcId="{B1040A74-3425-4496-9B0A-B44C8BBE8815}" destId="{2118A355-77FE-4B1D-A816-FBA115FF7404}" srcOrd="0" destOrd="0" parTransId="{E7EE247B-69EC-46E5-9507-AF889F35BE2B}" sibTransId="{DA7EAD9F-61D1-4569-9DAB-B51AC9151F88}"/>
    <dgm:cxn modelId="{172D13D3-3917-4A18-84F2-80F0454F6B23}" type="presOf" srcId="{2118A355-77FE-4B1D-A816-FBA115FF7404}" destId="{725704F7-8230-4601-92D0-50C68B83B4FA}" srcOrd="0" destOrd="0" presId="urn:microsoft.com/office/officeart/2005/8/layout/vList3"/>
    <dgm:cxn modelId="{556577FA-183F-4675-94A7-5CAA44FDF854}" type="presParOf" srcId="{5E09D579-B47E-4D65-8E6B-7089603DB688}" destId="{F4F51875-B98E-4999-8A8C-DE17926A4860}" srcOrd="0" destOrd="0" presId="urn:microsoft.com/office/officeart/2005/8/layout/vList3"/>
    <dgm:cxn modelId="{3B600EAF-EF4D-4EB0-95B5-1F5E6EF8DC06}" type="presParOf" srcId="{F4F51875-B98E-4999-8A8C-DE17926A4860}" destId="{0E0D511D-C4EB-4123-B6B1-801CC34236C0}" srcOrd="0" destOrd="0" presId="urn:microsoft.com/office/officeart/2005/8/layout/vList3"/>
    <dgm:cxn modelId="{95CD7494-E9D8-4697-83C9-75E009F10F16}" type="presParOf" srcId="{F4F51875-B98E-4999-8A8C-DE17926A4860}" destId="{725704F7-8230-4601-92D0-50C68B83B4FA}" srcOrd="1" destOrd="0" presId="urn:microsoft.com/office/officeart/2005/8/layout/vList3"/>
    <dgm:cxn modelId="{F53D642A-8B1B-4961-A6D0-463ED4932494}" type="presParOf" srcId="{5E09D579-B47E-4D65-8E6B-7089603DB688}" destId="{95152E1F-2ED9-421C-86C7-F16493525AB0}" srcOrd="1" destOrd="0" presId="urn:microsoft.com/office/officeart/2005/8/layout/vList3"/>
    <dgm:cxn modelId="{595BF3F0-E6B0-4A43-9111-891CD040E317}" type="presParOf" srcId="{5E09D579-B47E-4D65-8E6B-7089603DB688}" destId="{F1026F85-3101-4274-BA27-146F8120337C}" srcOrd="2" destOrd="0" presId="urn:microsoft.com/office/officeart/2005/8/layout/vList3"/>
    <dgm:cxn modelId="{E7727A1B-265D-4DED-BA57-E499393C6781}" type="presParOf" srcId="{F1026F85-3101-4274-BA27-146F8120337C}" destId="{3A4312A1-1831-4860-A2F4-43D363C90FD6}" srcOrd="0" destOrd="0" presId="urn:microsoft.com/office/officeart/2005/8/layout/vList3"/>
    <dgm:cxn modelId="{4334176D-5894-450A-8483-D7BD0F5BD1C2}" type="presParOf" srcId="{F1026F85-3101-4274-BA27-146F8120337C}" destId="{0AD489AE-2398-4D2C-8CD1-546BB1B827AF}" srcOrd="1" destOrd="0" presId="urn:microsoft.com/office/officeart/2005/8/layout/vList3"/>
    <dgm:cxn modelId="{E3DC97C2-A05C-4703-9180-798EA6443973}" type="presParOf" srcId="{5E09D579-B47E-4D65-8E6B-7089603DB688}" destId="{18D8224F-2B7F-4497-A0B3-19EF2E0EDAC7}" srcOrd="3" destOrd="0" presId="urn:microsoft.com/office/officeart/2005/8/layout/vList3"/>
    <dgm:cxn modelId="{BF1FFE92-3091-4100-8A2B-1DD48E6F3F48}" type="presParOf" srcId="{5E09D579-B47E-4D65-8E6B-7089603DB688}" destId="{EA219D55-F4AE-4EF7-8B72-4ACB80B9849A}" srcOrd="4" destOrd="0" presId="urn:microsoft.com/office/officeart/2005/8/layout/vList3"/>
    <dgm:cxn modelId="{3466C48E-9E20-4C9F-96B9-2DD5D2AB0F5A}" type="presParOf" srcId="{EA219D55-F4AE-4EF7-8B72-4ACB80B9849A}" destId="{849B90AA-800A-4C94-8696-BF668D196B36}" srcOrd="0" destOrd="0" presId="urn:microsoft.com/office/officeart/2005/8/layout/vList3"/>
    <dgm:cxn modelId="{717AC309-8443-4E9C-9095-DB1978A3149B}" type="presParOf" srcId="{EA219D55-F4AE-4EF7-8B72-4ACB80B9849A}" destId="{7877153D-441F-459A-8CF3-19F1C0110B3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B96ACD28-E7ED-4875-A59A-B9E17CAABF0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A3E9A3-0255-48F0-9679-DF1A52C67799}">
      <dgm:prSet/>
      <dgm:spPr/>
      <dgm:t>
        <a:bodyPr/>
        <a:lstStyle/>
        <a:p>
          <a:r>
            <a:rPr lang="uk-UA" b="0" i="0"/>
            <a:t>Депортація кримських татар до Середньої Азії.</a:t>
          </a:r>
          <a:endParaRPr lang="uk-UA"/>
        </a:p>
      </dgm:t>
    </dgm:pt>
    <dgm:pt modelId="{42EEC65B-CE3C-46FA-AAEF-F150428C33ED}" type="parTrans" cxnId="{D5F03610-CE85-441B-BE8D-B9405999DAC5}">
      <dgm:prSet/>
      <dgm:spPr/>
      <dgm:t>
        <a:bodyPr/>
        <a:lstStyle/>
        <a:p>
          <a:endParaRPr lang="uk-UA"/>
        </a:p>
      </dgm:t>
    </dgm:pt>
    <dgm:pt modelId="{86E7AC4A-CDA6-49C2-8185-8FF7A9321AB6}" type="sibTrans" cxnId="{D5F03610-CE85-441B-BE8D-B9405999DAC5}">
      <dgm:prSet/>
      <dgm:spPr/>
      <dgm:t>
        <a:bodyPr/>
        <a:lstStyle/>
        <a:p>
          <a:endParaRPr lang="uk-UA"/>
        </a:p>
      </dgm:t>
    </dgm:pt>
    <dgm:pt modelId="{84356452-D008-4333-B4A8-118FF34C53FF}">
      <dgm:prSet/>
      <dgm:spPr/>
      <dgm:t>
        <a:bodyPr/>
        <a:lstStyle/>
        <a:p>
          <a:r>
            <a:rPr lang="uk-UA" b="0" i="0"/>
            <a:t>Львівсько-Сандомирська наступальна операція.</a:t>
          </a:r>
          <a:endParaRPr lang="uk-UA"/>
        </a:p>
      </dgm:t>
    </dgm:pt>
    <dgm:pt modelId="{ED1A2DD7-249E-4ADE-A95F-C29EBB4F5019}" type="parTrans" cxnId="{F5087AEF-4D03-4BF9-AFEF-79E886AA15F5}">
      <dgm:prSet/>
      <dgm:spPr/>
      <dgm:t>
        <a:bodyPr/>
        <a:lstStyle/>
        <a:p>
          <a:endParaRPr lang="uk-UA"/>
        </a:p>
      </dgm:t>
    </dgm:pt>
    <dgm:pt modelId="{473F457C-1265-430E-927E-94EB8D6DC8B3}" type="sibTrans" cxnId="{F5087AEF-4D03-4BF9-AFEF-79E886AA15F5}">
      <dgm:prSet/>
      <dgm:spPr/>
      <dgm:t>
        <a:bodyPr/>
        <a:lstStyle/>
        <a:p>
          <a:endParaRPr lang="uk-UA"/>
        </a:p>
      </dgm:t>
    </dgm:pt>
    <dgm:pt modelId="{3F5D80CE-2257-4CF9-B4DA-8D5DE2A5ADD6}">
      <dgm:prSet/>
      <dgm:spPr/>
      <dgm:t>
        <a:bodyPr/>
        <a:lstStyle/>
        <a:p>
          <a:r>
            <a:rPr lang="uk-UA" b="0" i="0"/>
            <a:t>Утворення Українського штабу партизанського руху.</a:t>
          </a:r>
          <a:endParaRPr lang="uk-UA"/>
        </a:p>
      </dgm:t>
    </dgm:pt>
    <dgm:pt modelId="{4BA5A79E-E432-499A-9642-3FDDD6D99802}" type="parTrans" cxnId="{B3F02F53-BAEC-45F4-A7B7-F3E5527120CF}">
      <dgm:prSet/>
      <dgm:spPr/>
      <dgm:t>
        <a:bodyPr/>
        <a:lstStyle/>
        <a:p>
          <a:endParaRPr lang="uk-UA"/>
        </a:p>
      </dgm:t>
    </dgm:pt>
    <dgm:pt modelId="{8C8032CE-4E51-42A9-BEAF-DF48E51E89F3}" type="sibTrans" cxnId="{B3F02F53-BAEC-45F4-A7B7-F3E5527120CF}">
      <dgm:prSet/>
      <dgm:spPr/>
      <dgm:t>
        <a:bodyPr/>
        <a:lstStyle/>
        <a:p>
          <a:endParaRPr lang="uk-UA"/>
        </a:p>
      </dgm:t>
    </dgm:pt>
    <dgm:pt modelId="{808E7EFE-1DCC-4FC4-8025-468AA7A8C094}" type="pres">
      <dgm:prSet presAssocID="{B96ACD28-E7ED-4875-A59A-B9E17CAABF07}" presName="linearFlow" presStyleCnt="0">
        <dgm:presLayoutVars>
          <dgm:dir/>
          <dgm:resizeHandles val="exact"/>
        </dgm:presLayoutVars>
      </dgm:prSet>
      <dgm:spPr/>
    </dgm:pt>
    <dgm:pt modelId="{AA5C2FEE-1206-401C-AF63-F49E18C18700}" type="pres">
      <dgm:prSet presAssocID="{D1A3E9A3-0255-48F0-9679-DF1A52C67799}" presName="composite" presStyleCnt="0"/>
      <dgm:spPr/>
    </dgm:pt>
    <dgm:pt modelId="{807B58B5-F819-436A-A95F-72B69E53041C}" type="pres">
      <dgm:prSet presAssocID="{D1A3E9A3-0255-48F0-9679-DF1A52C67799}" presName="imgShp" presStyleLbl="fgImgPlace1" presStyleIdx="0" presStyleCnt="3"/>
      <dgm:spPr/>
    </dgm:pt>
    <dgm:pt modelId="{DFB8009F-F873-4B24-850B-0510A318A870}" type="pres">
      <dgm:prSet presAssocID="{D1A3E9A3-0255-48F0-9679-DF1A52C67799}" presName="txShp" presStyleLbl="node1" presStyleIdx="0" presStyleCnt="3">
        <dgm:presLayoutVars>
          <dgm:bulletEnabled val="1"/>
        </dgm:presLayoutVars>
      </dgm:prSet>
      <dgm:spPr/>
    </dgm:pt>
    <dgm:pt modelId="{54DE2803-445F-40A1-A09D-9043BA32706B}" type="pres">
      <dgm:prSet presAssocID="{86E7AC4A-CDA6-49C2-8185-8FF7A9321AB6}" presName="spacing" presStyleCnt="0"/>
      <dgm:spPr/>
    </dgm:pt>
    <dgm:pt modelId="{4F804447-AA78-41F7-9619-E20160D5F49A}" type="pres">
      <dgm:prSet presAssocID="{84356452-D008-4333-B4A8-118FF34C53FF}" presName="composite" presStyleCnt="0"/>
      <dgm:spPr/>
    </dgm:pt>
    <dgm:pt modelId="{10C96A2C-BDCA-4E9D-A07F-37ABE2993F26}" type="pres">
      <dgm:prSet presAssocID="{84356452-D008-4333-B4A8-118FF34C53FF}" presName="imgShp" presStyleLbl="fgImgPlace1" presStyleIdx="1" presStyleCnt="3"/>
      <dgm:spPr/>
    </dgm:pt>
    <dgm:pt modelId="{9ABDFCDB-5830-40DB-8212-4B3354C7CA01}" type="pres">
      <dgm:prSet presAssocID="{84356452-D008-4333-B4A8-118FF34C53FF}" presName="txShp" presStyleLbl="node1" presStyleIdx="1" presStyleCnt="3">
        <dgm:presLayoutVars>
          <dgm:bulletEnabled val="1"/>
        </dgm:presLayoutVars>
      </dgm:prSet>
      <dgm:spPr/>
    </dgm:pt>
    <dgm:pt modelId="{4FC56A14-C2B0-420D-AB32-ECB088DA97E3}" type="pres">
      <dgm:prSet presAssocID="{473F457C-1265-430E-927E-94EB8D6DC8B3}" presName="spacing" presStyleCnt="0"/>
      <dgm:spPr/>
    </dgm:pt>
    <dgm:pt modelId="{1BA3EAB3-160B-40B3-8EE3-2C818E95C206}" type="pres">
      <dgm:prSet presAssocID="{3F5D80CE-2257-4CF9-B4DA-8D5DE2A5ADD6}" presName="composite" presStyleCnt="0"/>
      <dgm:spPr/>
    </dgm:pt>
    <dgm:pt modelId="{CFC6FEC0-A5F6-4ECE-B4BE-B44382B69B00}" type="pres">
      <dgm:prSet presAssocID="{3F5D80CE-2257-4CF9-B4DA-8D5DE2A5ADD6}" presName="imgShp" presStyleLbl="fgImgPlace1" presStyleIdx="2" presStyleCnt="3"/>
      <dgm:spPr/>
    </dgm:pt>
    <dgm:pt modelId="{E0544137-03C9-41AC-9640-40A0B22D421E}" type="pres">
      <dgm:prSet presAssocID="{3F5D80CE-2257-4CF9-B4DA-8D5DE2A5ADD6}" presName="txShp" presStyleLbl="node1" presStyleIdx="2" presStyleCnt="3">
        <dgm:presLayoutVars>
          <dgm:bulletEnabled val="1"/>
        </dgm:presLayoutVars>
      </dgm:prSet>
      <dgm:spPr/>
    </dgm:pt>
  </dgm:ptLst>
  <dgm:cxnLst>
    <dgm:cxn modelId="{D5F03610-CE85-441B-BE8D-B9405999DAC5}" srcId="{B96ACD28-E7ED-4875-A59A-B9E17CAABF07}" destId="{D1A3E9A3-0255-48F0-9679-DF1A52C67799}" srcOrd="0" destOrd="0" parTransId="{42EEC65B-CE3C-46FA-AAEF-F150428C33ED}" sibTransId="{86E7AC4A-CDA6-49C2-8185-8FF7A9321AB6}"/>
    <dgm:cxn modelId="{79B9B912-C2CA-42B0-910A-B205E214368C}" type="presOf" srcId="{84356452-D008-4333-B4A8-118FF34C53FF}" destId="{9ABDFCDB-5830-40DB-8212-4B3354C7CA01}" srcOrd="0" destOrd="0" presId="urn:microsoft.com/office/officeart/2005/8/layout/vList3"/>
    <dgm:cxn modelId="{AF772E28-6CDD-44B5-8697-7CC399C5043F}" type="presOf" srcId="{D1A3E9A3-0255-48F0-9679-DF1A52C67799}" destId="{DFB8009F-F873-4B24-850B-0510A318A870}" srcOrd="0" destOrd="0" presId="urn:microsoft.com/office/officeart/2005/8/layout/vList3"/>
    <dgm:cxn modelId="{B3F02F53-BAEC-45F4-A7B7-F3E5527120CF}" srcId="{B96ACD28-E7ED-4875-A59A-B9E17CAABF07}" destId="{3F5D80CE-2257-4CF9-B4DA-8D5DE2A5ADD6}" srcOrd="2" destOrd="0" parTransId="{4BA5A79E-E432-499A-9642-3FDDD6D99802}" sibTransId="{8C8032CE-4E51-42A9-BEAF-DF48E51E89F3}"/>
    <dgm:cxn modelId="{66E0BD97-6AB9-4503-BBC6-32DA58FBD89E}" type="presOf" srcId="{B96ACD28-E7ED-4875-A59A-B9E17CAABF07}" destId="{808E7EFE-1DCC-4FC4-8025-468AA7A8C094}" srcOrd="0" destOrd="0" presId="urn:microsoft.com/office/officeart/2005/8/layout/vList3"/>
    <dgm:cxn modelId="{AAAD9DEC-45A5-4ED0-8AC9-07DAE08A5D91}" type="presOf" srcId="{3F5D80CE-2257-4CF9-B4DA-8D5DE2A5ADD6}" destId="{E0544137-03C9-41AC-9640-40A0B22D421E}" srcOrd="0" destOrd="0" presId="urn:microsoft.com/office/officeart/2005/8/layout/vList3"/>
    <dgm:cxn modelId="{F5087AEF-4D03-4BF9-AFEF-79E886AA15F5}" srcId="{B96ACD28-E7ED-4875-A59A-B9E17CAABF07}" destId="{84356452-D008-4333-B4A8-118FF34C53FF}" srcOrd="1" destOrd="0" parTransId="{ED1A2DD7-249E-4ADE-A95F-C29EBB4F5019}" sibTransId="{473F457C-1265-430E-927E-94EB8D6DC8B3}"/>
    <dgm:cxn modelId="{AB36F8A5-BBC7-459A-AA44-FD1B490D6CF3}" type="presParOf" srcId="{808E7EFE-1DCC-4FC4-8025-468AA7A8C094}" destId="{AA5C2FEE-1206-401C-AF63-F49E18C18700}" srcOrd="0" destOrd="0" presId="urn:microsoft.com/office/officeart/2005/8/layout/vList3"/>
    <dgm:cxn modelId="{B1A3030A-F173-4FAA-A5E4-4F65944F8C68}" type="presParOf" srcId="{AA5C2FEE-1206-401C-AF63-F49E18C18700}" destId="{807B58B5-F819-436A-A95F-72B69E53041C}" srcOrd="0" destOrd="0" presId="urn:microsoft.com/office/officeart/2005/8/layout/vList3"/>
    <dgm:cxn modelId="{3A621093-1406-480F-926D-523F53CFACB5}" type="presParOf" srcId="{AA5C2FEE-1206-401C-AF63-F49E18C18700}" destId="{DFB8009F-F873-4B24-850B-0510A318A870}" srcOrd="1" destOrd="0" presId="urn:microsoft.com/office/officeart/2005/8/layout/vList3"/>
    <dgm:cxn modelId="{D12EFAB0-D102-4389-96B1-10F19F4F54B4}" type="presParOf" srcId="{808E7EFE-1DCC-4FC4-8025-468AA7A8C094}" destId="{54DE2803-445F-40A1-A09D-9043BA32706B}" srcOrd="1" destOrd="0" presId="urn:microsoft.com/office/officeart/2005/8/layout/vList3"/>
    <dgm:cxn modelId="{EE9C3F4C-0530-4850-BC84-28218C48DDFE}" type="presParOf" srcId="{808E7EFE-1DCC-4FC4-8025-468AA7A8C094}" destId="{4F804447-AA78-41F7-9619-E20160D5F49A}" srcOrd="2" destOrd="0" presId="urn:microsoft.com/office/officeart/2005/8/layout/vList3"/>
    <dgm:cxn modelId="{8FA75EA6-BEFA-442A-AFD2-F1ED46A2A4D8}" type="presParOf" srcId="{4F804447-AA78-41F7-9619-E20160D5F49A}" destId="{10C96A2C-BDCA-4E9D-A07F-37ABE2993F26}" srcOrd="0" destOrd="0" presId="urn:microsoft.com/office/officeart/2005/8/layout/vList3"/>
    <dgm:cxn modelId="{10AD0FF7-349D-47BD-B101-79CAC8B5F5EE}" type="presParOf" srcId="{4F804447-AA78-41F7-9619-E20160D5F49A}" destId="{9ABDFCDB-5830-40DB-8212-4B3354C7CA01}" srcOrd="1" destOrd="0" presId="urn:microsoft.com/office/officeart/2005/8/layout/vList3"/>
    <dgm:cxn modelId="{CD890AC6-7580-4DE9-9560-BE14286E4837}" type="presParOf" srcId="{808E7EFE-1DCC-4FC4-8025-468AA7A8C094}" destId="{4FC56A14-C2B0-420D-AB32-ECB088DA97E3}" srcOrd="3" destOrd="0" presId="urn:microsoft.com/office/officeart/2005/8/layout/vList3"/>
    <dgm:cxn modelId="{2818D860-9722-4006-B15E-9877D5318D1A}" type="presParOf" srcId="{808E7EFE-1DCC-4FC4-8025-468AA7A8C094}" destId="{1BA3EAB3-160B-40B3-8EE3-2C818E95C206}" srcOrd="4" destOrd="0" presId="urn:microsoft.com/office/officeart/2005/8/layout/vList3"/>
    <dgm:cxn modelId="{12E8EF57-25CF-4499-9ECA-6F08A3709B9C}" type="presParOf" srcId="{1BA3EAB3-160B-40B3-8EE3-2C818E95C206}" destId="{CFC6FEC0-A5F6-4ECE-B4BE-B44382B69B00}" srcOrd="0" destOrd="0" presId="urn:microsoft.com/office/officeart/2005/8/layout/vList3"/>
    <dgm:cxn modelId="{A67D22C9-3D49-487B-90E7-DECDC4FB8CF8}" type="presParOf" srcId="{1BA3EAB3-160B-40B3-8EE3-2C818E95C206}" destId="{E0544137-03C9-41AC-9640-40A0B22D421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DB84014-BEE8-4A37-9D67-3A911AB4F6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103DBDF-E9A5-4879-888E-97389A080920}">
      <dgm:prSet/>
      <dgm:spPr/>
      <dgm:t>
        <a:bodyPr/>
        <a:lstStyle/>
        <a:p>
          <a:r>
            <a:rPr lang="ru-RU" b="0" i="0"/>
            <a:t>вересень — грудень 1943 р.</a:t>
          </a:r>
          <a:endParaRPr lang="uk-UA"/>
        </a:p>
      </dgm:t>
    </dgm:pt>
    <dgm:pt modelId="{359FE995-9382-4B05-AE2B-7F2FE44E4F51}" type="parTrans" cxnId="{59EB1E96-E0F9-4D1A-9C95-1494539A68D8}">
      <dgm:prSet/>
      <dgm:spPr/>
      <dgm:t>
        <a:bodyPr/>
        <a:lstStyle/>
        <a:p>
          <a:endParaRPr lang="uk-UA"/>
        </a:p>
      </dgm:t>
    </dgm:pt>
    <dgm:pt modelId="{F0FAFB26-3F2B-4E8E-9519-AAE4DAC2EBFB}" type="sibTrans" cxnId="{59EB1E96-E0F9-4D1A-9C95-1494539A68D8}">
      <dgm:prSet/>
      <dgm:spPr/>
      <dgm:t>
        <a:bodyPr/>
        <a:lstStyle/>
        <a:p>
          <a:endParaRPr lang="uk-UA"/>
        </a:p>
      </dgm:t>
    </dgm:pt>
    <dgm:pt modelId="{DE03CBA3-E76E-4796-9C82-A27DEDF39B23}">
      <dgm:prSet/>
      <dgm:spPr/>
      <dgm:t>
        <a:bodyPr/>
        <a:lstStyle/>
        <a:p>
          <a:r>
            <a:rPr lang="ru-RU" b="0" i="0"/>
            <a:t>січень — травень 1944 р.</a:t>
          </a:r>
          <a:endParaRPr lang="uk-UA"/>
        </a:p>
      </dgm:t>
    </dgm:pt>
    <dgm:pt modelId="{6BEEAA8B-A0E1-49C6-A915-EBF8BCFE6CB1}" type="parTrans" cxnId="{C7E790F2-54DB-44BA-8D2D-B927511DBC07}">
      <dgm:prSet/>
      <dgm:spPr/>
      <dgm:t>
        <a:bodyPr/>
        <a:lstStyle/>
        <a:p>
          <a:endParaRPr lang="uk-UA"/>
        </a:p>
      </dgm:t>
    </dgm:pt>
    <dgm:pt modelId="{933E6000-9E48-42A2-84BC-11D5E8A00905}" type="sibTrans" cxnId="{C7E790F2-54DB-44BA-8D2D-B927511DBC07}">
      <dgm:prSet/>
      <dgm:spPr/>
      <dgm:t>
        <a:bodyPr/>
        <a:lstStyle/>
        <a:p>
          <a:endParaRPr lang="uk-UA"/>
        </a:p>
      </dgm:t>
    </dgm:pt>
    <dgm:pt modelId="{AE57C80A-50EE-4E0E-8A22-804386D07300}">
      <dgm:prSet/>
      <dgm:spPr/>
      <dgm:t>
        <a:bodyPr/>
        <a:lstStyle/>
        <a:p>
          <a:r>
            <a:rPr lang="ru-RU" b="0" i="0"/>
            <a:t>серпень — жовтень 1944 р.</a:t>
          </a:r>
          <a:endParaRPr lang="uk-UA"/>
        </a:p>
      </dgm:t>
    </dgm:pt>
    <dgm:pt modelId="{C8DF60B5-7264-4F1E-A1B4-19E64954FB3D}" type="parTrans" cxnId="{E9E77E8A-5A41-45F8-A65D-4E37ABCBB554}">
      <dgm:prSet/>
      <dgm:spPr/>
      <dgm:t>
        <a:bodyPr/>
        <a:lstStyle/>
        <a:p>
          <a:endParaRPr lang="uk-UA"/>
        </a:p>
      </dgm:t>
    </dgm:pt>
    <dgm:pt modelId="{AA2C389C-CC61-4BC5-BEBD-4475FDB206CC}" type="sibTrans" cxnId="{E9E77E8A-5A41-45F8-A65D-4E37ABCBB554}">
      <dgm:prSet/>
      <dgm:spPr/>
      <dgm:t>
        <a:bodyPr/>
        <a:lstStyle/>
        <a:p>
          <a:endParaRPr lang="uk-UA"/>
        </a:p>
      </dgm:t>
    </dgm:pt>
    <dgm:pt modelId="{92DD9C7F-9762-4A93-9BB4-743A1B3F6640}">
      <dgm:prSet/>
      <dgm:spPr/>
      <dgm:t>
        <a:bodyPr/>
        <a:lstStyle/>
        <a:p>
          <a:r>
            <a:rPr lang="ru-RU" b="0" i="0"/>
            <a:t>лютий — квітень 1945 р.</a:t>
          </a:r>
          <a:endParaRPr lang="uk-UA"/>
        </a:p>
      </dgm:t>
    </dgm:pt>
    <dgm:pt modelId="{AFD8FE85-5B4A-4630-BCA9-070F4E5C0D37}" type="parTrans" cxnId="{EAA84A4A-2BBA-4482-9406-193463B58ED8}">
      <dgm:prSet/>
      <dgm:spPr/>
      <dgm:t>
        <a:bodyPr/>
        <a:lstStyle/>
        <a:p>
          <a:endParaRPr lang="uk-UA"/>
        </a:p>
      </dgm:t>
    </dgm:pt>
    <dgm:pt modelId="{EB00EF3E-B99B-4FD0-833E-10DC7AFE3678}" type="sibTrans" cxnId="{EAA84A4A-2BBA-4482-9406-193463B58ED8}">
      <dgm:prSet/>
      <dgm:spPr/>
      <dgm:t>
        <a:bodyPr/>
        <a:lstStyle/>
        <a:p>
          <a:endParaRPr lang="uk-UA"/>
        </a:p>
      </dgm:t>
    </dgm:pt>
    <dgm:pt modelId="{1597C984-BF3C-4D6A-9587-5EB44F116CDB}" type="pres">
      <dgm:prSet presAssocID="{4DB84014-BEE8-4A37-9D67-3A911AB4F636}" presName="linear" presStyleCnt="0">
        <dgm:presLayoutVars>
          <dgm:animLvl val="lvl"/>
          <dgm:resizeHandles val="exact"/>
        </dgm:presLayoutVars>
      </dgm:prSet>
      <dgm:spPr/>
    </dgm:pt>
    <dgm:pt modelId="{B7DBE2F9-4103-4AC8-8DB2-DEE51FE02E74}" type="pres">
      <dgm:prSet presAssocID="{3103DBDF-E9A5-4879-888E-97389A08092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C50200-B009-4BA0-B66C-2B93F18CB340}" type="pres">
      <dgm:prSet presAssocID="{F0FAFB26-3F2B-4E8E-9519-AAE4DAC2EBFB}" presName="spacer" presStyleCnt="0"/>
      <dgm:spPr/>
    </dgm:pt>
    <dgm:pt modelId="{88C4D307-002F-4DDA-BA91-0C7B795EE1E7}" type="pres">
      <dgm:prSet presAssocID="{DE03CBA3-E76E-4796-9C82-A27DEDF39B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3005E7-00E4-4665-8EB2-B4C463161825}" type="pres">
      <dgm:prSet presAssocID="{933E6000-9E48-42A2-84BC-11D5E8A00905}" presName="spacer" presStyleCnt="0"/>
      <dgm:spPr/>
    </dgm:pt>
    <dgm:pt modelId="{F7BA507E-E1E2-4108-8A85-AAD6660CED13}" type="pres">
      <dgm:prSet presAssocID="{AE57C80A-50EE-4E0E-8A22-804386D0730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B42C90-B137-4A60-99BC-1F0952D45D8E}" type="pres">
      <dgm:prSet presAssocID="{AA2C389C-CC61-4BC5-BEBD-4475FDB206CC}" presName="spacer" presStyleCnt="0"/>
      <dgm:spPr/>
    </dgm:pt>
    <dgm:pt modelId="{FB0A1E9A-FFAB-41B5-B50E-D69404660979}" type="pres">
      <dgm:prSet presAssocID="{92DD9C7F-9762-4A93-9BB4-743A1B3F66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504A5E-9220-4A5D-9535-4B6EB11BC1A8}" type="presOf" srcId="{4DB84014-BEE8-4A37-9D67-3A911AB4F636}" destId="{1597C984-BF3C-4D6A-9587-5EB44F116CDB}" srcOrd="0" destOrd="0" presId="urn:microsoft.com/office/officeart/2005/8/layout/vList2"/>
    <dgm:cxn modelId="{EAA84A4A-2BBA-4482-9406-193463B58ED8}" srcId="{4DB84014-BEE8-4A37-9D67-3A911AB4F636}" destId="{92DD9C7F-9762-4A93-9BB4-743A1B3F6640}" srcOrd="3" destOrd="0" parTransId="{AFD8FE85-5B4A-4630-BCA9-070F4E5C0D37}" sibTransId="{EB00EF3E-B99B-4FD0-833E-10DC7AFE3678}"/>
    <dgm:cxn modelId="{FDE9344B-C011-49E8-A756-02274B6856D7}" type="presOf" srcId="{92DD9C7F-9762-4A93-9BB4-743A1B3F6640}" destId="{FB0A1E9A-FFAB-41B5-B50E-D69404660979}" srcOrd="0" destOrd="0" presId="urn:microsoft.com/office/officeart/2005/8/layout/vList2"/>
    <dgm:cxn modelId="{3F0AE379-9459-4C3E-91CF-63871BFFAD48}" type="presOf" srcId="{AE57C80A-50EE-4E0E-8A22-804386D07300}" destId="{F7BA507E-E1E2-4108-8A85-AAD6660CED13}" srcOrd="0" destOrd="0" presId="urn:microsoft.com/office/officeart/2005/8/layout/vList2"/>
    <dgm:cxn modelId="{E9E77E8A-5A41-45F8-A65D-4E37ABCBB554}" srcId="{4DB84014-BEE8-4A37-9D67-3A911AB4F636}" destId="{AE57C80A-50EE-4E0E-8A22-804386D07300}" srcOrd="2" destOrd="0" parTransId="{C8DF60B5-7264-4F1E-A1B4-19E64954FB3D}" sibTransId="{AA2C389C-CC61-4BC5-BEBD-4475FDB206CC}"/>
    <dgm:cxn modelId="{59EB1E96-E0F9-4D1A-9C95-1494539A68D8}" srcId="{4DB84014-BEE8-4A37-9D67-3A911AB4F636}" destId="{3103DBDF-E9A5-4879-888E-97389A080920}" srcOrd="0" destOrd="0" parTransId="{359FE995-9382-4B05-AE2B-7F2FE44E4F51}" sibTransId="{F0FAFB26-3F2B-4E8E-9519-AAE4DAC2EBFB}"/>
    <dgm:cxn modelId="{CC670FAB-9DE1-45C7-A64B-C0208B40965B}" type="presOf" srcId="{3103DBDF-E9A5-4879-888E-97389A080920}" destId="{B7DBE2F9-4103-4AC8-8DB2-DEE51FE02E74}" srcOrd="0" destOrd="0" presId="urn:microsoft.com/office/officeart/2005/8/layout/vList2"/>
    <dgm:cxn modelId="{5850E8EB-2345-4B15-9432-FC4F7A0B19E8}" type="presOf" srcId="{DE03CBA3-E76E-4796-9C82-A27DEDF39B23}" destId="{88C4D307-002F-4DDA-BA91-0C7B795EE1E7}" srcOrd="0" destOrd="0" presId="urn:microsoft.com/office/officeart/2005/8/layout/vList2"/>
    <dgm:cxn modelId="{C7E790F2-54DB-44BA-8D2D-B927511DBC07}" srcId="{4DB84014-BEE8-4A37-9D67-3A911AB4F636}" destId="{DE03CBA3-E76E-4796-9C82-A27DEDF39B23}" srcOrd="1" destOrd="0" parTransId="{6BEEAA8B-A0E1-49C6-A915-EBF8BCFE6CB1}" sibTransId="{933E6000-9E48-42A2-84BC-11D5E8A00905}"/>
    <dgm:cxn modelId="{E410331E-0B4C-408D-B820-1564963E2AC4}" type="presParOf" srcId="{1597C984-BF3C-4D6A-9587-5EB44F116CDB}" destId="{B7DBE2F9-4103-4AC8-8DB2-DEE51FE02E74}" srcOrd="0" destOrd="0" presId="urn:microsoft.com/office/officeart/2005/8/layout/vList2"/>
    <dgm:cxn modelId="{1E7403AE-5232-4F1E-B146-6348C382FEBB}" type="presParOf" srcId="{1597C984-BF3C-4D6A-9587-5EB44F116CDB}" destId="{33C50200-B009-4BA0-B66C-2B93F18CB340}" srcOrd="1" destOrd="0" presId="urn:microsoft.com/office/officeart/2005/8/layout/vList2"/>
    <dgm:cxn modelId="{A438C438-CE21-4A25-A3C4-7003746DC829}" type="presParOf" srcId="{1597C984-BF3C-4D6A-9587-5EB44F116CDB}" destId="{88C4D307-002F-4DDA-BA91-0C7B795EE1E7}" srcOrd="2" destOrd="0" presId="urn:microsoft.com/office/officeart/2005/8/layout/vList2"/>
    <dgm:cxn modelId="{2A04EFF5-0EAC-4090-B4E4-D1B04B22B94B}" type="presParOf" srcId="{1597C984-BF3C-4D6A-9587-5EB44F116CDB}" destId="{943005E7-00E4-4665-8EB2-B4C463161825}" srcOrd="3" destOrd="0" presId="urn:microsoft.com/office/officeart/2005/8/layout/vList2"/>
    <dgm:cxn modelId="{5C644632-B12D-4BC8-8177-0F06B2D94D80}" type="presParOf" srcId="{1597C984-BF3C-4D6A-9587-5EB44F116CDB}" destId="{F7BA507E-E1E2-4108-8A85-AAD6660CED13}" srcOrd="4" destOrd="0" presId="urn:microsoft.com/office/officeart/2005/8/layout/vList2"/>
    <dgm:cxn modelId="{D29AEAC8-8DE8-490A-AE7E-CF2C8F7FAD9E}" type="presParOf" srcId="{1597C984-BF3C-4D6A-9587-5EB44F116CDB}" destId="{6BB42C90-B137-4A60-99BC-1F0952D45D8E}" srcOrd="5" destOrd="0" presId="urn:microsoft.com/office/officeart/2005/8/layout/vList2"/>
    <dgm:cxn modelId="{6E871C5D-23D1-4094-B6B3-7A4E29382968}" type="presParOf" srcId="{1597C984-BF3C-4D6A-9587-5EB44F116CDB}" destId="{FB0A1E9A-FFAB-41B5-B50E-D694046609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80E4472E-0856-4BD2-987D-3EB12FFE33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112D122-D0B5-4CA6-ACC8-7018BCE78E42}">
      <dgm:prSet/>
      <dgm:spPr/>
      <dgm:t>
        <a:bodyPr/>
        <a:lstStyle/>
        <a:p>
          <a:r>
            <a:rPr lang="uk-UA"/>
            <a:t>розгром корсунь-шевченківського угрупування ворога, створення сприят- ливих умов для наступу радянських військ на Правобережній Україні</a:t>
          </a:r>
        </a:p>
      </dgm:t>
    </dgm:pt>
    <dgm:pt modelId="{17DC0AC4-B2C7-4648-B568-1C9493462C87}" type="parTrans" cxnId="{2CF36954-37CE-4710-962B-B1B334447E54}">
      <dgm:prSet/>
      <dgm:spPr/>
      <dgm:t>
        <a:bodyPr/>
        <a:lstStyle/>
        <a:p>
          <a:endParaRPr lang="uk-UA"/>
        </a:p>
      </dgm:t>
    </dgm:pt>
    <dgm:pt modelId="{B2812FCE-D1DF-4D52-A188-EB3CB5EBBEA1}" type="sibTrans" cxnId="{2CF36954-37CE-4710-962B-B1B334447E54}">
      <dgm:prSet/>
      <dgm:spPr/>
      <dgm:t>
        <a:bodyPr/>
        <a:lstStyle/>
        <a:p>
          <a:endParaRPr lang="uk-UA"/>
        </a:p>
      </dgm:t>
    </dgm:pt>
    <dgm:pt modelId="{B7F41D1F-E07A-40A9-94C3-C9FC6DA99E4F}">
      <dgm:prSet/>
      <dgm:spPr/>
      <dgm:t>
        <a:bodyPr/>
        <a:lstStyle/>
        <a:p>
          <a:r>
            <a:rPr lang="uk-UA"/>
            <a:t>прорив радянськими військами оборони противника на перекопському й сиваському напрямках та його розгром на Кримському півострові</a:t>
          </a:r>
        </a:p>
      </dgm:t>
    </dgm:pt>
    <dgm:pt modelId="{1B0FE863-2014-4C05-A2B4-2B2314B7E82B}" type="parTrans" cxnId="{7C866594-5E0F-426B-A056-E473299754F4}">
      <dgm:prSet/>
      <dgm:spPr/>
      <dgm:t>
        <a:bodyPr/>
        <a:lstStyle/>
        <a:p>
          <a:endParaRPr lang="uk-UA"/>
        </a:p>
      </dgm:t>
    </dgm:pt>
    <dgm:pt modelId="{BCD9CC85-8D6E-4FC3-8D16-98E9B6952CCD}" type="sibTrans" cxnId="{7C866594-5E0F-426B-A056-E473299754F4}">
      <dgm:prSet/>
      <dgm:spPr/>
      <dgm:t>
        <a:bodyPr/>
        <a:lstStyle/>
        <a:p>
          <a:endParaRPr lang="uk-UA"/>
        </a:p>
      </dgm:t>
    </dgm:pt>
    <dgm:pt modelId="{885238B4-00FC-41B7-9B99-85DDBE216FFE}" type="pres">
      <dgm:prSet presAssocID="{80E4472E-0856-4BD2-987D-3EB12FFE33F7}" presName="linear" presStyleCnt="0">
        <dgm:presLayoutVars>
          <dgm:animLvl val="lvl"/>
          <dgm:resizeHandles val="exact"/>
        </dgm:presLayoutVars>
      </dgm:prSet>
      <dgm:spPr/>
    </dgm:pt>
    <dgm:pt modelId="{2D96D0A1-562D-4120-96AE-5F57278C9467}" type="pres">
      <dgm:prSet presAssocID="{F112D122-D0B5-4CA6-ACC8-7018BCE78E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DAFE16E-5851-4B46-9C8C-48D029A933F5}" type="pres">
      <dgm:prSet presAssocID="{B2812FCE-D1DF-4D52-A188-EB3CB5EBBEA1}" presName="spacer" presStyleCnt="0"/>
      <dgm:spPr/>
    </dgm:pt>
    <dgm:pt modelId="{8D752E5E-F079-410C-9264-3AF46D0CC608}" type="pres">
      <dgm:prSet presAssocID="{B7F41D1F-E07A-40A9-94C3-C9FC6DA99E4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1D6E924-1013-4A56-B3F7-26876249F8AD}" type="presOf" srcId="{B7F41D1F-E07A-40A9-94C3-C9FC6DA99E4F}" destId="{8D752E5E-F079-410C-9264-3AF46D0CC608}" srcOrd="0" destOrd="0" presId="urn:microsoft.com/office/officeart/2005/8/layout/vList2"/>
    <dgm:cxn modelId="{7ED7E331-B286-408C-A4E3-DCD1495B758F}" type="presOf" srcId="{F112D122-D0B5-4CA6-ACC8-7018BCE78E42}" destId="{2D96D0A1-562D-4120-96AE-5F57278C9467}" srcOrd="0" destOrd="0" presId="urn:microsoft.com/office/officeart/2005/8/layout/vList2"/>
    <dgm:cxn modelId="{84BD3B4D-7FFF-4AAA-A9E7-42E9961F7440}" type="presOf" srcId="{80E4472E-0856-4BD2-987D-3EB12FFE33F7}" destId="{885238B4-00FC-41B7-9B99-85DDBE216FFE}" srcOrd="0" destOrd="0" presId="urn:microsoft.com/office/officeart/2005/8/layout/vList2"/>
    <dgm:cxn modelId="{2CF36954-37CE-4710-962B-B1B334447E54}" srcId="{80E4472E-0856-4BD2-987D-3EB12FFE33F7}" destId="{F112D122-D0B5-4CA6-ACC8-7018BCE78E42}" srcOrd="0" destOrd="0" parTransId="{17DC0AC4-B2C7-4648-B568-1C9493462C87}" sibTransId="{B2812FCE-D1DF-4D52-A188-EB3CB5EBBEA1}"/>
    <dgm:cxn modelId="{7C866594-5E0F-426B-A056-E473299754F4}" srcId="{80E4472E-0856-4BD2-987D-3EB12FFE33F7}" destId="{B7F41D1F-E07A-40A9-94C3-C9FC6DA99E4F}" srcOrd="1" destOrd="0" parTransId="{1B0FE863-2014-4C05-A2B4-2B2314B7E82B}" sibTransId="{BCD9CC85-8D6E-4FC3-8D16-98E9B6952CCD}"/>
    <dgm:cxn modelId="{16150DC6-A9A0-4123-BE7B-1A50931DB8D8}" type="presParOf" srcId="{885238B4-00FC-41B7-9B99-85DDBE216FFE}" destId="{2D96D0A1-562D-4120-96AE-5F57278C9467}" srcOrd="0" destOrd="0" presId="urn:microsoft.com/office/officeart/2005/8/layout/vList2"/>
    <dgm:cxn modelId="{7E072308-F1BA-4B9E-8267-28D9DBC35060}" type="presParOf" srcId="{885238B4-00FC-41B7-9B99-85DDBE216FFE}" destId="{ADAFE16E-5851-4B46-9C8C-48D029A933F5}" srcOrd="1" destOrd="0" presId="urn:microsoft.com/office/officeart/2005/8/layout/vList2"/>
    <dgm:cxn modelId="{DD17698B-FC39-44FB-82A8-D538D6CD9A14}" type="presParOf" srcId="{885238B4-00FC-41B7-9B99-85DDBE216FFE}" destId="{8D752E5E-F079-410C-9264-3AF46D0CC60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F98EAF1D-2912-4757-83E0-41EFA17DAD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F6A9C67-C7CE-495B-84F9-E34B0325C4DA}">
      <dgm:prSet/>
      <dgm:spPr/>
      <dgm:t>
        <a:bodyPr/>
        <a:lstStyle/>
        <a:p>
          <a:r>
            <a:rPr lang="uk-UA" b="0" i="0"/>
            <a:t>перехід радянських військ через Карпати, вигнання окупантів з усієї території України в межах сучасного кордону</a:t>
          </a:r>
          <a:endParaRPr lang="uk-UA"/>
        </a:p>
      </dgm:t>
    </dgm:pt>
    <dgm:pt modelId="{97C880C6-C4BF-4E20-AACE-6C059133B91C}" type="parTrans" cxnId="{7870F406-6BD4-4244-A43E-B1C71F8115D8}">
      <dgm:prSet/>
      <dgm:spPr/>
      <dgm:t>
        <a:bodyPr/>
        <a:lstStyle/>
        <a:p>
          <a:endParaRPr lang="uk-UA"/>
        </a:p>
      </dgm:t>
    </dgm:pt>
    <dgm:pt modelId="{8A5DE0BE-D769-4DA8-9A34-0CFBAD96C378}" type="sibTrans" cxnId="{7870F406-6BD4-4244-A43E-B1C71F8115D8}">
      <dgm:prSet/>
      <dgm:spPr/>
      <dgm:t>
        <a:bodyPr/>
        <a:lstStyle/>
        <a:p>
          <a:endParaRPr lang="uk-UA"/>
        </a:p>
      </dgm:t>
    </dgm:pt>
    <dgm:pt modelId="{35778817-A760-4F59-916B-112EDAFA7559}">
      <dgm:prSet/>
      <dgm:spPr/>
      <dgm:t>
        <a:bodyPr/>
        <a:lstStyle/>
        <a:p>
          <a:r>
            <a:rPr lang="uk-UA" b="0" i="0"/>
            <a:t>завершення звільнення радянськими військами південних областей України та Молдавії, перенесення бойових дій на територію Румунії та Угорщини</a:t>
          </a:r>
          <a:endParaRPr lang="uk-UA"/>
        </a:p>
      </dgm:t>
    </dgm:pt>
    <dgm:pt modelId="{FA225EA3-44F4-4C02-9E11-8AC3ADE795AE}" type="parTrans" cxnId="{45DD2298-3129-43A2-B1D8-96AD80C9825B}">
      <dgm:prSet/>
      <dgm:spPr/>
      <dgm:t>
        <a:bodyPr/>
        <a:lstStyle/>
        <a:p>
          <a:endParaRPr lang="uk-UA"/>
        </a:p>
      </dgm:t>
    </dgm:pt>
    <dgm:pt modelId="{62969883-4D72-495D-B7F8-242FB0D00BCE}" type="sibTrans" cxnId="{45DD2298-3129-43A2-B1D8-96AD80C9825B}">
      <dgm:prSet/>
      <dgm:spPr/>
      <dgm:t>
        <a:bodyPr/>
        <a:lstStyle/>
        <a:p>
          <a:endParaRPr lang="uk-UA"/>
        </a:p>
      </dgm:t>
    </dgm:pt>
    <dgm:pt modelId="{EC5EA95C-31A8-4215-A8AB-5F5884141955}" type="pres">
      <dgm:prSet presAssocID="{F98EAF1D-2912-4757-83E0-41EFA17DAD76}" presName="linear" presStyleCnt="0">
        <dgm:presLayoutVars>
          <dgm:animLvl val="lvl"/>
          <dgm:resizeHandles val="exact"/>
        </dgm:presLayoutVars>
      </dgm:prSet>
      <dgm:spPr/>
    </dgm:pt>
    <dgm:pt modelId="{B9ECAA4D-F958-4FF6-981A-6DDE6B3341C7}" type="pres">
      <dgm:prSet presAssocID="{2F6A9C67-C7CE-495B-84F9-E34B0325C4D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CBE27CF-49CC-47E0-AB8A-6443D31FDB94}" type="pres">
      <dgm:prSet presAssocID="{8A5DE0BE-D769-4DA8-9A34-0CFBAD96C378}" presName="spacer" presStyleCnt="0"/>
      <dgm:spPr/>
    </dgm:pt>
    <dgm:pt modelId="{C5E4BAB5-AF08-49B8-9DFE-F14169B7C956}" type="pres">
      <dgm:prSet presAssocID="{35778817-A760-4F59-916B-112EDAFA755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12E4C06-70BA-4FB4-8149-32537EBB108C}" type="presOf" srcId="{F98EAF1D-2912-4757-83E0-41EFA17DAD76}" destId="{EC5EA95C-31A8-4215-A8AB-5F5884141955}" srcOrd="0" destOrd="0" presId="urn:microsoft.com/office/officeart/2005/8/layout/vList2"/>
    <dgm:cxn modelId="{7870F406-6BD4-4244-A43E-B1C71F8115D8}" srcId="{F98EAF1D-2912-4757-83E0-41EFA17DAD76}" destId="{2F6A9C67-C7CE-495B-84F9-E34B0325C4DA}" srcOrd="0" destOrd="0" parTransId="{97C880C6-C4BF-4E20-AACE-6C059133B91C}" sibTransId="{8A5DE0BE-D769-4DA8-9A34-0CFBAD96C378}"/>
    <dgm:cxn modelId="{286F5758-763B-4A16-B820-8879FC938FB2}" type="presOf" srcId="{35778817-A760-4F59-916B-112EDAFA7559}" destId="{C5E4BAB5-AF08-49B8-9DFE-F14169B7C956}" srcOrd="0" destOrd="0" presId="urn:microsoft.com/office/officeart/2005/8/layout/vList2"/>
    <dgm:cxn modelId="{45DD2298-3129-43A2-B1D8-96AD80C9825B}" srcId="{F98EAF1D-2912-4757-83E0-41EFA17DAD76}" destId="{35778817-A760-4F59-916B-112EDAFA7559}" srcOrd="1" destOrd="0" parTransId="{FA225EA3-44F4-4C02-9E11-8AC3ADE795AE}" sibTransId="{62969883-4D72-495D-B7F8-242FB0D00BCE}"/>
    <dgm:cxn modelId="{49AB8DF6-E91D-41C3-BC87-B059E28E085A}" type="presOf" srcId="{2F6A9C67-C7CE-495B-84F9-E34B0325C4DA}" destId="{B9ECAA4D-F958-4FF6-981A-6DDE6B3341C7}" srcOrd="0" destOrd="0" presId="urn:microsoft.com/office/officeart/2005/8/layout/vList2"/>
    <dgm:cxn modelId="{25152C08-9BED-4E00-8DB9-6342ECF27916}" type="presParOf" srcId="{EC5EA95C-31A8-4215-A8AB-5F5884141955}" destId="{B9ECAA4D-F958-4FF6-981A-6DDE6B3341C7}" srcOrd="0" destOrd="0" presId="urn:microsoft.com/office/officeart/2005/8/layout/vList2"/>
    <dgm:cxn modelId="{28E98E3E-4D7C-47D1-90C1-D15759E9297B}" type="presParOf" srcId="{EC5EA95C-31A8-4215-A8AB-5F5884141955}" destId="{ACBE27CF-49CC-47E0-AB8A-6443D31FDB94}" srcOrd="1" destOrd="0" presId="urn:microsoft.com/office/officeart/2005/8/layout/vList2"/>
    <dgm:cxn modelId="{1B4B8F1B-B79D-4B16-A273-049A931FE6D1}" type="presParOf" srcId="{EC5EA95C-31A8-4215-A8AB-5F5884141955}" destId="{C5E4BAB5-AF08-49B8-9DFE-F14169B7C95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399B3F97-3ADB-4C29-90C1-B7A7B13230F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BFCF63-D362-4946-B788-FD656EF9F67F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1A3BB014-288A-4B87-A904-76A6C57EF52C}" type="parTrans" cxnId="{DD2ED9B5-1F3D-495E-AD5D-2BE54A86D6B3}">
      <dgm:prSet/>
      <dgm:spPr/>
      <dgm:t>
        <a:bodyPr/>
        <a:lstStyle/>
        <a:p>
          <a:endParaRPr lang="uk-UA"/>
        </a:p>
      </dgm:t>
    </dgm:pt>
    <dgm:pt modelId="{BC9C74E3-98EC-4CD7-A315-CC49E5AE7321}" type="sibTrans" cxnId="{DD2ED9B5-1F3D-495E-AD5D-2BE54A86D6B3}">
      <dgm:prSet/>
      <dgm:spPr/>
      <dgm:t>
        <a:bodyPr/>
        <a:lstStyle/>
        <a:p>
          <a:endParaRPr lang="uk-UA"/>
        </a:p>
      </dgm:t>
    </dgm:pt>
    <dgm:pt modelId="{2E4806FE-B321-47EF-9FAD-D30656438E88}">
      <dgm:prSet/>
      <dgm:spPr/>
      <dgm:t>
        <a:bodyPr/>
        <a:lstStyle/>
        <a:p>
          <a:r>
            <a:rPr lang="ru-RU" b="0" i="0"/>
            <a:t>1941 р.</a:t>
          </a:r>
          <a:endParaRPr lang="uk-UA"/>
        </a:p>
      </dgm:t>
    </dgm:pt>
    <dgm:pt modelId="{6D7DF811-FACC-4851-BA02-25096BA069DF}" type="parTrans" cxnId="{EA981E42-E051-4B41-A915-83047626478F}">
      <dgm:prSet/>
      <dgm:spPr/>
      <dgm:t>
        <a:bodyPr/>
        <a:lstStyle/>
        <a:p>
          <a:endParaRPr lang="uk-UA"/>
        </a:p>
      </dgm:t>
    </dgm:pt>
    <dgm:pt modelId="{405F2267-BF29-4F9B-9291-F78B04B5C6A4}" type="sibTrans" cxnId="{EA981E42-E051-4B41-A915-83047626478F}">
      <dgm:prSet/>
      <dgm:spPr/>
      <dgm:t>
        <a:bodyPr/>
        <a:lstStyle/>
        <a:p>
          <a:endParaRPr lang="uk-UA"/>
        </a:p>
      </dgm:t>
    </dgm:pt>
    <dgm:pt modelId="{CECD9836-CC96-40CC-9368-17FA3C14491F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26DD867A-FF52-4129-A0C6-30B9D302A262}" type="parTrans" cxnId="{99B355BA-0930-4875-9631-247127E426D5}">
      <dgm:prSet/>
      <dgm:spPr/>
      <dgm:t>
        <a:bodyPr/>
        <a:lstStyle/>
        <a:p>
          <a:endParaRPr lang="uk-UA"/>
        </a:p>
      </dgm:t>
    </dgm:pt>
    <dgm:pt modelId="{2105CD3F-5031-4354-822C-58B665967F53}" type="sibTrans" cxnId="{99B355BA-0930-4875-9631-247127E426D5}">
      <dgm:prSet/>
      <dgm:spPr/>
      <dgm:t>
        <a:bodyPr/>
        <a:lstStyle/>
        <a:p>
          <a:endParaRPr lang="uk-UA"/>
        </a:p>
      </dgm:t>
    </dgm:pt>
    <dgm:pt modelId="{25606A7C-DB9C-4903-B8B6-DFC6AB001393}">
      <dgm:prSet/>
      <dgm:spPr/>
      <dgm:t>
        <a:bodyPr/>
        <a:lstStyle/>
        <a:p>
          <a:r>
            <a:rPr lang="ru-RU" b="0" i="0"/>
            <a:t>1951 р.</a:t>
          </a:r>
          <a:endParaRPr lang="uk-UA"/>
        </a:p>
      </dgm:t>
    </dgm:pt>
    <dgm:pt modelId="{B4B8F4CF-F3AC-40E5-8DC4-E315D6F06593}" type="parTrans" cxnId="{85B41A2E-0767-4FAB-8B7D-BA149690D4EC}">
      <dgm:prSet/>
      <dgm:spPr/>
      <dgm:t>
        <a:bodyPr/>
        <a:lstStyle/>
        <a:p>
          <a:endParaRPr lang="uk-UA"/>
        </a:p>
      </dgm:t>
    </dgm:pt>
    <dgm:pt modelId="{5064D1E6-A482-4525-93EB-74778FA8006D}" type="sibTrans" cxnId="{85B41A2E-0767-4FAB-8B7D-BA149690D4EC}">
      <dgm:prSet/>
      <dgm:spPr/>
      <dgm:t>
        <a:bodyPr/>
        <a:lstStyle/>
        <a:p>
          <a:endParaRPr lang="uk-UA"/>
        </a:p>
      </dgm:t>
    </dgm:pt>
    <dgm:pt modelId="{5F4AA876-3872-4D5B-8649-A9A0AAC3825E}" type="pres">
      <dgm:prSet presAssocID="{399B3F97-3ADB-4C29-90C1-B7A7B13230F8}" presName="matrix" presStyleCnt="0">
        <dgm:presLayoutVars>
          <dgm:chMax val="1"/>
          <dgm:dir/>
          <dgm:resizeHandles val="exact"/>
        </dgm:presLayoutVars>
      </dgm:prSet>
      <dgm:spPr/>
    </dgm:pt>
    <dgm:pt modelId="{3089853D-3939-48BA-840E-65AEB7085873}" type="pres">
      <dgm:prSet presAssocID="{399B3F97-3ADB-4C29-90C1-B7A7B13230F8}" presName="diamond" presStyleLbl="bgShp" presStyleIdx="0" presStyleCnt="1"/>
      <dgm:spPr/>
    </dgm:pt>
    <dgm:pt modelId="{C207D1AD-00B8-4722-B12E-3C5B4FC19BD9}" type="pres">
      <dgm:prSet presAssocID="{399B3F97-3ADB-4C29-90C1-B7A7B13230F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838234B-33A1-4B3A-A74D-3606789BDF87}" type="pres">
      <dgm:prSet presAssocID="{399B3F97-3ADB-4C29-90C1-B7A7B13230F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F620738-4A58-417B-B000-EA3DE4792B2C}" type="pres">
      <dgm:prSet presAssocID="{399B3F97-3ADB-4C29-90C1-B7A7B13230F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F83E90-65D9-48DC-83CB-77CCDB316051}" type="pres">
      <dgm:prSet presAssocID="{399B3F97-3ADB-4C29-90C1-B7A7B13230F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EFBB2D-1E2D-413D-9297-8D536B487B92}" type="presOf" srcId="{F7BFCF63-D362-4946-B788-FD656EF9F67F}" destId="{C207D1AD-00B8-4722-B12E-3C5B4FC19BD9}" srcOrd="0" destOrd="0" presId="urn:microsoft.com/office/officeart/2005/8/layout/matrix3"/>
    <dgm:cxn modelId="{85B41A2E-0767-4FAB-8B7D-BA149690D4EC}" srcId="{399B3F97-3ADB-4C29-90C1-B7A7B13230F8}" destId="{25606A7C-DB9C-4903-B8B6-DFC6AB001393}" srcOrd="3" destOrd="0" parTransId="{B4B8F4CF-F3AC-40E5-8DC4-E315D6F06593}" sibTransId="{5064D1E6-A482-4525-93EB-74778FA8006D}"/>
    <dgm:cxn modelId="{EA981E42-E051-4B41-A915-83047626478F}" srcId="{399B3F97-3ADB-4C29-90C1-B7A7B13230F8}" destId="{2E4806FE-B321-47EF-9FAD-D30656438E88}" srcOrd="1" destOrd="0" parTransId="{6D7DF811-FACC-4851-BA02-25096BA069DF}" sibTransId="{405F2267-BF29-4F9B-9291-F78B04B5C6A4}"/>
    <dgm:cxn modelId="{69793764-9100-487E-A2C6-F36C6D0218D9}" type="presOf" srcId="{25606A7C-DB9C-4903-B8B6-DFC6AB001393}" destId="{6DF83E90-65D9-48DC-83CB-77CCDB316051}" srcOrd="0" destOrd="0" presId="urn:microsoft.com/office/officeart/2005/8/layout/matrix3"/>
    <dgm:cxn modelId="{7F6E0656-7583-4B9B-AA34-7C30BEEBAB20}" type="presOf" srcId="{399B3F97-3ADB-4C29-90C1-B7A7B13230F8}" destId="{5F4AA876-3872-4D5B-8649-A9A0AAC3825E}" srcOrd="0" destOrd="0" presId="urn:microsoft.com/office/officeart/2005/8/layout/matrix3"/>
    <dgm:cxn modelId="{58F5C19B-5767-4309-A4E3-F7838AA81464}" type="presOf" srcId="{2E4806FE-B321-47EF-9FAD-D30656438E88}" destId="{7838234B-33A1-4B3A-A74D-3606789BDF87}" srcOrd="0" destOrd="0" presId="urn:microsoft.com/office/officeart/2005/8/layout/matrix3"/>
    <dgm:cxn modelId="{DD2ED9B5-1F3D-495E-AD5D-2BE54A86D6B3}" srcId="{399B3F97-3ADB-4C29-90C1-B7A7B13230F8}" destId="{F7BFCF63-D362-4946-B788-FD656EF9F67F}" srcOrd="0" destOrd="0" parTransId="{1A3BB014-288A-4B87-A904-76A6C57EF52C}" sibTransId="{BC9C74E3-98EC-4CD7-A315-CC49E5AE7321}"/>
    <dgm:cxn modelId="{99B355BA-0930-4875-9631-247127E426D5}" srcId="{399B3F97-3ADB-4C29-90C1-B7A7B13230F8}" destId="{CECD9836-CC96-40CC-9368-17FA3C14491F}" srcOrd="2" destOrd="0" parTransId="{26DD867A-FF52-4129-A0C6-30B9D302A262}" sibTransId="{2105CD3F-5031-4354-822C-58B665967F53}"/>
    <dgm:cxn modelId="{007592F8-78AF-4204-810E-866D27B7E3CC}" type="presOf" srcId="{CECD9836-CC96-40CC-9368-17FA3C14491F}" destId="{FF620738-4A58-417B-B000-EA3DE4792B2C}" srcOrd="0" destOrd="0" presId="urn:microsoft.com/office/officeart/2005/8/layout/matrix3"/>
    <dgm:cxn modelId="{30599458-88CC-4EA1-ADF8-CE5FDEF1665E}" type="presParOf" srcId="{5F4AA876-3872-4D5B-8649-A9A0AAC3825E}" destId="{3089853D-3939-48BA-840E-65AEB7085873}" srcOrd="0" destOrd="0" presId="urn:microsoft.com/office/officeart/2005/8/layout/matrix3"/>
    <dgm:cxn modelId="{3097AD97-D142-4399-8B26-DF2A17E7B6D4}" type="presParOf" srcId="{5F4AA876-3872-4D5B-8649-A9A0AAC3825E}" destId="{C207D1AD-00B8-4722-B12E-3C5B4FC19BD9}" srcOrd="1" destOrd="0" presId="urn:microsoft.com/office/officeart/2005/8/layout/matrix3"/>
    <dgm:cxn modelId="{4AB4956F-3263-4849-821F-6A030322B0F5}" type="presParOf" srcId="{5F4AA876-3872-4D5B-8649-A9A0AAC3825E}" destId="{7838234B-33A1-4B3A-A74D-3606789BDF87}" srcOrd="2" destOrd="0" presId="urn:microsoft.com/office/officeart/2005/8/layout/matrix3"/>
    <dgm:cxn modelId="{A9962818-88BE-41B1-9106-FCEBDE027F44}" type="presParOf" srcId="{5F4AA876-3872-4D5B-8649-A9A0AAC3825E}" destId="{FF620738-4A58-417B-B000-EA3DE4792B2C}" srcOrd="3" destOrd="0" presId="urn:microsoft.com/office/officeart/2005/8/layout/matrix3"/>
    <dgm:cxn modelId="{326237A8-CEF8-4173-B72E-04829CA98A43}" type="presParOf" srcId="{5F4AA876-3872-4D5B-8649-A9A0AAC3825E}" destId="{6DF83E90-65D9-48DC-83CB-77CCDB31605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BA7D4302-7C71-4539-BB1A-4B0905310D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D637EF-FFA0-4E1F-913C-4606DF885C21}">
      <dgm:prSet/>
      <dgm:spPr/>
      <dgm:t>
        <a:bodyPr/>
        <a:lstStyle/>
        <a:p>
          <a:r>
            <a:rPr lang="uk-UA" b="0" i="0"/>
            <a:t>сойму Карпатської України.</a:t>
          </a:r>
          <a:endParaRPr lang="uk-UA"/>
        </a:p>
      </dgm:t>
    </dgm:pt>
    <dgm:pt modelId="{64A6FCCB-E9C6-4048-9BC4-43D746C672F0}" type="parTrans" cxnId="{F9D01ED6-5F8C-4FCF-8B54-CF96F42C0100}">
      <dgm:prSet/>
      <dgm:spPr/>
      <dgm:t>
        <a:bodyPr/>
        <a:lstStyle/>
        <a:p>
          <a:endParaRPr lang="uk-UA"/>
        </a:p>
      </dgm:t>
    </dgm:pt>
    <dgm:pt modelId="{1556C9E4-F117-48BB-B1A3-0CBAB56CBA5C}" type="sibTrans" cxnId="{F9D01ED6-5F8C-4FCF-8B54-CF96F42C0100}">
      <dgm:prSet/>
      <dgm:spPr/>
      <dgm:t>
        <a:bodyPr/>
        <a:lstStyle/>
        <a:p>
          <a:endParaRPr lang="uk-UA"/>
        </a:p>
      </dgm:t>
    </dgm:pt>
    <dgm:pt modelId="{B6E3C9B2-8DED-496E-B845-8A685AD551C5}">
      <dgm:prSet/>
      <dgm:spPr/>
      <dgm:t>
        <a:bodyPr/>
        <a:lstStyle/>
        <a:p>
          <a:r>
            <a:rPr lang="uk-UA" b="0" i="0"/>
            <a:t>уряду Королівства Угорщини.</a:t>
          </a:r>
          <a:endParaRPr lang="uk-UA"/>
        </a:p>
      </dgm:t>
    </dgm:pt>
    <dgm:pt modelId="{C80A1C96-14F4-4DFA-B6A6-0145B446117A}" type="parTrans" cxnId="{DE23D947-0953-4F6F-97AE-C4C7B878EBE2}">
      <dgm:prSet/>
      <dgm:spPr/>
      <dgm:t>
        <a:bodyPr/>
        <a:lstStyle/>
        <a:p>
          <a:endParaRPr lang="uk-UA"/>
        </a:p>
      </dgm:t>
    </dgm:pt>
    <dgm:pt modelId="{EADBF93B-EA1E-454A-9828-F7AE0B739324}" type="sibTrans" cxnId="{DE23D947-0953-4F6F-97AE-C4C7B878EBE2}">
      <dgm:prSet/>
      <dgm:spPr/>
      <dgm:t>
        <a:bodyPr/>
        <a:lstStyle/>
        <a:p>
          <a:endParaRPr lang="uk-UA"/>
        </a:p>
      </dgm:t>
    </dgm:pt>
    <dgm:pt modelId="{BB068248-B99F-4E20-8F44-EF8AE0B00907}">
      <dgm:prSet/>
      <dgm:spPr/>
      <dgm:t>
        <a:bodyPr/>
        <a:lstStyle/>
        <a:p>
          <a:r>
            <a:rPr lang="uk-UA" b="0" i="0"/>
            <a:t>рейхстагу нацистської Німеччини.</a:t>
          </a:r>
          <a:endParaRPr lang="uk-UA"/>
        </a:p>
      </dgm:t>
    </dgm:pt>
    <dgm:pt modelId="{3009939C-E5B2-44C0-8DE7-4D572FA833DB}" type="parTrans" cxnId="{D29D9927-C9AB-410E-8BE4-3A0D13B67609}">
      <dgm:prSet/>
      <dgm:spPr/>
      <dgm:t>
        <a:bodyPr/>
        <a:lstStyle/>
        <a:p>
          <a:endParaRPr lang="uk-UA"/>
        </a:p>
      </dgm:t>
    </dgm:pt>
    <dgm:pt modelId="{A277541E-F831-4866-9D83-F929C859C75E}" type="sibTrans" cxnId="{D29D9927-C9AB-410E-8BE4-3A0D13B67609}">
      <dgm:prSet/>
      <dgm:spPr/>
      <dgm:t>
        <a:bodyPr/>
        <a:lstStyle/>
        <a:p>
          <a:endParaRPr lang="uk-UA"/>
        </a:p>
      </dgm:t>
    </dgm:pt>
    <dgm:pt modelId="{ED0B13EC-0B5B-4F78-8F9F-36B155026130}">
      <dgm:prSet/>
      <dgm:spPr/>
      <dgm:t>
        <a:bodyPr/>
        <a:lstStyle/>
        <a:p>
          <a:r>
            <a:rPr lang="uk-UA" b="0" i="0"/>
            <a:t>проводу Організації українських націоналістів.</a:t>
          </a:r>
          <a:endParaRPr lang="uk-UA"/>
        </a:p>
      </dgm:t>
    </dgm:pt>
    <dgm:pt modelId="{AD9EF94F-600A-46D6-810E-7D708394D7D6}" type="parTrans" cxnId="{9FFC032A-F085-44E9-946A-8AF5D8074F03}">
      <dgm:prSet/>
      <dgm:spPr/>
      <dgm:t>
        <a:bodyPr/>
        <a:lstStyle/>
        <a:p>
          <a:endParaRPr lang="uk-UA"/>
        </a:p>
      </dgm:t>
    </dgm:pt>
    <dgm:pt modelId="{80B414A8-D419-45F4-833E-55FA09112652}" type="sibTrans" cxnId="{9FFC032A-F085-44E9-946A-8AF5D8074F03}">
      <dgm:prSet/>
      <dgm:spPr/>
      <dgm:t>
        <a:bodyPr/>
        <a:lstStyle/>
        <a:p>
          <a:endParaRPr lang="uk-UA"/>
        </a:p>
      </dgm:t>
    </dgm:pt>
    <dgm:pt modelId="{046D8F10-6FEF-4E99-8F71-FE503A855716}" type="pres">
      <dgm:prSet presAssocID="{BA7D4302-7C71-4539-BB1A-4B0905310D10}" presName="linear" presStyleCnt="0">
        <dgm:presLayoutVars>
          <dgm:animLvl val="lvl"/>
          <dgm:resizeHandles val="exact"/>
        </dgm:presLayoutVars>
      </dgm:prSet>
      <dgm:spPr/>
    </dgm:pt>
    <dgm:pt modelId="{67489961-613B-4E6D-9831-04DF5E4C695A}" type="pres">
      <dgm:prSet presAssocID="{1FD637EF-FFA0-4E1F-913C-4606DF885C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FF1F79-CBA6-4846-AEC0-7DBB6B809909}" type="pres">
      <dgm:prSet presAssocID="{1556C9E4-F117-48BB-B1A3-0CBAB56CBA5C}" presName="spacer" presStyleCnt="0"/>
      <dgm:spPr/>
    </dgm:pt>
    <dgm:pt modelId="{0D6FE607-03C2-4179-BA26-647FB5250338}" type="pres">
      <dgm:prSet presAssocID="{B6E3C9B2-8DED-496E-B845-8A685AD551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82C221-4922-4BA3-B4D4-6C24AB71C9E9}" type="pres">
      <dgm:prSet presAssocID="{EADBF93B-EA1E-454A-9828-F7AE0B739324}" presName="spacer" presStyleCnt="0"/>
      <dgm:spPr/>
    </dgm:pt>
    <dgm:pt modelId="{793CD752-F381-4FAE-A75D-31AF087B4D84}" type="pres">
      <dgm:prSet presAssocID="{BB068248-B99F-4E20-8F44-EF8AE0B0090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6B057C-9DAC-42FE-A3F3-E9C7E486C817}" type="pres">
      <dgm:prSet presAssocID="{A277541E-F831-4866-9D83-F929C859C75E}" presName="spacer" presStyleCnt="0"/>
      <dgm:spPr/>
    </dgm:pt>
    <dgm:pt modelId="{C234D028-120A-42C1-A26F-0AF095CB5BAD}" type="pres">
      <dgm:prSet presAssocID="{ED0B13EC-0B5B-4F78-8F9F-36B15502613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CE5825-C432-419D-B41D-8A7F0486138E}" type="presOf" srcId="{B6E3C9B2-8DED-496E-B845-8A685AD551C5}" destId="{0D6FE607-03C2-4179-BA26-647FB5250338}" srcOrd="0" destOrd="0" presId="urn:microsoft.com/office/officeart/2005/8/layout/vList2"/>
    <dgm:cxn modelId="{D29D9927-C9AB-410E-8BE4-3A0D13B67609}" srcId="{BA7D4302-7C71-4539-BB1A-4B0905310D10}" destId="{BB068248-B99F-4E20-8F44-EF8AE0B00907}" srcOrd="2" destOrd="0" parTransId="{3009939C-E5B2-44C0-8DE7-4D572FA833DB}" sibTransId="{A277541E-F831-4866-9D83-F929C859C75E}"/>
    <dgm:cxn modelId="{9FFC032A-F085-44E9-946A-8AF5D8074F03}" srcId="{BA7D4302-7C71-4539-BB1A-4B0905310D10}" destId="{ED0B13EC-0B5B-4F78-8F9F-36B155026130}" srcOrd="3" destOrd="0" parTransId="{AD9EF94F-600A-46D6-810E-7D708394D7D6}" sibTransId="{80B414A8-D419-45F4-833E-55FA09112652}"/>
    <dgm:cxn modelId="{761E802A-B7E0-4D9D-922B-D7FE53D601E9}" type="presOf" srcId="{BA7D4302-7C71-4539-BB1A-4B0905310D10}" destId="{046D8F10-6FEF-4E99-8F71-FE503A855716}" srcOrd="0" destOrd="0" presId="urn:microsoft.com/office/officeart/2005/8/layout/vList2"/>
    <dgm:cxn modelId="{E6A96E36-3CD9-406C-B3EC-0CBF0ADB9FB9}" type="presOf" srcId="{1FD637EF-FFA0-4E1F-913C-4606DF885C21}" destId="{67489961-613B-4E6D-9831-04DF5E4C695A}" srcOrd="0" destOrd="0" presId="urn:microsoft.com/office/officeart/2005/8/layout/vList2"/>
    <dgm:cxn modelId="{DE23D947-0953-4F6F-97AE-C4C7B878EBE2}" srcId="{BA7D4302-7C71-4539-BB1A-4B0905310D10}" destId="{B6E3C9B2-8DED-496E-B845-8A685AD551C5}" srcOrd="1" destOrd="0" parTransId="{C80A1C96-14F4-4DFA-B6A6-0145B446117A}" sibTransId="{EADBF93B-EA1E-454A-9828-F7AE0B739324}"/>
    <dgm:cxn modelId="{D51A4C4C-1A4F-4050-8348-69420B70B150}" type="presOf" srcId="{ED0B13EC-0B5B-4F78-8F9F-36B155026130}" destId="{C234D028-120A-42C1-A26F-0AF095CB5BAD}" srcOrd="0" destOrd="0" presId="urn:microsoft.com/office/officeart/2005/8/layout/vList2"/>
    <dgm:cxn modelId="{15F34B8C-31EA-42A9-B602-8B8ABB2CEFBD}" type="presOf" srcId="{BB068248-B99F-4E20-8F44-EF8AE0B00907}" destId="{793CD752-F381-4FAE-A75D-31AF087B4D84}" srcOrd="0" destOrd="0" presId="urn:microsoft.com/office/officeart/2005/8/layout/vList2"/>
    <dgm:cxn modelId="{F9D01ED6-5F8C-4FCF-8B54-CF96F42C0100}" srcId="{BA7D4302-7C71-4539-BB1A-4B0905310D10}" destId="{1FD637EF-FFA0-4E1F-913C-4606DF885C21}" srcOrd="0" destOrd="0" parTransId="{64A6FCCB-E9C6-4048-9BC4-43D746C672F0}" sibTransId="{1556C9E4-F117-48BB-B1A3-0CBAB56CBA5C}"/>
    <dgm:cxn modelId="{D8F48F4B-C6E5-4506-8A16-B52B0CCC0DDB}" type="presParOf" srcId="{046D8F10-6FEF-4E99-8F71-FE503A855716}" destId="{67489961-613B-4E6D-9831-04DF5E4C695A}" srcOrd="0" destOrd="0" presId="urn:microsoft.com/office/officeart/2005/8/layout/vList2"/>
    <dgm:cxn modelId="{391692BB-EF2B-4438-B7E9-B851AD56CC59}" type="presParOf" srcId="{046D8F10-6FEF-4E99-8F71-FE503A855716}" destId="{8AFF1F79-CBA6-4846-AEC0-7DBB6B809909}" srcOrd="1" destOrd="0" presId="urn:microsoft.com/office/officeart/2005/8/layout/vList2"/>
    <dgm:cxn modelId="{9A8535FB-9FC3-4890-B51C-83BE9874A1E9}" type="presParOf" srcId="{046D8F10-6FEF-4E99-8F71-FE503A855716}" destId="{0D6FE607-03C2-4179-BA26-647FB5250338}" srcOrd="2" destOrd="0" presId="urn:microsoft.com/office/officeart/2005/8/layout/vList2"/>
    <dgm:cxn modelId="{BCF8CCA3-9C29-4C9C-90A6-8F8D0A4BC1F4}" type="presParOf" srcId="{046D8F10-6FEF-4E99-8F71-FE503A855716}" destId="{5682C221-4922-4BA3-B4D4-6C24AB71C9E9}" srcOrd="3" destOrd="0" presId="urn:microsoft.com/office/officeart/2005/8/layout/vList2"/>
    <dgm:cxn modelId="{07078470-2F0F-42E9-8134-EAE0EE19ED22}" type="presParOf" srcId="{046D8F10-6FEF-4E99-8F71-FE503A855716}" destId="{793CD752-F381-4FAE-A75D-31AF087B4D84}" srcOrd="4" destOrd="0" presId="urn:microsoft.com/office/officeart/2005/8/layout/vList2"/>
    <dgm:cxn modelId="{79A23A70-70CB-4881-BF14-5F096A513C70}" type="presParOf" srcId="{046D8F10-6FEF-4E99-8F71-FE503A855716}" destId="{276B057C-9DAC-42FE-A3F3-E9C7E486C817}" srcOrd="5" destOrd="0" presId="urn:microsoft.com/office/officeart/2005/8/layout/vList2"/>
    <dgm:cxn modelId="{43BA8F0E-CD5F-4E28-B93B-0F669DD69F70}" type="presParOf" srcId="{046D8F10-6FEF-4E99-8F71-FE503A855716}" destId="{C234D028-120A-42C1-A26F-0AF095CB5B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3DDBBDD9-84F4-46F2-B909-299A9E36BFB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4862E3-0768-48F2-8889-5F9DEED51916}">
      <dgm:prSet/>
      <dgm:spPr/>
      <dgm:t>
        <a:bodyPr/>
        <a:lstStyle/>
        <a:p>
          <a:r>
            <a:rPr lang="uk-UA" b="0" i="0"/>
            <a:t>здійснення Акта Злуки.</a:t>
          </a:r>
          <a:endParaRPr lang="uk-UA"/>
        </a:p>
      </dgm:t>
    </dgm:pt>
    <dgm:pt modelId="{00362E3A-C277-466C-86ED-7C8F2B824A72}" type="parTrans" cxnId="{FFC88FBD-3059-4ACB-B18F-E02249440AFB}">
      <dgm:prSet/>
      <dgm:spPr/>
      <dgm:t>
        <a:bodyPr/>
        <a:lstStyle/>
        <a:p>
          <a:endParaRPr lang="uk-UA"/>
        </a:p>
      </dgm:t>
    </dgm:pt>
    <dgm:pt modelId="{74AFBB76-0EA6-416F-A4CE-E9ECC04CDDEA}" type="sibTrans" cxnId="{FFC88FBD-3059-4ACB-B18F-E02249440AFB}">
      <dgm:prSet/>
      <dgm:spPr/>
      <dgm:t>
        <a:bodyPr/>
        <a:lstStyle/>
        <a:p>
          <a:endParaRPr lang="uk-UA"/>
        </a:p>
      </dgm:t>
    </dgm:pt>
    <dgm:pt modelId="{56849065-0246-4743-8C46-A336BB5E70F1}">
      <dgm:prSet/>
      <dgm:spPr/>
      <dgm:t>
        <a:bodyPr/>
        <a:lstStyle/>
        <a:p>
          <a:r>
            <a:rPr lang="uk-UA" b="0" i="0"/>
            <a:t>подій «золотого вересня».</a:t>
          </a:r>
          <a:endParaRPr lang="uk-UA"/>
        </a:p>
      </dgm:t>
    </dgm:pt>
    <dgm:pt modelId="{5D6CC2B9-89F0-44B0-A213-D2BC3A8E1953}" type="parTrans" cxnId="{B830BEC6-D328-4C73-BAA5-F4A238439BD7}">
      <dgm:prSet/>
      <dgm:spPr/>
      <dgm:t>
        <a:bodyPr/>
        <a:lstStyle/>
        <a:p>
          <a:endParaRPr lang="uk-UA"/>
        </a:p>
      </dgm:t>
    </dgm:pt>
    <dgm:pt modelId="{EFC50600-1C5E-4DBA-A9A6-6A6DF7BA3555}" type="sibTrans" cxnId="{B830BEC6-D328-4C73-BAA5-F4A238439BD7}">
      <dgm:prSet/>
      <dgm:spPr/>
      <dgm:t>
        <a:bodyPr/>
        <a:lstStyle/>
        <a:p>
          <a:endParaRPr lang="uk-UA"/>
        </a:p>
      </dgm:t>
    </dgm:pt>
    <dgm:pt modelId="{80CFB22E-DE51-4CCE-BD49-F54506136B79}">
      <dgm:prSet/>
      <dgm:spPr/>
      <dgm:t>
        <a:bodyPr/>
        <a:lstStyle/>
        <a:p>
          <a:r>
            <a:rPr lang="uk-UA" b="0" i="0"/>
            <a:t>підписання Мюнхенської угоди.</a:t>
          </a:r>
          <a:endParaRPr lang="uk-UA"/>
        </a:p>
      </dgm:t>
    </dgm:pt>
    <dgm:pt modelId="{BCBC4CFE-6BD7-4652-8725-6B5837361077}" type="parTrans" cxnId="{F03851DE-D63D-4FD1-801E-29E79A18ACA3}">
      <dgm:prSet/>
      <dgm:spPr/>
      <dgm:t>
        <a:bodyPr/>
        <a:lstStyle/>
        <a:p>
          <a:endParaRPr lang="uk-UA"/>
        </a:p>
      </dgm:t>
    </dgm:pt>
    <dgm:pt modelId="{934A34CF-1C92-4370-AD2E-3A9A84108BB5}" type="sibTrans" cxnId="{F03851DE-D63D-4FD1-801E-29E79A18ACA3}">
      <dgm:prSet/>
      <dgm:spPr/>
      <dgm:t>
        <a:bodyPr/>
        <a:lstStyle/>
        <a:p>
          <a:endParaRPr lang="uk-UA"/>
        </a:p>
      </dgm:t>
    </dgm:pt>
    <dgm:pt modelId="{15DD1D13-C093-4587-9537-98A13B936D83}">
      <dgm:prSet/>
      <dgm:spPr/>
      <dgm:t>
        <a:bodyPr/>
        <a:lstStyle/>
        <a:p>
          <a:r>
            <a:rPr lang="uk-UA" b="0" i="0"/>
            <a:t>наступальних дій радянської армії.</a:t>
          </a:r>
          <a:endParaRPr lang="uk-UA"/>
        </a:p>
      </dgm:t>
    </dgm:pt>
    <dgm:pt modelId="{7B702235-C72B-4860-8152-084B08A4D235}" type="parTrans" cxnId="{639CBEBC-AC97-4540-BD79-EC609E40CD19}">
      <dgm:prSet/>
      <dgm:spPr/>
      <dgm:t>
        <a:bodyPr/>
        <a:lstStyle/>
        <a:p>
          <a:endParaRPr lang="uk-UA"/>
        </a:p>
      </dgm:t>
    </dgm:pt>
    <dgm:pt modelId="{E83348ED-18DC-4070-B7AF-C668A5ECDE67}" type="sibTrans" cxnId="{639CBEBC-AC97-4540-BD79-EC609E40CD19}">
      <dgm:prSet/>
      <dgm:spPr/>
      <dgm:t>
        <a:bodyPr/>
        <a:lstStyle/>
        <a:p>
          <a:endParaRPr lang="uk-UA"/>
        </a:p>
      </dgm:t>
    </dgm:pt>
    <dgm:pt modelId="{7FDB1426-0827-4AE9-9360-7714C7B0E3F0}" type="pres">
      <dgm:prSet presAssocID="{3DDBBDD9-84F4-46F2-B909-299A9E36BFB6}" presName="linear" presStyleCnt="0">
        <dgm:presLayoutVars>
          <dgm:animLvl val="lvl"/>
          <dgm:resizeHandles val="exact"/>
        </dgm:presLayoutVars>
      </dgm:prSet>
      <dgm:spPr/>
    </dgm:pt>
    <dgm:pt modelId="{D551E417-01E5-420D-AC3C-AB718D1BA198}" type="pres">
      <dgm:prSet presAssocID="{744862E3-0768-48F2-8889-5F9DEED519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4D195F-B989-493C-B21C-42EFCE6BFB1D}" type="pres">
      <dgm:prSet presAssocID="{74AFBB76-0EA6-416F-A4CE-E9ECC04CDDEA}" presName="spacer" presStyleCnt="0"/>
      <dgm:spPr/>
    </dgm:pt>
    <dgm:pt modelId="{F5F02829-53CC-4D49-8776-134D5E5621C6}" type="pres">
      <dgm:prSet presAssocID="{56849065-0246-4743-8C46-A336BB5E70F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2BBC9B-C4C5-460C-8FA5-CB703B4A5F48}" type="pres">
      <dgm:prSet presAssocID="{EFC50600-1C5E-4DBA-A9A6-6A6DF7BA3555}" presName="spacer" presStyleCnt="0"/>
      <dgm:spPr/>
    </dgm:pt>
    <dgm:pt modelId="{8AFF13EF-CBA2-4396-B414-292E11105482}" type="pres">
      <dgm:prSet presAssocID="{80CFB22E-DE51-4CCE-BD49-F54506136B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85AFAF-FC02-4B88-B73F-23F406670F07}" type="pres">
      <dgm:prSet presAssocID="{934A34CF-1C92-4370-AD2E-3A9A84108BB5}" presName="spacer" presStyleCnt="0"/>
      <dgm:spPr/>
    </dgm:pt>
    <dgm:pt modelId="{15D55037-3D08-49FB-A18D-1A50587ECCA6}" type="pres">
      <dgm:prSet presAssocID="{15DD1D13-C093-4587-9537-98A13B936D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75A2701-3ACD-4EAA-BF71-A871C7DE317A}" type="presOf" srcId="{80CFB22E-DE51-4CCE-BD49-F54506136B79}" destId="{8AFF13EF-CBA2-4396-B414-292E11105482}" srcOrd="0" destOrd="0" presId="urn:microsoft.com/office/officeart/2005/8/layout/vList2"/>
    <dgm:cxn modelId="{38773823-0213-44F8-94BF-ED1F126F0027}" type="presOf" srcId="{56849065-0246-4743-8C46-A336BB5E70F1}" destId="{F5F02829-53CC-4D49-8776-134D5E5621C6}" srcOrd="0" destOrd="0" presId="urn:microsoft.com/office/officeart/2005/8/layout/vList2"/>
    <dgm:cxn modelId="{CE651C43-F435-4AED-9DD3-DFC8116E73A7}" type="presOf" srcId="{3DDBBDD9-84F4-46F2-B909-299A9E36BFB6}" destId="{7FDB1426-0827-4AE9-9360-7714C7B0E3F0}" srcOrd="0" destOrd="0" presId="urn:microsoft.com/office/officeart/2005/8/layout/vList2"/>
    <dgm:cxn modelId="{D13F0398-0BBD-4735-B31B-0D2433157516}" type="presOf" srcId="{744862E3-0768-48F2-8889-5F9DEED51916}" destId="{D551E417-01E5-420D-AC3C-AB718D1BA198}" srcOrd="0" destOrd="0" presId="urn:microsoft.com/office/officeart/2005/8/layout/vList2"/>
    <dgm:cxn modelId="{639CBEBC-AC97-4540-BD79-EC609E40CD19}" srcId="{3DDBBDD9-84F4-46F2-B909-299A9E36BFB6}" destId="{15DD1D13-C093-4587-9537-98A13B936D83}" srcOrd="3" destOrd="0" parTransId="{7B702235-C72B-4860-8152-084B08A4D235}" sibTransId="{E83348ED-18DC-4070-B7AF-C668A5ECDE67}"/>
    <dgm:cxn modelId="{FFC88FBD-3059-4ACB-B18F-E02249440AFB}" srcId="{3DDBBDD9-84F4-46F2-B909-299A9E36BFB6}" destId="{744862E3-0768-48F2-8889-5F9DEED51916}" srcOrd="0" destOrd="0" parTransId="{00362E3A-C277-466C-86ED-7C8F2B824A72}" sibTransId="{74AFBB76-0EA6-416F-A4CE-E9ECC04CDDEA}"/>
    <dgm:cxn modelId="{A65EAFC2-9DCF-4DC4-88AD-7970575867C1}" type="presOf" srcId="{15DD1D13-C093-4587-9537-98A13B936D83}" destId="{15D55037-3D08-49FB-A18D-1A50587ECCA6}" srcOrd="0" destOrd="0" presId="urn:microsoft.com/office/officeart/2005/8/layout/vList2"/>
    <dgm:cxn modelId="{B830BEC6-D328-4C73-BAA5-F4A238439BD7}" srcId="{3DDBBDD9-84F4-46F2-B909-299A9E36BFB6}" destId="{56849065-0246-4743-8C46-A336BB5E70F1}" srcOrd="1" destOrd="0" parTransId="{5D6CC2B9-89F0-44B0-A213-D2BC3A8E1953}" sibTransId="{EFC50600-1C5E-4DBA-A9A6-6A6DF7BA3555}"/>
    <dgm:cxn modelId="{F03851DE-D63D-4FD1-801E-29E79A18ACA3}" srcId="{3DDBBDD9-84F4-46F2-B909-299A9E36BFB6}" destId="{80CFB22E-DE51-4CCE-BD49-F54506136B79}" srcOrd="2" destOrd="0" parTransId="{BCBC4CFE-6BD7-4652-8725-6B5837361077}" sibTransId="{934A34CF-1C92-4370-AD2E-3A9A84108BB5}"/>
    <dgm:cxn modelId="{B493FF18-829A-46FD-897C-BB4B5111B0CB}" type="presParOf" srcId="{7FDB1426-0827-4AE9-9360-7714C7B0E3F0}" destId="{D551E417-01E5-420D-AC3C-AB718D1BA198}" srcOrd="0" destOrd="0" presId="urn:microsoft.com/office/officeart/2005/8/layout/vList2"/>
    <dgm:cxn modelId="{1AD7C28D-F138-40B4-BA6A-7DB8E9B36A23}" type="presParOf" srcId="{7FDB1426-0827-4AE9-9360-7714C7B0E3F0}" destId="{814D195F-B989-493C-B21C-42EFCE6BFB1D}" srcOrd="1" destOrd="0" presId="urn:microsoft.com/office/officeart/2005/8/layout/vList2"/>
    <dgm:cxn modelId="{49E206C5-B8D4-4A7B-A41D-6DAFEDB4BBF1}" type="presParOf" srcId="{7FDB1426-0827-4AE9-9360-7714C7B0E3F0}" destId="{F5F02829-53CC-4D49-8776-134D5E5621C6}" srcOrd="2" destOrd="0" presId="urn:microsoft.com/office/officeart/2005/8/layout/vList2"/>
    <dgm:cxn modelId="{14DA1192-A6DD-40F2-B6D3-037C69A94FEC}" type="presParOf" srcId="{7FDB1426-0827-4AE9-9360-7714C7B0E3F0}" destId="{E02BBC9B-C4C5-460C-8FA5-CB703B4A5F48}" srcOrd="3" destOrd="0" presId="urn:microsoft.com/office/officeart/2005/8/layout/vList2"/>
    <dgm:cxn modelId="{6EA1C2A4-8CFC-4E3A-9151-A622B45B73DA}" type="presParOf" srcId="{7FDB1426-0827-4AE9-9360-7714C7B0E3F0}" destId="{8AFF13EF-CBA2-4396-B414-292E11105482}" srcOrd="4" destOrd="0" presId="urn:microsoft.com/office/officeart/2005/8/layout/vList2"/>
    <dgm:cxn modelId="{996785D7-6DE5-4DB7-B6A1-F49A2E456AD2}" type="presParOf" srcId="{7FDB1426-0827-4AE9-9360-7714C7B0E3F0}" destId="{8D85AFAF-FC02-4B88-B73F-23F406670F07}" srcOrd="5" destOrd="0" presId="urn:microsoft.com/office/officeart/2005/8/layout/vList2"/>
    <dgm:cxn modelId="{8DF58A09-4399-41F4-97A1-98BE85F3DB64}" type="presParOf" srcId="{7FDB1426-0827-4AE9-9360-7714C7B0E3F0}" destId="{15D55037-3D08-49FB-A18D-1A50587ECC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0C7D1C46-E34A-4CF9-A756-6B298F0F1D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932EC4-9282-45CA-BA7C-FE3028F5AC6D}">
      <dgm:prSet/>
      <dgm:spPr/>
      <dgm:t>
        <a:bodyPr/>
        <a:lstStyle/>
        <a:p>
          <a:r>
            <a:rPr lang="ru-RU" b="0" i="0"/>
            <a:t>6 листопада 1943 р.</a:t>
          </a:r>
          <a:endParaRPr lang="uk-UA"/>
        </a:p>
      </dgm:t>
    </dgm:pt>
    <dgm:pt modelId="{129C617D-DB04-4B52-AACB-5A44A742F72B}" type="parTrans" cxnId="{398EBC2D-1608-4E22-9687-7E8572E19999}">
      <dgm:prSet/>
      <dgm:spPr/>
      <dgm:t>
        <a:bodyPr/>
        <a:lstStyle/>
        <a:p>
          <a:endParaRPr lang="uk-UA"/>
        </a:p>
      </dgm:t>
    </dgm:pt>
    <dgm:pt modelId="{21B2A473-4826-46B4-B50B-296D07B4B93E}" type="sibTrans" cxnId="{398EBC2D-1608-4E22-9687-7E8572E19999}">
      <dgm:prSet/>
      <dgm:spPr/>
      <dgm:t>
        <a:bodyPr/>
        <a:lstStyle/>
        <a:p>
          <a:endParaRPr lang="uk-UA"/>
        </a:p>
      </dgm:t>
    </dgm:pt>
    <dgm:pt modelId="{DAD03E75-AF9D-470D-B1B0-89D24607E865}">
      <dgm:prSet/>
      <dgm:spPr/>
      <dgm:t>
        <a:bodyPr/>
        <a:lstStyle/>
        <a:p>
          <a:r>
            <a:rPr lang="ru-RU" b="0" i="0"/>
            <a:t>17 лютого 1944 р.</a:t>
          </a:r>
          <a:endParaRPr lang="uk-UA"/>
        </a:p>
      </dgm:t>
    </dgm:pt>
    <dgm:pt modelId="{D79EAEE0-B291-4479-AD29-00892A65BD12}" type="parTrans" cxnId="{5A9E4A30-0173-48A3-B3DE-0D8577B4D51E}">
      <dgm:prSet/>
      <dgm:spPr/>
      <dgm:t>
        <a:bodyPr/>
        <a:lstStyle/>
        <a:p>
          <a:endParaRPr lang="uk-UA"/>
        </a:p>
      </dgm:t>
    </dgm:pt>
    <dgm:pt modelId="{66D62A23-3D50-44BE-BEA7-68F37F51883D}" type="sibTrans" cxnId="{5A9E4A30-0173-48A3-B3DE-0D8577B4D51E}">
      <dgm:prSet/>
      <dgm:spPr/>
      <dgm:t>
        <a:bodyPr/>
        <a:lstStyle/>
        <a:p>
          <a:endParaRPr lang="uk-UA"/>
        </a:p>
      </dgm:t>
    </dgm:pt>
    <dgm:pt modelId="{440213B4-8655-4E55-97DF-5D63C8C7A6F1}">
      <dgm:prSet/>
      <dgm:spPr/>
      <dgm:t>
        <a:bodyPr/>
        <a:lstStyle/>
        <a:p>
          <a:r>
            <a:rPr lang="ru-RU" b="0" i="0"/>
            <a:t>28 жовтня 1944 р.</a:t>
          </a:r>
          <a:endParaRPr lang="uk-UA"/>
        </a:p>
      </dgm:t>
    </dgm:pt>
    <dgm:pt modelId="{2C03F8C5-DD31-4D39-9AE8-1D71FFB70337}" type="parTrans" cxnId="{2CB478E6-3440-453D-B17F-4AD9C56283DC}">
      <dgm:prSet/>
      <dgm:spPr/>
      <dgm:t>
        <a:bodyPr/>
        <a:lstStyle/>
        <a:p>
          <a:endParaRPr lang="uk-UA"/>
        </a:p>
      </dgm:t>
    </dgm:pt>
    <dgm:pt modelId="{7D839934-8AAA-49B4-9508-566049A6E6B3}" type="sibTrans" cxnId="{2CB478E6-3440-453D-B17F-4AD9C56283DC}">
      <dgm:prSet/>
      <dgm:spPr/>
      <dgm:t>
        <a:bodyPr/>
        <a:lstStyle/>
        <a:p>
          <a:endParaRPr lang="uk-UA"/>
        </a:p>
      </dgm:t>
    </dgm:pt>
    <dgm:pt modelId="{251BD597-1957-4A61-8ED4-0C16E355FFF2}">
      <dgm:prSet/>
      <dgm:spPr/>
      <dgm:t>
        <a:bodyPr/>
        <a:lstStyle/>
        <a:p>
          <a:r>
            <a:rPr lang="ru-RU" b="0" i="0"/>
            <a:t>9 травня 1945 р.</a:t>
          </a:r>
          <a:endParaRPr lang="uk-UA"/>
        </a:p>
      </dgm:t>
    </dgm:pt>
    <dgm:pt modelId="{67D4C85B-303B-4F33-A562-27C4092ADCDB}" type="parTrans" cxnId="{5F886ACF-3A2A-4CEB-A64C-E4968F4BD258}">
      <dgm:prSet/>
      <dgm:spPr/>
      <dgm:t>
        <a:bodyPr/>
        <a:lstStyle/>
        <a:p>
          <a:endParaRPr lang="uk-UA"/>
        </a:p>
      </dgm:t>
    </dgm:pt>
    <dgm:pt modelId="{55D433DC-77B8-4264-AEAE-8E33037DEFC8}" type="sibTrans" cxnId="{5F886ACF-3A2A-4CEB-A64C-E4968F4BD258}">
      <dgm:prSet/>
      <dgm:spPr/>
      <dgm:t>
        <a:bodyPr/>
        <a:lstStyle/>
        <a:p>
          <a:endParaRPr lang="uk-UA"/>
        </a:p>
      </dgm:t>
    </dgm:pt>
    <dgm:pt modelId="{19788346-5019-44B3-8EED-35E10827462C}" type="pres">
      <dgm:prSet presAssocID="{0C7D1C46-E34A-4CF9-A756-6B298F0F1D8D}" presName="linear" presStyleCnt="0">
        <dgm:presLayoutVars>
          <dgm:animLvl val="lvl"/>
          <dgm:resizeHandles val="exact"/>
        </dgm:presLayoutVars>
      </dgm:prSet>
      <dgm:spPr/>
    </dgm:pt>
    <dgm:pt modelId="{915B8633-1DEE-4CA5-AA31-440C87E55AC2}" type="pres">
      <dgm:prSet presAssocID="{C0932EC4-9282-45CA-BA7C-FE3028F5AC6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75706C-DAD1-4DF4-AFDD-163A13FA56D0}" type="pres">
      <dgm:prSet presAssocID="{21B2A473-4826-46B4-B50B-296D07B4B93E}" presName="spacer" presStyleCnt="0"/>
      <dgm:spPr/>
    </dgm:pt>
    <dgm:pt modelId="{C91CAE2E-7B4D-4122-9B8A-2B8A60B6B21A}" type="pres">
      <dgm:prSet presAssocID="{DAD03E75-AF9D-470D-B1B0-89D24607E8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10E401-D202-46CD-A38E-B48CF7DD2E4F}" type="pres">
      <dgm:prSet presAssocID="{66D62A23-3D50-44BE-BEA7-68F37F51883D}" presName="spacer" presStyleCnt="0"/>
      <dgm:spPr/>
    </dgm:pt>
    <dgm:pt modelId="{E216F559-A3EF-4B05-9D14-7F799E14484B}" type="pres">
      <dgm:prSet presAssocID="{440213B4-8655-4E55-97DF-5D63C8C7A6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1EBA08-3652-4723-BB7D-BB8402183A17}" type="pres">
      <dgm:prSet presAssocID="{7D839934-8AAA-49B4-9508-566049A6E6B3}" presName="spacer" presStyleCnt="0"/>
      <dgm:spPr/>
    </dgm:pt>
    <dgm:pt modelId="{078829B9-79ED-473E-96BE-380CAD39D558}" type="pres">
      <dgm:prSet presAssocID="{251BD597-1957-4A61-8ED4-0C16E355FF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98EBC2D-1608-4E22-9687-7E8572E19999}" srcId="{0C7D1C46-E34A-4CF9-A756-6B298F0F1D8D}" destId="{C0932EC4-9282-45CA-BA7C-FE3028F5AC6D}" srcOrd="0" destOrd="0" parTransId="{129C617D-DB04-4B52-AACB-5A44A742F72B}" sibTransId="{21B2A473-4826-46B4-B50B-296D07B4B93E}"/>
    <dgm:cxn modelId="{5A9E4A30-0173-48A3-B3DE-0D8577B4D51E}" srcId="{0C7D1C46-E34A-4CF9-A756-6B298F0F1D8D}" destId="{DAD03E75-AF9D-470D-B1B0-89D24607E865}" srcOrd="1" destOrd="0" parTransId="{D79EAEE0-B291-4479-AD29-00892A65BD12}" sibTransId="{66D62A23-3D50-44BE-BEA7-68F37F51883D}"/>
    <dgm:cxn modelId="{B5A81634-2763-43D7-8F83-B70B75AB7874}" type="presOf" srcId="{0C7D1C46-E34A-4CF9-A756-6B298F0F1D8D}" destId="{19788346-5019-44B3-8EED-35E10827462C}" srcOrd="0" destOrd="0" presId="urn:microsoft.com/office/officeart/2005/8/layout/vList2"/>
    <dgm:cxn modelId="{5F886ACF-3A2A-4CEB-A64C-E4968F4BD258}" srcId="{0C7D1C46-E34A-4CF9-A756-6B298F0F1D8D}" destId="{251BD597-1957-4A61-8ED4-0C16E355FFF2}" srcOrd="3" destOrd="0" parTransId="{67D4C85B-303B-4F33-A562-27C4092ADCDB}" sibTransId="{55D433DC-77B8-4264-AEAE-8E33037DEFC8}"/>
    <dgm:cxn modelId="{83B34AD7-6ABC-4311-98BA-8578D9554DDE}" type="presOf" srcId="{DAD03E75-AF9D-470D-B1B0-89D24607E865}" destId="{C91CAE2E-7B4D-4122-9B8A-2B8A60B6B21A}" srcOrd="0" destOrd="0" presId="urn:microsoft.com/office/officeart/2005/8/layout/vList2"/>
    <dgm:cxn modelId="{2CB478E6-3440-453D-B17F-4AD9C56283DC}" srcId="{0C7D1C46-E34A-4CF9-A756-6B298F0F1D8D}" destId="{440213B4-8655-4E55-97DF-5D63C8C7A6F1}" srcOrd="2" destOrd="0" parTransId="{2C03F8C5-DD31-4D39-9AE8-1D71FFB70337}" sibTransId="{7D839934-8AAA-49B4-9508-566049A6E6B3}"/>
    <dgm:cxn modelId="{A4E67AF6-610D-44DA-8978-7D10AF21B9F0}" type="presOf" srcId="{440213B4-8655-4E55-97DF-5D63C8C7A6F1}" destId="{E216F559-A3EF-4B05-9D14-7F799E14484B}" srcOrd="0" destOrd="0" presId="urn:microsoft.com/office/officeart/2005/8/layout/vList2"/>
    <dgm:cxn modelId="{25D752FE-2813-433C-9A0F-6999E6A71105}" type="presOf" srcId="{251BD597-1957-4A61-8ED4-0C16E355FFF2}" destId="{078829B9-79ED-473E-96BE-380CAD39D558}" srcOrd="0" destOrd="0" presId="urn:microsoft.com/office/officeart/2005/8/layout/vList2"/>
    <dgm:cxn modelId="{B51DF9FE-ABB2-4E82-A971-275EBD746669}" type="presOf" srcId="{C0932EC4-9282-45CA-BA7C-FE3028F5AC6D}" destId="{915B8633-1DEE-4CA5-AA31-440C87E55AC2}" srcOrd="0" destOrd="0" presId="urn:microsoft.com/office/officeart/2005/8/layout/vList2"/>
    <dgm:cxn modelId="{E1FE79AA-C8E3-4E53-8C88-D85DE6D28C58}" type="presParOf" srcId="{19788346-5019-44B3-8EED-35E10827462C}" destId="{915B8633-1DEE-4CA5-AA31-440C87E55AC2}" srcOrd="0" destOrd="0" presId="urn:microsoft.com/office/officeart/2005/8/layout/vList2"/>
    <dgm:cxn modelId="{9F6CECAE-0521-451F-97F4-2D65C0CF18F0}" type="presParOf" srcId="{19788346-5019-44B3-8EED-35E10827462C}" destId="{9D75706C-DAD1-4DF4-AFDD-163A13FA56D0}" srcOrd="1" destOrd="0" presId="urn:microsoft.com/office/officeart/2005/8/layout/vList2"/>
    <dgm:cxn modelId="{CD6A793E-6626-4004-BF0C-D6F2F4B285E5}" type="presParOf" srcId="{19788346-5019-44B3-8EED-35E10827462C}" destId="{C91CAE2E-7B4D-4122-9B8A-2B8A60B6B21A}" srcOrd="2" destOrd="0" presId="urn:microsoft.com/office/officeart/2005/8/layout/vList2"/>
    <dgm:cxn modelId="{025976BC-18D9-4C43-A8B7-7808FC518CFA}" type="presParOf" srcId="{19788346-5019-44B3-8EED-35E10827462C}" destId="{7E10E401-D202-46CD-A38E-B48CF7DD2E4F}" srcOrd="3" destOrd="0" presId="urn:microsoft.com/office/officeart/2005/8/layout/vList2"/>
    <dgm:cxn modelId="{15B87058-83A8-4C2E-8347-027F13F64F33}" type="presParOf" srcId="{19788346-5019-44B3-8EED-35E10827462C}" destId="{E216F559-A3EF-4B05-9D14-7F799E14484B}" srcOrd="4" destOrd="0" presId="urn:microsoft.com/office/officeart/2005/8/layout/vList2"/>
    <dgm:cxn modelId="{D5A632A2-B28E-4103-8A00-4DC0ED06F10B}" type="presParOf" srcId="{19788346-5019-44B3-8EED-35E10827462C}" destId="{621EBA08-3652-4723-BB7D-BB8402183A17}" srcOrd="5" destOrd="0" presId="urn:microsoft.com/office/officeart/2005/8/layout/vList2"/>
    <dgm:cxn modelId="{7B52464B-99FA-4875-AB00-91AEDCB9F31A}" type="presParOf" srcId="{19788346-5019-44B3-8EED-35E10827462C}" destId="{078829B9-79ED-473E-96BE-380CAD39D5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52D3EE8-181F-4E4A-BCA9-39E114D0C44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0836CD-0A32-4DCE-85E6-65A00A7848E4}">
      <dgm:prSet/>
      <dgm:spPr/>
      <dgm:t>
        <a:bodyPr/>
        <a:lstStyle/>
        <a:p>
          <a:r>
            <a:rPr lang="ru-RU" b="0" i="0"/>
            <a:t>1942 р.</a:t>
          </a:r>
          <a:endParaRPr lang="uk-UA"/>
        </a:p>
      </dgm:t>
    </dgm:pt>
    <dgm:pt modelId="{C1DCBDD3-F937-4E2F-9145-113C0FBF1AEC}" type="parTrans" cxnId="{05B84BC0-2759-4B5C-9CF5-30C2138B38FC}">
      <dgm:prSet/>
      <dgm:spPr/>
      <dgm:t>
        <a:bodyPr/>
        <a:lstStyle/>
        <a:p>
          <a:endParaRPr lang="uk-UA"/>
        </a:p>
      </dgm:t>
    </dgm:pt>
    <dgm:pt modelId="{CF04DBED-FDEE-4606-BC10-B4FB49EAAE33}" type="sibTrans" cxnId="{05B84BC0-2759-4B5C-9CF5-30C2138B38FC}">
      <dgm:prSet/>
      <dgm:spPr/>
      <dgm:t>
        <a:bodyPr/>
        <a:lstStyle/>
        <a:p>
          <a:endParaRPr lang="uk-UA"/>
        </a:p>
      </dgm:t>
    </dgm:pt>
    <dgm:pt modelId="{A37C3875-146B-4988-8085-CC3F76F94BEE}">
      <dgm:prSet/>
      <dgm:spPr/>
      <dgm:t>
        <a:bodyPr/>
        <a:lstStyle/>
        <a:p>
          <a:r>
            <a:rPr lang="ru-RU" b="0" i="0"/>
            <a:t>1943 р.</a:t>
          </a:r>
          <a:endParaRPr lang="uk-UA"/>
        </a:p>
      </dgm:t>
    </dgm:pt>
    <dgm:pt modelId="{5F87BEAB-7866-42D3-9B12-57E3B3FFD597}" type="parTrans" cxnId="{8E98A607-037B-4D8D-8EFB-7F75CFCD36B4}">
      <dgm:prSet/>
      <dgm:spPr/>
      <dgm:t>
        <a:bodyPr/>
        <a:lstStyle/>
        <a:p>
          <a:endParaRPr lang="uk-UA"/>
        </a:p>
      </dgm:t>
    </dgm:pt>
    <dgm:pt modelId="{3410892B-479A-4A1F-AC0E-31D0D44029C9}" type="sibTrans" cxnId="{8E98A607-037B-4D8D-8EFB-7F75CFCD36B4}">
      <dgm:prSet/>
      <dgm:spPr/>
      <dgm:t>
        <a:bodyPr/>
        <a:lstStyle/>
        <a:p>
          <a:endParaRPr lang="uk-UA"/>
        </a:p>
      </dgm:t>
    </dgm:pt>
    <dgm:pt modelId="{E4E4D80C-A1E3-4FA3-84F4-3E1E7F2DB76B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1B86EE1B-5156-49BC-A13A-CFA47BF54046}" type="parTrans" cxnId="{6F6B7F84-5493-41AF-9B7D-0A2A2F9CEDAA}">
      <dgm:prSet/>
      <dgm:spPr/>
      <dgm:t>
        <a:bodyPr/>
        <a:lstStyle/>
        <a:p>
          <a:endParaRPr lang="uk-UA"/>
        </a:p>
      </dgm:t>
    </dgm:pt>
    <dgm:pt modelId="{4793A142-9F89-4A6A-B3BD-444909F6B58A}" type="sibTrans" cxnId="{6F6B7F84-5493-41AF-9B7D-0A2A2F9CEDAA}">
      <dgm:prSet/>
      <dgm:spPr/>
      <dgm:t>
        <a:bodyPr/>
        <a:lstStyle/>
        <a:p>
          <a:endParaRPr lang="uk-UA"/>
        </a:p>
      </dgm:t>
    </dgm:pt>
    <dgm:pt modelId="{3832606D-CC40-4FF1-A55C-EA05D497417A}">
      <dgm:prSet/>
      <dgm:spPr/>
      <dgm:t>
        <a:bodyPr/>
        <a:lstStyle/>
        <a:p>
          <a:r>
            <a:rPr lang="ru-RU" b="0" i="0"/>
            <a:t>1945 р.</a:t>
          </a:r>
          <a:endParaRPr lang="uk-UA"/>
        </a:p>
      </dgm:t>
    </dgm:pt>
    <dgm:pt modelId="{5AA52C3B-E647-49D5-87EC-CD02C6925F86}" type="parTrans" cxnId="{09C68CFE-D358-4AB2-A936-8B838E23BE1D}">
      <dgm:prSet/>
      <dgm:spPr/>
      <dgm:t>
        <a:bodyPr/>
        <a:lstStyle/>
        <a:p>
          <a:endParaRPr lang="uk-UA"/>
        </a:p>
      </dgm:t>
    </dgm:pt>
    <dgm:pt modelId="{2F808398-2C72-44BE-8DA1-DD116E2BD5CA}" type="sibTrans" cxnId="{09C68CFE-D358-4AB2-A936-8B838E23BE1D}">
      <dgm:prSet/>
      <dgm:spPr/>
      <dgm:t>
        <a:bodyPr/>
        <a:lstStyle/>
        <a:p>
          <a:endParaRPr lang="uk-UA"/>
        </a:p>
      </dgm:t>
    </dgm:pt>
    <dgm:pt modelId="{67654887-3930-4274-B247-51FEDA7897F5}" type="pres">
      <dgm:prSet presAssocID="{852D3EE8-181F-4E4A-BCA9-39E114D0C44E}" presName="matrix" presStyleCnt="0">
        <dgm:presLayoutVars>
          <dgm:chMax val="1"/>
          <dgm:dir/>
          <dgm:resizeHandles val="exact"/>
        </dgm:presLayoutVars>
      </dgm:prSet>
      <dgm:spPr/>
    </dgm:pt>
    <dgm:pt modelId="{F170CD32-B324-45FB-8A8A-5CB16F64358A}" type="pres">
      <dgm:prSet presAssocID="{852D3EE8-181F-4E4A-BCA9-39E114D0C44E}" presName="diamond" presStyleLbl="bgShp" presStyleIdx="0" presStyleCnt="1"/>
      <dgm:spPr/>
    </dgm:pt>
    <dgm:pt modelId="{823E10FF-754F-4CBD-8D56-CA46C0F692DF}" type="pres">
      <dgm:prSet presAssocID="{852D3EE8-181F-4E4A-BCA9-39E114D0C44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E142261-BBAA-4A86-BA5F-BE11B7DD2F93}" type="pres">
      <dgm:prSet presAssocID="{852D3EE8-181F-4E4A-BCA9-39E114D0C44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0420229-2138-42B2-B03C-186DB2321969}" type="pres">
      <dgm:prSet presAssocID="{852D3EE8-181F-4E4A-BCA9-39E114D0C44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1BF571F-EB94-4231-A1A1-2AF6FEF45FC2}" type="pres">
      <dgm:prSet presAssocID="{852D3EE8-181F-4E4A-BCA9-39E114D0C44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E98A607-037B-4D8D-8EFB-7F75CFCD36B4}" srcId="{852D3EE8-181F-4E4A-BCA9-39E114D0C44E}" destId="{A37C3875-146B-4988-8085-CC3F76F94BEE}" srcOrd="1" destOrd="0" parTransId="{5F87BEAB-7866-42D3-9B12-57E3B3FFD597}" sibTransId="{3410892B-479A-4A1F-AC0E-31D0D44029C9}"/>
    <dgm:cxn modelId="{E9997A0B-DE82-4CCE-8203-0BE28DCCBC96}" type="presOf" srcId="{852D3EE8-181F-4E4A-BCA9-39E114D0C44E}" destId="{67654887-3930-4274-B247-51FEDA7897F5}" srcOrd="0" destOrd="0" presId="urn:microsoft.com/office/officeart/2005/8/layout/matrix3"/>
    <dgm:cxn modelId="{429C1433-C8F7-4FED-A8E7-03BAEB903C23}" type="presOf" srcId="{3832606D-CC40-4FF1-A55C-EA05D497417A}" destId="{D1BF571F-EB94-4231-A1A1-2AF6FEF45FC2}" srcOrd="0" destOrd="0" presId="urn:microsoft.com/office/officeart/2005/8/layout/matrix3"/>
    <dgm:cxn modelId="{0346836D-79C9-4E2C-B2EC-2228DDFE192C}" type="presOf" srcId="{E4E4D80C-A1E3-4FA3-84F4-3E1E7F2DB76B}" destId="{00420229-2138-42B2-B03C-186DB2321969}" srcOrd="0" destOrd="0" presId="urn:microsoft.com/office/officeart/2005/8/layout/matrix3"/>
    <dgm:cxn modelId="{BC319A70-A330-4B3A-8B35-1BC59E16F472}" type="presOf" srcId="{C50836CD-0A32-4DCE-85E6-65A00A7848E4}" destId="{823E10FF-754F-4CBD-8D56-CA46C0F692DF}" srcOrd="0" destOrd="0" presId="urn:microsoft.com/office/officeart/2005/8/layout/matrix3"/>
    <dgm:cxn modelId="{6F6B7F84-5493-41AF-9B7D-0A2A2F9CEDAA}" srcId="{852D3EE8-181F-4E4A-BCA9-39E114D0C44E}" destId="{E4E4D80C-A1E3-4FA3-84F4-3E1E7F2DB76B}" srcOrd="2" destOrd="0" parTransId="{1B86EE1B-5156-49BC-A13A-CFA47BF54046}" sibTransId="{4793A142-9F89-4A6A-B3BD-444909F6B58A}"/>
    <dgm:cxn modelId="{05B84BC0-2759-4B5C-9CF5-30C2138B38FC}" srcId="{852D3EE8-181F-4E4A-BCA9-39E114D0C44E}" destId="{C50836CD-0A32-4DCE-85E6-65A00A7848E4}" srcOrd="0" destOrd="0" parTransId="{C1DCBDD3-F937-4E2F-9145-113C0FBF1AEC}" sibTransId="{CF04DBED-FDEE-4606-BC10-B4FB49EAAE33}"/>
    <dgm:cxn modelId="{21DCCDDC-DAD3-4233-8C9D-173FC52AA8A3}" type="presOf" srcId="{A37C3875-146B-4988-8085-CC3F76F94BEE}" destId="{DE142261-BBAA-4A86-BA5F-BE11B7DD2F93}" srcOrd="0" destOrd="0" presId="urn:microsoft.com/office/officeart/2005/8/layout/matrix3"/>
    <dgm:cxn modelId="{09C68CFE-D358-4AB2-A936-8B838E23BE1D}" srcId="{852D3EE8-181F-4E4A-BCA9-39E114D0C44E}" destId="{3832606D-CC40-4FF1-A55C-EA05D497417A}" srcOrd="3" destOrd="0" parTransId="{5AA52C3B-E647-49D5-87EC-CD02C6925F86}" sibTransId="{2F808398-2C72-44BE-8DA1-DD116E2BD5CA}"/>
    <dgm:cxn modelId="{B7D1A438-F8D3-49E4-A0A5-05494BB5A485}" type="presParOf" srcId="{67654887-3930-4274-B247-51FEDA7897F5}" destId="{F170CD32-B324-45FB-8A8A-5CB16F64358A}" srcOrd="0" destOrd="0" presId="urn:microsoft.com/office/officeart/2005/8/layout/matrix3"/>
    <dgm:cxn modelId="{111C400A-471F-4DC7-8A73-B5E6B5813551}" type="presParOf" srcId="{67654887-3930-4274-B247-51FEDA7897F5}" destId="{823E10FF-754F-4CBD-8D56-CA46C0F692DF}" srcOrd="1" destOrd="0" presId="urn:microsoft.com/office/officeart/2005/8/layout/matrix3"/>
    <dgm:cxn modelId="{95C9C93F-A456-457B-BC27-B0DFD856FE84}" type="presParOf" srcId="{67654887-3930-4274-B247-51FEDA7897F5}" destId="{DE142261-BBAA-4A86-BA5F-BE11B7DD2F93}" srcOrd="2" destOrd="0" presId="urn:microsoft.com/office/officeart/2005/8/layout/matrix3"/>
    <dgm:cxn modelId="{2459DE34-A97D-4CA7-8B42-23F50621CB07}" type="presParOf" srcId="{67654887-3930-4274-B247-51FEDA7897F5}" destId="{00420229-2138-42B2-B03C-186DB2321969}" srcOrd="3" destOrd="0" presId="urn:microsoft.com/office/officeart/2005/8/layout/matrix3"/>
    <dgm:cxn modelId="{643DD238-7161-4B90-B765-782B04CE5E26}" type="presParOf" srcId="{67654887-3930-4274-B247-51FEDA7897F5}" destId="{D1BF571F-EB94-4231-A1A1-2AF6FEF45FC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D90D3538-2A8D-46AD-9A6E-C7B0B1DA2C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BCAE1B-7A52-4416-A3F6-6422C951386A}">
      <dgm:prSet/>
      <dgm:spPr/>
      <dgm:t>
        <a:bodyPr/>
        <a:lstStyle/>
        <a:p>
          <a:r>
            <a:rPr lang="uk-UA" b="0" i="0"/>
            <a:t>Київської операції.</a:t>
          </a:r>
          <a:endParaRPr lang="uk-UA"/>
        </a:p>
      </dgm:t>
    </dgm:pt>
    <dgm:pt modelId="{21207839-C0B9-47F8-B9E6-28162A65D698}" type="parTrans" cxnId="{064451FF-007C-4A9B-BB19-CB9B0E39D943}">
      <dgm:prSet/>
      <dgm:spPr/>
      <dgm:t>
        <a:bodyPr/>
        <a:lstStyle/>
        <a:p>
          <a:endParaRPr lang="uk-UA"/>
        </a:p>
      </dgm:t>
    </dgm:pt>
    <dgm:pt modelId="{158EE065-307C-4DE4-AC50-A57474B7756E}" type="sibTrans" cxnId="{064451FF-007C-4A9B-BB19-CB9B0E39D943}">
      <dgm:prSet/>
      <dgm:spPr/>
      <dgm:t>
        <a:bodyPr/>
        <a:lstStyle/>
        <a:p>
          <a:endParaRPr lang="uk-UA"/>
        </a:p>
      </dgm:t>
    </dgm:pt>
    <dgm:pt modelId="{25507DA5-29F1-4497-8699-5C294CA18173}">
      <dgm:prSet/>
      <dgm:spPr/>
      <dgm:t>
        <a:bodyPr/>
        <a:lstStyle/>
        <a:p>
          <a:r>
            <a:rPr lang="uk-UA" b="0" i="0"/>
            <a:t>Корсунь-Шевченківської операції.</a:t>
          </a:r>
          <a:endParaRPr lang="uk-UA"/>
        </a:p>
      </dgm:t>
    </dgm:pt>
    <dgm:pt modelId="{0310C573-8024-4E41-B8D0-B0B2F9FBE469}" type="parTrans" cxnId="{AF0E8CE3-9616-41D5-AB1D-9535098AC59A}">
      <dgm:prSet/>
      <dgm:spPr/>
      <dgm:t>
        <a:bodyPr/>
        <a:lstStyle/>
        <a:p>
          <a:endParaRPr lang="uk-UA"/>
        </a:p>
      </dgm:t>
    </dgm:pt>
    <dgm:pt modelId="{6570905C-E3FA-4E4B-A2A5-48E245DE73F8}" type="sibTrans" cxnId="{AF0E8CE3-9616-41D5-AB1D-9535098AC59A}">
      <dgm:prSet/>
      <dgm:spPr/>
      <dgm:t>
        <a:bodyPr/>
        <a:lstStyle/>
        <a:p>
          <a:endParaRPr lang="uk-UA"/>
        </a:p>
      </dgm:t>
    </dgm:pt>
    <dgm:pt modelId="{46B274B2-FCBE-49B5-BF84-2DE5F1DC0036}">
      <dgm:prSet/>
      <dgm:spPr/>
      <dgm:t>
        <a:bodyPr/>
        <a:lstStyle/>
        <a:p>
          <a:r>
            <a:rPr lang="uk-UA" b="0" i="0"/>
            <a:t>Кримської операції.</a:t>
          </a:r>
          <a:endParaRPr lang="uk-UA"/>
        </a:p>
      </dgm:t>
    </dgm:pt>
    <dgm:pt modelId="{4155466F-200C-49BD-9A10-B879D18F3251}" type="parTrans" cxnId="{15B13A06-76B0-4664-9923-0A7246DEAE88}">
      <dgm:prSet/>
      <dgm:spPr/>
      <dgm:t>
        <a:bodyPr/>
        <a:lstStyle/>
        <a:p>
          <a:endParaRPr lang="uk-UA"/>
        </a:p>
      </dgm:t>
    </dgm:pt>
    <dgm:pt modelId="{F509A49D-17B3-43FA-ABCA-89B8627596F0}" type="sibTrans" cxnId="{15B13A06-76B0-4664-9923-0A7246DEAE88}">
      <dgm:prSet/>
      <dgm:spPr/>
      <dgm:t>
        <a:bodyPr/>
        <a:lstStyle/>
        <a:p>
          <a:endParaRPr lang="uk-UA"/>
        </a:p>
      </dgm:t>
    </dgm:pt>
    <dgm:pt modelId="{0CCCDBB3-2A2E-4548-89F4-431E105AA7E9}">
      <dgm:prSet/>
      <dgm:spPr/>
      <dgm:t>
        <a:bodyPr/>
        <a:lstStyle/>
        <a:p>
          <a:r>
            <a:rPr lang="uk-UA" b="0" i="0"/>
            <a:t>Карпатсько-Ужгородської операції.</a:t>
          </a:r>
          <a:endParaRPr lang="uk-UA"/>
        </a:p>
      </dgm:t>
    </dgm:pt>
    <dgm:pt modelId="{26EB8ABF-4AE9-4CEC-AFB0-B84EB8BBCBDF}" type="parTrans" cxnId="{92B222A5-5CAB-42D1-AC6E-D9EF9E5FE716}">
      <dgm:prSet/>
      <dgm:spPr/>
      <dgm:t>
        <a:bodyPr/>
        <a:lstStyle/>
        <a:p>
          <a:endParaRPr lang="uk-UA"/>
        </a:p>
      </dgm:t>
    </dgm:pt>
    <dgm:pt modelId="{CEA62E40-9E50-4984-AFCB-FF690D9E3FA2}" type="sibTrans" cxnId="{92B222A5-5CAB-42D1-AC6E-D9EF9E5FE716}">
      <dgm:prSet/>
      <dgm:spPr/>
      <dgm:t>
        <a:bodyPr/>
        <a:lstStyle/>
        <a:p>
          <a:endParaRPr lang="uk-UA"/>
        </a:p>
      </dgm:t>
    </dgm:pt>
    <dgm:pt modelId="{85B14E20-DE36-4C17-BBEE-435F0E94DE76}" type="pres">
      <dgm:prSet presAssocID="{D90D3538-2A8D-46AD-9A6E-C7B0B1DA2CD8}" presName="linear" presStyleCnt="0">
        <dgm:presLayoutVars>
          <dgm:animLvl val="lvl"/>
          <dgm:resizeHandles val="exact"/>
        </dgm:presLayoutVars>
      </dgm:prSet>
      <dgm:spPr/>
    </dgm:pt>
    <dgm:pt modelId="{14E3E30A-6DBA-4651-82A7-F42F55573BA1}" type="pres">
      <dgm:prSet presAssocID="{D8BCAE1B-7A52-4416-A3F6-6422C95138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0A9E0C-C079-4D6A-BE4D-33A8FA0EBE16}" type="pres">
      <dgm:prSet presAssocID="{158EE065-307C-4DE4-AC50-A57474B7756E}" presName="spacer" presStyleCnt="0"/>
      <dgm:spPr/>
    </dgm:pt>
    <dgm:pt modelId="{37DDCF9D-146C-4A16-B9CF-250108DF5945}" type="pres">
      <dgm:prSet presAssocID="{25507DA5-29F1-4497-8699-5C294CA181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B30864-C528-4D88-9163-D585400EBAD5}" type="pres">
      <dgm:prSet presAssocID="{6570905C-E3FA-4E4B-A2A5-48E245DE73F8}" presName="spacer" presStyleCnt="0"/>
      <dgm:spPr/>
    </dgm:pt>
    <dgm:pt modelId="{C0F71908-9E79-4393-B251-20B9BB52699B}" type="pres">
      <dgm:prSet presAssocID="{46B274B2-FCBE-49B5-BF84-2DE5F1DC00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DD1B30-58A0-4DAA-B3D8-CCE8559037E3}" type="pres">
      <dgm:prSet presAssocID="{F509A49D-17B3-43FA-ABCA-89B8627596F0}" presName="spacer" presStyleCnt="0"/>
      <dgm:spPr/>
    </dgm:pt>
    <dgm:pt modelId="{14F05806-3285-4BA2-BB58-5EECCEE1B53B}" type="pres">
      <dgm:prSet presAssocID="{0CCCDBB3-2A2E-4548-89F4-431E105AA7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B13A06-76B0-4664-9923-0A7246DEAE88}" srcId="{D90D3538-2A8D-46AD-9A6E-C7B0B1DA2CD8}" destId="{46B274B2-FCBE-49B5-BF84-2DE5F1DC0036}" srcOrd="2" destOrd="0" parTransId="{4155466F-200C-49BD-9A10-B879D18F3251}" sibTransId="{F509A49D-17B3-43FA-ABCA-89B8627596F0}"/>
    <dgm:cxn modelId="{69DA1A6F-DC1B-416D-92B1-9E1D3C831F2B}" type="presOf" srcId="{D90D3538-2A8D-46AD-9A6E-C7B0B1DA2CD8}" destId="{85B14E20-DE36-4C17-BBEE-435F0E94DE76}" srcOrd="0" destOrd="0" presId="urn:microsoft.com/office/officeart/2005/8/layout/vList2"/>
    <dgm:cxn modelId="{F5DA0585-58EE-4723-A02C-94A4011499B2}" type="presOf" srcId="{D8BCAE1B-7A52-4416-A3F6-6422C951386A}" destId="{14E3E30A-6DBA-4651-82A7-F42F55573BA1}" srcOrd="0" destOrd="0" presId="urn:microsoft.com/office/officeart/2005/8/layout/vList2"/>
    <dgm:cxn modelId="{92B222A5-5CAB-42D1-AC6E-D9EF9E5FE716}" srcId="{D90D3538-2A8D-46AD-9A6E-C7B0B1DA2CD8}" destId="{0CCCDBB3-2A2E-4548-89F4-431E105AA7E9}" srcOrd="3" destOrd="0" parTransId="{26EB8ABF-4AE9-4CEC-AFB0-B84EB8BBCBDF}" sibTransId="{CEA62E40-9E50-4984-AFCB-FF690D9E3FA2}"/>
    <dgm:cxn modelId="{54437EBD-07D0-4625-A3EA-05EA09EA3BD2}" type="presOf" srcId="{46B274B2-FCBE-49B5-BF84-2DE5F1DC0036}" destId="{C0F71908-9E79-4393-B251-20B9BB52699B}" srcOrd="0" destOrd="0" presId="urn:microsoft.com/office/officeart/2005/8/layout/vList2"/>
    <dgm:cxn modelId="{AF0E8CE3-9616-41D5-AB1D-9535098AC59A}" srcId="{D90D3538-2A8D-46AD-9A6E-C7B0B1DA2CD8}" destId="{25507DA5-29F1-4497-8699-5C294CA18173}" srcOrd="1" destOrd="0" parTransId="{0310C573-8024-4E41-B8D0-B0B2F9FBE469}" sibTransId="{6570905C-E3FA-4E4B-A2A5-48E245DE73F8}"/>
    <dgm:cxn modelId="{DE60B9EC-9853-4A1F-A6E7-3413632A558B}" type="presOf" srcId="{25507DA5-29F1-4497-8699-5C294CA18173}" destId="{37DDCF9D-146C-4A16-B9CF-250108DF5945}" srcOrd="0" destOrd="0" presId="urn:microsoft.com/office/officeart/2005/8/layout/vList2"/>
    <dgm:cxn modelId="{C671BEEE-7C4A-4DFD-8D10-66FA45E84E2E}" type="presOf" srcId="{0CCCDBB3-2A2E-4548-89F4-431E105AA7E9}" destId="{14F05806-3285-4BA2-BB58-5EECCEE1B53B}" srcOrd="0" destOrd="0" presId="urn:microsoft.com/office/officeart/2005/8/layout/vList2"/>
    <dgm:cxn modelId="{064451FF-007C-4A9B-BB19-CB9B0E39D943}" srcId="{D90D3538-2A8D-46AD-9A6E-C7B0B1DA2CD8}" destId="{D8BCAE1B-7A52-4416-A3F6-6422C951386A}" srcOrd="0" destOrd="0" parTransId="{21207839-C0B9-47F8-B9E6-28162A65D698}" sibTransId="{158EE065-307C-4DE4-AC50-A57474B7756E}"/>
    <dgm:cxn modelId="{4DB0DDDA-4E8E-4DB6-94FA-4F76BD29DA3B}" type="presParOf" srcId="{85B14E20-DE36-4C17-BBEE-435F0E94DE76}" destId="{14E3E30A-6DBA-4651-82A7-F42F55573BA1}" srcOrd="0" destOrd="0" presId="urn:microsoft.com/office/officeart/2005/8/layout/vList2"/>
    <dgm:cxn modelId="{3A7B88B2-02D9-4508-972F-E93A7BA1808C}" type="presParOf" srcId="{85B14E20-DE36-4C17-BBEE-435F0E94DE76}" destId="{780A9E0C-C079-4D6A-BE4D-33A8FA0EBE16}" srcOrd="1" destOrd="0" presId="urn:microsoft.com/office/officeart/2005/8/layout/vList2"/>
    <dgm:cxn modelId="{AEB3021C-B11F-4481-8E00-39BFA73C7DAA}" type="presParOf" srcId="{85B14E20-DE36-4C17-BBEE-435F0E94DE76}" destId="{37DDCF9D-146C-4A16-B9CF-250108DF5945}" srcOrd="2" destOrd="0" presId="urn:microsoft.com/office/officeart/2005/8/layout/vList2"/>
    <dgm:cxn modelId="{FCA44705-C05B-4A5A-85E3-E94A292B2ECF}" type="presParOf" srcId="{85B14E20-DE36-4C17-BBEE-435F0E94DE76}" destId="{13B30864-C528-4D88-9163-D585400EBAD5}" srcOrd="3" destOrd="0" presId="urn:microsoft.com/office/officeart/2005/8/layout/vList2"/>
    <dgm:cxn modelId="{143B2C67-6599-4482-A698-5C38C3382C04}" type="presParOf" srcId="{85B14E20-DE36-4C17-BBEE-435F0E94DE76}" destId="{C0F71908-9E79-4393-B251-20B9BB52699B}" srcOrd="4" destOrd="0" presId="urn:microsoft.com/office/officeart/2005/8/layout/vList2"/>
    <dgm:cxn modelId="{2CC1DA7B-7D0F-4578-9273-4709DC9E3B8D}" type="presParOf" srcId="{85B14E20-DE36-4C17-BBEE-435F0E94DE76}" destId="{E0DD1B30-58A0-4DAA-B3D8-CCE8559037E3}" srcOrd="5" destOrd="0" presId="urn:microsoft.com/office/officeart/2005/8/layout/vList2"/>
    <dgm:cxn modelId="{C38A5549-C7FE-4CE3-9DD7-76F4F74D59FB}" type="presParOf" srcId="{85B14E20-DE36-4C17-BBEE-435F0E94DE76}" destId="{14F05806-3285-4BA2-BB58-5EECCEE1B53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CF812C98-F7BD-4DE1-9BBA-3E0D281518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AEC9E6-84D9-4D29-B4A3-0E79B427C3E0}">
      <dgm:prSet/>
      <dgm:spPr/>
      <dgm:t>
        <a:bodyPr/>
        <a:lstStyle/>
        <a:p>
          <a:r>
            <a:rPr lang="uk-UA" b="0" i="0"/>
            <a:t>Карпатсько-Ужгородської операції.</a:t>
          </a:r>
          <a:endParaRPr lang="uk-UA"/>
        </a:p>
      </dgm:t>
    </dgm:pt>
    <dgm:pt modelId="{64B4BBFC-B17D-4532-94FF-3782D02FBF66}" type="parTrans" cxnId="{FD74EDE8-8268-4D89-B7C1-29B360AC0EFA}">
      <dgm:prSet/>
      <dgm:spPr/>
      <dgm:t>
        <a:bodyPr/>
        <a:lstStyle/>
        <a:p>
          <a:endParaRPr lang="uk-UA"/>
        </a:p>
      </dgm:t>
    </dgm:pt>
    <dgm:pt modelId="{AC0B732D-920A-4EFA-805C-98C00CBAD686}" type="sibTrans" cxnId="{FD74EDE8-8268-4D89-B7C1-29B360AC0EFA}">
      <dgm:prSet/>
      <dgm:spPr/>
      <dgm:t>
        <a:bodyPr/>
        <a:lstStyle/>
        <a:p>
          <a:endParaRPr lang="uk-UA"/>
        </a:p>
      </dgm:t>
    </dgm:pt>
    <dgm:pt modelId="{81A64C45-56AC-4BF1-9AC9-C41EDAE8681A}">
      <dgm:prSet/>
      <dgm:spPr/>
      <dgm:t>
        <a:bodyPr/>
        <a:lstStyle/>
        <a:p>
          <a:r>
            <a:rPr lang="uk-UA" b="0" i="0"/>
            <a:t>Ясько-Кишинівської операції.</a:t>
          </a:r>
          <a:endParaRPr lang="uk-UA"/>
        </a:p>
      </dgm:t>
    </dgm:pt>
    <dgm:pt modelId="{857C6F56-7F1B-4403-B5D9-3F88D84C7C51}" type="parTrans" cxnId="{7FE5719A-B97E-483B-9D16-23EB1725AABF}">
      <dgm:prSet/>
      <dgm:spPr/>
      <dgm:t>
        <a:bodyPr/>
        <a:lstStyle/>
        <a:p>
          <a:endParaRPr lang="uk-UA"/>
        </a:p>
      </dgm:t>
    </dgm:pt>
    <dgm:pt modelId="{EB8EB132-AE80-4683-8C2E-014FBE9E43E1}" type="sibTrans" cxnId="{7FE5719A-B97E-483B-9D16-23EB1725AABF}">
      <dgm:prSet/>
      <dgm:spPr/>
      <dgm:t>
        <a:bodyPr/>
        <a:lstStyle/>
        <a:p>
          <a:endParaRPr lang="uk-UA"/>
        </a:p>
      </dgm:t>
    </dgm:pt>
    <dgm:pt modelId="{EA05136F-D98E-4F44-929C-A6E173FF46A3}">
      <dgm:prSet/>
      <dgm:spPr/>
      <dgm:t>
        <a:bodyPr/>
        <a:lstStyle/>
        <a:p>
          <a:r>
            <a:rPr lang="uk-UA" b="0" i="0"/>
            <a:t>Корсунь-Шевченківської операції.</a:t>
          </a:r>
          <a:endParaRPr lang="uk-UA"/>
        </a:p>
      </dgm:t>
    </dgm:pt>
    <dgm:pt modelId="{3B4AAF82-6CF9-45FC-9100-C52B14791568}" type="parTrans" cxnId="{745492C7-DFE3-41BF-A7E2-C36EF7237E09}">
      <dgm:prSet/>
      <dgm:spPr/>
      <dgm:t>
        <a:bodyPr/>
        <a:lstStyle/>
        <a:p>
          <a:endParaRPr lang="uk-UA"/>
        </a:p>
      </dgm:t>
    </dgm:pt>
    <dgm:pt modelId="{8BC5DDCD-99E0-4AD5-AEDC-F520856A390E}" type="sibTrans" cxnId="{745492C7-DFE3-41BF-A7E2-C36EF7237E09}">
      <dgm:prSet/>
      <dgm:spPr/>
      <dgm:t>
        <a:bodyPr/>
        <a:lstStyle/>
        <a:p>
          <a:endParaRPr lang="uk-UA"/>
        </a:p>
      </dgm:t>
    </dgm:pt>
    <dgm:pt modelId="{C0BB18F3-D13F-4185-940A-CCB7B642D6EF}">
      <dgm:prSet/>
      <dgm:spPr/>
      <dgm:t>
        <a:bodyPr/>
        <a:lstStyle/>
        <a:p>
          <a:r>
            <a:rPr lang="uk-UA" b="0" i="0"/>
            <a:t>Умансько-Батошанської операції.</a:t>
          </a:r>
          <a:endParaRPr lang="uk-UA"/>
        </a:p>
      </dgm:t>
    </dgm:pt>
    <dgm:pt modelId="{9EE9FACF-5191-46FD-9104-1FD9C1438C24}" type="parTrans" cxnId="{F171EB55-3A96-4E7F-BA51-BF95348F8F44}">
      <dgm:prSet/>
      <dgm:spPr/>
      <dgm:t>
        <a:bodyPr/>
        <a:lstStyle/>
        <a:p>
          <a:endParaRPr lang="uk-UA"/>
        </a:p>
      </dgm:t>
    </dgm:pt>
    <dgm:pt modelId="{BCD29287-D052-4E4B-BB1A-DEF5BF7793EF}" type="sibTrans" cxnId="{F171EB55-3A96-4E7F-BA51-BF95348F8F44}">
      <dgm:prSet/>
      <dgm:spPr/>
      <dgm:t>
        <a:bodyPr/>
        <a:lstStyle/>
        <a:p>
          <a:endParaRPr lang="uk-UA"/>
        </a:p>
      </dgm:t>
    </dgm:pt>
    <dgm:pt modelId="{B0855C46-B313-450A-9D8D-CA763F00B84F}" type="pres">
      <dgm:prSet presAssocID="{CF812C98-F7BD-4DE1-9BBA-3E0D28151828}" presName="linear" presStyleCnt="0">
        <dgm:presLayoutVars>
          <dgm:animLvl val="lvl"/>
          <dgm:resizeHandles val="exact"/>
        </dgm:presLayoutVars>
      </dgm:prSet>
      <dgm:spPr/>
    </dgm:pt>
    <dgm:pt modelId="{CE28FFD0-FBD5-4A7C-B5FA-10E1B37EFCC5}" type="pres">
      <dgm:prSet presAssocID="{F9AEC9E6-84D9-4D29-B4A3-0E79B427C3E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CD1150-8186-4113-A447-C596BC42F45E}" type="pres">
      <dgm:prSet presAssocID="{AC0B732D-920A-4EFA-805C-98C00CBAD686}" presName="spacer" presStyleCnt="0"/>
      <dgm:spPr/>
    </dgm:pt>
    <dgm:pt modelId="{5656936F-EC40-4814-A310-096EDB8B5C82}" type="pres">
      <dgm:prSet presAssocID="{81A64C45-56AC-4BF1-9AC9-C41EDAE868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4D0BB7-5792-487A-A848-2AE8CC93745A}" type="pres">
      <dgm:prSet presAssocID="{EB8EB132-AE80-4683-8C2E-014FBE9E43E1}" presName="spacer" presStyleCnt="0"/>
      <dgm:spPr/>
    </dgm:pt>
    <dgm:pt modelId="{24833D52-90A3-4022-86B6-314B0B217F98}" type="pres">
      <dgm:prSet presAssocID="{EA05136F-D98E-4F44-929C-A6E173FF4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7791FA-B918-44BA-82BF-8D3AB9EE6EB0}" type="pres">
      <dgm:prSet presAssocID="{8BC5DDCD-99E0-4AD5-AEDC-F520856A390E}" presName="spacer" presStyleCnt="0"/>
      <dgm:spPr/>
    </dgm:pt>
    <dgm:pt modelId="{1631859F-080D-428C-A240-6C5BE6A975A5}" type="pres">
      <dgm:prSet presAssocID="{C0BB18F3-D13F-4185-940A-CCB7B642D6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AB41E2B-0DA1-4412-AC9A-53770D0B5C64}" type="presOf" srcId="{C0BB18F3-D13F-4185-940A-CCB7B642D6EF}" destId="{1631859F-080D-428C-A240-6C5BE6A975A5}" srcOrd="0" destOrd="0" presId="urn:microsoft.com/office/officeart/2005/8/layout/vList2"/>
    <dgm:cxn modelId="{0166E464-D3C3-4330-A8A1-DB41E8778173}" type="presOf" srcId="{EA05136F-D98E-4F44-929C-A6E173FF46A3}" destId="{24833D52-90A3-4022-86B6-314B0B217F98}" srcOrd="0" destOrd="0" presId="urn:microsoft.com/office/officeart/2005/8/layout/vList2"/>
    <dgm:cxn modelId="{C3CFF673-CBAC-4F67-9C9B-63A2B463AF91}" type="presOf" srcId="{CF812C98-F7BD-4DE1-9BBA-3E0D28151828}" destId="{B0855C46-B313-450A-9D8D-CA763F00B84F}" srcOrd="0" destOrd="0" presId="urn:microsoft.com/office/officeart/2005/8/layout/vList2"/>
    <dgm:cxn modelId="{F171EB55-3A96-4E7F-BA51-BF95348F8F44}" srcId="{CF812C98-F7BD-4DE1-9BBA-3E0D28151828}" destId="{C0BB18F3-D13F-4185-940A-CCB7B642D6EF}" srcOrd="3" destOrd="0" parTransId="{9EE9FACF-5191-46FD-9104-1FD9C1438C24}" sibTransId="{BCD29287-D052-4E4B-BB1A-DEF5BF7793EF}"/>
    <dgm:cxn modelId="{7FE5719A-B97E-483B-9D16-23EB1725AABF}" srcId="{CF812C98-F7BD-4DE1-9BBA-3E0D28151828}" destId="{81A64C45-56AC-4BF1-9AC9-C41EDAE8681A}" srcOrd="1" destOrd="0" parTransId="{857C6F56-7F1B-4403-B5D9-3F88D84C7C51}" sibTransId="{EB8EB132-AE80-4683-8C2E-014FBE9E43E1}"/>
    <dgm:cxn modelId="{745492C7-DFE3-41BF-A7E2-C36EF7237E09}" srcId="{CF812C98-F7BD-4DE1-9BBA-3E0D28151828}" destId="{EA05136F-D98E-4F44-929C-A6E173FF46A3}" srcOrd="2" destOrd="0" parTransId="{3B4AAF82-6CF9-45FC-9100-C52B14791568}" sibTransId="{8BC5DDCD-99E0-4AD5-AEDC-F520856A390E}"/>
    <dgm:cxn modelId="{FF8E8DE4-4984-47D0-A748-CC17B0FAFB7A}" type="presOf" srcId="{81A64C45-56AC-4BF1-9AC9-C41EDAE8681A}" destId="{5656936F-EC40-4814-A310-096EDB8B5C82}" srcOrd="0" destOrd="0" presId="urn:microsoft.com/office/officeart/2005/8/layout/vList2"/>
    <dgm:cxn modelId="{FD74EDE8-8268-4D89-B7C1-29B360AC0EFA}" srcId="{CF812C98-F7BD-4DE1-9BBA-3E0D28151828}" destId="{F9AEC9E6-84D9-4D29-B4A3-0E79B427C3E0}" srcOrd="0" destOrd="0" parTransId="{64B4BBFC-B17D-4532-94FF-3782D02FBF66}" sibTransId="{AC0B732D-920A-4EFA-805C-98C00CBAD686}"/>
    <dgm:cxn modelId="{12AC5DED-707F-4168-82CF-188A30C1CC32}" type="presOf" srcId="{F9AEC9E6-84D9-4D29-B4A3-0E79B427C3E0}" destId="{CE28FFD0-FBD5-4A7C-B5FA-10E1B37EFCC5}" srcOrd="0" destOrd="0" presId="urn:microsoft.com/office/officeart/2005/8/layout/vList2"/>
    <dgm:cxn modelId="{83C5DCD6-130A-4F2A-B52B-6D87536B0332}" type="presParOf" srcId="{B0855C46-B313-450A-9D8D-CA763F00B84F}" destId="{CE28FFD0-FBD5-4A7C-B5FA-10E1B37EFCC5}" srcOrd="0" destOrd="0" presId="urn:microsoft.com/office/officeart/2005/8/layout/vList2"/>
    <dgm:cxn modelId="{F418683C-DA09-44BC-9AEA-3E19AB5255D3}" type="presParOf" srcId="{B0855C46-B313-450A-9D8D-CA763F00B84F}" destId="{8ECD1150-8186-4113-A447-C596BC42F45E}" srcOrd="1" destOrd="0" presId="urn:microsoft.com/office/officeart/2005/8/layout/vList2"/>
    <dgm:cxn modelId="{F72105FD-4D63-4492-B04E-34D13487808F}" type="presParOf" srcId="{B0855C46-B313-450A-9D8D-CA763F00B84F}" destId="{5656936F-EC40-4814-A310-096EDB8B5C82}" srcOrd="2" destOrd="0" presId="urn:microsoft.com/office/officeart/2005/8/layout/vList2"/>
    <dgm:cxn modelId="{89357D8B-A471-4A70-BD9D-1FCADBEF71AE}" type="presParOf" srcId="{B0855C46-B313-450A-9D8D-CA763F00B84F}" destId="{2C4D0BB7-5792-487A-A848-2AE8CC93745A}" srcOrd="3" destOrd="0" presId="urn:microsoft.com/office/officeart/2005/8/layout/vList2"/>
    <dgm:cxn modelId="{5346B9A4-7F8A-4947-8935-28F36DE7006B}" type="presParOf" srcId="{B0855C46-B313-450A-9D8D-CA763F00B84F}" destId="{24833D52-90A3-4022-86B6-314B0B217F98}" srcOrd="4" destOrd="0" presId="urn:microsoft.com/office/officeart/2005/8/layout/vList2"/>
    <dgm:cxn modelId="{5876D0AE-595E-4F45-B9F6-695632A417B3}" type="presParOf" srcId="{B0855C46-B313-450A-9D8D-CA763F00B84F}" destId="{037791FA-B918-44BA-82BF-8D3AB9EE6EB0}" srcOrd="5" destOrd="0" presId="urn:microsoft.com/office/officeart/2005/8/layout/vList2"/>
    <dgm:cxn modelId="{DBAFC9A5-F517-41AF-AA6A-67A07455F857}" type="presParOf" srcId="{B0855C46-B313-450A-9D8D-CA763F00B84F}" destId="{1631859F-080D-428C-A240-6C5BE6A975A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DEE228DE-7618-4D06-B768-992221AFA9C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B460491-9F93-4478-9C58-9E1642E5C804}">
      <dgm:prSet/>
      <dgm:spPr/>
      <dgm:t>
        <a:bodyPr/>
        <a:lstStyle/>
        <a:p>
          <a:r>
            <a:rPr lang="uk-UA" b="0" i="0"/>
            <a:t>виникнення «Поліської Січі».</a:t>
          </a:r>
          <a:endParaRPr lang="uk-UA"/>
        </a:p>
      </dgm:t>
    </dgm:pt>
    <dgm:pt modelId="{DAB01652-6DDF-4B75-821C-C693449D3894}" type="parTrans" cxnId="{748E53B4-B810-4AA4-837C-73360BB0A2AA}">
      <dgm:prSet/>
      <dgm:spPr/>
      <dgm:t>
        <a:bodyPr/>
        <a:lstStyle/>
        <a:p>
          <a:endParaRPr lang="uk-UA"/>
        </a:p>
      </dgm:t>
    </dgm:pt>
    <dgm:pt modelId="{C17C9392-EE5A-4B7C-B109-6F3EE60AB4F0}" type="sibTrans" cxnId="{748E53B4-B810-4AA4-837C-73360BB0A2AA}">
      <dgm:prSet/>
      <dgm:spPr/>
      <dgm:t>
        <a:bodyPr/>
        <a:lstStyle/>
        <a:p>
          <a:endParaRPr lang="uk-UA"/>
        </a:p>
      </dgm:t>
    </dgm:pt>
    <dgm:pt modelId="{7DE7DBD2-A078-490D-9377-6EFBB82B0295}">
      <dgm:prSet/>
      <dgm:spPr/>
      <dgm:t>
        <a:bodyPr/>
        <a:lstStyle/>
        <a:p>
          <a:r>
            <a:rPr lang="uk-UA" b="0" i="0"/>
            <a:t>утворення Української повстанської армії (УПА).</a:t>
          </a:r>
          <a:endParaRPr lang="uk-UA"/>
        </a:p>
      </dgm:t>
    </dgm:pt>
    <dgm:pt modelId="{4E45238F-A9A1-49D8-92D2-E8C0AC6E98AC}" type="parTrans" cxnId="{05B2E6B2-B525-4652-A6A6-F4FA344F5245}">
      <dgm:prSet/>
      <dgm:spPr/>
      <dgm:t>
        <a:bodyPr/>
        <a:lstStyle/>
        <a:p>
          <a:endParaRPr lang="uk-UA"/>
        </a:p>
      </dgm:t>
    </dgm:pt>
    <dgm:pt modelId="{2931865C-F174-43F5-A6B5-62870718F489}" type="sibTrans" cxnId="{05B2E6B2-B525-4652-A6A6-F4FA344F5245}">
      <dgm:prSet/>
      <dgm:spPr/>
      <dgm:t>
        <a:bodyPr/>
        <a:lstStyle/>
        <a:p>
          <a:endParaRPr lang="uk-UA"/>
        </a:p>
      </dgm:t>
    </dgm:pt>
    <dgm:pt modelId="{8DF21952-7D94-4D3B-959C-7D1DE55631C8}">
      <dgm:prSet/>
      <dgm:spPr/>
      <dgm:t>
        <a:bodyPr/>
        <a:lstStyle/>
        <a:p>
          <a:r>
            <a:rPr lang="uk-UA" b="0" i="0"/>
            <a:t>сформування й діяльність Української головної визвольної ради (УГВР).</a:t>
          </a:r>
          <a:endParaRPr lang="uk-UA"/>
        </a:p>
      </dgm:t>
    </dgm:pt>
    <dgm:pt modelId="{18C320D5-340E-486E-B125-02F12307D702}" type="parTrans" cxnId="{DCF464F2-06CE-4EBE-91E2-0FE8CF9F45FD}">
      <dgm:prSet/>
      <dgm:spPr/>
      <dgm:t>
        <a:bodyPr/>
        <a:lstStyle/>
        <a:p>
          <a:endParaRPr lang="uk-UA"/>
        </a:p>
      </dgm:t>
    </dgm:pt>
    <dgm:pt modelId="{F865ECE5-BAD4-46E9-B66A-2E5200B8D44D}" type="sibTrans" cxnId="{DCF464F2-06CE-4EBE-91E2-0FE8CF9F45FD}">
      <dgm:prSet/>
      <dgm:spPr/>
      <dgm:t>
        <a:bodyPr/>
        <a:lstStyle/>
        <a:p>
          <a:endParaRPr lang="uk-UA"/>
        </a:p>
      </dgm:t>
    </dgm:pt>
    <dgm:pt modelId="{0CA17BC9-A6A5-4B79-A902-CA34B74131E1}">
      <dgm:prSet/>
      <dgm:spPr/>
      <dgm:t>
        <a:bodyPr/>
        <a:lstStyle/>
        <a:p>
          <a:r>
            <a:rPr lang="uk-UA" b="0" i="0"/>
            <a:t>проголошення Акта відновлення Української Держави.</a:t>
          </a:r>
          <a:endParaRPr lang="uk-UA"/>
        </a:p>
      </dgm:t>
    </dgm:pt>
    <dgm:pt modelId="{F81FC6FE-79D3-4435-AE27-8C21BAC57211}" type="parTrans" cxnId="{450AA41D-5538-4069-9F40-7D0AD645603E}">
      <dgm:prSet/>
      <dgm:spPr/>
      <dgm:t>
        <a:bodyPr/>
        <a:lstStyle/>
        <a:p>
          <a:endParaRPr lang="uk-UA"/>
        </a:p>
      </dgm:t>
    </dgm:pt>
    <dgm:pt modelId="{142A64C0-935B-4384-B091-A5522B2936E3}" type="sibTrans" cxnId="{450AA41D-5538-4069-9F40-7D0AD645603E}">
      <dgm:prSet/>
      <dgm:spPr/>
      <dgm:t>
        <a:bodyPr/>
        <a:lstStyle/>
        <a:p>
          <a:endParaRPr lang="uk-UA"/>
        </a:p>
      </dgm:t>
    </dgm:pt>
    <dgm:pt modelId="{55E175A7-188E-44AA-AB39-F9B081AFA6DA}" type="pres">
      <dgm:prSet presAssocID="{DEE228DE-7618-4D06-B768-992221AFA9CE}" presName="linear" presStyleCnt="0">
        <dgm:presLayoutVars>
          <dgm:animLvl val="lvl"/>
          <dgm:resizeHandles val="exact"/>
        </dgm:presLayoutVars>
      </dgm:prSet>
      <dgm:spPr/>
    </dgm:pt>
    <dgm:pt modelId="{E0E13D9C-07DB-40B6-88F6-F56DE839DBF7}" type="pres">
      <dgm:prSet presAssocID="{8B460491-9F93-4478-9C58-9E1642E5C80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9682A9-0A94-42E9-9F3C-A96F32D32C54}" type="pres">
      <dgm:prSet presAssocID="{C17C9392-EE5A-4B7C-B109-6F3EE60AB4F0}" presName="spacer" presStyleCnt="0"/>
      <dgm:spPr/>
    </dgm:pt>
    <dgm:pt modelId="{0F8F8486-15DF-42AB-AE0C-B03408C64866}" type="pres">
      <dgm:prSet presAssocID="{7DE7DBD2-A078-490D-9377-6EFBB82B02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1027C4-5811-4FF1-8D02-A06A6E170771}" type="pres">
      <dgm:prSet presAssocID="{2931865C-F174-43F5-A6B5-62870718F489}" presName="spacer" presStyleCnt="0"/>
      <dgm:spPr/>
    </dgm:pt>
    <dgm:pt modelId="{AA334DFB-09F2-4D7C-81AE-FCF189F07AE0}" type="pres">
      <dgm:prSet presAssocID="{8DF21952-7D94-4D3B-959C-7D1DE55631C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04F915-0B85-4F33-B0EC-2ABF587E293E}" type="pres">
      <dgm:prSet presAssocID="{F865ECE5-BAD4-46E9-B66A-2E5200B8D44D}" presName="spacer" presStyleCnt="0"/>
      <dgm:spPr/>
    </dgm:pt>
    <dgm:pt modelId="{803704D9-9833-4DA7-A9CB-A77D2091BDA7}" type="pres">
      <dgm:prSet presAssocID="{0CA17BC9-A6A5-4B79-A902-CA34B74131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0AA41D-5538-4069-9F40-7D0AD645603E}" srcId="{DEE228DE-7618-4D06-B768-992221AFA9CE}" destId="{0CA17BC9-A6A5-4B79-A902-CA34B74131E1}" srcOrd="3" destOrd="0" parTransId="{F81FC6FE-79D3-4435-AE27-8C21BAC57211}" sibTransId="{142A64C0-935B-4384-B091-A5522B2936E3}"/>
    <dgm:cxn modelId="{EEA44433-86C4-4387-BC22-2CCEBF5E7472}" type="presOf" srcId="{0CA17BC9-A6A5-4B79-A902-CA34B74131E1}" destId="{803704D9-9833-4DA7-A9CB-A77D2091BDA7}" srcOrd="0" destOrd="0" presId="urn:microsoft.com/office/officeart/2005/8/layout/vList2"/>
    <dgm:cxn modelId="{3F74E338-4A21-4133-91AD-DDFBD2B54E9B}" type="presOf" srcId="{7DE7DBD2-A078-490D-9377-6EFBB82B0295}" destId="{0F8F8486-15DF-42AB-AE0C-B03408C64866}" srcOrd="0" destOrd="0" presId="urn:microsoft.com/office/officeart/2005/8/layout/vList2"/>
    <dgm:cxn modelId="{A77E1D3D-C731-427F-9D8F-3DE7ACEF2028}" type="presOf" srcId="{8DF21952-7D94-4D3B-959C-7D1DE55631C8}" destId="{AA334DFB-09F2-4D7C-81AE-FCF189F07AE0}" srcOrd="0" destOrd="0" presId="urn:microsoft.com/office/officeart/2005/8/layout/vList2"/>
    <dgm:cxn modelId="{E56F4A3D-F241-45A2-AFFB-EC8F9F6036A4}" type="presOf" srcId="{8B460491-9F93-4478-9C58-9E1642E5C804}" destId="{E0E13D9C-07DB-40B6-88F6-F56DE839DBF7}" srcOrd="0" destOrd="0" presId="urn:microsoft.com/office/officeart/2005/8/layout/vList2"/>
    <dgm:cxn modelId="{05B2E6B2-B525-4652-A6A6-F4FA344F5245}" srcId="{DEE228DE-7618-4D06-B768-992221AFA9CE}" destId="{7DE7DBD2-A078-490D-9377-6EFBB82B0295}" srcOrd="1" destOrd="0" parTransId="{4E45238F-A9A1-49D8-92D2-E8C0AC6E98AC}" sibTransId="{2931865C-F174-43F5-A6B5-62870718F489}"/>
    <dgm:cxn modelId="{748E53B4-B810-4AA4-837C-73360BB0A2AA}" srcId="{DEE228DE-7618-4D06-B768-992221AFA9CE}" destId="{8B460491-9F93-4478-9C58-9E1642E5C804}" srcOrd="0" destOrd="0" parTransId="{DAB01652-6DDF-4B75-821C-C693449D3894}" sibTransId="{C17C9392-EE5A-4B7C-B109-6F3EE60AB4F0}"/>
    <dgm:cxn modelId="{1F356BCD-7938-4B23-88C4-9E66F9597031}" type="presOf" srcId="{DEE228DE-7618-4D06-B768-992221AFA9CE}" destId="{55E175A7-188E-44AA-AB39-F9B081AFA6DA}" srcOrd="0" destOrd="0" presId="urn:microsoft.com/office/officeart/2005/8/layout/vList2"/>
    <dgm:cxn modelId="{DCF464F2-06CE-4EBE-91E2-0FE8CF9F45FD}" srcId="{DEE228DE-7618-4D06-B768-992221AFA9CE}" destId="{8DF21952-7D94-4D3B-959C-7D1DE55631C8}" srcOrd="2" destOrd="0" parTransId="{18C320D5-340E-486E-B125-02F12307D702}" sibTransId="{F865ECE5-BAD4-46E9-B66A-2E5200B8D44D}"/>
    <dgm:cxn modelId="{4CF5F673-0C14-44C3-BD5B-3FF23C353AFA}" type="presParOf" srcId="{55E175A7-188E-44AA-AB39-F9B081AFA6DA}" destId="{E0E13D9C-07DB-40B6-88F6-F56DE839DBF7}" srcOrd="0" destOrd="0" presId="urn:microsoft.com/office/officeart/2005/8/layout/vList2"/>
    <dgm:cxn modelId="{6ADB8F48-FA23-4A5F-B86E-C99C1E9A72EE}" type="presParOf" srcId="{55E175A7-188E-44AA-AB39-F9B081AFA6DA}" destId="{5E9682A9-0A94-42E9-9F3C-A96F32D32C54}" srcOrd="1" destOrd="0" presId="urn:microsoft.com/office/officeart/2005/8/layout/vList2"/>
    <dgm:cxn modelId="{9A75D2B9-DD5C-4C9A-B0EB-A31C5C4D4228}" type="presParOf" srcId="{55E175A7-188E-44AA-AB39-F9B081AFA6DA}" destId="{0F8F8486-15DF-42AB-AE0C-B03408C64866}" srcOrd="2" destOrd="0" presId="urn:microsoft.com/office/officeart/2005/8/layout/vList2"/>
    <dgm:cxn modelId="{A3F59B06-C94A-4596-861E-4417B7F87629}" type="presParOf" srcId="{55E175A7-188E-44AA-AB39-F9B081AFA6DA}" destId="{721027C4-5811-4FF1-8D02-A06A6E170771}" srcOrd="3" destOrd="0" presId="urn:microsoft.com/office/officeart/2005/8/layout/vList2"/>
    <dgm:cxn modelId="{8A52AD0D-7BF6-4CA3-9EF4-E50497691DF5}" type="presParOf" srcId="{55E175A7-188E-44AA-AB39-F9B081AFA6DA}" destId="{AA334DFB-09F2-4D7C-81AE-FCF189F07AE0}" srcOrd="4" destOrd="0" presId="urn:microsoft.com/office/officeart/2005/8/layout/vList2"/>
    <dgm:cxn modelId="{EEC3BF21-AE30-4B4F-A9BC-0A100F58262A}" type="presParOf" srcId="{55E175A7-188E-44AA-AB39-F9B081AFA6DA}" destId="{A404F915-0B85-4F33-B0EC-2ABF587E293E}" srcOrd="5" destOrd="0" presId="urn:microsoft.com/office/officeart/2005/8/layout/vList2"/>
    <dgm:cxn modelId="{B12F6CED-8A3A-421B-BE0E-A573C3014989}" type="presParOf" srcId="{55E175A7-188E-44AA-AB39-F9B081AFA6DA}" destId="{803704D9-9833-4DA7-A9CB-A77D2091BDA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A089A373-D2D7-4B19-B2E3-E5D3BCFE14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96760F8-416E-4193-9D6B-CB549FB83BDE}">
      <dgm:prSet/>
      <dgm:spPr/>
      <dgm:t>
        <a:bodyPr/>
        <a:lstStyle/>
        <a:p>
          <a:r>
            <a:rPr lang="uk-UA" b="0" i="0"/>
            <a:t>визволення всієї території УРСР від нацистських загарбників.</a:t>
          </a:r>
          <a:endParaRPr lang="uk-UA"/>
        </a:p>
      </dgm:t>
    </dgm:pt>
    <dgm:pt modelId="{C74C9942-936A-43FD-9967-04EF27241162}" type="parTrans" cxnId="{2DFFC1EE-A328-4D5C-B195-38FDA2EEBEC7}">
      <dgm:prSet/>
      <dgm:spPr/>
      <dgm:t>
        <a:bodyPr/>
        <a:lstStyle/>
        <a:p>
          <a:endParaRPr lang="uk-UA"/>
        </a:p>
      </dgm:t>
    </dgm:pt>
    <dgm:pt modelId="{2F83C4C2-22B0-4E0D-9DFE-C4A31C2E6C0D}" type="sibTrans" cxnId="{2DFFC1EE-A328-4D5C-B195-38FDA2EEBEC7}">
      <dgm:prSet/>
      <dgm:spPr/>
      <dgm:t>
        <a:bodyPr/>
        <a:lstStyle/>
        <a:p>
          <a:endParaRPr lang="uk-UA"/>
        </a:p>
      </dgm:t>
    </dgm:pt>
    <dgm:pt modelId="{C5D8D2CC-495D-46F5-BB59-AEE8BE1FF6EC}">
      <dgm:prSet/>
      <dgm:spPr/>
      <dgm:t>
        <a:bodyPr/>
        <a:lstStyle/>
        <a:p>
          <a:r>
            <a:rPr lang="uk-UA" b="0" i="0"/>
            <a:t>перемоги народів СРСР у Великій Вітчизняній війні.</a:t>
          </a:r>
          <a:endParaRPr lang="uk-UA"/>
        </a:p>
      </dgm:t>
    </dgm:pt>
    <dgm:pt modelId="{69AF5DDC-081B-4E99-BE6A-741A46E39E7E}" type="parTrans" cxnId="{57EAFD4C-D519-46DC-A9E2-85E65B03F5B5}">
      <dgm:prSet/>
      <dgm:spPr/>
      <dgm:t>
        <a:bodyPr/>
        <a:lstStyle/>
        <a:p>
          <a:endParaRPr lang="uk-UA"/>
        </a:p>
      </dgm:t>
    </dgm:pt>
    <dgm:pt modelId="{05168D64-9A6B-4705-B25E-D8F998ED4927}" type="sibTrans" cxnId="{57EAFD4C-D519-46DC-A9E2-85E65B03F5B5}">
      <dgm:prSet/>
      <dgm:spPr/>
      <dgm:t>
        <a:bodyPr/>
        <a:lstStyle/>
        <a:p>
          <a:endParaRPr lang="uk-UA"/>
        </a:p>
      </dgm:t>
    </dgm:pt>
    <dgm:pt modelId="{9C827D20-B100-4C7F-AA69-0899A55B23E4}">
      <dgm:prSet/>
      <dgm:spPr/>
      <dgm:t>
        <a:bodyPr/>
        <a:lstStyle/>
        <a:p>
          <a:r>
            <a:rPr lang="uk-UA" b="0" i="0"/>
            <a:t>входження Закарпатської України до складу УРСР.</a:t>
          </a:r>
          <a:endParaRPr lang="uk-UA"/>
        </a:p>
      </dgm:t>
    </dgm:pt>
    <dgm:pt modelId="{6A6D8AB0-5B83-48E5-95CA-A52D52F5A3FB}" type="parTrans" cxnId="{80E45DF4-B3D9-458E-B501-25B60F2E2D58}">
      <dgm:prSet/>
      <dgm:spPr/>
      <dgm:t>
        <a:bodyPr/>
        <a:lstStyle/>
        <a:p>
          <a:endParaRPr lang="uk-UA"/>
        </a:p>
      </dgm:t>
    </dgm:pt>
    <dgm:pt modelId="{D86E674E-D1B4-45F9-B76E-24866C20DF37}" type="sibTrans" cxnId="{80E45DF4-B3D9-458E-B501-25B60F2E2D58}">
      <dgm:prSet/>
      <dgm:spPr/>
      <dgm:t>
        <a:bodyPr/>
        <a:lstStyle/>
        <a:p>
          <a:endParaRPr lang="uk-UA"/>
        </a:p>
      </dgm:t>
    </dgm:pt>
    <dgm:pt modelId="{5E98A7A1-9062-44B4-8A96-6943A24EEF6D}">
      <dgm:prSet/>
      <dgm:spPr/>
      <dgm:t>
        <a:bodyPr/>
        <a:lstStyle/>
        <a:p>
          <a:r>
            <a:rPr lang="uk-UA" b="0" i="0"/>
            <a:t>вступу УРСР до Організації Об’єднаних Націй.</a:t>
          </a:r>
          <a:endParaRPr lang="uk-UA"/>
        </a:p>
      </dgm:t>
    </dgm:pt>
    <dgm:pt modelId="{C992159D-E59F-4D00-88CE-ACC332F6452B}" type="parTrans" cxnId="{FE43BF84-CC8B-4055-93C8-D6C7A7374CF6}">
      <dgm:prSet/>
      <dgm:spPr/>
      <dgm:t>
        <a:bodyPr/>
        <a:lstStyle/>
        <a:p>
          <a:endParaRPr lang="uk-UA"/>
        </a:p>
      </dgm:t>
    </dgm:pt>
    <dgm:pt modelId="{56DFB4C5-45E0-46D7-A2D1-E78CADFBF654}" type="sibTrans" cxnId="{FE43BF84-CC8B-4055-93C8-D6C7A7374CF6}">
      <dgm:prSet/>
      <dgm:spPr/>
      <dgm:t>
        <a:bodyPr/>
        <a:lstStyle/>
        <a:p>
          <a:endParaRPr lang="uk-UA"/>
        </a:p>
      </dgm:t>
    </dgm:pt>
    <dgm:pt modelId="{F8FC829A-4DC4-4B77-8861-1EA4DDCA00C7}" type="pres">
      <dgm:prSet presAssocID="{A089A373-D2D7-4B19-B2E3-E5D3BCFE147B}" presName="linear" presStyleCnt="0">
        <dgm:presLayoutVars>
          <dgm:animLvl val="lvl"/>
          <dgm:resizeHandles val="exact"/>
        </dgm:presLayoutVars>
      </dgm:prSet>
      <dgm:spPr/>
    </dgm:pt>
    <dgm:pt modelId="{FBB50DEE-A2F1-42AD-83F8-52749139F984}" type="pres">
      <dgm:prSet presAssocID="{E96760F8-416E-4193-9D6B-CB549FB83BD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F7F2F6-0391-4849-9765-527F27629C7F}" type="pres">
      <dgm:prSet presAssocID="{2F83C4C2-22B0-4E0D-9DFE-C4A31C2E6C0D}" presName="spacer" presStyleCnt="0"/>
      <dgm:spPr/>
    </dgm:pt>
    <dgm:pt modelId="{D8E1DC1F-0573-4799-882F-2576700E40D1}" type="pres">
      <dgm:prSet presAssocID="{C5D8D2CC-495D-46F5-BB59-AEE8BE1FF6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AB4E12-96DC-4FB6-8557-19E1C6F65998}" type="pres">
      <dgm:prSet presAssocID="{05168D64-9A6B-4705-B25E-D8F998ED4927}" presName="spacer" presStyleCnt="0"/>
      <dgm:spPr/>
    </dgm:pt>
    <dgm:pt modelId="{79EC5CC7-E70A-4453-B76B-2C95706C1AA6}" type="pres">
      <dgm:prSet presAssocID="{9C827D20-B100-4C7F-AA69-0899A55B23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B9BCFF-42DF-47FB-90B5-51FE4F160FCF}" type="pres">
      <dgm:prSet presAssocID="{D86E674E-D1B4-45F9-B76E-24866C20DF37}" presName="spacer" presStyleCnt="0"/>
      <dgm:spPr/>
    </dgm:pt>
    <dgm:pt modelId="{74371E7C-281B-43BA-A81D-D41B604947D0}" type="pres">
      <dgm:prSet presAssocID="{5E98A7A1-9062-44B4-8A96-6943A24EEF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BFDB1C-220C-45DA-89F1-C2385B36294D}" type="presOf" srcId="{5E98A7A1-9062-44B4-8A96-6943A24EEF6D}" destId="{74371E7C-281B-43BA-A81D-D41B604947D0}" srcOrd="0" destOrd="0" presId="urn:microsoft.com/office/officeart/2005/8/layout/vList2"/>
    <dgm:cxn modelId="{4E90D726-0666-460B-93E9-6F6D8AF12FD3}" type="presOf" srcId="{E96760F8-416E-4193-9D6B-CB549FB83BDE}" destId="{FBB50DEE-A2F1-42AD-83F8-52749139F984}" srcOrd="0" destOrd="0" presId="urn:microsoft.com/office/officeart/2005/8/layout/vList2"/>
    <dgm:cxn modelId="{725FF92D-9A85-4ECC-8E62-1BE8ED448F27}" type="presOf" srcId="{9C827D20-B100-4C7F-AA69-0899A55B23E4}" destId="{79EC5CC7-E70A-4453-B76B-2C95706C1AA6}" srcOrd="0" destOrd="0" presId="urn:microsoft.com/office/officeart/2005/8/layout/vList2"/>
    <dgm:cxn modelId="{DDA5872F-427D-4641-8C2D-FB98E83A1F37}" type="presOf" srcId="{A089A373-D2D7-4B19-B2E3-E5D3BCFE147B}" destId="{F8FC829A-4DC4-4B77-8861-1EA4DDCA00C7}" srcOrd="0" destOrd="0" presId="urn:microsoft.com/office/officeart/2005/8/layout/vList2"/>
    <dgm:cxn modelId="{57EAFD4C-D519-46DC-A9E2-85E65B03F5B5}" srcId="{A089A373-D2D7-4B19-B2E3-E5D3BCFE147B}" destId="{C5D8D2CC-495D-46F5-BB59-AEE8BE1FF6EC}" srcOrd="1" destOrd="0" parTransId="{69AF5DDC-081B-4E99-BE6A-741A46E39E7E}" sibTransId="{05168D64-9A6B-4705-B25E-D8F998ED4927}"/>
    <dgm:cxn modelId="{FE43BF84-CC8B-4055-93C8-D6C7A7374CF6}" srcId="{A089A373-D2D7-4B19-B2E3-E5D3BCFE147B}" destId="{5E98A7A1-9062-44B4-8A96-6943A24EEF6D}" srcOrd="3" destOrd="0" parTransId="{C992159D-E59F-4D00-88CE-ACC332F6452B}" sibTransId="{56DFB4C5-45E0-46D7-A2D1-E78CADFBF654}"/>
    <dgm:cxn modelId="{391D24BC-2DAE-4174-B5D2-AB24EE0D5EB0}" type="presOf" srcId="{C5D8D2CC-495D-46F5-BB59-AEE8BE1FF6EC}" destId="{D8E1DC1F-0573-4799-882F-2576700E40D1}" srcOrd="0" destOrd="0" presId="urn:microsoft.com/office/officeart/2005/8/layout/vList2"/>
    <dgm:cxn modelId="{2DFFC1EE-A328-4D5C-B195-38FDA2EEBEC7}" srcId="{A089A373-D2D7-4B19-B2E3-E5D3BCFE147B}" destId="{E96760F8-416E-4193-9D6B-CB549FB83BDE}" srcOrd="0" destOrd="0" parTransId="{C74C9942-936A-43FD-9967-04EF27241162}" sibTransId="{2F83C4C2-22B0-4E0D-9DFE-C4A31C2E6C0D}"/>
    <dgm:cxn modelId="{80E45DF4-B3D9-458E-B501-25B60F2E2D58}" srcId="{A089A373-D2D7-4B19-B2E3-E5D3BCFE147B}" destId="{9C827D20-B100-4C7F-AA69-0899A55B23E4}" srcOrd="2" destOrd="0" parTransId="{6A6D8AB0-5B83-48E5-95CA-A52D52F5A3FB}" sibTransId="{D86E674E-D1B4-45F9-B76E-24866C20DF37}"/>
    <dgm:cxn modelId="{0BD7188A-4674-44E8-9FDE-5AADC3A58131}" type="presParOf" srcId="{F8FC829A-4DC4-4B77-8861-1EA4DDCA00C7}" destId="{FBB50DEE-A2F1-42AD-83F8-52749139F984}" srcOrd="0" destOrd="0" presId="urn:microsoft.com/office/officeart/2005/8/layout/vList2"/>
    <dgm:cxn modelId="{D35D514C-03CC-49FD-8503-9ADAB369FD6D}" type="presParOf" srcId="{F8FC829A-4DC4-4B77-8861-1EA4DDCA00C7}" destId="{6CF7F2F6-0391-4849-9765-527F27629C7F}" srcOrd="1" destOrd="0" presId="urn:microsoft.com/office/officeart/2005/8/layout/vList2"/>
    <dgm:cxn modelId="{0013FCE3-642A-41BC-9762-FC7E64EECCED}" type="presParOf" srcId="{F8FC829A-4DC4-4B77-8861-1EA4DDCA00C7}" destId="{D8E1DC1F-0573-4799-882F-2576700E40D1}" srcOrd="2" destOrd="0" presId="urn:microsoft.com/office/officeart/2005/8/layout/vList2"/>
    <dgm:cxn modelId="{9F3044BA-8012-430E-A787-DE0D44E6B1D4}" type="presParOf" srcId="{F8FC829A-4DC4-4B77-8861-1EA4DDCA00C7}" destId="{69AB4E12-96DC-4FB6-8557-19E1C6F65998}" srcOrd="3" destOrd="0" presId="urn:microsoft.com/office/officeart/2005/8/layout/vList2"/>
    <dgm:cxn modelId="{803A6C54-6881-426F-B1C9-765431399DAF}" type="presParOf" srcId="{F8FC829A-4DC4-4B77-8861-1EA4DDCA00C7}" destId="{79EC5CC7-E70A-4453-B76B-2C95706C1AA6}" srcOrd="4" destOrd="0" presId="urn:microsoft.com/office/officeart/2005/8/layout/vList2"/>
    <dgm:cxn modelId="{218AC6F5-EC56-4932-988A-3D70C2272F10}" type="presParOf" srcId="{F8FC829A-4DC4-4B77-8861-1EA4DDCA00C7}" destId="{A9B9BCFF-42DF-47FB-90B5-51FE4F160FCF}" srcOrd="5" destOrd="0" presId="urn:microsoft.com/office/officeart/2005/8/layout/vList2"/>
    <dgm:cxn modelId="{16F832AF-8919-4DBF-A25D-BCCF953C3B42}" type="presParOf" srcId="{F8FC829A-4DC4-4B77-8861-1EA4DDCA00C7}" destId="{74371E7C-281B-43BA-A81D-D41B604947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D3B3066E-95F2-42BE-B60A-3B870780FB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D20717-164D-43F6-A888-0A55C73447E3}">
      <dgm:prSet/>
      <dgm:spPr/>
      <dgm:t>
        <a:bodyPr/>
        <a:lstStyle/>
        <a:p>
          <a:r>
            <a:rPr lang="uk-UA" b="0" i="0"/>
            <a:t>звільненням території СРСР у його довоєнних кордонах.</a:t>
          </a:r>
          <a:endParaRPr lang="uk-UA"/>
        </a:p>
      </dgm:t>
    </dgm:pt>
    <dgm:pt modelId="{C65D4292-8805-4EE7-898A-6D06114F5029}" type="parTrans" cxnId="{77AAF5D9-B2CB-4237-9B14-4F25A654EE54}">
      <dgm:prSet/>
      <dgm:spPr/>
      <dgm:t>
        <a:bodyPr/>
        <a:lstStyle/>
        <a:p>
          <a:endParaRPr lang="uk-UA"/>
        </a:p>
      </dgm:t>
    </dgm:pt>
    <dgm:pt modelId="{15EE9F93-739E-438F-A840-6528D4A47A5A}" type="sibTrans" cxnId="{77AAF5D9-B2CB-4237-9B14-4F25A654EE54}">
      <dgm:prSet/>
      <dgm:spPr/>
      <dgm:t>
        <a:bodyPr/>
        <a:lstStyle/>
        <a:p>
          <a:endParaRPr lang="uk-UA"/>
        </a:p>
      </dgm:t>
    </dgm:pt>
    <dgm:pt modelId="{1AED020A-D707-4587-BF55-B4D74BA075EE}">
      <dgm:prSet/>
      <dgm:spPr/>
      <dgm:t>
        <a:bodyPr/>
        <a:lstStyle/>
        <a:p>
          <a:r>
            <a:rPr lang="uk-UA" b="0" i="0"/>
            <a:t>визволенням країн Південно-Східної та Центральної Європи.</a:t>
          </a:r>
          <a:endParaRPr lang="uk-UA"/>
        </a:p>
      </dgm:t>
    </dgm:pt>
    <dgm:pt modelId="{6A7D1EA7-EAA2-424A-A01E-64957C87CBE7}" type="parTrans" cxnId="{AAC1A282-6FB5-45E6-A3D8-BAF53416DB97}">
      <dgm:prSet/>
      <dgm:spPr/>
      <dgm:t>
        <a:bodyPr/>
        <a:lstStyle/>
        <a:p>
          <a:endParaRPr lang="uk-UA"/>
        </a:p>
      </dgm:t>
    </dgm:pt>
    <dgm:pt modelId="{F08DDBCF-5713-4672-9B03-B33266983D14}" type="sibTrans" cxnId="{AAC1A282-6FB5-45E6-A3D8-BAF53416DB97}">
      <dgm:prSet/>
      <dgm:spPr/>
      <dgm:t>
        <a:bodyPr/>
        <a:lstStyle/>
        <a:p>
          <a:endParaRPr lang="uk-UA"/>
        </a:p>
      </dgm:t>
    </dgm:pt>
    <dgm:pt modelId="{FDFFA7AC-FC2D-424F-8945-2DC776C3F20B}">
      <dgm:prSet/>
      <dgm:spPr/>
      <dgm:t>
        <a:bodyPr/>
        <a:lstStyle/>
        <a:p>
          <a:r>
            <a:rPr lang="uk-UA" b="0" i="0"/>
            <a:t>оволодінням столицею нацистської Німеччини — Берліном.</a:t>
          </a:r>
          <a:endParaRPr lang="uk-UA"/>
        </a:p>
      </dgm:t>
    </dgm:pt>
    <dgm:pt modelId="{3F4104B5-0360-4778-A239-8C9BCF95DECE}" type="parTrans" cxnId="{79559CF5-46A2-457E-BA69-AF535702F8D7}">
      <dgm:prSet/>
      <dgm:spPr/>
      <dgm:t>
        <a:bodyPr/>
        <a:lstStyle/>
        <a:p>
          <a:endParaRPr lang="uk-UA"/>
        </a:p>
      </dgm:t>
    </dgm:pt>
    <dgm:pt modelId="{489806F0-0910-4B21-AF61-BB6B282CBCC5}" type="sibTrans" cxnId="{79559CF5-46A2-457E-BA69-AF535702F8D7}">
      <dgm:prSet/>
      <dgm:spPr/>
      <dgm:t>
        <a:bodyPr/>
        <a:lstStyle/>
        <a:p>
          <a:endParaRPr lang="uk-UA"/>
        </a:p>
      </dgm:t>
    </dgm:pt>
    <dgm:pt modelId="{36733FB3-4F44-4CAE-8118-06FE84ABB1CD}">
      <dgm:prSet/>
      <dgm:spPr/>
      <dgm:t>
        <a:bodyPr/>
        <a:lstStyle/>
        <a:p>
          <a:r>
            <a:rPr lang="uk-UA" b="0" i="0"/>
            <a:t>розгромом японської Квантунської армії в Маньчжурії.</a:t>
          </a:r>
          <a:endParaRPr lang="uk-UA"/>
        </a:p>
      </dgm:t>
    </dgm:pt>
    <dgm:pt modelId="{8028B336-A4FC-4AEC-A20C-8BF9236951E5}" type="parTrans" cxnId="{503A3476-BEB0-4E61-99BC-BC77A433DCA8}">
      <dgm:prSet/>
      <dgm:spPr/>
      <dgm:t>
        <a:bodyPr/>
        <a:lstStyle/>
        <a:p>
          <a:endParaRPr lang="uk-UA"/>
        </a:p>
      </dgm:t>
    </dgm:pt>
    <dgm:pt modelId="{C0FCA4DB-9A1C-4E49-B95A-9FD75E0E1228}" type="sibTrans" cxnId="{503A3476-BEB0-4E61-99BC-BC77A433DCA8}">
      <dgm:prSet/>
      <dgm:spPr/>
      <dgm:t>
        <a:bodyPr/>
        <a:lstStyle/>
        <a:p>
          <a:endParaRPr lang="uk-UA"/>
        </a:p>
      </dgm:t>
    </dgm:pt>
    <dgm:pt modelId="{E6B6711F-8E82-4E70-92DA-62BBF229EAE4}" type="pres">
      <dgm:prSet presAssocID="{D3B3066E-95F2-42BE-B60A-3B870780FB69}" presName="linear" presStyleCnt="0">
        <dgm:presLayoutVars>
          <dgm:animLvl val="lvl"/>
          <dgm:resizeHandles val="exact"/>
        </dgm:presLayoutVars>
      </dgm:prSet>
      <dgm:spPr/>
    </dgm:pt>
    <dgm:pt modelId="{32D32BC3-FA0F-41EF-B48C-67D068CE8FBE}" type="pres">
      <dgm:prSet presAssocID="{EFD20717-164D-43F6-A888-0A55C73447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7D6AFB-C100-4B09-804E-B58CAC369BBB}" type="pres">
      <dgm:prSet presAssocID="{15EE9F93-739E-438F-A840-6528D4A47A5A}" presName="spacer" presStyleCnt="0"/>
      <dgm:spPr/>
    </dgm:pt>
    <dgm:pt modelId="{4A66863F-FF92-43D7-A616-B028990213AC}" type="pres">
      <dgm:prSet presAssocID="{1AED020A-D707-4587-BF55-B4D74BA075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8C6E7A-E9B5-47F8-9716-B126EF11C01C}" type="pres">
      <dgm:prSet presAssocID="{F08DDBCF-5713-4672-9B03-B33266983D14}" presName="spacer" presStyleCnt="0"/>
      <dgm:spPr/>
    </dgm:pt>
    <dgm:pt modelId="{2D582868-60AD-4164-8532-AA23FCBEF552}" type="pres">
      <dgm:prSet presAssocID="{FDFFA7AC-FC2D-424F-8945-2DC776C3F20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19CC68-5A97-457D-9482-0966DE59313F}" type="pres">
      <dgm:prSet presAssocID="{489806F0-0910-4B21-AF61-BB6B282CBCC5}" presName="spacer" presStyleCnt="0"/>
      <dgm:spPr/>
    </dgm:pt>
    <dgm:pt modelId="{A4D3BE32-CEDA-4C24-96C2-BF851772C87A}" type="pres">
      <dgm:prSet presAssocID="{36733FB3-4F44-4CAE-8118-06FE84ABB1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83860E-BD45-4B22-82EB-A7CF585040C5}" type="presOf" srcId="{FDFFA7AC-FC2D-424F-8945-2DC776C3F20B}" destId="{2D582868-60AD-4164-8532-AA23FCBEF552}" srcOrd="0" destOrd="0" presId="urn:microsoft.com/office/officeart/2005/8/layout/vList2"/>
    <dgm:cxn modelId="{CCEAEA30-A5E3-4E84-97A6-072433E5094E}" type="presOf" srcId="{36733FB3-4F44-4CAE-8118-06FE84ABB1CD}" destId="{A4D3BE32-CEDA-4C24-96C2-BF851772C87A}" srcOrd="0" destOrd="0" presId="urn:microsoft.com/office/officeart/2005/8/layout/vList2"/>
    <dgm:cxn modelId="{A5356A65-09E3-4B5D-B6B7-CA866A122CA8}" type="presOf" srcId="{1AED020A-D707-4587-BF55-B4D74BA075EE}" destId="{4A66863F-FF92-43D7-A616-B028990213AC}" srcOrd="0" destOrd="0" presId="urn:microsoft.com/office/officeart/2005/8/layout/vList2"/>
    <dgm:cxn modelId="{503A3476-BEB0-4E61-99BC-BC77A433DCA8}" srcId="{D3B3066E-95F2-42BE-B60A-3B870780FB69}" destId="{36733FB3-4F44-4CAE-8118-06FE84ABB1CD}" srcOrd="3" destOrd="0" parTransId="{8028B336-A4FC-4AEC-A20C-8BF9236951E5}" sibTransId="{C0FCA4DB-9A1C-4E49-B95A-9FD75E0E1228}"/>
    <dgm:cxn modelId="{AAC1A282-6FB5-45E6-A3D8-BAF53416DB97}" srcId="{D3B3066E-95F2-42BE-B60A-3B870780FB69}" destId="{1AED020A-D707-4587-BF55-B4D74BA075EE}" srcOrd="1" destOrd="0" parTransId="{6A7D1EA7-EAA2-424A-A01E-64957C87CBE7}" sibTransId="{F08DDBCF-5713-4672-9B03-B33266983D14}"/>
    <dgm:cxn modelId="{9845D3C9-2F8A-4711-9C80-D7C35E02680C}" type="presOf" srcId="{EFD20717-164D-43F6-A888-0A55C73447E3}" destId="{32D32BC3-FA0F-41EF-B48C-67D068CE8FBE}" srcOrd="0" destOrd="0" presId="urn:microsoft.com/office/officeart/2005/8/layout/vList2"/>
    <dgm:cxn modelId="{77AAF5D9-B2CB-4237-9B14-4F25A654EE54}" srcId="{D3B3066E-95F2-42BE-B60A-3B870780FB69}" destId="{EFD20717-164D-43F6-A888-0A55C73447E3}" srcOrd="0" destOrd="0" parTransId="{C65D4292-8805-4EE7-898A-6D06114F5029}" sibTransId="{15EE9F93-739E-438F-A840-6528D4A47A5A}"/>
    <dgm:cxn modelId="{F56C9EF4-5262-4361-8DD4-7A28F65CAEA9}" type="presOf" srcId="{D3B3066E-95F2-42BE-B60A-3B870780FB69}" destId="{E6B6711F-8E82-4E70-92DA-62BBF229EAE4}" srcOrd="0" destOrd="0" presId="urn:microsoft.com/office/officeart/2005/8/layout/vList2"/>
    <dgm:cxn modelId="{79559CF5-46A2-457E-BA69-AF535702F8D7}" srcId="{D3B3066E-95F2-42BE-B60A-3B870780FB69}" destId="{FDFFA7AC-FC2D-424F-8945-2DC776C3F20B}" srcOrd="2" destOrd="0" parTransId="{3F4104B5-0360-4778-A239-8C9BCF95DECE}" sibTransId="{489806F0-0910-4B21-AF61-BB6B282CBCC5}"/>
    <dgm:cxn modelId="{68977901-9414-44A4-81A8-67F2A7D570B8}" type="presParOf" srcId="{E6B6711F-8E82-4E70-92DA-62BBF229EAE4}" destId="{32D32BC3-FA0F-41EF-B48C-67D068CE8FBE}" srcOrd="0" destOrd="0" presId="urn:microsoft.com/office/officeart/2005/8/layout/vList2"/>
    <dgm:cxn modelId="{69A68B33-DB8F-4C03-88D1-8A90F16210C3}" type="presParOf" srcId="{E6B6711F-8E82-4E70-92DA-62BBF229EAE4}" destId="{9C7D6AFB-C100-4B09-804E-B58CAC369BBB}" srcOrd="1" destOrd="0" presId="urn:microsoft.com/office/officeart/2005/8/layout/vList2"/>
    <dgm:cxn modelId="{6EB191E9-A00B-486C-A3F6-0AB3B2D3D5C8}" type="presParOf" srcId="{E6B6711F-8E82-4E70-92DA-62BBF229EAE4}" destId="{4A66863F-FF92-43D7-A616-B028990213AC}" srcOrd="2" destOrd="0" presId="urn:microsoft.com/office/officeart/2005/8/layout/vList2"/>
    <dgm:cxn modelId="{23ECA529-D12F-4E29-AE73-BF9DF0CE11A9}" type="presParOf" srcId="{E6B6711F-8E82-4E70-92DA-62BBF229EAE4}" destId="{738C6E7A-E9B5-47F8-9716-B126EF11C01C}" srcOrd="3" destOrd="0" presId="urn:microsoft.com/office/officeart/2005/8/layout/vList2"/>
    <dgm:cxn modelId="{8FB7010C-6ED4-431B-9B5E-C35740DDFB8B}" type="presParOf" srcId="{E6B6711F-8E82-4E70-92DA-62BBF229EAE4}" destId="{2D582868-60AD-4164-8532-AA23FCBEF552}" srcOrd="4" destOrd="0" presId="urn:microsoft.com/office/officeart/2005/8/layout/vList2"/>
    <dgm:cxn modelId="{6ABCE1CC-A8F2-4855-AB34-65EC65503A43}" type="presParOf" srcId="{E6B6711F-8E82-4E70-92DA-62BBF229EAE4}" destId="{2719CC68-5A97-457D-9482-0966DE59313F}" srcOrd="5" destOrd="0" presId="urn:microsoft.com/office/officeart/2005/8/layout/vList2"/>
    <dgm:cxn modelId="{9E0E9E05-57E8-48E7-B5F7-5AC9919B6902}" type="presParOf" srcId="{E6B6711F-8E82-4E70-92DA-62BBF229EAE4}" destId="{A4D3BE32-CEDA-4C24-96C2-BF851772C87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FF192B96-903B-40FB-805D-DD55E764A0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1C8718-3157-4EDD-9767-B34AEFCC8190}">
      <dgm:prSet/>
      <dgm:spPr/>
      <dgm:t>
        <a:bodyPr/>
        <a:lstStyle/>
        <a:p>
          <a:r>
            <a:rPr lang="ru-RU" b="0" i="0"/>
            <a:t>розроблено систему залпового реактивного вогню «Катюша».</a:t>
          </a:r>
          <a:endParaRPr lang="uk-UA"/>
        </a:p>
      </dgm:t>
    </dgm:pt>
    <dgm:pt modelId="{8899FD74-2DBC-4A16-9374-B5B0E851E80D}" type="parTrans" cxnId="{38A11D2E-38FD-4362-9410-197361649AD2}">
      <dgm:prSet/>
      <dgm:spPr/>
      <dgm:t>
        <a:bodyPr/>
        <a:lstStyle/>
        <a:p>
          <a:endParaRPr lang="uk-UA"/>
        </a:p>
      </dgm:t>
    </dgm:pt>
    <dgm:pt modelId="{7437C7AA-3F22-49B5-9372-BEA9F24777D7}" type="sibTrans" cxnId="{38A11D2E-38FD-4362-9410-197361649AD2}">
      <dgm:prSet/>
      <dgm:spPr/>
      <dgm:t>
        <a:bodyPr/>
        <a:lstStyle/>
        <a:p>
          <a:endParaRPr lang="uk-UA"/>
        </a:p>
      </dgm:t>
    </dgm:pt>
    <dgm:pt modelId="{D4AB036B-4827-4105-851B-F5C6EBE1ADC7}">
      <dgm:prSet/>
      <dgm:spPr/>
      <dgm:t>
        <a:bodyPr/>
        <a:lstStyle/>
        <a:p>
          <a:r>
            <a:rPr lang="ru-RU" b="0" i="0"/>
            <a:t>налагоджено автоматичне електрозварювання корпусів танків.</a:t>
          </a:r>
          <a:endParaRPr lang="uk-UA"/>
        </a:p>
      </dgm:t>
    </dgm:pt>
    <dgm:pt modelId="{9C2C29E5-F7DA-4E38-B9EC-13DAD3D74C3E}" type="parTrans" cxnId="{6643D015-322D-4D1D-9621-C78B2954E089}">
      <dgm:prSet/>
      <dgm:spPr/>
      <dgm:t>
        <a:bodyPr/>
        <a:lstStyle/>
        <a:p>
          <a:endParaRPr lang="uk-UA"/>
        </a:p>
      </dgm:t>
    </dgm:pt>
    <dgm:pt modelId="{92F1BB57-DEEB-4D26-9EB9-07814B11AB36}" type="sibTrans" cxnId="{6643D015-322D-4D1D-9621-C78B2954E089}">
      <dgm:prSet/>
      <dgm:spPr/>
      <dgm:t>
        <a:bodyPr/>
        <a:lstStyle/>
        <a:p>
          <a:endParaRPr lang="uk-UA"/>
        </a:p>
      </dgm:t>
    </dgm:pt>
    <dgm:pt modelId="{7C2671E3-AC0C-44E5-B7FA-49213BB0812C}">
      <dgm:prSet/>
      <dgm:spPr/>
      <dgm:t>
        <a:bodyPr/>
        <a:lstStyle/>
        <a:p>
          <a:r>
            <a:rPr lang="ru-RU" b="0" i="0"/>
            <a:t>створено серію середніх підводних човнів «Щука».</a:t>
          </a:r>
          <a:endParaRPr lang="uk-UA"/>
        </a:p>
      </dgm:t>
    </dgm:pt>
    <dgm:pt modelId="{95BFD58E-1CBE-4224-A09A-AA4DAE91CB2C}" type="parTrans" cxnId="{EAAE3ECD-B582-4544-98C6-A04C3649B765}">
      <dgm:prSet/>
      <dgm:spPr/>
      <dgm:t>
        <a:bodyPr/>
        <a:lstStyle/>
        <a:p>
          <a:endParaRPr lang="uk-UA"/>
        </a:p>
      </dgm:t>
    </dgm:pt>
    <dgm:pt modelId="{5785694C-0660-4D15-B535-96564FA7A060}" type="sibTrans" cxnId="{EAAE3ECD-B582-4544-98C6-A04C3649B765}">
      <dgm:prSet/>
      <dgm:spPr/>
      <dgm:t>
        <a:bodyPr/>
        <a:lstStyle/>
        <a:p>
          <a:endParaRPr lang="uk-UA"/>
        </a:p>
      </dgm:t>
    </dgm:pt>
    <dgm:pt modelId="{E493D912-61DA-4AB4-8C22-7C2E7F6AC67E}">
      <dgm:prSet/>
      <dgm:spPr/>
      <dgm:t>
        <a:bodyPr/>
        <a:lstStyle/>
        <a:p>
          <a:r>
            <a:rPr lang="ru-RU" b="0" i="0"/>
            <a:t>сконструйовано та запущено у виробництво танк Т-34.</a:t>
          </a:r>
          <a:endParaRPr lang="uk-UA"/>
        </a:p>
      </dgm:t>
    </dgm:pt>
    <dgm:pt modelId="{21AB0828-8DB0-4112-AD86-B294FE67E91F}" type="parTrans" cxnId="{2BBEA6ED-8A35-4129-9A42-5892C75B5CC8}">
      <dgm:prSet/>
      <dgm:spPr/>
      <dgm:t>
        <a:bodyPr/>
        <a:lstStyle/>
        <a:p>
          <a:endParaRPr lang="uk-UA"/>
        </a:p>
      </dgm:t>
    </dgm:pt>
    <dgm:pt modelId="{EF9580E6-54C1-4B88-88EE-D84F25EA8B8F}" type="sibTrans" cxnId="{2BBEA6ED-8A35-4129-9A42-5892C75B5CC8}">
      <dgm:prSet/>
      <dgm:spPr/>
      <dgm:t>
        <a:bodyPr/>
        <a:lstStyle/>
        <a:p>
          <a:endParaRPr lang="uk-UA"/>
        </a:p>
      </dgm:t>
    </dgm:pt>
    <dgm:pt modelId="{6D7D7373-7C8F-40AE-B773-E8F7E93BBAF7}" type="pres">
      <dgm:prSet presAssocID="{FF192B96-903B-40FB-805D-DD55E764A03B}" presName="linear" presStyleCnt="0">
        <dgm:presLayoutVars>
          <dgm:animLvl val="lvl"/>
          <dgm:resizeHandles val="exact"/>
        </dgm:presLayoutVars>
      </dgm:prSet>
      <dgm:spPr/>
    </dgm:pt>
    <dgm:pt modelId="{E1993853-CDEC-4F2B-853E-106C27D403A9}" type="pres">
      <dgm:prSet presAssocID="{C31C8718-3157-4EDD-9767-B34AEFCC819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7D4F27-23FB-4005-9D5F-306E378F2E01}" type="pres">
      <dgm:prSet presAssocID="{7437C7AA-3F22-49B5-9372-BEA9F24777D7}" presName="spacer" presStyleCnt="0"/>
      <dgm:spPr/>
    </dgm:pt>
    <dgm:pt modelId="{AA82BE4F-D53E-4248-B2CA-F5BEF014DF06}" type="pres">
      <dgm:prSet presAssocID="{D4AB036B-4827-4105-851B-F5C6EBE1AD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04FF5B3-09BF-4B94-AA44-4888CAE855CD}" type="pres">
      <dgm:prSet presAssocID="{92F1BB57-DEEB-4D26-9EB9-07814B11AB36}" presName="spacer" presStyleCnt="0"/>
      <dgm:spPr/>
    </dgm:pt>
    <dgm:pt modelId="{C6299F48-FA2F-4CC9-88B9-9FA891FB03EF}" type="pres">
      <dgm:prSet presAssocID="{7C2671E3-AC0C-44E5-B7FA-49213BB081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149573-EB46-424F-B1D2-82424E447160}" type="pres">
      <dgm:prSet presAssocID="{5785694C-0660-4D15-B535-96564FA7A060}" presName="spacer" presStyleCnt="0"/>
      <dgm:spPr/>
    </dgm:pt>
    <dgm:pt modelId="{A2F498DE-681E-4E3C-A085-6B6BCCA6079F}" type="pres">
      <dgm:prSet presAssocID="{E493D912-61DA-4AB4-8C22-7C2E7F6AC67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43D015-322D-4D1D-9621-C78B2954E089}" srcId="{FF192B96-903B-40FB-805D-DD55E764A03B}" destId="{D4AB036B-4827-4105-851B-F5C6EBE1ADC7}" srcOrd="1" destOrd="0" parTransId="{9C2C29E5-F7DA-4E38-B9EC-13DAD3D74C3E}" sibTransId="{92F1BB57-DEEB-4D26-9EB9-07814B11AB36}"/>
    <dgm:cxn modelId="{38A11D2E-38FD-4362-9410-197361649AD2}" srcId="{FF192B96-903B-40FB-805D-DD55E764A03B}" destId="{C31C8718-3157-4EDD-9767-B34AEFCC8190}" srcOrd="0" destOrd="0" parTransId="{8899FD74-2DBC-4A16-9374-B5B0E851E80D}" sibTransId="{7437C7AA-3F22-49B5-9372-BEA9F24777D7}"/>
    <dgm:cxn modelId="{1B170961-33F5-45B2-B371-76CE365762BB}" type="presOf" srcId="{D4AB036B-4827-4105-851B-F5C6EBE1ADC7}" destId="{AA82BE4F-D53E-4248-B2CA-F5BEF014DF06}" srcOrd="0" destOrd="0" presId="urn:microsoft.com/office/officeart/2005/8/layout/vList2"/>
    <dgm:cxn modelId="{D943694C-793E-404E-9362-AD9C81E9D345}" type="presOf" srcId="{C31C8718-3157-4EDD-9767-B34AEFCC8190}" destId="{E1993853-CDEC-4F2B-853E-106C27D403A9}" srcOrd="0" destOrd="0" presId="urn:microsoft.com/office/officeart/2005/8/layout/vList2"/>
    <dgm:cxn modelId="{773463A7-4125-427E-BFC6-6C48BDEEC95F}" type="presOf" srcId="{7C2671E3-AC0C-44E5-B7FA-49213BB0812C}" destId="{C6299F48-FA2F-4CC9-88B9-9FA891FB03EF}" srcOrd="0" destOrd="0" presId="urn:microsoft.com/office/officeart/2005/8/layout/vList2"/>
    <dgm:cxn modelId="{2693CAC0-440A-4AE6-964B-4C5382D72428}" type="presOf" srcId="{FF192B96-903B-40FB-805D-DD55E764A03B}" destId="{6D7D7373-7C8F-40AE-B773-E8F7E93BBAF7}" srcOrd="0" destOrd="0" presId="urn:microsoft.com/office/officeart/2005/8/layout/vList2"/>
    <dgm:cxn modelId="{EAAE3ECD-B582-4544-98C6-A04C3649B765}" srcId="{FF192B96-903B-40FB-805D-DD55E764A03B}" destId="{7C2671E3-AC0C-44E5-B7FA-49213BB0812C}" srcOrd="2" destOrd="0" parTransId="{95BFD58E-1CBE-4224-A09A-AA4DAE91CB2C}" sibTransId="{5785694C-0660-4D15-B535-96564FA7A060}"/>
    <dgm:cxn modelId="{CCC592E3-7215-49CF-9B3C-C76D016314FB}" type="presOf" srcId="{E493D912-61DA-4AB4-8C22-7C2E7F6AC67E}" destId="{A2F498DE-681E-4E3C-A085-6B6BCCA6079F}" srcOrd="0" destOrd="0" presId="urn:microsoft.com/office/officeart/2005/8/layout/vList2"/>
    <dgm:cxn modelId="{2BBEA6ED-8A35-4129-9A42-5892C75B5CC8}" srcId="{FF192B96-903B-40FB-805D-DD55E764A03B}" destId="{E493D912-61DA-4AB4-8C22-7C2E7F6AC67E}" srcOrd="3" destOrd="0" parTransId="{21AB0828-8DB0-4112-AD86-B294FE67E91F}" sibTransId="{EF9580E6-54C1-4B88-88EE-D84F25EA8B8F}"/>
    <dgm:cxn modelId="{B30310F8-6579-43CD-B79D-F789DFEB91AE}" type="presParOf" srcId="{6D7D7373-7C8F-40AE-B773-E8F7E93BBAF7}" destId="{E1993853-CDEC-4F2B-853E-106C27D403A9}" srcOrd="0" destOrd="0" presId="urn:microsoft.com/office/officeart/2005/8/layout/vList2"/>
    <dgm:cxn modelId="{EBAF55CB-630F-4FF0-A03A-9AB2550B7841}" type="presParOf" srcId="{6D7D7373-7C8F-40AE-B773-E8F7E93BBAF7}" destId="{CD7D4F27-23FB-4005-9D5F-306E378F2E01}" srcOrd="1" destOrd="0" presId="urn:microsoft.com/office/officeart/2005/8/layout/vList2"/>
    <dgm:cxn modelId="{8D786B43-F70B-4D60-903C-7B1F0E0864A8}" type="presParOf" srcId="{6D7D7373-7C8F-40AE-B773-E8F7E93BBAF7}" destId="{AA82BE4F-D53E-4248-B2CA-F5BEF014DF06}" srcOrd="2" destOrd="0" presId="urn:microsoft.com/office/officeart/2005/8/layout/vList2"/>
    <dgm:cxn modelId="{825EC3DF-CBE3-40E0-8624-ED29550742D7}" type="presParOf" srcId="{6D7D7373-7C8F-40AE-B773-E8F7E93BBAF7}" destId="{A04FF5B3-09BF-4B94-AA44-4888CAE855CD}" srcOrd="3" destOrd="0" presId="urn:microsoft.com/office/officeart/2005/8/layout/vList2"/>
    <dgm:cxn modelId="{127C19FF-126D-4B67-A288-47C06088458E}" type="presParOf" srcId="{6D7D7373-7C8F-40AE-B773-E8F7E93BBAF7}" destId="{C6299F48-FA2F-4CC9-88B9-9FA891FB03EF}" srcOrd="4" destOrd="0" presId="urn:microsoft.com/office/officeart/2005/8/layout/vList2"/>
    <dgm:cxn modelId="{CA711436-676F-4AF2-866F-EB0FAA6CD540}" type="presParOf" srcId="{6D7D7373-7C8F-40AE-B773-E8F7E93BBAF7}" destId="{80149573-EB46-424F-B1D2-82424E447160}" srcOrd="5" destOrd="0" presId="urn:microsoft.com/office/officeart/2005/8/layout/vList2"/>
    <dgm:cxn modelId="{4D403492-B04E-4EBB-99DE-382D30141137}" type="presParOf" srcId="{6D7D7373-7C8F-40AE-B773-E8F7E93BBAF7}" destId="{A2F498DE-681E-4E3C-A085-6B6BCCA607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B47EAD4C-3819-4DF3-A1BA-1F4670CD3B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4042E1-317A-4985-8DD2-A4E8A54E2A5A}">
      <dgm:prSet/>
      <dgm:spPr/>
      <dgm:t>
        <a:bodyPr/>
        <a:lstStyle/>
        <a:p>
          <a:r>
            <a:rPr lang="ru-RU" b="0" i="0"/>
            <a:t>О. Палладіна</a:t>
          </a:r>
          <a:endParaRPr lang="uk-UA"/>
        </a:p>
      </dgm:t>
    </dgm:pt>
    <dgm:pt modelId="{84261862-618F-4821-A68B-DEE4778518E0}" type="parTrans" cxnId="{6AEB8FAA-3F8A-4208-9197-8BC2E2DB1C37}">
      <dgm:prSet/>
      <dgm:spPr/>
      <dgm:t>
        <a:bodyPr/>
        <a:lstStyle/>
        <a:p>
          <a:endParaRPr lang="uk-UA"/>
        </a:p>
      </dgm:t>
    </dgm:pt>
    <dgm:pt modelId="{EA7D00C7-0F30-470F-A24F-EA72F4E5EE54}" type="sibTrans" cxnId="{6AEB8FAA-3F8A-4208-9197-8BC2E2DB1C37}">
      <dgm:prSet/>
      <dgm:spPr/>
      <dgm:t>
        <a:bodyPr/>
        <a:lstStyle/>
        <a:p>
          <a:endParaRPr lang="uk-UA"/>
        </a:p>
      </dgm:t>
    </dgm:pt>
    <dgm:pt modelId="{BD9051A6-8BB6-4059-B007-E562C69C89E5}">
      <dgm:prSet/>
      <dgm:spPr/>
      <dgm:t>
        <a:bodyPr/>
        <a:lstStyle/>
        <a:p>
          <a:r>
            <a:rPr lang="ru-RU" b="0" i="0"/>
            <a:t>В. Бакуля</a:t>
          </a:r>
          <a:endParaRPr lang="uk-UA"/>
        </a:p>
      </dgm:t>
    </dgm:pt>
    <dgm:pt modelId="{9DBC0A01-EBCF-4F29-AAF4-DDFE7C58E338}" type="parTrans" cxnId="{00DC6FC1-EAB9-4B42-8393-9C1F0B928122}">
      <dgm:prSet/>
      <dgm:spPr/>
      <dgm:t>
        <a:bodyPr/>
        <a:lstStyle/>
        <a:p>
          <a:endParaRPr lang="uk-UA"/>
        </a:p>
      </dgm:t>
    </dgm:pt>
    <dgm:pt modelId="{85D5CDDD-FDDD-4173-A7EC-0BC2D3C6C1FF}" type="sibTrans" cxnId="{00DC6FC1-EAB9-4B42-8393-9C1F0B928122}">
      <dgm:prSet/>
      <dgm:spPr/>
      <dgm:t>
        <a:bodyPr/>
        <a:lstStyle/>
        <a:p>
          <a:endParaRPr lang="uk-UA"/>
        </a:p>
      </dgm:t>
    </dgm:pt>
    <dgm:pt modelId="{4A23D9E3-683B-4F3A-8A17-61AD52728CCE}">
      <dgm:prSet/>
      <dgm:spPr/>
      <dgm:t>
        <a:bodyPr/>
        <a:lstStyle/>
        <a:p>
          <a:r>
            <a:rPr lang="ru-RU" b="0" i="0"/>
            <a:t>В. Глушкова</a:t>
          </a:r>
          <a:endParaRPr lang="uk-UA"/>
        </a:p>
      </dgm:t>
    </dgm:pt>
    <dgm:pt modelId="{DC7FA573-1F7B-46CC-9E2E-79DB8B122322}" type="parTrans" cxnId="{738D00E0-86C8-405A-8691-A28612B25CE6}">
      <dgm:prSet/>
      <dgm:spPr/>
      <dgm:t>
        <a:bodyPr/>
        <a:lstStyle/>
        <a:p>
          <a:endParaRPr lang="uk-UA"/>
        </a:p>
      </dgm:t>
    </dgm:pt>
    <dgm:pt modelId="{AB316B85-69FA-4A65-A504-109B196AA260}" type="sibTrans" cxnId="{738D00E0-86C8-405A-8691-A28612B25CE6}">
      <dgm:prSet/>
      <dgm:spPr/>
      <dgm:t>
        <a:bodyPr/>
        <a:lstStyle/>
        <a:p>
          <a:endParaRPr lang="uk-UA"/>
        </a:p>
      </dgm:t>
    </dgm:pt>
    <dgm:pt modelId="{4370044C-DF0D-4DD3-BE0F-25480CB8D367}">
      <dgm:prSet/>
      <dgm:spPr/>
      <dgm:t>
        <a:bodyPr/>
        <a:lstStyle/>
        <a:p>
          <a:r>
            <a:rPr lang="ru-RU" b="0" i="0"/>
            <a:t>Є. Патона</a:t>
          </a:r>
          <a:endParaRPr lang="uk-UA"/>
        </a:p>
      </dgm:t>
    </dgm:pt>
    <dgm:pt modelId="{5065F843-3A33-4AD6-AB56-2DCF37223AF7}" type="parTrans" cxnId="{548081AE-8168-493E-BF8F-F73C401E2BA0}">
      <dgm:prSet/>
      <dgm:spPr/>
      <dgm:t>
        <a:bodyPr/>
        <a:lstStyle/>
        <a:p>
          <a:endParaRPr lang="uk-UA"/>
        </a:p>
      </dgm:t>
    </dgm:pt>
    <dgm:pt modelId="{0DF787C1-66B3-45D6-9AAB-1E0AA3A9D2AA}" type="sibTrans" cxnId="{548081AE-8168-493E-BF8F-F73C401E2BA0}">
      <dgm:prSet/>
      <dgm:spPr/>
      <dgm:t>
        <a:bodyPr/>
        <a:lstStyle/>
        <a:p>
          <a:endParaRPr lang="uk-UA"/>
        </a:p>
      </dgm:t>
    </dgm:pt>
    <dgm:pt modelId="{8DD275B5-ED94-4E55-A081-B4F0FACEA127}" type="pres">
      <dgm:prSet presAssocID="{B47EAD4C-3819-4DF3-A1BA-1F4670CD3B9C}" presName="linear" presStyleCnt="0">
        <dgm:presLayoutVars>
          <dgm:animLvl val="lvl"/>
          <dgm:resizeHandles val="exact"/>
        </dgm:presLayoutVars>
      </dgm:prSet>
      <dgm:spPr/>
    </dgm:pt>
    <dgm:pt modelId="{15E4BE87-4AD0-4040-8C46-908E52A0E480}" type="pres">
      <dgm:prSet presAssocID="{C64042E1-317A-4985-8DD2-A4E8A54E2A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F09381-031C-4B93-B4C1-D3D113495D65}" type="pres">
      <dgm:prSet presAssocID="{EA7D00C7-0F30-470F-A24F-EA72F4E5EE54}" presName="spacer" presStyleCnt="0"/>
      <dgm:spPr/>
    </dgm:pt>
    <dgm:pt modelId="{53AAC23A-9BBD-4BAF-94F1-233D251AB105}" type="pres">
      <dgm:prSet presAssocID="{BD9051A6-8BB6-4059-B007-E562C69C89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6E3E82-12F3-4394-A7E3-10A35FC8E422}" type="pres">
      <dgm:prSet presAssocID="{85D5CDDD-FDDD-4173-A7EC-0BC2D3C6C1FF}" presName="spacer" presStyleCnt="0"/>
      <dgm:spPr/>
    </dgm:pt>
    <dgm:pt modelId="{8B5144CF-CDD2-4C48-8655-2B84F96F4564}" type="pres">
      <dgm:prSet presAssocID="{4A23D9E3-683B-4F3A-8A17-61AD52728C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AE76DD-2D73-4BFC-A2B9-92F7500CFF1E}" type="pres">
      <dgm:prSet presAssocID="{AB316B85-69FA-4A65-A504-109B196AA260}" presName="spacer" presStyleCnt="0"/>
      <dgm:spPr/>
    </dgm:pt>
    <dgm:pt modelId="{FBFC3F1C-D42D-43EC-8F7E-91249028C6F9}" type="pres">
      <dgm:prSet presAssocID="{4370044C-DF0D-4DD3-BE0F-25480CB8D36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053105-2A1A-4491-B39A-2B6C1A88E053}" type="presOf" srcId="{4A23D9E3-683B-4F3A-8A17-61AD52728CCE}" destId="{8B5144CF-CDD2-4C48-8655-2B84F96F4564}" srcOrd="0" destOrd="0" presId="urn:microsoft.com/office/officeart/2005/8/layout/vList2"/>
    <dgm:cxn modelId="{E4250551-1D5D-4F5F-BD99-0700D0D884AB}" type="presOf" srcId="{B47EAD4C-3819-4DF3-A1BA-1F4670CD3B9C}" destId="{8DD275B5-ED94-4E55-A081-B4F0FACEA127}" srcOrd="0" destOrd="0" presId="urn:microsoft.com/office/officeart/2005/8/layout/vList2"/>
    <dgm:cxn modelId="{A93F6B74-03CF-4154-8FA8-C9D1FD1027E9}" type="presOf" srcId="{4370044C-DF0D-4DD3-BE0F-25480CB8D367}" destId="{FBFC3F1C-D42D-43EC-8F7E-91249028C6F9}" srcOrd="0" destOrd="0" presId="urn:microsoft.com/office/officeart/2005/8/layout/vList2"/>
    <dgm:cxn modelId="{6C6B0C7A-9AD4-4DC4-87C9-6CEA8EDD7B2C}" type="presOf" srcId="{BD9051A6-8BB6-4059-B007-E562C69C89E5}" destId="{53AAC23A-9BBD-4BAF-94F1-233D251AB105}" srcOrd="0" destOrd="0" presId="urn:microsoft.com/office/officeart/2005/8/layout/vList2"/>
    <dgm:cxn modelId="{AA51E497-2B65-4E5B-B54B-D95F158B9E0B}" type="presOf" srcId="{C64042E1-317A-4985-8DD2-A4E8A54E2A5A}" destId="{15E4BE87-4AD0-4040-8C46-908E52A0E480}" srcOrd="0" destOrd="0" presId="urn:microsoft.com/office/officeart/2005/8/layout/vList2"/>
    <dgm:cxn modelId="{6AEB8FAA-3F8A-4208-9197-8BC2E2DB1C37}" srcId="{B47EAD4C-3819-4DF3-A1BA-1F4670CD3B9C}" destId="{C64042E1-317A-4985-8DD2-A4E8A54E2A5A}" srcOrd="0" destOrd="0" parTransId="{84261862-618F-4821-A68B-DEE4778518E0}" sibTransId="{EA7D00C7-0F30-470F-A24F-EA72F4E5EE54}"/>
    <dgm:cxn modelId="{548081AE-8168-493E-BF8F-F73C401E2BA0}" srcId="{B47EAD4C-3819-4DF3-A1BA-1F4670CD3B9C}" destId="{4370044C-DF0D-4DD3-BE0F-25480CB8D367}" srcOrd="3" destOrd="0" parTransId="{5065F843-3A33-4AD6-AB56-2DCF37223AF7}" sibTransId="{0DF787C1-66B3-45D6-9AAB-1E0AA3A9D2AA}"/>
    <dgm:cxn modelId="{00DC6FC1-EAB9-4B42-8393-9C1F0B928122}" srcId="{B47EAD4C-3819-4DF3-A1BA-1F4670CD3B9C}" destId="{BD9051A6-8BB6-4059-B007-E562C69C89E5}" srcOrd="1" destOrd="0" parTransId="{9DBC0A01-EBCF-4F29-AAF4-DDFE7C58E338}" sibTransId="{85D5CDDD-FDDD-4173-A7EC-0BC2D3C6C1FF}"/>
    <dgm:cxn modelId="{738D00E0-86C8-405A-8691-A28612B25CE6}" srcId="{B47EAD4C-3819-4DF3-A1BA-1F4670CD3B9C}" destId="{4A23D9E3-683B-4F3A-8A17-61AD52728CCE}" srcOrd="2" destOrd="0" parTransId="{DC7FA573-1F7B-46CC-9E2E-79DB8B122322}" sibTransId="{AB316B85-69FA-4A65-A504-109B196AA260}"/>
    <dgm:cxn modelId="{F2F13203-5649-498E-A991-2145BA8BA3E9}" type="presParOf" srcId="{8DD275B5-ED94-4E55-A081-B4F0FACEA127}" destId="{15E4BE87-4AD0-4040-8C46-908E52A0E480}" srcOrd="0" destOrd="0" presId="urn:microsoft.com/office/officeart/2005/8/layout/vList2"/>
    <dgm:cxn modelId="{DCBD1C94-9E81-490D-A31F-7BCFB7A445D5}" type="presParOf" srcId="{8DD275B5-ED94-4E55-A081-B4F0FACEA127}" destId="{45F09381-031C-4B93-B4C1-D3D113495D65}" srcOrd="1" destOrd="0" presId="urn:microsoft.com/office/officeart/2005/8/layout/vList2"/>
    <dgm:cxn modelId="{F584010B-764D-4F1B-AEC2-D8267559A855}" type="presParOf" srcId="{8DD275B5-ED94-4E55-A081-B4F0FACEA127}" destId="{53AAC23A-9BBD-4BAF-94F1-233D251AB105}" srcOrd="2" destOrd="0" presId="urn:microsoft.com/office/officeart/2005/8/layout/vList2"/>
    <dgm:cxn modelId="{B8BB88A3-CBAE-4366-928C-036200D34468}" type="presParOf" srcId="{8DD275B5-ED94-4E55-A081-B4F0FACEA127}" destId="{416E3E82-12F3-4394-A7E3-10A35FC8E422}" srcOrd="3" destOrd="0" presId="urn:microsoft.com/office/officeart/2005/8/layout/vList2"/>
    <dgm:cxn modelId="{9D70A965-F271-45FD-B217-6FAD79C6FAD5}" type="presParOf" srcId="{8DD275B5-ED94-4E55-A081-B4F0FACEA127}" destId="{8B5144CF-CDD2-4C48-8655-2B84F96F4564}" srcOrd="4" destOrd="0" presId="urn:microsoft.com/office/officeart/2005/8/layout/vList2"/>
    <dgm:cxn modelId="{56F34AB9-2692-464E-9BF8-266A9A3C8F79}" type="presParOf" srcId="{8DD275B5-ED94-4E55-A081-B4F0FACEA127}" destId="{60AE76DD-2D73-4BFC-A2B9-92F7500CFF1E}" srcOrd="5" destOrd="0" presId="urn:microsoft.com/office/officeart/2005/8/layout/vList2"/>
    <dgm:cxn modelId="{0890FC9A-E3A1-4ADF-AF1B-793BB3DE97B0}" type="presParOf" srcId="{8DD275B5-ED94-4E55-A081-B4F0FACEA127}" destId="{FBFC3F1C-D42D-43EC-8F7E-91249028C6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568D0346-5F71-476B-BC0E-791CB8CF3D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DDB19D-8DBC-4A0D-AC91-7FD1E86EB54F}">
      <dgm:prSet/>
      <dgm:spPr/>
      <dgm:t>
        <a:bodyPr/>
        <a:lstStyle/>
        <a:p>
          <a:r>
            <a:rPr lang="uk-UA" b="0" i="0"/>
            <a:t>Німеччина</a:t>
          </a:r>
          <a:endParaRPr lang="uk-UA"/>
        </a:p>
      </dgm:t>
    </dgm:pt>
    <dgm:pt modelId="{EDB87899-0F8D-4795-872F-CCD36EAA6E70}" type="parTrans" cxnId="{0FB0CA83-D4CD-458B-B6EA-2E756ABBCE01}">
      <dgm:prSet/>
      <dgm:spPr/>
      <dgm:t>
        <a:bodyPr/>
        <a:lstStyle/>
        <a:p>
          <a:endParaRPr lang="uk-UA"/>
        </a:p>
      </dgm:t>
    </dgm:pt>
    <dgm:pt modelId="{CB7CB3BB-48D0-49F0-B3CE-EE24377AF008}" type="sibTrans" cxnId="{0FB0CA83-D4CD-458B-B6EA-2E756ABBCE01}">
      <dgm:prSet/>
      <dgm:spPr/>
      <dgm:t>
        <a:bodyPr/>
        <a:lstStyle/>
        <a:p>
          <a:endParaRPr lang="uk-UA"/>
        </a:p>
      </dgm:t>
    </dgm:pt>
    <dgm:pt modelId="{A2C093F3-D43D-45AF-AA9F-2902F60030E6}">
      <dgm:prSet/>
      <dgm:spPr/>
      <dgm:t>
        <a:bodyPr/>
        <a:lstStyle/>
        <a:p>
          <a:r>
            <a:rPr lang="uk-UA" b="0" i="0"/>
            <a:t>Польща</a:t>
          </a:r>
          <a:endParaRPr lang="uk-UA"/>
        </a:p>
      </dgm:t>
    </dgm:pt>
    <dgm:pt modelId="{A515C11D-CEED-4527-9F20-E7BB7AE42F46}" type="parTrans" cxnId="{8C86BBB2-8D82-41A2-9DC5-7F131C41FBEC}">
      <dgm:prSet/>
      <dgm:spPr/>
      <dgm:t>
        <a:bodyPr/>
        <a:lstStyle/>
        <a:p>
          <a:endParaRPr lang="uk-UA"/>
        </a:p>
      </dgm:t>
    </dgm:pt>
    <dgm:pt modelId="{0390912F-1E31-4601-9AD4-1837E618F46B}" type="sibTrans" cxnId="{8C86BBB2-8D82-41A2-9DC5-7F131C41FBEC}">
      <dgm:prSet/>
      <dgm:spPr/>
      <dgm:t>
        <a:bodyPr/>
        <a:lstStyle/>
        <a:p>
          <a:endParaRPr lang="uk-UA"/>
        </a:p>
      </dgm:t>
    </dgm:pt>
    <dgm:pt modelId="{690387A7-E6E3-4EAC-BADE-DD2F0BBAA24C}">
      <dgm:prSet/>
      <dgm:spPr/>
      <dgm:t>
        <a:bodyPr/>
        <a:lstStyle/>
        <a:p>
          <a:r>
            <a:rPr lang="uk-UA" b="0" i="0"/>
            <a:t>Радянський Союз</a:t>
          </a:r>
          <a:endParaRPr lang="uk-UA"/>
        </a:p>
      </dgm:t>
    </dgm:pt>
    <dgm:pt modelId="{064CEEF6-0AB5-4D79-B822-9A0DE9CB173E}" type="parTrans" cxnId="{D3339A5A-FF2A-4443-AB65-CCB3CF41AB2F}">
      <dgm:prSet/>
      <dgm:spPr/>
      <dgm:t>
        <a:bodyPr/>
        <a:lstStyle/>
        <a:p>
          <a:endParaRPr lang="uk-UA"/>
        </a:p>
      </dgm:t>
    </dgm:pt>
    <dgm:pt modelId="{1A5D6B86-D512-4FA9-8627-18A0CA0F5E27}" type="sibTrans" cxnId="{D3339A5A-FF2A-4443-AB65-CCB3CF41AB2F}">
      <dgm:prSet/>
      <dgm:spPr/>
      <dgm:t>
        <a:bodyPr/>
        <a:lstStyle/>
        <a:p>
          <a:endParaRPr lang="uk-UA"/>
        </a:p>
      </dgm:t>
    </dgm:pt>
    <dgm:pt modelId="{D3304552-0DC6-4EA5-BC48-C7572138BC10}" type="pres">
      <dgm:prSet presAssocID="{568D0346-5F71-476B-BC0E-791CB8CF3D3E}" presName="linear" presStyleCnt="0">
        <dgm:presLayoutVars>
          <dgm:animLvl val="lvl"/>
          <dgm:resizeHandles val="exact"/>
        </dgm:presLayoutVars>
      </dgm:prSet>
      <dgm:spPr/>
    </dgm:pt>
    <dgm:pt modelId="{E2854890-1FCE-4611-B248-9BF78270D5A0}" type="pres">
      <dgm:prSet presAssocID="{67DDB19D-8DBC-4A0D-AC91-7FD1E86EB54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F7E611A-EF47-4BE4-B38F-B36991912A64}" type="pres">
      <dgm:prSet presAssocID="{CB7CB3BB-48D0-49F0-B3CE-EE24377AF008}" presName="spacer" presStyleCnt="0"/>
      <dgm:spPr/>
    </dgm:pt>
    <dgm:pt modelId="{C1F36230-BE56-432D-8FB1-5725A125A58E}" type="pres">
      <dgm:prSet presAssocID="{A2C093F3-D43D-45AF-AA9F-2902F60030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0FD2AA-D923-4E1E-89DD-A803E99F7A0D}" type="pres">
      <dgm:prSet presAssocID="{0390912F-1E31-4601-9AD4-1837E618F46B}" presName="spacer" presStyleCnt="0"/>
      <dgm:spPr/>
    </dgm:pt>
    <dgm:pt modelId="{761EFBBC-2BBB-4D26-9F43-5AA8329EF7B4}" type="pres">
      <dgm:prSet presAssocID="{690387A7-E6E3-4EAC-BADE-DD2F0BBAA24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5FD6352-E744-43C1-9581-21F1736D306F}" type="presOf" srcId="{568D0346-5F71-476B-BC0E-791CB8CF3D3E}" destId="{D3304552-0DC6-4EA5-BC48-C7572138BC10}" srcOrd="0" destOrd="0" presId="urn:microsoft.com/office/officeart/2005/8/layout/vList2"/>
    <dgm:cxn modelId="{D3339A5A-FF2A-4443-AB65-CCB3CF41AB2F}" srcId="{568D0346-5F71-476B-BC0E-791CB8CF3D3E}" destId="{690387A7-E6E3-4EAC-BADE-DD2F0BBAA24C}" srcOrd="2" destOrd="0" parTransId="{064CEEF6-0AB5-4D79-B822-9A0DE9CB173E}" sibTransId="{1A5D6B86-D512-4FA9-8627-18A0CA0F5E27}"/>
    <dgm:cxn modelId="{0FB0CA83-D4CD-458B-B6EA-2E756ABBCE01}" srcId="{568D0346-5F71-476B-BC0E-791CB8CF3D3E}" destId="{67DDB19D-8DBC-4A0D-AC91-7FD1E86EB54F}" srcOrd="0" destOrd="0" parTransId="{EDB87899-0F8D-4795-872F-CCD36EAA6E70}" sibTransId="{CB7CB3BB-48D0-49F0-B3CE-EE24377AF008}"/>
    <dgm:cxn modelId="{C722B784-5515-47A7-BBC7-6F0C8F4541A6}" type="presOf" srcId="{67DDB19D-8DBC-4A0D-AC91-7FD1E86EB54F}" destId="{E2854890-1FCE-4611-B248-9BF78270D5A0}" srcOrd="0" destOrd="0" presId="urn:microsoft.com/office/officeart/2005/8/layout/vList2"/>
    <dgm:cxn modelId="{8C86BBB2-8D82-41A2-9DC5-7F131C41FBEC}" srcId="{568D0346-5F71-476B-BC0E-791CB8CF3D3E}" destId="{A2C093F3-D43D-45AF-AA9F-2902F60030E6}" srcOrd="1" destOrd="0" parTransId="{A515C11D-CEED-4527-9F20-E7BB7AE42F46}" sibTransId="{0390912F-1E31-4601-9AD4-1837E618F46B}"/>
    <dgm:cxn modelId="{5570DDF1-137E-4A99-9DA6-17E240F7033D}" type="presOf" srcId="{A2C093F3-D43D-45AF-AA9F-2902F60030E6}" destId="{C1F36230-BE56-432D-8FB1-5725A125A58E}" srcOrd="0" destOrd="0" presId="urn:microsoft.com/office/officeart/2005/8/layout/vList2"/>
    <dgm:cxn modelId="{267A30FA-5827-41EA-B6B8-ECD5F58BB029}" type="presOf" srcId="{690387A7-E6E3-4EAC-BADE-DD2F0BBAA24C}" destId="{761EFBBC-2BBB-4D26-9F43-5AA8329EF7B4}" srcOrd="0" destOrd="0" presId="urn:microsoft.com/office/officeart/2005/8/layout/vList2"/>
    <dgm:cxn modelId="{6EBF5D7B-7C55-4CC3-8E1C-4B3461341341}" type="presParOf" srcId="{D3304552-0DC6-4EA5-BC48-C7572138BC10}" destId="{E2854890-1FCE-4611-B248-9BF78270D5A0}" srcOrd="0" destOrd="0" presId="urn:microsoft.com/office/officeart/2005/8/layout/vList2"/>
    <dgm:cxn modelId="{89F89AC2-0E16-4B44-9D2A-2C7DD15DD76A}" type="presParOf" srcId="{D3304552-0DC6-4EA5-BC48-C7572138BC10}" destId="{0F7E611A-EF47-4BE4-B38F-B36991912A64}" srcOrd="1" destOrd="0" presId="urn:microsoft.com/office/officeart/2005/8/layout/vList2"/>
    <dgm:cxn modelId="{D179E68B-60F1-4FCD-BB6C-BEC059F60043}" type="presParOf" srcId="{D3304552-0DC6-4EA5-BC48-C7572138BC10}" destId="{C1F36230-BE56-432D-8FB1-5725A125A58E}" srcOrd="2" destOrd="0" presId="urn:microsoft.com/office/officeart/2005/8/layout/vList2"/>
    <dgm:cxn modelId="{502A2A3C-5A81-4D23-AEB6-F3B9177CE422}" type="presParOf" srcId="{D3304552-0DC6-4EA5-BC48-C7572138BC10}" destId="{BA0FD2AA-D923-4E1E-89DD-A803E99F7A0D}" srcOrd="3" destOrd="0" presId="urn:microsoft.com/office/officeart/2005/8/layout/vList2"/>
    <dgm:cxn modelId="{AB819842-C102-4EE2-911A-A8424FB5C153}" type="presParOf" srcId="{D3304552-0DC6-4EA5-BC48-C7572138BC10}" destId="{761EFBBC-2BBB-4D26-9F43-5AA8329EF7B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38430AE7-03A1-4A64-A1BF-BF5D336E17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FD2F576-F3CF-4C94-A6A0-E6B5D6BF6E7A}">
      <dgm:prSet/>
      <dgm:spPr/>
      <dgm:t>
        <a:bodyPr/>
        <a:lstStyle/>
        <a:p>
          <a:r>
            <a:rPr lang="ru-RU" b="0" i="0"/>
            <a:t>Чехословаччина</a:t>
          </a:r>
          <a:endParaRPr lang="uk-UA"/>
        </a:p>
      </dgm:t>
    </dgm:pt>
    <dgm:pt modelId="{DDD7D1EE-38E7-4A82-902C-7C0F9CD845AC}" type="parTrans" cxnId="{961566E9-792A-46A6-AF06-E4C7CC92D733}">
      <dgm:prSet/>
      <dgm:spPr/>
      <dgm:t>
        <a:bodyPr/>
        <a:lstStyle/>
        <a:p>
          <a:endParaRPr lang="uk-UA"/>
        </a:p>
      </dgm:t>
    </dgm:pt>
    <dgm:pt modelId="{107D4B03-BDAC-4CC7-A369-D19E5FFDC837}" type="sibTrans" cxnId="{961566E9-792A-46A6-AF06-E4C7CC92D733}">
      <dgm:prSet/>
      <dgm:spPr/>
      <dgm:t>
        <a:bodyPr/>
        <a:lstStyle/>
        <a:p>
          <a:endParaRPr lang="uk-UA"/>
        </a:p>
      </dgm:t>
    </dgm:pt>
    <dgm:pt modelId="{D168FB02-FE65-4EBD-9F81-42F7E3E6D4EE}">
      <dgm:prSet/>
      <dgm:spPr/>
      <dgm:t>
        <a:bodyPr/>
        <a:lstStyle/>
        <a:p>
          <a:r>
            <a:rPr lang="ru-RU" b="0" i="0"/>
            <a:t>Румунія</a:t>
          </a:r>
          <a:endParaRPr lang="uk-UA"/>
        </a:p>
      </dgm:t>
    </dgm:pt>
    <dgm:pt modelId="{0B24F8BF-A3F0-4CE2-85C0-4976456A42B4}" type="parTrans" cxnId="{AC6A2C37-EC3F-4B63-98BC-EEE948439AA9}">
      <dgm:prSet/>
      <dgm:spPr/>
      <dgm:t>
        <a:bodyPr/>
        <a:lstStyle/>
        <a:p>
          <a:endParaRPr lang="uk-UA"/>
        </a:p>
      </dgm:t>
    </dgm:pt>
    <dgm:pt modelId="{58018C36-F245-435C-A527-39649F3EEE67}" type="sibTrans" cxnId="{AC6A2C37-EC3F-4B63-98BC-EEE948439AA9}">
      <dgm:prSet/>
      <dgm:spPr/>
      <dgm:t>
        <a:bodyPr/>
        <a:lstStyle/>
        <a:p>
          <a:endParaRPr lang="uk-UA"/>
        </a:p>
      </dgm:t>
    </dgm:pt>
    <dgm:pt modelId="{C8EF515B-5F87-48B9-9461-56E12946B6F3}">
      <dgm:prSet/>
      <dgm:spPr/>
      <dgm:t>
        <a:bodyPr/>
        <a:lstStyle/>
        <a:p>
          <a:r>
            <a:rPr lang="ru-RU" b="0" i="0"/>
            <a:t>Велика Британія</a:t>
          </a:r>
          <a:endParaRPr lang="uk-UA"/>
        </a:p>
      </dgm:t>
    </dgm:pt>
    <dgm:pt modelId="{7B90F9C7-F405-4FCC-B7D3-BAF392D2D228}" type="parTrans" cxnId="{55B1CAC6-9AE6-4CCD-A3B3-656B2FE53EC2}">
      <dgm:prSet/>
      <dgm:spPr/>
      <dgm:t>
        <a:bodyPr/>
        <a:lstStyle/>
        <a:p>
          <a:endParaRPr lang="uk-UA"/>
        </a:p>
      </dgm:t>
    </dgm:pt>
    <dgm:pt modelId="{8885938D-A966-4AFB-B094-47C9E70B3E59}" type="sibTrans" cxnId="{55B1CAC6-9AE6-4CCD-A3B3-656B2FE53EC2}">
      <dgm:prSet/>
      <dgm:spPr/>
      <dgm:t>
        <a:bodyPr/>
        <a:lstStyle/>
        <a:p>
          <a:endParaRPr lang="uk-UA"/>
        </a:p>
      </dgm:t>
    </dgm:pt>
    <dgm:pt modelId="{44AF4485-2055-48FE-AC32-9E3059EE4AEA}">
      <dgm:prSet/>
      <dgm:spPr/>
      <dgm:t>
        <a:bodyPr/>
        <a:lstStyle/>
        <a:p>
          <a:r>
            <a:rPr lang="ru-RU" b="0" i="0"/>
            <a:t>Югославія</a:t>
          </a:r>
          <a:endParaRPr lang="uk-UA"/>
        </a:p>
      </dgm:t>
    </dgm:pt>
    <dgm:pt modelId="{E81B10BB-DB4D-4712-91EE-EA9F8245B72C}" type="parTrans" cxnId="{4EC800AB-18E3-431F-8A0A-623CE821BA83}">
      <dgm:prSet/>
      <dgm:spPr/>
      <dgm:t>
        <a:bodyPr/>
        <a:lstStyle/>
        <a:p>
          <a:endParaRPr lang="uk-UA"/>
        </a:p>
      </dgm:t>
    </dgm:pt>
    <dgm:pt modelId="{47CC8A61-3A3E-44AE-B779-6D1BC80E67AB}" type="sibTrans" cxnId="{4EC800AB-18E3-431F-8A0A-623CE821BA83}">
      <dgm:prSet/>
      <dgm:spPr/>
      <dgm:t>
        <a:bodyPr/>
        <a:lstStyle/>
        <a:p>
          <a:endParaRPr lang="uk-UA"/>
        </a:p>
      </dgm:t>
    </dgm:pt>
    <dgm:pt modelId="{B6E1E278-C27A-4DA0-9037-880436ADECE2}" type="pres">
      <dgm:prSet presAssocID="{38430AE7-03A1-4A64-A1BF-BF5D336E17A4}" presName="linear" presStyleCnt="0">
        <dgm:presLayoutVars>
          <dgm:animLvl val="lvl"/>
          <dgm:resizeHandles val="exact"/>
        </dgm:presLayoutVars>
      </dgm:prSet>
      <dgm:spPr/>
    </dgm:pt>
    <dgm:pt modelId="{0795492C-14AD-4773-ADB2-421722A1B413}" type="pres">
      <dgm:prSet presAssocID="{6FD2F576-F3CF-4C94-A6A0-E6B5D6BF6E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7195DC-6969-4DB5-86FD-5923982AAF76}" type="pres">
      <dgm:prSet presAssocID="{107D4B03-BDAC-4CC7-A369-D19E5FFDC837}" presName="spacer" presStyleCnt="0"/>
      <dgm:spPr/>
    </dgm:pt>
    <dgm:pt modelId="{1A2BBF36-DA2C-48CB-8F9F-671F3F8731F7}" type="pres">
      <dgm:prSet presAssocID="{D168FB02-FE65-4EBD-9F81-42F7E3E6D4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9B7EC0-27CB-40B8-9C37-69FC66450C87}" type="pres">
      <dgm:prSet presAssocID="{58018C36-F245-435C-A527-39649F3EEE67}" presName="spacer" presStyleCnt="0"/>
      <dgm:spPr/>
    </dgm:pt>
    <dgm:pt modelId="{957E3C3E-ABEB-4B81-850C-7FD25FD9A6CD}" type="pres">
      <dgm:prSet presAssocID="{C8EF515B-5F87-48B9-9461-56E12946B6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7D830A-418F-428F-84A3-A1C2CBF45A23}" type="pres">
      <dgm:prSet presAssocID="{8885938D-A966-4AFB-B094-47C9E70B3E59}" presName="spacer" presStyleCnt="0"/>
      <dgm:spPr/>
    </dgm:pt>
    <dgm:pt modelId="{E3770D4F-3BF4-48C1-A077-D0CA367C4EE9}" type="pres">
      <dgm:prSet presAssocID="{44AF4485-2055-48FE-AC32-9E3059EE4AE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13ED05-1362-4772-AC32-55338E6CE4FF}" type="presOf" srcId="{38430AE7-03A1-4A64-A1BF-BF5D336E17A4}" destId="{B6E1E278-C27A-4DA0-9037-880436ADECE2}" srcOrd="0" destOrd="0" presId="urn:microsoft.com/office/officeart/2005/8/layout/vList2"/>
    <dgm:cxn modelId="{AC6A2C37-EC3F-4B63-98BC-EEE948439AA9}" srcId="{38430AE7-03A1-4A64-A1BF-BF5D336E17A4}" destId="{D168FB02-FE65-4EBD-9F81-42F7E3E6D4EE}" srcOrd="1" destOrd="0" parTransId="{0B24F8BF-A3F0-4CE2-85C0-4976456A42B4}" sibTransId="{58018C36-F245-435C-A527-39649F3EEE67}"/>
    <dgm:cxn modelId="{8B496863-F3BB-44A0-ABDA-A58E03EB868E}" type="presOf" srcId="{6FD2F576-F3CF-4C94-A6A0-E6B5D6BF6E7A}" destId="{0795492C-14AD-4773-ADB2-421722A1B413}" srcOrd="0" destOrd="0" presId="urn:microsoft.com/office/officeart/2005/8/layout/vList2"/>
    <dgm:cxn modelId="{F2B1C792-6EA5-4F56-9223-79BFE1BA783E}" type="presOf" srcId="{D168FB02-FE65-4EBD-9F81-42F7E3E6D4EE}" destId="{1A2BBF36-DA2C-48CB-8F9F-671F3F8731F7}" srcOrd="0" destOrd="0" presId="urn:microsoft.com/office/officeart/2005/8/layout/vList2"/>
    <dgm:cxn modelId="{4EC800AB-18E3-431F-8A0A-623CE821BA83}" srcId="{38430AE7-03A1-4A64-A1BF-BF5D336E17A4}" destId="{44AF4485-2055-48FE-AC32-9E3059EE4AEA}" srcOrd="3" destOrd="0" parTransId="{E81B10BB-DB4D-4712-91EE-EA9F8245B72C}" sibTransId="{47CC8A61-3A3E-44AE-B779-6D1BC80E67AB}"/>
    <dgm:cxn modelId="{55B1CAC6-9AE6-4CCD-A3B3-656B2FE53EC2}" srcId="{38430AE7-03A1-4A64-A1BF-BF5D336E17A4}" destId="{C8EF515B-5F87-48B9-9461-56E12946B6F3}" srcOrd="2" destOrd="0" parTransId="{7B90F9C7-F405-4FCC-B7D3-BAF392D2D228}" sibTransId="{8885938D-A966-4AFB-B094-47C9E70B3E59}"/>
    <dgm:cxn modelId="{833E88D1-57F8-4B70-BC0D-891889621D93}" type="presOf" srcId="{C8EF515B-5F87-48B9-9461-56E12946B6F3}" destId="{957E3C3E-ABEB-4B81-850C-7FD25FD9A6CD}" srcOrd="0" destOrd="0" presId="urn:microsoft.com/office/officeart/2005/8/layout/vList2"/>
    <dgm:cxn modelId="{961566E9-792A-46A6-AF06-E4C7CC92D733}" srcId="{38430AE7-03A1-4A64-A1BF-BF5D336E17A4}" destId="{6FD2F576-F3CF-4C94-A6A0-E6B5D6BF6E7A}" srcOrd="0" destOrd="0" parTransId="{DDD7D1EE-38E7-4A82-902C-7C0F9CD845AC}" sibTransId="{107D4B03-BDAC-4CC7-A369-D19E5FFDC837}"/>
    <dgm:cxn modelId="{231297EA-FC3C-493A-A5FA-5948EAF69CA1}" type="presOf" srcId="{44AF4485-2055-48FE-AC32-9E3059EE4AEA}" destId="{E3770D4F-3BF4-48C1-A077-D0CA367C4EE9}" srcOrd="0" destOrd="0" presId="urn:microsoft.com/office/officeart/2005/8/layout/vList2"/>
    <dgm:cxn modelId="{5BF6CA96-3939-4B72-90FD-DF7FB955A314}" type="presParOf" srcId="{B6E1E278-C27A-4DA0-9037-880436ADECE2}" destId="{0795492C-14AD-4773-ADB2-421722A1B413}" srcOrd="0" destOrd="0" presId="urn:microsoft.com/office/officeart/2005/8/layout/vList2"/>
    <dgm:cxn modelId="{A4B28818-96B4-46D9-B9E6-D846CA2D32A2}" type="presParOf" srcId="{B6E1E278-C27A-4DA0-9037-880436ADECE2}" destId="{2D7195DC-6969-4DB5-86FD-5923982AAF76}" srcOrd="1" destOrd="0" presId="urn:microsoft.com/office/officeart/2005/8/layout/vList2"/>
    <dgm:cxn modelId="{867A209D-1806-42AF-A182-0C8A50BB8FCE}" type="presParOf" srcId="{B6E1E278-C27A-4DA0-9037-880436ADECE2}" destId="{1A2BBF36-DA2C-48CB-8F9F-671F3F8731F7}" srcOrd="2" destOrd="0" presId="urn:microsoft.com/office/officeart/2005/8/layout/vList2"/>
    <dgm:cxn modelId="{37CDFD02-216C-46D9-87A3-CA2CC3597738}" type="presParOf" srcId="{B6E1E278-C27A-4DA0-9037-880436ADECE2}" destId="{CF9B7EC0-27CB-40B8-9C37-69FC66450C87}" srcOrd="3" destOrd="0" presId="urn:microsoft.com/office/officeart/2005/8/layout/vList2"/>
    <dgm:cxn modelId="{EEC6EB8B-BCAC-4BEE-AB35-E57480291D94}" type="presParOf" srcId="{B6E1E278-C27A-4DA0-9037-880436ADECE2}" destId="{957E3C3E-ABEB-4B81-850C-7FD25FD9A6CD}" srcOrd="4" destOrd="0" presId="urn:microsoft.com/office/officeart/2005/8/layout/vList2"/>
    <dgm:cxn modelId="{32619BBC-FF77-4B1D-859F-F3718D428A4A}" type="presParOf" srcId="{B6E1E278-C27A-4DA0-9037-880436ADECE2}" destId="{E37D830A-418F-428F-84A3-A1C2CBF45A23}" srcOrd="5" destOrd="0" presId="urn:microsoft.com/office/officeart/2005/8/layout/vList2"/>
    <dgm:cxn modelId="{2840F1FD-8BAC-4B25-94B8-112049C95D1D}" type="presParOf" srcId="{B6E1E278-C27A-4DA0-9037-880436ADECE2}" destId="{E3770D4F-3BF4-48C1-A077-D0CA367C4E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F5225A8F-C250-425B-B00F-12E2044963B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05BBA8-1A40-4BF6-95FF-AE7078570181}">
      <dgm:prSet/>
      <dgm:spPr/>
      <dgm:t>
        <a:bodyPr/>
        <a:lstStyle/>
        <a:p>
          <a:r>
            <a:rPr lang="ru-RU" b="0" i="0"/>
            <a:t>польського народу.</a:t>
          </a:r>
          <a:endParaRPr lang="uk-UA"/>
        </a:p>
      </dgm:t>
    </dgm:pt>
    <dgm:pt modelId="{D3AD09F4-9AC6-40CF-AA2F-26FF9219F4FF}" type="parTrans" cxnId="{2A4C35E4-FA37-4FC0-8929-CC22287628EE}">
      <dgm:prSet/>
      <dgm:spPr/>
      <dgm:t>
        <a:bodyPr/>
        <a:lstStyle/>
        <a:p>
          <a:endParaRPr lang="uk-UA"/>
        </a:p>
      </dgm:t>
    </dgm:pt>
    <dgm:pt modelId="{804ED351-B076-4CBA-AFF0-0E73C11C5BFC}" type="sibTrans" cxnId="{2A4C35E4-FA37-4FC0-8929-CC22287628EE}">
      <dgm:prSet/>
      <dgm:spPr/>
      <dgm:t>
        <a:bodyPr/>
        <a:lstStyle/>
        <a:p>
          <a:endParaRPr lang="uk-UA"/>
        </a:p>
      </dgm:t>
    </dgm:pt>
    <dgm:pt modelId="{3B643F86-3422-4D6C-B741-EAF10759600E}">
      <dgm:prSet/>
      <dgm:spPr/>
      <dgm:t>
        <a:bodyPr/>
        <a:lstStyle/>
        <a:p>
          <a:r>
            <a:rPr lang="ru-RU" b="0" i="0"/>
            <a:t>українського народу.</a:t>
          </a:r>
          <a:endParaRPr lang="uk-UA"/>
        </a:p>
      </dgm:t>
    </dgm:pt>
    <dgm:pt modelId="{C6BF5702-03A6-41CA-BEFE-923DEC95564D}" type="parTrans" cxnId="{5B133485-D25E-4679-AD51-1D377B899DB3}">
      <dgm:prSet/>
      <dgm:spPr/>
      <dgm:t>
        <a:bodyPr/>
        <a:lstStyle/>
        <a:p>
          <a:endParaRPr lang="uk-UA"/>
        </a:p>
      </dgm:t>
    </dgm:pt>
    <dgm:pt modelId="{2F399EF3-3329-496C-88E1-AFC68FDEA96F}" type="sibTrans" cxnId="{5B133485-D25E-4679-AD51-1D377B899DB3}">
      <dgm:prSet/>
      <dgm:spPr/>
      <dgm:t>
        <a:bodyPr/>
        <a:lstStyle/>
        <a:p>
          <a:endParaRPr lang="uk-UA"/>
        </a:p>
      </dgm:t>
    </dgm:pt>
    <dgm:pt modelId="{C0BE314B-41F3-4340-B257-61DE0D37AC41}">
      <dgm:prSet/>
      <dgm:spPr/>
      <dgm:t>
        <a:bodyPr/>
        <a:lstStyle/>
        <a:p>
          <a:r>
            <a:rPr lang="ru-RU" b="0" i="0"/>
            <a:t>російського народу.</a:t>
          </a:r>
          <a:endParaRPr lang="uk-UA"/>
        </a:p>
      </dgm:t>
    </dgm:pt>
    <dgm:pt modelId="{7119BDF4-8DBA-48F8-925E-2D7B36BD5819}" type="parTrans" cxnId="{3D67BE4B-C4FF-44B5-9D17-85C290D2A04C}">
      <dgm:prSet/>
      <dgm:spPr/>
      <dgm:t>
        <a:bodyPr/>
        <a:lstStyle/>
        <a:p>
          <a:endParaRPr lang="uk-UA"/>
        </a:p>
      </dgm:t>
    </dgm:pt>
    <dgm:pt modelId="{025E72FF-2C1A-4D4C-AC6E-6EDEA6316AA8}" type="sibTrans" cxnId="{3D67BE4B-C4FF-44B5-9D17-85C290D2A04C}">
      <dgm:prSet/>
      <dgm:spPr/>
      <dgm:t>
        <a:bodyPr/>
        <a:lstStyle/>
        <a:p>
          <a:endParaRPr lang="uk-UA"/>
        </a:p>
      </dgm:t>
    </dgm:pt>
    <dgm:pt modelId="{A0657E19-1881-4DA1-ACE3-BDC67568E4C0}">
      <dgm:prSet/>
      <dgm:spPr/>
      <dgm:t>
        <a:bodyPr/>
        <a:lstStyle/>
        <a:p>
          <a:r>
            <a:rPr lang="ru-RU" b="0" i="0"/>
            <a:t>єврейського народу.</a:t>
          </a:r>
          <a:endParaRPr lang="uk-UA"/>
        </a:p>
      </dgm:t>
    </dgm:pt>
    <dgm:pt modelId="{7D216BC2-C5C8-4EC2-B689-B904C8E306E8}" type="parTrans" cxnId="{45F98DB4-9CF8-4B67-A2FE-7ACE3A322215}">
      <dgm:prSet/>
      <dgm:spPr/>
      <dgm:t>
        <a:bodyPr/>
        <a:lstStyle/>
        <a:p>
          <a:endParaRPr lang="uk-UA"/>
        </a:p>
      </dgm:t>
    </dgm:pt>
    <dgm:pt modelId="{8C1C02FB-B53F-48E8-B394-26604BD8EBB2}" type="sibTrans" cxnId="{45F98DB4-9CF8-4B67-A2FE-7ACE3A322215}">
      <dgm:prSet/>
      <dgm:spPr/>
      <dgm:t>
        <a:bodyPr/>
        <a:lstStyle/>
        <a:p>
          <a:endParaRPr lang="uk-UA"/>
        </a:p>
      </dgm:t>
    </dgm:pt>
    <dgm:pt modelId="{2134E28F-BAEB-4EBF-9723-F555598A22D3}" type="pres">
      <dgm:prSet presAssocID="{F5225A8F-C250-425B-B00F-12E2044963BE}" presName="linearFlow" presStyleCnt="0">
        <dgm:presLayoutVars>
          <dgm:dir/>
          <dgm:resizeHandles val="exact"/>
        </dgm:presLayoutVars>
      </dgm:prSet>
      <dgm:spPr/>
    </dgm:pt>
    <dgm:pt modelId="{95FD8A55-694F-4FC6-83F0-1548F2373D63}" type="pres">
      <dgm:prSet presAssocID="{FD05BBA8-1A40-4BF6-95FF-AE7078570181}" presName="composite" presStyleCnt="0"/>
      <dgm:spPr/>
    </dgm:pt>
    <dgm:pt modelId="{E4F344CA-CC4F-4565-949C-D5B2A0ADE16D}" type="pres">
      <dgm:prSet presAssocID="{FD05BBA8-1A40-4BF6-95FF-AE7078570181}" presName="imgShp" presStyleLbl="fgImgPlace1" presStyleIdx="0" presStyleCnt="4"/>
      <dgm:spPr/>
    </dgm:pt>
    <dgm:pt modelId="{0C1D704F-137A-40CC-AFDC-0BC0AFCECAB6}" type="pres">
      <dgm:prSet presAssocID="{FD05BBA8-1A40-4BF6-95FF-AE7078570181}" presName="txShp" presStyleLbl="node1" presStyleIdx="0" presStyleCnt="4">
        <dgm:presLayoutVars>
          <dgm:bulletEnabled val="1"/>
        </dgm:presLayoutVars>
      </dgm:prSet>
      <dgm:spPr/>
    </dgm:pt>
    <dgm:pt modelId="{3428E75F-F092-4869-A6C2-536407937F11}" type="pres">
      <dgm:prSet presAssocID="{804ED351-B076-4CBA-AFF0-0E73C11C5BFC}" presName="spacing" presStyleCnt="0"/>
      <dgm:spPr/>
    </dgm:pt>
    <dgm:pt modelId="{9452ACB2-73D2-495B-B676-1DE7ECFB1E5C}" type="pres">
      <dgm:prSet presAssocID="{3B643F86-3422-4D6C-B741-EAF10759600E}" presName="composite" presStyleCnt="0"/>
      <dgm:spPr/>
    </dgm:pt>
    <dgm:pt modelId="{64DF50D1-ED96-4264-8E29-1606499E8574}" type="pres">
      <dgm:prSet presAssocID="{3B643F86-3422-4D6C-B741-EAF10759600E}" presName="imgShp" presStyleLbl="fgImgPlace1" presStyleIdx="1" presStyleCnt="4"/>
      <dgm:spPr/>
    </dgm:pt>
    <dgm:pt modelId="{407F2563-287A-433A-9FC8-65A97A1431C3}" type="pres">
      <dgm:prSet presAssocID="{3B643F86-3422-4D6C-B741-EAF10759600E}" presName="txShp" presStyleLbl="node1" presStyleIdx="1" presStyleCnt="4">
        <dgm:presLayoutVars>
          <dgm:bulletEnabled val="1"/>
        </dgm:presLayoutVars>
      </dgm:prSet>
      <dgm:spPr/>
    </dgm:pt>
    <dgm:pt modelId="{A674DE27-CB15-446D-8923-B9CDE42587E4}" type="pres">
      <dgm:prSet presAssocID="{2F399EF3-3329-496C-88E1-AFC68FDEA96F}" presName="spacing" presStyleCnt="0"/>
      <dgm:spPr/>
    </dgm:pt>
    <dgm:pt modelId="{AC25359A-CA4B-4E0C-8032-4495926907C0}" type="pres">
      <dgm:prSet presAssocID="{C0BE314B-41F3-4340-B257-61DE0D37AC41}" presName="composite" presStyleCnt="0"/>
      <dgm:spPr/>
    </dgm:pt>
    <dgm:pt modelId="{40607024-0FA3-41C5-8BFC-1A36287B3232}" type="pres">
      <dgm:prSet presAssocID="{C0BE314B-41F3-4340-B257-61DE0D37AC41}" presName="imgShp" presStyleLbl="fgImgPlace1" presStyleIdx="2" presStyleCnt="4"/>
      <dgm:spPr/>
    </dgm:pt>
    <dgm:pt modelId="{F3B4E63C-62E3-4C24-924D-8B463ACBCADC}" type="pres">
      <dgm:prSet presAssocID="{C0BE314B-41F3-4340-B257-61DE0D37AC41}" presName="txShp" presStyleLbl="node1" presStyleIdx="2" presStyleCnt="4">
        <dgm:presLayoutVars>
          <dgm:bulletEnabled val="1"/>
        </dgm:presLayoutVars>
      </dgm:prSet>
      <dgm:spPr/>
    </dgm:pt>
    <dgm:pt modelId="{4CBF4E1A-A170-46F5-A5ED-ECB9E67DE3FC}" type="pres">
      <dgm:prSet presAssocID="{025E72FF-2C1A-4D4C-AC6E-6EDEA6316AA8}" presName="spacing" presStyleCnt="0"/>
      <dgm:spPr/>
    </dgm:pt>
    <dgm:pt modelId="{9CDA50F0-4BF2-4B9F-AA12-54BC8C5A3E73}" type="pres">
      <dgm:prSet presAssocID="{A0657E19-1881-4DA1-ACE3-BDC67568E4C0}" presName="composite" presStyleCnt="0"/>
      <dgm:spPr/>
    </dgm:pt>
    <dgm:pt modelId="{A9D058FD-A2DC-4F1D-A67D-DCAB49583578}" type="pres">
      <dgm:prSet presAssocID="{A0657E19-1881-4DA1-ACE3-BDC67568E4C0}" presName="imgShp" presStyleLbl="fgImgPlace1" presStyleIdx="3" presStyleCnt="4"/>
      <dgm:spPr/>
    </dgm:pt>
    <dgm:pt modelId="{72F1A018-9DE3-49CF-A236-0DF4FE605463}" type="pres">
      <dgm:prSet presAssocID="{A0657E19-1881-4DA1-ACE3-BDC67568E4C0}" presName="txShp" presStyleLbl="node1" presStyleIdx="3" presStyleCnt="4">
        <dgm:presLayoutVars>
          <dgm:bulletEnabled val="1"/>
        </dgm:presLayoutVars>
      </dgm:prSet>
      <dgm:spPr/>
    </dgm:pt>
  </dgm:ptLst>
  <dgm:cxnLst>
    <dgm:cxn modelId="{1B2B4B06-1326-4C8C-A9C7-E0AA533B5A38}" type="presOf" srcId="{F5225A8F-C250-425B-B00F-12E2044963BE}" destId="{2134E28F-BAEB-4EBF-9723-F555598A22D3}" srcOrd="0" destOrd="0" presId="urn:microsoft.com/office/officeart/2005/8/layout/vList3"/>
    <dgm:cxn modelId="{20C9AF0E-5666-4D2A-972C-29127B9C3116}" type="presOf" srcId="{A0657E19-1881-4DA1-ACE3-BDC67568E4C0}" destId="{72F1A018-9DE3-49CF-A236-0DF4FE605463}" srcOrd="0" destOrd="0" presId="urn:microsoft.com/office/officeart/2005/8/layout/vList3"/>
    <dgm:cxn modelId="{F14B1012-2412-4A7C-A3C6-09D75CFA6B45}" type="presOf" srcId="{FD05BBA8-1A40-4BF6-95FF-AE7078570181}" destId="{0C1D704F-137A-40CC-AFDC-0BC0AFCECAB6}" srcOrd="0" destOrd="0" presId="urn:microsoft.com/office/officeart/2005/8/layout/vList3"/>
    <dgm:cxn modelId="{A71F5522-DAD2-4C78-AD0B-F1A069341448}" type="presOf" srcId="{3B643F86-3422-4D6C-B741-EAF10759600E}" destId="{407F2563-287A-433A-9FC8-65A97A1431C3}" srcOrd="0" destOrd="0" presId="urn:microsoft.com/office/officeart/2005/8/layout/vList3"/>
    <dgm:cxn modelId="{3D67BE4B-C4FF-44B5-9D17-85C290D2A04C}" srcId="{F5225A8F-C250-425B-B00F-12E2044963BE}" destId="{C0BE314B-41F3-4340-B257-61DE0D37AC41}" srcOrd="2" destOrd="0" parTransId="{7119BDF4-8DBA-48F8-925E-2D7B36BD5819}" sibTransId="{025E72FF-2C1A-4D4C-AC6E-6EDEA6316AA8}"/>
    <dgm:cxn modelId="{5B133485-D25E-4679-AD51-1D377B899DB3}" srcId="{F5225A8F-C250-425B-B00F-12E2044963BE}" destId="{3B643F86-3422-4D6C-B741-EAF10759600E}" srcOrd="1" destOrd="0" parTransId="{C6BF5702-03A6-41CA-BEFE-923DEC95564D}" sibTransId="{2F399EF3-3329-496C-88E1-AFC68FDEA96F}"/>
    <dgm:cxn modelId="{45F98DB4-9CF8-4B67-A2FE-7ACE3A322215}" srcId="{F5225A8F-C250-425B-B00F-12E2044963BE}" destId="{A0657E19-1881-4DA1-ACE3-BDC67568E4C0}" srcOrd="3" destOrd="0" parTransId="{7D216BC2-C5C8-4EC2-B689-B904C8E306E8}" sibTransId="{8C1C02FB-B53F-48E8-B394-26604BD8EBB2}"/>
    <dgm:cxn modelId="{DAA7A5C1-0EDB-4DD7-85C9-4F4FFD44BD59}" type="presOf" srcId="{C0BE314B-41F3-4340-B257-61DE0D37AC41}" destId="{F3B4E63C-62E3-4C24-924D-8B463ACBCADC}" srcOrd="0" destOrd="0" presId="urn:microsoft.com/office/officeart/2005/8/layout/vList3"/>
    <dgm:cxn modelId="{2A4C35E4-FA37-4FC0-8929-CC22287628EE}" srcId="{F5225A8F-C250-425B-B00F-12E2044963BE}" destId="{FD05BBA8-1A40-4BF6-95FF-AE7078570181}" srcOrd="0" destOrd="0" parTransId="{D3AD09F4-9AC6-40CF-AA2F-26FF9219F4FF}" sibTransId="{804ED351-B076-4CBA-AFF0-0E73C11C5BFC}"/>
    <dgm:cxn modelId="{29E1F58D-22CE-4879-9376-DCAFFC04C46B}" type="presParOf" srcId="{2134E28F-BAEB-4EBF-9723-F555598A22D3}" destId="{95FD8A55-694F-4FC6-83F0-1548F2373D63}" srcOrd="0" destOrd="0" presId="urn:microsoft.com/office/officeart/2005/8/layout/vList3"/>
    <dgm:cxn modelId="{2C7B8A2F-0FC0-4AD1-BE70-B6E578E59ACB}" type="presParOf" srcId="{95FD8A55-694F-4FC6-83F0-1548F2373D63}" destId="{E4F344CA-CC4F-4565-949C-D5B2A0ADE16D}" srcOrd="0" destOrd="0" presId="urn:microsoft.com/office/officeart/2005/8/layout/vList3"/>
    <dgm:cxn modelId="{B179729D-2E0B-4611-8F42-F82EA718B809}" type="presParOf" srcId="{95FD8A55-694F-4FC6-83F0-1548F2373D63}" destId="{0C1D704F-137A-40CC-AFDC-0BC0AFCECAB6}" srcOrd="1" destOrd="0" presId="urn:microsoft.com/office/officeart/2005/8/layout/vList3"/>
    <dgm:cxn modelId="{BA929092-A358-4FC0-8943-95B9EA5D957B}" type="presParOf" srcId="{2134E28F-BAEB-4EBF-9723-F555598A22D3}" destId="{3428E75F-F092-4869-A6C2-536407937F11}" srcOrd="1" destOrd="0" presId="urn:microsoft.com/office/officeart/2005/8/layout/vList3"/>
    <dgm:cxn modelId="{ACB7C1F2-B189-4EB4-B8B8-3D1DC802B3EC}" type="presParOf" srcId="{2134E28F-BAEB-4EBF-9723-F555598A22D3}" destId="{9452ACB2-73D2-495B-B676-1DE7ECFB1E5C}" srcOrd="2" destOrd="0" presId="urn:microsoft.com/office/officeart/2005/8/layout/vList3"/>
    <dgm:cxn modelId="{B811B1AA-F52A-4AEF-AB88-7A47A7E2502A}" type="presParOf" srcId="{9452ACB2-73D2-495B-B676-1DE7ECFB1E5C}" destId="{64DF50D1-ED96-4264-8E29-1606499E8574}" srcOrd="0" destOrd="0" presId="urn:microsoft.com/office/officeart/2005/8/layout/vList3"/>
    <dgm:cxn modelId="{F596D024-6D3F-46CD-98D1-033AFE8ECA1B}" type="presParOf" srcId="{9452ACB2-73D2-495B-B676-1DE7ECFB1E5C}" destId="{407F2563-287A-433A-9FC8-65A97A1431C3}" srcOrd="1" destOrd="0" presId="urn:microsoft.com/office/officeart/2005/8/layout/vList3"/>
    <dgm:cxn modelId="{B1A958DD-9E52-401D-845C-FD08092C8650}" type="presParOf" srcId="{2134E28F-BAEB-4EBF-9723-F555598A22D3}" destId="{A674DE27-CB15-446D-8923-B9CDE42587E4}" srcOrd="3" destOrd="0" presId="urn:microsoft.com/office/officeart/2005/8/layout/vList3"/>
    <dgm:cxn modelId="{8A5B4938-715C-48EF-A70B-DD659EAF4651}" type="presParOf" srcId="{2134E28F-BAEB-4EBF-9723-F555598A22D3}" destId="{AC25359A-CA4B-4E0C-8032-4495926907C0}" srcOrd="4" destOrd="0" presId="urn:microsoft.com/office/officeart/2005/8/layout/vList3"/>
    <dgm:cxn modelId="{881CE15D-FDFB-4CF2-B21D-D5D2629B5211}" type="presParOf" srcId="{AC25359A-CA4B-4E0C-8032-4495926907C0}" destId="{40607024-0FA3-41C5-8BFC-1A36287B3232}" srcOrd="0" destOrd="0" presId="urn:microsoft.com/office/officeart/2005/8/layout/vList3"/>
    <dgm:cxn modelId="{B95B1A14-2981-42AE-9CDD-29D252819340}" type="presParOf" srcId="{AC25359A-CA4B-4E0C-8032-4495926907C0}" destId="{F3B4E63C-62E3-4C24-924D-8B463ACBCADC}" srcOrd="1" destOrd="0" presId="urn:microsoft.com/office/officeart/2005/8/layout/vList3"/>
    <dgm:cxn modelId="{62B9F5B4-5C5F-4C3F-8A8B-760A57332F28}" type="presParOf" srcId="{2134E28F-BAEB-4EBF-9723-F555598A22D3}" destId="{4CBF4E1A-A170-46F5-A5ED-ECB9E67DE3FC}" srcOrd="5" destOrd="0" presId="urn:microsoft.com/office/officeart/2005/8/layout/vList3"/>
    <dgm:cxn modelId="{7A89E1E7-8C15-4318-9C18-6ABE9FA5243E}" type="presParOf" srcId="{2134E28F-BAEB-4EBF-9723-F555598A22D3}" destId="{9CDA50F0-4BF2-4B9F-AA12-54BC8C5A3E73}" srcOrd="6" destOrd="0" presId="urn:microsoft.com/office/officeart/2005/8/layout/vList3"/>
    <dgm:cxn modelId="{1B88E382-2623-4264-A815-7AEB9999F6A5}" type="presParOf" srcId="{9CDA50F0-4BF2-4B9F-AA12-54BC8C5A3E73}" destId="{A9D058FD-A2DC-4F1D-A67D-DCAB49583578}" srcOrd="0" destOrd="0" presId="urn:microsoft.com/office/officeart/2005/8/layout/vList3"/>
    <dgm:cxn modelId="{20200558-3317-43C8-B8A8-9BFA2320D0F9}" type="presParOf" srcId="{9CDA50F0-4BF2-4B9F-AA12-54BC8C5A3E73}" destId="{72F1A018-9DE3-49CF-A236-0DF4FE6054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97E027DE-BE9D-4069-B6AA-5BBEAB3354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59E9B8-EF14-47BF-B6A4-440E7D7C7124}">
      <dgm:prSet/>
      <dgm:spPr/>
      <dgm:t>
        <a:bodyPr/>
        <a:lstStyle/>
        <a:p>
          <a:r>
            <a:rPr lang="uk-UA" b="0" i="0"/>
            <a:t>тотальний терор, масове знищення місцевого цивільного населення, військовополонених</a:t>
          </a:r>
          <a:endParaRPr lang="uk-UA"/>
        </a:p>
      </dgm:t>
    </dgm:pt>
    <dgm:pt modelId="{2B979A95-6C2C-492B-B47B-06C85385C8CB}" type="parTrans" cxnId="{7E23ABF2-6C3E-421B-9126-335C26E2D250}">
      <dgm:prSet/>
      <dgm:spPr/>
      <dgm:t>
        <a:bodyPr/>
        <a:lstStyle/>
        <a:p>
          <a:endParaRPr lang="uk-UA"/>
        </a:p>
      </dgm:t>
    </dgm:pt>
    <dgm:pt modelId="{C780487A-8778-4C7D-94C3-42BC2351CB60}" type="sibTrans" cxnId="{7E23ABF2-6C3E-421B-9126-335C26E2D250}">
      <dgm:prSet/>
      <dgm:spPr/>
      <dgm:t>
        <a:bodyPr/>
        <a:lstStyle/>
        <a:p>
          <a:endParaRPr lang="uk-UA"/>
        </a:p>
      </dgm:t>
    </dgm:pt>
    <dgm:pt modelId="{A138B5CD-179A-4CB7-8FF3-6280687D4125}">
      <dgm:prSet/>
      <dgm:spPr/>
      <dgm:t>
        <a:bodyPr/>
        <a:lstStyle/>
        <a:p>
          <a:r>
            <a:rPr lang="uk-UA" b="0" i="0"/>
            <a:t>жорстка експлуатація населення та економічне пограбування (вивіз сировини, продовольства, матеріальних цінностей)</a:t>
          </a:r>
          <a:endParaRPr lang="uk-UA"/>
        </a:p>
      </dgm:t>
    </dgm:pt>
    <dgm:pt modelId="{AB2FC0BB-6AD6-4B36-8B73-CE1A66CD2A8F}" type="parTrans" cxnId="{A4BA2286-287E-49AB-B070-9728A95D87DD}">
      <dgm:prSet/>
      <dgm:spPr/>
      <dgm:t>
        <a:bodyPr/>
        <a:lstStyle/>
        <a:p>
          <a:endParaRPr lang="uk-UA"/>
        </a:p>
      </dgm:t>
    </dgm:pt>
    <dgm:pt modelId="{8AE67AD8-87E2-48BD-A4E2-06133BD2D58D}" type="sibTrans" cxnId="{A4BA2286-287E-49AB-B070-9728A95D87DD}">
      <dgm:prSet/>
      <dgm:spPr/>
      <dgm:t>
        <a:bodyPr/>
        <a:lstStyle/>
        <a:p>
          <a:endParaRPr lang="uk-UA"/>
        </a:p>
      </dgm:t>
    </dgm:pt>
    <dgm:pt modelId="{CF66C233-4B47-4EB7-9193-21DC6A60546D}">
      <dgm:prSet/>
      <dgm:spPr/>
      <dgm:t>
        <a:bodyPr/>
        <a:lstStyle/>
        <a:p>
          <a:r>
            <a:rPr lang="uk-UA" b="0" i="0"/>
            <a:t>повна ліквідація колгоспно-радгоспної системи, зрівняльний розподіл землі між селянами за трудовими нормами</a:t>
          </a:r>
          <a:endParaRPr lang="uk-UA"/>
        </a:p>
      </dgm:t>
    </dgm:pt>
    <dgm:pt modelId="{B4996F0F-0665-48DA-9282-CA9C4291E52B}" type="parTrans" cxnId="{22472993-86A6-4F8B-B08D-F3E908333FB1}">
      <dgm:prSet/>
      <dgm:spPr/>
      <dgm:t>
        <a:bodyPr/>
        <a:lstStyle/>
        <a:p>
          <a:endParaRPr lang="uk-UA"/>
        </a:p>
      </dgm:t>
    </dgm:pt>
    <dgm:pt modelId="{83313839-864E-4489-8DFA-EC90A55FD60A}" type="sibTrans" cxnId="{22472993-86A6-4F8B-B08D-F3E908333FB1}">
      <dgm:prSet/>
      <dgm:spPr/>
      <dgm:t>
        <a:bodyPr/>
        <a:lstStyle/>
        <a:p>
          <a:endParaRPr lang="uk-UA"/>
        </a:p>
      </dgm:t>
    </dgm:pt>
    <dgm:pt modelId="{DD215D3C-619E-47A7-8FAA-D99B8FEC73FF}" type="pres">
      <dgm:prSet presAssocID="{97E027DE-BE9D-4069-B6AA-5BBEAB335444}" presName="linear" presStyleCnt="0">
        <dgm:presLayoutVars>
          <dgm:animLvl val="lvl"/>
          <dgm:resizeHandles val="exact"/>
        </dgm:presLayoutVars>
      </dgm:prSet>
      <dgm:spPr/>
    </dgm:pt>
    <dgm:pt modelId="{3C886237-DC5A-43A6-A545-5ED30F5B8D29}" type="pres">
      <dgm:prSet presAssocID="{7259E9B8-EF14-47BF-B6A4-440E7D7C71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ACD73E9-99D2-4398-A923-BB21724F5279}" type="pres">
      <dgm:prSet presAssocID="{C780487A-8778-4C7D-94C3-42BC2351CB60}" presName="spacer" presStyleCnt="0"/>
      <dgm:spPr/>
    </dgm:pt>
    <dgm:pt modelId="{07E3DAD0-466D-4179-9096-51B828880842}" type="pres">
      <dgm:prSet presAssocID="{A138B5CD-179A-4CB7-8FF3-6280687D412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9E3218A-25A8-41EE-BA8B-7DCF7ACD8F44}" type="pres">
      <dgm:prSet presAssocID="{8AE67AD8-87E2-48BD-A4E2-06133BD2D58D}" presName="spacer" presStyleCnt="0"/>
      <dgm:spPr/>
    </dgm:pt>
    <dgm:pt modelId="{0A45A03E-8173-4020-BA72-430066F2E988}" type="pres">
      <dgm:prSet presAssocID="{CF66C233-4B47-4EB7-9193-21DC6A60546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C5B4B3C-CD5E-42D5-B1CE-4C4C8145419E}" type="presOf" srcId="{A138B5CD-179A-4CB7-8FF3-6280687D4125}" destId="{07E3DAD0-466D-4179-9096-51B828880842}" srcOrd="0" destOrd="0" presId="urn:microsoft.com/office/officeart/2005/8/layout/vList2"/>
    <dgm:cxn modelId="{A4BA2286-287E-49AB-B070-9728A95D87DD}" srcId="{97E027DE-BE9D-4069-B6AA-5BBEAB335444}" destId="{A138B5CD-179A-4CB7-8FF3-6280687D4125}" srcOrd="1" destOrd="0" parTransId="{AB2FC0BB-6AD6-4B36-8B73-CE1A66CD2A8F}" sibTransId="{8AE67AD8-87E2-48BD-A4E2-06133BD2D58D}"/>
    <dgm:cxn modelId="{144B8787-7F09-480C-902C-DB1D8A3975A2}" type="presOf" srcId="{7259E9B8-EF14-47BF-B6A4-440E7D7C7124}" destId="{3C886237-DC5A-43A6-A545-5ED30F5B8D29}" srcOrd="0" destOrd="0" presId="urn:microsoft.com/office/officeart/2005/8/layout/vList2"/>
    <dgm:cxn modelId="{22472993-86A6-4F8B-B08D-F3E908333FB1}" srcId="{97E027DE-BE9D-4069-B6AA-5BBEAB335444}" destId="{CF66C233-4B47-4EB7-9193-21DC6A60546D}" srcOrd="2" destOrd="0" parTransId="{B4996F0F-0665-48DA-9282-CA9C4291E52B}" sibTransId="{83313839-864E-4489-8DFA-EC90A55FD60A}"/>
    <dgm:cxn modelId="{8271EDC9-9641-449D-9E30-1D7E54D6041E}" type="presOf" srcId="{97E027DE-BE9D-4069-B6AA-5BBEAB335444}" destId="{DD215D3C-619E-47A7-8FAA-D99B8FEC73FF}" srcOrd="0" destOrd="0" presId="urn:microsoft.com/office/officeart/2005/8/layout/vList2"/>
    <dgm:cxn modelId="{69CBC2D5-BB6E-49FA-9DFF-170697400BD2}" type="presOf" srcId="{CF66C233-4B47-4EB7-9193-21DC6A60546D}" destId="{0A45A03E-8173-4020-BA72-430066F2E988}" srcOrd="0" destOrd="0" presId="urn:microsoft.com/office/officeart/2005/8/layout/vList2"/>
    <dgm:cxn modelId="{7E23ABF2-6C3E-421B-9126-335C26E2D250}" srcId="{97E027DE-BE9D-4069-B6AA-5BBEAB335444}" destId="{7259E9B8-EF14-47BF-B6A4-440E7D7C7124}" srcOrd="0" destOrd="0" parTransId="{2B979A95-6C2C-492B-B47B-06C85385C8CB}" sibTransId="{C780487A-8778-4C7D-94C3-42BC2351CB60}"/>
    <dgm:cxn modelId="{EC4E2670-80A5-4869-B794-1A20F09C447F}" type="presParOf" srcId="{DD215D3C-619E-47A7-8FAA-D99B8FEC73FF}" destId="{3C886237-DC5A-43A6-A545-5ED30F5B8D29}" srcOrd="0" destOrd="0" presId="urn:microsoft.com/office/officeart/2005/8/layout/vList2"/>
    <dgm:cxn modelId="{F4A0A936-40B9-4DE6-B38C-B0D1A7A4BE20}" type="presParOf" srcId="{DD215D3C-619E-47A7-8FAA-D99B8FEC73FF}" destId="{9ACD73E9-99D2-4398-A923-BB21724F5279}" srcOrd="1" destOrd="0" presId="urn:microsoft.com/office/officeart/2005/8/layout/vList2"/>
    <dgm:cxn modelId="{03BCA157-AB17-421C-8298-0ABEF9C7A329}" type="presParOf" srcId="{DD215D3C-619E-47A7-8FAA-D99B8FEC73FF}" destId="{07E3DAD0-466D-4179-9096-51B828880842}" srcOrd="2" destOrd="0" presId="urn:microsoft.com/office/officeart/2005/8/layout/vList2"/>
    <dgm:cxn modelId="{25F4BAE5-8F89-4271-829D-B889C84ACBB8}" type="presParOf" srcId="{DD215D3C-619E-47A7-8FAA-D99B8FEC73FF}" destId="{69E3218A-25A8-41EE-BA8B-7DCF7ACD8F44}" srcOrd="3" destOrd="0" presId="urn:microsoft.com/office/officeart/2005/8/layout/vList2"/>
    <dgm:cxn modelId="{AE8DAEC2-BB65-4C82-82A9-2363765856AC}" type="presParOf" srcId="{DD215D3C-619E-47A7-8FAA-D99B8FEC73FF}" destId="{0A45A03E-8173-4020-BA72-430066F2E98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E6E00CB2-7BAD-4E9F-AF1C-1FFC127245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F7B878-9A1B-437D-BCEE-1632E068D35C}">
      <dgm:prSet/>
      <dgm:spPr/>
      <dgm:t>
        <a:bodyPr/>
        <a:lstStyle/>
        <a:p>
          <a:r>
            <a:rPr lang="uk-UA" b="0" i="0"/>
            <a:t>примусове вивезення на господарські роботи до Німеччини місцевого працездатного населення</a:t>
          </a:r>
          <a:endParaRPr lang="uk-UA"/>
        </a:p>
      </dgm:t>
    </dgm:pt>
    <dgm:pt modelId="{9647412B-0DAD-45A2-9FA0-857044DB7C95}" type="parTrans" cxnId="{A5260C9D-BB5B-4678-A9A7-327F2A6A2075}">
      <dgm:prSet/>
      <dgm:spPr/>
      <dgm:t>
        <a:bodyPr/>
        <a:lstStyle/>
        <a:p>
          <a:endParaRPr lang="uk-UA"/>
        </a:p>
      </dgm:t>
    </dgm:pt>
    <dgm:pt modelId="{C4FDCD22-F772-408D-B188-5FD42645CB7B}" type="sibTrans" cxnId="{A5260C9D-BB5B-4678-A9A7-327F2A6A2075}">
      <dgm:prSet/>
      <dgm:spPr/>
      <dgm:t>
        <a:bodyPr/>
        <a:lstStyle/>
        <a:p>
          <a:endParaRPr lang="uk-UA"/>
        </a:p>
      </dgm:t>
    </dgm:pt>
    <dgm:pt modelId="{E0E55217-CC23-4F1E-9B07-C4DC001C41FE}">
      <dgm:prSet/>
      <dgm:spPr/>
      <dgm:t>
        <a:bodyPr/>
        <a:lstStyle/>
        <a:p>
          <a:r>
            <a:rPr lang="uk-UA" b="0" i="0"/>
            <a:t>відновлення та легалізація діяльності українських політичних партій несоціалістичної орієнтації</a:t>
          </a:r>
          <a:endParaRPr lang="uk-UA"/>
        </a:p>
      </dgm:t>
    </dgm:pt>
    <dgm:pt modelId="{95573174-3A37-4724-8E70-58A36C89E50B}" type="parTrans" cxnId="{C84A57FC-26E3-4467-8DBF-D38CDB01F0D2}">
      <dgm:prSet/>
      <dgm:spPr/>
      <dgm:t>
        <a:bodyPr/>
        <a:lstStyle/>
        <a:p>
          <a:endParaRPr lang="uk-UA"/>
        </a:p>
      </dgm:t>
    </dgm:pt>
    <dgm:pt modelId="{6CA0771A-F8B2-4B29-A5B6-7E142F914D6D}" type="sibTrans" cxnId="{C84A57FC-26E3-4467-8DBF-D38CDB01F0D2}">
      <dgm:prSet/>
      <dgm:spPr/>
      <dgm:t>
        <a:bodyPr/>
        <a:lstStyle/>
        <a:p>
          <a:endParaRPr lang="uk-UA"/>
        </a:p>
      </dgm:t>
    </dgm:pt>
    <dgm:pt modelId="{B7E19194-87E3-4576-85D2-EF8888FE5986}">
      <dgm:prSet/>
      <dgm:spPr/>
      <dgm:t>
        <a:bodyPr/>
        <a:lstStyle/>
        <a:p>
          <a:r>
            <a:rPr lang="uk-UA" b="0" i="0"/>
            <a:t>створення шляхом тотальної мобілізації Української національної армії, союзниці Німеччини у війні</a:t>
          </a:r>
          <a:endParaRPr lang="uk-UA"/>
        </a:p>
      </dgm:t>
    </dgm:pt>
    <dgm:pt modelId="{88F38D98-7873-40CB-88EE-199DB2E7AC34}" type="parTrans" cxnId="{4AFDF51D-4A13-474D-93B7-62AA21C2700F}">
      <dgm:prSet/>
      <dgm:spPr/>
      <dgm:t>
        <a:bodyPr/>
        <a:lstStyle/>
        <a:p>
          <a:endParaRPr lang="uk-UA"/>
        </a:p>
      </dgm:t>
    </dgm:pt>
    <dgm:pt modelId="{F44D383E-63C9-4A63-B5DF-5298ED830ACB}" type="sibTrans" cxnId="{4AFDF51D-4A13-474D-93B7-62AA21C2700F}">
      <dgm:prSet/>
      <dgm:spPr/>
      <dgm:t>
        <a:bodyPr/>
        <a:lstStyle/>
        <a:p>
          <a:endParaRPr lang="uk-UA"/>
        </a:p>
      </dgm:t>
    </dgm:pt>
    <dgm:pt modelId="{680D0B33-2388-454B-B7A0-934C297B91AD}" type="pres">
      <dgm:prSet presAssocID="{E6E00CB2-7BAD-4E9F-AF1C-1FFC127245F4}" presName="linear" presStyleCnt="0">
        <dgm:presLayoutVars>
          <dgm:animLvl val="lvl"/>
          <dgm:resizeHandles val="exact"/>
        </dgm:presLayoutVars>
      </dgm:prSet>
      <dgm:spPr/>
    </dgm:pt>
    <dgm:pt modelId="{1EEB8230-D623-429E-958D-6D4F827EDD70}" type="pres">
      <dgm:prSet presAssocID="{F9F7B878-9A1B-437D-BCEE-1632E068D3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DCE1FF-8081-4C03-AFBD-59C40D481081}" type="pres">
      <dgm:prSet presAssocID="{C4FDCD22-F772-408D-B188-5FD42645CB7B}" presName="spacer" presStyleCnt="0"/>
      <dgm:spPr/>
    </dgm:pt>
    <dgm:pt modelId="{999F60D2-6196-464C-B200-4DF213DB0332}" type="pres">
      <dgm:prSet presAssocID="{E0E55217-CC23-4F1E-9B07-C4DC001C41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4F71CC-7450-464B-B59D-30A206D4EB94}" type="pres">
      <dgm:prSet presAssocID="{6CA0771A-F8B2-4B29-A5B6-7E142F914D6D}" presName="spacer" presStyleCnt="0"/>
      <dgm:spPr/>
    </dgm:pt>
    <dgm:pt modelId="{7BA20337-CCD2-4C00-89B3-BFA60245C67A}" type="pres">
      <dgm:prSet presAssocID="{B7E19194-87E3-4576-85D2-EF8888FE598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FDF51D-4A13-474D-93B7-62AA21C2700F}" srcId="{E6E00CB2-7BAD-4E9F-AF1C-1FFC127245F4}" destId="{B7E19194-87E3-4576-85D2-EF8888FE5986}" srcOrd="2" destOrd="0" parTransId="{88F38D98-7873-40CB-88EE-199DB2E7AC34}" sibTransId="{F44D383E-63C9-4A63-B5DF-5298ED830ACB}"/>
    <dgm:cxn modelId="{F97A0A20-7754-4F82-A006-FF4B86441860}" type="presOf" srcId="{E0E55217-CC23-4F1E-9B07-C4DC001C41FE}" destId="{999F60D2-6196-464C-B200-4DF213DB0332}" srcOrd="0" destOrd="0" presId="urn:microsoft.com/office/officeart/2005/8/layout/vList2"/>
    <dgm:cxn modelId="{A5260C9D-BB5B-4678-A9A7-327F2A6A2075}" srcId="{E6E00CB2-7BAD-4E9F-AF1C-1FFC127245F4}" destId="{F9F7B878-9A1B-437D-BCEE-1632E068D35C}" srcOrd="0" destOrd="0" parTransId="{9647412B-0DAD-45A2-9FA0-857044DB7C95}" sibTransId="{C4FDCD22-F772-408D-B188-5FD42645CB7B}"/>
    <dgm:cxn modelId="{D66C2CA7-C37D-47F5-93E9-6472C15EE637}" type="presOf" srcId="{E6E00CB2-7BAD-4E9F-AF1C-1FFC127245F4}" destId="{680D0B33-2388-454B-B7A0-934C297B91AD}" srcOrd="0" destOrd="0" presId="urn:microsoft.com/office/officeart/2005/8/layout/vList2"/>
    <dgm:cxn modelId="{4C62A7B3-1EC4-4A94-8982-037236348DC7}" type="presOf" srcId="{F9F7B878-9A1B-437D-BCEE-1632E068D35C}" destId="{1EEB8230-D623-429E-958D-6D4F827EDD70}" srcOrd="0" destOrd="0" presId="urn:microsoft.com/office/officeart/2005/8/layout/vList2"/>
    <dgm:cxn modelId="{887A1EDE-B68B-4EC4-9068-FFD4EFAE542B}" type="presOf" srcId="{B7E19194-87E3-4576-85D2-EF8888FE5986}" destId="{7BA20337-CCD2-4C00-89B3-BFA60245C67A}" srcOrd="0" destOrd="0" presId="urn:microsoft.com/office/officeart/2005/8/layout/vList2"/>
    <dgm:cxn modelId="{C84A57FC-26E3-4467-8DBF-D38CDB01F0D2}" srcId="{E6E00CB2-7BAD-4E9F-AF1C-1FFC127245F4}" destId="{E0E55217-CC23-4F1E-9B07-C4DC001C41FE}" srcOrd="1" destOrd="0" parTransId="{95573174-3A37-4724-8E70-58A36C89E50B}" sibTransId="{6CA0771A-F8B2-4B29-A5B6-7E142F914D6D}"/>
    <dgm:cxn modelId="{1BA63C08-4448-4F7F-994D-BEB8C690BC11}" type="presParOf" srcId="{680D0B33-2388-454B-B7A0-934C297B91AD}" destId="{1EEB8230-D623-429E-958D-6D4F827EDD70}" srcOrd="0" destOrd="0" presId="urn:microsoft.com/office/officeart/2005/8/layout/vList2"/>
    <dgm:cxn modelId="{64D504F2-3E34-4CCD-8FB8-21B3E8EBA570}" type="presParOf" srcId="{680D0B33-2388-454B-B7A0-934C297B91AD}" destId="{2DDCE1FF-8081-4C03-AFBD-59C40D481081}" srcOrd="1" destOrd="0" presId="urn:microsoft.com/office/officeart/2005/8/layout/vList2"/>
    <dgm:cxn modelId="{E46FE284-8BB2-409C-8F6F-D9952F854B92}" type="presParOf" srcId="{680D0B33-2388-454B-B7A0-934C297B91AD}" destId="{999F60D2-6196-464C-B200-4DF213DB0332}" srcOrd="2" destOrd="0" presId="urn:microsoft.com/office/officeart/2005/8/layout/vList2"/>
    <dgm:cxn modelId="{E31FB448-D6CC-443E-A0C2-B09A3CCE2E50}" type="presParOf" srcId="{680D0B33-2388-454B-B7A0-934C297B91AD}" destId="{164F71CC-7450-464B-B59D-30A206D4EB94}" srcOrd="3" destOrd="0" presId="urn:microsoft.com/office/officeart/2005/8/layout/vList2"/>
    <dgm:cxn modelId="{7AD4EF0C-E03C-46A0-84D6-A94663E667A5}" type="presParOf" srcId="{680D0B33-2388-454B-B7A0-934C297B91AD}" destId="{7BA20337-CCD2-4C00-89B3-BFA60245C67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5117393A-BE5C-4FA4-AF30-FDBA00D2CA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4D92B7-1DCD-46B1-8C3F-EC29A3B8F065}">
      <dgm:prSet/>
      <dgm:spPr/>
      <dgm:t>
        <a:bodyPr/>
        <a:lstStyle/>
        <a:p>
          <a:r>
            <a:rPr lang="uk-UA" b="0" i="0"/>
            <a:t>зазнала значних людських і матеріальних втрат.</a:t>
          </a:r>
          <a:endParaRPr lang="uk-UA"/>
        </a:p>
      </dgm:t>
    </dgm:pt>
    <dgm:pt modelId="{0E27FCF7-2325-4C2A-96B9-8922FFB018DA}" type="parTrans" cxnId="{8C0221F6-F81C-4C71-A934-5B5D70CFF58A}">
      <dgm:prSet/>
      <dgm:spPr/>
      <dgm:t>
        <a:bodyPr/>
        <a:lstStyle/>
        <a:p>
          <a:endParaRPr lang="uk-UA"/>
        </a:p>
      </dgm:t>
    </dgm:pt>
    <dgm:pt modelId="{624EA5D5-A017-4C82-AE37-21B52F23C8EC}" type="sibTrans" cxnId="{8C0221F6-F81C-4C71-A934-5B5D70CFF58A}">
      <dgm:prSet/>
      <dgm:spPr/>
      <dgm:t>
        <a:bodyPr/>
        <a:lstStyle/>
        <a:p>
          <a:endParaRPr lang="uk-UA"/>
        </a:p>
      </dgm:t>
    </dgm:pt>
    <dgm:pt modelId="{3297528A-CCC4-4ADC-8059-A3AD91B670C6}">
      <dgm:prSet/>
      <dgm:spPr/>
      <dgm:t>
        <a:bodyPr/>
        <a:lstStyle/>
        <a:p>
          <a:r>
            <a:rPr lang="uk-UA" b="0" i="0"/>
            <a:t>втратила суверенітет і незалежність.</a:t>
          </a:r>
          <a:endParaRPr lang="uk-UA"/>
        </a:p>
      </dgm:t>
    </dgm:pt>
    <dgm:pt modelId="{27ED5C2E-1D53-4C52-BB2C-46B225C54EA7}" type="parTrans" cxnId="{62638A33-752B-4D67-82B4-03B4FC80A8A0}">
      <dgm:prSet/>
      <dgm:spPr/>
      <dgm:t>
        <a:bodyPr/>
        <a:lstStyle/>
        <a:p>
          <a:endParaRPr lang="uk-UA"/>
        </a:p>
      </dgm:t>
    </dgm:pt>
    <dgm:pt modelId="{CCB41387-E889-47BD-8D57-4059DAB890F6}" type="sibTrans" cxnId="{62638A33-752B-4D67-82B4-03B4FC80A8A0}">
      <dgm:prSet/>
      <dgm:spPr/>
      <dgm:t>
        <a:bodyPr/>
        <a:lstStyle/>
        <a:p>
          <a:endParaRPr lang="uk-UA"/>
        </a:p>
      </dgm:t>
    </dgm:pt>
    <dgm:pt modelId="{0EB9A2FD-5F72-4C28-B411-AFEB220EA09C}">
      <dgm:prSet/>
      <dgm:spPr/>
      <dgm:t>
        <a:bodyPr/>
        <a:lstStyle/>
        <a:p>
          <a:r>
            <a:rPr lang="uk-UA" b="0" i="0"/>
            <a:t>зазнала суттєвих територіальних втрат.</a:t>
          </a:r>
          <a:endParaRPr lang="uk-UA"/>
        </a:p>
      </dgm:t>
    </dgm:pt>
    <dgm:pt modelId="{6729266E-B93D-4901-A7E1-57D6913A4C36}" type="parTrans" cxnId="{E6CC4304-53DF-4B01-9B68-15DF82058065}">
      <dgm:prSet/>
      <dgm:spPr/>
      <dgm:t>
        <a:bodyPr/>
        <a:lstStyle/>
        <a:p>
          <a:endParaRPr lang="uk-UA"/>
        </a:p>
      </dgm:t>
    </dgm:pt>
    <dgm:pt modelId="{AEE3035C-4BA9-44C9-A9C5-0DD3A20B25EF}" type="sibTrans" cxnId="{E6CC4304-53DF-4B01-9B68-15DF82058065}">
      <dgm:prSet/>
      <dgm:spPr/>
      <dgm:t>
        <a:bodyPr/>
        <a:lstStyle/>
        <a:p>
          <a:endParaRPr lang="uk-UA"/>
        </a:p>
      </dgm:t>
    </dgm:pt>
    <dgm:pt modelId="{D339D8BF-8824-4D34-AA2C-721C0FB627A7}">
      <dgm:prSet/>
      <dgm:spPr/>
      <dgm:t>
        <a:bodyPr/>
        <a:lstStyle/>
        <a:p>
          <a:r>
            <a:rPr lang="uk-UA" b="0" i="0"/>
            <a:t>втратила полікультурність і поліетнічність.</a:t>
          </a:r>
          <a:endParaRPr lang="uk-UA"/>
        </a:p>
      </dgm:t>
    </dgm:pt>
    <dgm:pt modelId="{5CEE81B7-1B57-444B-909F-A02B70459CF3}" type="parTrans" cxnId="{9DD14E19-F11F-45D3-B92A-0612D8DA8635}">
      <dgm:prSet/>
      <dgm:spPr/>
      <dgm:t>
        <a:bodyPr/>
        <a:lstStyle/>
        <a:p>
          <a:endParaRPr lang="uk-UA"/>
        </a:p>
      </dgm:t>
    </dgm:pt>
    <dgm:pt modelId="{DFAFA86D-CCB3-4973-9890-2C133846D59A}" type="sibTrans" cxnId="{9DD14E19-F11F-45D3-B92A-0612D8DA8635}">
      <dgm:prSet/>
      <dgm:spPr/>
      <dgm:t>
        <a:bodyPr/>
        <a:lstStyle/>
        <a:p>
          <a:endParaRPr lang="uk-UA"/>
        </a:p>
      </dgm:t>
    </dgm:pt>
    <dgm:pt modelId="{7CF3CEB7-3822-4B8B-8D78-91D4F08B34D1}" type="pres">
      <dgm:prSet presAssocID="{5117393A-BE5C-4FA4-AF30-FDBA00D2CAC7}" presName="linear" presStyleCnt="0">
        <dgm:presLayoutVars>
          <dgm:animLvl val="lvl"/>
          <dgm:resizeHandles val="exact"/>
        </dgm:presLayoutVars>
      </dgm:prSet>
      <dgm:spPr/>
    </dgm:pt>
    <dgm:pt modelId="{3CD82BC4-D9E8-4D03-BC8A-DC1D7E5E8CAD}" type="pres">
      <dgm:prSet presAssocID="{BA4D92B7-1DCD-46B1-8C3F-EC29A3B8F06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F5893D-7EC9-44F4-A98A-6AFC28881595}" type="pres">
      <dgm:prSet presAssocID="{624EA5D5-A017-4C82-AE37-21B52F23C8EC}" presName="spacer" presStyleCnt="0"/>
      <dgm:spPr/>
    </dgm:pt>
    <dgm:pt modelId="{7F0FD6D0-20A7-4EAC-8D99-24C6957C084B}" type="pres">
      <dgm:prSet presAssocID="{3297528A-CCC4-4ADC-8059-A3AD91B670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CE3E05-D669-4B0D-B966-2BF6B81152DE}" type="pres">
      <dgm:prSet presAssocID="{CCB41387-E889-47BD-8D57-4059DAB890F6}" presName="spacer" presStyleCnt="0"/>
      <dgm:spPr/>
    </dgm:pt>
    <dgm:pt modelId="{2799C305-A22A-48D8-9CE1-FE6FA3FDCB3A}" type="pres">
      <dgm:prSet presAssocID="{0EB9A2FD-5F72-4C28-B411-AFEB220EA09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E8778C-A5FE-4FB4-8181-3A5ABC91DDA8}" type="pres">
      <dgm:prSet presAssocID="{AEE3035C-4BA9-44C9-A9C5-0DD3A20B25EF}" presName="spacer" presStyleCnt="0"/>
      <dgm:spPr/>
    </dgm:pt>
    <dgm:pt modelId="{4F0B0AFC-D6EF-4610-836C-2757C112AFC8}" type="pres">
      <dgm:prSet presAssocID="{D339D8BF-8824-4D34-AA2C-721C0FB627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6CC4304-53DF-4B01-9B68-15DF82058065}" srcId="{5117393A-BE5C-4FA4-AF30-FDBA00D2CAC7}" destId="{0EB9A2FD-5F72-4C28-B411-AFEB220EA09C}" srcOrd="2" destOrd="0" parTransId="{6729266E-B93D-4901-A7E1-57D6913A4C36}" sibTransId="{AEE3035C-4BA9-44C9-A9C5-0DD3A20B25EF}"/>
    <dgm:cxn modelId="{67A71C06-9403-48A5-B642-E8608E53F437}" type="presOf" srcId="{5117393A-BE5C-4FA4-AF30-FDBA00D2CAC7}" destId="{7CF3CEB7-3822-4B8B-8D78-91D4F08B34D1}" srcOrd="0" destOrd="0" presId="urn:microsoft.com/office/officeart/2005/8/layout/vList2"/>
    <dgm:cxn modelId="{9DD14E19-F11F-45D3-B92A-0612D8DA8635}" srcId="{5117393A-BE5C-4FA4-AF30-FDBA00D2CAC7}" destId="{D339D8BF-8824-4D34-AA2C-721C0FB627A7}" srcOrd="3" destOrd="0" parTransId="{5CEE81B7-1B57-444B-909F-A02B70459CF3}" sibTransId="{DFAFA86D-CCB3-4973-9890-2C133846D59A}"/>
    <dgm:cxn modelId="{C5D6391B-83DA-4FAD-ADDC-2DB889F70EED}" type="presOf" srcId="{D339D8BF-8824-4D34-AA2C-721C0FB627A7}" destId="{4F0B0AFC-D6EF-4610-836C-2757C112AFC8}" srcOrd="0" destOrd="0" presId="urn:microsoft.com/office/officeart/2005/8/layout/vList2"/>
    <dgm:cxn modelId="{62638A33-752B-4D67-82B4-03B4FC80A8A0}" srcId="{5117393A-BE5C-4FA4-AF30-FDBA00D2CAC7}" destId="{3297528A-CCC4-4ADC-8059-A3AD91B670C6}" srcOrd="1" destOrd="0" parTransId="{27ED5C2E-1D53-4C52-BB2C-46B225C54EA7}" sibTransId="{CCB41387-E889-47BD-8D57-4059DAB890F6}"/>
    <dgm:cxn modelId="{A60F478B-7BC9-4CB2-A692-BA86E4AA7A03}" type="presOf" srcId="{3297528A-CCC4-4ADC-8059-A3AD91B670C6}" destId="{7F0FD6D0-20A7-4EAC-8D99-24C6957C084B}" srcOrd="0" destOrd="0" presId="urn:microsoft.com/office/officeart/2005/8/layout/vList2"/>
    <dgm:cxn modelId="{52070DC8-86EF-4BE8-A790-9885451C9528}" type="presOf" srcId="{0EB9A2FD-5F72-4C28-B411-AFEB220EA09C}" destId="{2799C305-A22A-48D8-9CE1-FE6FA3FDCB3A}" srcOrd="0" destOrd="0" presId="urn:microsoft.com/office/officeart/2005/8/layout/vList2"/>
    <dgm:cxn modelId="{35A22ADD-B650-4101-B76C-3549ABFB645A}" type="presOf" srcId="{BA4D92B7-1DCD-46B1-8C3F-EC29A3B8F065}" destId="{3CD82BC4-D9E8-4D03-BC8A-DC1D7E5E8CAD}" srcOrd="0" destOrd="0" presId="urn:microsoft.com/office/officeart/2005/8/layout/vList2"/>
    <dgm:cxn modelId="{8C0221F6-F81C-4C71-A934-5B5D70CFF58A}" srcId="{5117393A-BE5C-4FA4-AF30-FDBA00D2CAC7}" destId="{BA4D92B7-1DCD-46B1-8C3F-EC29A3B8F065}" srcOrd="0" destOrd="0" parTransId="{0E27FCF7-2325-4C2A-96B9-8922FFB018DA}" sibTransId="{624EA5D5-A017-4C82-AE37-21B52F23C8EC}"/>
    <dgm:cxn modelId="{241A51DF-5E77-4A69-A05A-5E3A55516824}" type="presParOf" srcId="{7CF3CEB7-3822-4B8B-8D78-91D4F08B34D1}" destId="{3CD82BC4-D9E8-4D03-BC8A-DC1D7E5E8CAD}" srcOrd="0" destOrd="0" presId="urn:microsoft.com/office/officeart/2005/8/layout/vList2"/>
    <dgm:cxn modelId="{F28147A6-AE63-4B27-A0B0-F5BB90E5E771}" type="presParOf" srcId="{7CF3CEB7-3822-4B8B-8D78-91D4F08B34D1}" destId="{62F5893D-7EC9-44F4-A98A-6AFC28881595}" srcOrd="1" destOrd="0" presId="urn:microsoft.com/office/officeart/2005/8/layout/vList2"/>
    <dgm:cxn modelId="{193B9EFB-9EC0-4AC1-BD3C-CC83BC37B8DE}" type="presParOf" srcId="{7CF3CEB7-3822-4B8B-8D78-91D4F08B34D1}" destId="{7F0FD6D0-20A7-4EAC-8D99-24C6957C084B}" srcOrd="2" destOrd="0" presId="urn:microsoft.com/office/officeart/2005/8/layout/vList2"/>
    <dgm:cxn modelId="{FBF75FED-BB4D-463C-9FA8-735C7FEB8E0C}" type="presParOf" srcId="{7CF3CEB7-3822-4B8B-8D78-91D4F08B34D1}" destId="{03CE3E05-D669-4B0D-B966-2BF6B81152DE}" srcOrd="3" destOrd="0" presId="urn:microsoft.com/office/officeart/2005/8/layout/vList2"/>
    <dgm:cxn modelId="{6F1651DF-3E9F-430F-A8E7-30FF181EF431}" type="presParOf" srcId="{7CF3CEB7-3822-4B8B-8D78-91D4F08B34D1}" destId="{2799C305-A22A-48D8-9CE1-FE6FA3FDCB3A}" srcOrd="4" destOrd="0" presId="urn:microsoft.com/office/officeart/2005/8/layout/vList2"/>
    <dgm:cxn modelId="{4207AA12-43FC-457E-8597-0A53B17F620E}" type="presParOf" srcId="{7CF3CEB7-3822-4B8B-8D78-91D4F08B34D1}" destId="{8BE8778C-A5FE-4FB4-8181-3A5ABC91DDA8}" srcOrd="5" destOrd="0" presId="urn:microsoft.com/office/officeart/2005/8/layout/vList2"/>
    <dgm:cxn modelId="{B5F01177-DA73-4A40-8DA9-3B1C29F557DC}" type="presParOf" srcId="{7CF3CEB7-3822-4B8B-8D78-91D4F08B34D1}" destId="{4F0B0AFC-D6EF-4610-836C-2757C112AFC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8CDC9520-6F82-492D-AFAC-F9A124BFD9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A9F9D9-B791-4D5E-94C4-A5831056FF38}">
      <dgm:prSet/>
      <dgm:spPr/>
      <dgm:t>
        <a:bodyPr/>
        <a:lstStyle/>
        <a:p>
          <a:r>
            <a:rPr lang="ru-RU" b="0" i="0"/>
            <a:t>Закарпаття</a:t>
          </a:r>
          <a:endParaRPr lang="uk-UA"/>
        </a:p>
      </dgm:t>
    </dgm:pt>
    <dgm:pt modelId="{A54BAFF3-6E99-4A4F-9EB0-6203277A46E1}" type="parTrans" cxnId="{34116F7D-A2FE-404D-8DA0-670384E085A3}">
      <dgm:prSet/>
      <dgm:spPr/>
      <dgm:t>
        <a:bodyPr/>
        <a:lstStyle/>
        <a:p>
          <a:endParaRPr lang="uk-UA"/>
        </a:p>
      </dgm:t>
    </dgm:pt>
    <dgm:pt modelId="{5F523D38-2032-4D29-AAE6-9C6D08C10CBB}" type="sibTrans" cxnId="{34116F7D-A2FE-404D-8DA0-670384E085A3}">
      <dgm:prSet/>
      <dgm:spPr/>
      <dgm:t>
        <a:bodyPr/>
        <a:lstStyle/>
        <a:p>
          <a:endParaRPr lang="uk-UA"/>
        </a:p>
      </dgm:t>
    </dgm:pt>
    <dgm:pt modelId="{78A7CD68-A947-4141-A177-795B99020641}">
      <dgm:prSet/>
      <dgm:spPr/>
      <dgm:t>
        <a:bodyPr/>
        <a:lstStyle/>
        <a:p>
          <a:r>
            <a:rPr lang="ru-RU" b="0" i="0"/>
            <a:t>Східна Галичина</a:t>
          </a:r>
          <a:endParaRPr lang="uk-UA"/>
        </a:p>
      </dgm:t>
    </dgm:pt>
    <dgm:pt modelId="{92756C6D-DCE5-42D1-993F-06FED5E9F75F}" type="parTrans" cxnId="{561F81D0-430D-4FBA-8F76-F4A3DB564013}">
      <dgm:prSet/>
      <dgm:spPr/>
      <dgm:t>
        <a:bodyPr/>
        <a:lstStyle/>
        <a:p>
          <a:endParaRPr lang="uk-UA"/>
        </a:p>
      </dgm:t>
    </dgm:pt>
    <dgm:pt modelId="{CC8F2740-0B08-4084-9069-D83A07615530}" type="sibTrans" cxnId="{561F81D0-430D-4FBA-8F76-F4A3DB564013}">
      <dgm:prSet/>
      <dgm:spPr/>
      <dgm:t>
        <a:bodyPr/>
        <a:lstStyle/>
        <a:p>
          <a:endParaRPr lang="uk-UA"/>
        </a:p>
      </dgm:t>
    </dgm:pt>
    <dgm:pt modelId="{AB599CBC-21B4-4708-A36F-B74428AF62F0}">
      <dgm:prSet/>
      <dgm:spPr/>
      <dgm:t>
        <a:bodyPr/>
        <a:lstStyle/>
        <a:p>
          <a:r>
            <a:rPr lang="ru-RU" b="0" i="0"/>
            <a:t>Крим</a:t>
          </a:r>
          <a:endParaRPr lang="uk-UA"/>
        </a:p>
      </dgm:t>
    </dgm:pt>
    <dgm:pt modelId="{F6252041-6FB0-44BB-8ABB-73E04095A788}" type="parTrans" cxnId="{05241240-938A-410F-A007-E5B71D629EC2}">
      <dgm:prSet/>
      <dgm:spPr/>
      <dgm:t>
        <a:bodyPr/>
        <a:lstStyle/>
        <a:p>
          <a:endParaRPr lang="uk-UA"/>
        </a:p>
      </dgm:t>
    </dgm:pt>
    <dgm:pt modelId="{935AC14F-451C-484D-99AB-92D92385610F}" type="sibTrans" cxnId="{05241240-938A-410F-A007-E5B71D629EC2}">
      <dgm:prSet/>
      <dgm:spPr/>
      <dgm:t>
        <a:bodyPr/>
        <a:lstStyle/>
        <a:p>
          <a:endParaRPr lang="uk-UA"/>
        </a:p>
      </dgm:t>
    </dgm:pt>
    <dgm:pt modelId="{92E12C6E-118E-4363-ABA5-FD8B67D8DE2B}">
      <dgm:prSet/>
      <dgm:spPr/>
      <dgm:t>
        <a:bodyPr/>
        <a:lstStyle/>
        <a:p>
          <a:r>
            <a:rPr lang="ru-RU" b="0" i="0"/>
            <a:t>Північна Буковина</a:t>
          </a:r>
          <a:endParaRPr lang="uk-UA"/>
        </a:p>
      </dgm:t>
    </dgm:pt>
    <dgm:pt modelId="{9BEF5891-4255-4BFD-A4AA-88BE72607A55}" type="parTrans" cxnId="{F4C12DCD-E44F-4841-BE4F-894D4CDD2579}">
      <dgm:prSet/>
      <dgm:spPr/>
      <dgm:t>
        <a:bodyPr/>
        <a:lstStyle/>
        <a:p>
          <a:endParaRPr lang="uk-UA"/>
        </a:p>
      </dgm:t>
    </dgm:pt>
    <dgm:pt modelId="{B8934117-59BA-4D2F-B721-8052328A43FF}" type="sibTrans" cxnId="{F4C12DCD-E44F-4841-BE4F-894D4CDD2579}">
      <dgm:prSet/>
      <dgm:spPr/>
      <dgm:t>
        <a:bodyPr/>
        <a:lstStyle/>
        <a:p>
          <a:endParaRPr lang="uk-UA"/>
        </a:p>
      </dgm:t>
    </dgm:pt>
    <dgm:pt modelId="{9A7912DB-3B58-4A89-9E1B-2D0F3316EBF8}" type="pres">
      <dgm:prSet presAssocID="{8CDC9520-6F82-492D-AFAC-F9A124BFD934}" presName="linear" presStyleCnt="0">
        <dgm:presLayoutVars>
          <dgm:animLvl val="lvl"/>
          <dgm:resizeHandles val="exact"/>
        </dgm:presLayoutVars>
      </dgm:prSet>
      <dgm:spPr/>
    </dgm:pt>
    <dgm:pt modelId="{AD3FD667-247D-4C99-A8FC-64107AF474DB}" type="pres">
      <dgm:prSet presAssocID="{D3A9F9D9-B791-4D5E-94C4-A5831056FF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0847FC-4612-49E8-A3A7-CDD890C375C3}" type="pres">
      <dgm:prSet presAssocID="{5F523D38-2032-4D29-AAE6-9C6D08C10CBB}" presName="spacer" presStyleCnt="0"/>
      <dgm:spPr/>
    </dgm:pt>
    <dgm:pt modelId="{12059A03-068A-4D0B-B242-37F059BD207A}" type="pres">
      <dgm:prSet presAssocID="{78A7CD68-A947-4141-A177-795B990206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DB2BF05-1C73-40D9-8433-E6F3193958EE}" type="pres">
      <dgm:prSet presAssocID="{CC8F2740-0B08-4084-9069-D83A07615530}" presName="spacer" presStyleCnt="0"/>
      <dgm:spPr/>
    </dgm:pt>
    <dgm:pt modelId="{85E356B3-97F0-49E6-89B7-AB1FB9707DDD}" type="pres">
      <dgm:prSet presAssocID="{AB599CBC-21B4-4708-A36F-B74428AF62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03EE00-D391-4FA4-B21B-8A4DDD7D39F9}" type="pres">
      <dgm:prSet presAssocID="{935AC14F-451C-484D-99AB-92D92385610F}" presName="spacer" presStyleCnt="0"/>
      <dgm:spPr/>
    </dgm:pt>
    <dgm:pt modelId="{5676EE9C-4705-448E-83C4-F07FE7A360C9}" type="pres">
      <dgm:prSet presAssocID="{92E12C6E-118E-4363-ABA5-FD8B67D8DE2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834640D-40A4-4647-8F99-23A3688E8A5C}" type="presOf" srcId="{78A7CD68-A947-4141-A177-795B99020641}" destId="{12059A03-068A-4D0B-B242-37F059BD207A}" srcOrd="0" destOrd="0" presId="urn:microsoft.com/office/officeart/2005/8/layout/vList2"/>
    <dgm:cxn modelId="{A1A6D01A-D855-4326-A82D-91D145084A35}" type="presOf" srcId="{D3A9F9D9-B791-4D5E-94C4-A5831056FF38}" destId="{AD3FD667-247D-4C99-A8FC-64107AF474DB}" srcOrd="0" destOrd="0" presId="urn:microsoft.com/office/officeart/2005/8/layout/vList2"/>
    <dgm:cxn modelId="{05241240-938A-410F-A007-E5B71D629EC2}" srcId="{8CDC9520-6F82-492D-AFAC-F9A124BFD934}" destId="{AB599CBC-21B4-4708-A36F-B74428AF62F0}" srcOrd="2" destOrd="0" parTransId="{F6252041-6FB0-44BB-8ABB-73E04095A788}" sibTransId="{935AC14F-451C-484D-99AB-92D92385610F}"/>
    <dgm:cxn modelId="{ACF06657-BF41-4F12-BECF-D5B8F3E612C2}" type="presOf" srcId="{92E12C6E-118E-4363-ABA5-FD8B67D8DE2B}" destId="{5676EE9C-4705-448E-83C4-F07FE7A360C9}" srcOrd="0" destOrd="0" presId="urn:microsoft.com/office/officeart/2005/8/layout/vList2"/>
    <dgm:cxn modelId="{34116F7D-A2FE-404D-8DA0-670384E085A3}" srcId="{8CDC9520-6F82-492D-AFAC-F9A124BFD934}" destId="{D3A9F9D9-B791-4D5E-94C4-A5831056FF38}" srcOrd="0" destOrd="0" parTransId="{A54BAFF3-6E99-4A4F-9EB0-6203277A46E1}" sibTransId="{5F523D38-2032-4D29-AAE6-9C6D08C10CBB}"/>
    <dgm:cxn modelId="{4FA3A3C2-D6C6-4C75-819A-25F9E95B21DC}" type="presOf" srcId="{8CDC9520-6F82-492D-AFAC-F9A124BFD934}" destId="{9A7912DB-3B58-4A89-9E1B-2D0F3316EBF8}" srcOrd="0" destOrd="0" presId="urn:microsoft.com/office/officeart/2005/8/layout/vList2"/>
    <dgm:cxn modelId="{9478EAC6-3BA9-4DEC-AD35-26BA7C6F1712}" type="presOf" srcId="{AB599CBC-21B4-4708-A36F-B74428AF62F0}" destId="{85E356B3-97F0-49E6-89B7-AB1FB9707DDD}" srcOrd="0" destOrd="0" presId="urn:microsoft.com/office/officeart/2005/8/layout/vList2"/>
    <dgm:cxn modelId="{F4C12DCD-E44F-4841-BE4F-894D4CDD2579}" srcId="{8CDC9520-6F82-492D-AFAC-F9A124BFD934}" destId="{92E12C6E-118E-4363-ABA5-FD8B67D8DE2B}" srcOrd="3" destOrd="0" parTransId="{9BEF5891-4255-4BFD-A4AA-88BE72607A55}" sibTransId="{B8934117-59BA-4D2F-B721-8052328A43FF}"/>
    <dgm:cxn modelId="{561F81D0-430D-4FBA-8F76-F4A3DB564013}" srcId="{8CDC9520-6F82-492D-AFAC-F9A124BFD934}" destId="{78A7CD68-A947-4141-A177-795B99020641}" srcOrd="1" destOrd="0" parTransId="{92756C6D-DCE5-42D1-993F-06FED5E9F75F}" sibTransId="{CC8F2740-0B08-4084-9069-D83A07615530}"/>
    <dgm:cxn modelId="{D7556B7A-6031-4607-AC72-93811593282E}" type="presParOf" srcId="{9A7912DB-3B58-4A89-9E1B-2D0F3316EBF8}" destId="{AD3FD667-247D-4C99-A8FC-64107AF474DB}" srcOrd="0" destOrd="0" presId="urn:microsoft.com/office/officeart/2005/8/layout/vList2"/>
    <dgm:cxn modelId="{B195F7CC-1425-4A8F-BB69-9ABD7CE014B8}" type="presParOf" srcId="{9A7912DB-3B58-4A89-9E1B-2D0F3316EBF8}" destId="{620847FC-4612-49E8-A3A7-CDD890C375C3}" srcOrd="1" destOrd="0" presId="urn:microsoft.com/office/officeart/2005/8/layout/vList2"/>
    <dgm:cxn modelId="{36AB0AD9-201F-44C6-A408-EB601CE09FA0}" type="presParOf" srcId="{9A7912DB-3B58-4A89-9E1B-2D0F3316EBF8}" destId="{12059A03-068A-4D0B-B242-37F059BD207A}" srcOrd="2" destOrd="0" presId="urn:microsoft.com/office/officeart/2005/8/layout/vList2"/>
    <dgm:cxn modelId="{24F7791E-FEF0-442C-A1DC-A437022AF5D8}" type="presParOf" srcId="{9A7912DB-3B58-4A89-9E1B-2D0F3316EBF8}" destId="{1DB2BF05-1C73-40D9-8433-E6F3193958EE}" srcOrd="3" destOrd="0" presId="urn:microsoft.com/office/officeart/2005/8/layout/vList2"/>
    <dgm:cxn modelId="{0FB847DF-918A-4655-BB36-EF3BE0FA9827}" type="presParOf" srcId="{9A7912DB-3B58-4A89-9E1B-2D0F3316EBF8}" destId="{85E356B3-97F0-49E6-89B7-AB1FB9707DDD}" srcOrd="4" destOrd="0" presId="urn:microsoft.com/office/officeart/2005/8/layout/vList2"/>
    <dgm:cxn modelId="{76BDB0F3-9C9D-4EC4-B91D-484552553E78}" type="presParOf" srcId="{9A7912DB-3B58-4A89-9E1B-2D0F3316EBF8}" destId="{B003EE00-D391-4FA4-B21B-8A4DDD7D39F9}" srcOrd="5" destOrd="0" presId="urn:microsoft.com/office/officeart/2005/8/layout/vList2"/>
    <dgm:cxn modelId="{097C3FFD-59CA-4157-B4EE-0619EAB9ED45}" type="presParOf" srcId="{9A7912DB-3B58-4A89-9E1B-2D0F3316EBF8}" destId="{5676EE9C-4705-448E-83C4-F07FE7A360C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BF0F45A3-7FFD-4FC1-B035-D2E94123F3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04A028B-1E7C-46A1-A65D-4689398FD94A}">
      <dgm:prSet/>
      <dgm:spPr/>
      <dgm:t>
        <a:bodyPr/>
        <a:lstStyle/>
        <a:p>
          <a:r>
            <a:rPr lang="uk-UA" b="0" i="0"/>
            <a:t>Польщі, Румунії, Чехословаччини.</a:t>
          </a:r>
          <a:endParaRPr lang="uk-UA"/>
        </a:p>
      </dgm:t>
    </dgm:pt>
    <dgm:pt modelId="{8BEBE212-6F3E-4692-A52E-C54CEA2A27AB}" type="parTrans" cxnId="{D3C1EE75-035D-473B-9442-F00F8D144D46}">
      <dgm:prSet/>
      <dgm:spPr/>
      <dgm:t>
        <a:bodyPr/>
        <a:lstStyle/>
        <a:p>
          <a:endParaRPr lang="uk-UA"/>
        </a:p>
      </dgm:t>
    </dgm:pt>
    <dgm:pt modelId="{AA9FBB03-50C5-4703-B316-F6A9204CDBED}" type="sibTrans" cxnId="{D3C1EE75-035D-473B-9442-F00F8D144D46}">
      <dgm:prSet/>
      <dgm:spPr/>
      <dgm:t>
        <a:bodyPr/>
        <a:lstStyle/>
        <a:p>
          <a:endParaRPr lang="uk-UA"/>
        </a:p>
      </dgm:t>
    </dgm:pt>
    <dgm:pt modelId="{F0C467AB-D884-4AF6-A1E9-13C02D7E7C0F}">
      <dgm:prSet/>
      <dgm:spPr/>
      <dgm:t>
        <a:bodyPr/>
        <a:lstStyle/>
        <a:p>
          <a:r>
            <a:rPr lang="uk-UA" b="0" i="0"/>
            <a:t>Чехословаччини, Литви, Румунії.</a:t>
          </a:r>
          <a:endParaRPr lang="uk-UA"/>
        </a:p>
      </dgm:t>
    </dgm:pt>
    <dgm:pt modelId="{B45E8E60-97C1-4D56-84DD-04B49AAC97CD}" type="parTrans" cxnId="{C0DA4835-AC42-4A3D-90B9-23352777B841}">
      <dgm:prSet/>
      <dgm:spPr/>
      <dgm:t>
        <a:bodyPr/>
        <a:lstStyle/>
        <a:p>
          <a:endParaRPr lang="uk-UA"/>
        </a:p>
      </dgm:t>
    </dgm:pt>
    <dgm:pt modelId="{7F807585-A08D-4BB7-A744-5BB28CC2B9D8}" type="sibTrans" cxnId="{C0DA4835-AC42-4A3D-90B9-23352777B841}">
      <dgm:prSet/>
      <dgm:spPr/>
      <dgm:t>
        <a:bodyPr/>
        <a:lstStyle/>
        <a:p>
          <a:endParaRPr lang="uk-UA"/>
        </a:p>
      </dgm:t>
    </dgm:pt>
    <dgm:pt modelId="{F2CAB87C-F852-4943-9575-E433FE7AE111}">
      <dgm:prSet/>
      <dgm:spPr/>
      <dgm:t>
        <a:bodyPr/>
        <a:lstStyle/>
        <a:p>
          <a:r>
            <a:rPr lang="uk-UA" b="0" i="0"/>
            <a:t>Німеччини, Польщі, Угорщини.</a:t>
          </a:r>
          <a:endParaRPr lang="uk-UA"/>
        </a:p>
      </dgm:t>
    </dgm:pt>
    <dgm:pt modelId="{68BB4612-77C1-4174-B71F-AA2BD4FF4781}" type="parTrans" cxnId="{C00AAF74-296E-48E2-A06C-17397DEAC2A2}">
      <dgm:prSet/>
      <dgm:spPr/>
      <dgm:t>
        <a:bodyPr/>
        <a:lstStyle/>
        <a:p>
          <a:endParaRPr lang="uk-UA"/>
        </a:p>
      </dgm:t>
    </dgm:pt>
    <dgm:pt modelId="{07B45A0C-D1A8-47D7-BC49-482C082F7262}" type="sibTrans" cxnId="{C00AAF74-296E-48E2-A06C-17397DEAC2A2}">
      <dgm:prSet/>
      <dgm:spPr/>
      <dgm:t>
        <a:bodyPr/>
        <a:lstStyle/>
        <a:p>
          <a:endParaRPr lang="uk-UA"/>
        </a:p>
      </dgm:t>
    </dgm:pt>
    <dgm:pt modelId="{9ADAD6DC-E888-4EBB-A490-9CFB6F6E055F}">
      <dgm:prSet/>
      <dgm:spPr/>
      <dgm:t>
        <a:bodyPr/>
        <a:lstStyle/>
        <a:p>
          <a:r>
            <a:rPr lang="uk-UA" b="0" i="0"/>
            <a:t>Литви, Німеччини, Угорщини</a:t>
          </a:r>
          <a:endParaRPr lang="uk-UA"/>
        </a:p>
      </dgm:t>
    </dgm:pt>
    <dgm:pt modelId="{FAB72BAB-A980-493F-BCCA-6017404E6FD7}" type="parTrans" cxnId="{1F3D3080-49AC-4887-BF1E-29E59AB5623C}">
      <dgm:prSet/>
      <dgm:spPr/>
      <dgm:t>
        <a:bodyPr/>
        <a:lstStyle/>
        <a:p>
          <a:endParaRPr lang="uk-UA"/>
        </a:p>
      </dgm:t>
    </dgm:pt>
    <dgm:pt modelId="{278970F9-6457-49CC-97F5-9BBD4188A9F2}" type="sibTrans" cxnId="{1F3D3080-49AC-4887-BF1E-29E59AB5623C}">
      <dgm:prSet/>
      <dgm:spPr/>
      <dgm:t>
        <a:bodyPr/>
        <a:lstStyle/>
        <a:p>
          <a:endParaRPr lang="uk-UA"/>
        </a:p>
      </dgm:t>
    </dgm:pt>
    <dgm:pt modelId="{D5EEA512-D57D-450C-96E5-4057AFCA347B}" type="pres">
      <dgm:prSet presAssocID="{BF0F45A3-7FFD-4FC1-B035-D2E94123F329}" presName="linear" presStyleCnt="0">
        <dgm:presLayoutVars>
          <dgm:animLvl val="lvl"/>
          <dgm:resizeHandles val="exact"/>
        </dgm:presLayoutVars>
      </dgm:prSet>
      <dgm:spPr/>
    </dgm:pt>
    <dgm:pt modelId="{B58FF892-808E-42A4-B8B9-A7AD828C4A3C}" type="pres">
      <dgm:prSet presAssocID="{204A028B-1E7C-46A1-A65D-4689398FD9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6E715E-8D9F-4D70-9559-5D2EF226CDE5}" type="pres">
      <dgm:prSet presAssocID="{AA9FBB03-50C5-4703-B316-F6A9204CDBED}" presName="spacer" presStyleCnt="0"/>
      <dgm:spPr/>
    </dgm:pt>
    <dgm:pt modelId="{E156A05B-BD7E-461A-A1DC-B955F006E574}" type="pres">
      <dgm:prSet presAssocID="{F0C467AB-D884-4AF6-A1E9-13C02D7E7C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78762D-363D-41D4-BB23-C95B0EB77EFF}" type="pres">
      <dgm:prSet presAssocID="{7F807585-A08D-4BB7-A744-5BB28CC2B9D8}" presName="spacer" presStyleCnt="0"/>
      <dgm:spPr/>
    </dgm:pt>
    <dgm:pt modelId="{41CC8A86-FFAB-4DB4-AEC1-FB397059CB18}" type="pres">
      <dgm:prSet presAssocID="{F2CAB87C-F852-4943-9575-E433FE7AE11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EA2980-241B-4610-B77E-16A228DCE60F}" type="pres">
      <dgm:prSet presAssocID="{07B45A0C-D1A8-47D7-BC49-482C082F7262}" presName="spacer" presStyleCnt="0"/>
      <dgm:spPr/>
    </dgm:pt>
    <dgm:pt modelId="{010004D1-9DA2-4FDA-905A-361E871E7CBA}" type="pres">
      <dgm:prSet presAssocID="{9ADAD6DC-E888-4EBB-A490-9CFB6F6E055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ABB329-9246-49E8-8D6E-BBE805C873C9}" type="presOf" srcId="{BF0F45A3-7FFD-4FC1-B035-D2E94123F329}" destId="{D5EEA512-D57D-450C-96E5-4057AFCA347B}" srcOrd="0" destOrd="0" presId="urn:microsoft.com/office/officeart/2005/8/layout/vList2"/>
    <dgm:cxn modelId="{C0DA4835-AC42-4A3D-90B9-23352777B841}" srcId="{BF0F45A3-7FFD-4FC1-B035-D2E94123F329}" destId="{F0C467AB-D884-4AF6-A1E9-13C02D7E7C0F}" srcOrd="1" destOrd="0" parTransId="{B45E8E60-97C1-4D56-84DD-04B49AAC97CD}" sibTransId="{7F807585-A08D-4BB7-A744-5BB28CC2B9D8}"/>
    <dgm:cxn modelId="{4790574A-A21A-40DC-9230-59FC9A7C283A}" type="presOf" srcId="{204A028B-1E7C-46A1-A65D-4689398FD94A}" destId="{B58FF892-808E-42A4-B8B9-A7AD828C4A3C}" srcOrd="0" destOrd="0" presId="urn:microsoft.com/office/officeart/2005/8/layout/vList2"/>
    <dgm:cxn modelId="{7D8D6E4E-62BD-4E76-AA5A-A25FCD8D5A9B}" type="presOf" srcId="{9ADAD6DC-E888-4EBB-A490-9CFB6F6E055F}" destId="{010004D1-9DA2-4FDA-905A-361E871E7CBA}" srcOrd="0" destOrd="0" presId="urn:microsoft.com/office/officeart/2005/8/layout/vList2"/>
    <dgm:cxn modelId="{C00AAF74-296E-48E2-A06C-17397DEAC2A2}" srcId="{BF0F45A3-7FFD-4FC1-B035-D2E94123F329}" destId="{F2CAB87C-F852-4943-9575-E433FE7AE111}" srcOrd="2" destOrd="0" parTransId="{68BB4612-77C1-4174-B71F-AA2BD4FF4781}" sibTransId="{07B45A0C-D1A8-47D7-BC49-482C082F7262}"/>
    <dgm:cxn modelId="{D3C1EE75-035D-473B-9442-F00F8D144D46}" srcId="{BF0F45A3-7FFD-4FC1-B035-D2E94123F329}" destId="{204A028B-1E7C-46A1-A65D-4689398FD94A}" srcOrd="0" destOrd="0" parTransId="{8BEBE212-6F3E-4692-A52E-C54CEA2A27AB}" sibTransId="{AA9FBB03-50C5-4703-B316-F6A9204CDBED}"/>
    <dgm:cxn modelId="{1F3D3080-49AC-4887-BF1E-29E59AB5623C}" srcId="{BF0F45A3-7FFD-4FC1-B035-D2E94123F329}" destId="{9ADAD6DC-E888-4EBB-A490-9CFB6F6E055F}" srcOrd="3" destOrd="0" parTransId="{FAB72BAB-A980-493F-BCCA-6017404E6FD7}" sibTransId="{278970F9-6457-49CC-97F5-9BBD4188A9F2}"/>
    <dgm:cxn modelId="{3D9FF8E3-CBA1-44F9-B6B0-27B03CC1423C}" type="presOf" srcId="{F2CAB87C-F852-4943-9575-E433FE7AE111}" destId="{41CC8A86-FFAB-4DB4-AEC1-FB397059CB18}" srcOrd="0" destOrd="0" presId="urn:microsoft.com/office/officeart/2005/8/layout/vList2"/>
    <dgm:cxn modelId="{40D873E9-D2EC-4F65-B42C-054038899623}" type="presOf" srcId="{F0C467AB-D884-4AF6-A1E9-13C02D7E7C0F}" destId="{E156A05B-BD7E-461A-A1DC-B955F006E574}" srcOrd="0" destOrd="0" presId="urn:microsoft.com/office/officeart/2005/8/layout/vList2"/>
    <dgm:cxn modelId="{87F1E504-6C3C-4D0A-B82A-CBB9045DD1C9}" type="presParOf" srcId="{D5EEA512-D57D-450C-96E5-4057AFCA347B}" destId="{B58FF892-808E-42A4-B8B9-A7AD828C4A3C}" srcOrd="0" destOrd="0" presId="urn:microsoft.com/office/officeart/2005/8/layout/vList2"/>
    <dgm:cxn modelId="{78FB4BF5-FEFA-4455-93AF-670391717F6F}" type="presParOf" srcId="{D5EEA512-D57D-450C-96E5-4057AFCA347B}" destId="{266E715E-8D9F-4D70-9559-5D2EF226CDE5}" srcOrd="1" destOrd="0" presId="urn:microsoft.com/office/officeart/2005/8/layout/vList2"/>
    <dgm:cxn modelId="{D8CED04A-C1E5-4BED-8A05-DBA25E8BDDD1}" type="presParOf" srcId="{D5EEA512-D57D-450C-96E5-4057AFCA347B}" destId="{E156A05B-BD7E-461A-A1DC-B955F006E574}" srcOrd="2" destOrd="0" presId="urn:microsoft.com/office/officeart/2005/8/layout/vList2"/>
    <dgm:cxn modelId="{FD373FC2-6AD2-4E6A-B125-8934CAE875F6}" type="presParOf" srcId="{D5EEA512-D57D-450C-96E5-4057AFCA347B}" destId="{6F78762D-363D-41D4-BB23-C95B0EB77EFF}" srcOrd="3" destOrd="0" presId="urn:microsoft.com/office/officeart/2005/8/layout/vList2"/>
    <dgm:cxn modelId="{A3F13D96-0933-4C95-8A27-31BE6C3443A8}" type="presParOf" srcId="{D5EEA512-D57D-450C-96E5-4057AFCA347B}" destId="{41CC8A86-FFAB-4DB4-AEC1-FB397059CB18}" srcOrd="4" destOrd="0" presId="urn:microsoft.com/office/officeart/2005/8/layout/vList2"/>
    <dgm:cxn modelId="{56F0666B-CB90-46DC-A41C-6B76BC868C73}" type="presParOf" srcId="{D5EEA512-D57D-450C-96E5-4057AFCA347B}" destId="{5DEA2980-241B-4610-B77E-16A228DCE60F}" srcOrd="5" destOrd="0" presId="urn:microsoft.com/office/officeart/2005/8/layout/vList2"/>
    <dgm:cxn modelId="{04AEB067-C60C-45D6-B4FE-85FC37BE9F99}" type="presParOf" srcId="{D5EEA512-D57D-450C-96E5-4057AFCA347B}" destId="{010004D1-9DA2-4FDA-905A-361E871E7C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8DF7C17E-75E0-4CEB-9205-0E0A123F79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7E29CF0-AC92-44EA-9860-0E7CECBB52B3}">
      <dgm:prSet/>
      <dgm:spPr/>
      <dgm:t>
        <a:bodyPr/>
        <a:lstStyle/>
        <a:p>
          <a:r>
            <a:rPr lang="uk-UA" b="0" i="0"/>
            <a:t>депортації кримських татар та інших народів.</a:t>
          </a:r>
          <a:endParaRPr lang="uk-UA"/>
        </a:p>
      </dgm:t>
    </dgm:pt>
    <dgm:pt modelId="{A73E6798-9CBD-48A5-8F3D-0A8FCFF68DA4}" type="parTrans" cxnId="{AD799793-6CE7-40D7-AABB-95C95FB22E96}">
      <dgm:prSet/>
      <dgm:spPr/>
      <dgm:t>
        <a:bodyPr/>
        <a:lstStyle/>
        <a:p>
          <a:endParaRPr lang="uk-UA"/>
        </a:p>
      </dgm:t>
    </dgm:pt>
    <dgm:pt modelId="{80DF62DE-EFD3-4748-8995-0BF85535DFA0}" type="sibTrans" cxnId="{AD799793-6CE7-40D7-AABB-95C95FB22E96}">
      <dgm:prSet/>
      <dgm:spPr/>
      <dgm:t>
        <a:bodyPr/>
        <a:lstStyle/>
        <a:p>
          <a:endParaRPr lang="uk-UA"/>
        </a:p>
      </dgm:t>
    </dgm:pt>
    <dgm:pt modelId="{D4BF1F70-418C-4285-A2B6-11D26795E57D}">
      <dgm:prSet/>
      <dgm:spPr/>
      <dgm:t>
        <a:bodyPr/>
        <a:lstStyle/>
        <a:p>
          <a:r>
            <a:rPr lang="uk-UA" b="0" i="0"/>
            <a:t>об’єднанню в межах УРСР більшості етнічних українських земель.</a:t>
          </a:r>
          <a:endParaRPr lang="uk-UA"/>
        </a:p>
      </dgm:t>
    </dgm:pt>
    <dgm:pt modelId="{E09473A8-C344-4BDB-A07D-25C832A24AEF}" type="parTrans" cxnId="{2EE18EBF-4B3F-4915-B55C-E8FED344C899}">
      <dgm:prSet/>
      <dgm:spPr/>
      <dgm:t>
        <a:bodyPr/>
        <a:lstStyle/>
        <a:p>
          <a:endParaRPr lang="uk-UA"/>
        </a:p>
      </dgm:t>
    </dgm:pt>
    <dgm:pt modelId="{7320CDFE-0127-4B20-856D-0012609DB8CC}" type="sibTrans" cxnId="{2EE18EBF-4B3F-4915-B55C-E8FED344C899}">
      <dgm:prSet/>
      <dgm:spPr/>
      <dgm:t>
        <a:bodyPr/>
        <a:lstStyle/>
        <a:p>
          <a:endParaRPr lang="uk-UA"/>
        </a:p>
      </dgm:t>
    </dgm:pt>
    <dgm:pt modelId="{EDEFF542-19D3-4113-9B15-E816F1B89A5E}">
      <dgm:prSet/>
      <dgm:spPr/>
      <dgm:t>
        <a:bodyPr/>
        <a:lstStyle/>
        <a:p>
          <a:r>
            <a:rPr lang="uk-UA" b="0" i="0"/>
            <a:t>вигнанню німецьких військ та їхніх союзників з території УРСР.</a:t>
          </a:r>
          <a:endParaRPr lang="uk-UA"/>
        </a:p>
      </dgm:t>
    </dgm:pt>
    <dgm:pt modelId="{48B9A0EB-A5DB-4D58-AF47-EAA86105CFAD}" type="parTrans" cxnId="{5A292EA3-9550-48A7-BE30-C317F6888F83}">
      <dgm:prSet/>
      <dgm:spPr/>
      <dgm:t>
        <a:bodyPr/>
        <a:lstStyle/>
        <a:p>
          <a:endParaRPr lang="uk-UA"/>
        </a:p>
      </dgm:t>
    </dgm:pt>
    <dgm:pt modelId="{9080EDBE-D686-4871-93E7-0E378372FE8B}" type="sibTrans" cxnId="{5A292EA3-9550-48A7-BE30-C317F6888F83}">
      <dgm:prSet/>
      <dgm:spPr/>
      <dgm:t>
        <a:bodyPr/>
        <a:lstStyle/>
        <a:p>
          <a:endParaRPr lang="uk-UA"/>
        </a:p>
      </dgm:t>
    </dgm:pt>
    <dgm:pt modelId="{E57056E6-6F40-45E3-8698-A64CF8C8A155}" type="pres">
      <dgm:prSet presAssocID="{8DF7C17E-75E0-4CEB-9205-0E0A123F791C}" presName="linear" presStyleCnt="0">
        <dgm:presLayoutVars>
          <dgm:animLvl val="lvl"/>
          <dgm:resizeHandles val="exact"/>
        </dgm:presLayoutVars>
      </dgm:prSet>
      <dgm:spPr/>
    </dgm:pt>
    <dgm:pt modelId="{91565B1D-B544-4902-B613-88409824F775}" type="pres">
      <dgm:prSet presAssocID="{07E29CF0-AC92-44EA-9860-0E7CECBB52B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A11276-05EB-4CF0-AD48-514F952FD767}" type="pres">
      <dgm:prSet presAssocID="{80DF62DE-EFD3-4748-8995-0BF85535DFA0}" presName="spacer" presStyleCnt="0"/>
      <dgm:spPr/>
    </dgm:pt>
    <dgm:pt modelId="{367397D2-2D34-444F-8BBD-92C7CA9846DE}" type="pres">
      <dgm:prSet presAssocID="{D4BF1F70-418C-4285-A2B6-11D26795E5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E899C0-EAA5-42AA-A58F-A7FB2214934F}" type="pres">
      <dgm:prSet presAssocID="{7320CDFE-0127-4B20-856D-0012609DB8CC}" presName="spacer" presStyleCnt="0"/>
      <dgm:spPr/>
    </dgm:pt>
    <dgm:pt modelId="{207F5953-AD3C-4B68-8DBD-BFF600403074}" type="pres">
      <dgm:prSet presAssocID="{EDEFF542-19D3-4113-9B15-E816F1B89A5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630B70E-ED4C-4DA6-970F-F5F33D35C2DC}" type="presOf" srcId="{8DF7C17E-75E0-4CEB-9205-0E0A123F791C}" destId="{E57056E6-6F40-45E3-8698-A64CF8C8A155}" srcOrd="0" destOrd="0" presId="urn:microsoft.com/office/officeart/2005/8/layout/vList2"/>
    <dgm:cxn modelId="{11E69A24-63C3-4E97-AAAF-954F6624921B}" type="presOf" srcId="{EDEFF542-19D3-4113-9B15-E816F1B89A5E}" destId="{207F5953-AD3C-4B68-8DBD-BFF600403074}" srcOrd="0" destOrd="0" presId="urn:microsoft.com/office/officeart/2005/8/layout/vList2"/>
    <dgm:cxn modelId="{AD799793-6CE7-40D7-AABB-95C95FB22E96}" srcId="{8DF7C17E-75E0-4CEB-9205-0E0A123F791C}" destId="{07E29CF0-AC92-44EA-9860-0E7CECBB52B3}" srcOrd="0" destOrd="0" parTransId="{A73E6798-9CBD-48A5-8F3D-0A8FCFF68DA4}" sibTransId="{80DF62DE-EFD3-4748-8995-0BF85535DFA0}"/>
    <dgm:cxn modelId="{5A292EA3-9550-48A7-BE30-C317F6888F83}" srcId="{8DF7C17E-75E0-4CEB-9205-0E0A123F791C}" destId="{EDEFF542-19D3-4113-9B15-E816F1B89A5E}" srcOrd="2" destOrd="0" parTransId="{48B9A0EB-A5DB-4D58-AF47-EAA86105CFAD}" sibTransId="{9080EDBE-D686-4871-93E7-0E378372FE8B}"/>
    <dgm:cxn modelId="{284476BE-4C75-49F2-99E4-C7B8FBC93318}" type="presOf" srcId="{07E29CF0-AC92-44EA-9860-0E7CECBB52B3}" destId="{91565B1D-B544-4902-B613-88409824F775}" srcOrd="0" destOrd="0" presId="urn:microsoft.com/office/officeart/2005/8/layout/vList2"/>
    <dgm:cxn modelId="{2EE18EBF-4B3F-4915-B55C-E8FED344C899}" srcId="{8DF7C17E-75E0-4CEB-9205-0E0A123F791C}" destId="{D4BF1F70-418C-4285-A2B6-11D26795E57D}" srcOrd="1" destOrd="0" parTransId="{E09473A8-C344-4BDB-A07D-25C832A24AEF}" sibTransId="{7320CDFE-0127-4B20-856D-0012609DB8CC}"/>
    <dgm:cxn modelId="{5B0518CE-E780-44C0-9C0F-7CFF83A94F5F}" type="presOf" srcId="{D4BF1F70-418C-4285-A2B6-11D26795E57D}" destId="{367397D2-2D34-444F-8BBD-92C7CA9846DE}" srcOrd="0" destOrd="0" presId="urn:microsoft.com/office/officeart/2005/8/layout/vList2"/>
    <dgm:cxn modelId="{C93A3067-5960-402C-ADA0-669F22BCB592}" type="presParOf" srcId="{E57056E6-6F40-45E3-8698-A64CF8C8A155}" destId="{91565B1D-B544-4902-B613-88409824F775}" srcOrd="0" destOrd="0" presId="urn:microsoft.com/office/officeart/2005/8/layout/vList2"/>
    <dgm:cxn modelId="{8D1E6CC4-DE15-48DB-A016-1471D62EF282}" type="presParOf" srcId="{E57056E6-6F40-45E3-8698-A64CF8C8A155}" destId="{40A11276-05EB-4CF0-AD48-514F952FD767}" srcOrd="1" destOrd="0" presId="urn:microsoft.com/office/officeart/2005/8/layout/vList2"/>
    <dgm:cxn modelId="{88B0F168-759E-4FE3-B659-9D3CBC1FB351}" type="presParOf" srcId="{E57056E6-6F40-45E3-8698-A64CF8C8A155}" destId="{367397D2-2D34-444F-8BBD-92C7CA9846DE}" srcOrd="2" destOrd="0" presId="urn:microsoft.com/office/officeart/2005/8/layout/vList2"/>
    <dgm:cxn modelId="{31C72178-1D10-445F-911E-24B58B66AABE}" type="presParOf" srcId="{E57056E6-6F40-45E3-8698-A64CF8C8A155}" destId="{51E899C0-EAA5-42AA-A58F-A7FB2214934F}" srcOrd="3" destOrd="0" presId="urn:microsoft.com/office/officeart/2005/8/layout/vList2"/>
    <dgm:cxn modelId="{99C87006-24C9-4589-B3EC-BF4BF21F4B61}" type="presParOf" srcId="{E57056E6-6F40-45E3-8698-A64CF8C8A155}" destId="{207F5953-AD3C-4B68-8DBD-BFF60040307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4BFE2186-0F41-4B78-AFA1-2E601F5385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4587AB-AEAD-4505-982F-1ACE1C04A0E9}">
      <dgm:prSet/>
      <dgm:spPr/>
      <dgm:t>
        <a:bodyPr/>
        <a:lstStyle/>
        <a:p>
          <a:r>
            <a:rPr lang="uk-UA" b="0" i="0"/>
            <a:t>участі УРСР у створенні Організації Об’єднаних Націй (ООН).</a:t>
          </a:r>
          <a:endParaRPr lang="uk-UA"/>
        </a:p>
      </dgm:t>
    </dgm:pt>
    <dgm:pt modelId="{0FAFEACA-6952-46C6-A4EA-C8F10C0DCB66}" type="parTrans" cxnId="{D068F1AE-CD6E-4990-8184-B1FF198DFB38}">
      <dgm:prSet/>
      <dgm:spPr/>
      <dgm:t>
        <a:bodyPr/>
        <a:lstStyle/>
        <a:p>
          <a:endParaRPr lang="uk-UA"/>
        </a:p>
      </dgm:t>
    </dgm:pt>
    <dgm:pt modelId="{882CF44E-90C9-47C2-81AA-C654413158BE}" type="sibTrans" cxnId="{D068F1AE-CD6E-4990-8184-B1FF198DFB38}">
      <dgm:prSet/>
      <dgm:spPr/>
      <dgm:t>
        <a:bodyPr/>
        <a:lstStyle/>
        <a:p>
          <a:endParaRPr lang="uk-UA"/>
        </a:p>
      </dgm:t>
    </dgm:pt>
    <dgm:pt modelId="{B8E5AA81-A4F9-455F-8F57-C7C1B39B1107}">
      <dgm:prSet/>
      <dgm:spPr/>
      <dgm:t>
        <a:bodyPr/>
        <a:lstStyle/>
        <a:p>
          <a:r>
            <a:rPr lang="uk-UA" b="0" i="0"/>
            <a:t>відбудові економіки УРСР.</a:t>
          </a:r>
          <a:endParaRPr lang="uk-UA"/>
        </a:p>
      </dgm:t>
    </dgm:pt>
    <dgm:pt modelId="{579BDC11-70B8-432C-BDD8-9414FDE835DB}" type="parTrans" cxnId="{08489772-988D-46B2-B02D-0B8D01288B2F}">
      <dgm:prSet/>
      <dgm:spPr/>
      <dgm:t>
        <a:bodyPr/>
        <a:lstStyle/>
        <a:p>
          <a:endParaRPr lang="uk-UA"/>
        </a:p>
      </dgm:t>
    </dgm:pt>
    <dgm:pt modelId="{17D9A02B-FA84-4578-8C51-E190BB813B19}" type="sibTrans" cxnId="{08489772-988D-46B2-B02D-0B8D01288B2F}">
      <dgm:prSet/>
      <dgm:spPr/>
      <dgm:t>
        <a:bodyPr/>
        <a:lstStyle/>
        <a:p>
          <a:endParaRPr lang="uk-UA"/>
        </a:p>
      </dgm:t>
    </dgm:pt>
    <dgm:pt modelId="{E3E093EC-C670-4CF2-BE10-750C50EE16CB}">
      <dgm:prSet/>
      <dgm:spPr/>
      <dgm:t>
        <a:bodyPr/>
        <a:lstStyle/>
        <a:p>
          <a:r>
            <a:rPr lang="uk-UA" b="0" i="0"/>
            <a:t>розгортанню збройної боротьби за незалежність України.</a:t>
          </a:r>
          <a:endParaRPr lang="uk-UA"/>
        </a:p>
      </dgm:t>
    </dgm:pt>
    <dgm:pt modelId="{6A4D6644-A286-4AFA-866E-6A83758A1BF0}" type="parTrans" cxnId="{EFAE62D7-0AAF-4056-A615-319E9DAD21D1}">
      <dgm:prSet/>
      <dgm:spPr/>
      <dgm:t>
        <a:bodyPr/>
        <a:lstStyle/>
        <a:p>
          <a:endParaRPr lang="uk-UA"/>
        </a:p>
      </dgm:t>
    </dgm:pt>
    <dgm:pt modelId="{1806EBE2-AABE-4DBA-AA04-ED810C36AEB6}" type="sibTrans" cxnId="{EFAE62D7-0AAF-4056-A615-319E9DAD21D1}">
      <dgm:prSet/>
      <dgm:spPr/>
      <dgm:t>
        <a:bodyPr/>
        <a:lstStyle/>
        <a:p>
          <a:endParaRPr lang="uk-UA"/>
        </a:p>
      </dgm:t>
    </dgm:pt>
    <dgm:pt modelId="{4AC170AF-04C4-4478-982D-F47239746B32}">
      <dgm:prSet/>
      <dgm:spPr/>
      <dgm:t>
        <a:bodyPr/>
        <a:lstStyle/>
        <a:p>
          <a:r>
            <a:rPr lang="uk-UA" b="0" i="0"/>
            <a:t>загостренню україно-польського протистояння на Волині.</a:t>
          </a:r>
          <a:endParaRPr lang="uk-UA"/>
        </a:p>
      </dgm:t>
    </dgm:pt>
    <dgm:pt modelId="{75B28D65-3CF9-4A54-871F-433961F5D8C7}" type="parTrans" cxnId="{A7D74CAE-0D93-4669-80C7-2467634C81E5}">
      <dgm:prSet/>
      <dgm:spPr/>
      <dgm:t>
        <a:bodyPr/>
        <a:lstStyle/>
        <a:p>
          <a:endParaRPr lang="uk-UA"/>
        </a:p>
      </dgm:t>
    </dgm:pt>
    <dgm:pt modelId="{0E3742C0-E1AF-4A47-8CAB-3B203DB71576}" type="sibTrans" cxnId="{A7D74CAE-0D93-4669-80C7-2467634C81E5}">
      <dgm:prSet/>
      <dgm:spPr/>
      <dgm:t>
        <a:bodyPr/>
        <a:lstStyle/>
        <a:p>
          <a:endParaRPr lang="uk-UA"/>
        </a:p>
      </dgm:t>
    </dgm:pt>
    <dgm:pt modelId="{AF88133C-BD07-4192-8AB9-544D44EAD2B2}" type="pres">
      <dgm:prSet presAssocID="{4BFE2186-0F41-4B78-AFA1-2E601F538572}" presName="linear" presStyleCnt="0">
        <dgm:presLayoutVars>
          <dgm:animLvl val="lvl"/>
          <dgm:resizeHandles val="exact"/>
        </dgm:presLayoutVars>
      </dgm:prSet>
      <dgm:spPr/>
    </dgm:pt>
    <dgm:pt modelId="{C61BBC54-0026-48F8-8032-3F0A48CB8E2F}" type="pres">
      <dgm:prSet presAssocID="{8D4587AB-AEAD-4505-982F-1ACE1C04A0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8C585A-6F89-4F47-9B1C-E66FEB253069}" type="pres">
      <dgm:prSet presAssocID="{882CF44E-90C9-47C2-81AA-C654413158BE}" presName="spacer" presStyleCnt="0"/>
      <dgm:spPr/>
    </dgm:pt>
    <dgm:pt modelId="{2A1ECE89-418D-4713-976D-0CD539180E8F}" type="pres">
      <dgm:prSet presAssocID="{B8E5AA81-A4F9-455F-8F57-C7C1B39B11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E6BD92-EAFB-4F1F-ACA4-2FDF0E5052EF}" type="pres">
      <dgm:prSet presAssocID="{17D9A02B-FA84-4578-8C51-E190BB813B19}" presName="spacer" presStyleCnt="0"/>
      <dgm:spPr/>
    </dgm:pt>
    <dgm:pt modelId="{238A02B1-2F8A-4C62-BD81-EE980D497718}" type="pres">
      <dgm:prSet presAssocID="{E3E093EC-C670-4CF2-BE10-750C50EE16C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A1D29F-5CD0-4709-AA8F-18234981D5EA}" type="pres">
      <dgm:prSet presAssocID="{1806EBE2-AABE-4DBA-AA04-ED810C36AEB6}" presName="spacer" presStyleCnt="0"/>
      <dgm:spPr/>
    </dgm:pt>
    <dgm:pt modelId="{5E4ADE7E-9237-42D2-9288-B8A539E2E604}" type="pres">
      <dgm:prSet presAssocID="{4AC170AF-04C4-4478-982D-F47239746B3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71A566-A525-49F8-A550-481069BE87E1}" type="presOf" srcId="{E3E093EC-C670-4CF2-BE10-750C50EE16CB}" destId="{238A02B1-2F8A-4C62-BD81-EE980D497718}" srcOrd="0" destOrd="0" presId="urn:microsoft.com/office/officeart/2005/8/layout/vList2"/>
    <dgm:cxn modelId="{C950136B-A40C-4CD2-B58B-C4359EE6D0D2}" type="presOf" srcId="{8D4587AB-AEAD-4505-982F-1ACE1C04A0E9}" destId="{C61BBC54-0026-48F8-8032-3F0A48CB8E2F}" srcOrd="0" destOrd="0" presId="urn:microsoft.com/office/officeart/2005/8/layout/vList2"/>
    <dgm:cxn modelId="{62AF7C6E-C20E-40EE-984A-5BEA0E3D018E}" type="presOf" srcId="{4AC170AF-04C4-4478-982D-F47239746B32}" destId="{5E4ADE7E-9237-42D2-9288-B8A539E2E604}" srcOrd="0" destOrd="0" presId="urn:microsoft.com/office/officeart/2005/8/layout/vList2"/>
    <dgm:cxn modelId="{08489772-988D-46B2-B02D-0B8D01288B2F}" srcId="{4BFE2186-0F41-4B78-AFA1-2E601F538572}" destId="{B8E5AA81-A4F9-455F-8F57-C7C1B39B1107}" srcOrd="1" destOrd="0" parTransId="{579BDC11-70B8-432C-BDD8-9414FDE835DB}" sibTransId="{17D9A02B-FA84-4578-8C51-E190BB813B19}"/>
    <dgm:cxn modelId="{56E5A691-C4D3-49F4-A923-0F4F2E66E89D}" type="presOf" srcId="{B8E5AA81-A4F9-455F-8F57-C7C1B39B1107}" destId="{2A1ECE89-418D-4713-976D-0CD539180E8F}" srcOrd="0" destOrd="0" presId="urn:microsoft.com/office/officeart/2005/8/layout/vList2"/>
    <dgm:cxn modelId="{A7D74CAE-0D93-4669-80C7-2467634C81E5}" srcId="{4BFE2186-0F41-4B78-AFA1-2E601F538572}" destId="{4AC170AF-04C4-4478-982D-F47239746B32}" srcOrd="3" destOrd="0" parTransId="{75B28D65-3CF9-4A54-871F-433961F5D8C7}" sibTransId="{0E3742C0-E1AF-4A47-8CAB-3B203DB71576}"/>
    <dgm:cxn modelId="{D068F1AE-CD6E-4990-8184-B1FF198DFB38}" srcId="{4BFE2186-0F41-4B78-AFA1-2E601F538572}" destId="{8D4587AB-AEAD-4505-982F-1ACE1C04A0E9}" srcOrd="0" destOrd="0" parTransId="{0FAFEACA-6952-46C6-A4EA-C8F10C0DCB66}" sibTransId="{882CF44E-90C9-47C2-81AA-C654413158BE}"/>
    <dgm:cxn modelId="{EFAE62D7-0AAF-4056-A615-319E9DAD21D1}" srcId="{4BFE2186-0F41-4B78-AFA1-2E601F538572}" destId="{E3E093EC-C670-4CF2-BE10-750C50EE16CB}" srcOrd="2" destOrd="0" parTransId="{6A4D6644-A286-4AFA-866E-6A83758A1BF0}" sibTransId="{1806EBE2-AABE-4DBA-AA04-ED810C36AEB6}"/>
    <dgm:cxn modelId="{8B68D7F2-22E0-4BF8-A634-8E8D9DB3B36B}" type="presOf" srcId="{4BFE2186-0F41-4B78-AFA1-2E601F538572}" destId="{AF88133C-BD07-4192-8AB9-544D44EAD2B2}" srcOrd="0" destOrd="0" presId="urn:microsoft.com/office/officeart/2005/8/layout/vList2"/>
    <dgm:cxn modelId="{2921DC79-74D9-4E4F-A758-92E4721C98E2}" type="presParOf" srcId="{AF88133C-BD07-4192-8AB9-544D44EAD2B2}" destId="{C61BBC54-0026-48F8-8032-3F0A48CB8E2F}" srcOrd="0" destOrd="0" presId="urn:microsoft.com/office/officeart/2005/8/layout/vList2"/>
    <dgm:cxn modelId="{499A06B1-C1C6-4254-9A17-3BCA30FE356F}" type="presParOf" srcId="{AF88133C-BD07-4192-8AB9-544D44EAD2B2}" destId="{608C585A-6F89-4F47-9B1C-E66FEB253069}" srcOrd="1" destOrd="0" presId="urn:microsoft.com/office/officeart/2005/8/layout/vList2"/>
    <dgm:cxn modelId="{B676E34F-7D1C-4927-89CC-199256D35C88}" type="presParOf" srcId="{AF88133C-BD07-4192-8AB9-544D44EAD2B2}" destId="{2A1ECE89-418D-4713-976D-0CD539180E8F}" srcOrd="2" destOrd="0" presId="urn:microsoft.com/office/officeart/2005/8/layout/vList2"/>
    <dgm:cxn modelId="{AF324A82-EC31-4E12-B47D-25B730A72AAA}" type="presParOf" srcId="{AF88133C-BD07-4192-8AB9-544D44EAD2B2}" destId="{D1E6BD92-EAFB-4F1F-ACA4-2FDF0E5052EF}" srcOrd="3" destOrd="0" presId="urn:microsoft.com/office/officeart/2005/8/layout/vList2"/>
    <dgm:cxn modelId="{0587B976-9C13-40B8-A6D6-F73240286DA1}" type="presParOf" srcId="{AF88133C-BD07-4192-8AB9-544D44EAD2B2}" destId="{238A02B1-2F8A-4C62-BD81-EE980D497718}" srcOrd="4" destOrd="0" presId="urn:microsoft.com/office/officeart/2005/8/layout/vList2"/>
    <dgm:cxn modelId="{2018CD9D-2327-4C1F-B8A8-6B80D3C09A7C}" type="presParOf" srcId="{AF88133C-BD07-4192-8AB9-544D44EAD2B2}" destId="{8CA1D29F-5CD0-4709-AA8F-18234981D5EA}" srcOrd="5" destOrd="0" presId="urn:microsoft.com/office/officeart/2005/8/layout/vList2"/>
    <dgm:cxn modelId="{032AAD63-D051-49A8-B59D-9616FC1DDB9B}" type="presParOf" srcId="{AF88133C-BD07-4192-8AB9-544D44EAD2B2}" destId="{5E4ADE7E-9237-42D2-9288-B8A539E2E6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39510125-EE07-4B19-A50C-7B74567EDD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4F3934-6B58-4564-84DC-F08B09789325}">
      <dgm:prSet/>
      <dgm:spPr/>
      <dgm:t>
        <a:bodyPr/>
        <a:lstStyle/>
        <a:p>
          <a:r>
            <a:rPr lang="uk-UA" b="0" i="0"/>
            <a:t>лібералізація та демократизація суспільно-політичного життя в Українській РСР</a:t>
          </a:r>
          <a:endParaRPr lang="uk-UA"/>
        </a:p>
      </dgm:t>
    </dgm:pt>
    <dgm:pt modelId="{88C245A1-B602-4771-8AC9-4C633D8EBD58}" type="parTrans" cxnId="{30A1B9DA-97EB-4BC7-A4E1-CDE09A0C16DE}">
      <dgm:prSet/>
      <dgm:spPr/>
      <dgm:t>
        <a:bodyPr/>
        <a:lstStyle/>
        <a:p>
          <a:endParaRPr lang="uk-UA"/>
        </a:p>
      </dgm:t>
    </dgm:pt>
    <dgm:pt modelId="{F7BF46B0-BC32-42DB-AED9-0399DFE555BA}" type="sibTrans" cxnId="{30A1B9DA-97EB-4BC7-A4E1-CDE09A0C16DE}">
      <dgm:prSet/>
      <dgm:spPr/>
      <dgm:t>
        <a:bodyPr/>
        <a:lstStyle/>
        <a:p>
          <a:endParaRPr lang="uk-UA"/>
        </a:p>
      </dgm:t>
    </dgm:pt>
    <dgm:pt modelId="{06C9F0DD-4E48-4B8B-BEA4-60C3002ECB65}">
      <dgm:prSet/>
      <dgm:spPr/>
      <dgm:t>
        <a:bodyPr/>
        <a:lstStyle/>
        <a:p>
          <a:r>
            <a:rPr lang="uk-UA" b="0" i="0"/>
            <a:t>зростання автономістських настроїв у партійно-радянському керівництві Української РСР</a:t>
          </a:r>
          <a:endParaRPr lang="uk-UA"/>
        </a:p>
      </dgm:t>
    </dgm:pt>
    <dgm:pt modelId="{4ABCC1A3-8801-43E7-908E-A2F9AD656E3A}" type="parTrans" cxnId="{F9F560A6-AB8A-4B3A-A443-8240ACC741F2}">
      <dgm:prSet/>
      <dgm:spPr/>
      <dgm:t>
        <a:bodyPr/>
        <a:lstStyle/>
        <a:p>
          <a:endParaRPr lang="uk-UA"/>
        </a:p>
      </dgm:t>
    </dgm:pt>
    <dgm:pt modelId="{20DAB731-0733-4793-8D90-8890F6367E54}" type="sibTrans" cxnId="{F9F560A6-AB8A-4B3A-A443-8240ACC741F2}">
      <dgm:prSet/>
      <dgm:spPr/>
      <dgm:t>
        <a:bodyPr/>
        <a:lstStyle/>
        <a:p>
          <a:endParaRPr lang="uk-UA"/>
        </a:p>
      </dgm:t>
    </dgm:pt>
    <dgm:pt modelId="{99FAA8D5-8766-43EF-B8BA-912F25701F1D}">
      <dgm:prSet/>
      <dgm:spPr/>
      <dgm:t>
        <a:bodyPr/>
        <a:lstStyle/>
        <a:p>
          <a:r>
            <a:rPr lang="uk-UA" b="0" i="0"/>
            <a:t>об’єднання основного масиву українських етнічних земель у межах однієї держави</a:t>
          </a:r>
          <a:endParaRPr lang="uk-UA"/>
        </a:p>
      </dgm:t>
    </dgm:pt>
    <dgm:pt modelId="{DDA63EF8-8B7B-40A1-8FAE-C08422999F12}" type="parTrans" cxnId="{36E7F2CD-665B-49F9-AA32-52F0864EA51B}">
      <dgm:prSet/>
      <dgm:spPr/>
      <dgm:t>
        <a:bodyPr/>
        <a:lstStyle/>
        <a:p>
          <a:endParaRPr lang="uk-UA"/>
        </a:p>
      </dgm:t>
    </dgm:pt>
    <dgm:pt modelId="{25982FBF-7961-4E16-AC44-CDAFA0C791AB}" type="sibTrans" cxnId="{36E7F2CD-665B-49F9-AA32-52F0864EA51B}">
      <dgm:prSet/>
      <dgm:spPr/>
      <dgm:t>
        <a:bodyPr/>
        <a:lstStyle/>
        <a:p>
          <a:endParaRPr lang="uk-UA"/>
        </a:p>
      </dgm:t>
    </dgm:pt>
    <dgm:pt modelId="{A9AD7D90-8A8A-43F8-9888-2DBC56A1F521}" type="pres">
      <dgm:prSet presAssocID="{39510125-EE07-4B19-A50C-7B74567EDDBC}" presName="linear" presStyleCnt="0">
        <dgm:presLayoutVars>
          <dgm:animLvl val="lvl"/>
          <dgm:resizeHandles val="exact"/>
        </dgm:presLayoutVars>
      </dgm:prSet>
      <dgm:spPr/>
    </dgm:pt>
    <dgm:pt modelId="{FDA465F5-31C9-4C78-9DDA-3C91A96F8EEC}" type="pres">
      <dgm:prSet presAssocID="{FF4F3934-6B58-4564-84DC-F08B0978932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2F40AC-E798-4FB9-9057-0331B59CFB4D}" type="pres">
      <dgm:prSet presAssocID="{F7BF46B0-BC32-42DB-AED9-0399DFE555BA}" presName="spacer" presStyleCnt="0"/>
      <dgm:spPr/>
    </dgm:pt>
    <dgm:pt modelId="{12C870D4-DF05-4A9D-A476-2F7C61111037}" type="pres">
      <dgm:prSet presAssocID="{06C9F0DD-4E48-4B8B-BEA4-60C3002ECB6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8B3A1B-8980-4F15-A3A2-E6C205A297B6}" type="pres">
      <dgm:prSet presAssocID="{20DAB731-0733-4793-8D90-8890F6367E54}" presName="spacer" presStyleCnt="0"/>
      <dgm:spPr/>
    </dgm:pt>
    <dgm:pt modelId="{CC347931-37CF-40BF-8370-A11390A756D0}" type="pres">
      <dgm:prSet presAssocID="{99FAA8D5-8766-43EF-B8BA-912F25701F1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1615272-2EBB-4221-AA1F-DF4F92F87643}" type="presOf" srcId="{FF4F3934-6B58-4564-84DC-F08B09789325}" destId="{FDA465F5-31C9-4C78-9DDA-3C91A96F8EEC}" srcOrd="0" destOrd="0" presId="urn:microsoft.com/office/officeart/2005/8/layout/vList2"/>
    <dgm:cxn modelId="{F9F560A6-AB8A-4B3A-A443-8240ACC741F2}" srcId="{39510125-EE07-4B19-A50C-7B74567EDDBC}" destId="{06C9F0DD-4E48-4B8B-BEA4-60C3002ECB65}" srcOrd="1" destOrd="0" parTransId="{4ABCC1A3-8801-43E7-908E-A2F9AD656E3A}" sibTransId="{20DAB731-0733-4793-8D90-8890F6367E54}"/>
    <dgm:cxn modelId="{E4E27FB2-27A9-4A85-A29C-7B1E88360B69}" type="presOf" srcId="{99FAA8D5-8766-43EF-B8BA-912F25701F1D}" destId="{CC347931-37CF-40BF-8370-A11390A756D0}" srcOrd="0" destOrd="0" presId="urn:microsoft.com/office/officeart/2005/8/layout/vList2"/>
    <dgm:cxn modelId="{745F8DB7-1B79-4BE0-AE21-10AAE970CEAB}" type="presOf" srcId="{39510125-EE07-4B19-A50C-7B74567EDDBC}" destId="{A9AD7D90-8A8A-43F8-9888-2DBC56A1F521}" srcOrd="0" destOrd="0" presId="urn:microsoft.com/office/officeart/2005/8/layout/vList2"/>
    <dgm:cxn modelId="{36E7F2CD-665B-49F9-AA32-52F0864EA51B}" srcId="{39510125-EE07-4B19-A50C-7B74567EDDBC}" destId="{99FAA8D5-8766-43EF-B8BA-912F25701F1D}" srcOrd="2" destOrd="0" parTransId="{DDA63EF8-8B7B-40A1-8FAE-C08422999F12}" sibTransId="{25982FBF-7961-4E16-AC44-CDAFA0C791AB}"/>
    <dgm:cxn modelId="{30A1B9DA-97EB-4BC7-A4E1-CDE09A0C16DE}" srcId="{39510125-EE07-4B19-A50C-7B74567EDDBC}" destId="{FF4F3934-6B58-4564-84DC-F08B09789325}" srcOrd="0" destOrd="0" parTransId="{88C245A1-B602-4771-8AC9-4C633D8EBD58}" sibTransId="{F7BF46B0-BC32-42DB-AED9-0399DFE555BA}"/>
    <dgm:cxn modelId="{088CC5F3-F194-4B28-BDF1-FFE3827B4BC3}" type="presOf" srcId="{06C9F0DD-4E48-4B8B-BEA4-60C3002ECB65}" destId="{12C870D4-DF05-4A9D-A476-2F7C61111037}" srcOrd="0" destOrd="0" presId="urn:microsoft.com/office/officeart/2005/8/layout/vList2"/>
    <dgm:cxn modelId="{EB709EC4-8550-453C-AE43-9C62BC1D1907}" type="presParOf" srcId="{A9AD7D90-8A8A-43F8-9888-2DBC56A1F521}" destId="{FDA465F5-31C9-4C78-9DDA-3C91A96F8EEC}" srcOrd="0" destOrd="0" presId="urn:microsoft.com/office/officeart/2005/8/layout/vList2"/>
    <dgm:cxn modelId="{17D330B5-E47D-4800-98A7-AFD0F93A096F}" type="presParOf" srcId="{A9AD7D90-8A8A-43F8-9888-2DBC56A1F521}" destId="{542F40AC-E798-4FB9-9057-0331B59CFB4D}" srcOrd="1" destOrd="0" presId="urn:microsoft.com/office/officeart/2005/8/layout/vList2"/>
    <dgm:cxn modelId="{1E3E8750-4A67-42E5-BBAC-E5919479FADB}" type="presParOf" srcId="{A9AD7D90-8A8A-43F8-9888-2DBC56A1F521}" destId="{12C870D4-DF05-4A9D-A476-2F7C61111037}" srcOrd="2" destOrd="0" presId="urn:microsoft.com/office/officeart/2005/8/layout/vList2"/>
    <dgm:cxn modelId="{F7B79905-0F46-44F6-B166-D77776B21A59}" type="presParOf" srcId="{A9AD7D90-8A8A-43F8-9888-2DBC56A1F521}" destId="{C68B3A1B-8980-4F15-A3A2-E6C205A297B6}" srcOrd="3" destOrd="0" presId="urn:microsoft.com/office/officeart/2005/8/layout/vList2"/>
    <dgm:cxn modelId="{8053F8C9-0AE3-4848-B20B-AD0B4545954E}" type="presParOf" srcId="{A9AD7D90-8A8A-43F8-9888-2DBC56A1F521}" destId="{CC347931-37CF-40BF-8370-A11390A756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09D2D68F-3E7C-42C7-B58C-4318AF3289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639FA64-7605-449C-8CE9-3E159829427C}">
      <dgm:prSet/>
      <dgm:spPr/>
      <dgm:t>
        <a:bodyPr/>
        <a:lstStyle/>
        <a:p>
          <a:r>
            <a:rPr lang="uk-UA" b="0" i="0"/>
            <a:t>припинення бойових дій загонів УПА та діяльності підпілля ОУН</a:t>
          </a:r>
          <a:endParaRPr lang="uk-UA"/>
        </a:p>
      </dgm:t>
    </dgm:pt>
    <dgm:pt modelId="{74AFD504-79AE-4F6B-8C6C-4DCFAAFD5482}" type="parTrans" cxnId="{3996B945-8FBA-4AC6-A355-476F6611BE63}">
      <dgm:prSet/>
      <dgm:spPr/>
      <dgm:t>
        <a:bodyPr/>
        <a:lstStyle/>
        <a:p>
          <a:endParaRPr lang="uk-UA"/>
        </a:p>
      </dgm:t>
    </dgm:pt>
    <dgm:pt modelId="{9E997226-13B0-4B3E-B2E5-DDD52BC5123E}" type="sibTrans" cxnId="{3996B945-8FBA-4AC6-A355-476F6611BE63}">
      <dgm:prSet/>
      <dgm:spPr/>
      <dgm:t>
        <a:bodyPr/>
        <a:lstStyle/>
        <a:p>
          <a:endParaRPr lang="uk-UA"/>
        </a:p>
      </dgm:t>
    </dgm:pt>
    <dgm:pt modelId="{78FDB753-9B4E-4D1C-A8B9-40AADB27AE2C}">
      <dgm:prSet/>
      <dgm:spPr/>
      <dgm:t>
        <a:bodyPr/>
        <a:lstStyle/>
        <a:p>
          <a:r>
            <a:rPr lang="uk-UA" b="0" i="0"/>
            <a:t>вихід республіки на міжнародну арену, вступ до Організації Об’єднаних Націй</a:t>
          </a:r>
          <a:endParaRPr lang="uk-UA"/>
        </a:p>
      </dgm:t>
    </dgm:pt>
    <dgm:pt modelId="{9060FD34-259E-4263-B922-7ACBBE192981}" type="parTrans" cxnId="{414AA8C2-BE72-436B-A695-7C302F92B71C}">
      <dgm:prSet/>
      <dgm:spPr/>
      <dgm:t>
        <a:bodyPr/>
        <a:lstStyle/>
        <a:p>
          <a:endParaRPr lang="uk-UA"/>
        </a:p>
      </dgm:t>
    </dgm:pt>
    <dgm:pt modelId="{BCEA426D-BE90-4115-99A4-6E5824103D5B}" type="sibTrans" cxnId="{414AA8C2-BE72-436B-A695-7C302F92B71C}">
      <dgm:prSet/>
      <dgm:spPr/>
      <dgm:t>
        <a:bodyPr/>
        <a:lstStyle/>
        <a:p>
          <a:endParaRPr lang="uk-UA"/>
        </a:p>
      </dgm:t>
    </dgm:pt>
    <dgm:pt modelId="{0207A4A6-4277-4FC3-B1F6-A17708F7731E}">
      <dgm:prSet/>
      <dgm:spPr/>
      <dgm:t>
        <a:bodyPr/>
        <a:lstStyle/>
        <a:p>
          <a:r>
            <a:rPr lang="uk-UA" b="0" i="0"/>
            <a:t>чисельні людські втрати та матеріальні збитки народного господарства Української РСР</a:t>
          </a:r>
          <a:endParaRPr lang="uk-UA"/>
        </a:p>
      </dgm:t>
    </dgm:pt>
    <dgm:pt modelId="{0B4D5AA2-5D49-4B3A-9025-5F00C008CB33}" type="parTrans" cxnId="{42225857-C056-49CE-8BAD-6CD046DDF253}">
      <dgm:prSet/>
      <dgm:spPr/>
      <dgm:t>
        <a:bodyPr/>
        <a:lstStyle/>
        <a:p>
          <a:endParaRPr lang="uk-UA"/>
        </a:p>
      </dgm:t>
    </dgm:pt>
    <dgm:pt modelId="{0305F5C0-703A-4CBD-8336-45382CC264AC}" type="sibTrans" cxnId="{42225857-C056-49CE-8BAD-6CD046DDF253}">
      <dgm:prSet/>
      <dgm:spPr/>
      <dgm:t>
        <a:bodyPr/>
        <a:lstStyle/>
        <a:p>
          <a:endParaRPr lang="uk-UA"/>
        </a:p>
      </dgm:t>
    </dgm:pt>
    <dgm:pt modelId="{CC081A38-B367-492F-BFB1-0A9205ECC8A2}">
      <dgm:prSet/>
      <dgm:spPr/>
      <dgm:t>
        <a:bodyPr/>
        <a:lstStyle/>
        <a:p>
          <a:r>
            <a:rPr lang="uk-UA" b="0" i="0"/>
            <a:t>надання Українській РСР статусу союзної республіки у складі Радянського Союзу</a:t>
          </a:r>
          <a:endParaRPr lang="uk-UA"/>
        </a:p>
      </dgm:t>
    </dgm:pt>
    <dgm:pt modelId="{FFA9543D-9A89-4EDB-94E0-9B1FAD3FBCF5}" type="parTrans" cxnId="{D6C38698-65AC-4639-AEF0-F8F1EE25A07A}">
      <dgm:prSet/>
      <dgm:spPr/>
      <dgm:t>
        <a:bodyPr/>
        <a:lstStyle/>
        <a:p>
          <a:endParaRPr lang="uk-UA"/>
        </a:p>
      </dgm:t>
    </dgm:pt>
    <dgm:pt modelId="{933E1535-39BA-472D-A62A-809D7C13D710}" type="sibTrans" cxnId="{D6C38698-65AC-4639-AEF0-F8F1EE25A07A}">
      <dgm:prSet/>
      <dgm:spPr/>
      <dgm:t>
        <a:bodyPr/>
        <a:lstStyle/>
        <a:p>
          <a:endParaRPr lang="uk-UA"/>
        </a:p>
      </dgm:t>
    </dgm:pt>
    <dgm:pt modelId="{7AE5E941-47F4-4BF0-8BA4-7577DEB42C83}" type="pres">
      <dgm:prSet presAssocID="{09D2D68F-3E7C-42C7-B58C-4318AF328952}" presName="linear" presStyleCnt="0">
        <dgm:presLayoutVars>
          <dgm:animLvl val="lvl"/>
          <dgm:resizeHandles val="exact"/>
        </dgm:presLayoutVars>
      </dgm:prSet>
      <dgm:spPr/>
    </dgm:pt>
    <dgm:pt modelId="{EFAFDC17-77F1-4F88-A968-5FDDA47CA2BD}" type="pres">
      <dgm:prSet presAssocID="{7639FA64-7605-449C-8CE9-3E15982942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43F046-EDC0-4E3F-9FF1-C9F9640DA2DB}" type="pres">
      <dgm:prSet presAssocID="{9E997226-13B0-4B3E-B2E5-DDD52BC5123E}" presName="spacer" presStyleCnt="0"/>
      <dgm:spPr/>
    </dgm:pt>
    <dgm:pt modelId="{9C97E875-ECF2-40F7-83A9-C95F46297833}" type="pres">
      <dgm:prSet presAssocID="{78FDB753-9B4E-4D1C-A8B9-40AADB27AE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1F4BC9-9017-4B10-A360-9663C6E6C0AC}" type="pres">
      <dgm:prSet presAssocID="{BCEA426D-BE90-4115-99A4-6E5824103D5B}" presName="spacer" presStyleCnt="0"/>
      <dgm:spPr/>
    </dgm:pt>
    <dgm:pt modelId="{463AA5AE-9527-42F5-BF46-373C01EADC2F}" type="pres">
      <dgm:prSet presAssocID="{0207A4A6-4277-4FC3-B1F6-A17708F773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B47C9B-8B3F-4E19-B59C-CF7F1034C9B9}" type="pres">
      <dgm:prSet presAssocID="{0305F5C0-703A-4CBD-8336-45382CC264AC}" presName="spacer" presStyleCnt="0"/>
      <dgm:spPr/>
    </dgm:pt>
    <dgm:pt modelId="{94C70294-E5C1-43CA-ABF1-34409ADB922A}" type="pres">
      <dgm:prSet presAssocID="{CC081A38-B367-492F-BFB1-0A9205ECC8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0FF852B-83E5-4459-BA65-08EC7DEA8F14}" type="presOf" srcId="{0207A4A6-4277-4FC3-B1F6-A17708F7731E}" destId="{463AA5AE-9527-42F5-BF46-373C01EADC2F}" srcOrd="0" destOrd="0" presId="urn:microsoft.com/office/officeart/2005/8/layout/vList2"/>
    <dgm:cxn modelId="{9C251F31-253D-43EC-ABAB-A06A5240B5B9}" type="presOf" srcId="{09D2D68F-3E7C-42C7-B58C-4318AF328952}" destId="{7AE5E941-47F4-4BF0-8BA4-7577DEB42C83}" srcOrd="0" destOrd="0" presId="urn:microsoft.com/office/officeart/2005/8/layout/vList2"/>
    <dgm:cxn modelId="{3996B945-8FBA-4AC6-A355-476F6611BE63}" srcId="{09D2D68F-3E7C-42C7-B58C-4318AF328952}" destId="{7639FA64-7605-449C-8CE9-3E159829427C}" srcOrd="0" destOrd="0" parTransId="{74AFD504-79AE-4F6B-8C6C-4DCFAAFD5482}" sibTransId="{9E997226-13B0-4B3E-B2E5-DDD52BC5123E}"/>
    <dgm:cxn modelId="{1F28374F-B7FC-4411-A492-EB6FA6C598B8}" type="presOf" srcId="{CC081A38-B367-492F-BFB1-0A9205ECC8A2}" destId="{94C70294-E5C1-43CA-ABF1-34409ADB922A}" srcOrd="0" destOrd="0" presId="urn:microsoft.com/office/officeart/2005/8/layout/vList2"/>
    <dgm:cxn modelId="{42225857-C056-49CE-8BAD-6CD046DDF253}" srcId="{09D2D68F-3E7C-42C7-B58C-4318AF328952}" destId="{0207A4A6-4277-4FC3-B1F6-A17708F7731E}" srcOrd="2" destOrd="0" parTransId="{0B4D5AA2-5D49-4B3A-9025-5F00C008CB33}" sibTransId="{0305F5C0-703A-4CBD-8336-45382CC264AC}"/>
    <dgm:cxn modelId="{5BCA2082-40A5-4B97-BD00-33BC045C6E71}" type="presOf" srcId="{78FDB753-9B4E-4D1C-A8B9-40AADB27AE2C}" destId="{9C97E875-ECF2-40F7-83A9-C95F46297833}" srcOrd="0" destOrd="0" presId="urn:microsoft.com/office/officeart/2005/8/layout/vList2"/>
    <dgm:cxn modelId="{D6C38698-65AC-4639-AEF0-F8F1EE25A07A}" srcId="{09D2D68F-3E7C-42C7-B58C-4318AF328952}" destId="{CC081A38-B367-492F-BFB1-0A9205ECC8A2}" srcOrd="3" destOrd="0" parTransId="{FFA9543D-9A89-4EDB-94E0-9B1FAD3FBCF5}" sibTransId="{933E1535-39BA-472D-A62A-809D7C13D710}"/>
    <dgm:cxn modelId="{414AA8C2-BE72-436B-A695-7C302F92B71C}" srcId="{09D2D68F-3E7C-42C7-B58C-4318AF328952}" destId="{78FDB753-9B4E-4D1C-A8B9-40AADB27AE2C}" srcOrd="1" destOrd="0" parTransId="{9060FD34-259E-4263-B922-7ACBBE192981}" sibTransId="{BCEA426D-BE90-4115-99A4-6E5824103D5B}"/>
    <dgm:cxn modelId="{7D67F4CA-0F19-4FAC-9B48-3508CA3EFFF1}" type="presOf" srcId="{7639FA64-7605-449C-8CE9-3E159829427C}" destId="{EFAFDC17-77F1-4F88-A968-5FDDA47CA2BD}" srcOrd="0" destOrd="0" presId="urn:microsoft.com/office/officeart/2005/8/layout/vList2"/>
    <dgm:cxn modelId="{53C4A4E3-27CC-4660-96CC-796B7AD97FD3}" type="presParOf" srcId="{7AE5E941-47F4-4BF0-8BA4-7577DEB42C83}" destId="{EFAFDC17-77F1-4F88-A968-5FDDA47CA2BD}" srcOrd="0" destOrd="0" presId="urn:microsoft.com/office/officeart/2005/8/layout/vList2"/>
    <dgm:cxn modelId="{93ABF45F-6CF1-423E-AE42-C25FE38DABA5}" type="presParOf" srcId="{7AE5E941-47F4-4BF0-8BA4-7577DEB42C83}" destId="{1D43F046-EDC0-4E3F-9FF1-C9F9640DA2DB}" srcOrd="1" destOrd="0" presId="urn:microsoft.com/office/officeart/2005/8/layout/vList2"/>
    <dgm:cxn modelId="{D938EFC5-BC4C-40E6-93E5-3DE2F6648A14}" type="presParOf" srcId="{7AE5E941-47F4-4BF0-8BA4-7577DEB42C83}" destId="{9C97E875-ECF2-40F7-83A9-C95F46297833}" srcOrd="2" destOrd="0" presId="urn:microsoft.com/office/officeart/2005/8/layout/vList2"/>
    <dgm:cxn modelId="{80E4F143-3A9A-4F06-9C55-766771B3190D}" type="presParOf" srcId="{7AE5E941-47F4-4BF0-8BA4-7577DEB42C83}" destId="{8C1F4BC9-9017-4B10-A360-9663C6E6C0AC}" srcOrd="3" destOrd="0" presId="urn:microsoft.com/office/officeart/2005/8/layout/vList2"/>
    <dgm:cxn modelId="{984660E7-4CBF-43B5-99AC-9A8E6BB112AB}" type="presParOf" srcId="{7AE5E941-47F4-4BF0-8BA4-7577DEB42C83}" destId="{463AA5AE-9527-42F5-BF46-373C01EADC2F}" srcOrd="4" destOrd="0" presId="urn:microsoft.com/office/officeart/2005/8/layout/vList2"/>
    <dgm:cxn modelId="{D7FE1A03-8FE0-40BF-9453-4E0985505DBE}" type="presParOf" srcId="{7AE5E941-47F4-4BF0-8BA4-7577DEB42C83}" destId="{F1B47C9B-8B3F-4E19-B59C-CF7F1034C9B9}" srcOrd="5" destOrd="0" presId="urn:microsoft.com/office/officeart/2005/8/layout/vList2"/>
    <dgm:cxn modelId="{AF7DC785-1990-4231-BB31-A6CA0D8BA92C}" type="presParOf" srcId="{7AE5E941-47F4-4BF0-8BA4-7577DEB42C83}" destId="{94C70294-E5C1-43CA-ABF1-34409ADB92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8057F358-09F5-4ED1-B9E5-1DDFDBC598C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D42D52-1A28-4493-8C96-607CEEC74169}">
      <dgm:prSet/>
      <dgm:spPr/>
      <dgm:t>
        <a:bodyPr/>
        <a:lstStyle/>
        <a:p>
          <a:r>
            <a:rPr lang="uk-UA" b="0" i="0"/>
            <a:t>Буковину</a:t>
          </a:r>
          <a:endParaRPr lang="uk-UA"/>
        </a:p>
      </dgm:t>
    </dgm:pt>
    <dgm:pt modelId="{4D69E4C1-FFFC-4127-93B0-63679B022D23}" type="parTrans" cxnId="{C5F24D96-5FB6-4654-AEA0-F3D16E851B60}">
      <dgm:prSet/>
      <dgm:spPr/>
      <dgm:t>
        <a:bodyPr/>
        <a:lstStyle/>
        <a:p>
          <a:endParaRPr lang="uk-UA"/>
        </a:p>
      </dgm:t>
    </dgm:pt>
    <dgm:pt modelId="{2E10F3E9-3978-4383-9925-02E46578258A}" type="sibTrans" cxnId="{C5F24D96-5FB6-4654-AEA0-F3D16E851B60}">
      <dgm:prSet/>
      <dgm:spPr/>
      <dgm:t>
        <a:bodyPr/>
        <a:lstStyle/>
        <a:p>
          <a:endParaRPr lang="uk-UA"/>
        </a:p>
      </dgm:t>
    </dgm:pt>
    <dgm:pt modelId="{1E61FD69-F7FF-4175-AAE8-B01C686F6085}">
      <dgm:prSet/>
      <dgm:spPr/>
      <dgm:t>
        <a:bodyPr/>
        <a:lstStyle/>
        <a:p>
          <a:r>
            <a:rPr lang="uk-UA" b="0" i="0"/>
            <a:t>Закарпаття</a:t>
          </a:r>
          <a:endParaRPr lang="uk-UA"/>
        </a:p>
      </dgm:t>
    </dgm:pt>
    <dgm:pt modelId="{D2DCDE10-CC3E-4FCB-B3DC-CFF979AC294C}" type="parTrans" cxnId="{5F41DA70-CA93-477D-88BA-4D0DF05E00F4}">
      <dgm:prSet/>
      <dgm:spPr/>
      <dgm:t>
        <a:bodyPr/>
        <a:lstStyle/>
        <a:p>
          <a:endParaRPr lang="uk-UA"/>
        </a:p>
      </dgm:t>
    </dgm:pt>
    <dgm:pt modelId="{47124F0F-F065-47FC-8453-D9D7769A11D3}" type="sibTrans" cxnId="{5F41DA70-CA93-477D-88BA-4D0DF05E00F4}">
      <dgm:prSet/>
      <dgm:spPr/>
      <dgm:t>
        <a:bodyPr/>
        <a:lstStyle/>
        <a:p>
          <a:endParaRPr lang="uk-UA"/>
        </a:p>
      </dgm:t>
    </dgm:pt>
    <dgm:pt modelId="{110D3159-3B1E-4C9A-B046-C2FD90B91A89}">
      <dgm:prSet/>
      <dgm:spPr/>
      <dgm:t>
        <a:bodyPr/>
        <a:lstStyle/>
        <a:p>
          <a:r>
            <a:rPr lang="uk-UA" b="0" i="0"/>
            <a:t>Галичину</a:t>
          </a:r>
          <a:endParaRPr lang="uk-UA"/>
        </a:p>
      </dgm:t>
    </dgm:pt>
    <dgm:pt modelId="{03FFEE18-1F11-4582-868C-357285293B5F}" type="parTrans" cxnId="{B73EB151-F29F-4635-AE99-BA47E0D86C38}">
      <dgm:prSet/>
      <dgm:spPr/>
      <dgm:t>
        <a:bodyPr/>
        <a:lstStyle/>
        <a:p>
          <a:endParaRPr lang="uk-UA"/>
        </a:p>
      </dgm:t>
    </dgm:pt>
    <dgm:pt modelId="{806E92A7-1274-48B6-A16A-9EBAC9CAEE67}" type="sibTrans" cxnId="{B73EB151-F29F-4635-AE99-BA47E0D86C38}">
      <dgm:prSet/>
      <dgm:spPr/>
      <dgm:t>
        <a:bodyPr/>
        <a:lstStyle/>
        <a:p>
          <a:endParaRPr lang="uk-UA"/>
        </a:p>
      </dgm:t>
    </dgm:pt>
    <dgm:pt modelId="{CD63D8AE-733C-4948-8809-2CC80E2F629A}">
      <dgm:prSet/>
      <dgm:spPr/>
      <dgm:t>
        <a:bodyPr/>
        <a:lstStyle/>
        <a:p>
          <a:r>
            <a:rPr lang="uk-UA" b="0" i="0"/>
            <a:t>Волинь</a:t>
          </a:r>
          <a:endParaRPr lang="uk-UA"/>
        </a:p>
      </dgm:t>
    </dgm:pt>
    <dgm:pt modelId="{C30520CD-C4C3-42B8-8003-50CC36BE543B}" type="parTrans" cxnId="{19B51F57-E053-4AC1-9B4D-CDA6ECD6950A}">
      <dgm:prSet/>
      <dgm:spPr/>
      <dgm:t>
        <a:bodyPr/>
        <a:lstStyle/>
        <a:p>
          <a:endParaRPr lang="uk-UA"/>
        </a:p>
      </dgm:t>
    </dgm:pt>
    <dgm:pt modelId="{9A7B7C85-E994-4D22-872C-E73662352925}" type="sibTrans" cxnId="{19B51F57-E053-4AC1-9B4D-CDA6ECD6950A}">
      <dgm:prSet/>
      <dgm:spPr/>
      <dgm:t>
        <a:bodyPr/>
        <a:lstStyle/>
        <a:p>
          <a:endParaRPr lang="uk-UA"/>
        </a:p>
      </dgm:t>
    </dgm:pt>
    <dgm:pt modelId="{D4B316AB-26EA-4E5F-8A82-E92623F9D993}" type="pres">
      <dgm:prSet presAssocID="{8057F358-09F5-4ED1-B9E5-1DDFDBC598C1}" presName="linearFlow" presStyleCnt="0">
        <dgm:presLayoutVars>
          <dgm:dir/>
          <dgm:resizeHandles val="exact"/>
        </dgm:presLayoutVars>
      </dgm:prSet>
      <dgm:spPr/>
    </dgm:pt>
    <dgm:pt modelId="{13D51258-D148-48F0-8D6D-E5F89D5307BA}" type="pres">
      <dgm:prSet presAssocID="{35D42D52-1A28-4493-8C96-607CEEC74169}" presName="composite" presStyleCnt="0"/>
      <dgm:spPr/>
    </dgm:pt>
    <dgm:pt modelId="{D3A4590C-E307-42D1-B4B1-59F1BCF54980}" type="pres">
      <dgm:prSet presAssocID="{35D42D52-1A28-4493-8C96-607CEEC74169}" presName="imgShp" presStyleLbl="fgImgPlace1" presStyleIdx="0" presStyleCnt="4"/>
      <dgm:spPr/>
    </dgm:pt>
    <dgm:pt modelId="{3EC54D46-5F20-4A91-B934-A7A110D5C602}" type="pres">
      <dgm:prSet presAssocID="{35D42D52-1A28-4493-8C96-607CEEC74169}" presName="txShp" presStyleLbl="node1" presStyleIdx="0" presStyleCnt="4">
        <dgm:presLayoutVars>
          <dgm:bulletEnabled val="1"/>
        </dgm:presLayoutVars>
      </dgm:prSet>
      <dgm:spPr/>
    </dgm:pt>
    <dgm:pt modelId="{ED2517FB-7CA4-4750-B9F2-C2B71685A69E}" type="pres">
      <dgm:prSet presAssocID="{2E10F3E9-3978-4383-9925-02E46578258A}" presName="spacing" presStyleCnt="0"/>
      <dgm:spPr/>
    </dgm:pt>
    <dgm:pt modelId="{3E9491B0-7002-418F-B2E4-71F49F232AB8}" type="pres">
      <dgm:prSet presAssocID="{1E61FD69-F7FF-4175-AAE8-B01C686F6085}" presName="composite" presStyleCnt="0"/>
      <dgm:spPr/>
    </dgm:pt>
    <dgm:pt modelId="{095F11DA-A773-465A-A2AB-AC250A991F4A}" type="pres">
      <dgm:prSet presAssocID="{1E61FD69-F7FF-4175-AAE8-B01C686F6085}" presName="imgShp" presStyleLbl="fgImgPlace1" presStyleIdx="1" presStyleCnt="4"/>
      <dgm:spPr/>
    </dgm:pt>
    <dgm:pt modelId="{AC168B41-38FE-4C01-8B09-B95693A8EC4B}" type="pres">
      <dgm:prSet presAssocID="{1E61FD69-F7FF-4175-AAE8-B01C686F6085}" presName="txShp" presStyleLbl="node1" presStyleIdx="1" presStyleCnt="4">
        <dgm:presLayoutVars>
          <dgm:bulletEnabled val="1"/>
        </dgm:presLayoutVars>
      </dgm:prSet>
      <dgm:spPr/>
    </dgm:pt>
    <dgm:pt modelId="{B6C64725-CD0F-4E37-B38E-BD02CF433A55}" type="pres">
      <dgm:prSet presAssocID="{47124F0F-F065-47FC-8453-D9D7769A11D3}" presName="spacing" presStyleCnt="0"/>
      <dgm:spPr/>
    </dgm:pt>
    <dgm:pt modelId="{A67B99EF-D6A7-4F92-8D03-950F85D3D09E}" type="pres">
      <dgm:prSet presAssocID="{110D3159-3B1E-4C9A-B046-C2FD90B91A89}" presName="composite" presStyleCnt="0"/>
      <dgm:spPr/>
    </dgm:pt>
    <dgm:pt modelId="{48B57F76-6AAC-411E-AE0D-CCF422CC232C}" type="pres">
      <dgm:prSet presAssocID="{110D3159-3B1E-4C9A-B046-C2FD90B91A89}" presName="imgShp" presStyleLbl="fgImgPlace1" presStyleIdx="2" presStyleCnt="4"/>
      <dgm:spPr/>
    </dgm:pt>
    <dgm:pt modelId="{089DC30B-75E1-4CD8-BC36-D1E5C3DB13F4}" type="pres">
      <dgm:prSet presAssocID="{110D3159-3B1E-4C9A-B046-C2FD90B91A89}" presName="txShp" presStyleLbl="node1" presStyleIdx="2" presStyleCnt="4">
        <dgm:presLayoutVars>
          <dgm:bulletEnabled val="1"/>
        </dgm:presLayoutVars>
      </dgm:prSet>
      <dgm:spPr/>
    </dgm:pt>
    <dgm:pt modelId="{0B20A4B8-BFFB-425C-BEC1-CAFEFDC5D005}" type="pres">
      <dgm:prSet presAssocID="{806E92A7-1274-48B6-A16A-9EBAC9CAEE67}" presName="spacing" presStyleCnt="0"/>
      <dgm:spPr/>
    </dgm:pt>
    <dgm:pt modelId="{D802A812-F27E-45EE-8582-39CB188DF3FA}" type="pres">
      <dgm:prSet presAssocID="{CD63D8AE-733C-4948-8809-2CC80E2F629A}" presName="composite" presStyleCnt="0"/>
      <dgm:spPr/>
    </dgm:pt>
    <dgm:pt modelId="{B59A2A55-60CB-48C4-820A-53DFD9C06B97}" type="pres">
      <dgm:prSet presAssocID="{CD63D8AE-733C-4948-8809-2CC80E2F629A}" presName="imgShp" presStyleLbl="fgImgPlace1" presStyleIdx="3" presStyleCnt="4"/>
      <dgm:spPr/>
    </dgm:pt>
    <dgm:pt modelId="{0EEF0F0F-CFA5-40C7-9145-B10C5CD1D5AD}" type="pres">
      <dgm:prSet presAssocID="{CD63D8AE-733C-4948-8809-2CC80E2F629A}" presName="txShp" presStyleLbl="node1" presStyleIdx="3" presStyleCnt="4">
        <dgm:presLayoutVars>
          <dgm:bulletEnabled val="1"/>
        </dgm:presLayoutVars>
      </dgm:prSet>
      <dgm:spPr/>
    </dgm:pt>
  </dgm:ptLst>
  <dgm:cxnLst>
    <dgm:cxn modelId="{5F41DA70-CA93-477D-88BA-4D0DF05E00F4}" srcId="{8057F358-09F5-4ED1-B9E5-1DDFDBC598C1}" destId="{1E61FD69-F7FF-4175-AAE8-B01C686F6085}" srcOrd="1" destOrd="0" parTransId="{D2DCDE10-CC3E-4FCB-B3DC-CFF979AC294C}" sibTransId="{47124F0F-F065-47FC-8453-D9D7769A11D3}"/>
    <dgm:cxn modelId="{B73EB151-F29F-4635-AE99-BA47E0D86C38}" srcId="{8057F358-09F5-4ED1-B9E5-1DDFDBC598C1}" destId="{110D3159-3B1E-4C9A-B046-C2FD90B91A89}" srcOrd="2" destOrd="0" parTransId="{03FFEE18-1F11-4582-868C-357285293B5F}" sibTransId="{806E92A7-1274-48B6-A16A-9EBAC9CAEE67}"/>
    <dgm:cxn modelId="{19B51F57-E053-4AC1-9B4D-CDA6ECD6950A}" srcId="{8057F358-09F5-4ED1-B9E5-1DDFDBC598C1}" destId="{CD63D8AE-733C-4948-8809-2CC80E2F629A}" srcOrd="3" destOrd="0" parTransId="{C30520CD-C4C3-42B8-8003-50CC36BE543B}" sibTransId="{9A7B7C85-E994-4D22-872C-E73662352925}"/>
    <dgm:cxn modelId="{11075180-A519-4E09-BEEE-C9F7896488DA}" type="presOf" srcId="{8057F358-09F5-4ED1-B9E5-1DDFDBC598C1}" destId="{D4B316AB-26EA-4E5F-8A82-E92623F9D993}" srcOrd="0" destOrd="0" presId="urn:microsoft.com/office/officeart/2005/8/layout/vList3"/>
    <dgm:cxn modelId="{4E2AE784-C6B3-4CB9-8640-D351921DB3BF}" type="presOf" srcId="{110D3159-3B1E-4C9A-B046-C2FD90B91A89}" destId="{089DC30B-75E1-4CD8-BC36-D1E5C3DB13F4}" srcOrd="0" destOrd="0" presId="urn:microsoft.com/office/officeart/2005/8/layout/vList3"/>
    <dgm:cxn modelId="{36E80085-C241-431E-B5C2-D7D0170CD576}" type="presOf" srcId="{35D42D52-1A28-4493-8C96-607CEEC74169}" destId="{3EC54D46-5F20-4A91-B934-A7A110D5C602}" srcOrd="0" destOrd="0" presId="urn:microsoft.com/office/officeart/2005/8/layout/vList3"/>
    <dgm:cxn modelId="{C5F24D96-5FB6-4654-AEA0-F3D16E851B60}" srcId="{8057F358-09F5-4ED1-B9E5-1DDFDBC598C1}" destId="{35D42D52-1A28-4493-8C96-607CEEC74169}" srcOrd="0" destOrd="0" parTransId="{4D69E4C1-FFFC-4127-93B0-63679B022D23}" sibTransId="{2E10F3E9-3978-4383-9925-02E46578258A}"/>
    <dgm:cxn modelId="{999FA5B4-88D5-4CC0-A219-14A1A74031C2}" type="presOf" srcId="{1E61FD69-F7FF-4175-AAE8-B01C686F6085}" destId="{AC168B41-38FE-4C01-8B09-B95693A8EC4B}" srcOrd="0" destOrd="0" presId="urn:microsoft.com/office/officeart/2005/8/layout/vList3"/>
    <dgm:cxn modelId="{937215FB-ED64-470F-9B4E-D5C468879470}" type="presOf" srcId="{CD63D8AE-733C-4948-8809-2CC80E2F629A}" destId="{0EEF0F0F-CFA5-40C7-9145-B10C5CD1D5AD}" srcOrd="0" destOrd="0" presId="urn:microsoft.com/office/officeart/2005/8/layout/vList3"/>
    <dgm:cxn modelId="{5AD778FE-E6F6-4BE4-B350-7014CAE0FF99}" type="presParOf" srcId="{D4B316AB-26EA-4E5F-8A82-E92623F9D993}" destId="{13D51258-D148-48F0-8D6D-E5F89D5307BA}" srcOrd="0" destOrd="0" presId="urn:microsoft.com/office/officeart/2005/8/layout/vList3"/>
    <dgm:cxn modelId="{8D469CE8-C8C6-4BF4-A008-4FBE1D4A5C75}" type="presParOf" srcId="{13D51258-D148-48F0-8D6D-E5F89D5307BA}" destId="{D3A4590C-E307-42D1-B4B1-59F1BCF54980}" srcOrd="0" destOrd="0" presId="urn:microsoft.com/office/officeart/2005/8/layout/vList3"/>
    <dgm:cxn modelId="{A97988F1-64FB-4627-9775-2AC7CFB2EE4F}" type="presParOf" srcId="{13D51258-D148-48F0-8D6D-E5F89D5307BA}" destId="{3EC54D46-5F20-4A91-B934-A7A110D5C602}" srcOrd="1" destOrd="0" presId="urn:microsoft.com/office/officeart/2005/8/layout/vList3"/>
    <dgm:cxn modelId="{A35D3D85-B9D9-45AD-A651-FCAFC0F0EF0C}" type="presParOf" srcId="{D4B316AB-26EA-4E5F-8A82-E92623F9D993}" destId="{ED2517FB-7CA4-4750-B9F2-C2B71685A69E}" srcOrd="1" destOrd="0" presId="urn:microsoft.com/office/officeart/2005/8/layout/vList3"/>
    <dgm:cxn modelId="{17EA6886-6419-4682-BFF1-C681A0699704}" type="presParOf" srcId="{D4B316AB-26EA-4E5F-8A82-E92623F9D993}" destId="{3E9491B0-7002-418F-B2E4-71F49F232AB8}" srcOrd="2" destOrd="0" presId="urn:microsoft.com/office/officeart/2005/8/layout/vList3"/>
    <dgm:cxn modelId="{6D49E262-5641-4DBF-A13F-E5FE0CA2AAB2}" type="presParOf" srcId="{3E9491B0-7002-418F-B2E4-71F49F232AB8}" destId="{095F11DA-A773-465A-A2AB-AC250A991F4A}" srcOrd="0" destOrd="0" presId="urn:microsoft.com/office/officeart/2005/8/layout/vList3"/>
    <dgm:cxn modelId="{8C2A4EF9-91E8-4F42-97E8-F7D8AB571CE9}" type="presParOf" srcId="{3E9491B0-7002-418F-B2E4-71F49F232AB8}" destId="{AC168B41-38FE-4C01-8B09-B95693A8EC4B}" srcOrd="1" destOrd="0" presId="urn:microsoft.com/office/officeart/2005/8/layout/vList3"/>
    <dgm:cxn modelId="{3AB5F470-D6EA-422B-A331-FA92C7AC009F}" type="presParOf" srcId="{D4B316AB-26EA-4E5F-8A82-E92623F9D993}" destId="{B6C64725-CD0F-4E37-B38E-BD02CF433A55}" srcOrd="3" destOrd="0" presId="urn:microsoft.com/office/officeart/2005/8/layout/vList3"/>
    <dgm:cxn modelId="{79CFA9BD-9F67-42FF-A145-555E0844CB7F}" type="presParOf" srcId="{D4B316AB-26EA-4E5F-8A82-E92623F9D993}" destId="{A67B99EF-D6A7-4F92-8D03-950F85D3D09E}" srcOrd="4" destOrd="0" presId="urn:microsoft.com/office/officeart/2005/8/layout/vList3"/>
    <dgm:cxn modelId="{78F8EF0C-2C78-4295-94C9-49405E3A524C}" type="presParOf" srcId="{A67B99EF-D6A7-4F92-8D03-950F85D3D09E}" destId="{48B57F76-6AAC-411E-AE0D-CCF422CC232C}" srcOrd="0" destOrd="0" presId="urn:microsoft.com/office/officeart/2005/8/layout/vList3"/>
    <dgm:cxn modelId="{93FB679B-94B1-43B8-898F-6A41094E07FB}" type="presParOf" srcId="{A67B99EF-D6A7-4F92-8D03-950F85D3D09E}" destId="{089DC30B-75E1-4CD8-BC36-D1E5C3DB13F4}" srcOrd="1" destOrd="0" presId="urn:microsoft.com/office/officeart/2005/8/layout/vList3"/>
    <dgm:cxn modelId="{4171DB2C-5BF6-47EA-94BB-6AFA0C21744C}" type="presParOf" srcId="{D4B316AB-26EA-4E5F-8A82-E92623F9D993}" destId="{0B20A4B8-BFFB-425C-BEC1-CAFEFDC5D005}" srcOrd="5" destOrd="0" presId="urn:microsoft.com/office/officeart/2005/8/layout/vList3"/>
    <dgm:cxn modelId="{D47F4B1C-8951-4A26-8CA9-6D2B61F9CAFB}" type="presParOf" srcId="{D4B316AB-26EA-4E5F-8A82-E92623F9D993}" destId="{D802A812-F27E-45EE-8582-39CB188DF3FA}" srcOrd="6" destOrd="0" presId="urn:microsoft.com/office/officeart/2005/8/layout/vList3"/>
    <dgm:cxn modelId="{718D69EB-1880-4FFC-B7E0-983E35CE8B29}" type="presParOf" srcId="{D802A812-F27E-45EE-8582-39CB188DF3FA}" destId="{B59A2A55-60CB-48C4-820A-53DFD9C06B97}" srcOrd="0" destOrd="0" presId="urn:microsoft.com/office/officeart/2005/8/layout/vList3"/>
    <dgm:cxn modelId="{03DB7D5F-A98B-430F-A6D7-645B7EA768FC}" type="presParOf" srcId="{D802A812-F27E-45EE-8582-39CB188DF3FA}" destId="{0EEF0F0F-CFA5-40C7-9145-B10C5CD1D5A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FA5F109E-A3CD-452C-A8FD-A6B6172893D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0E133F1-1427-48E7-9FB8-520751287FE5}">
      <dgm:prSet/>
      <dgm:spPr/>
      <dgm:t>
        <a:bodyPr/>
        <a:lstStyle/>
        <a:p>
          <a:r>
            <a:rPr lang="ru-RU" b="0" i="0"/>
            <a:t>9 травня 1945 р.</a:t>
          </a:r>
          <a:endParaRPr lang="uk-UA"/>
        </a:p>
      </dgm:t>
    </dgm:pt>
    <dgm:pt modelId="{E18BEB7F-940B-452C-9DFC-2082C1F0A472}" type="parTrans" cxnId="{EC11986D-6DD0-4F57-A2B6-06BF28F80C38}">
      <dgm:prSet/>
      <dgm:spPr/>
      <dgm:t>
        <a:bodyPr/>
        <a:lstStyle/>
        <a:p>
          <a:endParaRPr lang="uk-UA"/>
        </a:p>
      </dgm:t>
    </dgm:pt>
    <dgm:pt modelId="{48D31904-B26D-4DCA-BEC2-4E920DC0BC02}" type="sibTrans" cxnId="{EC11986D-6DD0-4F57-A2B6-06BF28F80C38}">
      <dgm:prSet/>
      <dgm:spPr/>
      <dgm:t>
        <a:bodyPr/>
        <a:lstStyle/>
        <a:p>
          <a:endParaRPr lang="uk-UA"/>
        </a:p>
      </dgm:t>
    </dgm:pt>
    <dgm:pt modelId="{206BBDA7-418C-4454-84D2-CAE365CAE4AE}">
      <dgm:prSet/>
      <dgm:spPr/>
      <dgm:t>
        <a:bodyPr/>
        <a:lstStyle/>
        <a:p>
          <a:r>
            <a:rPr lang="ru-RU" b="0" i="0"/>
            <a:t>26 червня 1945 р.</a:t>
          </a:r>
          <a:endParaRPr lang="uk-UA"/>
        </a:p>
      </dgm:t>
    </dgm:pt>
    <dgm:pt modelId="{5AE7E0AF-9B3D-4B6B-9069-7C9E339C5D44}" type="parTrans" cxnId="{702363F3-F800-4AA1-AABF-C3BD713366C6}">
      <dgm:prSet/>
      <dgm:spPr/>
      <dgm:t>
        <a:bodyPr/>
        <a:lstStyle/>
        <a:p>
          <a:endParaRPr lang="uk-UA"/>
        </a:p>
      </dgm:t>
    </dgm:pt>
    <dgm:pt modelId="{50F074FF-51BD-4209-997C-04D004924A9B}" type="sibTrans" cxnId="{702363F3-F800-4AA1-AABF-C3BD713366C6}">
      <dgm:prSet/>
      <dgm:spPr/>
      <dgm:t>
        <a:bodyPr/>
        <a:lstStyle/>
        <a:p>
          <a:endParaRPr lang="uk-UA"/>
        </a:p>
      </dgm:t>
    </dgm:pt>
    <dgm:pt modelId="{765B5823-EDE1-4813-A475-CD7F404023FF}">
      <dgm:prSet/>
      <dgm:spPr/>
      <dgm:t>
        <a:bodyPr/>
        <a:lstStyle/>
        <a:p>
          <a:r>
            <a:rPr lang="ru-RU" b="0" i="0"/>
            <a:t>16 серпня 1945 р.</a:t>
          </a:r>
          <a:endParaRPr lang="uk-UA"/>
        </a:p>
      </dgm:t>
    </dgm:pt>
    <dgm:pt modelId="{A80CA537-A233-472C-A5D5-72474775B8F5}" type="parTrans" cxnId="{B2DA1801-9203-457C-86F5-76097C3CA2B5}">
      <dgm:prSet/>
      <dgm:spPr/>
      <dgm:t>
        <a:bodyPr/>
        <a:lstStyle/>
        <a:p>
          <a:endParaRPr lang="uk-UA"/>
        </a:p>
      </dgm:t>
    </dgm:pt>
    <dgm:pt modelId="{1B59D72D-5EDA-451A-93A1-6BA1B7923EEB}" type="sibTrans" cxnId="{B2DA1801-9203-457C-86F5-76097C3CA2B5}">
      <dgm:prSet/>
      <dgm:spPr/>
      <dgm:t>
        <a:bodyPr/>
        <a:lstStyle/>
        <a:p>
          <a:endParaRPr lang="uk-UA"/>
        </a:p>
      </dgm:t>
    </dgm:pt>
    <dgm:pt modelId="{743FA5E2-6A23-4D0C-8B4A-479E1EE5862C}">
      <dgm:prSet/>
      <dgm:spPr/>
      <dgm:t>
        <a:bodyPr/>
        <a:lstStyle/>
        <a:p>
          <a:r>
            <a:rPr lang="ru-RU" b="0" i="0"/>
            <a:t>2 вересня 1945 р.</a:t>
          </a:r>
          <a:br>
            <a:rPr lang="ru-RU"/>
          </a:br>
          <a:endParaRPr lang="uk-UA"/>
        </a:p>
      </dgm:t>
    </dgm:pt>
    <dgm:pt modelId="{384A44DA-BEFE-4CE3-9594-58AABAC46D22}" type="parTrans" cxnId="{4A855BA5-C117-45A1-8459-9925356C8A48}">
      <dgm:prSet/>
      <dgm:spPr/>
      <dgm:t>
        <a:bodyPr/>
        <a:lstStyle/>
        <a:p>
          <a:endParaRPr lang="uk-UA"/>
        </a:p>
      </dgm:t>
    </dgm:pt>
    <dgm:pt modelId="{70B8D4B8-D5F1-4443-A694-88DC44F3D677}" type="sibTrans" cxnId="{4A855BA5-C117-45A1-8459-9925356C8A48}">
      <dgm:prSet/>
      <dgm:spPr/>
      <dgm:t>
        <a:bodyPr/>
        <a:lstStyle/>
        <a:p>
          <a:endParaRPr lang="uk-UA"/>
        </a:p>
      </dgm:t>
    </dgm:pt>
    <dgm:pt modelId="{A9AE1D27-8B05-4BD3-8B82-B02967E0EC8D}" type="pres">
      <dgm:prSet presAssocID="{FA5F109E-A3CD-452C-A8FD-A6B6172893D1}" presName="linearFlow" presStyleCnt="0">
        <dgm:presLayoutVars>
          <dgm:dir/>
          <dgm:resizeHandles val="exact"/>
        </dgm:presLayoutVars>
      </dgm:prSet>
      <dgm:spPr/>
    </dgm:pt>
    <dgm:pt modelId="{C1C21844-39C8-48B5-AC79-3909E910C43C}" type="pres">
      <dgm:prSet presAssocID="{40E133F1-1427-48E7-9FB8-520751287FE5}" presName="composite" presStyleCnt="0"/>
      <dgm:spPr/>
    </dgm:pt>
    <dgm:pt modelId="{1A0B0BB8-725D-4BC2-900F-F0FAC766588E}" type="pres">
      <dgm:prSet presAssocID="{40E133F1-1427-48E7-9FB8-520751287FE5}" presName="imgShp" presStyleLbl="fgImgPlace1" presStyleIdx="0" presStyleCnt="4"/>
      <dgm:spPr/>
    </dgm:pt>
    <dgm:pt modelId="{C305FC5E-4F43-4719-A450-D71B487AB566}" type="pres">
      <dgm:prSet presAssocID="{40E133F1-1427-48E7-9FB8-520751287FE5}" presName="txShp" presStyleLbl="node1" presStyleIdx="0" presStyleCnt="4">
        <dgm:presLayoutVars>
          <dgm:bulletEnabled val="1"/>
        </dgm:presLayoutVars>
      </dgm:prSet>
      <dgm:spPr/>
    </dgm:pt>
    <dgm:pt modelId="{8DF5DC19-DD10-45EF-9760-3A9B4E2DE344}" type="pres">
      <dgm:prSet presAssocID="{48D31904-B26D-4DCA-BEC2-4E920DC0BC02}" presName="spacing" presStyleCnt="0"/>
      <dgm:spPr/>
    </dgm:pt>
    <dgm:pt modelId="{C0A5E356-E50F-458F-B16E-C3080FD6DB6F}" type="pres">
      <dgm:prSet presAssocID="{206BBDA7-418C-4454-84D2-CAE365CAE4AE}" presName="composite" presStyleCnt="0"/>
      <dgm:spPr/>
    </dgm:pt>
    <dgm:pt modelId="{54FC2814-9C77-49D7-8E62-DF7E89E3D5E8}" type="pres">
      <dgm:prSet presAssocID="{206BBDA7-418C-4454-84D2-CAE365CAE4AE}" presName="imgShp" presStyleLbl="fgImgPlace1" presStyleIdx="1" presStyleCnt="4"/>
      <dgm:spPr/>
    </dgm:pt>
    <dgm:pt modelId="{6B76206F-F324-41ED-9D99-4ED24AD3AB4C}" type="pres">
      <dgm:prSet presAssocID="{206BBDA7-418C-4454-84D2-CAE365CAE4AE}" presName="txShp" presStyleLbl="node1" presStyleIdx="1" presStyleCnt="4">
        <dgm:presLayoutVars>
          <dgm:bulletEnabled val="1"/>
        </dgm:presLayoutVars>
      </dgm:prSet>
      <dgm:spPr/>
    </dgm:pt>
    <dgm:pt modelId="{F8786EC8-072E-4AFD-AEAE-D8C7550D2B15}" type="pres">
      <dgm:prSet presAssocID="{50F074FF-51BD-4209-997C-04D004924A9B}" presName="spacing" presStyleCnt="0"/>
      <dgm:spPr/>
    </dgm:pt>
    <dgm:pt modelId="{7A4686A6-CBD5-4498-BA8D-D6FDAB165E2A}" type="pres">
      <dgm:prSet presAssocID="{765B5823-EDE1-4813-A475-CD7F404023FF}" presName="composite" presStyleCnt="0"/>
      <dgm:spPr/>
    </dgm:pt>
    <dgm:pt modelId="{9163E63D-DCFA-4322-ABBE-1513DD6396B8}" type="pres">
      <dgm:prSet presAssocID="{765B5823-EDE1-4813-A475-CD7F404023FF}" presName="imgShp" presStyleLbl="fgImgPlace1" presStyleIdx="2" presStyleCnt="4"/>
      <dgm:spPr/>
    </dgm:pt>
    <dgm:pt modelId="{A4B5B5DB-DD5B-40E5-8416-FEE300CC5BCA}" type="pres">
      <dgm:prSet presAssocID="{765B5823-EDE1-4813-A475-CD7F404023FF}" presName="txShp" presStyleLbl="node1" presStyleIdx="2" presStyleCnt="4">
        <dgm:presLayoutVars>
          <dgm:bulletEnabled val="1"/>
        </dgm:presLayoutVars>
      </dgm:prSet>
      <dgm:spPr/>
    </dgm:pt>
    <dgm:pt modelId="{73922FEC-791B-4B68-A832-CD90452ED157}" type="pres">
      <dgm:prSet presAssocID="{1B59D72D-5EDA-451A-93A1-6BA1B7923EEB}" presName="spacing" presStyleCnt="0"/>
      <dgm:spPr/>
    </dgm:pt>
    <dgm:pt modelId="{732E22A6-C8FA-443C-A2E7-751B0C3FF8EF}" type="pres">
      <dgm:prSet presAssocID="{743FA5E2-6A23-4D0C-8B4A-479E1EE5862C}" presName="composite" presStyleCnt="0"/>
      <dgm:spPr/>
    </dgm:pt>
    <dgm:pt modelId="{58EFBBBF-9566-412A-A558-C4703DF748C3}" type="pres">
      <dgm:prSet presAssocID="{743FA5E2-6A23-4D0C-8B4A-479E1EE5862C}" presName="imgShp" presStyleLbl="fgImgPlace1" presStyleIdx="3" presStyleCnt="4"/>
      <dgm:spPr/>
    </dgm:pt>
    <dgm:pt modelId="{3F40221C-0986-4F9F-859D-B8A426E98218}" type="pres">
      <dgm:prSet presAssocID="{743FA5E2-6A23-4D0C-8B4A-479E1EE5862C}" presName="txShp" presStyleLbl="node1" presStyleIdx="3" presStyleCnt="4">
        <dgm:presLayoutVars>
          <dgm:bulletEnabled val="1"/>
        </dgm:presLayoutVars>
      </dgm:prSet>
      <dgm:spPr/>
    </dgm:pt>
  </dgm:ptLst>
  <dgm:cxnLst>
    <dgm:cxn modelId="{B2DA1801-9203-457C-86F5-76097C3CA2B5}" srcId="{FA5F109E-A3CD-452C-A8FD-A6B6172893D1}" destId="{765B5823-EDE1-4813-A475-CD7F404023FF}" srcOrd="2" destOrd="0" parTransId="{A80CA537-A233-472C-A5D5-72474775B8F5}" sibTransId="{1B59D72D-5EDA-451A-93A1-6BA1B7923EEB}"/>
    <dgm:cxn modelId="{EC11986D-6DD0-4F57-A2B6-06BF28F80C38}" srcId="{FA5F109E-A3CD-452C-A8FD-A6B6172893D1}" destId="{40E133F1-1427-48E7-9FB8-520751287FE5}" srcOrd="0" destOrd="0" parTransId="{E18BEB7F-940B-452C-9DFC-2082C1F0A472}" sibTransId="{48D31904-B26D-4DCA-BEC2-4E920DC0BC02}"/>
    <dgm:cxn modelId="{F149D189-02E0-48EB-9E62-8459615FF4B2}" type="presOf" srcId="{743FA5E2-6A23-4D0C-8B4A-479E1EE5862C}" destId="{3F40221C-0986-4F9F-859D-B8A426E98218}" srcOrd="0" destOrd="0" presId="urn:microsoft.com/office/officeart/2005/8/layout/vList3"/>
    <dgm:cxn modelId="{5303379F-F76B-46F2-B7BD-454A0B219D62}" type="presOf" srcId="{FA5F109E-A3CD-452C-A8FD-A6B6172893D1}" destId="{A9AE1D27-8B05-4BD3-8B82-B02967E0EC8D}" srcOrd="0" destOrd="0" presId="urn:microsoft.com/office/officeart/2005/8/layout/vList3"/>
    <dgm:cxn modelId="{4A855BA5-C117-45A1-8459-9925356C8A48}" srcId="{FA5F109E-A3CD-452C-A8FD-A6B6172893D1}" destId="{743FA5E2-6A23-4D0C-8B4A-479E1EE5862C}" srcOrd="3" destOrd="0" parTransId="{384A44DA-BEFE-4CE3-9594-58AABAC46D22}" sibTransId="{70B8D4B8-D5F1-4443-A694-88DC44F3D677}"/>
    <dgm:cxn modelId="{2DF1C7AA-9166-4C42-8467-D3B67024B5F6}" type="presOf" srcId="{206BBDA7-418C-4454-84D2-CAE365CAE4AE}" destId="{6B76206F-F324-41ED-9D99-4ED24AD3AB4C}" srcOrd="0" destOrd="0" presId="urn:microsoft.com/office/officeart/2005/8/layout/vList3"/>
    <dgm:cxn modelId="{B9C046BC-8F02-4BA8-B459-FAEDB21A7128}" type="presOf" srcId="{40E133F1-1427-48E7-9FB8-520751287FE5}" destId="{C305FC5E-4F43-4719-A450-D71B487AB566}" srcOrd="0" destOrd="0" presId="urn:microsoft.com/office/officeart/2005/8/layout/vList3"/>
    <dgm:cxn modelId="{33B293F2-FB4D-4314-B05A-ACB772829546}" type="presOf" srcId="{765B5823-EDE1-4813-A475-CD7F404023FF}" destId="{A4B5B5DB-DD5B-40E5-8416-FEE300CC5BCA}" srcOrd="0" destOrd="0" presId="urn:microsoft.com/office/officeart/2005/8/layout/vList3"/>
    <dgm:cxn modelId="{702363F3-F800-4AA1-AABF-C3BD713366C6}" srcId="{FA5F109E-A3CD-452C-A8FD-A6B6172893D1}" destId="{206BBDA7-418C-4454-84D2-CAE365CAE4AE}" srcOrd="1" destOrd="0" parTransId="{5AE7E0AF-9B3D-4B6B-9069-7C9E339C5D44}" sibTransId="{50F074FF-51BD-4209-997C-04D004924A9B}"/>
    <dgm:cxn modelId="{F39661EA-CE60-475E-9D1A-939C15A13ED6}" type="presParOf" srcId="{A9AE1D27-8B05-4BD3-8B82-B02967E0EC8D}" destId="{C1C21844-39C8-48B5-AC79-3909E910C43C}" srcOrd="0" destOrd="0" presId="urn:microsoft.com/office/officeart/2005/8/layout/vList3"/>
    <dgm:cxn modelId="{A43CF696-EE6B-480B-BE20-C56768707FB4}" type="presParOf" srcId="{C1C21844-39C8-48B5-AC79-3909E910C43C}" destId="{1A0B0BB8-725D-4BC2-900F-F0FAC766588E}" srcOrd="0" destOrd="0" presId="urn:microsoft.com/office/officeart/2005/8/layout/vList3"/>
    <dgm:cxn modelId="{522DB906-16D2-4D25-A77D-CC081D3A342B}" type="presParOf" srcId="{C1C21844-39C8-48B5-AC79-3909E910C43C}" destId="{C305FC5E-4F43-4719-A450-D71B487AB566}" srcOrd="1" destOrd="0" presId="urn:microsoft.com/office/officeart/2005/8/layout/vList3"/>
    <dgm:cxn modelId="{82F6D0A9-9A96-4D53-AC1E-A324B9C95AC0}" type="presParOf" srcId="{A9AE1D27-8B05-4BD3-8B82-B02967E0EC8D}" destId="{8DF5DC19-DD10-45EF-9760-3A9B4E2DE344}" srcOrd="1" destOrd="0" presId="urn:microsoft.com/office/officeart/2005/8/layout/vList3"/>
    <dgm:cxn modelId="{7B997424-25FA-497F-8E66-8A59903DDEC8}" type="presParOf" srcId="{A9AE1D27-8B05-4BD3-8B82-B02967E0EC8D}" destId="{C0A5E356-E50F-458F-B16E-C3080FD6DB6F}" srcOrd="2" destOrd="0" presId="urn:microsoft.com/office/officeart/2005/8/layout/vList3"/>
    <dgm:cxn modelId="{16B2E6AE-8465-47BD-A09B-83E46FAD33F3}" type="presParOf" srcId="{C0A5E356-E50F-458F-B16E-C3080FD6DB6F}" destId="{54FC2814-9C77-49D7-8E62-DF7E89E3D5E8}" srcOrd="0" destOrd="0" presId="urn:microsoft.com/office/officeart/2005/8/layout/vList3"/>
    <dgm:cxn modelId="{8B609F0C-5A9B-4145-9F25-87891C7AAE6C}" type="presParOf" srcId="{C0A5E356-E50F-458F-B16E-C3080FD6DB6F}" destId="{6B76206F-F324-41ED-9D99-4ED24AD3AB4C}" srcOrd="1" destOrd="0" presId="urn:microsoft.com/office/officeart/2005/8/layout/vList3"/>
    <dgm:cxn modelId="{1EA74541-5856-4597-9922-93FD74FD5A2C}" type="presParOf" srcId="{A9AE1D27-8B05-4BD3-8B82-B02967E0EC8D}" destId="{F8786EC8-072E-4AFD-AEAE-D8C7550D2B15}" srcOrd="3" destOrd="0" presId="urn:microsoft.com/office/officeart/2005/8/layout/vList3"/>
    <dgm:cxn modelId="{E6E8CC8E-5947-4DAE-8CEC-EA959352A789}" type="presParOf" srcId="{A9AE1D27-8B05-4BD3-8B82-B02967E0EC8D}" destId="{7A4686A6-CBD5-4498-BA8D-D6FDAB165E2A}" srcOrd="4" destOrd="0" presId="urn:microsoft.com/office/officeart/2005/8/layout/vList3"/>
    <dgm:cxn modelId="{FDAE002B-47C4-48B1-871E-0138A38D3EC9}" type="presParOf" srcId="{7A4686A6-CBD5-4498-BA8D-D6FDAB165E2A}" destId="{9163E63D-DCFA-4322-ABBE-1513DD6396B8}" srcOrd="0" destOrd="0" presId="urn:microsoft.com/office/officeart/2005/8/layout/vList3"/>
    <dgm:cxn modelId="{68000148-C409-42C4-9351-D16CBACCAB10}" type="presParOf" srcId="{7A4686A6-CBD5-4498-BA8D-D6FDAB165E2A}" destId="{A4B5B5DB-DD5B-40E5-8416-FEE300CC5BCA}" srcOrd="1" destOrd="0" presId="urn:microsoft.com/office/officeart/2005/8/layout/vList3"/>
    <dgm:cxn modelId="{430865F3-52F2-41B0-A4E5-9B55D85CAC6E}" type="presParOf" srcId="{A9AE1D27-8B05-4BD3-8B82-B02967E0EC8D}" destId="{73922FEC-791B-4B68-A832-CD90452ED157}" srcOrd="5" destOrd="0" presId="urn:microsoft.com/office/officeart/2005/8/layout/vList3"/>
    <dgm:cxn modelId="{0FA5E407-85C0-4192-9360-F3EE9E2A44B9}" type="presParOf" srcId="{A9AE1D27-8B05-4BD3-8B82-B02967E0EC8D}" destId="{732E22A6-C8FA-443C-A2E7-751B0C3FF8EF}" srcOrd="6" destOrd="0" presId="urn:microsoft.com/office/officeart/2005/8/layout/vList3"/>
    <dgm:cxn modelId="{5C067A29-B7C1-45EF-9C39-83FBB706C56C}" type="presParOf" srcId="{732E22A6-C8FA-443C-A2E7-751B0C3FF8EF}" destId="{58EFBBBF-9566-412A-A558-C4703DF748C3}" srcOrd="0" destOrd="0" presId="urn:microsoft.com/office/officeart/2005/8/layout/vList3"/>
    <dgm:cxn modelId="{FBC73DBD-390C-4055-B299-AB5568734592}" type="presParOf" srcId="{732E22A6-C8FA-443C-A2E7-751B0C3FF8EF}" destId="{3F40221C-0986-4F9F-859D-B8A426E9821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09091240-E2F4-486E-B45F-938A35481B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3E30D4-183D-4F7E-8E27-B82FFB7AF9D7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75422100-F484-465E-9FA1-A664FCCF9B34}" type="parTrans" cxnId="{CC0A7A04-8BD7-4183-8D59-3EED073283FF}">
      <dgm:prSet/>
      <dgm:spPr/>
      <dgm:t>
        <a:bodyPr/>
        <a:lstStyle/>
        <a:p>
          <a:endParaRPr lang="uk-UA"/>
        </a:p>
      </dgm:t>
    </dgm:pt>
    <dgm:pt modelId="{98956441-75D6-432C-BC88-2DA0A465ABC1}" type="sibTrans" cxnId="{CC0A7A04-8BD7-4183-8D59-3EED073283FF}">
      <dgm:prSet/>
      <dgm:spPr/>
      <dgm:t>
        <a:bodyPr/>
        <a:lstStyle/>
        <a:p>
          <a:endParaRPr lang="uk-UA"/>
        </a:p>
      </dgm:t>
    </dgm:pt>
    <dgm:pt modelId="{0E4D4431-4217-40C8-AA32-6C7939C59F16}">
      <dgm:prSet/>
      <dgm:spPr/>
      <dgm:t>
        <a:bodyPr/>
        <a:lstStyle/>
        <a:p>
          <a:r>
            <a:rPr lang="ru-RU" b="0" i="0"/>
            <a:t>1940 р.</a:t>
          </a:r>
          <a:endParaRPr lang="uk-UA"/>
        </a:p>
      </dgm:t>
    </dgm:pt>
    <dgm:pt modelId="{4E618FD3-1A57-444E-9731-B62085B646DF}" type="parTrans" cxnId="{7D06443B-2D3A-48B5-8CFA-D1EEE74AE4BC}">
      <dgm:prSet/>
      <dgm:spPr/>
      <dgm:t>
        <a:bodyPr/>
        <a:lstStyle/>
        <a:p>
          <a:endParaRPr lang="uk-UA"/>
        </a:p>
      </dgm:t>
    </dgm:pt>
    <dgm:pt modelId="{19321A32-5E8F-4946-ACE5-D5EBDC971487}" type="sibTrans" cxnId="{7D06443B-2D3A-48B5-8CFA-D1EEE74AE4BC}">
      <dgm:prSet/>
      <dgm:spPr/>
      <dgm:t>
        <a:bodyPr/>
        <a:lstStyle/>
        <a:p>
          <a:endParaRPr lang="uk-UA"/>
        </a:p>
      </dgm:t>
    </dgm:pt>
    <dgm:pt modelId="{1B1B4DCB-F6E4-46B8-ACD8-CF0511CE4F11}">
      <dgm:prSet/>
      <dgm:spPr/>
      <dgm:t>
        <a:bodyPr/>
        <a:lstStyle/>
        <a:p>
          <a:r>
            <a:rPr lang="ru-RU" b="0" i="0"/>
            <a:t>1945 р.</a:t>
          </a:r>
          <a:endParaRPr lang="uk-UA"/>
        </a:p>
      </dgm:t>
    </dgm:pt>
    <dgm:pt modelId="{DF17DCD1-5C9F-4CF8-B057-69F6E73AB4D6}" type="parTrans" cxnId="{ED4FAF33-D987-41B5-A896-05775BD1B7D6}">
      <dgm:prSet/>
      <dgm:spPr/>
      <dgm:t>
        <a:bodyPr/>
        <a:lstStyle/>
        <a:p>
          <a:endParaRPr lang="uk-UA"/>
        </a:p>
      </dgm:t>
    </dgm:pt>
    <dgm:pt modelId="{86EB9C31-5FD9-4FE4-BF3F-5AEE9351BF5A}" type="sibTrans" cxnId="{ED4FAF33-D987-41B5-A896-05775BD1B7D6}">
      <dgm:prSet/>
      <dgm:spPr/>
      <dgm:t>
        <a:bodyPr/>
        <a:lstStyle/>
        <a:p>
          <a:endParaRPr lang="uk-UA"/>
        </a:p>
      </dgm:t>
    </dgm:pt>
    <dgm:pt modelId="{67532AE4-0C55-4243-BB12-5840C35DB3AC}">
      <dgm:prSet/>
      <dgm:spPr/>
      <dgm:t>
        <a:bodyPr/>
        <a:lstStyle/>
        <a:p>
          <a:r>
            <a:rPr lang="ru-RU" b="0" i="0"/>
            <a:t>1953 р.</a:t>
          </a:r>
          <a:endParaRPr lang="uk-UA"/>
        </a:p>
      </dgm:t>
    </dgm:pt>
    <dgm:pt modelId="{FE4B649E-2E61-4649-A7CB-5AE10FF02931}" type="parTrans" cxnId="{F6D7C3FD-577C-4BB8-9BAF-67BD8857D010}">
      <dgm:prSet/>
      <dgm:spPr/>
      <dgm:t>
        <a:bodyPr/>
        <a:lstStyle/>
        <a:p>
          <a:endParaRPr lang="uk-UA"/>
        </a:p>
      </dgm:t>
    </dgm:pt>
    <dgm:pt modelId="{E1A1F380-9932-4D73-9B19-F5919F48D72C}" type="sibTrans" cxnId="{F6D7C3FD-577C-4BB8-9BAF-67BD8857D010}">
      <dgm:prSet/>
      <dgm:spPr/>
      <dgm:t>
        <a:bodyPr/>
        <a:lstStyle/>
        <a:p>
          <a:endParaRPr lang="uk-UA"/>
        </a:p>
      </dgm:t>
    </dgm:pt>
    <dgm:pt modelId="{E1AD66F1-4982-4CD8-9889-DE3E76AC8CD9}" type="pres">
      <dgm:prSet presAssocID="{09091240-E2F4-486E-B45F-938A35481BFA}" presName="matrix" presStyleCnt="0">
        <dgm:presLayoutVars>
          <dgm:chMax val="1"/>
          <dgm:dir/>
          <dgm:resizeHandles val="exact"/>
        </dgm:presLayoutVars>
      </dgm:prSet>
      <dgm:spPr/>
    </dgm:pt>
    <dgm:pt modelId="{A87F40C7-3FBD-429F-BDB5-59A7D7534AF0}" type="pres">
      <dgm:prSet presAssocID="{09091240-E2F4-486E-B45F-938A35481BFA}" presName="diamond" presStyleLbl="bgShp" presStyleIdx="0" presStyleCnt="1"/>
      <dgm:spPr/>
    </dgm:pt>
    <dgm:pt modelId="{2B9C6485-7B1F-40CA-8283-D82E770C4D28}" type="pres">
      <dgm:prSet presAssocID="{09091240-E2F4-486E-B45F-938A35481B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4167FE-1434-43D9-B706-39C525BDDD10}" type="pres">
      <dgm:prSet presAssocID="{09091240-E2F4-486E-B45F-938A35481B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5BC2F8-A9E4-40B6-AA48-76AB9D6F70B1}" type="pres">
      <dgm:prSet presAssocID="{09091240-E2F4-486E-B45F-938A35481B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CD09EBA-B01F-4536-9D15-49869EEF2311}" type="pres">
      <dgm:prSet presAssocID="{09091240-E2F4-486E-B45F-938A35481B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C0A7A04-8BD7-4183-8D59-3EED073283FF}" srcId="{09091240-E2F4-486E-B45F-938A35481BFA}" destId="{C33E30D4-183D-4F7E-8E27-B82FFB7AF9D7}" srcOrd="0" destOrd="0" parTransId="{75422100-F484-465E-9FA1-A664FCCF9B34}" sibTransId="{98956441-75D6-432C-BC88-2DA0A465ABC1}"/>
    <dgm:cxn modelId="{ED4FAF33-D987-41B5-A896-05775BD1B7D6}" srcId="{09091240-E2F4-486E-B45F-938A35481BFA}" destId="{1B1B4DCB-F6E4-46B8-ACD8-CF0511CE4F11}" srcOrd="2" destOrd="0" parTransId="{DF17DCD1-5C9F-4CF8-B057-69F6E73AB4D6}" sibTransId="{86EB9C31-5FD9-4FE4-BF3F-5AEE9351BF5A}"/>
    <dgm:cxn modelId="{7D06443B-2D3A-48B5-8CFA-D1EEE74AE4BC}" srcId="{09091240-E2F4-486E-B45F-938A35481BFA}" destId="{0E4D4431-4217-40C8-AA32-6C7939C59F16}" srcOrd="1" destOrd="0" parTransId="{4E618FD3-1A57-444E-9731-B62085B646DF}" sibTransId="{19321A32-5E8F-4946-ACE5-D5EBDC971487}"/>
    <dgm:cxn modelId="{C7C7EE40-B330-4623-ADDF-61C5FDF4E759}" type="presOf" srcId="{09091240-E2F4-486E-B45F-938A35481BFA}" destId="{E1AD66F1-4982-4CD8-9889-DE3E76AC8CD9}" srcOrd="0" destOrd="0" presId="urn:microsoft.com/office/officeart/2005/8/layout/matrix3"/>
    <dgm:cxn modelId="{E726E868-68A3-44C5-A423-C69F76C65112}" type="presOf" srcId="{1B1B4DCB-F6E4-46B8-ACD8-CF0511CE4F11}" destId="{C05BC2F8-A9E4-40B6-AA48-76AB9D6F70B1}" srcOrd="0" destOrd="0" presId="urn:microsoft.com/office/officeart/2005/8/layout/matrix3"/>
    <dgm:cxn modelId="{35C71D73-5453-4771-96D6-77D46083BA1B}" type="presOf" srcId="{0E4D4431-4217-40C8-AA32-6C7939C59F16}" destId="{D74167FE-1434-43D9-B706-39C525BDDD10}" srcOrd="0" destOrd="0" presId="urn:microsoft.com/office/officeart/2005/8/layout/matrix3"/>
    <dgm:cxn modelId="{4877BA81-BA97-4F2C-ACD7-1AF3CF1C4202}" type="presOf" srcId="{C33E30D4-183D-4F7E-8E27-B82FFB7AF9D7}" destId="{2B9C6485-7B1F-40CA-8283-D82E770C4D28}" srcOrd="0" destOrd="0" presId="urn:microsoft.com/office/officeart/2005/8/layout/matrix3"/>
    <dgm:cxn modelId="{13E15CEA-AF8B-454E-83E5-AFF90C728479}" type="presOf" srcId="{67532AE4-0C55-4243-BB12-5840C35DB3AC}" destId="{9CD09EBA-B01F-4536-9D15-49869EEF2311}" srcOrd="0" destOrd="0" presId="urn:microsoft.com/office/officeart/2005/8/layout/matrix3"/>
    <dgm:cxn modelId="{F6D7C3FD-577C-4BB8-9BAF-67BD8857D010}" srcId="{09091240-E2F4-486E-B45F-938A35481BFA}" destId="{67532AE4-0C55-4243-BB12-5840C35DB3AC}" srcOrd="3" destOrd="0" parTransId="{FE4B649E-2E61-4649-A7CB-5AE10FF02931}" sibTransId="{E1A1F380-9932-4D73-9B19-F5919F48D72C}"/>
    <dgm:cxn modelId="{F483AA90-A05E-4E69-ABFA-9256198FB14A}" type="presParOf" srcId="{E1AD66F1-4982-4CD8-9889-DE3E76AC8CD9}" destId="{A87F40C7-3FBD-429F-BDB5-59A7D7534AF0}" srcOrd="0" destOrd="0" presId="urn:microsoft.com/office/officeart/2005/8/layout/matrix3"/>
    <dgm:cxn modelId="{C03E9BFC-C417-4CB8-B396-23044010741B}" type="presParOf" srcId="{E1AD66F1-4982-4CD8-9889-DE3E76AC8CD9}" destId="{2B9C6485-7B1F-40CA-8283-D82E770C4D28}" srcOrd="1" destOrd="0" presId="urn:microsoft.com/office/officeart/2005/8/layout/matrix3"/>
    <dgm:cxn modelId="{A75A58A5-6C32-4FDF-BCCA-93893ABD9D46}" type="presParOf" srcId="{E1AD66F1-4982-4CD8-9889-DE3E76AC8CD9}" destId="{D74167FE-1434-43D9-B706-39C525BDDD10}" srcOrd="2" destOrd="0" presId="urn:microsoft.com/office/officeart/2005/8/layout/matrix3"/>
    <dgm:cxn modelId="{6B70F3A0-9826-4B1F-A59F-61B75BC93D2A}" type="presParOf" srcId="{E1AD66F1-4982-4CD8-9889-DE3E76AC8CD9}" destId="{C05BC2F8-A9E4-40B6-AA48-76AB9D6F70B1}" srcOrd="3" destOrd="0" presId="urn:microsoft.com/office/officeart/2005/8/layout/matrix3"/>
    <dgm:cxn modelId="{B3678A80-F444-481D-8350-CADBC9DA1AEE}" type="presParOf" srcId="{E1AD66F1-4982-4CD8-9889-DE3E76AC8CD9}" destId="{9CD09EBA-B01F-4536-9D15-49869EEF231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D87AE2DA-51F4-405C-B43F-AA10561094D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F1AFF9D-1E8C-46C6-99E0-F2D36BBCFBAB}">
      <dgm:prSet/>
      <dgm:spPr/>
      <dgm:t>
        <a:bodyPr/>
        <a:lstStyle/>
        <a:p>
          <a:r>
            <a:rPr lang="uk-UA" b="0" i="0"/>
            <a:t>Італії.</a:t>
          </a:r>
          <a:endParaRPr lang="uk-UA"/>
        </a:p>
      </dgm:t>
    </dgm:pt>
    <dgm:pt modelId="{D6C1F348-00A8-4BBE-A2D6-3568A641C0F3}" type="parTrans" cxnId="{1E5A4662-F935-44FF-B62D-95E2992A4E95}">
      <dgm:prSet/>
      <dgm:spPr/>
      <dgm:t>
        <a:bodyPr/>
        <a:lstStyle/>
        <a:p>
          <a:endParaRPr lang="uk-UA"/>
        </a:p>
      </dgm:t>
    </dgm:pt>
    <dgm:pt modelId="{AE292257-7757-456E-83C3-F2FEDF31714F}" type="sibTrans" cxnId="{1E5A4662-F935-44FF-B62D-95E2992A4E95}">
      <dgm:prSet/>
      <dgm:spPr/>
      <dgm:t>
        <a:bodyPr/>
        <a:lstStyle/>
        <a:p>
          <a:endParaRPr lang="uk-UA"/>
        </a:p>
      </dgm:t>
    </dgm:pt>
    <dgm:pt modelId="{53E680DA-4977-4D90-A47E-E18DB3BDBD23}">
      <dgm:prSet/>
      <dgm:spPr/>
      <dgm:t>
        <a:bodyPr/>
        <a:lstStyle/>
        <a:p>
          <a:r>
            <a:rPr lang="uk-UA" b="0" i="0"/>
            <a:t>Японії.</a:t>
          </a:r>
          <a:endParaRPr lang="uk-UA"/>
        </a:p>
      </dgm:t>
    </dgm:pt>
    <dgm:pt modelId="{0E075B4E-F9C9-4D00-8EDD-CC7F287CF79F}" type="parTrans" cxnId="{CA73FAAE-9270-4186-A139-5DAD6CCE3BF8}">
      <dgm:prSet/>
      <dgm:spPr/>
      <dgm:t>
        <a:bodyPr/>
        <a:lstStyle/>
        <a:p>
          <a:endParaRPr lang="uk-UA"/>
        </a:p>
      </dgm:t>
    </dgm:pt>
    <dgm:pt modelId="{EC4B8EB6-E5C3-4C48-BC20-292D86EE3A22}" type="sibTrans" cxnId="{CA73FAAE-9270-4186-A139-5DAD6CCE3BF8}">
      <dgm:prSet/>
      <dgm:spPr/>
      <dgm:t>
        <a:bodyPr/>
        <a:lstStyle/>
        <a:p>
          <a:endParaRPr lang="uk-UA"/>
        </a:p>
      </dgm:t>
    </dgm:pt>
    <dgm:pt modelId="{941E0DF7-22C5-4AEB-B39D-4D6891FC424D}">
      <dgm:prSet/>
      <dgm:spPr/>
      <dgm:t>
        <a:bodyPr/>
        <a:lstStyle/>
        <a:p>
          <a:r>
            <a:rPr lang="uk-UA" b="0" i="0"/>
            <a:t>Угорщини.</a:t>
          </a:r>
          <a:endParaRPr lang="uk-UA"/>
        </a:p>
      </dgm:t>
    </dgm:pt>
    <dgm:pt modelId="{76A85865-5E61-4F09-A44D-FA6AA651E588}" type="parTrans" cxnId="{ABB5A2A2-2335-4A56-8CCF-296BFA0C91E1}">
      <dgm:prSet/>
      <dgm:spPr/>
      <dgm:t>
        <a:bodyPr/>
        <a:lstStyle/>
        <a:p>
          <a:endParaRPr lang="uk-UA"/>
        </a:p>
      </dgm:t>
    </dgm:pt>
    <dgm:pt modelId="{CBB241E2-7BDD-4FC6-B3B6-99178646BF97}" type="sibTrans" cxnId="{ABB5A2A2-2335-4A56-8CCF-296BFA0C91E1}">
      <dgm:prSet/>
      <dgm:spPr/>
      <dgm:t>
        <a:bodyPr/>
        <a:lstStyle/>
        <a:p>
          <a:endParaRPr lang="uk-UA"/>
        </a:p>
      </dgm:t>
    </dgm:pt>
    <dgm:pt modelId="{1CE9CCA1-DE46-4760-9428-72626A40A303}">
      <dgm:prSet/>
      <dgm:spPr/>
      <dgm:t>
        <a:bodyPr/>
        <a:lstStyle/>
        <a:p>
          <a:r>
            <a:rPr lang="uk-UA" b="0" i="0"/>
            <a:t>Німеччини.</a:t>
          </a:r>
          <a:endParaRPr lang="uk-UA"/>
        </a:p>
      </dgm:t>
    </dgm:pt>
    <dgm:pt modelId="{4D33D2CD-2ED6-4F74-A00D-D0EB186B6599}" type="parTrans" cxnId="{475AD738-1C73-40A9-8C8E-C800AA0D89A6}">
      <dgm:prSet/>
      <dgm:spPr/>
      <dgm:t>
        <a:bodyPr/>
        <a:lstStyle/>
        <a:p>
          <a:endParaRPr lang="uk-UA"/>
        </a:p>
      </dgm:t>
    </dgm:pt>
    <dgm:pt modelId="{B9C5F48F-EEA6-4104-9060-F680BEC974FD}" type="sibTrans" cxnId="{475AD738-1C73-40A9-8C8E-C800AA0D89A6}">
      <dgm:prSet/>
      <dgm:spPr/>
      <dgm:t>
        <a:bodyPr/>
        <a:lstStyle/>
        <a:p>
          <a:endParaRPr lang="uk-UA"/>
        </a:p>
      </dgm:t>
    </dgm:pt>
    <dgm:pt modelId="{9F376AFB-4443-41D3-84EF-7C7854127D3F}" type="pres">
      <dgm:prSet presAssocID="{D87AE2DA-51F4-405C-B43F-AA10561094D6}" presName="linearFlow" presStyleCnt="0">
        <dgm:presLayoutVars>
          <dgm:dir/>
          <dgm:resizeHandles val="exact"/>
        </dgm:presLayoutVars>
      </dgm:prSet>
      <dgm:spPr/>
    </dgm:pt>
    <dgm:pt modelId="{E13F0E2B-999B-4E7E-BD56-C4D19FBABA3C}" type="pres">
      <dgm:prSet presAssocID="{9F1AFF9D-1E8C-46C6-99E0-F2D36BBCFBAB}" presName="composite" presStyleCnt="0"/>
      <dgm:spPr/>
    </dgm:pt>
    <dgm:pt modelId="{C26EF2F0-AADC-4EC2-9C5C-427B4A8AD063}" type="pres">
      <dgm:prSet presAssocID="{9F1AFF9D-1E8C-46C6-99E0-F2D36BBCFBAB}" presName="imgShp" presStyleLbl="fgImgPlace1" presStyleIdx="0" presStyleCnt="4"/>
      <dgm:spPr/>
    </dgm:pt>
    <dgm:pt modelId="{DA94116C-9A84-45D4-829C-E20D7BC10C9A}" type="pres">
      <dgm:prSet presAssocID="{9F1AFF9D-1E8C-46C6-99E0-F2D36BBCFBAB}" presName="txShp" presStyleLbl="node1" presStyleIdx="0" presStyleCnt="4">
        <dgm:presLayoutVars>
          <dgm:bulletEnabled val="1"/>
        </dgm:presLayoutVars>
      </dgm:prSet>
      <dgm:spPr/>
    </dgm:pt>
    <dgm:pt modelId="{35828137-0305-4748-8A0B-7B7B942D00BB}" type="pres">
      <dgm:prSet presAssocID="{AE292257-7757-456E-83C3-F2FEDF31714F}" presName="spacing" presStyleCnt="0"/>
      <dgm:spPr/>
    </dgm:pt>
    <dgm:pt modelId="{3E3F83ED-0281-4BA4-B873-AB2AF2043893}" type="pres">
      <dgm:prSet presAssocID="{53E680DA-4977-4D90-A47E-E18DB3BDBD23}" presName="composite" presStyleCnt="0"/>
      <dgm:spPr/>
    </dgm:pt>
    <dgm:pt modelId="{49E92F7D-CBA3-489E-B59A-FF0696DE6EDB}" type="pres">
      <dgm:prSet presAssocID="{53E680DA-4977-4D90-A47E-E18DB3BDBD23}" presName="imgShp" presStyleLbl="fgImgPlace1" presStyleIdx="1" presStyleCnt="4"/>
      <dgm:spPr/>
    </dgm:pt>
    <dgm:pt modelId="{8A39E0DE-BA35-4EA1-8163-6D912A0DF36C}" type="pres">
      <dgm:prSet presAssocID="{53E680DA-4977-4D90-A47E-E18DB3BDBD23}" presName="txShp" presStyleLbl="node1" presStyleIdx="1" presStyleCnt="4">
        <dgm:presLayoutVars>
          <dgm:bulletEnabled val="1"/>
        </dgm:presLayoutVars>
      </dgm:prSet>
      <dgm:spPr/>
    </dgm:pt>
    <dgm:pt modelId="{5F939EC0-1A55-46CA-8358-181CE912FCF8}" type="pres">
      <dgm:prSet presAssocID="{EC4B8EB6-E5C3-4C48-BC20-292D86EE3A22}" presName="spacing" presStyleCnt="0"/>
      <dgm:spPr/>
    </dgm:pt>
    <dgm:pt modelId="{4E9052AA-A43E-4A94-8B1D-B88ECBB2C2BC}" type="pres">
      <dgm:prSet presAssocID="{941E0DF7-22C5-4AEB-B39D-4D6891FC424D}" presName="composite" presStyleCnt="0"/>
      <dgm:spPr/>
    </dgm:pt>
    <dgm:pt modelId="{2369BB26-B945-4F2D-B660-38A7FCC62200}" type="pres">
      <dgm:prSet presAssocID="{941E0DF7-22C5-4AEB-B39D-4D6891FC424D}" presName="imgShp" presStyleLbl="fgImgPlace1" presStyleIdx="2" presStyleCnt="4"/>
      <dgm:spPr/>
    </dgm:pt>
    <dgm:pt modelId="{DC0615BC-165D-4673-9271-A06E3E934CFA}" type="pres">
      <dgm:prSet presAssocID="{941E0DF7-22C5-4AEB-B39D-4D6891FC424D}" presName="txShp" presStyleLbl="node1" presStyleIdx="2" presStyleCnt="4">
        <dgm:presLayoutVars>
          <dgm:bulletEnabled val="1"/>
        </dgm:presLayoutVars>
      </dgm:prSet>
      <dgm:spPr/>
    </dgm:pt>
    <dgm:pt modelId="{C959ABEB-A3AF-452C-8ADF-B904494BCA31}" type="pres">
      <dgm:prSet presAssocID="{CBB241E2-7BDD-4FC6-B3B6-99178646BF97}" presName="spacing" presStyleCnt="0"/>
      <dgm:spPr/>
    </dgm:pt>
    <dgm:pt modelId="{4436196D-3135-4DF9-8593-80F3861FBAE3}" type="pres">
      <dgm:prSet presAssocID="{1CE9CCA1-DE46-4760-9428-72626A40A303}" presName="composite" presStyleCnt="0"/>
      <dgm:spPr/>
    </dgm:pt>
    <dgm:pt modelId="{D405722C-3945-402A-96F7-DB2D575FE830}" type="pres">
      <dgm:prSet presAssocID="{1CE9CCA1-DE46-4760-9428-72626A40A303}" presName="imgShp" presStyleLbl="fgImgPlace1" presStyleIdx="3" presStyleCnt="4"/>
      <dgm:spPr/>
    </dgm:pt>
    <dgm:pt modelId="{856AB8F5-91FE-4036-A193-B3B1E49956E7}" type="pres">
      <dgm:prSet presAssocID="{1CE9CCA1-DE46-4760-9428-72626A40A303}" presName="txShp" presStyleLbl="node1" presStyleIdx="3" presStyleCnt="4">
        <dgm:presLayoutVars>
          <dgm:bulletEnabled val="1"/>
        </dgm:presLayoutVars>
      </dgm:prSet>
      <dgm:spPr/>
    </dgm:pt>
  </dgm:ptLst>
  <dgm:cxnLst>
    <dgm:cxn modelId="{5D39160B-7273-463C-B9DA-92ED53493370}" type="presOf" srcId="{1CE9CCA1-DE46-4760-9428-72626A40A303}" destId="{856AB8F5-91FE-4036-A193-B3B1E49956E7}" srcOrd="0" destOrd="0" presId="urn:microsoft.com/office/officeart/2005/8/layout/vList3"/>
    <dgm:cxn modelId="{E5DD1527-78ED-48F8-B9DE-2BCEBE8F3256}" type="presOf" srcId="{941E0DF7-22C5-4AEB-B39D-4D6891FC424D}" destId="{DC0615BC-165D-4673-9271-A06E3E934CFA}" srcOrd="0" destOrd="0" presId="urn:microsoft.com/office/officeart/2005/8/layout/vList3"/>
    <dgm:cxn modelId="{475AD738-1C73-40A9-8C8E-C800AA0D89A6}" srcId="{D87AE2DA-51F4-405C-B43F-AA10561094D6}" destId="{1CE9CCA1-DE46-4760-9428-72626A40A303}" srcOrd="3" destOrd="0" parTransId="{4D33D2CD-2ED6-4F74-A00D-D0EB186B6599}" sibTransId="{B9C5F48F-EEA6-4104-9060-F680BEC974FD}"/>
    <dgm:cxn modelId="{1E5A4662-F935-44FF-B62D-95E2992A4E95}" srcId="{D87AE2DA-51F4-405C-B43F-AA10561094D6}" destId="{9F1AFF9D-1E8C-46C6-99E0-F2D36BBCFBAB}" srcOrd="0" destOrd="0" parTransId="{D6C1F348-00A8-4BBE-A2D6-3568A641C0F3}" sibTransId="{AE292257-7757-456E-83C3-F2FEDF31714F}"/>
    <dgm:cxn modelId="{14368D84-FB07-4EF8-8B7D-468509ED0B2E}" type="presOf" srcId="{53E680DA-4977-4D90-A47E-E18DB3BDBD23}" destId="{8A39E0DE-BA35-4EA1-8163-6D912A0DF36C}" srcOrd="0" destOrd="0" presId="urn:microsoft.com/office/officeart/2005/8/layout/vList3"/>
    <dgm:cxn modelId="{5F8BCD9D-35E2-4DAF-A76F-837BCE04DD71}" type="presOf" srcId="{9F1AFF9D-1E8C-46C6-99E0-F2D36BBCFBAB}" destId="{DA94116C-9A84-45D4-829C-E20D7BC10C9A}" srcOrd="0" destOrd="0" presId="urn:microsoft.com/office/officeart/2005/8/layout/vList3"/>
    <dgm:cxn modelId="{ABB5A2A2-2335-4A56-8CCF-296BFA0C91E1}" srcId="{D87AE2DA-51F4-405C-B43F-AA10561094D6}" destId="{941E0DF7-22C5-4AEB-B39D-4D6891FC424D}" srcOrd="2" destOrd="0" parTransId="{76A85865-5E61-4F09-A44D-FA6AA651E588}" sibTransId="{CBB241E2-7BDD-4FC6-B3B6-99178646BF97}"/>
    <dgm:cxn modelId="{CA73FAAE-9270-4186-A139-5DAD6CCE3BF8}" srcId="{D87AE2DA-51F4-405C-B43F-AA10561094D6}" destId="{53E680DA-4977-4D90-A47E-E18DB3BDBD23}" srcOrd="1" destOrd="0" parTransId="{0E075B4E-F9C9-4D00-8EDD-CC7F287CF79F}" sibTransId="{EC4B8EB6-E5C3-4C48-BC20-292D86EE3A22}"/>
    <dgm:cxn modelId="{BF7216D1-BF02-4E51-9B62-888539A0445D}" type="presOf" srcId="{D87AE2DA-51F4-405C-B43F-AA10561094D6}" destId="{9F376AFB-4443-41D3-84EF-7C7854127D3F}" srcOrd="0" destOrd="0" presId="urn:microsoft.com/office/officeart/2005/8/layout/vList3"/>
    <dgm:cxn modelId="{0235033A-95D2-42D0-81F2-11BAB07D8B21}" type="presParOf" srcId="{9F376AFB-4443-41D3-84EF-7C7854127D3F}" destId="{E13F0E2B-999B-4E7E-BD56-C4D19FBABA3C}" srcOrd="0" destOrd="0" presId="urn:microsoft.com/office/officeart/2005/8/layout/vList3"/>
    <dgm:cxn modelId="{F030D80C-ACF2-4A94-B73E-6196FFD3D4B4}" type="presParOf" srcId="{E13F0E2B-999B-4E7E-BD56-C4D19FBABA3C}" destId="{C26EF2F0-AADC-4EC2-9C5C-427B4A8AD063}" srcOrd="0" destOrd="0" presId="urn:microsoft.com/office/officeart/2005/8/layout/vList3"/>
    <dgm:cxn modelId="{D0EC60E1-2DA9-4844-BCDA-2F2CC079B56C}" type="presParOf" srcId="{E13F0E2B-999B-4E7E-BD56-C4D19FBABA3C}" destId="{DA94116C-9A84-45D4-829C-E20D7BC10C9A}" srcOrd="1" destOrd="0" presId="urn:microsoft.com/office/officeart/2005/8/layout/vList3"/>
    <dgm:cxn modelId="{22A9C0FD-3D83-49EE-92C1-29B9CBFEBF7A}" type="presParOf" srcId="{9F376AFB-4443-41D3-84EF-7C7854127D3F}" destId="{35828137-0305-4748-8A0B-7B7B942D00BB}" srcOrd="1" destOrd="0" presId="urn:microsoft.com/office/officeart/2005/8/layout/vList3"/>
    <dgm:cxn modelId="{70247E3F-32A3-4CA4-AC6B-20E2554604BF}" type="presParOf" srcId="{9F376AFB-4443-41D3-84EF-7C7854127D3F}" destId="{3E3F83ED-0281-4BA4-B873-AB2AF2043893}" srcOrd="2" destOrd="0" presId="urn:microsoft.com/office/officeart/2005/8/layout/vList3"/>
    <dgm:cxn modelId="{AF118957-8324-4CB4-9E24-8E786225D09C}" type="presParOf" srcId="{3E3F83ED-0281-4BA4-B873-AB2AF2043893}" destId="{49E92F7D-CBA3-489E-B59A-FF0696DE6EDB}" srcOrd="0" destOrd="0" presId="urn:microsoft.com/office/officeart/2005/8/layout/vList3"/>
    <dgm:cxn modelId="{5784B0E8-A25C-4476-AB8C-A7DD56779B85}" type="presParOf" srcId="{3E3F83ED-0281-4BA4-B873-AB2AF2043893}" destId="{8A39E0DE-BA35-4EA1-8163-6D912A0DF36C}" srcOrd="1" destOrd="0" presId="urn:microsoft.com/office/officeart/2005/8/layout/vList3"/>
    <dgm:cxn modelId="{09C5C654-41C6-4FBB-B80C-E203D5E2E37D}" type="presParOf" srcId="{9F376AFB-4443-41D3-84EF-7C7854127D3F}" destId="{5F939EC0-1A55-46CA-8358-181CE912FCF8}" srcOrd="3" destOrd="0" presId="urn:microsoft.com/office/officeart/2005/8/layout/vList3"/>
    <dgm:cxn modelId="{E41C0967-CFB7-4AF3-BE57-34A0389502B4}" type="presParOf" srcId="{9F376AFB-4443-41D3-84EF-7C7854127D3F}" destId="{4E9052AA-A43E-4A94-8B1D-B88ECBB2C2BC}" srcOrd="4" destOrd="0" presId="urn:microsoft.com/office/officeart/2005/8/layout/vList3"/>
    <dgm:cxn modelId="{3FCE5992-314C-473B-95CC-6B79217C9A94}" type="presParOf" srcId="{4E9052AA-A43E-4A94-8B1D-B88ECBB2C2BC}" destId="{2369BB26-B945-4F2D-B660-38A7FCC62200}" srcOrd="0" destOrd="0" presId="urn:microsoft.com/office/officeart/2005/8/layout/vList3"/>
    <dgm:cxn modelId="{31B39942-76AA-4252-A7B9-955DDBF818F1}" type="presParOf" srcId="{4E9052AA-A43E-4A94-8B1D-B88ECBB2C2BC}" destId="{DC0615BC-165D-4673-9271-A06E3E934CFA}" srcOrd="1" destOrd="0" presId="urn:microsoft.com/office/officeart/2005/8/layout/vList3"/>
    <dgm:cxn modelId="{272FBDEF-636E-4934-8372-A54D1E95A0ED}" type="presParOf" srcId="{9F376AFB-4443-41D3-84EF-7C7854127D3F}" destId="{C959ABEB-A3AF-452C-8ADF-B904494BCA31}" srcOrd="5" destOrd="0" presId="urn:microsoft.com/office/officeart/2005/8/layout/vList3"/>
    <dgm:cxn modelId="{F168BD93-1855-41E8-8783-65AD3C42A104}" type="presParOf" srcId="{9F376AFB-4443-41D3-84EF-7C7854127D3F}" destId="{4436196D-3135-4DF9-8593-80F3861FBAE3}" srcOrd="6" destOrd="0" presId="urn:microsoft.com/office/officeart/2005/8/layout/vList3"/>
    <dgm:cxn modelId="{A2BE8250-BFCF-431D-AAFF-756AE99EF7DA}" type="presParOf" srcId="{4436196D-3135-4DF9-8593-80F3861FBAE3}" destId="{D405722C-3945-402A-96F7-DB2D575FE830}" srcOrd="0" destOrd="0" presId="urn:microsoft.com/office/officeart/2005/8/layout/vList3"/>
    <dgm:cxn modelId="{561FCC1E-DD2E-4771-A0FE-E2EA794D2782}" type="presParOf" srcId="{4436196D-3135-4DF9-8593-80F3861FBAE3}" destId="{856AB8F5-91FE-4036-A193-B3B1E49956E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B6818364-86B2-40C5-9609-DDFE654F9F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4A0A11-6AFC-49E3-834D-399C0B246FE6}">
      <dgm:prSet/>
      <dgm:spPr/>
      <dgm:t>
        <a:bodyPr/>
        <a:lstStyle/>
        <a:p>
          <a:r>
            <a:rPr lang="uk-UA" b="0" i="0"/>
            <a:t>відновлення Української Держави.</a:t>
          </a:r>
          <a:endParaRPr lang="uk-UA"/>
        </a:p>
      </dgm:t>
    </dgm:pt>
    <dgm:pt modelId="{612761AF-B087-4060-B847-A7565D9F3F1A}" type="parTrans" cxnId="{66EFA485-FFA2-4A10-9426-306E1C9CB825}">
      <dgm:prSet/>
      <dgm:spPr/>
      <dgm:t>
        <a:bodyPr/>
        <a:lstStyle/>
        <a:p>
          <a:endParaRPr lang="uk-UA"/>
        </a:p>
      </dgm:t>
    </dgm:pt>
    <dgm:pt modelId="{39F682CE-94DE-4AF1-8F66-C17D3B83B6F9}" type="sibTrans" cxnId="{66EFA485-FFA2-4A10-9426-306E1C9CB825}">
      <dgm:prSet/>
      <dgm:spPr/>
      <dgm:t>
        <a:bodyPr/>
        <a:lstStyle/>
        <a:p>
          <a:endParaRPr lang="uk-UA"/>
        </a:p>
      </dgm:t>
    </dgm:pt>
    <dgm:pt modelId="{0A1D51EC-75FA-4269-8F65-5F20068CFF8A}">
      <dgm:prSet/>
      <dgm:spPr/>
      <dgm:t>
        <a:bodyPr/>
        <a:lstStyle/>
        <a:p>
          <a:r>
            <a:rPr lang="uk-UA" b="0" i="0"/>
            <a:t>створення Організації Об'єднаних Націй.</a:t>
          </a:r>
          <a:endParaRPr lang="uk-UA"/>
        </a:p>
      </dgm:t>
    </dgm:pt>
    <dgm:pt modelId="{CA6BD81D-82CC-423D-AA05-665A528234F4}" type="parTrans" cxnId="{3CBA6B26-0E3A-4738-A2CF-854539387688}">
      <dgm:prSet/>
      <dgm:spPr/>
      <dgm:t>
        <a:bodyPr/>
        <a:lstStyle/>
        <a:p>
          <a:endParaRPr lang="uk-UA"/>
        </a:p>
      </dgm:t>
    </dgm:pt>
    <dgm:pt modelId="{CC86D9FE-2AC8-4991-809E-3C150704DB68}" type="sibTrans" cxnId="{3CBA6B26-0E3A-4738-A2CF-854539387688}">
      <dgm:prSet/>
      <dgm:spPr/>
      <dgm:t>
        <a:bodyPr/>
        <a:lstStyle/>
        <a:p>
          <a:endParaRPr lang="uk-UA"/>
        </a:p>
      </dgm:t>
    </dgm:pt>
    <dgm:pt modelId="{758C3BD6-77A6-4D40-B110-BD344D218499}">
      <dgm:prSet/>
      <dgm:spPr/>
      <dgm:t>
        <a:bodyPr/>
        <a:lstStyle/>
        <a:p>
          <a:r>
            <a:rPr lang="uk-UA" b="0" i="0"/>
            <a:t>завершення Другої світової війни.</a:t>
          </a:r>
          <a:endParaRPr lang="uk-UA"/>
        </a:p>
      </dgm:t>
    </dgm:pt>
    <dgm:pt modelId="{D0511256-89D7-4980-AE8F-50AC4A93F6C3}" type="parTrans" cxnId="{4EC5C792-7B81-4726-8FB9-44208341BBA9}">
      <dgm:prSet/>
      <dgm:spPr/>
      <dgm:t>
        <a:bodyPr/>
        <a:lstStyle/>
        <a:p>
          <a:endParaRPr lang="uk-UA"/>
        </a:p>
      </dgm:t>
    </dgm:pt>
    <dgm:pt modelId="{A652F3D5-74E1-4B7F-AEC6-54B9E1CAE0FA}" type="sibTrans" cxnId="{4EC5C792-7B81-4726-8FB9-44208341BBA9}">
      <dgm:prSet/>
      <dgm:spPr/>
      <dgm:t>
        <a:bodyPr/>
        <a:lstStyle/>
        <a:p>
          <a:endParaRPr lang="uk-UA"/>
        </a:p>
      </dgm:t>
    </dgm:pt>
    <dgm:pt modelId="{BB760690-56F8-46A6-AF33-33DDE70B3BA8}">
      <dgm:prSet/>
      <dgm:spPr/>
      <dgm:t>
        <a:bodyPr/>
        <a:lstStyle/>
        <a:p>
          <a:r>
            <a:rPr lang="uk-UA" b="0" i="0"/>
            <a:t>початок «холодної війни».</a:t>
          </a:r>
          <a:endParaRPr lang="uk-UA"/>
        </a:p>
      </dgm:t>
    </dgm:pt>
    <dgm:pt modelId="{0CDCA77E-DC70-4D18-B527-52EB52580A2A}" type="parTrans" cxnId="{6211F06E-1B72-4C89-9480-F8C57FDF6447}">
      <dgm:prSet/>
      <dgm:spPr/>
      <dgm:t>
        <a:bodyPr/>
        <a:lstStyle/>
        <a:p>
          <a:endParaRPr lang="uk-UA"/>
        </a:p>
      </dgm:t>
    </dgm:pt>
    <dgm:pt modelId="{7899FBC6-FFA2-40EB-90E8-BECBB0CD245B}" type="sibTrans" cxnId="{6211F06E-1B72-4C89-9480-F8C57FDF6447}">
      <dgm:prSet/>
      <dgm:spPr/>
      <dgm:t>
        <a:bodyPr/>
        <a:lstStyle/>
        <a:p>
          <a:endParaRPr lang="uk-UA"/>
        </a:p>
      </dgm:t>
    </dgm:pt>
    <dgm:pt modelId="{CC07F9D1-3CB9-4881-944E-6CA48857C1EC}" type="pres">
      <dgm:prSet presAssocID="{B6818364-86B2-40C5-9609-DDFE654F9F58}" presName="linear" presStyleCnt="0">
        <dgm:presLayoutVars>
          <dgm:animLvl val="lvl"/>
          <dgm:resizeHandles val="exact"/>
        </dgm:presLayoutVars>
      </dgm:prSet>
      <dgm:spPr/>
    </dgm:pt>
    <dgm:pt modelId="{7143D049-00C2-42F0-9267-58870CAFBC8F}" type="pres">
      <dgm:prSet presAssocID="{A54A0A11-6AFC-49E3-834D-399C0B246F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DA0DF7-FC50-401E-AC67-ABD5B9DA553E}" type="pres">
      <dgm:prSet presAssocID="{39F682CE-94DE-4AF1-8F66-C17D3B83B6F9}" presName="spacer" presStyleCnt="0"/>
      <dgm:spPr/>
    </dgm:pt>
    <dgm:pt modelId="{B21A42FD-B868-41D7-BB88-59649ED36D24}" type="pres">
      <dgm:prSet presAssocID="{0A1D51EC-75FA-4269-8F65-5F20068CFF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D24638-E1F4-4D05-9D4A-90606A91DD64}" type="pres">
      <dgm:prSet presAssocID="{CC86D9FE-2AC8-4991-809E-3C150704DB68}" presName="spacer" presStyleCnt="0"/>
      <dgm:spPr/>
    </dgm:pt>
    <dgm:pt modelId="{AB869826-3940-4A3C-8B5B-FA1717383A42}" type="pres">
      <dgm:prSet presAssocID="{758C3BD6-77A6-4D40-B110-BD344D2184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994B91-7BAC-4C5F-91EE-BAEC22A0BE7E}" type="pres">
      <dgm:prSet presAssocID="{A652F3D5-74E1-4B7F-AEC6-54B9E1CAE0FA}" presName="spacer" presStyleCnt="0"/>
      <dgm:spPr/>
    </dgm:pt>
    <dgm:pt modelId="{C970ED11-23C3-4426-932D-BF58AC134CA1}" type="pres">
      <dgm:prSet presAssocID="{BB760690-56F8-46A6-AF33-33DDE70B3B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6A59520-6FF6-4467-A4DC-322EAFD30625}" type="presOf" srcId="{BB760690-56F8-46A6-AF33-33DDE70B3BA8}" destId="{C970ED11-23C3-4426-932D-BF58AC134CA1}" srcOrd="0" destOrd="0" presId="urn:microsoft.com/office/officeart/2005/8/layout/vList2"/>
    <dgm:cxn modelId="{3CBA6B26-0E3A-4738-A2CF-854539387688}" srcId="{B6818364-86B2-40C5-9609-DDFE654F9F58}" destId="{0A1D51EC-75FA-4269-8F65-5F20068CFF8A}" srcOrd="1" destOrd="0" parTransId="{CA6BD81D-82CC-423D-AA05-665A528234F4}" sibTransId="{CC86D9FE-2AC8-4991-809E-3C150704DB68}"/>
    <dgm:cxn modelId="{38007A2C-5126-4930-A430-9B87B8382332}" type="presOf" srcId="{A54A0A11-6AFC-49E3-834D-399C0B246FE6}" destId="{7143D049-00C2-42F0-9267-58870CAFBC8F}" srcOrd="0" destOrd="0" presId="urn:microsoft.com/office/officeart/2005/8/layout/vList2"/>
    <dgm:cxn modelId="{6211F06E-1B72-4C89-9480-F8C57FDF6447}" srcId="{B6818364-86B2-40C5-9609-DDFE654F9F58}" destId="{BB760690-56F8-46A6-AF33-33DDE70B3BA8}" srcOrd="3" destOrd="0" parTransId="{0CDCA77E-DC70-4D18-B527-52EB52580A2A}" sibTransId="{7899FBC6-FFA2-40EB-90E8-BECBB0CD245B}"/>
    <dgm:cxn modelId="{40F0CD77-DFA3-4BAC-BB6B-E885F9696D2E}" type="presOf" srcId="{758C3BD6-77A6-4D40-B110-BD344D218499}" destId="{AB869826-3940-4A3C-8B5B-FA1717383A42}" srcOrd="0" destOrd="0" presId="urn:microsoft.com/office/officeart/2005/8/layout/vList2"/>
    <dgm:cxn modelId="{66EFA485-FFA2-4A10-9426-306E1C9CB825}" srcId="{B6818364-86B2-40C5-9609-DDFE654F9F58}" destId="{A54A0A11-6AFC-49E3-834D-399C0B246FE6}" srcOrd="0" destOrd="0" parTransId="{612761AF-B087-4060-B847-A7565D9F3F1A}" sibTransId="{39F682CE-94DE-4AF1-8F66-C17D3B83B6F9}"/>
    <dgm:cxn modelId="{4EC5C792-7B81-4726-8FB9-44208341BBA9}" srcId="{B6818364-86B2-40C5-9609-DDFE654F9F58}" destId="{758C3BD6-77A6-4D40-B110-BD344D218499}" srcOrd="2" destOrd="0" parTransId="{D0511256-89D7-4980-AE8F-50AC4A93F6C3}" sibTransId="{A652F3D5-74E1-4B7F-AEC6-54B9E1CAE0FA}"/>
    <dgm:cxn modelId="{1E3A5DBA-1E68-4903-BDC5-124E2228AA9E}" type="presOf" srcId="{0A1D51EC-75FA-4269-8F65-5F20068CFF8A}" destId="{B21A42FD-B868-41D7-BB88-59649ED36D24}" srcOrd="0" destOrd="0" presId="urn:microsoft.com/office/officeart/2005/8/layout/vList2"/>
    <dgm:cxn modelId="{6330C9C1-AB1B-406A-8084-F0F6193860D4}" type="presOf" srcId="{B6818364-86B2-40C5-9609-DDFE654F9F58}" destId="{CC07F9D1-3CB9-4881-944E-6CA48857C1EC}" srcOrd="0" destOrd="0" presId="urn:microsoft.com/office/officeart/2005/8/layout/vList2"/>
    <dgm:cxn modelId="{F2C93707-7BBE-4FD0-8EA6-96CF1154757C}" type="presParOf" srcId="{CC07F9D1-3CB9-4881-944E-6CA48857C1EC}" destId="{7143D049-00C2-42F0-9267-58870CAFBC8F}" srcOrd="0" destOrd="0" presId="urn:microsoft.com/office/officeart/2005/8/layout/vList2"/>
    <dgm:cxn modelId="{A48421B8-DB0F-4CF4-928B-23C04BDABFE7}" type="presParOf" srcId="{CC07F9D1-3CB9-4881-944E-6CA48857C1EC}" destId="{8ADA0DF7-FC50-401E-AC67-ABD5B9DA553E}" srcOrd="1" destOrd="0" presId="urn:microsoft.com/office/officeart/2005/8/layout/vList2"/>
    <dgm:cxn modelId="{4CD5421B-3E3D-422F-AFC5-4E3BBE18C55B}" type="presParOf" srcId="{CC07F9D1-3CB9-4881-944E-6CA48857C1EC}" destId="{B21A42FD-B868-41D7-BB88-59649ED36D24}" srcOrd="2" destOrd="0" presId="urn:microsoft.com/office/officeart/2005/8/layout/vList2"/>
    <dgm:cxn modelId="{409A2B90-72C0-4388-9FF3-285D00C8460A}" type="presParOf" srcId="{CC07F9D1-3CB9-4881-944E-6CA48857C1EC}" destId="{CCD24638-E1F4-4D05-9D4A-90606A91DD64}" srcOrd="3" destOrd="0" presId="urn:microsoft.com/office/officeart/2005/8/layout/vList2"/>
    <dgm:cxn modelId="{CA058CB1-EE9E-47E3-AAA9-CCF05598756A}" type="presParOf" srcId="{CC07F9D1-3CB9-4881-944E-6CA48857C1EC}" destId="{AB869826-3940-4A3C-8B5B-FA1717383A42}" srcOrd="4" destOrd="0" presId="urn:microsoft.com/office/officeart/2005/8/layout/vList2"/>
    <dgm:cxn modelId="{B8A5FA47-0E9D-4ECC-AA6C-913DBDB821E8}" type="presParOf" srcId="{CC07F9D1-3CB9-4881-944E-6CA48857C1EC}" destId="{CD994B91-7BAC-4C5F-91EE-BAEC22A0BE7E}" srcOrd="5" destOrd="0" presId="urn:microsoft.com/office/officeart/2005/8/layout/vList2"/>
    <dgm:cxn modelId="{66F9679E-2D1A-42FB-A53B-00CD1D25A68C}" type="presParOf" srcId="{CC07F9D1-3CB9-4881-944E-6CA48857C1EC}" destId="{C970ED11-23C3-4426-932D-BF58AC134CA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12BFFD18-61C4-4D1A-92D3-43873B0217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05F2D3-E5E8-4D73-8806-970D0EA8F9A8}">
      <dgm:prSet/>
      <dgm:spPr/>
      <dgm:t>
        <a:bodyPr/>
        <a:lstStyle/>
        <a:p>
          <a:r>
            <a:rPr lang="uk-UA" b="0" i="0"/>
            <a:t>проведенням операції «Вісла».</a:t>
          </a:r>
          <a:endParaRPr lang="uk-UA"/>
        </a:p>
      </dgm:t>
    </dgm:pt>
    <dgm:pt modelId="{5C7C86FE-1EFE-43C6-9F49-48D86C0F0A0B}" type="parTrans" cxnId="{347CF195-F805-4CDA-861C-22D963705373}">
      <dgm:prSet/>
      <dgm:spPr/>
      <dgm:t>
        <a:bodyPr/>
        <a:lstStyle/>
        <a:p>
          <a:endParaRPr lang="uk-UA"/>
        </a:p>
      </dgm:t>
    </dgm:pt>
    <dgm:pt modelId="{26959A39-064C-4107-8D03-CED8F6B91D28}" type="sibTrans" cxnId="{347CF195-F805-4CDA-861C-22D963705373}">
      <dgm:prSet/>
      <dgm:spPr/>
      <dgm:t>
        <a:bodyPr/>
        <a:lstStyle/>
        <a:p>
          <a:endParaRPr lang="uk-UA"/>
        </a:p>
      </dgm:t>
    </dgm:pt>
    <dgm:pt modelId="{79F44F62-C3C6-49AB-B087-C0E771C673DE}">
      <dgm:prSet/>
      <dgm:spPr/>
      <dgm:t>
        <a:bodyPr/>
        <a:lstStyle/>
        <a:p>
          <a:r>
            <a:rPr lang="uk-UA" b="0" i="0"/>
            <a:t>включенням до її складу Закарпаття.</a:t>
          </a:r>
          <a:endParaRPr lang="uk-UA"/>
        </a:p>
      </dgm:t>
    </dgm:pt>
    <dgm:pt modelId="{E13A6157-75E4-43F9-8A9C-92EEF72D3407}" type="parTrans" cxnId="{4F618698-4414-4750-AFDA-B3C59AA960A9}">
      <dgm:prSet/>
      <dgm:spPr/>
      <dgm:t>
        <a:bodyPr/>
        <a:lstStyle/>
        <a:p>
          <a:endParaRPr lang="uk-UA"/>
        </a:p>
      </dgm:t>
    </dgm:pt>
    <dgm:pt modelId="{651E9A80-4EF6-4488-A38A-3B4429000071}" type="sibTrans" cxnId="{4F618698-4414-4750-AFDA-B3C59AA960A9}">
      <dgm:prSet/>
      <dgm:spPr/>
      <dgm:t>
        <a:bodyPr/>
        <a:lstStyle/>
        <a:p>
          <a:endParaRPr lang="uk-UA"/>
        </a:p>
      </dgm:t>
    </dgm:pt>
    <dgm:pt modelId="{D41E7E4F-411B-40C4-B5BC-1FD130FEFFA8}">
      <dgm:prSet/>
      <dgm:spPr/>
      <dgm:t>
        <a:bodyPr/>
        <a:lstStyle/>
        <a:p>
          <a:r>
            <a:rPr lang="uk-UA" b="0" i="0"/>
            <a:t>скасуванням карткової системи розподілу продуктів.</a:t>
          </a:r>
          <a:endParaRPr lang="uk-UA"/>
        </a:p>
      </dgm:t>
    </dgm:pt>
    <dgm:pt modelId="{8897BBA0-A943-4B62-B0FF-0A09C263ED5A}" type="parTrans" cxnId="{B428E235-6C66-4328-96D5-7F1118FCA7C0}">
      <dgm:prSet/>
      <dgm:spPr/>
      <dgm:t>
        <a:bodyPr/>
        <a:lstStyle/>
        <a:p>
          <a:endParaRPr lang="uk-UA"/>
        </a:p>
      </dgm:t>
    </dgm:pt>
    <dgm:pt modelId="{BA483FEA-D64D-43E3-90F0-D79E3BF8D53F}" type="sibTrans" cxnId="{B428E235-6C66-4328-96D5-7F1118FCA7C0}">
      <dgm:prSet/>
      <dgm:spPr/>
      <dgm:t>
        <a:bodyPr/>
        <a:lstStyle/>
        <a:p>
          <a:endParaRPr lang="uk-UA"/>
        </a:p>
      </dgm:t>
    </dgm:pt>
    <dgm:pt modelId="{E00FCED9-40A3-4F23-A53E-835AC745FBA7}">
      <dgm:prSet/>
      <dgm:spPr/>
      <dgm:t>
        <a:bodyPr/>
        <a:lstStyle/>
        <a:p>
          <a:r>
            <a:rPr lang="uk-UA" b="0" i="0"/>
            <a:t>розгортанням кампанії боротьби з «безрідним космополітизмом».</a:t>
          </a:r>
          <a:endParaRPr lang="uk-UA"/>
        </a:p>
      </dgm:t>
    </dgm:pt>
    <dgm:pt modelId="{740E7904-A1AB-45A1-BB02-59E9E537D4FA}" type="parTrans" cxnId="{034B0AF4-C92A-4312-9FFC-A6F417B22A5F}">
      <dgm:prSet/>
      <dgm:spPr/>
      <dgm:t>
        <a:bodyPr/>
        <a:lstStyle/>
        <a:p>
          <a:endParaRPr lang="uk-UA"/>
        </a:p>
      </dgm:t>
    </dgm:pt>
    <dgm:pt modelId="{95404AA2-009C-424D-B90C-4F06E7896436}" type="sibTrans" cxnId="{034B0AF4-C92A-4312-9FFC-A6F417B22A5F}">
      <dgm:prSet/>
      <dgm:spPr/>
      <dgm:t>
        <a:bodyPr/>
        <a:lstStyle/>
        <a:p>
          <a:endParaRPr lang="uk-UA"/>
        </a:p>
      </dgm:t>
    </dgm:pt>
    <dgm:pt modelId="{9DC45508-C604-4D76-B8D3-5357225EC5A1}" type="pres">
      <dgm:prSet presAssocID="{12BFFD18-61C4-4D1A-92D3-43873B021744}" presName="linear" presStyleCnt="0">
        <dgm:presLayoutVars>
          <dgm:animLvl val="lvl"/>
          <dgm:resizeHandles val="exact"/>
        </dgm:presLayoutVars>
      </dgm:prSet>
      <dgm:spPr/>
    </dgm:pt>
    <dgm:pt modelId="{ED60469E-2DE2-42FA-96A9-58DCB5D3A221}" type="pres">
      <dgm:prSet presAssocID="{5E05F2D3-E5E8-4D73-8806-970D0EA8F9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7C72E7-CB2C-4209-9F45-E2439FF8FE53}" type="pres">
      <dgm:prSet presAssocID="{26959A39-064C-4107-8D03-CED8F6B91D28}" presName="spacer" presStyleCnt="0"/>
      <dgm:spPr/>
    </dgm:pt>
    <dgm:pt modelId="{5CC7E5D7-75DE-49ED-A30B-B23FA5BE9F7C}" type="pres">
      <dgm:prSet presAssocID="{79F44F62-C3C6-49AB-B087-C0E771C673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A9C96C-3CF9-444F-95BB-FD68788A6CED}" type="pres">
      <dgm:prSet presAssocID="{651E9A80-4EF6-4488-A38A-3B4429000071}" presName="spacer" presStyleCnt="0"/>
      <dgm:spPr/>
    </dgm:pt>
    <dgm:pt modelId="{CEB02CAC-7F96-4557-97B1-3266EC04B244}" type="pres">
      <dgm:prSet presAssocID="{D41E7E4F-411B-40C4-B5BC-1FD130FEFF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992225-37CC-43DC-B281-A4C0236370D7}" type="pres">
      <dgm:prSet presAssocID="{BA483FEA-D64D-43E3-90F0-D79E3BF8D53F}" presName="spacer" presStyleCnt="0"/>
      <dgm:spPr/>
    </dgm:pt>
    <dgm:pt modelId="{2CB2979C-EA88-4872-8367-43F8B4903981}" type="pres">
      <dgm:prSet presAssocID="{E00FCED9-40A3-4F23-A53E-835AC745FB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EDA960B-2DD2-4264-B9DE-E895478CE90B}" type="presOf" srcId="{5E05F2D3-E5E8-4D73-8806-970D0EA8F9A8}" destId="{ED60469E-2DE2-42FA-96A9-58DCB5D3A221}" srcOrd="0" destOrd="0" presId="urn:microsoft.com/office/officeart/2005/8/layout/vList2"/>
    <dgm:cxn modelId="{AC3EA520-6C7F-4AF6-A258-3C8B580F2E51}" type="presOf" srcId="{79F44F62-C3C6-49AB-B087-C0E771C673DE}" destId="{5CC7E5D7-75DE-49ED-A30B-B23FA5BE9F7C}" srcOrd="0" destOrd="0" presId="urn:microsoft.com/office/officeart/2005/8/layout/vList2"/>
    <dgm:cxn modelId="{B428E235-6C66-4328-96D5-7F1118FCA7C0}" srcId="{12BFFD18-61C4-4D1A-92D3-43873B021744}" destId="{D41E7E4F-411B-40C4-B5BC-1FD130FEFFA8}" srcOrd="2" destOrd="0" parTransId="{8897BBA0-A943-4B62-B0FF-0A09C263ED5A}" sibTransId="{BA483FEA-D64D-43E3-90F0-D79E3BF8D53F}"/>
    <dgm:cxn modelId="{F3BFE58B-DB29-4A8F-8B5C-909D8FBD2CC2}" type="presOf" srcId="{D41E7E4F-411B-40C4-B5BC-1FD130FEFFA8}" destId="{CEB02CAC-7F96-4557-97B1-3266EC04B244}" srcOrd="0" destOrd="0" presId="urn:microsoft.com/office/officeart/2005/8/layout/vList2"/>
    <dgm:cxn modelId="{347CF195-F805-4CDA-861C-22D963705373}" srcId="{12BFFD18-61C4-4D1A-92D3-43873B021744}" destId="{5E05F2D3-E5E8-4D73-8806-970D0EA8F9A8}" srcOrd="0" destOrd="0" parTransId="{5C7C86FE-1EFE-43C6-9F49-48D86C0F0A0B}" sibTransId="{26959A39-064C-4107-8D03-CED8F6B91D28}"/>
    <dgm:cxn modelId="{4F618698-4414-4750-AFDA-B3C59AA960A9}" srcId="{12BFFD18-61C4-4D1A-92D3-43873B021744}" destId="{79F44F62-C3C6-49AB-B087-C0E771C673DE}" srcOrd="1" destOrd="0" parTransId="{E13A6157-75E4-43F9-8A9C-92EEF72D3407}" sibTransId="{651E9A80-4EF6-4488-A38A-3B4429000071}"/>
    <dgm:cxn modelId="{7AB90EBB-E52D-429D-B33C-DF8B393F81C7}" type="presOf" srcId="{E00FCED9-40A3-4F23-A53E-835AC745FBA7}" destId="{2CB2979C-EA88-4872-8367-43F8B4903981}" srcOrd="0" destOrd="0" presId="urn:microsoft.com/office/officeart/2005/8/layout/vList2"/>
    <dgm:cxn modelId="{23C34CD4-F768-44BC-8FA5-E95ADB0DA1B3}" type="presOf" srcId="{12BFFD18-61C4-4D1A-92D3-43873B021744}" destId="{9DC45508-C604-4D76-B8D3-5357225EC5A1}" srcOrd="0" destOrd="0" presId="urn:microsoft.com/office/officeart/2005/8/layout/vList2"/>
    <dgm:cxn modelId="{034B0AF4-C92A-4312-9FFC-A6F417B22A5F}" srcId="{12BFFD18-61C4-4D1A-92D3-43873B021744}" destId="{E00FCED9-40A3-4F23-A53E-835AC745FBA7}" srcOrd="3" destOrd="0" parTransId="{740E7904-A1AB-45A1-BB02-59E9E537D4FA}" sibTransId="{95404AA2-009C-424D-B90C-4F06E7896436}"/>
    <dgm:cxn modelId="{7F786F39-90A8-4A11-A95D-31DB016DFED4}" type="presParOf" srcId="{9DC45508-C604-4D76-B8D3-5357225EC5A1}" destId="{ED60469E-2DE2-42FA-96A9-58DCB5D3A221}" srcOrd="0" destOrd="0" presId="urn:microsoft.com/office/officeart/2005/8/layout/vList2"/>
    <dgm:cxn modelId="{3A27714B-1A8A-4358-9828-B6F4D97AA1EE}" type="presParOf" srcId="{9DC45508-C604-4D76-B8D3-5357225EC5A1}" destId="{557C72E7-CB2C-4209-9F45-E2439FF8FE53}" srcOrd="1" destOrd="0" presId="urn:microsoft.com/office/officeart/2005/8/layout/vList2"/>
    <dgm:cxn modelId="{EE2093BB-B133-4D53-942A-233111A9BA1F}" type="presParOf" srcId="{9DC45508-C604-4D76-B8D3-5357225EC5A1}" destId="{5CC7E5D7-75DE-49ED-A30B-B23FA5BE9F7C}" srcOrd="2" destOrd="0" presId="urn:microsoft.com/office/officeart/2005/8/layout/vList2"/>
    <dgm:cxn modelId="{825532F1-FAC3-4966-B73A-761A315C1632}" type="presParOf" srcId="{9DC45508-C604-4D76-B8D3-5357225EC5A1}" destId="{A1A9C96C-3CF9-444F-95BB-FD68788A6CED}" srcOrd="3" destOrd="0" presId="urn:microsoft.com/office/officeart/2005/8/layout/vList2"/>
    <dgm:cxn modelId="{8DEC0F53-B197-4921-86EC-0458333AE886}" type="presParOf" srcId="{9DC45508-C604-4D76-B8D3-5357225EC5A1}" destId="{CEB02CAC-7F96-4557-97B1-3266EC04B244}" srcOrd="4" destOrd="0" presId="urn:microsoft.com/office/officeart/2005/8/layout/vList2"/>
    <dgm:cxn modelId="{603F150C-48B2-4353-B87F-7438A279FC0D}" type="presParOf" srcId="{9DC45508-C604-4D76-B8D3-5357225EC5A1}" destId="{2E992225-37CC-43DC-B281-A4C0236370D7}" srcOrd="5" destOrd="0" presId="urn:microsoft.com/office/officeart/2005/8/layout/vList2"/>
    <dgm:cxn modelId="{6859BB8F-C930-4D6D-ADF2-00D5842085BC}" type="presParOf" srcId="{9DC45508-C604-4D76-B8D3-5357225EC5A1}" destId="{2CB2979C-EA88-4872-8367-43F8B490398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823BB82C-E5AE-46F9-A3F3-A4AD77326E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DBAE9BA-49D4-4084-B97C-F64A78446914}">
      <dgm:prSet/>
      <dgm:spPr/>
      <dgm:t>
        <a:bodyPr/>
        <a:lstStyle/>
        <a:p>
          <a:r>
            <a:rPr lang="uk-UA" b="0" i="0"/>
            <a:t>статусу члена-засновниці Організації Об’єднаних Націй.</a:t>
          </a:r>
          <a:endParaRPr lang="uk-UA"/>
        </a:p>
      </dgm:t>
    </dgm:pt>
    <dgm:pt modelId="{F0CFA553-7158-4A1B-B7AC-C8B87451F338}" type="parTrans" cxnId="{31962ADE-FEE7-4CE2-A8F4-A4BEDD9C8F88}">
      <dgm:prSet/>
      <dgm:spPr/>
      <dgm:t>
        <a:bodyPr/>
        <a:lstStyle/>
        <a:p>
          <a:endParaRPr lang="uk-UA"/>
        </a:p>
      </dgm:t>
    </dgm:pt>
    <dgm:pt modelId="{9D503413-B37A-44F1-85C8-C274B95DBDAC}" type="sibTrans" cxnId="{31962ADE-FEE7-4CE2-A8F4-A4BEDD9C8F88}">
      <dgm:prSet/>
      <dgm:spPr/>
      <dgm:t>
        <a:bodyPr/>
        <a:lstStyle/>
        <a:p>
          <a:endParaRPr lang="uk-UA"/>
        </a:p>
      </dgm:t>
    </dgm:pt>
    <dgm:pt modelId="{5DBCA309-7EEA-4BF8-A9F2-4BD28B069492}">
      <dgm:prSet/>
      <dgm:spPr/>
      <dgm:t>
        <a:bodyPr/>
        <a:lstStyle/>
        <a:p>
          <a:r>
            <a:rPr lang="uk-UA" b="0" i="0"/>
            <a:t>права добровільного виходу зі складу Радянського Союзу.</a:t>
          </a:r>
          <a:endParaRPr lang="uk-UA"/>
        </a:p>
      </dgm:t>
    </dgm:pt>
    <dgm:pt modelId="{002825A9-B71A-4A9A-B889-9F15F0D97C39}" type="parTrans" cxnId="{4138E9B8-1C3D-494A-8AA8-7DE303B8CF92}">
      <dgm:prSet/>
      <dgm:spPr/>
      <dgm:t>
        <a:bodyPr/>
        <a:lstStyle/>
        <a:p>
          <a:endParaRPr lang="uk-UA"/>
        </a:p>
      </dgm:t>
    </dgm:pt>
    <dgm:pt modelId="{53F4186D-8E9D-4864-BEB5-411DE06AF783}" type="sibTrans" cxnId="{4138E9B8-1C3D-494A-8AA8-7DE303B8CF92}">
      <dgm:prSet/>
      <dgm:spPr/>
      <dgm:t>
        <a:bodyPr/>
        <a:lstStyle/>
        <a:p>
          <a:endParaRPr lang="uk-UA"/>
        </a:p>
      </dgm:t>
    </dgm:pt>
    <dgm:pt modelId="{DF82555E-699C-4DF8-BBE4-749F03E46158}">
      <dgm:prSet/>
      <dgm:spPr/>
      <dgm:t>
        <a:bodyPr/>
        <a:lstStyle/>
        <a:p>
          <a:r>
            <a:rPr lang="uk-UA" b="0" i="0"/>
            <a:t>фінансової та технічної допомоги за «планом Маршалла».</a:t>
          </a:r>
          <a:endParaRPr lang="uk-UA"/>
        </a:p>
      </dgm:t>
    </dgm:pt>
    <dgm:pt modelId="{A63657C3-644B-4466-AF10-7FC7956C6A7E}" type="parTrans" cxnId="{897BFD1B-40D5-4BFF-B733-727C911C6E77}">
      <dgm:prSet/>
      <dgm:spPr/>
      <dgm:t>
        <a:bodyPr/>
        <a:lstStyle/>
        <a:p>
          <a:endParaRPr lang="uk-UA"/>
        </a:p>
      </dgm:t>
    </dgm:pt>
    <dgm:pt modelId="{44C61D0E-AADB-434C-975D-B53F0C8DDF33}" type="sibTrans" cxnId="{897BFD1B-40D5-4BFF-B733-727C911C6E77}">
      <dgm:prSet/>
      <dgm:spPr/>
      <dgm:t>
        <a:bodyPr/>
        <a:lstStyle/>
        <a:p>
          <a:endParaRPr lang="uk-UA"/>
        </a:p>
      </dgm:t>
    </dgm:pt>
    <dgm:pt modelId="{78D5BA44-F723-4C6C-A4EB-3F720F97B1B2}">
      <dgm:prSet/>
      <dgm:spPr/>
      <dgm:t>
        <a:bodyPr/>
        <a:lstStyle/>
        <a:p>
          <a:r>
            <a:rPr lang="uk-UA" b="0" i="0"/>
            <a:t>гарантій нейтралітету державами Антигітлерівської коаліції.</a:t>
          </a:r>
          <a:endParaRPr lang="uk-UA"/>
        </a:p>
      </dgm:t>
    </dgm:pt>
    <dgm:pt modelId="{1DAD75D3-A959-494E-951E-C04BAD7F0CFD}" type="parTrans" cxnId="{0D403631-374F-489C-9254-2611F74D957E}">
      <dgm:prSet/>
      <dgm:spPr/>
      <dgm:t>
        <a:bodyPr/>
        <a:lstStyle/>
        <a:p>
          <a:endParaRPr lang="uk-UA"/>
        </a:p>
      </dgm:t>
    </dgm:pt>
    <dgm:pt modelId="{6530FC84-3EB2-465F-9DBD-CC3445D8EDF7}" type="sibTrans" cxnId="{0D403631-374F-489C-9254-2611F74D957E}">
      <dgm:prSet/>
      <dgm:spPr/>
      <dgm:t>
        <a:bodyPr/>
        <a:lstStyle/>
        <a:p>
          <a:endParaRPr lang="uk-UA"/>
        </a:p>
      </dgm:t>
    </dgm:pt>
    <dgm:pt modelId="{45D0ACF6-E93E-4AFA-9E54-2DEE805EE1D4}" type="pres">
      <dgm:prSet presAssocID="{823BB82C-E5AE-46F9-A3F3-A4AD77326EB1}" presName="linear" presStyleCnt="0">
        <dgm:presLayoutVars>
          <dgm:animLvl val="lvl"/>
          <dgm:resizeHandles val="exact"/>
        </dgm:presLayoutVars>
      </dgm:prSet>
      <dgm:spPr/>
    </dgm:pt>
    <dgm:pt modelId="{3C638521-E98A-4FB3-9C40-E7A4A769F507}" type="pres">
      <dgm:prSet presAssocID="{1DBAE9BA-49D4-4084-B97C-F64A784469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29E554-88E5-4B73-A643-D6CB1EFE6371}" type="pres">
      <dgm:prSet presAssocID="{9D503413-B37A-44F1-85C8-C274B95DBDAC}" presName="spacer" presStyleCnt="0"/>
      <dgm:spPr/>
    </dgm:pt>
    <dgm:pt modelId="{3EEE82BA-38F0-4456-92E6-0F7BCEE4B144}" type="pres">
      <dgm:prSet presAssocID="{5DBCA309-7EEA-4BF8-A9F2-4BD28B0694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97D87C-226E-40C2-8707-C74C02DFC801}" type="pres">
      <dgm:prSet presAssocID="{53F4186D-8E9D-4864-BEB5-411DE06AF783}" presName="spacer" presStyleCnt="0"/>
      <dgm:spPr/>
    </dgm:pt>
    <dgm:pt modelId="{E745C1F4-D6D7-420F-9595-ADFC1F60A0D4}" type="pres">
      <dgm:prSet presAssocID="{DF82555E-699C-4DF8-BBE4-749F03E461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C7B0A6-7FD0-40CC-81BC-2BF73FCB15FE}" type="pres">
      <dgm:prSet presAssocID="{44C61D0E-AADB-434C-975D-B53F0C8DDF33}" presName="spacer" presStyleCnt="0"/>
      <dgm:spPr/>
    </dgm:pt>
    <dgm:pt modelId="{5FBCB29E-765E-471B-9832-7CFF6B949F83}" type="pres">
      <dgm:prSet presAssocID="{78D5BA44-F723-4C6C-A4EB-3F720F97B1B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850F0D-BE63-4234-9A83-03E58BAD96EB}" type="presOf" srcId="{78D5BA44-F723-4C6C-A4EB-3F720F97B1B2}" destId="{5FBCB29E-765E-471B-9832-7CFF6B949F83}" srcOrd="0" destOrd="0" presId="urn:microsoft.com/office/officeart/2005/8/layout/vList2"/>
    <dgm:cxn modelId="{8D47F20D-6D2F-463C-B783-22964CAA88D7}" type="presOf" srcId="{823BB82C-E5AE-46F9-A3F3-A4AD77326EB1}" destId="{45D0ACF6-E93E-4AFA-9E54-2DEE805EE1D4}" srcOrd="0" destOrd="0" presId="urn:microsoft.com/office/officeart/2005/8/layout/vList2"/>
    <dgm:cxn modelId="{897BFD1B-40D5-4BFF-B733-727C911C6E77}" srcId="{823BB82C-E5AE-46F9-A3F3-A4AD77326EB1}" destId="{DF82555E-699C-4DF8-BBE4-749F03E46158}" srcOrd="2" destOrd="0" parTransId="{A63657C3-644B-4466-AF10-7FC7956C6A7E}" sibTransId="{44C61D0E-AADB-434C-975D-B53F0C8DDF33}"/>
    <dgm:cxn modelId="{0D403631-374F-489C-9254-2611F74D957E}" srcId="{823BB82C-E5AE-46F9-A3F3-A4AD77326EB1}" destId="{78D5BA44-F723-4C6C-A4EB-3F720F97B1B2}" srcOrd="3" destOrd="0" parTransId="{1DAD75D3-A959-494E-951E-C04BAD7F0CFD}" sibTransId="{6530FC84-3EB2-465F-9DBD-CC3445D8EDF7}"/>
    <dgm:cxn modelId="{2501E870-5A82-48FF-98ED-42699D935B2A}" type="presOf" srcId="{5DBCA309-7EEA-4BF8-A9F2-4BD28B069492}" destId="{3EEE82BA-38F0-4456-92E6-0F7BCEE4B144}" srcOrd="0" destOrd="0" presId="urn:microsoft.com/office/officeart/2005/8/layout/vList2"/>
    <dgm:cxn modelId="{3DA41185-E0E0-41AC-A688-562EB7A424C2}" type="presOf" srcId="{DF82555E-699C-4DF8-BBE4-749F03E46158}" destId="{E745C1F4-D6D7-420F-9595-ADFC1F60A0D4}" srcOrd="0" destOrd="0" presId="urn:microsoft.com/office/officeart/2005/8/layout/vList2"/>
    <dgm:cxn modelId="{4138E9B8-1C3D-494A-8AA8-7DE303B8CF92}" srcId="{823BB82C-E5AE-46F9-A3F3-A4AD77326EB1}" destId="{5DBCA309-7EEA-4BF8-A9F2-4BD28B069492}" srcOrd="1" destOrd="0" parTransId="{002825A9-B71A-4A9A-B889-9F15F0D97C39}" sibTransId="{53F4186D-8E9D-4864-BEB5-411DE06AF783}"/>
    <dgm:cxn modelId="{69FEF2C4-3966-41EA-80B3-86106C506D9D}" type="presOf" srcId="{1DBAE9BA-49D4-4084-B97C-F64A78446914}" destId="{3C638521-E98A-4FB3-9C40-E7A4A769F507}" srcOrd="0" destOrd="0" presId="urn:microsoft.com/office/officeart/2005/8/layout/vList2"/>
    <dgm:cxn modelId="{31962ADE-FEE7-4CE2-A8F4-A4BEDD9C8F88}" srcId="{823BB82C-E5AE-46F9-A3F3-A4AD77326EB1}" destId="{1DBAE9BA-49D4-4084-B97C-F64A78446914}" srcOrd="0" destOrd="0" parTransId="{F0CFA553-7158-4A1B-B7AC-C8B87451F338}" sibTransId="{9D503413-B37A-44F1-85C8-C274B95DBDAC}"/>
    <dgm:cxn modelId="{7866278B-DC38-48F4-9BFF-5F5BCC390BC6}" type="presParOf" srcId="{45D0ACF6-E93E-4AFA-9E54-2DEE805EE1D4}" destId="{3C638521-E98A-4FB3-9C40-E7A4A769F507}" srcOrd="0" destOrd="0" presId="urn:microsoft.com/office/officeart/2005/8/layout/vList2"/>
    <dgm:cxn modelId="{812BADAE-9893-4CF3-85F4-93A1E2C52CE8}" type="presParOf" srcId="{45D0ACF6-E93E-4AFA-9E54-2DEE805EE1D4}" destId="{5529E554-88E5-4B73-A643-D6CB1EFE6371}" srcOrd="1" destOrd="0" presId="urn:microsoft.com/office/officeart/2005/8/layout/vList2"/>
    <dgm:cxn modelId="{A4A23B75-3457-4AB7-80AD-DDDF26601367}" type="presParOf" srcId="{45D0ACF6-E93E-4AFA-9E54-2DEE805EE1D4}" destId="{3EEE82BA-38F0-4456-92E6-0F7BCEE4B144}" srcOrd="2" destOrd="0" presId="urn:microsoft.com/office/officeart/2005/8/layout/vList2"/>
    <dgm:cxn modelId="{2504B41D-CFB4-45AC-86C6-DA92528162CD}" type="presParOf" srcId="{45D0ACF6-E93E-4AFA-9E54-2DEE805EE1D4}" destId="{4997D87C-226E-40C2-8707-C74C02DFC801}" srcOrd="3" destOrd="0" presId="urn:microsoft.com/office/officeart/2005/8/layout/vList2"/>
    <dgm:cxn modelId="{AFECA411-5C3E-4053-BAB7-17BCBBE20821}" type="presParOf" srcId="{45D0ACF6-E93E-4AFA-9E54-2DEE805EE1D4}" destId="{E745C1F4-D6D7-420F-9595-ADFC1F60A0D4}" srcOrd="4" destOrd="0" presId="urn:microsoft.com/office/officeart/2005/8/layout/vList2"/>
    <dgm:cxn modelId="{B241B8B8-5E98-4E72-BF37-B3FF155CF4EB}" type="presParOf" srcId="{45D0ACF6-E93E-4AFA-9E54-2DEE805EE1D4}" destId="{C6C7B0A6-7FD0-40CC-81BC-2BF73FCB15FE}" srcOrd="5" destOrd="0" presId="urn:microsoft.com/office/officeart/2005/8/layout/vList2"/>
    <dgm:cxn modelId="{AD3F2E8F-9382-48DF-B68B-3C094B8F5E00}" type="presParOf" srcId="{45D0ACF6-E93E-4AFA-9E54-2DEE805EE1D4}" destId="{5FBCB29E-765E-471B-9832-7CFF6B949F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C1606-DAB6-475E-AEEF-49B4A2B9E1FD}">
      <dsp:nvSpPr>
        <dsp:cNvPr id="0" name=""/>
        <dsp:cNvSpPr/>
      </dsp:nvSpPr>
      <dsp:spPr>
        <a:xfrm>
          <a:off x="6997" y="113477"/>
          <a:ext cx="3022473" cy="225621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/>
            <a:t>Встановлення жорсткого окупаційного режиму в по-неволених країнах.</a:t>
          </a:r>
          <a:endParaRPr lang="uk-UA" sz="1700" kern="1200"/>
        </a:p>
      </dsp:txBody>
      <dsp:txXfrm>
        <a:off x="59863" y="166343"/>
        <a:ext cx="2916741" cy="2203346"/>
      </dsp:txXfrm>
    </dsp:sp>
    <dsp:sp modelId="{85F82164-D97F-4B46-859C-99512A057B72}">
      <dsp:nvSpPr>
        <dsp:cNvPr id="0" name=""/>
        <dsp:cNvSpPr/>
      </dsp:nvSpPr>
      <dsp:spPr>
        <a:xfrm>
          <a:off x="6997" y="2369689"/>
          <a:ext cx="3022473" cy="970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44450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kern="1200"/>
            <a:t>Причина</a:t>
          </a:r>
        </a:p>
      </dsp:txBody>
      <dsp:txXfrm>
        <a:off x="6997" y="2369689"/>
        <a:ext cx="2128502" cy="970171"/>
      </dsp:txXfrm>
    </dsp:sp>
    <dsp:sp modelId="{A410F698-D14B-4B32-A3C5-48C589852210}">
      <dsp:nvSpPr>
        <dsp:cNvPr id="0" name=""/>
        <dsp:cNvSpPr/>
      </dsp:nvSpPr>
      <dsp:spPr>
        <a:xfrm>
          <a:off x="2221001" y="2523792"/>
          <a:ext cx="1057865" cy="105786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056B0-9991-48CF-8CC2-97E2A2EEFC3E}">
      <dsp:nvSpPr>
        <dsp:cNvPr id="0" name=""/>
        <dsp:cNvSpPr/>
      </dsp:nvSpPr>
      <dsp:spPr>
        <a:xfrm>
          <a:off x="3540946" y="113477"/>
          <a:ext cx="3022473" cy="225621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/>
            <a:t>Відновлення національної незалежності та державного суверенітету окупованих країн.</a:t>
          </a:r>
          <a:endParaRPr lang="uk-UA" sz="1700" kern="1200"/>
        </a:p>
      </dsp:txBody>
      <dsp:txXfrm>
        <a:off x="3593812" y="166343"/>
        <a:ext cx="2916741" cy="2203346"/>
      </dsp:txXfrm>
    </dsp:sp>
    <dsp:sp modelId="{BF0F8BC5-29A1-4725-8DC9-FE7593995CAD}">
      <dsp:nvSpPr>
        <dsp:cNvPr id="0" name=""/>
        <dsp:cNvSpPr/>
      </dsp:nvSpPr>
      <dsp:spPr>
        <a:xfrm>
          <a:off x="3540946" y="2369689"/>
          <a:ext cx="3022473" cy="970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44450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kern="1200"/>
            <a:t>Мета	</a:t>
          </a:r>
        </a:p>
      </dsp:txBody>
      <dsp:txXfrm>
        <a:off x="3540946" y="2369689"/>
        <a:ext cx="2128502" cy="970171"/>
      </dsp:txXfrm>
    </dsp:sp>
    <dsp:sp modelId="{65EB98ED-7EA4-497E-B28D-3F36534784FE}">
      <dsp:nvSpPr>
        <dsp:cNvPr id="0" name=""/>
        <dsp:cNvSpPr/>
      </dsp:nvSpPr>
      <dsp:spPr>
        <a:xfrm>
          <a:off x="5754949" y="2523792"/>
          <a:ext cx="1057865" cy="105786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D2D7E-1A5F-448B-8C96-A330B3BFF0AB}">
      <dsp:nvSpPr>
        <dsp:cNvPr id="0" name=""/>
        <dsp:cNvSpPr/>
      </dsp:nvSpPr>
      <dsp:spPr>
        <a:xfrm>
          <a:off x="7074895" y="113477"/>
          <a:ext cx="3022473" cy="225621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kern="1200"/>
            <a:t>Саботаж, страйки, диверсії.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kern="1200"/>
            <a:t>Антифашистська пропаганда.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kern="1200"/>
            <a:t>Розвідувальна діяльність.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kern="1200"/>
            <a:t>Партизанська боротьба.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kern="1200"/>
            <a:t>Антифашистські повстання (Варшавське гетто, 1943 р.).</a:t>
          </a:r>
        </a:p>
      </dsp:txBody>
      <dsp:txXfrm>
        <a:off x="7127761" y="166343"/>
        <a:ext cx="2916741" cy="2203346"/>
      </dsp:txXfrm>
    </dsp:sp>
    <dsp:sp modelId="{16EE3CCC-FF1F-4BF5-85AE-F47C9698E116}">
      <dsp:nvSpPr>
        <dsp:cNvPr id="0" name=""/>
        <dsp:cNvSpPr/>
      </dsp:nvSpPr>
      <dsp:spPr>
        <a:xfrm>
          <a:off x="7074895" y="2369689"/>
          <a:ext cx="3022473" cy="970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44450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kern="1200"/>
            <a:t>Форми боротьби</a:t>
          </a:r>
        </a:p>
      </dsp:txBody>
      <dsp:txXfrm>
        <a:off x="7074895" y="2369689"/>
        <a:ext cx="2128502" cy="970171"/>
      </dsp:txXfrm>
    </dsp:sp>
    <dsp:sp modelId="{94BDA834-84DF-42B0-861F-E99393D869E4}">
      <dsp:nvSpPr>
        <dsp:cNvPr id="0" name=""/>
        <dsp:cNvSpPr/>
      </dsp:nvSpPr>
      <dsp:spPr>
        <a:xfrm>
          <a:off x="9288898" y="2523792"/>
          <a:ext cx="1057865" cy="105786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B816A-30BD-4E42-BE52-6348B6A69D9D}">
      <dsp:nvSpPr>
        <dsp:cNvPr id="0" name=""/>
        <dsp:cNvSpPr/>
      </dsp:nvSpPr>
      <dsp:spPr>
        <a:xfrm rot="5400000">
          <a:off x="6564232" y="-2715991"/>
          <a:ext cx="952652" cy="66264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kern="1200"/>
            <a:t>У Франції під керівництвом Ш. де Голля</a:t>
          </a:r>
        </a:p>
      </dsp:txBody>
      <dsp:txXfrm rot="-5400000">
        <a:off x="3727355" y="167391"/>
        <a:ext cx="6579902" cy="859642"/>
      </dsp:txXfrm>
    </dsp:sp>
    <dsp:sp modelId="{CBA4DA96-73CB-425A-9282-2B4374155C61}">
      <dsp:nvSpPr>
        <dsp:cNvPr id="0" name=""/>
        <dsp:cNvSpPr/>
      </dsp:nvSpPr>
      <dsp:spPr>
        <a:xfrm>
          <a:off x="0" y="1804"/>
          <a:ext cx="3727354" cy="11908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/>
            <a:t>організація «Вільна Франція»</a:t>
          </a:r>
        </a:p>
      </dsp:txBody>
      <dsp:txXfrm>
        <a:off x="58131" y="59935"/>
        <a:ext cx="3611092" cy="1074553"/>
      </dsp:txXfrm>
    </dsp:sp>
    <dsp:sp modelId="{200C205D-D102-40AF-B6E3-0BCD9279AED2}">
      <dsp:nvSpPr>
        <dsp:cNvPr id="0" name=""/>
        <dsp:cNvSpPr/>
      </dsp:nvSpPr>
      <dsp:spPr>
        <a:xfrm rot="5400000">
          <a:off x="6564232" y="-1465635"/>
          <a:ext cx="952652" cy="66264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kern="1200"/>
            <a:t>Який координував діяльність партизанських бригад імені Гарібальді.</a:t>
          </a:r>
        </a:p>
      </dsp:txBody>
      <dsp:txXfrm rot="-5400000">
        <a:off x="3727355" y="1417747"/>
        <a:ext cx="6579902" cy="859642"/>
      </dsp:txXfrm>
    </dsp:sp>
    <dsp:sp modelId="{4E7120FF-3615-4B7D-8A51-ABEA258044DA}">
      <dsp:nvSpPr>
        <dsp:cNvPr id="0" name=""/>
        <dsp:cNvSpPr/>
      </dsp:nvSpPr>
      <dsp:spPr>
        <a:xfrm>
          <a:off x="0" y="1252160"/>
          <a:ext cx="3727354" cy="11908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/>
            <a:t>Комітет національного визволення Італії</a:t>
          </a:r>
        </a:p>
      </dsp:txBody>
      <dsp:txXfrm>
        <a:off x="58131" y="1310291"/>
        <a:ext cx="3611092" cy="1074553"/>
      </dsp:txXfrm>
    </dsp:sp>
    <dsp:sp modelId="{0C142508-F7AD-477D-AB81-60E0F9A64185}">
      <dsp:nvSpPr>
        <dsp:cNvPr id="0" name=""/>
        <dsp:cNvSpPr/>
      </dsp:nvSpPr>
      <dsp:spPr>
        <a:xfrm rot="5400000">
          <a:off x="6564232" y="-215279"/>
          <a:ext cx="952652" cy="66264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kern="1200"/>
            <a:t>Народно- визвольної армії Греції, яка вела бойові операції на всій території країни.</a:t>
          </a:r>
        </a:p>
      </dsp:txBody>
      <dsp:txXfrm rot="-5400000">
        <a:off x="3727355" y="2668103"/>
        <a:ext cx="6579902" cy="859642"/>
      </dsp:txXfrm>
    </dsp:sp>
    <dsp:sp modelId="{FFF0A518-C0ED-497E-B38A-80C17B474A2B}">
      <dsp:nvSpPr>
        <dsp:cNvPr id="0" name=""/>
        <dsp:cNvSpPr/>
      </dsp:nvSpPr>
      <dsp:spPr>
        <a:xfrm>
          <a:off x="0" y="2502516"/>
          <a:ext cx="3727354" cy="11908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/>
            <a:t>ЕЛАС</a:t>
          </a:r>
        </a:p>
      </dsp:txBody>
      <dsp:txXfrm>
        <a:off x="58131" y="2560647"/>
        <a:ext cx="3611092" cy="10745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C1B9B-80C7-411A-8564-116855F55E51}">
      <dsp:nvSpPr>
        <dsp:cNvPr id="0" name=""/>
        <dsp:cNvSpPr/>
      </dsp:nvSpPr>
      <dsp:spPr>
        <a:xfrm>
          <a:off x="0" y="14132"/>
          <a:ext cx="10353761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/>
            <a:t>жорстокість</a:t>
          </a:r>
        </a:p>
      </dsp:txBody>
      <dsp:txXfrm>
        <a:off x="20561" y="34693"/>
        <a:ext cx="10312639" cy="380078"/>
      </dsp:txXfrm>
    </dsp:sp>
    <dsp:sp modelId="{7A977CA9-F525-429A-BE2D-742EFF953E3C}">
      <dsp:nvSpPr>
        <dsp:cNvPr id="0" name=""/>
        <dsp:cNvSpPr/>
      </dsp:nvSpPr>
      <dsp:spPr>
        <a:xfrm>
          <a:off x="0" y="435332"/>
          <a:ext cx="10353761" cy="46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Непримиренність місцевого населення, викликана жорстокістю окупаційного режиму (на відміну від Західної Європи);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суттєве обмеження колабораціонізму — співпраці з окупантами.</a:t>
          </a:r>
        </a:p>
      </dsp:txBody>
      <dsp:txXfrm>
        <a:off x="0" y="435332"/>
        <a:ext cx="10353761" cy="465750"/>
      </dsp:txXfrm>
    </dsp:sp>
    <dsp:sp modelId="{C768B484-A4B6-4495-9839-5F9AEBA5D93E}">
      <dsp:nvSpPr>
        <dsp:cNvPr id="0" name=""/>
        <dsp:cNvSpPr/>
      </dsp:nvSpPr>
      <dsp:spPr>
        <a:xfrm>
          <a:off x="0" y="901082"/>
          <a:ext cx="10353761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/>
            <a:t>Розкол руху Опору </a:t>
          </a:r>
        </a:p>
      </dsp:txBody>
      <dsp:txXfrm>
        <a:off x="20561" y="921643"/>
        <a:ext cx="10312639" cy="380078"/>
      </dsp:txXfrm>
    </dsp:sp>
    <dsp:sp modelId="{BAE2239C-6F4C-4D15-8E2C-12218B2FD0AF}">
      <dsp:nvSpPr>
        <dsp:cNvPr id="0" name=""/>
        <dsp:cNvSpPr/>
      </dsp:nvSpPr>
      <dsp:spPr>
        <a:xfrm>
          <a:off x="0" y="1322283"/>
          <a:ext cx="10353761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на національну і комуністичну течії, які часто ворогували між собою: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Польща — Армія Крайова, підпорядкована емігрантському уряду в Лондоні,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комуністична Гвардія Людова;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СРСР — Українська Повстанська Армія (УПА)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комуністичні партизанські загони;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Югославія — комуністична Народно-визвольна армія Югославії (НВАЮ) під проводом Й. Б. Тіто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четники — сербські партизани-монархісти.</a:t>
          </a:r>
        </a:p>
      </dsp:txBody>
      <dsp:txXfrm>
        <a:off x="0" y="1322283"/>
        <a:ext cx="10353761" cy="1639440"/>
      </dsp:txXfrm>
    </dsp:sp>
    <dsp:sp modelId="{892FF46F-38F7-4A4E-9251-7E9A3A091CDE}">
      <dsp:nvSpPr>
        <dsp:cNvPr id="0" name=""/>
        <dsp:cNvSpPr/>
      </dsp:nvSpPr>
      <dsp:spPr>
        <a:xfrm>
          <a:off x="0" y="2961723"/>
          <a:ext cx="10353761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/>
            <a:t>Створення національних збройних сил у складі Червоної армії </a:t>
          </a:r>
        </a:p>
      </dsp:txBody>
      <dsp:txXfrm>
        <a:off x="20561" y="2982284"/>
        <a:ext cx="10312639" cy="380078"/>
      </dsp:txXfrm>
    </dsp:sp>
    <dsp:sp modelId="{F6B2EDB0-1AA9-4F53-B53F-6C4FA3071468}">
      <dsp:nvSpPr>
        <dsp:cNvPr id="0" name=""/>
        <dsp:cNvSpPr/>
      </dsp:nvSpPr>
      <dsp:spPr>
        <a:xfrm>
          <a:off x="0" y="3382923"/>
          <a:ext cx="10353761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1400" kern="1200"/>
            <a:t>Чеська бригада Л. Свободи, Військо Польське тощо</a:t>
          </a:r>
        </a:p>
      </dsp:txBody>
      <dsp:txXfrm>
        <a:off x="0" y="3382923"/>
        <a:ext cx="10353761" cy="2980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44282-CF65-48F5-9226-26BED9DA75A9}">
      <dsp:nvSpPr>
        <dsp:cNvPr id="0" name=""/>
        <dsp:cNvSpPr/>
      </dsp:nvSpPr>
      <dsp:spPr>
        <a:xfrm rot="10800000">
          <a:off x="1044098" y="1858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Київська оборонна операція</a:t>
          </a:r>
          <a:endParaRPr lang="uk-UA" sz="1900" kern="1200"/>
        </a:p>
      </dsp:txBody>
      <dsp:txXfrm rot="10800000">
        <a:off x="1233042" y="1858"/>
        <a:ext cx="3206147" cy="755776"/>
      </dsp:txXfrm>
    </dsp:sp>
    <dsp:sp modelId="{F0E792E9-19EF-44FF-B2CE-7AA555F4C58E}">
      <dsp:nvSpPr>
        <dsp:cNvPr id="0" name=""/>
        <dsp:cNvSpPr/>
      </dsp:nvSpPr>
      <dsp:spPr>
        <a:xfrm>
          <a:off x="666210" y="1858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46351A-ACC3-47AA-A6F9-4B34739D326F}">
      <dsp:nvSpPr>
        <dsp:cNvPr id="0" name=""/>
        <dsp:cNvSpPr/>
      </dsp:nvSpPr>
      <dsp:spPr>
        <a:xfrm rot="10800000">
          <a:off x="1044098" y="983239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Битва за Дніпро</a:t>
          </a:r>
          <a:endParaRPr lang="uk-UA" sz="1900" kern="1200"/>
        </a:p>
      </dsp:txBody>
      <dsp:txXfrm rot="10800000">
        <a:off x="1233042" y="983239"/>
        <a:ext cx="3206147" cy="755776"/>
      </dsp:txXfrm>
    </dsp:sp>
    <dsp:sp modelId="{D03A08DC-8CA6-4C1C-B7DC-363B1CD5FF21}">
      <dsp:nvSpPr>
        <dsp:cNvPr id="0" name=""/>
        <dsp:cNvSpPr/>
      </dsp:nvSpPr>
      <dsp:spPr>
        <a:xfrm>
          <a:off x="666210" y="983239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B2E91-A287-4289-8AA0-7A8B9EB24FAC}">
      <dsp:nvSpPr>
        <dsp:cNvPr id="0" name=""/>
        <dsp:cNvSpPr/>
      </dsp:nvSpPr>
      <dsp:spPr>
        <a:xfrm rot="10800000">
          <a:off x="1044098" y="1964620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Корсунь-Шевченківська операція</a:t>
          </a:r>
          <a:endParaRPr lang="uk-UA" sz="1900" kern="1200"/>
        </a:p>
      </dsp:txBody>
      <dsp:txXfrm rot="10800000">
        <a:off x="1233042" y="1964620"/>
        <a:ext cx="3206147" cy="755776"/>
      </dsp:txXfrm>
    </dsp:sp>
    <dsp:sp modelId="{CFCE0B38-39AB-4552-939E-EDF6285747FA}">
      <dsp:nvSpPr>
        <dsp:cNvPr id="0" name=""/>
        <dsp:cNvSpPr/>
      </dsp:nvSpPr>
      <dsp:spPr>
        <a:xfrm>
          <a:off x="666210" y="1964620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9C4B18-AC19-47CF-B6B0-C5E6535C4BD6}">
      <dsp:nvSpPr>
        <dsp:cNvPr id="0" name=""/>
        <dsp:cNvSpPr/>
      </dsp:nvSpPr>
      <dsp:spPr>
        <a:xfrm rot="10800000">
          <a:off x="1044098" y="2946001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Карпатсько-Ужгородська операція</a:t>
          </a:r>
          <a:endParaRPr lang="uk-UA" sz="1900" kern="1200"/>
        </a:p>
      </dsp:txBody>
      <dsp:txXfrm rot="10800000">
        <a:off x="1233042" y="2946001"/>
        <a:ext cx="3206147" cy="755776"/>
      </dsp:txXfrm>
    </dsp:sp>
    <dsp:sp modelId="{69271F5A-A449-4AFE-A63E-1225FB91B175}">
      <dsp:nvSpPr>
        <dsp:cNvPr id="0" name=""/>
        <dsp:cNvSpPr/>
      </dsp:nvSpPr>
      <dsp:spPr>
        <a:xfrm>
          <a:off x="666210" y="2946001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BCDE2-2348-4B3D-8807-FEB9388BE461}">
      <dsp:nvSpPr>
        <dsp:cNvPr id="0" name=""/>
        <dsp:cNvSpPr/>
      </dsp:nvSpPr>
      <dsp:spPr>
        <a:xfrm>
          <a:off x="0" y="452"/>
          <a:ext cx="509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5E3F0-7711-4EA1-B875-03F4883998BB}">
      <dsp:nvSpPr>
        <dsp:cNvPr id="0" name=""/>
        <dsp:cNvSpPr/>
      </dsp:nvSpPr>
      <dsp:spPr>
        <a:xfrm>
          <a:off x="0" y="452"/>
          <a:ext cx="5094287" cy="74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завершення визволення території УРСР, створення передумов для наступу радянських військ на будапештському напрямку</a:t>
          </a:r>
          <a:endParaRPr lang="uk-UA" sz="1500" kern="1200"/>
        </a:p>
      </dsp:txBody>
      <dsp:txXfrm>
        <a:off x="0" y="452"/>
        <a:ext cx="5094287" cy="740546"/>
      </dsp:txXfrm>
    </dsp:sp>
    <dsp:sp modelId="{0D772E45-A29A-425D-8CCC-B732B82A3DA7}">
      <dsp:nvSpPr>
        <dsp:cNvPr id="0" name=""/>
        <dsp:cNvSpPr/>
      </dsp:nvSpPr>
      <dsp:spPr>
        <a:xfrm>
          <a:off x="0" y="740998"/>
          <a:ext cx="509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B0BEA-1BA4-4C3E-9C31-6920DED534A0}">
      <dsp:nvSpPr>
        <dsp:cNvPr id="0" name=""/>
        <dsp:cNvSpPr/>
      </dsp:nvSpPr>
      <dsp:spPr>
        <a:xfrm>
          <a:off x="0" y="740998"/>
          <a:ext cx="5094287" cy="74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оточення та розгром угрупування німецьких військ, створення передумов для остаточного визволення Правобережної України</a:t>
          </a:r>
          <a:endParaRPr lang="uk-UA" sz="1500" kern="1200"/>
        </a:p>
      </dsp:txBody>
      <dsp:txXfrm>
        <a:off x="0" y="740998"/>
        <a:ext cx="5094287" cy="740546"/>
      </dsp:txXfrm>
    </dsp:sp>
    <dsp:sp modelId="{B68906D2-0DA8-45D1-8EEF-94FB42A7DBFC}">
      <dsp:nvSpPr>
        <dsp:cNvPr id="0" name=""/>
        <dsp:cNvSpPr/>
      </dsp:nvSpPr>
      <dsp:spPr>
        <a:xfrm>
          <a:off x="0" y="1481545"/>
          <a:ext cx="509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0AE12-88BB-4432-A9BA-377BADC5C16E}">
      <dsp:nvSpPr>
        <dsp:cNvPr id="0" name=""/>
        <dsp:cNvSpPr/>
      </dsp:nvSpPr>
      <dsp:spPr>
        <a:xfrm>
          <a:off x="0" y="1481545"/>
          <a:ext cx="5094287" cy="74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зрив плану блискавичної війни Німеччини проти СРСР, затримка наступу ворога на московському стратегічному напрямку</a:t>
          </a:r>
          <a:endParaRPr lang="uk-UA" sz="1500" kern="1200"/>
        </a:p>
      </dsp:txBody>
      <dsp:txXfrm>
        <a:off x="0" y="1481545"/>
        <a:ext cx="5094287" cy="740546"/>
      </dsp:txXfrm>
    </dsp:sp>
    <dsp:sp modelId="{5D3982AA-0638-48EB-A5E9-B1F4B500B351}">
      <dsp:nvSpPr>
        <dsp:cNvPr id="0" name=""/>
        <dsp:cNvSpPr/>
      </dsp:nvSpPr>
      <dsp:spPr>
        <a:xfrm>
          <a:off x="0" y="2222091"/>
          <a:ext cx="509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36697-8422-418A-B155-0C9B3C4F7939}">
      <dsp:nvSpPr>
        <dsp:cNvPr id="0" name=""/>
        <dsp:cNvSpPr/>
      </dsp:nvSpPr>
      <dsp:spPr>
        <a:xfrm>
          <a:off x="0" y="2222091"/>
          <a:ext cx="5094287" cy="74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прорив оборони противника на Перекопському й Сиваському напрямках, визволення Кримського та Керченського півостровів</a:t>
          </a:r>
          <a:endParaRPr lang="uk-UA" sz="1500" kern="1200"/>
        </a:p>
      </dsp:txBody>
      <dsp:txXfrm>
        <a:off x="0" y="2222091"/>
        <a:ext cx="5094287" cy="740546"/>
      </dsp:txXfrm>
    </dsp:sp>
    <dsp:sp modelId="{FB752EA3-67FB-4042-BB83-7683BD4451EF}">
      <dsp:nvSpPr>
        <dsp:cNvPr id="0" name=""/>
        <dsp:cNvSpPr/>
      </dsp:nvSpPr>
      <dsp:spPr>
        <a:xfrm>
          <a:off x="0" y="2962638"/>
          <a:ext cx="509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A70BE-7D5E-48B5-9875-0EFB88B2D568}">
      <dsp:nvSpPr>
        <dsp:cNvPr id="0" name=""/>
        <dsp:cNvSpPr/>
      </dsp:nvSpPr>
      <dsp:spPr>
        <a:xfrm>
          <a:off x="0" y="2962638"/>
          <a:ext cx="5094287" cy="74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завершення визволення Лівобережної України та Донбасу, створення сприятливих умов для визволення Правобережної та Південної України</a:t>
          </a:r>
          <a:endParaRPr lang="uk-UA" sz="1500" kern="1200"/>
        </a:p>
      </dsp:txBody>
      <dsp:txXfrm>
        <a:off x="0" y="2962638"/>
        <a:ext cx="5094287" cy="7405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5ECCC-B5F0-4BE3-A75B-8B5D21D55D7B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1938—1944 рр.</a:t>
          </a:r>
          <a:endParaRPr lang="uk-UA" sz="2900" kern="1200"/>
        </a:p>
      </dsp:txBody>
      <dsp:txXfrm rot="10800000">
        <a:off x="1231159" y="1476"/>
        <a:ext cx="3198668" cy="755777"/>
      </dsp:txXfrm>
    </dsp:sp>
    <dsp:sp modelId="{22977284-477D-47EC-933A-DD7AA8209E5E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A9151-940F-483B-943E-B5C5FB511247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1939—1945 рр.</a:t>
          </a:r>
          <a:endParaRPr lang="uk-UA" sz="2900" kern="1200"/>
        </a:p>
      </dsp:txBody>
      <dsp:txXfrm rot="10800000">
        <a:off x="1231159" y="982859"/>
        <a:ext cx="3198668" cy="755777"/>
      </dsp:txXfrm>
    </dsp:sp>
    <dsp:sp modelId="{E8EA3BA0-C185-4DDA-8587-C275D3731A5E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DEE05-D6D5-40A9-8874-C81B5FE59F77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1940—1946 рр.</a:t>
          </a:r>
          <a:endParaRPr lang="uk-UA" sz="2900" kern="1200"/>
        </a:p>
      </dsp:txBody>
      <dsp:txXfrm rot="10800000">
        <a:off x="1231159" y="1964243"/>
        <a:ext cx="3198668" cy="755777"/>
      </dsp:txXfrm>
    </dsp:sp>
    <dsp:sp modelId="{6BEEB6CB-D52F-467A-BCAD-6AD799B75CC2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9CE80-9946-4478-BA04-FC9A17D11B0F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1941—1945 рр.</a:t>
          </a:r>
          <a:endParaRPr lang="uk-UA" sz="2900" kern="1200"/>
        </a:p>
      </dsp:txBody>
      <dsp:txXfrm rot="10800000">
        <a:off x="1231159" y="2945626"/>
        <a:ext cx="3198668" cy="755777"/>
      </dsp:txXfrm>
    </dsp:sp>
    <dsp:sp modelId="{A56DDF54-6095-4C9E-BE2D-3D5A0F22BBCE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B2E262-9D0C-4FA4-9A0B-9E6C58DD9180}">
      <dsp:nvSpPr>
        <dsp:cNvPr id="0" name=""/>
        <dsp:cNvSpPr/>
      </dsp:nvSpPr>
      <dsp:spPr>
        <a:xfrm>
          <a:off x="0" y="62456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Кримська наступальна операція</a:t>
          </a:r>
          <a:endParaRPr lang="uk-UA" sz="2400" kern="1200"/>
        </a:p>
      </dsp:txBody>
      <dsp:txXfrm>
        <a:off x="27415" y="651975"/>
        <a:ext cx="5039324" cy="506769"/>
      </dsp:txXfrm>
    </dsp:sp>
    <dsp:sp modelId="{DF936C49-6B62-42AA-903F-4AC254397E6F}">
      <dsp:nvSpPr>
        <dsp:cNvPr id="0" name=""/>
        <dsp:cNvSpPr/>
      </dsp:nvSpPr>
      <dsp:spPr>
        <a:xfrm>
          <a:off x="0" y="125528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«Битва за Дніпро»</a:t>
          </a:r>
          <a:endParaRPr lang="uk-UA" sz="2400" kern="1200"/>
        </a:p>
      </dsp:txBody>
      <dsp:txXfrm>
        <a:off x="27415" y="1282695"/>
        <a:ext cx="5039324" cy="506769"/>
      </dsp:txXfrm>
    </dsp:sp>
    <dsp:sp modelId="{0BB4AD6F-4257-42E4-9FA4-69FDDFB14FE2}">
      <dsp:nvSpPr>
        <dsp:cNvPr id="0" name=""/>
        <dsp:cNvSpPr/>
      </dsp:nvSpPr>
      <dsp:spPr>
        <a:xfrm>
          <a:off x="0" y="188600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Карпатсько-Ужгородська операція</a:t>
          </a:r>
          <a:endParaRPr lang="uk-UA" sz="2400" kern="1200"/>
        </a:p>
      </dsp:txBody>
      <dsp:txXfrm>
        <a:off x="27415" y="1913415"/>
        <a:ext cx="5039324" cy="506769"/>
      </dsp:txXfrm>
    </dsp:sp>
    <dsp:sp modelId="{D46491D3-31AE-44E6-81DF-EBB618C9A3CF}">
      <dsp:nvSpPr>
        <dsp:cNvPr id="0" name=""/>
        <dsp:cNvSpPr/>
      </dsp:nvSpPr>
      <dsp:spPr>
        <a:xfrm>
          <a:off x="0" y="251672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Львівсько-Сандомирська операція</a:t>
          </a:r>
          <a:endParaRPr lang="uk-UA" sz="2400" kern="1200"/>
        </a:p>
      </dsp:txBody>
      <dsp:txXfrm>
        <a:off x="27415" y="2544135"/>
        <a:ext cx="5039324" cy="5067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B232F-2982-4003-B090-BCEE93B52668}">
      <dsp:nvSpPr>
        <dsp:cNvPr id="0" name=""/>
        <dsp:cNvSpPr/>
      </dsp:nvSpPr>
      <dsp:spPr>
        <a:xfrm>
          <a:off x="0" y="123553"/>
          <a:ext cx="3824460" cy="1934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«Волею українського народу Організація українських націоналістів під проводом Степана Бандери проголошує відновлення Української держави, за яку поклали голови цілі покоління найкращих синів України...»</a:t>
          </a:r>
          <a:endParaRPr lang="uk-UA" sz="1500" kern="1200"/>
        </a:p>
      </dsp:txBody>
      <dsp:txXfrm>
        <a:off x="94453" y="218006"/>
        <a:ext cx="3635554" cy="1745981"/>
      </dsp:txXfrm>
    </dsp:sp>
    <dsp:sp modelId="{3D1211F1-C911-4AD6-AC25-2BC0A6CD21B5}">
      <dsp:nvSpPr>
        <dsp:cNvPr id="0" name=""/>
        <dsp:cNvSpPr/>
      </dsp:nvSpPr>
      <dsp:spPr>
        <a:xfrm>
          <a:off x="0" y="2101640"/>
          <a:ext cx="3824460" cy="1934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«Уряд Української РСР... вирішив звернутися до Конференції Об'єднаних Націй із заявою, повідомляючи про своє бажання приєднатися до загальної організації Безпеки як одна з держав-засновниць, а також узяти участь у Конференції Об'єднаних Націй у Сан-Франциско...»</a:t>
          </a:r>
          <a:endParaRPr lang="uk-UA" sz="1500" kern="1200"/>
        </a:p>
      </dsp:txBody>
      <dsp:txXfrm>
        <a:off x="94453" y="2196093"/>
        <a:ext cx="3635554" cy="17459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05DE0-74E9-4FFE-B2E6-99936A8CA71A}">
      <dsp:nvSpPr>
        <dsp:cNvPr id="0" name=""/>
        <dsp:cNvSpPr/>
      </dsp:nvSpPr>
      <dsp:spPr>
        <a:xfrm rot="10800000">
          <a:off x="755505" y="1590"/>
          <a:ext cx="2406627" cy="5973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9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1939 р.</a:t>
          </a:r>
          <a:endParaRPr lang="uk-UA" sz="2800" kern="1200"/>
        </a:p>
      </dsp:txBody>
      <dsp:txXfrm rot="10800000">
        <a:off x="904830" y="1590"/>
        <a:ext cx="2257302" cy="597301"/>
      </dsp:txXfrm>
    </dsp:sp>
    <dsp:sp modelId="{F60F64A1-F909-4C40-BB91-AE9310AFE63E}">
      <dsp:nvSpPr>
        <dsp:cNvPr id="0" name=""/>
        <dsp:cNvSpPr/>
      </dsp:nvSpPr>
      <dsp:spPr>
        <a:xfrm>
          <a:off x="456855" y="1590"/>
          <a:ext cx="597301" cy="5973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DE4C6-9A20-4A3C-B45C-720D88DCAC3E}">
      <dsp:nvSpPr>
        <dsp:cNvPr id="0" name=""/>
        <dsp:cNvSpPr/>
      </dsp:nvSpPr>
      <dsp:spPr>
        <a:xfrm rot="10800000">
          <a:off x="755505" y="777190"/>
          <a:ext cx="2406627" cy="5973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9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1941р.</a:t>
          </a:r>
          <a:endParaRPr lang="uk-UA" sz="2800" kern="1200"/>
        </a:p>
      </dsp:txBody>
      <dsp:txXfrm rot="10800000">
        <a:off x="904830" y="777190"/>
        <a:ext cx="2257302" cy="597301"/>
      </dsp:txXfrm>
    </dsp:sp>
    <dsp:sp modelId="{8D1D0FD4-4193-408D-8BC6-2D9F2BE9E69F}">
      <dsp:nvSpPr>
        <dsp:cNvPr id="0" name=""/>
        <dsp:cNvSpPr/>
      </dsp:nvSpPr>
      <dsp:spPr>
        <a:xfrm>
          <a:off x="456855" y="777190"/>
          <a:ext cx="597301" cy="5973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7E30D-0848-464A-A591-98CB76F14D98}">
      <dsp:nvSpPr>
        <dsp:cNvPr id="0" name=""/>
        <dsp:cNvSpPr/>
      </dsp:nvSpPr>
      <dsp:spPr>
        <a:xfrm rot="10800000">
          <a:off x="755505" y="1552789"/>
          <a:ext cx="2406627" cy="5973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9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1943 р.</a:t>
          </a:r>
          <a:endParaRPr lang="uk-UA" sz="2800" kern="1200"/>
        </a:p>
      </dsp:txBody>
      <dsp:txXfrm rot="10800000">
        <a:off x="904830" y="1552789"/>
        <a:ext cx="2257302" cy="597301"/>
      </dsp:txXfrm>
    </dsp:sp>
    <dsp:sp modelId="{46DDFDBC-3691-4E3C-AA22-C3DD00D286F8}">
      <dsp:nvSpPr>
        <dsp:cNvPr id="0" name=""/>
        <dsp:cNvSpPr/>
      </dsp:nvSpPr>
      <dsp:spPr>
        <a:xfrm>
          <a:off x="456855" y="1552789"/>
          <a:ext cx="597301" cy="5973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22DC7-3E43-4740-A6F6-7F66E0DFAA15}">
      <dsp:nvSpPr>
        <dsp:cNvPr id="0" name=""/>
        <dsp:cNvSpPr/>
      </dsp:nvSpPr>
      <dsp:spPr>
        <a:xfrm rot="10800000">
          <a:off x="755505" y="2328389"/>
          <a:ext cx="2406627" cy="5973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9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1944 р.</a:t>
          </a:r>
          <a:endParaRPr lang="uk-UA" sz="2800" kern="1200"/>
        </a:p>
      </dsp:txBody>
      <dsp:txXfrm rot="10800000">
        <a:off x="904830" y="2328389"/>
        <a:ext cx="2257302" cy="597301"/>
      </dsp:txXfrm>
    </dsp:sp>
    <dsp:sp modelId="{B8C260A8-9E92-4EA8-B7AA-19795E5620F6}">
      <dsp:nvSpPr>
        <dsp:cNvPr id="0" name=""/>
        <dsp:cNvSpPr/>
      </dsp:nvSpPr>
      <dsp:spPr>
        <a:xfrm>
          <a:off x="456855" y="2328389"/>
          <a:ext cx="597301" cy="5973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F60F0-6F4C-408D-9B21-27AFD27F753E}">
      <dsp:nvSpPr>
        <dsp:cNvPr id="0" name=""/>
        <dsp:cNvSpPr/>
      </dsp:nvSpPr>
      <dsp:spPr>
        <a:xfrm rot="10800000">
          <a:off x="755505" y="3103989"/>
          <a:ext cx="2406627" cy="5973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9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1945 р.</a:t>
          </a:r>
          <a:endParaRPr lang="uk-UA" sz="2800" kern="1200"/>
        </a:p>
      </dsp:txBody>
      <dsp:txXfrm rot="10800000">
        <a:off x="904830" y="3103989"/>
        <a:ext cx="2257302" cy="597301"/>
      </dsp:txXfrm>
    </dsp:sp>
    <dsp:sp modelId="{CAB7C6FE-0B19-45A7-B981-35E909AFC7F3}">
      <dsp:nvSpPr>
        <dsp:cNvPr id="0" name=""/>
        <dsp:cNvSpPr/>
      </dsp:nvSpPr>
      <dsp:spPr>
        <a:xfrm>
          <a:off x="456855" y="3103989"/>
          <a:ext cx="597301" cy="5973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FE2D2-58B3-4ECD-B114-25816714BB0F}">
      <dsp:nvSpPr>
        <dsp:cNvPr id="0" name=""/>
        <dsp:cNvSpPr/>
      </dsp:nvSpPr>
      <dsp:spPr>
        <a:xfrm>
          <a:off x="0" y="229423"/>
          <a:ext cx="3647286" cy="18822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«Волею всього багатонаціонального радянського народу, за наказом Радянського уряду Червона армія звільнила навіки народ Західної України від влади польських поміщиків і капіталістів...»</a:t>
          </a:r>
          <a:endParaRPr lang="uk-UA" sz="1300" kern="1200"/>
        </a:p>
      </dsp:txBody>
      <dsp:txXfrm>
        <a:off x="91883" y="321306"/>
        <a:ext cx="3463520" cy="1698471"/>
      </dsp:txXfrm>
    </dsp:sp>
    <dsp:sp modelId="{61A58824-32ED-49F1-A422-F902CEF60984}">
      <dsp:nvSpPr>
        <dsp:cNvPr id="0" name=""/>
        <dsp:cNvSpPr/>
      </dsp:nvSpPr>
      <dsp:spPr>
        <a:xfrm>
          <a:off x="0" y="2149101"/>
          <a:ext cx="3647286" cy="18822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«Під безперервним вогнем артилерії та ударами німецької авіації війська змушені були проводити переправу... часто переправлялися через Дніпро без танків і важкої артилерії. Під вогнем ворога воїни пливли на правий берег хто як міг: тримаючись за дошки, плащ-намети, напхані соломою. Тонули тисячами в холодній листопадовій воді...»</a:t>
          </a:r>
          <a:endParaRPr lang="uk-UA" sz="1300" kern="1200"/>
        </a:p>
      </dsp:txBody>
      <dsp:txXfrm>
        <a:off x="91883" y="2240984"/>
        <a:ext cx="3463520" cy="169847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8FAF7-CD75-470A-BC43-F57F631BD7B7}">
      <dsp:nvSpPr>
        <dsp:cNvPr id="0" name=""/>
        <dsp:cNvSpPr/>
      </dsp:nvSpPr>
      <dsp:spPr>
        <a:xfrm rot="10800000">
          <a:off x="1044222" y="1261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встановлення «нового порядку» в Україні</a:t>
          </a:r>
          <a:endParaRPr lang="uk-UA" sz="1700" kern="1200"/>
        </a:p>
      </dsp:txBody>
      <dsp:txXfrm rot="10800000">
        <a:off x="1233188" y="1261"/>
        <a:ext cx="3206526" cy="755865"/>
      </dsp:txXfrm>
    </dsp:sp>
    <dsp:sp modelId="{6E6AAA86-CC55-48FD-B52F-EA9C249E6981}">
      <dsp:nvSpPr>
        <dsp:cNvPr id="0" name=""/>
        <dsp:cNvSpPr/>
      </dsp:nvSpPr>
      <dsp:spPr>
        <a:xfrm>
          <a:off x="666289" y="1261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E5ABB-8F61-40B0-9CA8-9B073B25C4B5}">
      <dsp:nvSpPr>
        <dsp:cNvPr id="0" name=""/>
        <dsp:cNvSpPr/>
      </dsp:nvSpPr>
      <dsp:spPr>
        <a:xfrm rot="10800000">
          <a:off x="1044222" y="982759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поразка Червоної армії в Україні</a:t>
          </a:r>
          <a:endParaRPr lang="uk-UA" sz="1700" kern="1200"/>
        </a:p>
      </dsp:txBody>
      <dsp:txXfrm rot="10800000">
        <a:off x="1233188" y="982759"/>
        <a:ext cx="3206526" cy="755865"/>
      </dsp:txXfrm>
    </dsp:sp>
    <dsp:sp modelId="{FF6DC38E-0446-4DDE-BA7A-89916BC73817}">
      <dsp:nvSpPr>
        <dsp:cNvPr id="0" name=""/>
        <dsp:cNvSpPr/>
      </dsp:nvSpPr>
      <dsp:spPr>
        <a:xfrm>
          <a:off x="666289" y="982759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BF1CB-2CAF-4F02-84B7-8E41A834B28A}">
      <dsp:nvSpPr>
        <dsp:cNvPr id="0" name=""/>
        <dsp:cNvSpPr/>
      </dsp:nvSpPr>
      <dsp:spPr>
        <a:xfrm rot="10800000">
          <a:off x="1044222" y="1964256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приєднання Західної України до СРСР</a:t>
          </a:r>
          <a:endParaRPr lang="uk-UA" sz="1700" kern="1200"/>
        </a:p>
      </dsp:txBody>
      <dsp:txXfrm rot="10800000">
        <a:off x="1233188" y="1964256"/>
        <a:ext cx="3206526" cy="755865"/>
      </dsp:txXfrm>
    </dsp:sp>
    <dsp:sp modelId="{D4A665C9-B90A-408F-978A-CF19CE7F9879}">
      <dsp:nvSpPr>
        <dsp:cNvPr id="0" name=""/>
        <dsp:cNvSpPr/>
      </dsp:nvSpPr>
      <dsp:spPr>
        <a:xfrm>
          <a:off x="666289" y="1964256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D80C0-435A-4451-A671-5A55740DD663}">
      <dsp:nvSpPr>
        <dsp:cNvPr id="0" name=""/>
        <dsp:cNvSpPr/>
      </dsp:nvSpPr>
      <dsp:spPr>
        <a:xfrm rot="10800000">
          <a:off x="1044222" y="2945753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визволення території УРСР від нацистської окупації</a:t>
          </a:r>
          <a:endParaRPr lang="uk-UA" sz="1700" kern="1200"/>
        </a:p>
      </dsp:txBody>
      <dsp:txXfrm rot="10800000">
        <a:off x="1233188" y="2945753"/>
        <a:ext cx="3206526" cy="755865"/>
      </dsp:txXfrm>
    </dsp:sp>
    <dsp:sp modelId="{F55FFEF5-F808-49D2-954A-C6567CA4A757}">
      <dsp:nvSpPr>
        <dsp:cNvPr id="0" name=""/>
        <dsp:cNvSpPr/>
      </dsp:nvSpPr>
      <dsp:spPr>
        <a:xfrm>
          <a:off x="666289" y="2945753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00396-A3CC-4388-BB4D-2636583421C8}">
      <dsp:nvSpPr>
        <dsp:cNvPr id="0" name=""/>
        <dsp:cNvSpPr/>
      </dsp:nvSpPr>
      <dsp:spPr>
        <a:xfrm>
          <a:off x="0" y="419450"/>
          <a:ext cx="5094154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евакуація матеріальних і людських ресурсів у східні регіони Радянського Союзу</a:t>
          </a:r>
          <a:endParaRPr lang="uk-UA" sz="1400" kern="1200"/>
        </a:p>
      </dsp:txBody>
      <dsp:txXfrm>
        <a:off x="26387" y="445837"/>
        <a:ext cx="5041380" cy="487766"/>
      </dsp:txXfrm>
    </dsp:sp>
    <dsp:sp modelId="{77D81B23-07D5-44C2-AA72-AAE6F41F55FB}">
      <dsp:nvSpPr>
        <dsp:cNvPr id="0" name=""/>
        <dsp:cNvSpPr/>
      </dsp:nvSpPr>
      <dsp:spPr>
        <a:xfrm>
          <a:off x="0" y="1000310"/>
          <a:ext cx="5094154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вивезення працездатного населення на примусові роботи; економічне пограбування окупованих територій</a:t>
          </a:r>
          <a:endParaRPr lang="uk-UA" sz="1400" kern="1200"/>
        </a:p>
      </dsp:txBody>
      <dsp:txXfrm>
        <a:off x="26387" y="1026697"/>
        <a:ext cx="5041380" cy="487766"/>
      </dsp:txXfrm>
    </dsp:sp>
    <dsp:sp modelId="{D32D0D1B-B2F3-4990-87B3-3C19F1CC58D5}">
      <dsp:nvSpPr>
        <dsp:cNvPr id="0" name=""/>
        <dsp:cNvSpPr/>
      </dsp:nvSpPr>
      <dsp:spPr>
        <a:xfrm>
          <a:off x="0" y="1581170"/>
          <a:ext cx="5094154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радянізація, депортація частини населення у східні регіони Радянського Союзу</a:t>
          </a:r>
          <a:endParaRPr lang="uk-UA" sz="1400" kern="1200"/>
        </a:p>
      </dsp:txBody>
      <dsp:txXfrm>
        <a:off x="26387" y="1607557"/>
        <a:ext cx="5041380" cy="487766"/>
      </dsp:txXfrm>
    </dsp:sp>
    <dsp:sp modelId="{44E6053F-11C2-485B-BB68-78C9A75CB72E}">
      <dsp:nvSpPr>
        <dsp:cNvPr id="0" name=""/>
        <dsp:cNvSpPr/>
      </dsp:nvSpPr>
      <dsp:spPr>
        <a:xfrm>
          <a:off x="0" y="2162030"/>
          <a:ext cx="5094154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окупація території Карпатської України угорськими військами</a:t>
          </a:r>
          <a:endParaRPr lang="uk-UA" sz="1400" kern="1200"/>
        </a:p>
      </dsp:txBody>
      <dsp:txXfrm>
        <a:off x="26387" y="2188417"/>
        <a:ext cx="5041380" cy="487766"/>
      </dsp:txXfrm>
    </dsp:sp>
    <dsp:sp modelId="{01861F4A-EA06-4B2E-BA3E-092F8BE4EA10}">
      <dsp:nvSpPr>
        <dsp:cNvPr id="0" name=""/>
        <dsp:cNvSpPr/>
      </dsp:nvSpPr>
      <dsp:spPr>
        <a:xfrm>
          <a:off x="0" y="2742890"/>
          <a:ext cx="5094154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початок відбудови зруйнованого війною господарства</a:t>
          </a:r>
          <a:endParaRPr lang="uk-UA" sz="1400" kern="1200"/>
        </a:p>
      </dsp:txBody>
      <dsp:txXfrm>
        <a:off x="26387" y="2769277"/>
        <a:ext cx="5041380" cy="48776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AFD60-CE6A-41D2-9048-3F1AEA2DB567}">
      <dsp:nvSpPr>
        <dsp:cNvPr id="0" name=""/>
        <dsp:cNvSpPr/>
      </dsp:nvSpPr>
      <dsp:spPr>
        <a:xfrm>
          <a:off x="0" y="317840"/>
          <a:ext cx="5094154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акції пацифікації.</a:t>
          </a:r>
          <a:endParaRPr lang="uk-UA" sz="3000" kern="1200"/>
        </a:p>
      </dsp:txBody>
      <dsp:txXfrm>
        <a:off x="34269" y="352109"/>
        <a:ext cx="5025616" cy="633462"/>
      </dsp:txXfrm>
    </dsp:sp>
    <dsp:sp modelId="{DA544C30-CF9D-4FDE-841B-D4C0F6B476F9}">
      <dsp:nvSpPr>
        <dsp:cNvPr id="0" name=""/>
        <dsp:cNvSpPr/>
      </dsp:nvSpPr>
      <dsp:spPr>
        <a:xfrm>
          <a:off x="0" y="1106240"/>
          <a:ext cx="5094154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політики «осадництва».</a:t>
          </a:r>
          <a:endParaRPr lang="uk-UA" sz="3000" kern="1200"/>
        </a:p>
      </dsp:txBody>
      <dsp:txXfrm>
        <a:off x="34269" y="1140509"/>
        <a:ext cx="5025616" cy="633462"/>
      </dsp:txXfrm>
    </dsp:sp>
    <dsp:sp modelId="{B1B55F69-7DE3-42F3-B709-91903411CD69}">
      <dsp:nvSpPr>
        <dsp:cNvPr id="0" name=""/>
        <dsp:cNvSpPr/>
      </dsp:nvSpPr>
      <dsp:spPr>
        <a:xfrm>
          <a:off x="0" y="1894640"/>
          <a:ext cx="5094154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режиму «нового порядку».</a:t>
          </a:r>
          <a:endParaRPr lang="uk-UA" sz="3000" kern="1200"/>
        </a:p>
      </dsp:txBody>
      <dsp:txXfrm>
        <a:off x="34269" y="1928909"/>
        <a:ext cx="5025616" cy="633462"/>
      </dsp:txXfrm>
    </dsp:sp>
    <dsp:sp modelId="{F856A585-DB1B-4667-99FB-0FE8944A5C85}">
      <dsp:nvSpPr>
        <dsp:cNvPr id="0" name=""/>
        <dsp:cNvSpPr/>
      </dsp:nvSpPr>
      <dsp:spPr>
        <a:xfrm>
          <a:off x="0" y="2683040"/>
          <a:ext cx="5094154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політики «радянізації».</a:t>
          </a:r>
          <a:endParaRPr lang="uk-UA" sz="3000" kern="1200"/>
        </a:p>
      </dsp:txBody>
      <dsp:txXfrm>
        <a:off x="34269" y="2717309"/>
        <a:ext cx="5025616" cy="63346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CA3E8-3CEC-4D6F-A77E-F6F0384D0A01}">
      <dsp:nvSpPr>
        <dsp:cNvPr id="0" name=""/>
        <dsp:cNvSpPr/>
      </dsp:nvSpPr>
      <dsp:spPr>
        <a:xfrm>
          <a:off x="0" y="452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32684-E004-4F04-8D47-A3EBC7EF5FCB}">
      <dsp:nvSpPr>
        <dsp:cNvPr id="0" name=""/>
        <dsp:cNvSpPr/>
      </dsp:nvSpPr>
      <dsp:spPr>
        <a:xfrm>
          <a:off x="0" y="452"/>
          <a:ext cx="5094154" cy="52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утворення Червоною армією плацдармів на правому березі Дніпра</a:t>
          </a:r>
          <a:endParaRPr lang="uk-UA" sz="1500" kern="1200"/>
        </a:p>
      </dsp:txBody>
      <dsp:txXfrm>
        <a:off x="0" y="452"/>
        <a:ext cx="5094154" cy="528853"/>
      </dsp:txXfrm>
    </dsp:sp>
    <dsp:sp modelId="{73E4F2BC-E8C4-42E4-85AA-3AD28BAD1A46}">
      <dsp:nvSpPr>
        <dsp:cNvPr id="0" name=""/>
        <dsp:cNvSpPr/>
      </dsp:nvSpPr>
      <dsp:spPr>
        <a:xfrm>
          <a:off x="0" y="529305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BEA02-E890-4FB3-908F-1104A50F5FEB}">
      <dsp:nvSpPr>
        <dsp:cNvPr id="0" name=""/>
        <dsp:cNvSpPr/>
      </dsp:nvSpPr>
      <dsp:spPr>
        <a:xfrm>
          <a:off x="0" y="529305"/>
          <a:ext cx="5094154" cy="52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вигнання німецьких окупантів із Донбасу</a:t>
          </a:r>
          <a:endParaRPr lang="uk-UA" sz="1500" kern="1200"/>
        </a:p>
      </dsp:txBody>
      <dsp:txXfrm>
        <a:off x="0" y="529305"/>
        <a:ext cx="5094154" cy="528853"/>
      </dsp:txXfrm>
    </dsp:sp>
    <dsp:sp modelId="{A8955857-02D6-4A07-A72E-603311034065}">
      <dsp:nvSpPr>
        <dsp:cNvPr id="0" name=""/>
        <dsp:cNvSpPr/>
      </dsp:nvSpPr>
      <dsp:spPr>
        <a:xfrm>
          <a:off x="0" y="1058159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E6E9B-6E01-495C-B572-D2677F8A1A22}">
      <dsp:nvSpPr>
        <dsp:cNvPr id="0" name=""/>
        <dsp:cNvSpPr/>
      </dsp:nvSpPr>
      <dsp:spPr>
        <a:xfrm>
          <a:off x="0" y="1058159"/>
          <a:ext cx="5094154" cy="52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депортація кримських татар та інших народів Криму</a:t>
          </a:r>
          <a:endParaRPr lang="uk-UA" sz="1500" kern="1200"/>
        </a:p>
      </dsp:txBody>
      <dsp:txXfrm>
        <a:off x="0" y="1058159"/>
        <a:ext cx="5094154" cy="528853"/>
      </dsp:txXfrm>
    </dsp:sp>
    <dsp:sp modelId="{E67B34BA-99BF-47E8-A199-6F6352810E3B}">
      <dsp:nvSpPr>
        <dsp:cNvPr id="0" name=""/>
        <dsp:cNvSpPr/>
      </dsp:nvSpPr>
      <dsp:spPr>
        <a:xfrm>
          <a:off x="0" y="1587013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00C0D-02E9-4273-A179-3691145A8DCB}">
      <dsp:nvSpPr>
        <dsp:cNvPr id="0" name=""/>
        <dsp:cNvSpPr/>
      </dsp:nvSpPr>
      <dsp:spPr>
        <a:xfrm>
          <a:off x="0" y="1587013"/>
          <a:ext cx="5094154" cy="52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проголошення Акта відновлення Української держави</a:t>
          </a:r>
          <a:endParaRPr lang="uk-UA" sz="1500" kern="1200"/>
        </a:p>
      </dsp:txBody>
      <dsp:txXfrm>
        <a:off x="0" y="1587013"/>
        <a:ext cx="5094154" cy="528853"/>
      </dsp:txXfrm>
    </dsp:sp>
    <dsp:sp modelId="{4E75038B-7A23-45B5-A099-70B0F872A700}">
      <dsp:nvSpPr>
        <dsp:cNvPr id="0" name=""/>
        <dsp:cNvSpPr/>
      </dsp:nvSpPr>
      <dsp:spPr>
        <a:xfrm>
          <a:off x="0" y="2115867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E91D7-9EB6-4847-BC9A-EFE3A9B6ED10}">
      <dsp:nvSpPr>
        <dsp:cNvPr id="0" name=""/>
        <dsp:cNvSpPr/>
      </dsp:nvSpPr>
      <dsp:spPr>
        <a:xfrm>
          <a:off x="0" y="2115867"/>
          <a:ext cx="5094154" cy="52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створення Української повстанської армії (УПА)</a:t>
          </a:r>
          <a:endParaRPr lang="uk-UA" sz="1500" kern="1200"/>
        </a:p>
      </dsp:txBody>
      <dsp:txXfrm>
        <a:off x="0" y="2115867"/>
        <a:ext cx="5094154" cy="528853"/>
      </dsp:txXfrm>
    </dsp:sp>
    <dsp:sp modelId="{C4FE3279-CB7E-48F0-A219-5193FC817AD4}">
      <dsp:nvSpPr>
        <dsp:cNvPr id="0" name=""/>
        <dsp:cNvSpPr/>
      </dsp:nvSpPr>
      <dsp:spPr>
        <a:xfrm>
          <a:off x="0" y="2644721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1E8EC-FCF4-48F7-ACEC-221FEBA85E4C}">
      <dsp:nvSpPr>
        <dsp:cNvPr id="0" name=""/>
        <dsp:cNvSpPr/>
      </dsp:nvSpPr>
      <dsp:spPr>
        <a:xfrm>
          <a:off x="0" y="2644721"/>
          <a:ext cx="5094154" cy="52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початок діяльності похідних груп ОУН</a:t>
          </a:r>
          <a:endParaRPr lang="uk-UA" sz="1500" kern="1200"/>
        </a:p>
      </dsp:txBody>
      <dsp:txXfrm>
        <a:off x="0" y="2644721"/>
        <a:ext cx="5094154" cy="528853"/>
      </dsp:txXfrm>
    </dsp:sp>
    <dsp:sp modelId="{52932EDB-60FE-4A96-BA98-C091C2D82AC7}">
      <dsp:nvSpPr>
        <dsp:cNvPr id="0" name=""/>
        <dsp:cNvSpPr/>
      </dsp:nvSpPr>
      <dsp:spPr>
        <a:xfrm>
          <a:off x="0" y="3173575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AC61-4A28-4DF1-B7A2-661687D82AF9}">
      <dsp:nvSpPr>
        <dsp:cNvPr id="0" name=""/>
        <dsp:cNvSpPr/>
      </dsp:nvSpPr>
      <dsp:spPr>
        <a:xfrm>
          <a:off x="0" y="3173575"/>
          <a:ext cx="5094154" cy="52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поява в лавах Червоної армії піхотних підрозділів, укомплектованих «чорносвитниками»</a:t>
          </a:r>
          <a:endParaRPr lang="uk-UA" sz="1500" kern="1200"/>
        </a:p>
      </dsp:txBody>
      <dsp:txXfrm>
        <a:off x="0" y="3173575"/>
        <a:ext cx="5094154" cy="52885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B407F-3CD6-4F9C-9810-50FE952877CC}">
      <dsp:nvSpPr>
        <dsp:cNvPr id="0" name=""/>
        <dsp:cNvSpPr/>
      </dsp:nvSpPr>
      <dsp:spPr>
        <a:xfrm>
          <a:off x="0" y="44870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учасників збройних формувань українського визвольного руху 1939–1945 рр.</a:t>
          </a:r>
          <a:endParaRPr lang="uk-UA" sz="1600" kern="1200"/>
        </a:p>
      </dsp:txBody>
      <dsp:txXfrm>
        <a:off x="42408" y="87278"/>
        <a:ext cx="5009338" cy="783909"/>
      </dsp:txXfrm>
    </dsp:sp>
    <dsp:sp modelId="{C15D4661-196F-4026-AC57-71A7C473B298}">
      <dsp:nvSpPr>
        <dsp:cNvPr id="0" name=""/>
        <dsp:cNvSpPr/>
      </dsp:nvSpPr>
      <dsp:spPr>
        <a:xfrm>
          <a:off x="0" y="959675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українських селян, яких відправляли на примусові роботи до Німеччини в 1941–1944 рр.</a:t>
          </a:r>
          <a:endParaRPr lang="uk-UA" sz="1600" kern="1200"/>
        </a:p>
      </dsp:txBody>
      <dsp:txXfrm>
        <a:off x="42408" y="1002083"/>
        <a:ext cx="5009338" cy="783909"/>
      </dsp:txXfrm>
    </dsp:sp>
    <dsp:sp modelId="{E567DC68-C5E9-40CF-BB13-D92407EEE16D}">
      <dsp:nvSpPr>
        <dsp:cNvPr id="0" name=""/>
        <dsp:cNvSpPr/>
      </dsp:nvSpPr>
      <dsp:spPr>
        <a:xfrm>
          <a:off x="0" y="1874480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мобілізованих на території України польовими військкоматами до лав Червоної армії в 1943–1944 рр.</a:t>
          </a:r>
          <a:endParaRPr lang="uk-UA" sz="1600" kern="1200"/>
        </a:p>
      </dsp:txBody>
      <dsp:txXfrm>
        <a:off x="42408" y="1916888"/>
        <a:ext cx="5009338" cy="783909"/>
      </dsp:txXfrm>
    </dsp:sp>
    <dsp:sp modelId="{60D5CB00-FF95-46B1-B60E-6B4A44D3B41F}">
      <dsp:nvSpPr>
        <dsp:cNvPr id="0" name=""/>
        <dsp:cNvSpPr/>
      </dsp:nvSpPr>
      <dsp:spPr>
        <a:xfrm>
          <a:off x="0" y="2789285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військовослужбовців-українців, що потрапили до німецького полону в 1941–1942 рр.</a:t>
          </a:r>
          <a:endParaRPr lang="uk-UA" sz="1600" kern="1200"/>
        </a:p>
      </dsp:txBody>
      <dsp:txXfrm>
        <a:off x="42408" y="2831693"/>
        <a:ext cx="5009338" cy="78390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5CEB4-CF45-4BEA-91AF-33B68AAD98A3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визволення Києва від нацистських окупантів</a:t>
          </a:r>
          <a:endParaRPr lang="uk-UA" sz="2200" kern="1200"/>
        </a:p>
      </dsp:txBody>
      <dsp:txXfrm>
        <a:off x="41465" y="99025"/>
        <a:ext cx="5011224" cy="766490"/>
      </dsp:txXfrm>
    </dsp:sp>
    <dsp:sp modelId="{30CADA33-9896-43F4-8984-D87BC1A5022F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Української повстанської армії (УПА)</a:t>
          </a:r>
          <a:endParaRPr lang="uk-UA" sz="2200" kern="1200"/>
        </a:p>
      </dsp:txBody>
      <dsp:txXfrm>
        <a:off x="41465" y="1011805"/>
        <a:ext cx="5011224" cy="766490"/>
      </dsp:txXfrm>
    </dsp:sp>
    <dsp:sp modelId="{9C011A9B-A347-47E5-A6D9-C7618BA0761B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проголошення Акта відновлення Української Держави</a:t>
          </a:r>
          <a:endParaRPr lang="uk-UA" sz="2200" kern="1200"/>
        </a:p>
      </dsp:txBody>
      <dsp:txXfrm>
        <a:off x="41465" y="1924585"/>
        <a:ext cx="5011224" cy="766490"/>
      </dsp:txXfrm>
    </dsp:sp>
    <dsp:sp modelId="{DDEFBFB4-DED7-4071-865F-E0DD1736813B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проведення Корсунь-Шевченківської наступальної операції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7E4EA-84EA-44F4-91D5-570BFCE6C0F4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битви під Москвою.</a:t>
          </a:r>
          <a:endParaRPr lang="uk-UA" sz="2100" kern="1200"/>
        </a:p>
      </dsp:txBody>
      <dsp:txXfrm rot="10800000">
        <a:off x="1231159" y="1476"/>
        <a:ext cx="3198668" cy="755777"/>
      </dsp:txXfrm>
    </dsp:sp>
    <dsp:sp modelId="{CBECCA98-AB94-46D5-8BC7-AE5306FD9A8F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267A4-E0FD-4E11-8F46-F1836E617041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Сталінградської битви.</a:t>
          </a:r>
          <a:endParaRPr lang="uk-UA" sz="2100" kern="1200"/>
        </a:p>
      </dsp:txBody>
      <dsp:txXfrm rot="10800000">
        <a:off x="1231159" y="982859"/>
        <a:ext cx="3198668" cy="755777"/>
      </dsp:txXfrm>
    </dsp:sp>
    <dsp:sp modelId="{27CDCD13-9D24-44A7-9EE5-3774CEB2765A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80DB5-5E7F-4C87-9C88-F004B265C20A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Курської битви.</a:t>
          </a:r>
          <a:endParaRPr lang="uk-UA" sz="2100" kern="1200"/>
        </a:p>
      </dsp:txBody>
      <dsp:txXfrm rot="10800000">
        <a:off x="1231159" y="1964243"/>
        <a:ext cx="3198668" cy="755777"/>
      </dsp:txXfrm>
    </dsp:sp>
    <dsp:sp modelId="{41813BB0-DFC2-4D5C-A0A9-025B242F2B1B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B0D9A6-B714-41D8-B9AB-219A425F8456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«Битви за Дніпро».</a:t>
          </a:r>
          <a:endParaRPr lang="uk-UA" sz="2100" kern="1200"/>
        </a:p>
      </dsp:txBody>
      <dsp:txXfrm rot="10800000">
        <a:off x="1231159" y="2945626"/>
        <a:ext cx="3198668" cy="755777"/>
      </dsp:txXfrm>
    </dsp:sp>
    <dsp:sp modelId="{A6F410E1-B6C7-47A3-9ED2-0E07DE705CC8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0EFB0-765A-44CF-90F1-524B4BA892B0}">
      <dsp:nvSpPr>
        <dsp:cNvPr id="0" name=""/>
        <dsp:cNvSpPr/>
      </dsp:nvSpPr>
      <dsp:spPr>
        <a:xfrm>
          <a:off x="0" y="220640"/>
          <a:ext cx="5094154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депортацію кримських татар та інших народів Криму.</a:t>
          </a:r>
          <a:endParaRPr lang="uk-UA" sz="2000" kern="1200"/>
        </a:p>
      </dsp:txBody>
      <dsp:txXfrm>
        <a:off x="37696" y="258336"/>
        <a:ext cx="5018762" cy="696808"/>
      </dsp:txXfrm>
    </dsp:sp>
    <dsp:sp modelId="{BB3343C9-0E21-4AA1-967D-E21E02C3D642}">
      <dsp:nvSpPr>
        <dsp:cNvPr id="0" name=""/>
        <dsp:cNvSpPr/>
      </dsp:nvSpPr>
      <dsp:spPr>
        <a:xfrm>
          <a:off x="0" y="1050440"/>
          <a:ext cx="5094154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вигнання нацистських загарбників з території України.</a:t>
          </a:r>
          <a:endParaRPr lang="uk-UA" sz="2000" kern="1200"/>
        </a:p>
      </dsp:txBody>
      <dsp:txXfrm>
        <a:off x="37696" y="1088136"/>
        <a:ext cx="5018762" cy="696808"/>
      </dsp:txXfrm>
    </dsp:sp>
    <dsp:sp modelId="{31706596-932B-4171-86C4-A5EFEAAD0FB5}">
      <dsp:nvSpPr>
        <dsp:cNvPr id="0" name=""/>
        <dsp:cNvSpPr/>
      </dsp:nvSpPr>
      <dsp:spPr>
        <a:xfrm>
          <a:off x="0" y="1880240"/>
          <a:ext cx="5094154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наступ радянських військ у ході Корсунь-Шевченківської операції.</a:t>
          </a:r>
          <a:endParaRPr lang="uk-UA" sz="2000" kern="1200"/>
        </a:p>
      </dsp:txBody>
      <dsp:txXfrm>
        <a:off x="37696" y="1917936"/>
        <a:ext cx="5018762" cy="696808"/>
      </dsp:txXfrm>
    </dsp:sp>
    <dsp:sp modelId="{6E9B5E2D-11BD-4479-9C95-CF89C91FBC82}">
      <dsp:nvSpPr>
        <dsp:cNvPr id="0" name=""/>
        <dsp:cNvSpPr/>
      </dsp:nvSpPr>
      <dsp:spPr>
        <a:xfrm>
          <a:off x="0" y="2710040"/>
          <a:ext cx="5094154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вторгнення Червоної армії на територію Бессарабії та Північної Буковини.</a:t>
          </a:r>
          <a:endParaRPr lang="uk-UA" sz="2000" kern="1200"/>
        </a:p>
      </dsp:txBody>
      <dsp:txXfrm>
        <a:off x="37696" y="2747736"/>
        <a:ext cx="5018762" cy="69680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D9F39-2016-4DC5-87BD-D71C2EB75902}">
      <dsp:nvSpPr>
        <dsp:cNvPr id="0" name=""/>
        <dsp:cNvSpPr/>
      </dsp:nvSpPr>
      <dsp:spPr>
        <a:xfrm>
          <a:off x="0" y="1112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О. Берест.</a:t>
          </a:r>
          <a:endParaRPr lang="uk-UA" sz="3600" kern="1200"/>
        </a:p>
      </dsp:txBody>
      <dsp:txXfrm>
        <a:off x="41123" y="52243"/>
        <a:ext cx="5011908" cy="760154"/>
      </dsp:txXfrm>
    </dsp:sp>
    <dsp:sp modelId="{80A7CE55-E8F1-41FE-A142-FCD91DA504DB}">
      <dsp:nvSpPr>
        <dsp:cNvPr id="0" name=""/>
        <dsp:cNvSpPr/>
      </dsp:nvSpPr>
      <dsp:spPr>
        <a:xfrm>
          <a:off x="0" y="95720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С. Ковпак.</a:t>
          </a:r>
          <a:endParaRPr lang="uk-UA" sz="3600" kern="1200"/>
        </a:p>
      </dsp:txBody>
      <dsp:txXfrm>
        <a:off x="41123" y="998323"/>
        <a:ext cx="5011908" cy="760154"/>
      </dsp:txXfrm>
    </dsp:sp>
    <dsp:sp modelId="{5A13C4C4-1301-408B-94AF-38A9F034DCF4}">
      <dsp:nvSpPr>
        <dsp:cNvPr id="0" name=""/>
        <dsp:cNvSpPr/>
      </dsp:nvSpPr>
      <dsp:spPr>
        <a:xfrm>
          <a:off x="0" y="190328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І. Кожедуб.</a:t>
          </a:r>
          <a:endParaRPr lang="uk-UA" sz="3600" kern="1200"/>
        </a:p>
      </dsp:txBody>
      <dsp:txXfrm>
        <a:off x="41123" y="1944403"/>
        <a:ext cx="5011908" cy="760154"/>
      </dsp:txXfrm>
    </dsp:sp>
    <dsp:sp modelId="{21873E32-A5A6-4BB7-9BD8-DB8E5E9D1793}">
      <dsp:nvSpPr>
        <dsp:cNvPr id="0" name=""/>
        <dsp:cNvSpPr/>
      </dsp:nvSpPr>
      <dsp:spPr>
        <a:xfrm>
          <a:off x="0" y="284936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К. Дерев’янко.</a:t>
          </a:r>
          <a:endParaRPr lang="uk-UA" sz="3600" kern="1200"/>
        </a:p>
      </dsp:txBody>
      <dsp:txXfrm>
        <a:off x="41123" y="2890483"/>
        <a:ext cx="5011908" cy="76015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3859A-B8EC-4C46-8F9A-38AF877A3FF8}">
      <dsp:nvSpPr>
        <dsp:cNvPr id="0" name=""/>
        <dsp:cNvSpPr/>
      </dsp:nvSpPr>
      <dsp:spPr>
        <a:xfrm>
          <a:off x="0" y="62493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Битва за Дніпро</a:t>
          </a:r>
          <a:endParaRPr lang="uk-UA" sz="2400" kern="1200"/>
        </a:p>
      </dsp:txBody>
      <dsp:txXfrm>
        <a:off x="27415" y="652353"/>
        <a:ext cx="5039457" cy="506769"/>
      </dsp:txXfrm>
    </dsp:sp>
    <dsp:sp modelId="{F3853944-2474-405A-ABBA-1368B98B4B6C}">
      <dsp:nvSpPr>
        <dsp:cNvPr id="0" name=""/>
        <dsp:cNvSpPr/>
      </dsp:nvSpPr>
      <dsp:spPr>
        <a:xfrm>
          <a:off x="0" y="125565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Київська оборонна операція</a:t>
          </a:r>
          <a:endParaRPr lang="uk-UA" sz="2400" kern="1200"/>
        </a:p>
      </dsp:txBody>
      <dsp:txXfrm>
        <a:off x="27415" y="1283073"/>
        <a:ext cx="5039457" cy="506769"/>
      </dsp:txXfrm>
    </dsp:sp>
    <dsp:sp modelId="{5CFDF38D-C788-4FA7-A418-F31E121D59C2}">
      <dsp:nvSpPr>
        <dsp:cNvPr id="0" name=""/>
        <dsp:cNvSpPr/>
      </dsp:nvSpPr>
      <dsp:spPr>
        <a:xfrm>
          <a:off x="0" y="188637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Корсунь-Шевченківська операція</a:t>
          </a:r>
          <a:endParaRPr lang="uk-UA" sz="2400" kern="1200"/>
        </a:p>
      </dsp:txBody>
      <dsp:txXfrm>
        <a:off x="27415" y="1913793"/>
        <a:ext cx="5039457" cy="506769"/>
      </dsp:txXfrm>
    </dsp:sp>
    <dsp:sp modelId="{DF775ECD-C3CD-4700-9B59-14CBA224E606}">
      <dsp:nvSpPr>
        <dsp:cNvPr id="0" name=""/>
        <dsp:cNvSpPr/>
      </dsp:nvSpPr>
      <dsp:spPr>
        <a:xfrm>
          <a:off x="0" y="251709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Карпатсько-Ужгородська операція</a:t>
          </a:r>
          <a:endParaRPr lang="uk-UA" sz="2400" kern="1200"/>
        </a:p>
      </dsp:txBody>
      <dsp:txXfrm>
        <a:off x="27415" y="2544513"/>
        <a:ext cx="5039457" cy="50676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A662C-40AD-470A-8A66-7AB1AF98365C}">
      <dsp:nvSpPr>
        <dsp:cNvPr id="0" name=""/>
        <dsp:cNvSpPr/>
      </dsp:nvSpPr>
      <dsp:spPr>
        <a:xfrm>
          <a:off x="0" y="7904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Київської оборонної операції.</a:t>
          </a:r>
          <a:endParaRPr lang="uk-UA" sz="2500" kern="1200"/>
        </a:p>
      </dsp:txBody>
      <dsp:txXfrm>
        <a:off x="47298" y="55202"/>
        <a:ext cx="4999558" cy="874310"/>
      </dsp:txXfrm>
    </dsp:sp>
    <dsp:sp modelId="{D7D08262-6DD0-4985-97A8-606F4D8BBBD2}">
      <dsp:nvSpPr>
        <dsp:cNvPr id="0" name=""/>
        <dsp:cNvSpPr/>
      </dsp:nvSpPr>
      <dsp:spPr>
        <a:xfrm>
          <a:off x="0" y="1048810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Битви за Дніпро.</a:t>
          </a:r>
          <a:endParaRPr lang="uk-UA" sz="2500" kern="1200"/>
        </a:p>
      </dsp:txBody>
      <dsp:txXfrm>
        <a:off x="47298" y="1096108"/>
        <a:ext cx="4999558" cy="874310"/>
      </dsp:txXfrm>
    </dsp:sp>
    <dsp:sp modelId="{A666C1C9-A6A3-4382-A240-C4C491118A06}">
      <dsp:nvSpPr>
        <dsp:cNvPr id="0" name=""/>
        <dsp:cNvSpPr/>
      </dsp:nvSpPr>
      <dsp:spPr>
        <a:xfrm>
          <a:off x="0" y="2089716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Умансько-Ботошанської операції.</a:t>
          </a:r>
          <a:endParaRPr lang="uk-UA" sz="2500" kern="1200"/>
        </a:p>
      </dsp:txBody>
      <dsp:txXfrm>
        <a:off x="47298" y="2137014"/>
        <a:ext cx="4999558" cy="874310"/>
      </dsp:txXfrm>
    </dsp:sp>
    <dsp:sp modelId="{492AD048-3930-48FB-92FE-09ECCC4D7858}">
      <dsp:nvSpPr>
        <dsp:cNvPr id="0" name=""/>
        <dsp:cNvSpPr/>
      </dsp:nvSpPr>
      <dsp:spPr>
        <a:xfrm>
          <a:off x="0" y="3130622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Корсунь-Шевченківської операції.</a:t>
          </a:r>
          <a:endParaRPr lang="uk-UA" sz="2500" kern="1200"/>
        </a:p>
      </dsp:txBody>
      <dsp:txXfrm>
        <a:off x="47298" y="3177920"/>
        <a:ext cx="4999558" cy="87431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46B44-2EB6-4CAC-A4A5-8D8AE293B6AD}">
      <dsp:nvSpPr>
        <dsp:cNvPr id="0" name=""/>
        <dsp:cNvSpPr/>
      </dsp:nvSpPr>
      <dsp:spPr>
        <a:xfrm>
          <a:off x="695325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860E1-455E-4FDF-889F-EBF83CE43C29}">
      <dsp:nvSpPr>
        <dsp:cNvPr id="0" name=""/>
        <dsp:cNvSpPr/>
      </dsp:nvSpPr>
      <dsp:spPr>
        <a:xfrm>
          <a:off x="1047170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1942 р.</a:t>
          </a:r>
          <a:endParaRPr lang="uk-UA" sz="3700" kern="1200"/>
        </a:p>
      </dsp:txBody>
      <dsp:txXfrm>
        <a:off x="1117681" y="422356"/>
        <a:ext cx="1303396" cy="1303396"/>
      </dsp:txXfrm>
    </dsp:sp>
    <dsp:sp modelId="{AD6800E2-3DC8-4310-B71C-B217722177C3}">
      <dsp:nvSpPr>
        <dsp:cNvPr id="0" name=""/>
        <dsp:cNvSpPr/>
      </dsp:nvSpPr>
      <dsp:spPr>
        <a:xfrm>
          <a:off x="2602698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1943 р.</a:t>
          </a:r>
          <a:endParaRPr lang="uk-UA" sz="3700" kern="1200"/>
        </a:p>
      </dsp:txBody>
      <dsp:txXfrm>
        <a:off x="2673209" y="422356"/>
        <a:ext cx="1303396" cy="1303396"/>
      </dsp:txXfrm>
    </dsp:sp>
    <dsp:sp modelId="{7A4421AB-5C94-4814-A7E0-943230A8F0AE}">
      <dsp:nvSpPr>
        <dsp:cNvPr id="0" name=""/>
        <dsp:cNvSpPr/>
      </dsp:nvSpPr>
      <dsp:spPr>
        <a:xfrm>
          <a:off x="1047170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1944 р.</a:t>
          </a:r>
          <a:endParaRPr lang="uk-UA" sz="3700" kern="1200"/>
        </a:p>
      </dsp:txBody>
      <dsp:txXfrm>
        <a:off x="1117681" y="1977884"/>
        <a:ext cx="1303396" cy="1303396"/>
      </dsp:txXfrm>
    </dsp:sp>
    <dsp:sp modelId="{FE682547-543F-40CB-AAF9-FCA46254C3BB}">
      <dsp:nvSpPr>
        <dsp:cNvPr id="0" name=""/>
        <dsp:cNvSpPr/>
      </dsp:nvSpPr>
      <dsp:spPr>
        <a:xfrm>
          <a:off x="2602698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1945 р.</a:t>
          </a:r>
          <a:endParaRPr lang="uk-UA" sz="3700" kern="1200"/>
        </a:p>
      </dsp:txBody>
      <dsp:txXfrm>
        <a:off x="2673209" y="1977884"/>
        <a:ext cx="1303396" cy="130339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E5ED9-AFF5-4389-B146-7AEF40BF6C9F}">
      <dsp:nvSpPr>
        <dsp:cNvPr id="0" name=""/>
        <dsp:cNvSpPr/>
      </dsp:nvSpPr>
      <dsp:spPr>
        <a:xfrm>
          <a:off x="0" y="318218"/>
          <a:ext cx="509428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 err="1"/>
            <a:t>серпень</a:t>
          </a:r>
          <a:r>
            <a:rPr lang="ru-RU" sz="3000" b="0" i="0" kern="1200" dirty="0"/>
            <a:t>–вересень 1941 р.</a:t>
          </a:r>
          <a:endParaRPr lang="uk-UA" sz="3000" kern="1200" dirty="0"/>
        </a:p>
      </dsp:txBody>
      <dsp:txXfrm>
        <a:off x="34269" y="352487"/>
        <a:ext cx="5025749" cy="633462"/>
      </dsp:txXfrm>
    </dsp:sp>
    <dsp:sp modelId="{C0CAAF57-161E-4D51-A5A2-3C15BBA1940F}">
      <dsp:nvSpPr>
        <dsp:cNvPr id="0" name=""/>
        <dsp:cNvSpPr/>
      </dsp:nvSpPr>
      <dsp:spPr>
        <a:xfrm>
          <a:off x="0" y="1106618"/>
          <a:ext cx="509428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червень–липень 1942 р.</a:t>
          </a:r>
          <a:endParaRPr lang="uk-UA" sz="3000" kern="1200"/>
        </a:p>
      </dsp:txBody>
      <dsp:txXfrm>
        <a:off x="34269" y="1140887"/>
        <a:ext cx="5025749" cy="633462"/>
      </dsp:txXfrm>
    </dsp:sp>
    <dsp:sp modelId="{50C92094-4694-4DD5-B2F9-9049311E3ABB}">
      <dsp:nvSpPr>
        <dsp:cNvPr id="0" name=""/>
        <dsp:cNvSpPr/>
      </dsp:nvSpPr>
      <dsp:spPr>
        <a:xfrm>
          <a:off x="0" y="1895018"/>
          <a:ext cx="509428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вересень–листопад 1943 р.</a:t>
          </a:r>
          <a:endParaRPr lang="uk-UA" sz="3000" kern="1200"/>
        </a:p>
      </dsp:txBody>
      <dsp:txXfrm>
        <a:off x="34269" y="1929287"/>
        <a:ext cx="5025749" cy="633462"/>
      </dsp:txXfrm>
    </dsp:sp>
    <dsp:sp modelId="{871F0E2F-2460-42FC-A920-AFA37F166858}">
      <dsp:nvSpPr>
        <dsp:cNvPr id="0" name=""/>
        <dsp:cNvSpPr/>
      </dsp:nvSpPr>
      <dsp:spPr>
        <a:xfrm>
          <a:off x="0" y="2683418"/>
          <a:ext cx="509428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січень–лютий 1944 р.</a:t>
          </a:r>
          <a:endParaRPr lang="uk-UA" sz="3000" kern="1200"/>
        </a:p>
      </dsp:txBody>
      <dsp:txXfrm>
        <a:off x="34269" y="2717687"/>
        <a:ext cx="5025749" cy="63346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7BD47-EE0F-43DE-824A-24ADFF818280}">
      <dsp:nvSpPr>
        <dsp:cNvPr id="0" name=""/>
        <dsp:cNvSpPr/>
      </dsp:nvSpPr>
      <dsp:spPr>
        <a:xfrm>
          <a:off x="0" y="44870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звільнення Лівобережної України та Донбасу, початок визволення Правобережної України.</a:t>
          </a:r>
          <a:endParaRPr lang="uk-UA" sz="1600" kern="1200"/>
        </a:p>
      </dsp:txBody>
      <dsp:txXfrm>
        <a:off x="42408" y="87278"/>
        <a:ext cx="5009338" cy="783909"/>
      </dsp:txXfrm>
    </dsp:sp>
    <dsp:sp modelId="{E187FB92-F8A8-4114-AE6B-5DC9486C681D}">
      <dsp:nvSpPr>
        <dsp:cNvPr id="0" name=""/>
        <dsp:cNvSpPr/>
      </dsp:nvSpPr>
      <dsp:spPr>
        <a:xfrm>
          <a:off x="0" y="959675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визволення Одеси, створення сприятливих умов для звільнення Південної України та Кримського півострова.</a:t>
          </a:r>
          <a:endParaRPr lang="uk-UA" sz="1600" kern="1200"/>
        </a:p>
      </dsp:txBody>
      <dsp:txXfrm>
        <a:off x="42408" y="1002083"/>
        <a:ext cx="5009338" cy="783909"/>
      </dsp:txXfrm>
    </dsp:sp>
    <dsp:sp modelId="{12AC8810-F7F4-411F-B878-165895436209}">
      <dsp:nvSpPr>
        <dsp:cNvPr id="0" name=""/>
        <dsp:cNvSpPr/>
      </dsp:nvSpPr>
      <dsp:spPr>
        <a:xfrm>
          <a:off x="0" y="1874480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завершення визволення від нацистської окупації всієї території України в її довоєнних кордонах.</a:t>
          </a:r>
          <a:endParaRPr lang="uk-UA" sz="1600" kern="1200"/>
        </a:p>
      </dsp:txBody>
      <dsp:txXfrm>
        <a:off x="42408" y="1916888"/>
        <a:ext cx="5009338" cy="783909"/>
      </dsp:txXfrm>
    </dsp:sp>
    <dsp:sp modelId="{1B79A033-2241-4398-A7D2-D1745D6F2F73}">
      <dsp:nvSpPr>
        <dsp:cNvPr id="0" name=""/>
        <dsp:cNvSpPr/>
      </dsp:nvSpPr>
      <dsp:spPr>
        <a:xfrm>
          <a:off x="0" y="2789285"/>
          <a:ext cx="5094154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звільнення Правобережної України та Молдавії, перенесення бойових дій на територію Румунії.</a:t>
          </a:r>
          <a:endParaRPr lang="uk-UA" sz="1600" kern="1200"/>
        </a:p>
      </dsp:txBody>
      <dsp:txXfrm>
        <a:off x="42408" y="2831693"/>
        <a:ext cx="5009338" cy="78390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F60B3-7490-4877-8ACB-0E3659343767}">
      <dsp:nvSpPr>
        <dsp:cNvPr id="0" name=""/>
        <dsp:cNvSpPr/>
      </dsp:nvSpPr>
      <dsp:spPr>
        <a:xfrm>
          <a:off x="695325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A5465-69F1-4FEC-84B9-B49ECDCCA2C6}">
      <dsp:nvSpPr>
        <dsp:cNvPr id="0" name=""/>
        <dsp:cNvSpPr/>
      </dsp:nvSpPr>
      <dsp:spPr>
        <a:xfrm>
          <a:off x="1047170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1941 р.</a:t>
          </a:r>
          <a:endParaRPr lang="uk-UA" sz="3700" kern="1200"/>
        </a:p>
      </dsp:txBody>
      <dsp:txXfrm>
        <a:off x="1117681" y="422356"/>
        <a:ext cx="1303396" cy="1303396"/>
      </dsp:txXfrm>
    </dsp:sp>
    <dsp:sp modelId="{EEF27442-8988-4585-A67F-530204F50ED6}">
      <dsp:nvSpPr>
        <dsp:cNvPr id="0" name=""/>
        <dsp:cNvSpPr/>
      </dsp:nvSpPr>
      <dsp:spPr>
        <a:xfrm>
          <a:off x="2602698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1942 р.</a:t>
          </a:r>
          <a:endParaRPr lang="uk-UA" sz="3700" kern="1200"/>
        </a:p>
      </dsp:txBody>
      <dsp:txXfrm>
        <a:off x="2673209" y="422356"/>
        <a:ext cx="1303396" cy="1303396"/>
      </dsp:txXfrm>
    </dsp:sp>
    <dsp:sp modelId="{33F5A157-2CFF-4432-A21F-34B9D415EA4F}">
      <dsp:nvSpPr>
        <dsp:cNvPr id="0" name=""/>
        <dsp:cNvSpPr/>
      </dsp:nvSpPr>
      <dsp:spPr>
        <a:xfrm>
          <a:off x="1047170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1943 р.</a:t>
          </a:r>
          <a:endParaRPr lang="uk-UA" sz="3700" kern="1200"/>
        </a:p>
      </dsp:txBody>
      <dsp:txXfrm>
        <a:off x="1117681" y="1977884"/>
        <a:ext cx="1303396" cy="1303396"/>
      </dsp:txXfrm>
    </dsp:sp>
    <dsp:sp modelId="{ED14E320-B949-4D5E-82F8-BD55300298A8}">
      <dsp:nvSpPr>
        <dsp:cNvPr id="0" name=""/>
        <dsp:cNvSpPr/>
      </dsp:nvSpPr>
      <dsp:spPr>
        <a:xfrm>
          <a:off x="2602698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1944 р.</a:t>
          </a:r>
          <a:endParaRPr lang="uk-UA" sz="3700" kern="1200"/>
        </a:p>
      </dsp:txBody>
      <dsp:txXfrm>
        <a:off x="2673209" y="1977884"/>
        <a:ext cx="1303396" cy="130339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7B226-76B2-45BE-A54B-3E78C2200FB7}">
      <dsp:nvSpPr>
        <dsp:cNvPr id="0" name=""/>
        <dsp:cNvSpPr/>
      </dsp:nvSpPr>
      <dsp:spPr>
        <a:xfrm>
          <a:off x="0" y="34228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битви за Дніпро.</a:t>
          </a:r>
          <a:endParaRPr lang="uk-UA" sz="2500" kern="1200"/>
        </a:p>
      </dsp:txBody>
      <dsp:txXfrm>
        <a:off x="47298" y="81526"/>
        <a:ext cx="4999558" cy="874310"/>
      </dsp:txXfrm>
    </dsp:sp>
    <dsp:sp modelId="{CA5ECACD-4F99-4F8C-B0C4-66B3FD4D6397}">
      <dsp:nvSpPr>
        <dsp:cNvPr id="0" name=""/>
        <dsp:cNvSpPr/>
      </dsp:nvSpPr>
      <dsp:spPr>
        <a:xfrm>
          <a:off x="0" y="1075134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Яссько-Кишинівської операції.</a:t>
          </a:r>
          <a:endParaRPr lang="uk-UA" sz="2500" kern="1200"/>
        </a:p>
      </dsp:txBody>
      <dsp:txXfrm>
        <a:off x="47298" y="1122432"/>
        <a:ext cx="4999558" cy="874310"/>
      </dsp:txXfrm>
    </dsp:sp>
    <dsp:sp modelId="{6C55BED6-18BB-4A49-BA3D-1759743CD13D}">
      <dsp:nvSpPr>
        <dsp:cNvPr id="0" name=""/>
        <dsp:cNvSpPr/>
      </dsp:nvSpPr>
      <dsp:spPr>
        <a:xfrm>
          <a:off x="0" y="2116040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Корсунь-Шевченківської операції.</a:t>
          </a:r>
          <a:endParaRPr lang="uk-UA" sz="2500" kern="1200"/>
        </a:p>
      </dsp:txBody>
      <dsp:txXfrm>
        <a:off x="47298" y="2163338"/>
        <a:ext cx="4999558" cy="874310"/>
      </dsp:txXfrm>
    </dsp:sp>
    <dsp:sp modelId="{4506C0A2-84EE-4A80-81BB-1C5D852F99BC}">
      <dsp:nvSpPr>
        <dsp:cNvPr id="0" name=""/>
        <dsp:cNvSpPr/>
      </dsp:nvSpPr>
      <dsp:spPr>
        <a:xfrm>
          <a:off x="0" y="3156946"/>
          <a:ext cx="5094154" cy="96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Карпатсько-Ужгородської операції.</a:t>
          </a:r>
          <a:endParaRPr lang="uk-UA" sz="2500" kern="1200"/>
        </a:p>
      </dsp:txBody>
      <dsp:txXfrm>
        <a:off x="47298" y="3204244"/>
        <a:ext cx="4999558" cy="87431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88020-C5E6-48FB-BFD0-FEC13792B6E2}">
      <dsp:nvSpPr>
        <dsp:cNvPr id="0" name=""/>
        <dsp:cNvSpPr/>
      </dsp:nvSpPr>
      <dsp:spPr>
        <a:xfrm>
          <a:off x="0" y="120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визволення Києва та окремих районів Правобережної України від окупантів</a:t>
          </a:r>
          <a:endParaRPr lang="uk-UA" sz="2200" kern="1200"/>
        </a:p>
      </dsp:txBody>
      <dsp:txXfrm>
        <a:off x="57800" y="69820"/>
        <a:ext cx="4990404" cy="1068440"/>
      </dsp:txXfrm>
    </dsp:sp>
    <dsp:sp modelId="{E0D9BA1A-B82C-49B5-B170-157738F1D397}">
      <dsp:nvSpPr>
        <dsp:cNvPr id="0" name=""/>
        <dsp:cNvSpPr/>
      </dsp:nvSpPr>
      <dsp:spPr>
        <a:xfrm>
          <a:off x="0" y="12594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початок корінного перелому в ході Другої світової війни</a:t>
          </a:r>
          <a:endParaRPr lang="uk-UA" sz="2200" kern="1200"/>
        </a:p>
      </dsp:txBody>
      <dsp:txXfrm>
        <a:off x="57800" y="1317220"/>
        <a:ext cx="4990404" cy="1068440"/>
      </dsp:txXfrm>
    </dsp:sp>
    <dsp:sp modelId="{D0674882-CA55-49DC-BEE4-B504958C67EF}">
      <dsp:nvSpPr>
        <dsp:cNvPr id="0" name=""/>
        <dsp:cNvSpPr/>
      </dsp:nvSpPr>
      <dsp:spPr>
        <a:xfrm>
          <a:off x="0" y="25068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умов для визволення Правобережної та Південної України</a:t>
          </a:r>
          <a:endParaRPr lang="uk-UA" sz="2200" kern="1200"/>
        </a:p>
      </dsp:txBody>
      <dsp:txXfrm>
        <a:off x="57800" y="2564620"/>
        <a:ext cx="4990404" cy="106844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5C18C-733F-438C-84A9-73B7D1818D9B}">
      <dsp:nvSpPr>
        <dsp:cNvPr id="0" name=""/>
        <dsp:cNvSpPr/>
      </dsp:nvSpPr>
      <dsp:spPr>
        <a:xfrm>
          <a:off x="0" y="302180"/>
          <a:ext cx="5094154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здійснення виходу Червоної армії на державний кордон СРСР</a:t>
          </a:r>
          <a:endParaRPr lang="uk-UA" sz="1900" kern="1200"/>
        </a:p>
      </dsp:txBody>
      <dsp:txXfrm>
        <a:off x="35811" y="337991"/>
        <a:ext cx="5022532" cy="661968"/>
      </dsp:txXfrm>
    </dsp:sp>
    <dsp:sp modelId="{C9B89182-ABC4-47DE-BB88-41BB95768B33}">
      <dsp:nvSpPr>
        <dsp:cNvPr id="0" name=""/>
        <dsp:cNvSpPr/>
      </dsp:nvSpPr>
      <dsp:spPr>
        <a:xfrm>
          <a:off x="0" y="1090490"/>
          <a:ext cx="5094154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вихід з війни Румунії та Угорщини - союзників Німеччини</a:t>
          </a:r>
          <a:endParaRPr lang="uk-UA" sz="1900" kern="1200"/>
        </a:p>
      </dsp:txBody>
      <dsp:txXfrm>
        <a:off x="35811" y="1126301"/>
        <a:ext cx="5022532" cy="661968"/>
      </dsp:txXfrm>
    </dsp:sp>
    <dsp:sp modelId="{437CC260-2DE3-400A-9A56-1D54BDD66186}">
      <dsp:nvSpPr>
        <dsp:cNvPr id="0" name=""/>
        <dsp:cNvSpPr/>
      </dsp:nvSpPr>
      <dsp:spPr>
        <a:xfrm>
          <a:off x="0" y="1878800"/>
          <a:ext cx="5094154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утворення Українського штабу партизанського руху</a:t>
          </a:r>
          <a:endParaRPr lang="uk-UA" sz="1900" kern="1200"/>
        </a:p>
      </dsp:txBody>
      <dsp:txXfrm>
        <a:off x="35811" y="1914611"/>
        <a:ext cx="5022532" cy="661968"/>
      </dsp:txXfrm>
    </dsp:sp>
    <dsp:sp modelId="{2722486E-1EEC-42B5-B5B8-EDD2CCB6892E}">
      <dsp:nvSpPr>
        <dsp:cNvPr id="0" name=""/>
        <dsp:cNvSpPr/>
      </dsp:nvSpPr>
      <dsp:spPr>
        <a:xfrm>
          <a:off x="0" y="2667110"/>
          <a:ext cx="5094154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подолання стратегічно важливого рубежу німецької оборони - «Східного валу»</a:t>
          </a:r>
          <a:endParaRPr lang="uk-UA" sz="1900" kern="1200"/>
        </a:p>
      </dsp:txBody>
      <dsp:txXfrm>
        <a:off x="35811" y="2702921"/>
        <a:ext cx="5022532" cy="66196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F91B1-A895-4C3C-8BA4-DC46CAEAA199}">
      <dsp:nvSpPr>
        <dsp:cNvPr id="0" name=""/>
        <dsp:cNvSpPr/>
      </dsp:nvSpPr>
      <dsp:spPr>
        <a:xfrm>
          <a:off x="0" y="1149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серпень 1941 р.</a:t>
          </a:r>
          <a:endParaRPr lang="uk-UA" sz="3600" kern="1200"/>
        </a:p>
      </dsp:txBody>
      <dsp:txXfrm>
        <a:off x="41123" y="52621"/>
        <a:ext cx="5012041" cy="760154"/>
      </dsp:txXfrm>
    </dsp:sp>
    <dsp:sp modelId="{1F5C14F5-435B-4328-9033-0C4157BC1C14}">
      <dsp:nvSpPr>
        <dsp:cNvPr id="0" name=""/>
        <dsp:cNvSpPr/>
      </dsp:nvSpPr>
      <dsp:spPr>
        <a:xfrm>
          <a:off x="0" y="95757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вересень 1942 р.</a:t>
          </a:r>
          <a:endParaRPr lang="uk-UA" sz="3600" kern="1200"/>
        </a:p>
      </dsp:txBody>
      <dsp:txXfrm>
        <a:off x="41123" y="998701"/>
        <a:ext cx="5012041" cy="760154"/>
      </dsp:txXfrm>
    </dsp:sp>
    <dsp:sp modelId="{B155FD96-FBD8-4EC6-9774-CCE858CBA870}">
      <dsp:nvSpPr>
        <dsp:cNvPr id="0" name=""/>
        <dsp:cNvSpPr/>
      </dsp:nvSpPr>
      <dsp:spPr>
        <a:xfrm>
          <a:off x="0" y="190365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листопад 1943 р.</a:t>
          </a:r>
          <a:endParaRPr lang="uk-UA" sz="3600" kern="1200"/>
        </a:p>
      </dsp:txBody>
      <dsp:txXfrm>
        <a:off x="41123" y="1944781"/>
        <a:ext cx="5012041" cy="760154"/>
      </dsp:txXfrm>
    </dsp:sp>
    <dsp:sp modelId="{79386A2D-8541-4FFE-936C-D20E7A1EA059}">
      <dsp:nvSpPr>
        <dsp:cNvPr id="0" name=""/>
        <dsp:cNvSpPr/>
      </dsp:nvSpPr>
      <dsp:spPr>
        <a:xfrm>
          <a:off x="0" y="284973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жовтень 1944 р.</a:t>
          </a:r>
          <a:endParaRPr lang="uk-UA" sz="3600" kern="1200"/>
        </a:p>
      </dsp:txBody>
      <dsp:txXfrm>
        <a:off x="41123" y="2890861"/>
        <a:ext cx="5012041" cy="76015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9E5696-66D5-45AF-9D01-1D388CC270FF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створено сприятливі умови для звільнення Правобережної України.</a:t>
          </a:r>
          <a:endParaRPr lang="uk-UA" sz="2200" kern="1200"/>
        </a:p>
      </dsp:txBody>
      <dsp:txXfrm>
        <a:off x="41465" y="99025"/>
        <a:ext cx="5011224" cy="766490"/>
      </dsp:txXfrm>
    </dsp:sp>
    <dsp:sp modelId="{EDCFBD9D-1AE3-4D0F-AB56-03C6353909D3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звільнено територію УРСР у її довоєнних кордонах.</a:t>
          </a:r>
          <a:endParaRPr lang="uk-UA" sz="2200" kern="1200"/>
        </a:p>
      </dsp:txBody>
      <dsp:txXfrm>
        <a:off x="41465" y="1011805"/>
        <a:ext cx="5011224" cy="766490"/>
      </dsp:txXfrm>
    </dsp:sp>
    <dsp:sp modelId="{010A44B6-B2FC-48E5-8B82-155ABB5154FF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визволено Північне Причорномор’я та Крим.</a:t>
          </a:r>
          <a:endParaRPr lang="uk-UA" sz="2200" kern="1200"/>
        </a:p>
      </dsp:txBody>
      <dsp:txXfrm>
        <a:off x="41465" y="1924585"/>
        <a:ext cx="5011224" cy="766490"/>
      </dsp:txXfrm>
    </dsp:sp>
    <dsp:sp modelId="{F43BDE44-FE6F-498A-AC99-BF34FB439B78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визволено Лівобережну Україну.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05D5-8889-4E48-B063-638AB50D42A6}">
      <dsp:nvSpPr>
        <dsp:cNvPr id="0" name=""/>
        <dsp:cNvSpPr/>
      </dsp:nvSpPr>
      <dsp:spPr>
        <a:xfrm>
          <a:off x="0" y="266720"/>
          <a:ext cx="5094154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червня–липня 1943 р.</a:t>
          </a:r>
          <a:endParaRPr lang="uk-UA" sz="3100" kern="1200"/>
        </a:p>
      </dsp:txBody>
      <dsp:txXfrm>
        <a:off x="35411" y="302131"/>
        <a:ext cx="5023332" cy="654577"/>
      </dsp:txXfrm>
    </dsp:sp>
    <dsp:sp modelId="{0DF37A10-B440-4996-8219-3F4A6A383A8F}">
      <dsp:nvSpPr>
        <dsp:cNvPr id="0" name=""/>
        <dsp:cNvSpPr/>
      </dsp:nvSpPr>
      <dsp:spPr>
        <a:xfrm>
          <a:off x="0" y="1081400"/>
          <a:ext cx="5094154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листопада–грудня 1943 р.</a:t>
          </a:r>
          <a:endParaRPr lang="uk-UA" sz="3100" kern="1200"/>
        </a:p>
      </dsp:txBody>
      <dsp:txXfrm>
        <a:off x="35411" y="1116811"/>
        <a:ext cx="5023332" cy="654577"/>
      </dsp:txXfrm>
    </dsp:sp>
    <dsp:sp modelId="{0B361AB0-212E-4D7C-A8CE-E7326383A1D2}">
      <dsp:nvSpPr>
        <dsp:cNvPr id="0" name=""/>
        <dsp:cNvSpPr/>
      </dsp:nvSpPr>
      <dsp:spPr>
        <a:xfrm>
          <a:off x="0" y="1896080"/>
          <a:ext cx="5094154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січня–лютого 1944 р.</a:t>
          </a:r>
          <a:endParaRPr lang="uk-UA" sz="3100" kern="1200"/>
        </a:p>
      </dsp:txBody>
      <dsp:txXfrm>
        <a:off x="35411" y="1931491"/>
        <a:ext cx="5023332" cy="654577"/>
      </dsp:txXfrm>
    </dsp:sp>
    <dsp:sp modelId="{E37A2370-CC02-4B95-9B74-81E7C38E90A3}">
      <dsp:nvSpPr>
        <dsp:cNvPr id="0" name=""/>
        <dsp:cNvSpPr/>
      </dsp:nvSpPr>
      <dsp:spPr>
        <a:xfrm>
          <a:off x="0" y="2710760"/>
          <a:ext cx="5094154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квітня–травня 1944 р.</a:t>
          </a:r>
          <a:endParaRPr lang="uk-UA" sz="3100" kern="1200"/>
        </a:p>
      </dsp:txBody>
      <dsp:txXfrm>
        <a:off x="35411" y="2746171"/>
        <a:ext cx="5023332" cy="65457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EDAC80-A1ED-456A-BD7D-D18464AC893A}">
      <dsp:nvSpPr>
        <dsp:cNvPr id="0" name=""/>
        <dsp:cNvSpPr/>
      </dsp:nvSpPr>
      <dsp:spPr>
        <a:xfrm>
          <a:off x="0" y="67568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битви за Дніпро.</a:t>
          </a:r>
          <a:endParaRPr lang="uk-UA" sz="2300" kern="1200"/>
        </a:p>
      </dsp:txBody>
      <dsp:txXfrm>
        <a:off x="26273" y="701953"/>
        <a:ext cx="5041608" cy="485654"/>
      </dsp:txXfrm>
    </dsp:sp>
    <dsp:sp modelId="{2DE15A52-EA15-470A-A20D-A2CDF415711F}">
      <dsp:nvSpPr>
        <dsp:cNvPr id="0" name=""/>
        <dsp:cNvSpPr/>
      </dsp:nvSpPr>
      <dsp:spPr>
        <a:xfrm>
          <a:off x="0" y="128012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Корсунь-Шевченківської операції.</a:t>
          </a:r>
          <a:endParaRPr lang="uk-UA" sz="2300" kern="1200"/>
        </a:p>
      </dsp:txBody>
      <dsp:txXfrm>
        <a:off x="26273" y="1306393"/>
        <a:ext cx="5041608" cy="485654"/>
      </dsp:txXfrm>
    </dsp:sp>
    <dsp:sp modelId="{1BB16E33-8265-4406-A81A-BFC1F1C8C539}">
      <dsp:nvSpPr>
        <dsp:cNvPr id="0" name=""/>
        <dsp:cNvSpPr/>
      </dsp:nvSpPr>
      <dsp:spPr>
        <a:xfrm>
          <a:off x="0" y="188456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Львівсько-Сандомирської операції.</a:t>
          </a:r>
          <a:endParaRPr lang="uk-UA" sz="2300" kern="1200"/>
        </a:p>
      </dsp:txBody>
      <dsp:txXfrm>
        <a:off x="26273" y="1910833"/>
        <a:ext cx="5041608" cy="485654"/>
      </dsp:txXfrm>
    </dsp:sp>
    <dsp:sp modelId="{671B1023-D99E-41C2-BAD0-3207629FF5DA}">
      <dsp:nvSpPr>
        <dsp:cNvPr id="0" name=""/>
        <dsp:cNvSpPr/>
      </dsp:nvSpPr>
      <dsp:spPr>
        <a:xfrm>
          <a:off x="0" y="248900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Карпатсько-Ужгородської операції.</a:t>
          </a:r>
          <a:endParaRPr lang="uk-UA" sz="2300" kern="1200"/>
        </a:p>
      </dsp:txBody>
      <dsp:txXfrm>
        <a:off x="26273" y="2515273"/>
        <a:ext cx="5041608" cy="48565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BAC1C-D413-4634-913D-7DF47EC96DAB}">
      <dsp:nvSpPr>
        <dsp:cNvPr id="0" name=""/>
        <dsp:cNvSpPr/>
      </dsp:nvSpPr>
      <dsp:spPr>
        <a:xfrm>
          <a:off x="0" y="120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Остаточна окупація території України військами Німеччини та її союзників.</a:t>
          </a:r>
          <a:endParaRPr lang="uk-UA" sz="2200" kern="1200"/>
        </a:p>
      </dsp:txBody>
      <dsp:txXfrm>
        <a:off x="57800" y="69820"/>
        <a:ext cx="4990404" cy="1068440"/>
      </dsp:txXfrm>
    </dsp:sp>
    <dsp:sp modelId="{623297B9-EEE7-41B9-AEF0-DF10FBD7E95E}">
      <dsp:nvSpPr>
        <dsp:cNvPr id="0" name=""/>
        <dsp:cNvSpPr/>
      </dsp:nvSpPr>
      <dsp:spPr>
        <a:xfrm>
          <a:off x="0" y="12594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Проведення радянськими військами Кримської наступальної операції.</a:t>
          </a:r>
          <a:endParaRPr lang="uk-UA" sz="2200" kern="1200"/>
        </a:p>
      </dsp:txBody>
      <dsp:txXfrm>
        <a:off x="57800" y="1317220"/>
        <a:ext cx="4990404" cy="1068440"/>
      </dsp:txXfrm>
    </dsp:sp>
    <dsp:sp modelId="{50D6FF35-D45B-4412-A68F-407BCF331ADA}">
      <dsp:nvSpPr>
        <dsp:cNvPr id="0" name=""/>
        <dsp:cNvSpPr/>
      </dsp:nvSpPr>
      <dsp:spPr>
        <a:xfrm>
          <a:off x="0" y="25068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Визволення Києва.</a:t>
          </a:r>
          <a:endParaRPr lang="uk-UA" sz="2200" kern="1200"/>
        </a:p>
      </dsp:txBody>
      <dsp:txXfrm>
        <a:off x="57800" y="2564620"/>
        <a:ext cx="4990404" cy="106844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1D463-2E6D-4FBF-8B58-30E52E1004B3}">
      <dsp:nvSpPr>
        <dsp:cNvPr id="0" name=""/>
        <dsp:cNvSpPr/>
      </dsp:nvSpPr>
      <dsp:spPr>
        <a:xfrm>
          <a:off x="0" y="149180"/>
          <a:ext cx="5094154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Створення Українського штабу партизанського руху.</a:t>
          </a:r>
          <a:endParaRPr lang="uk-UA" sz="2800" kern="1200"/>
        </a:p>
      </dsp:txBody>
      <dsp:txXfrm>
        <a:off x="52774" y="201954"/>
        <a:ext cx="4988606" cy="975532"/>
      </dsp:txXfrm>
    </dsp:sp>
    <dsp:sp modelId="{ED1CAC0B-72BA-4F8E-B6AB-1D75A3766C42}">
      <dsp:nvSpPr>
        <dsp:cNvPr id="0" name=""/>
        <dsp:cNvSpPr/>
      </dsp:nvSpPr>
      <dsp:spPr>
        <a:xfrm>
          <a:off x="0" y="1310900"/>
          <a:ext cx="5094154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«Битва за Дніпро».</a:t>
          </a:r>
          <a:endParaRPr lang="uk-UA" sz="2800" kern="1200"/>
        </a:p>
      </dsp:txBody>
      <dsp:txXfrm>
        <a:off x="52774" y="1363674"/>
        <a:ext cx="4988606" cy="975532"/>
      </dsp:txXfrm>
    </dsp:sp>
    <dsp:sp modelId="{7E0B403F-9D2B-444A-8773-8B9E2F67274A}">
      <dsp:nvSpPr>
        <dsp:cNvPr id="0" name=""/>
        <dsp:cNvSpPr/>
      </dsp:nvSpPr>
      <dsp:spPr>
        <a:xfrm>
          <a:off x="0" y="2472620"/>
          <a:ext cx="5094154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Публікація кіноповісті О. Довженка «Україна в огні».</a:t>
          </a:r>
          <a:endParaRPr lang="uk-UA" sz="2800" kern="1200"/>
        </a:p>
      </dsp:txBody>
      <dsp:txXfrm>
        <a:off x="52774" y="2525394"/>
        <a:ext cx="4988606" cy="97553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CEA7D-97F9-478C-BF85-4EAF7C85846E}">
      <dsp:nvSpPr>
        <dsp:cNvPr id="0" name=""/>
        <dsp:cNvSpPr/>
      </dsp:nvSpPr>
      <dsp:spPr>
        <a:xfrm>
          <a:off x="0" y="60080"/>
          <a:ext cx="5094154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визволення Одеси, створення сприятливих умов для звільнення Південної України та Кримського півострова</a:t>
          </a:r>
          <a:endParaRPr lang="uk-UA" sz="1600" kern="1200"/>
        </a:p>
      </dsp:txBody>
      <dsp:txXfrm>
        <a:off x="42036" y="102116"/>
        <a:ext cx="5010082" cy="777048"/>
      </dsp:txXfrm>
    </dsp:sp>
    <dsp:sp modelId="{79176CFC-9916-4936-9BCF-E5B36700F501}">
      <dsp:nvSpPr>
        <dsp:cNvPr id="0" name=""/>
        <dsp:cNvSpPr/>
      </dsp:nvSpPr>
      <dsp:spPr>
        <a:xfrm>
          <a:off x="0" y="967280"/>
          <a:ext cx="5094154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звільнення Лівобережної України та Донбасу, початок визволення Правобережної України</a:t>
          </a:r>
          <a:endParaRPr lang="uk-UA" sz="1600" kern="1200"/>
        </a:p>
      </dsp:txBody>
      <dsp:txXfrm>
        <a:off x="42036" y="1009316"/>
        <a:ext cx="5010082" cy="777048"/>
      </dsp:txXfrm>
    </dsp:sp>
    <dsp:sp modelId="{188F72B8-B8C1-4C49-BFF0-A0FF10A6DED2}">
      <dsp:nvSpPr>
        <dsp:cNvPr id="0" name=""/>
        <dsp:cNvSpPr/>
      </dsp:nvSpPr>
      <dsp:spPr>
        <a:xfrm>
          <a:off x="0" y="1874480"/>
          <a:ext cx="5094154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завершення визволення від нацистської окупації всієї території України в її довоєнних кордонах</a:t>
          </a:r>
          <a:endParaRPr lang="uk-UA" sz="1600" kern="1200"/>
        </a:p>
      </dsp:txBody>
      <dsp:txXfrm>
        <a:off x="42036" y="1916516"/>
        <a:ext cx="5010082" cy="777048"/>
      </dsp:txXfrm>
    </dsp:sp>
    <dsp:sp modelId="{EE2FADB3-39A8-4CF1-9BE9-FF625C046EDC}">
      <dsp:nvSpPr>
        <dsp:cNvPr id="0" name=""/>
        <dsp:cNvSpPr/>
      </dsp:nvSpPr>
      <dsp:spPr>
        <a:xfrm>
          <a:off x="0" y="2781680"/>
          <a:ext cx="5094154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звільнення Правобережної України та Молдавії, перенесення бойових дій на територію Румунії</a:t>
          </a:r>
          <a:endParaRPr lang="uk-UA" sz="1600" kern="1200"/>
        </a:p>
      </dsp:txBody>
      <dsp:txXfrm>
        <a:off x="42036" y="2823716"/>
        <a:ext cx="5010082" cy="77704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89F6F-9D9A-46D7-A4CC-8DCFAF6F2E54}">
      <dsp:nvSpPr>
        <dsp:cNvPr id="0" name=""/>
        <dsp:cNvSpPr/>
      </dsp:nvSpPr>
      <dsp:spPr>
        <a:xfrm rot="10800000">
          <a:off x="1044222" y="1261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Київська оборонна операція</a:t>
          </a:r>
          <a:endParaRPr lang="uk-UA" sz="1800" kern="1200"/>
        </a:p>
      </dsp:txBody>
      <dsp:txXfrm rot="10800000">
        <a:off x="1233188" y="1261"/>
        <a:ext cx="3206526" cy="755865"/>
      </dsp:txXfrm>
    </dsp:sp>
    <dsp:sp modelId="{50B6B88B-9804-4636-A011-5F35C2F3E725}">
      <dsp:nvSpPr>
        <dsp:cNvPr id="0" name=""/>
        <dsp:cNvSpPr/>
      </dsp:nvSpPr>
      <dsp:spPr>
        <a:xfrm>
          <a:off x="666289" y="1261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5F01B-A5BE-4D0B-B856-3F8441838D9F}">
      <dsp:nvSpPr>
        <dsp:cNvPr id="0" name=""/>
        <dsp:cNvSpPr/>
      </dsp:nvSpPr>
      <dsp:spPr>
        <a:xfrm rot="10800000">
          <a:off x="1044222" y="982759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Битва за Дніпро</a:t>
          </a:r>
          <a:endParaRPr lang="uk-UA" sz="1800" kern="1200"/>
        </a:p>
      </dsp:txBody>
      <dsp:txXfrm rot="10800000">
        <a:off x="1233188" y="982759"/>
        <a:ext cx="3206526" cy="755865"/>
      </dsp:txXfrm>
    </dsp:sp>
    <dsp:sp modelId="{3462DF71-BF61-458E-9036-8790669D8883}">
      <dsp:nvSpPr>
        <dsp:cNvPr id="0" name=""/>
        <dsp:cNvSpPr/>
      </dsp:nvSpPr>
      <dsp:spPr>
        <a:xfrm>
          <a:off x="666289" y="982759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15924-2BD9-4BCD-B1E1-6C2B73476DF3}">
      <dsp:nvSpPr>
        <dsp:cNvPr id="0" name=""/>
        <dsp:cNvSpPr/>
      </dsp:nvSpPr>
      <dsp:spPr>
        <a:xfrm rot="10800000">
          <a:off x="1044222" y="1964256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Корсунь-Шевченківська наступальна операція</a:t>
          </a:r>
          <a:endParaRPr lang="uk-UA" sz="1800" kern="1200"/>
        </a:p>
      </dsp:txBody>
      <dsp:txXfrm rot="10800000">
        <a:off x="1233188" y="1964256"/>
        <a:ext cx="3206526" cy="755865"/>
      </dsp:txXfrm>
    </dsp:sp>
    <dsp:sp modelId="{6D2BF206-692F-4191-B2CB-16F5FCA1842C}">
      <dsp:nvSpPr>
        <dsp:cNvPr id="0" name=""/>
        <dsp:cNvSpPr/>
      </dsp:nvSpPr>
      <dsp:spPr>
        <a:xfrm>
          <a:off x="666289" y="1964256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F6069-CB5D-4927-8852-29DF1E0B7359}">
      <dsp:nvSpPr>
        <dsp:cNvPr id="0" name=""/>
        <dsp:cNvSpPr/>
      </dsp:nvSpPr>
      <dsp:spPr>
        <a:xfrm rot="10800000">
          <a:off x="1044222" y="2945753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Карпатсько-Ужгородська наступальна операція</a:t>
          </a:r>
          <a:endParaRPr lang="uk-UA" sz="1800" kern="1200"/>
        </a:p>
      </dsp:txBody>
      <dsp:txXfrm rot="10800000">
        <a:off x="1233188" y="2945753"/>
        <a:ext cx="3206526" cy="755865"/>
      </dsp:txXfrm>
    </dsp:sp>
    <dsp:sp modelId="{8F17BC17-6A29-4794-AF3F-CE539CEA9DBF}">
      <dsp:nvSpPr>
        <dsp:cNvPr id="0" name=""/>
        <dsp:cNvSpPr/>
      </dsp:nvSpPr>
      <dsp:spPr>
        <a:xfrm>
          <a:off x="666289" y="2945753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5D475-357D-42EE-9837-0FC1132D2C8A}">
      <dsp:nvSpPr>
        <dsp:cNvPr id="0" name=""/>
        <dsp:cNvSpPr/>
      </dsp:nvSpPr>
      <dsp:spPr>
        <a:xfrm>
          <a:off x="0" y="452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D1893-1A43-4E54-92CE-60BD7B79068B}">
      <dsp:nvSpPr>
        <dsp:cNvPr id="0" name=""/>
        <dsp:cNvSpPr/>
      </dsp:nvSpPr>
      <dsp:spPr>
        <a:xfrm>
          <a:off x="0" y="452"/>
          <a:ext cx="5094154" cy="740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завершення визволення території УРСР, створення передумов для наступу радянських військ на будапештському напрямку</a:t>
          </a:r>
          <a:endParaRPr lang="uk-UA" sz="1500" kern="1200"/>
        </a:p>
      </dsp:txBody>
      <dsp:txXfrm>
        <a:off x="0" y="452"/>
        <a:ext cx="5094154" cy="740395"/>
      </dsp:txXfrm>
    </dsp:sp>
    <dsp:sp modelId="{1B071C74-5CD3-43D0-87CF-FDB1C91571FB}">
      <dsp:nvSpPr>
        <dsp:cNvPr id="0" name=""/>
        <dsp:cNvSpPr/>
      </dsp:nvSpPr>
      <dsp:spPr>
        <a:xfrm>
          <a:off x="0" y="740847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3FE39-9D89-4CB0-92D7-532FBF532191}">
      <dsp:nvSpPr>
        <dsp:cNvPr id="0" name=""/>
        <dsp:cNvSpPr/>
      </dsp:nvSpPr>
      <dsp:spPr>
        <a:xfrm>
          <a:off x="0" y="740847"/>
          <a:ext cx="5094154" cy="740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оточення та розгром угрупування німецьких військ, створення передумов для остаточного визволення Правобережної України</a:t>
          </a:r>
          <a:endParaRPr lang="uk-UA" sz="1500" kern="1200"/>
        </a:p>
      </dsp:txBody>
      <dsp:txXfrm>
        <a:off x="0" y="740847"/>
        <a:ext cx="5094154" cy="740395"/>
      </dsp:txXfrm>
    </dsp:sp>
    <dsp:sp modelId="{4FD74640-5755-4C52-839F-9130B7A725CD}">
      <dsp:nvSpPr>
        <dsp:cNvPr id="0" name=""/>
        <dsp:cNvSpPr/>
      </dsp:nvSpPr>
      <dsp:spPr>
        <a:xfrm>
          <a:off x="0" y="1481242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9771F-0FB4-4125-8ED2-0DF0B8578F2C}">
      <dsp:nvSpPr>
        <dsp:cNvPr id="0" name=""/>
        <dsp:cNvSpPr/>
      </dsp:nvSpPr>
      <dsp:spPr>
        <a:xfrm>
          <a:off x="0" y="1481242"/>
          <a:ext cx="5094154" cy="740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зрив плану блискавичної війни Німеччини проти СРСР, затримка наступу ворога на московському напрямку</a:t>
          </a:r>
          <a:endParaRPr lang="uk-UA" sz="1500" kern="1200"/>
        </a:p>
      </dsp:txBody>
      <dsp:txXfrm>
        <a:off x="0" y="1481242"/>
        <a:ext cx="5094154" cy="740395"/>
      </dsp:txXfrm>
    </dsp:sp>
    <dsp:sp modelId="{7C7A4B7C-9A18-4FD5-9944-3593A652ACF0}">
      <dsp:nvSpPr>
        <dsp:cNvPr id="0" name=""/>
        <dsp:cNvSpPr/>
      </dsp:nvSpPr>
      <dsp:spPr>
        <a:xfrm>
          <a:off x="0" y="2221638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8234D-F319-4C0A-B8D0-60D4040E43BD}">
      <dsp:nvSpPr>
        <dsp:cNvPr id="0" name=""/>
        <dsp:cNvSpPr/>
      </dsp:nvSpPr>
      <dsp:spPr>
        <a:xfrm>
          <a:off x="0" y="2221638"/>
          <a:ext cx="5094154" cy="740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прорив оборони противника на перекопському й сиваському напрямках, визволення Кримського та Керченського півостровів</a:t>
          </a:r>
          <a:endParaRPr lang="uk-UA" sz="1500" kern="1200"/>
        </a:p>
      </dsp:txBody>
      <dsp:txXfrm>
        <a:off x="0" y="2221638"/>
        <a:ext cx="5094154" cy="740395"/>
      </dsp:txXfrm>
    </dsp:sp>
    <dsp:sp modelId="{C8212B12-A750-437B-9ED9-9570884DCB83}">
      <dsp:nvSpPr>
        <dsp:cNvPr id="0" name=""/>
        <dsp:cNvSpPr/>
      </dsp:nvSpPr>
      <dsp:spPr>
        <a:xfrm>
          <a:off x="0" y="2962033"/>
          <a:ext cx="50941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757F1-9207-49E1-BD5C-A1925EF7F4BC}">
      <dsp:nvSpPr>
        <dsp:cNvPr id="0" name=""/>
        <dsp:cNvSpPr/>
      </dsp:nvSpPr>
      <dsp:spPr>
        <a:xfrm>
          <a:off x="0" y="2962033"/>
          <a:ext cx="5094154" cy="740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завершення визволення Лівобережної України та Донбасу, створення сприятливих умов для визволення Правобережної та Південної України</a:t>
          </a:r>
          <a:endParaRPr lang="uk-UA" sz="1500" kern="1200"/>
        </a:p>
      </dsp:txBody>
      <dsp:txXfrm>
        <a:off x="0" y="2962033"/>
        <a:ext cx="5094154" cy="740395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5704F7-8230-4601-92D0-50C68B83B4FA}">
      <dsp:nvSpPr>
        <dsp:cNvPr id="0" name=""/>
        <dsp:cNvSpPr/>
      </dsp:nvSpPr>
      <dsp:spPr>
        <a:xfrm rot="10800000">
          <a:off x="1112500" y="813"/>
          <a:ext cx="3395492" cy="10289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375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Визволення Донбасу.</a:t>
          </a:r>
          <a:endParaRPr lang="uk-UA" sz="1900" kern="1200"/>
        </a:p>
      </dsp:txBody>
      <dsp:txXfrm rot="10800000">
        <a:off x="1369745" y="813"/>
        <a:ext cx="3138247" cy="1028979"/>
      </dsp:txXfrm>
    </dsp:sp>
    <dsp:sp modelId="{0E0D511D-C4EB-4123-B6B1-801CC34236C0}">
      <dsp:nvSpPr>
        <dsp:cNvPr id="0" name=""/>
        <dsp:cNvSpPr/>
      </dsp:nvSpPr>
      <dsp:spPr>
        <a:xfrm>
          <a:off x="598010" y="813"/>
          <a:ext cx="1028979" cy="10289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489AE-2398-4D2C-8CD1-546BB1B827AF}">
      <dsp:nvSpPr>
        <dsp:cNvPr id="0" name=""/>
        <dsp:cNvSpPr/>
      </dsp:nvSpPr>
      <dsp:spPr>
        <a:xfrm rot="10800000">
          <a:off x="1112500" y="1336950"/>
          <a:ext cx="3395492" cy="10289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375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«Битва за Дніпро».</a:t>
          </a:r>
          <a:endParaRPr lang="uk-UA" sz="1900" kern="1200"/>
        </a:p>
      </dsp:txBody>
      <dsp:txXfrm rot="10800000">
        <a:off x="1369745" y="1336950"/>
        <a:ext cx="3138247" cy="1028979"/>
      </dsp:txXfrm>
    </dsp:sp>
    <dsp:sp modelId="{3A4312A1-1831-4860-A2F4-43D363C90FD6}">
      <dsp:nvSpPr>
        <dsp:cNvPr id="0" name=""/>
        <dsp:cNvSpPr/>
      </dsp:nvSpPr>
      <dsp:spPr>
        <a:xfrm>
          <a:off x="598010" y="1336950"/>
          <a:ext cx="1028979" cy="10289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7153D-441F-459A-8CF3-19F1C0110B3A}">
      <dsp:nvSpPr>
        <dsp:cNvPr id="0" name=""/>
        <dsp:cNvSpPr/>
      </dsp:nvSpPr>
      <dsp:spPr>
        <a:xfrm rot="10800000">
          <a:off x="1112500" y="2673088"/>
          <a:ext cx="3395492" cy="10289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375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Корсунь-Шевченківська наступальна операція.</a:t>
          </a:r>
          <a:endParaRPr lang="uk-UA" sz="1900" kern="1200"/>
        </a:p>
      </dsp:txBody>
      <dsp:txXfrm rot="10800000">
        <a:off x="1369745" y="2673088"/>
        <a:ext cx="3138247" cy="1028979"/>
      </dsp:txXfrm>
    </dsp:sp>
    <dsp:sp modelId="{849B90AA-800A-4C94-8696-BF668D196B36}">
      <dsp:nvSpPr>
        <dsp:cNvPr id="0" name=""/>
        <dsp:cNvSpPr/>
      </dsp:nvSpPr>
      <dsp:spPr>
        <a:xfrm>
          <a:off x="598010" y="2673088"/>
          <a:ext cx="1028979" cy="10289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8009F-F873-4B24-850B-0510A318A870}">
      <dsp:nvSpPr>
        <dsp:cNvPr id="0" name=""/>
        <dsp:cNvSpPr/>
      </dsp:nvSpPr>
      <dsp:spPr>
        <a:xfrm rot="10800000">
          <a:off x="1110335" y="2110"/>
          <a:ext cx="3387612" cy="102825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34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Депортація кримських татар до Середньої Азії.</a:t>
          </a:r>
          <a:endParaRPr lang="uk-UA" sz="1900" kern="1200"/>
        </a:p>
      </dsp:txBody>
      <dsp:txXfrm rot="10800000">
        <a:off x="1367399" y="2110"/>
        <a:ext cx="3130548" cy="1028257"/>
      </dsp:txXfrm>
    </dsp:sp>
    <dsp:sp modelId="{807B58B5-F819-436A-A95F-72B69E53041C}">
      <dsp:nvSpPr>
        <dsp:cNvPr id="0" name=""/>
        <dsp:cNvSpPr/>
      </dsp:nvSpPr>
      <dsp:spPr>
        <a:xfrm>
          <a:off x="596206" y="2110"/>
          <a:ext cx="1028257" cy="10282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DFCDB-5830-40DB-8212-4B3354C7CA01}">
      <dsp:nvSpPr>
        <dsp:cNvPr id="0" name=""/>
        <dsp:cNvSpPr/>
      </dsp:nvSpPr>
      <dsp:spPr>
        <a:xfrm rot="10800000">
          <a:off x="1110335" y="1337311"/>
          <a:ext cx="3387612" cy="102825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34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Львівсько-Сандомирська наступальна операція.</a:t>
          </a:r>
          <a:endParaRPr lang="uk-UA" sz="1900" kern="1200"/>
        </a:p>
      </dsp:txBody>
      <dsp:txXfrm rot="10800000">
        <a:off x="1367399" y="1337311"/>
        <a:ext cx="3130548" cy="1028257"/>
      </dsp:txXfrm>
    </dsp:sp>
    <dsp:sp modelId="{10C96A2C-BDCA-4E9D-A07F-37ABE2993F26}">
      <dsp:nvSpPr>
        <dsp:cNvPr id="0" name=""/>
        <dsp:cNvSpPr/>
      </dsp:nvSpPr>
      <dsp:spPr>
        <a:xfrm>
          <a:off x="596206" y="1337311"/>
          <a:ext cx="1028257" cy="10282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44137-03C9-41AC-9640-40A0B22D421E}">
      <dsp:nvSpPr>
        <dsp:cNvPr id="0" name=""/>
        <dsp:cNvSpPr/>
      </dsp:nvSpPr>
      <dsp:spPr>
        <a:xfrm rot="10800000">
          <a:off x="1110335" y="2672512"/>
          <a:ext cx="3387612" cy="102825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34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Утворення Українського штабу партизанського руху.</a:t>
          </a:r>
          <a:endParaRPr lang="uk-UA" sz="1900" kern="1200"/>
        </a:p>
      </dsp:txBody>
      <dsp:txXfrm rot="10800000">
        <a:off x="1367399" y="2672512"/>
        <a:ext cx="3130548" cy="1028257"/>
      </dsp:txXfrm>
    </dsp:sp>
    <dsp:sp modelId="{CFC6FEC0-A5F6-4ECE-B4BE-B44382B69B00}">
      <dsp:nvSpPr>
        <dsp:cNvPr id="0" name=""/>
        <dsp:cNvSpPr/>
      </dsp:nvSpPr>
      <dsp:spPr>
        <a:xfrm>
          <a:off x="596206" y="2672512"/>
          <a:ext cx="1028257" cy="10282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BE2F9-4103-4AC8-8DB2-DEE51FE02E74}">
      <dsp:nvSpPr>
        <dsp:cNvPr id="0" name=""/>
        <dsp:cNvSpPr/>
      </dsp:nvSpPr>
      <dsp:spPr>
        <a:xfrm>
          <a:off x="0" y="368960"/>
          <a:ext cx="5094154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вересень — грудень 1943 р.</a:t>
          </a:r>
          <a:endParaRPr lang="uk-UA" sz="2900" kern="1200"/>
        </a:p>
      </dsp:txBody>
      <dsp:txXfrm>
        <a:off x="33127" y="402087"/>
        <a:ext cx="5027900" cy="612346"/>
      </dsp:txXfrm>
    </dsp:sp>
    <dsp:sp modelId="{88C4D307-002F-4DDA-BA91-0C7B795EE1E7}">
      <dsp:nvSpPr>
        <dsp:cNvPr id="0" name=""/>
        <dsp:cNvSpPr/>
      </dsp:nvSpPr>
      <dsp:spPr>
        <a:xfrm>
          <a:off x="0" y="1131080"/>
          <a:ext cx="5094154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січень — травень 1944 р.</a:t>
          </a:r>
          <a:endParaRPr lang="uk-UA" sz="2900" kern="1200"/>
        </a:p>
      </dsp:txBody>
      <dsp:txXfrm>
        <a:off x="33127" y="1164207"/>
        <a:ext cx="5027900" cy="612346"/>
      </dsp:txXfrm>
    </dsp:sp>
    <dsp:sp modelId="{F7BA507E-E1E2-4108-8A85-AAD6660CED13}">
      <dsp:nvSpPr>
        <dsp:cNvPr id="0" name=""/>
        <dsp:cNvSpPr/>
      </dsp:nvSpPr>
      <dsp:spPr>
        <a:xfrm>
          <a:off x="0" y="1893200"/>
          <a:ext cx="5094154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серпень — жовтень 1944 р.</a:t>
          </a:r>
          <a:endParaRPr lang="uk-UA" sz="2900" kern="1200"/>
        </a:p>
      </dsp:txBody>
      <dsp:txXfrm>
        <a:off x="33127" y="1926327"/>
        <a:ext cx="5027900" cy="612346"/>
      </dsp:txXfrm>
    </dsp:sp>
    <dsp:sp modelId="{FB0A1E9A-FFAB-41B5-B50E-D69404660979}">
      <dsp:nvSpPr>
        <dsp:cNvPr id="0" name=""/>
        <dsp:cNvSpPr/>
      </dsp:nvSpPr>
      <dsp:spPr>
        <a:xfrm>
          <a:off x="0" y="2655320"/>
          <a:ext cx="5094154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лютий — квітень 1945 р.</a:t>
          </a:r>
          <a:endParaRPr lang="uk-UA" sz="2900" kern="1200"/>
        </a:p>
      </dsp:txBody>
      <dsp:txXfrm>
        <a:off x="33127" y="2688447"/>
        <a:ext cx="5027900" cy="61234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6D0A1-562D-4120-96AE-5F57278C9467}">
      <dsp:nvSpPr>
        <dsp:cNvPr id="0" name=""/>
        <dsp:cNvSpPr/>
      </dsp:nvSpPr>
      <dsp:spPr>
        <a:xfrm>
          <a:off x="0" y="52160"/>
          <a:ext cx="5106004" cy="176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/>
            <a:t>розгром корсунь-шевченківського угрупування ворога, створення сприят- ливих умов для наступу радянських військ на Правобережній Україні</a:t>
          </a:r>
        </a:p>
      </dsp:txBody>
      <dsp:txXfrm>
        <a:off x="86357" y="138517"/>
        <a:ext cx="4933290" cy="1596325"/>
      </dsp:txXfrm>
    </dsp:sp>
    <dsp:sp modelId="{8D752E5E-F079-410C-9264-3AF46D0CC608}">
      <dsp:nvSpPr>
        <dsp:cNvPr id="0" name=""/>
        <dsp:cNvSpPr/>
      </dsp:nvSpPr>
      <dsp:spPr>
        <a:xfrm>
          <a:off x="0" y="1881680"/>
          <a:ext cx="5106004" cy="176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/>
            <a:t>прорив радянськими військами оборони противника на перекопському й сиваському напрямках та його розгром на Кримському півострові</a:t>
          </a:r>
        </a:p>
      </dsp:txBody>
      <dsp:txXfrm>
        <a:off x="86357" y="1968037"/>
        <a:ext cx="4933290" cy="1596325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CAA4D-F958-4FF6-981A-6DDE6B3341C7}">
      <dsp:nvSpPr>
        <dsp:cNvPr id="0" name=""/>
        <dsp:cNvSpPr/>
      </dsp:nvSpPr>
      <dsp:spPr>
        <a:xfrm>
          <a:off x="0" y="371570"/>
          <a:ext cx="5094154" cy="14496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перехід радянських військ через Карпати, вигнання окупантів з усієї території України в межах сучасного кордону</a:t>
          </a:r>
          <a:endParaRPr lang="uk-UA" sz="2100" kern="1200"/>
        </a:p>
      </dsp:txBody>
      <dsp:txXfrm>
        <a:off x="70765" y="442335"/>
        <a:ext cx="4952624" cy="1308099"/>
      </dsp:txXfrm>
    </dsp:sp>
    <dsp:sp modelId="{C5E4BAB5-AF08-49B8-9DFE-F14169B7C956}">
      <dsp:nvSpPr>
        <dsp:cNvPr id="0" name=""/>
        <dsp:cNvSpPr/>
      </dsp:nvSpPr>
      <dsp:spPr>
        <a:xfrm>
          <a:off x="0" y="1881680"/>
          <a:ext cx="5094154" cy="14496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завершення звільнення радянськими військами південних областей України та Молдавії, перенесення бойових дій на територію Румунії та Угорщини</a:t>
          </a:r>
          <a:endParaRPr lang="uk-UA" sz="2100" kern="1200"/>
        </a:p>
      </dsp:txBody>
      <dsp:txXfrm>
        <a:off x="70765" y="1952445"/>
        <a:ext cx="4952624" cy="1308099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9853D-3939-48BA-840E-65AEB7085873}">
      <dsp:nvSpPr>
        <dsp:cNvPr id="0" name=""/>
        <dsp:cNvSpPr/>
      </dsp:nvSpPr>
      <dsp:spPr>
        <a:xfrm>
          <a:off x="695636" y="0"/>
          <a:ext cx="3702881" cy="370288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7D1AD-00B8-4722-B12E-3C5B4FC19BD9}">
      <dsp:nvSpPr>
        <dsp:cNvPr id="0" name=""/>
        <dsp:cNvSpPr/>
      </dsp:nvSpPr>
      <dsp:spPr>
        <a:xfrm>
          <a:off x="1047410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1939 р.</a:t>
          </a:r>
          <a:endParaRPr lang="uk-UA" sz="3700" kern="1200"/>
        </a:p>
      </dsp:txBody>
      <dsp:txXfrm>
        <a:off x="1117906" y="422269"/>
        <a:ext cx="1303131" cy="1303131"/>
      </dsp:txXfrm>
    </dsp:sp>
    <dsp:sp modelId="{7838234B-33A1-4B3A-A74D-3606789BDF87}">
      <dsp:nvSpPr>
        <dsp:cNvPr id="0" name=""/>
        <dsp:cNvSpPr/>
      </dsp:nvSpPr>
      <dsp:spPr>
        <a:xfrm>
          <a:off x="2602620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1941 р.</a:t>
          </a:r>
          <a:endParaRPr lang="uk-UA" sz="3700" kern="1200"/>
        </a:p>
      </dsp:txBody>
      <dsp:txXfrm>
        <a:off x="2673116" y="422269"/>
        <a:ext cx="1303131" cy="1303131"/>
      </dsp:txXfrm>
    </dsp:sp>
    <dsp:sp modelId="{FF620738-4A58-417B-B000-EA3DE4792B2C}">
      <dsp:nvSpPr>
        <dsp:cNvPr id="0" name=""/>
        <dsp:cNvSpPr/>
      </dsp:nvSpPr>
      <dsp:spPr>
        <a:xfrm>
          <a:off x="1047410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1944 р.</a:t>
          </a:r>
          <a:endParaRPr lang="uk-UA" sz="3700" kern="1200"/>
        </a:p>
      </dsp:txBody>
      <dsp:txXfrm>
        <a:off x="1117906" y="1977479"/>
        <a:ext cx="1303131" cy="1303131"/>
      </dsp:txXfrm>
    </dsp:sp>
    <dsp:sp modelId="{6DF83E90-65D9-48DC-83CB-77CCDB316051}">
      <dsp:nvSpPr>
        <dsp:cNvPr id="0" name=""/>
        <dsp:cNvSpPr/>
      </dsp:nvSpPr>
      <dsp:spPr>
        <a:xfrm>
          <a:off x="2602620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1951 р.</a:t>
          </a:r>
          <a:endParaRPr lang="uk-UA" sz="3700" kern="1200"/>
        </a:p>
      </dsp:txBody>
      <dsp:txXfrm>
        <a:off x="2673116" y="1977479"/>
        <a:ext cx="1303131" cy="1303131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89961-613B-4E6D-9831-04DF5E4C695A}">
      <dsp:nvSpPr>
        <dsp:cNvPr id="0" name=""/>
        <dsp:cNvSpPr/>
      </dsp:nvSpPr>
      <dsp:spPr>
        <a:xfrm>
          <a:off x="0" y="51125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сойму Карпатської України.</a:t>
          </a:r>
          <a:endParaRPr lang="uk-UA" sz="2200" kern="1200"/>
        </a:p>
      </dsp:txBody>
      <dsp:txXfrm>
        <a:off x="41622" y="92747"/>
        <a:ext cx="5010910" cy="769393"/>
      </dsp:txXfrm>
    </dsp:sp>
    <dsp:sp modelId="{0D6FE607-03C2-4179-BA26-647FB5250338}">
      <dsp:nvSpPr>
        <dsp:cNvPr id="0" name=""/>
        <dsp:cNvSpPr/>
      </dsp:nvSpPr>
      <dsp:spPr>
        <a:xfrm>
          <a:off x="0" y="967122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уряду Королівства Угорщини.</a:t>
          </a:r>
          <a:endParaRPr lang="uk-UA" sz="2200" kern="1200"/>
        </a:p>
      </dsp:txBody>
      <dsp:txXfrm>
        <a:off x="41622" y="1008744"/>
        <a:ext cx="5010910" cy="769393"/>
      </dsp:txXfrm>
    </dsp:sp>
    <dsp:sp modelId="{793CD752-F381-4FAE-A75D-31AF087B4D84}">
      <dsp:nvSpPr>
        <dsp:cNvPr id="0" name=""/>
        <dsp:cNvSpPr/>
      </dsp:nvSpPr>
      <dsp:spPr>
        <a:xfrm>
          <a:off x="0" y="1883120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рейхстагу нацистської Німеччини.</a:t>
          </a:r>
          <a:endParaRPr lang="uk-UA" sz="2200" kern="1200"/>
        </a:p>
      </dsp:txBody>
      <dsp:txXfrm>
        <a:off x="41622" y="1924742"/>
        <a:ext cx="5010910" cy="769393"/>
      </dsp:txXfrm>
    </dsp:sp>
    <dsp:sp modelId="{C234D028-120A-42C1-A26F-0AF095CB5BAD}">
      <dsp:nvSpPr>
        <dsp:cNvPr id="0" name=""/>
        <dsp:cNvSpPr/>
      </dsp:nvSpPr>
      <dsp:spPr>
        <a:xfrm>
          <a:off x="0" y="2799118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проводу Організації українських націоналістів.</a:t>
          </a:r>
          <a:endParaRPr lang="uk-UA" sz="2200" kern="1200"/>
        </a:p>
      </dsp:txBody>
      <dsp:txXfrm>
        <a:off x="41622" y="2840740"/>
        <a:ext cx="5010910" cy="769393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1E417-01E5-420D-AC3C-AB718D1BA198}">
      <dsp:nvSpPr>
        <dsp:cNvPr id="0" name=""/>
        <dsp:cNvSpPr/>
      </dsp:nvSpPr>
      <dsp:spPr>
        <a:xfrm>
          <a:off x="0" y="50944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здійснення Акта Злуки.</a:t>
          </a:r>
          <a:endParaRPr lang="uk-UA" sz="2400" kern="1200"/>
        </a:p>
      </dsp:txBody>
      <dsp:txXfrm>
        <a:off x="45406" y="96350"/>
        <a:ext cx="5003342" cy="839338"/>
      </dsp:txXfrm>
    </dsp:sp>
    <dsp:sp modelId="{F5F02829-53CC-4D49-8776-134D5E5621C6}">
      <dsp:nvSpPr>
        <dsp:cNvPr id="0" name=""/>
        <dsp:cNvSpPr/>
      </dsp:nvSpPr>
      <dsp:spPr>
        <a:xfrm>
          <a:off x="0" y="1050214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подій «золотого вересня».</a:t>
          </a:r>
          <a:endParaRPr lang="uk-UA" sz="2400" kern="1200"/>
        </a:p>
      </dsp:txBody>
      <dsp:txXfrm>
        <a:off x="45406" y="1095620"/>
        <a:ext cx="5003342" cy="839338"/>
      </dsp:txXfrm>
    </dsp:sp>
    <dsp:sp modelId="{8AFF13EF-CBA2-4396-B414-292E11105482}">
      <dsp:nvSpPr>
        <dsp:cNvPr id="0" name=""/>
        <dsp:cNvSpPr/>
      </dsp:nvSpPr>
      <dsp:spPr>
        <a:xfrm>
          <a:off x="0" y="2049484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підписання Мюнхенської угоди.</a:t>
          </a:r>
          <a:endParaRPr lang="uk-UA" sz="2400" kern="1200"/>
        </a:p>
      </dsp:txBody>
      <dsp:txXfrm>
        <a:off x="45406" y="2094890"/>
        <a:ext cx="5003342" cy="839338"/>
      </dsp:txXfrm>
    </dsp:sp>
    <dsp:sp modelId="{15D55037-3D08-49FB-A18D-1A50587ECCA6}">
      <dsp:nvSpPr>
        <dsp:cNvPr id="0" name=""/>
        <dsp:cNvSpPr/>
      </dsp:nvSpPr>
      <dsp:spPr>
        <a:xfrm>
          <a:off x="0" y="3048754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наступальних дій радянської армії.</a:t>
          </a:r>
          <a:endParaRPr lang="uk-UA" sz="2400" kern="1200"/>
        </a:p>
      </dsp:txBody>
      <dsp:txXfrm>
        <a:off x="45406" y="3094160"/>
        <a:ext cx="5003342" cy="839338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B8633-1DEE-4CA5-AA31-440C87E55AC2}">
      <dsp:nvSpPr>
        <dsp:cNvPr id="0" name=""/>
        <dsp:cNvSpPr/>
      </dsp:nvSpPr>
      <dsp:spPr>
        <a:xfrm>
          <a:off x="0" y="1149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6 листопада 1943 р.</a:t>
          </a:r>
          <a:endParaRPr lang="uk-UA" sz="3600" kern="1200"/>
        </a:p>
      </dsp:txBody>
      <dsp:txXfrm>
        <a:off x="41123" y="52621"/>
        <a:ext cx="5012041" cy="760154"/>
      </dsp:txXfrm>
    </dsp:sp>
    <dsp:sp modelId="{C91CAE2E-7B4D-4122-9B8A-2B8A60B6B21A}">
      <dsp:nvSpPr>
        <dsp:cNvPr id="0" name=""/>
        <dsp:cNvSpPr/>
      </dsp:nvSpPr>
      <dsp:spPr>
        <a:xfrm>
          <a:off x="0" y="95757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17 лютого 1944 р.</a:t>
          </a:r>
          <a:endParaRPr lang="uk-UA" sz="3600" kern="1200"/>
        </a:p>
      </dsp:txBody>
      <dsp:txXfrm>
        <a:off x="41123" y="998701"/>
        <a:ext cx="5012041" cy="760154"/>
      </dsp:txXfrm>
    </dsp:sp>
    <dsp:sp modelId="{E216F559-A3EF-4B05-9D14-7F799E14484B}">
      <dsp:nvSpPr>
        <dsp:cNvPr id="0" name=""/>
        <dsp:cNvSpPr/>
      </dsp:nvSpPr>
      <dsp:spPr>
        <a:xfrm>
          <a:off x="0" y="190365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28 жовтня 1944 р.</a:t>
          </a:r>
          <a:endParaRPr lang="uk-UA" sz="3600" kern="1200"/>
        </a:p>
      </dsp:txBody>
      <dsp:txXfrm>
        <a:off x="41123" y="1944781"/>
        <a:ext cx="5012041" cy="760154"/>
      </dsp:txXfrm>
    </dsp:sp>
    <dsp:sp modelId="{078829B9-79ED-473E-96BE-380CAD39D558}">
      <dsp:nvSpPr>
        <dsp:cNvPr id="0" name=""/>
        <dsp:cNvSpPr/>
      </dsp:nvSpPr>
      <dsp:spPr>
        <a:xfrm>
          <a:off x="0" y="284973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9 травня 1945 р.</a:t>
          </a:r>
          <a:endParaRPr lang="uk-UA" sz="3600" kern="1200"/>
        </a:p>
      </dsp:txBody>
      <dsp:txXfrm>
        <a:off x="41123" y="2890861"/>
        <a:ext cx="5012041" cy="76015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0CD32-B324-45FB-8A8A-5CB16F64358A}">
      <dsp:nvSpPr>
        <dsp:cNvPr id="0" name=""/>
        <dsp:cNvSpPr/>
      </dsp:nvSpPr>
      <dsp:spPr>
        <a:xfrm>
          <a:off x="695636" y="0"/>
          <a:ext cx="3702881" cy="370288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E10FF-754F-4CBD-8D56-CA46C0F692DF}">
      <dsp:nvSpPr>
        <dsp:cNvPr id="0" name=""/>
        <dsp:cNvSpPr/>
      </dsp:nvSpPr>
      <dsp:spPr>
        <a:xfrm>
          <a:off x="1047410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1942 р.</a:t>
          </a:r>
          <a:endParaRPr lang="uk-UA" sz="3700" kern="1200"/>
        </a:p>
      </dsp:txBody>
      <dsp:txXfrm>
        <a:off x="1117906" y="422269"/>
        <a:ext cx="1303131" cy="1303131"/>
      </dsp:txXfrm>
    </dsp:sp>
    <dsp:sp modelId="{DE142261-BBAA-4A86-BA5F-BE11B7DD2F93}">
      <dsp:nvSpPr>
        <dsp:cNvPr id="0" name=""/>
        <dsp:cNvSpPr/>
      </dsp:nvSpPr>
      <dsp:spPr>
        <a:xfrm>
          <a:off x="2602620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1943 р.</a:t>
          </a:r>
          <a:endParaRPr lang="uk-UA" sz="3700" kern="1200"/>
        </a:p>
      </dsp:txBody>
      <dsp:txXfrm>
        <a:off x="2673116" y="422269"/>
        <a:ext cx="1303131" cy="1303131"/>
      </dsp:txXfrm>
    </dsp:sp>
    <dsp:sp modelId="{00420229-2138-42B2-B03C-186DB2321969}">
      <dsp:nvSpPr>
        <dsp:cNvPr id="0" name=""/>
        <dsp:cNvSpPr/>
      </dsp:nvSpPr>
      <dsp:spPr>
        <a:xfrm>
          <a:off x="1047410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1944 р.</a:t>
          </a:r>
          <a:endParaRPr lang="uk-UA" sz="3700" kern="1200"/>
        </a:p>
      </dsp:txBody>
      <dsp:txXfrm>
        <a:off x="1117906" y="1977479"/>
        <a:ext cx="1303131" cy="1303131"/>
      </dsp:txXfrm>
    </dsp:sp>
    <dsp:sp modelId="{D1BF571F-EB94-4231-A1A1-2AF6FEF45FC2}">
      <dsp:nvSpPr>
        <dsp:cNvPr id="0" name=""/>
        <dsp:cNvSpPr/>
      </dsp:nvSpPr>
      <dsp:spPr>
        <a:xfrm>
          <a:off x="2602620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1945 р.</a:t>
          </a:r>
          <a:endParaRPr lang="uk-UA" sz="3700" kern="1200"/>
        </a:p>
      </dsp:txBody>
      <dsp:txXfrm>
        <a:off x="2673116" y="1977479"/>
        <a:ext cx="1303131" cy="1303131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3E30A-6DBA-4651-82A7-F42F55573BA1}">
      <dsp:nvSpPr>
        <dsp:cNvPr id="0" name=""/>
        <dsp:cNvSpPr/>
      </dsp:nvSpPr>
      <dsp:spPr>
        <a:xfrm>
          <a:off x="0" y="26006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Київської операції.</a:t>
          </a:r>
          <a:endParaRPr lang="uk-UA" sz="2400" kern="1200"/>
        </a:p>
      </dsp:txBody>
      <dsp:txXfrm>
        <a:off x="45406" y="71412"/>
        <a:ext cx="5003342" cy="839338"/>
      </dsp:txXfrm>
    </dsp:sp>
    <dsp:sp modelId="{37DDCF9D-146C-4A16-B9CF-250108DF5945}">
      <dsp:nvSpPr>
        <dsp:cNvPr id="0" name=""/>
        <dsp:cNvSpPr/>
      </dsp:nvSpPr>
      <dsp:spPr>
        <a:xfrm>
          <a:off x="0" y="1025276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Корсунь-Шевченківської операції.</a:t>
          </a:r>
          <a:endParaRPr lang="uk-UA" sz="2400" kern="1200"/>
        </a:p>
      </dsp:txBody>
      <dsp:txXfrm>
        <a:off x="45406" y="1070682"/>
        <a:ext cx="5003342" cy="839338"/>
      </dsp:txXfrm>
    </dsp:sp>
    <dsp:sp modelId="{C0F71908-9E79-4393-B251-20B9BB52699B}">
      <dsp:nvSpPr>
        <dsp:cNvPr id="0" name=""/>
        <dsp:cNvSpPr/>
      </dsp:nvSpPr>
      <dsp:spPr>
        <a:xfrm>
          <a:off x="0" y="2024546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Кримської операції.</a:t>
          </a:r>
          <a:endParaRPr lang="uk-UA" sz="2400" kern="1200"/>
        </a:p>
      </dsp:txBody>
      <dsp:txXfrm>
        <a:off x="45406" y="2069952"/>
        <a:ext cx="5003342" cy="839338"/>
      </dsp:txXfrm>
    </dsp:sp>
    <dsp:sp modelId="{14F05806-3285-4BA2-BB58-5EECCEE1B53B}">
      <dsp:nvSpPr>
        <dsp:cNvPr id="0" name=""/>
        <dsp:cNvSpPr/>
      </dsp:nvSpPr>
      <dsp:spPr>
        <a:xfrm>
          <a:off x="0" y="3023815"/>
          <a:ext cx="5094154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Карпатсько-Ужгородської операції.</a:t>
          </a:r>
          <a:endParaRPr lang="uk-UA" sz="2400" kern="1200"/>
        </a:p>
      </dsp:txBody>
      <dsp:txXfrm>
        <a:off x="45406" y="3069221"/>
        <a:ext cx="5003342" cy="839338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8FFD0-FBD5-4A7C-B5FA-10E1B37EFCC5}">
      <dsp:nvSpPr>
        <dsp:cNvPr id="0" name=""/>
        <dsp:cNvSpPr/>
      </dsp:nvSpPr>
      <dsp:spPr>
        <a:xfrm>
          <a:off x="0" y="67568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Карпатсько-Ужгородської операції.</a:t>
          </a:r>
          <a:endParaRPr lang="uk-UA" sz="2300" kern="1200"/>
        </a:p>
      </dsp:txBody>
      <dsp:txXfrm>
        <a:off x="26273" y="701953"/>
        <a:ext cx="5041608" cy="485654"/>
      </dsp:txXfrm>
    </dsp:sp>
    <dsp:sp modelId="{5656936F-EC40-4814-A310-096EDB8B5C82}">
      <dsp:nvSpPr>
        <dsp:cNvPr id="0" name=""/>
        <dsp:cNvSpPr/>
      </dsp:nvSpPr>
      <dsp:spPr>
        <a:xfrm>
          <a:off x="0" y="128012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Ясько-Кишинівської операції.</a:t>
          </a:r>
          <a:endParaRPr lang="uk-UA" sz="2300" kern="1200"/>
        </a:p>
      </dsp:txBody>
      <dsp:txXfrm>
        <a:off x="26273" y="1306393"/>
        <a:ext cx="5041608" cy="485654"/>
      </dsp:txXfrm>
    </dsp:sp>
    <dsp:sp modelId="{24833D52-90A3-4022-86B6-314B0B217F98}">
      <dsp:nvSpPr>
        <dsp:cNvPr id="0" name=""/>
        <dsp:cNvSpPr/>
      </dsp:nvSpPr>
      <dsp:spPr>
        <a:xfrm>
          <a:off x="0" y="188456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Корсунь-Шевченківської операції.</a:t>
          </a:r>
          <a:endParaRPr lang="uk-UA" sz="2300" kern="1200"/>
        </a:p>
      </dsp:txBody>
      <dsp:txXfrm>
        <a:off x="26273" y="1910833"/>
        <a:ext cx="5041608" cy="485654"/>
      </dsp:txXfrm>
    </dsp:sp>
    <dsp:sp modelId="{1631859F-080D-428C-A240-6C5BE6A975A5}">
      <dsp:nvSpPr>
        <dsp:cNvPr id="0" name=""/>
        <dsp:cNvSpPr/>
      </dsp:nvSpPr>
      <dsp:spPr>
        <a:xfrm>
          <a:off x="0" y="248900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Умансько-Батошанської операції.</a:t>
          </a:r>
          <a:endParaRPr lang="uk-UA" sz="2300" kern="1200"/>
        </a:p>
      </dsp:txBody>
      <dsp:txXfrm>
        <a:off x="26273" y="2515273"/>
        <a:ext cx="5041608" cy="485654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13D9C-07DB-40B6-88F6-F56DE839DBF7}">
      <dsp:nvSpPr>
        <dsp:cNvPr id="0" name=""/>
        <dsp:cNvSpPr/>
      </dsp:nvSpPr>
      <dsp:spPr>
        <a:xfrm>
          <a:off x="0" y="132958"/>
          <a:ext cx="5094154" cy="813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виникнення «Поліської Січі».</a:t>
          </a:r>
          <a:endParaRPr lang="uk-UA" sz="2100" kern="1200"/>
        </a:p>
      </dsp:txBody>
      <dsp:txXfrm>
        <a:off x="39730" y="172688"/>
        <a:ext cx="5014694" cy="734421"/>
      </dsp:txXfrm>
    </dsp:sp>
    <dsp:sp modelId="{0F8F8486-15DF-42AB-AE0C-B03408C64866}">
      <dsp:nvSpPr>
        <dsp:cNvPr id="0" name=""/>
        <dsp:cNvSpPr/>
      </dsp:nvSpPr>
      <dsp:spPr>
        <a:xfrm>
          <a:off x="0" y="1007319"/>
          <a:ext cx="5094154" cy="813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утворення Української повстанської армії (УПА).</a:t>
          </a:r>
          <a:endParaRPr lang="uk-UA" sz="2100" kern="1200"/>
        </a:p>
      </dsp:txBody>
      <dsp:txXfrm>
        <a:off x="39730" y="1047049"/>
        <a:ext cx="5014694" cy="734421"/>
      </dsp:txXfrm>
    </dsp:sp>
    <dsp:sp modelId="{AA334DFB-09F2-4D7C-81AE-FCF189F07AE0}">
      <dsp:nvSpPr>
        <dsp:cNvPr id="0" name=""/>
        <dsp:cNvSpPr/>
      </dsp:nvSpPr>
      <dsp:spPr>
        <a:xfrm>
          <a:off x="0" y="1881680"/>
          <a:ext cx="5094154" cy="813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сформування й діяльність Української головної визвольної ради (УГВР).</a:t>
          </a:r>
          <a:endParaRPr lang="uk-UA" sz="2100" kern="1200"/>
        </a:p>
      </dsp:txBody>
      <dsp:txXfrm>
        <a:off x="39730" y="1921410"/>
        <a:ext cx="5014694" cy="734421"/>
      </dsp:txXfrm>
    </dsp:sp>
    <dsp:sp modelId="{803704D9-9833-4DA7-A9CB-A77D2091BDA7}">
      <dsp:nvSpPr>
        <dsp:cNvPr id="0" name=""/>
        <dsp:cNvSpPr/>
      </dsp:nvSpPr>
      <dsp:spPr>
        <a:xfrm>
          <a:off x="0" y="2756041"/>
          <a:ext cx="5094154" cy="813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проголошення Акта відновлення Української Держави.</a:t>
          </a:r>
          <a:endParaRPr lang="uk-UA" sz="2100" kern="1200"/>
        </a:p>
      </dsp:txBody>
      <dsp:txXfrm>
        <a:off x="39730" y="2795771"/>
        <a:ext cx="5014694" cy="734421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50DEE-A2F1-42AD-83F8-52749139F984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визволення всієї території УРСР від нацистських загарбників.</a:t>
          </a:r>
          <a:endParaRPr lang="uk-UA" sz="2200" kern="1200"/>
        </a:p>
      </dsp:txBody>
      <dsp:txXfrm>
        <a:off x="41465" y="99025"/>
        <a:ext cx="5011224" cy="766490"/>
      </dsp:txXfrm>
    </dsp:sp>
    <dsp:sp modelId="{D8E1DC1F-0573-4799-882F-2576700E40D1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перемоги народів СРСР у Великій Вітчизняній війні.</a:t>
          </a:r>
          <a:endParaRPr lang="uk-UA" sz="2200" kern="1200"/>
        </a:p>
      </dsp:txBody>
      <dsp:txXfrm>
        <a:off x="41465" y="1011805"/>
        <a:ext cx="5011224" cy="766490"/>
      </dsp:txXfrm>
    </dsp:sp>
    <dsp:sp modelId="{79EC5CC7-E70A-4453-B76B-2C95706C1AA6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входження Закарпатської України до складу УРСР.</a:t>
          </a:r>
          <a:endParaRPr lang="uk-UA" sz="2200" kern="1200"/>
        </a:p>
      </dsp:txBody>
      <dsp:txXfrm>
        <a:off x="41465" y="1924585"/>
        <a:ext cx="5011224" cy="766490"/>
      </dsp:txXfrm>
    </dsp:sp>
    <dsp:sp modelId="{74371E7C-281B-43BA-A81D-D41B604947D0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вступу УРСР до Організації Об’єднаних Націй.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32BC3-FA0F-41EF-B48C-67D068CE8FBE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звільненням території СРСР у його довоєнних кордонах.</a:t>
          </a:r>
          <a:endParaRPr lang="uk-UA" sz="2200" kern="1200"/>
        </a:p>
      </dsp:txBody>
      <dsp:txXfrm>
        <a:off x="41465" y="99025"/>
        <a:ext cx="5011224" cy="766490"/>
      </dsp:txXfrm>
    </dsp:sp>
    <dsp:sp modelId="{4A66863F-FF92-43D7-A616-B028990213AC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визволенням країн Південно-Східної та Центральної Європи.</a:t>
          </a:r>
          <a:endParaRPr lang="uk-UA" sz="2200" kern="1200"/>
        </a:p>
      </dsp:txBody>
      <dsp:txXfrm>
        <a:off x="41465" y="1011805"/>
        <a:ext cx="5011224" cy="766490"/>
      </dsp:txXfrm>
    </dsp:sp>
    <dsp:sp modelId="{2D582868-60AD-4164-8532-AA23FCBEF552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оволодінням столицею нацистської Німеччини — Берліном.</a:t>
          </a:r>
          <a:endParaRPr lang="uk-UA" sz="2200" kern="1200"/>
        </a:p>
      </dsp:txBody>
      <dsp:txXfrm>
        <a:off x="41465" y="1924585"/>
        <a:ext cx="5011224" cy="766490"/>
      </dsp:txXfrm>
    </dsp:sp>
    <dsp:sp modelId="{A4D3BE32-CEDA-4C24-96C2-BF851772C87A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розгромом японської Квантунської армії в Маньчжурії.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93853-CDEC-4F2B-853E-106C27D403A9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розроблено систему залпового реактивного вогню «Катюша».</a:t>
          </a:r>
          <a:endParaRPr lang="uk-UA" sz="2200" kern="1200"/>
        </a:p>
      </dsp:txBody>
      <dsp:txXfrm>
        <a:off x="41465" y="99025"/>
        <a:ext cx="5011224" cy="766490"/>
      </dsp:txXfrm>
    </dsp:sp>
    <dsp:sp modelId="{AA82BE4F-D53E-4248-B2CA-F5BEF014DF06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налагоджено автоматичне електрозварювання корпусів танків.</a:t>
          </a:r>
          <a:endParaRPr lang="uk-UA" sz="2200" kern="1200"/>
        </a:p>
      </dsp:txBody>
      <dsp:txXfrm>
        <a:off x="41465" y="1011805"/>
        <a:ext cx="5011224" cy="766490"/>
      </dsp:txXfrm>
    </dsp:sp>
    <dsp:sp modelId="{C6299F48-FA2F-4CC9-88B9-9FA891FB03EF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створено серію середніх підводних човнів «Щука».</a:t>
          </a:r>
          <a:endParaRPr lang="uk-UA" sz="2200" kern="1200"/>
        </a:p>
      </dsp:txBody>
      <dsp:txXfrm>
        <a:off x="41465" y="1924585"/>
        <a:ext cx="5011224" cy="766490"/>
      </dsp:txXfrm>
    </dsp:sp>
    <dsp:sp modelId="{A2F498DE-681E-4E3C-A085-6B6BCCA6079F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сконструйовано та запущено у виробництво танк Т-34.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4BE87-4AD0-4040-8C46-908E52A0E480}">
      <dsp:nvSpPr>
        <dsp:cNvPr id="0" name=""/>
        <dsp:cNvSpPr/>
      </dsp:nvSpPr>
      <dsp:spPr>
        <a:xfrm>
          <a:off x="0" y="1112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О. Палладіна</a:t>
          </a:r>
          <a:endParaRPr lang="uk-UA" sz="3600" kern="1200"/>
        </a:p>
      </dsp:txBody>
      <dsp:txXfrm>
        <a:off x="41123" y="52243"/>
        <a:ext cx="5011908" cy="760154"/>
      </dsp:txXfrm>
    </dsp:sp>
    <dsp:sp modelId="{53AAC23A-9BBD-4BAF-94F1-233D251AB105}">
      <dsp:nvSpPr>
        <dsp:cNvPr id="0" name=""/>
        <dsp:cNvSpPr/>
      </dsp:nvSpPr>
      <dsp:spPr>
        <a:xfrm>
          <a:off x="0" y="95720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В. Бакуля</a:t>
          </a:r>
          <a:endParaRPr lang="uk-UA" sz="3600" kern="1200"/>
        </a:p>
      </dsp:txBody>
      <dsp:txXfrm>
        <a:off x="41123" y="998323"/>
        <a:ext cx="5011908" cy="760154"/>
      </dsp:txXfrm>
    </dsp:sp>
    <dsp:sp modelId="{8B5144CF-CDD2-4C48-8655-2B84F96F4564}">
      <dsp:nvSpPr>
        <dsp:cNvPr id="0" name=""/>
        <dsp:cNvSpPr/>
      </dsp:nvSpPr>
      <dsp:spPr>
        <a:xfrm>
          <a:off x="0" y="190328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В. Глушкова</a:t>
          </a:r>
          <a:endParaRPr lang="uk-UA" sz="3600" kern="1200"/>
        </a:p>
      </dsp:txBody>
      <dsp:txXfrm>
        <a:off x="41123" y="1944403"/>
        <a:ext cx="5011908" cy="760154"/>
      </dsp:txXfrm>
    </dsp:sp>
    <dsp:sp modelId="{FBFC3F1C-D42D-43EC-8F7E-91249028C6F9}">
      <dsp:nvSpPr>
        <dsp:cNvPr id="0" name=""/>
        <dsp:cNvSpPr/>
      </dsp:nvSpPr>
      <dsp:spPr>
        <a:xfrm>
          <a:off x="0" y="284936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Є. Патона</a:t>
          </a:r>
          <a:endParaRPr lang="uk-UA" sz="3600" kern="1200"/>
        </a:p>
      </dsp:txBody>
      <dsp:txXfrm>
        <a:off x="41123" y="2890483"/>
        <a:ext cx="5011908" cy="760154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854890-1FCE-4611-B248-9BF78270D5A0}">
      <dsp:nvSpPr>
        <dsp:cNvPr id="0" name=""/>
        <dsp:cNvSpPr/>
      </dsp:nvSpPr>
      <dsp:spPr>
        <a:xfrm>
          <a:off x="0" y="104360"/>
          <a:ext cx="5106004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600" b="0" i="0" kern="1200"/>
            <a:t>Німеччина</a:t>
          </a:r>
          <a:endParaRPr lang="uk-UA" sz="4600" kern="1200"/>
        </a:p>
      </dsp:txBody>
      <dsp:txXfrm>
        <a:off x="52546" y="156906"/>
        <a:ext cx="5000912" cy="971308"/>
      </dsp:txXfrm>
    </dsp:sp>
    <dsp:sp modelId="{C1F36230-BE56-432D-8FB1-5725A125A58E}">
      <dsp:nvSpPr>
        <dsp:cNvPr id="0" name=""/>
        <dsp:cNvSpPr/>
      </dsp:nvSpPr>
      <dsp:spPr>
        <a:xfrm>
          <a:off x="0" y="1313240"/>
          <a:ext cx="5106004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600" b="0" i="0" kern="1200"/>
            <a:t>Польща</a:t>
          </a:r>
          <a:endParaRPr lang="uk-UA" sz="4600" kern="1200"/>
        </a:p>
      </dsp:txBody>
      <dsp:txXfrm>
        <a:off x="52546" y="1365786"/>
        <a:ext cx="5000912" cy="971308"/>
      </dsp:txXfrm>
    </dsp:sp>
    <dsp:sp modelId="{761EFBBC-2BBB-4D26-9F43-5AA8329EF7B4}">
      <dsp:nvSpPr>
        <dsp:cNvPr id="0" name=""/>
        <dsp:cNvSpPr/>
      </dsp:nvSpPr>
      <dsp:spPr>
        <a:xfrm>
          <a:off x="0" y="2522120"/>
          <a:ext cx="5106004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600" b="0" i="0" kern="1200"/>
            <a:t>Радянський Союз</a:t>
          </a:r>
          <a:endParaRPr lang="uk-UA" sz="4600" kern="1200"/>
        </a:p>
      </dsp:txBody>
      <dsp:txXfrm>
        <a:off x="52546" y="2574666"/>
        <a:ext cx="5000912" cy="971308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5492C-14AD-4773-ADB2-421722A1B413}">
      <dsp:nvSpPr>
        <dsp:cNvPr id="0" name=""/>
        <dsp:cNvSpPr/>
      </dsp:nvSpPr>
      <dsp:spPr>
        <a:xfrm>
          <a:off x="0" y="1112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Чехословаччина</a:t>
          </a:r>
          <a:endParaRPr lang="uk-UA" sz="3600" kern="1200"/>
        </a:p>
      </dsp:txBody>
      <dsp:txXfrm>
        <a:off x="41123" y="52243"/>
        <a:ext cx="5011908" cy="760154"/>
      </dsp:txXfrm>
    </dsp:sp>
    <dsp:sp modelId="{1A2BBF36-DA2C-48CB-8F9F-671F3F8731F7}">
      <dsp:nvSpPr>
        <dsp:cNvPr id="0" name=""/>
        <dsp:cNvSpPr/>
      </dsp:nvSpPr>
      <dsp:spPr>
        <a:xfrm>
          <a:off x="0" y="95720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Румунія</a:t>
          </a:r>
          <a:endParaRPr lang="uk-UA" sz="3600" kern="1200"/>
        </a:p>
      </dsp:txBody>
      <dsp:txXfrm>
        <a:off x="41123" y="998323"/>
        <a:ext cx="5011908" cy="760154"/>
      </dsp:txXfrm>
    </dsp:sp>
    <dsp:sp modelId="{957E3C3E-ABEB-4B81-850C-7FD25FD9A6CD}">
      <dsp:nvSpPr>
        <dsp:cNvPr id="0" name=""/>
        <dsp:cNvSpPr/>
      </dsp:nvSpPr>
      <dsp:spPr>
        <a:xfrm>
          <a:off x="0" y="190328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Велика Британія</a:t>
          </a:r>
          <a:endParaRPr lang="uk-UA" sz="3600" kern="1200"/>
        </a:p>
      </dsp:txBody>
      <dsp:txXfrm>
        <a:off x="41123" y="1944403"/>
        <a:ext cx="5011908" cy="760154"/>
      </dsp:txXfrm>
    </dsp:sp>
    <dsp:sp modelId="{E3770D4F-3BF4-48C1-A077-D0CA367C4EE9}">
      <dsp:nvSpPr>
        <dsp:cNvPr id="0" name=""/>
        <dsp:cNvSpPr/>
      </dsp:nvSpPr>
      <dsp:spPr>
        <a:xfrm>
          <a:off x="0" y="284936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Югославія</a:t>
          </a:r>
          <a:endParaRPr lang="uk-UA" sz="3600" kern="1200"/>
        </a:p>
      </dsp:txBody>
      <dsp:txXfrm>
        <a:off x="41123" y="2890483"/>
        <a:ext cx="5011908" cy="760154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D704F-137A-40CC-AFDC-0BC0AFCECAB6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польського народу.</a:t>
          </a:r>
          <a:endParaRPr lang="uk-UA" sz="2200" kern="1200"/>
        </a:p>
      </dsp:txBody>
      <dsp:txXfrm rot="10800000">
        <a:off x="1231191" y="1806"/>
        <a:ext cx="3198751" cy="755797"/>
      </dsp:txXfrm>
    </dsp:sp>
    <dsp:sp modelId="{E4F344CA-CC4F-4565-949C-D5B2A0ADE16D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F2563-287A-433A-9FC8-65A97A1431C3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українського народу.</a:t>
          </a:r>
          <a:endParaRPr lang="uk-UA" sz="2200" kern="1200"/>
        </a:p>
      </dsp:txBody>
      <dsp:txXfrm rot="10800000">
        <a:off x="1231191" y="983215"/>
        <a:ext cx="3198751" cy="755797"/>
      </dsp:txXfrm>
    </dsp:sp>
    <dsp:sp modelId="{64DF50D1-ED96-4264-8E29-1606499E8574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4E63C-62E3-4C24-924D-8B463ACBCADC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російського народу.</a:t>
          </a:r>
          <a:endParaRPr lang="uk-UA" sz="2200" kern="1200"/>
        </a:p>
      </dsp:txBody>
      <dsp:txXfrm rot="10800000">
        <a:off x="1231191" y="1964624"/>
        <a:ext cx="3198751" cy="755797"/>
      </dsp:txXfrm>
    </dsp:sp>
    <dsp:sp modelId="{40607024-0FA3-41C5-8BFC-1A36287B3232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1A018-9DE3-49CF-A236-0DF4FE605463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єврейського народу.</a:t>
          </a:r>
          <a:endParaRPr lang="uk-UA" sz="2200" kern="1200"/>
        </a:p>
      </dsp:txBody>
      <dsp:txXfrm rot="10800000">
        <a:off x="1231191" y="2946033"/>
        <a:ext cx="3198751" cy="755797"/>
      </dsp:txXfrm>
    </dsp:sp>
    <dsp:sp modelId="{A9D058FD-A2DC-4F1D-A67D-DCAB49583578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86237-DC5A-43A6-A545-5ED30F5B8D29}">
      <dsp:nvSpPr>
        <dsp:cNvPr id="0" name=""/>
        <dsp:cNvSpPr/>
      </dsp:nvSpPr>
      <dsp:spPr>
        <a:xfrm>
          <a:off x="0" y="262850"/>
          <a:ext cx="5106004" cy="1022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тотальний терор, масове знищення місцевого цивільного населення, військовополонених</a:t>
          </a:r>
          <a:endParaRPr lang="uk-UA" sz="1900" kern="1200"/>
        </a:p>
      </dsp:txBody>
      <dsp:txXfrm>
        <a:off x="49918" y="312768"/>
        <a:ext cx="5006168" cy="922744"/>
      </dsp:txXfrm>
    </dsp:sp>
    <dsp:sp modelId="{07E3DAD0-466D-4179-9096-51B828880842}">
      <dsp:nvSpPr>
        <dsp:cNvPr id="0" name=""/>
        <dsp:cNvSpPr/>
      </dsp:nvSpPr>
      <dsp:spPr>
        <a:xfrm>
          <a:off x="0" y="1340150"/>
          <a:ext cx="5106004" cy="1022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жорстка експлуатація населення та економічне пограбування (вивіз сировини, продовольства, матеріальних цінностей)</a:t>
          </a:r>
          <a:endParaRPr lang="uk-UA" sz="1900" kern="1200"/>
        </a:p>
      </dsp:txBody>
      <dsp:txXfrm>
        <a:off x="49918" y="1390068"/>
        <a:ext cx="5006168" cy="922744"/>
      </dsp:txXfrm>
    </dsp:sp>
    <dsp:sp modelId="{0A45A03E-8173-4020-BA72-430066F2E988}">
      <dsp:nvSpPr>
        <dsp:cNvPr id="0" name=""/>
        <dsp:cNvSpPr/>
      </dsp:nvSpPr>
      <dsp:spPr>
        <a:xfrm>
          <a:off x="0" y="2417450"/>
          <a:ext cx="5106004" cy="1022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повна ліквідація колгоспно-радгоспної системи, зрівняльний розподіл землі між селянами за трудовими нормами</a:t>
          </a:r>
          <a:endParaRPr lang="uk-UA" sz="1900" kern="1200"/>
        </a:p>
      </dsp:txBody>
      <dsp:txXfrm>
        <a:off x="49918" y="2467368"/>
        <a:ext cx="5006168" cy="922744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B8230-D623-429E-958D-6D4F827EDD70}">
      <dsp:nvSpPr>
        <dsp:cNvPr id="0" name=""/>
        <dsp:cNvSpPr/>
      </dsp:nvSpPr>
      <dsp:spPr>
        <a:xfrm>
          <a:off x="0" y="12020"/>
          <a:ext cx="509415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примусове вивезення на господарські роботи до Німеччини місцевого працездатного населення</a:t>
          </a:r>
          <a:endParaRPr lang="uk-UA" sz="2200" kern="1200"/>
        </a:p>
      </dsp:txBody>
      <dsp:txXfrm>
        <a:off x="57800" y="69820"/>
        <a:ext cx="4978554" cy="1068440"/>
      </dsp:txXfrm>
    </dsp:sp>
    <dsp:sp modelId="{999F60D2-6196-464C-B200-4DF213DB0332}">
      <dsp:nvSpPr>
        <dsp:cNvPr id="0" name=""/>
        <dsp:cNvSpPr/>
      </dsp:nvSpPr>
      <dsp:spPr>
        <a:xfrm>
          <a:off x="0" y="1259420"/>
          <a:ext cx="509415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відновлення та легалізація діяльності українських політичних партій несоціалістичної орієнтації</a:t>
          </a:r>
          <a:endParaRPr lang="uk-UA" sz="2200" kern="1200"/>
        </a:p>
      </dsp:txBody>
      <dsp:txXfrm>
        <a:off x="57800" y="1317220"/>
        <a:ext cx="4978554" cy="1068440"/>
      </dsp:txXfrm>
    </dsp:sp>
    <dsp:sp modelId="{7BA20337-CCD2-4C00-89B3-BFA60245C67A}">
      <dsp:nvSpPr>
        <dsp:cNvPr id="0" name=""/>
        <dsp:cNvSpPr/>
      </dsp:nvSpPr>
      <dsp:spPr>
        <a:xfrm>
          <a:off x="0" y="2506820"/>
          <a:ext cx="509415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шляхом тотальної мобілізації Української національної армії, союзниці Німеччини у війні</a:t>
          </a:r>
          <a:endParaRPr lang="uk-UA" sz="2200" kern="1200"/>
        </a:p>
      </dsp:txBody>
      <dsp:txXfrm>
        <a:off x="57800" y="2564620"/>
        <a:ext cx="4978554" cy="1068440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82BC4-D9E8-4D03-BC8A-DC1D7E5E8CAD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зазнала значних людських і матеріальних втрат.</a:t>
          </a:r>
          <a:endParaRPr lang="uk-UA" sz="2200" kern="1200"/>
        </a:p>
      </dsp:txBody>
      <dsp:txXfrm>
        <a:off x="41465" y="99025"/>
        <a:ext cx="5011224" cy="766490"/>
      </dsp:txXfrm>
    </dsp:sp>
    <dsp:sp modelId="{7F0FD6D0-20A7-4EAC-8D99-24C6957C084B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втратила суверенітет і незалежність.</a:t>
          </a:r>
          <a:endParaRPr lang="uk-UA" sz="2200" kern="1200"/>
        </a:p>
      </dsp:txBody>
      <dsp:txXfrm>
        <a:off x="41465" y="1011805"/>
        <a:ext cx="5011224" cy="766490"/>
      </dsp:txXfrm>
    </dsp:sp>
    <dsp:sp modelId="{2799C305-A22A-48D8-9CE1-FE6FA3FDCB3A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зазнала суттєвих територіальних втрат.</a:t>
          </a:r>
          <a:endParaRPr lang="uk-UA" sz="2200" kern="1200"/>
        </a:p>
      </dsp:txBody>
      <dsp:txXfrm>
        <a:off x="41465" y="1924585"/>
        <a:ext cx="5011224" cy="766490"/>
      </dsp:txXfrm>
    </dsp:sp>
    <dsp:sp modelId="{4F0B0AFC-D6EF-4610-836C-2757C112AFC8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втратила полікультурність і поліетнічність.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FD667-247D-4C99-A8FC-64107AF474DB}">
      <dsp:nvSpPr>
        <dsp:cNvPr id="0" name=""/>
        <dsp:cNvSpPr/>
      </dsp:nvSpPr>
      <dsp:spPr>
        <a:xfrm>
          <a:off x="0" y="1112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Закарпаття</a:t>
          </a:r>
          <a:endParaRPr lang="uk-UA" sz="3600" kern="1200"/>
        </a:p>
      </dsp:txBody>
      <dsp:txXfrm>
        <a:off x="41123" y="52243"/>
        <a:ext cx="5011908" cy="760154"/>
      </dsp:txXfrm>
    </dsp:sp>
    <dsp:sp modelId="{12059A03-068A-4D0B-B242-37F059BD207A}">
      <dsp:nvSpPr>
        <dsp:cNvPr id="0" name=""/>
        <dsp:cNvSpPr/>
      </dsp:nvSpPr>
      <dsp:spPr>
        <a:xfrm>
          <a:off x="0" y="95720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Східна Галичина</a:t>
          </a:r>
          <a:endParaRPr lang="uk-UA" sz="3600" kern="1200"/>
        </a:p>
      </dsp:txBody>
      <dsp:txXfrm>
        <a:off x="41123" y="998323"/>
        <a:ext cx="5011908" cy="760154"/>
      </dsp:txXfrm>
    </dsp:sp>
    <dsp:sp modelId="{85E356B3-97F0-49E6-89B7-AB1FB9707DDD}">
      <dsp:nvSpPr>
        <dsp:cNvPr id="0" name=""/>
        <dsp:cNvSpPr/>
      </dsp:nvSpPr>
      <dsp:spPr>
        <a:xfrm>
          <a:off x="0" y="190328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Крим</a:t>
          </a:r>
          <a:endParaRPr lang="uk-UA" sz="3600" kern="1200"/>
        </a:p>
      </dsp:txBody>
      <dsp:txXfrm>
        <a:off x="41123" y="1944403"/>
        <a:ext cx="5011908" cy="760154"/>
      </dsp:txXfrm>
    </dsp:sp>
    <dsp:sp modelId="{5676EE9C-4705-448E-83C4-F07FE7A360C9}">
      <dsp:nvSpPr>
        <dsp:cNvPr id="0" name=""/>
        <dsp:cNvSpPr/>
      </dsp:nvSpPr>
      <dsp:spPr>
        <a:xfrm>
          <a:off x="0" y="284936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Північна Буковина</a:t>
          </a:r>
          <a:endParaRPr lang="uk-UA" sz="3600" kern="1200"/>
        </a:p>
      </dsp:txBody>
      <dsp:txXfrm>
        <a:off x="41123" y="2890483"/>
        <a:ext cx="5011908" cy="760154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8FF892-808E-42A4-B8B9-A7AD828C4A3C}">
      <dsp:nvSpPr>
        <dsp:cNvPr id="0" name=""/>
        <dsp:cNvSpPr/>
      </dsp:nvSpPr>
      <dsp:spPr>
        <a:xfrm>
          <a:off x="0" y="62456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Польщі, Румунії, Чехословаччини.</a:t>
          </a:r>
          <a:endParaRPr lang="uk-UA" sz="2400" kern="1200"/>
        </a:p>
      </dsp:txBody>
      <dsp:txXfrm>
        <a:off x="27415" y="651975"/>
        <a:ext cx="5039324" cy="506769"/>
      </dsp:txXfrm>
    </dsp:sp>
    <dsp:sp modelId="{E156A05B-BD7E-461A-A1DC-B955F006E574}">
      <dsp:nvSpPr>
        <dsp:cNvPr id="0" name=""/>
        <dsp:cNvSpPr/>
      </dsp:nvSpPr>
      <dsp:spPr>
        <a:xfrm>
          <a:off x="0" y="125528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Чехословаччини, Литви, Румунії.</a:t>
          </a:r>
          <a:endParaRPr lang="uk-UA" sz="2400" kern="1200"/>
        </a:p>
      </dsp:txBody>
      <dsp:txXfrm>
        <a:off x="27415" y="1282695"/>
        <a:ext cx="5039324" cy="506769"/>
      </dsp:txXfrm>
    </dsp:sp>
    <dsp:sp modelId="{41CC8A86-FFAB-4DB4-AEC1-FB397059CB18}">
      <dsp:nvSpPr>
        <dsp:cNvPr id="0" name=""/>
        <dsp:cNvSpPr/>
      </dsp:nvSpPr>
      <dsp:spPr>
        <a:xfrm>
          <a:off x="0" y="188600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Німеччини, Польщі, Угорщини.</a:t>
          </a:r>
          <a:endParaRPr lang="uk-UA" sz="2400" kern="1200"/>
        </a:p>
      </dsp:txBody>
      <dsp:txXfrm>
        <a:off x="27415" y="1913415"/>
        <a:ext cx="5039324" cy="506769"/>
      </dsp:txXfrm>
    </dsp:sp>
    <dsp:sp modelId="{010004D1-9DA2-4FDA-905A-361E871E7CBA}">
      <dsp:nvSpPr>
        <dsp:cNvPr id="0" name=""/>
        <dsp:cNvSpPr/>
      </dsp:nvSpPr>
      <dsp:spPr>
        <a:xfrm>
          <a:off x="0" y="2516720"/>
          <a:ext cx="5094154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Литви, Німеччини, Угорщини</a:t>
          </a:r>
          <a:endParaRPr lang="uk-UA" sz="2400" kern="1200"/>
        </a:p>
      </dsp:txBody>
      <dsp:txXfrm>
        <a:off x="27415" y="2544135"/>
        <a:ext cx="5039324" cy="506769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65B1D-B544-4902-B613-88409824F775}">
      <dsp:nvSpPr>
        <dsp:cNvPr id="0" name=""/>
        <dsp:cNvSpPr/>
      </dsp:nvSpPr>
      <dsp:spPr>
        <a:xfrm>
          <a:off x="0" y="453155"/>
          <a:ext cx="5106004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депортації кримських татар та інших народів.</a:t>
          </a:r>
          <a:endParaRPr lang="uk-UA" sz="2300" kern="1200"/>
        </a:p>
      </dsp:txBody>
      <dsp:txXfrm>
        <a:off x="43350" y="496505"/>
        <a:ext cx="5019304" cy="801330"/>
      </dsp:txXfrm>
    </dsp:sp>
    <dsp:sp modelId="{367397D2-2D34-444F-8BBD-92C7CA9846DE}">
      <dsp:nvSpPr>
        <dsp:cNvPr id="0" name=""/>
        <dsp:cNvSpPr/>
      </dsp:nvSpPr>
      <dsp:spPr>
        <a:xfrm>
          <a:off x="0" y="1407425"/>
          <a:ext cx="5106004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об’єднанню в межах УРСР більшості етнічних українських земель.</a:t>
          </a:r>
          <a:endParaRPr lang="uk-UA" sz="2300" kern="1200"/>
        </a:p>
      </dsp:txBody>
      <dsp:txXfrm>
        <a:off x="43350" y="1450775"/>
        <a:ext cx="5019304" cy="801330"/>
      </dsp:txXfrm>
    </dsp:sp>
    <dsp:sp modelId="{207F5953-AD3C-4B68-8DBD-BFF600403074}">
      <dsp:nvSpPr>
        <dsp:cNvPr id="0" name=""/>
        <dsp:cNvSpPr/>
      </dsp:nvSpPr>
      <dsp:spPr>
        <a:xfrm>
          <a:off x="0" y="2361695"/>
          <a:ext cx="5106004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вигнанню німецьких військ та їхніх союзників з території УРСР.</a:t>
          </a:r>
          <a:endParaRPr lang="uk-UA" sz="2300" kern="1200"/>
        </a:p>
      </dsp:txBody>
      <dsp:txXfrm>
        <a:off x="43350" y="2405045"/>
        <a:ext cx="5019304" cy="80133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BBC54-0026-48F8-8032-3F0A48CB8E2F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участі УРСР у створенні Організації Об’єднаних Націй (ООН).</a:t>
          </a:r>
          <a:endParaRPr lang="uk-UA" sz="2200" kern="1200"/>
        </a:p>
      </dsp:txBody>
      <dsp:txXfrm>
        <a:off x="41465" y="99025"/>
        <a:ext cx="5011224" cy="766490"/>
      </dsp:txXfrm>
    </dsp:sp>
    <dsp:sp modelId="{2A1ECE89-418D-4713-976D-0CD539180E8F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відбудові економіки УРСР.</a:t>
          </a:r>
          <a:endParaRPr lang="uk-UA" sz="2200" kern="1200"/>
        </a:p>
      </dsp:txBody>
      <dsp:txXfrm>
        <a:off x="41465" y="1011805"/>
        <a:ext cx="5011224" cy="766490"/>
      </dsp:txXfrm>
    </dsp:sp>
    <dsp:sp modelId="{238A02B1-2F8A-4C62-BD81-EE980D497718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розгортанню збройної боротьби за незалежність України.</a:t>
          </a:r>
          <a:endParaRPr lang="uk-UA" sz="2200" kern="1200"/>
        </a:p>
      </dsp:txBody>
      <dsp:txXfrm>
        <a:off x="41465" y="1924585"/>
        <a:ext cx="5011224" cy="766490"/>
      </dsp:txXfrm>
    </dsp:sp>
    <dsp:sp modelId="{5E4ADE7E-9237-42D2-9288-B8A539E2E604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загостренню україно-польського протистояння на Волині.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465F5-31C9-4C78-9DDA-3C91A96F8EEC}">
      <dsp:nvSpPr>
        <dsp:cNvPr id="0" name=""/>
        <dsp:cNvSpPr/>
      </dsp:nvSpPr>
      <dsp:spPr>
        <a:xfrm>
          <a:off x="0" y="120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лібералізація та демократизація суспільно-політичного життя в Українській РСР</a:t>
          </a:r>
          <a:endParaRPr lang="uk-UA" sz="2200" kern="1200"/>
        </a:p>
      </dsp:txBody>
      <dsp:txXfrm>
        <a:off x="57800" y="69820"/>
        <a:ext cx="4990404" cy="1068440"/>
      </dsp:txXfrm>
    </dsp:sp>
    <dsp:sp modelId="{12C870D4-DF05-4A9D-A476-2F7C61111037}">
      <dsp:nvSpPr>
        <dsp:cNvPr id="0" name=""/>
        <dsp:cNvSpPr/>
      </dsp:nvSpPr>
      <dsp:spPr>
        <a:xfrm>
          <a:off x="0" y="12594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зростання автономістських настроїв у партійно-радянському керівництві Української РСР</a:t>
          </a:r>
          <a:endParaRPr lang="uk-UA" sz="2200" kern="1200"/>
        </a:p>
      </dsp:txBody>
      <dsp:txXfrm>
        <a:off x="57800" y="1317220"/>
        <a:ext cx="4990404" cy="1068440"/>
      </dsp:txXfrm>
    </dsp:sp>
    <dsp:sp modelId="{CC347931-37CF-40BF-8370-A11390A756D0}">
      <dsp:nvSpPr>
        <dsp:cNvPr id="0" name=""/>
        <dsp:cNvSpPr/>
      </dsp:nvSpPr>
      <dsp:spPr>
        <a:xfrm>
          <a:off x="0" y="2506820"/>
          <a:ext cx="5106004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об’єднання основного масиву українських етнічних земель у межах однієї держави</a:t>
          </a:r>
          <a:endParaRPr lang="uk-UA" sz="2200" kern="1200"/>
        </a:p>
      </dsp:txBody>
      <dsp:txXfrm>
        <a:off x="57800" y="2564620"/>
        <a:ext cx="4990404" cy="1068440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FDC17-77F1-4F88-A968-5FDDA47CA2BD}">
      <dsp:nvSpPr>
        <dsp:cNvPr id="0" name=""/>
        <dsp:cNvSpPr/>
      </dsp:nvSpPr>
      <dsp:spPr>
        <a:xfrm>
          <a:off x="0" y="103979"/>
          <a:ext cx="5094154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припинення бойових дій загонів УПА та діяльності підпілля ОУН</a:t>
          </a:r>
          <a:endParaRPr lang="uk-UA" sz="1800" kern="1200"/>
        </a:p>
      </dsp:txBody>
      <dsp:txXfrm>
        <a:off x="47709" y="151688"/>
        <a:ext cx="4998736" cy="881897"/>
      </dsp:txXfrm>
    </dsp:sp>
    <dsp:sp modelId="{9C97E875-ECF2-40F7-83A9-C95F46297833}">
      <dsp:nvSpPr>
        <dsp:cNvPr id="0" name=""/>
        <dsp:cNvSpPr/>
      </dsp:nvSpPr>
      <dsp:spPr>
        <a:xfrm>
          <a:off x="0" y="1133134"/>
          <a:ext cx="5094154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вихід республіки на міжнародну арену, вступ до Організації Об’єднаних Націй</a:t>
          </a:r>
          <a:endParaRPr lang="uk-UA" sz="1800" kern="1200"/>
        </a:p>
      </dsp:txBody>
      <dsp:txXfrm>
        <a:off x="47709" y="1180843"/>
        <a:ext cx="4998736" cy="881897"/>
      </dsp:txXfrm>
    </dsp:sp>
    <dsp:sp modelId="{463AA5AE-9527-42F5-BF46-373C01EADC2F}">
      <dsp:nvSpPr>
        <dsp:cNvPr id="0" name=""/>
        <dsp:cNvSpPr/>
      </dsp:nvSpPr>
      <dsp:spPr>
        <a:xfrm>
          <a:off x="0" y="2162290"/>
          <a:ext cx="5094154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чисельні людські втрати та матеріальні збитки народного господарства Української РСР</a:t>
          </a:r>
          <a:endParaRPr lang="uk-UA" sz="1800" kern="1200"/>
        </a:p>
      </dsp:txBody>
      <dsp:txXfrm>
        <a:off x="47709" y="2209999"/>
        <a:ext cx="4998736" cy="881897"/>
      </dsp:txXfrm>
    </dsp:sp>
    <dsp:sp modelId="{94C70294-E5C1-43CA-ABF1-34409ADB922A}">
      <dsp:nvSpPr>
        <dsp:cNvPr id="0" name=""/>
        <dsp:cNvSpPr/>
      </dsp:nvSpPr>
      <dsp:spPr>
        <a:xfrm>
          <a:off x="0" y="3191446"/>
          <a:ext cx="5094154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надання Українській РСР статусу союзної республіки у складі Радянського Союзу</a:t>
          </a:r>
          <a:endParaRPr lang="uk-UA" sz="1800" kern="1200"/>
        </a:p>
      </dsp:txBody>
      <dsp:txXfrm>
        <a:off x="47709" y="3239155"/>
        <a:ext cx="4998736" cy="88189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54D46-5F20-4A91-B934-A7A110D5C602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Буковину</a:t>
          </a:r>
          <a:endParaRPr lang="uk-UA" sz="3000" kern="1200"/>
        </a:p>
      </dsp:txBody>
      <dsp:txXfrm rot="10800000">
        <a:off x="1231159" y="1476"/>
        <a:ext cx="3198668" cy="755777"/>
      </dsp:txXfrm>
    </dsp:sp>
    <dsp:sp modelId="{D3A4590C-E307-42D1-B4B1-59F1BCF54980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68B41-38FE-4C01-8B09-B95693A8EC4B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Закарпаття</a:t>
          </a:r>
          <a:endParaRPr lang="uk-UA" sz="3000" kern="1200"/>
        </a:p>
      </dsp:txBody>
      <dsp:txXfrm rot="10800000">
        <a:off x="1231159" y="982859"/>
        <a:ext cx="3198668" cy="755777"/>
      </dsp:txXfrm>
    </dsp:sp>
    <dsp:sp modelId="{095F11DA-A773-465A-A2AB-AC250A991F4A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DC30B-75E1-4CD8-BC36-D1E5C3DB13F4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Галичину</a:t>
          </a:r>
          <a:endParaRPr lang="uk-UA" sz="3000" kern="1200"/>
        </a:p>
      </dsp:txBody>
      <dsp:txXfrm rot="10800000">
        <a:off x="1231159" y="1964243"/>
        <a:ext cx="3198668" cy="755777"/>
      </dsp:txXfrm>
    </dsp:sp>
    <dsp:sp modelId="{48B57F76-6AAC-411E-AE0D-CCF422CC232C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F0F0F-CFA5-40C7-9145-B10C5CD1D5AD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Волинь</a:t>
          </a:r>
          <a:endParaRPr lang="uk-UA" sz="3000" kern="1200"/>
        </a:p>
      </dsp:txBody>
      <dsp:txXfrm rot="10800000">
        <a:off x="1231159" y="2945626"/>
        <a:ext cx="3198668" cy="755777"/>
      </dsp:txXfrm>
    </dsp:sp>
    <dsp:sp modelId="{B59A2A55-60CB-48C4-820A-53DFD9C06B97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5FC5E-4F43-4719-A450-D71B487AB566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9 травня 1945 р.</a:t>
          </a:r>
          <a:endParaRPr lang="uk-UA" sz="2100" kern="1200"/>
        </a:p>
      </dsp:txBody>
      <dsp:txXfrm rot="10800000">
        <a:off x="1231159" y="1476"/>
        <a:ext cx="3198668" cy="755777"/>
      </dsp:txXfrm>
    </dsp:sp>
    <dsp:sp modelId="{1A0B0BB8-725D-4BC2-900F-F0FAC766588E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6206F-F324-41ED-9D99-4ED24AD3AB4C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26 червня 1945 р.</a:t>
          </a:r>
          <a:endParaRPr lang="uk-UA" sz="2100" kern="1200"/>
        </a:p>
      </dsp:txBody>
      <dsp:txXfrm rot="10800000">
        <a:off x="1231159" y="982859"/>
        <a:ext cx="3198668" cy="755777"/>
      </dsp:txXfrm>
    </dsp:sp>
    <dsp:sp modelId="{54FC2814-9C77-49D7-8E62-DF7E89E3D5E8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5B5DB-DD5B-40E5-8416-FEE300CC5BCA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16 серпня 1945 р.</a:t>
          </a:r>
          <a:endParaRPr lang="uk-UA" sz="2100" kern="1200"/>
        </a:p>
      </dsp:txBody>
      <dsp:txXfrm rot="10800000">
        <a:off x="1231159" y="1964243"/>
        <a:ext cx="3198668" cy="755777"/>
      </dsp:txXfrm>
    </dsp:sp>
    <dsp:sp modelId="{9163E63D-DCFA-4322-ABBE-1513DD6396B8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0221C-0986-4F9F-859D-B8A426E98218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2 вересня 1945 р.</a:t>
          </a:r>
          <a:br>
            <a:rPr lang="ru-RU" sz="2100" kern="1200"/>
          </a:br>
          <a:endParaRPr lang="uk-UA" sz="2100" kern="1200"/>
        </a:p>
      </dsp:txBody>
      <dsp:txXfrm rot="10800000">
        <a:off x="1231159" y="2945626"/>
        <a:ext cx="3198668" cy="755777"/>
      </dsp:txXfrm>
    </dsp:sp>
    <dsp:sp modelId="{58EFBBBF-9566-412A-A558-C4703DF748C3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F40C7-3FBD-429F-BDB5-59A7D7534AF0}">
      <dsp:nvSpPr>
        <dsp:cNvPr id="0" name=""/>
        <dsp:cNvSpPr/>
      </dsp:nvSpPr>
      <dsp:spPr>
        <a:xfrm>
          <a:off x="695636" y="0"/>
          <a:ext cx="3702881" cy="370288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C6485-7B1F-40CA-8283-D82E770C4D28}">
      <dsp:nvSpPr>
        <dsp:cNvPr id="0" name=""/>
        <dsp:cNvSpPr/>
      </dsp:nvSpPr>
      <dsp:spPr>
        <a:xfrm>
          <a:off x="1047410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1939 р.</a:t>
          </a:r>
          <a:endParaRPr lang="uk-UA" sz="3700" kern="1200"/>
        </a:p>
      </dsp:txBody>
      <dsp:txXfrm>
        <a:off x="1117906" y="422269"/>
        <a:ext cx="1303131" cy="1303131"/>
      </dsp:txXfrm>
    </dsp:sp>
    <dsp:sp modelId="{D74167FE-1434-43D9-B706-39C525BDDD10}">
      <dsp:nvSpPr>
        <dsp:cNvPr id="0" name=""/>
        <dsp:cNvSpPr/>
      </dsp:nvSpPr>
      <dsp:spPr>
        <a:xfrm>
          <a:off x="2602620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1940 р.</a:t>
          </a:r>
          <a:endParaRPr lang="uk-UA" sz="3700" kern="1200"/>
        </a:p>
      </dsp:txBody>
      <dsp:txXfrm>
        <a:off x="2673116" y="422269"/>
        <a:ext cx="1303131" cy="1303131"/>
      </dsp:txXfrm>
    </dsp:sp>
    <dsp:sp modelId="{C05BC2F8-A9E4-40B6-AA48-76AB9D6F70B1}">
      <dsp:nvSpPr>
        <dsp:cNvPr id="0" name=""/>
        <dsp:cNvSpPr/>
      </dsp:nvSpPr>
      <dsp:spPr>
        <a:xfrm>
          <a:off x="1047410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1945 р.</a:t>
          </a:r>
          <a:endParaRPr lang="uk-UA" sz="3700" kern="1200"/>
        </a:p>
      </dsp:txBody>
      <dsp:txXfrm>
        <a:off x="1117906" y="1977479"/>
        <a:ext cx="1303131" cy="1303131"/>
      </dsp:txXfrm>
    </dsp:sp>
    <dsp:sp modelId="{9CD09EBA-B01F-4536-9D15-49869EEF2311}">
      <dsp:nvSpPr>
        <dsp:cNvPr id="0" name=""/>
        <dsp:cNvSpPr/>
      </dsp:nvSpPr>
      <dsp:spPr>
        <a:xfrm>
          <a:off x="2602620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1953 р.</a:t>
          </a:r>
          <a:endParaRPr lang="uk-UA" sz="3700" kern="1200"/>
        </a:p>
      </dsp:txBody>
      <dsp:txXfrm>
        <a:off x="2673116" y="1977479"/>
        <a:ext cx="1303131" cy="1303131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4116C-9A84-45D4-829C-E20D7BC10C9A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Італії.</a:t>
          </a:r>
          <a:endParaRPr lang="uk-UA" sz="2900" kern="1200"/>
        </a:p>
      </dsp:txBody>
      <dsp:txXfrm rot="10800000">
        <a:off x="1231159" y="1476"/>
        <a:ext cx="3198668" cy="755777"/>
      </dsp:txXfrm>
    </dsp:sp>
    <dsp:sp modelId="{C26EF2F0-AADC-4EC2-9C5C-427B4A8AD063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9E0DE-BA35-4EA1-8163-6D912A0DF36C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Японії.</a:t>
          </a:r>
          <a:endParaRPr lang="uk-UA" sz="2900" kern="1200"/>
        </a:p>
      </dsp:txBody>
      <dsp:txXfrm rot="10800000">
        <a:off x="1231159" y="982859"/>
        <a:ext cx="3198668" cy="755777"/>
      </dsp:txXfrm>
    </dsp:sp>
    <dsp:sp modelId="{49E92F7D-CBA3-489E-B59A-FF0696DE6EDB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615BC-165D-4673-9271-A06E3E934CFA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Угорщини.</a:t>
          </a:r>
          <a:endParaRPr lang="uk-UA" sz="2900" kern="1200"/>
        </a:p>
      </dsp:txBody>
      <dsp:txXfrm rot="10800000">
        <a:off x="1231159" y="1964243"/>
        <a:ext cx="3198668" cy="755777"/>
      </dsp:txXfrm>
    </dsp:sp>
    <dsp:sp modelId="{2369BB26-B945-4F2D-B660-38A7FCC62200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AB8F5-91FE-4036-A193-B3B1E49956E7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Німеччини.</a:t>
          </a:r>
          <a:endParaRPr lang="uk-UA" sz="2900" kern="1200"/>
        </a:p>
      </dsp:txBody>
      <dsp:txXfrm rot="10800000">
        <a:off x="1231159" y="2945626"/>
        <a:ext cx="3198668" cy="755777"/>
      </dsp:txXfrm>
    </dsp:sp>
    <dsp:sp modelId="{D405722C-3945-402A-96F7-DB2D575FE830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43D049-00C2-42F0-9267-58870CAFBC8F}">
      <dsp:nvSpPr>
        <dsp:cNvPr id="0" name=""/>
        <dsp:cNvSpPr/>
      </dsp:nvSpPr>
      <dsp:spPr>
        <a:xfrm>
          <a:off x="0" y="51125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відновлення Української Держави.</a:t>
          </a:r>
          <a:endParaRPr lang="uk-UA" sz="2200" kern="1200"/>
        </a:p>
      </dsp:txBody>
      <dsp:txXfrm>
        <a:off x="41622" y="92747"/>
        <a:ext cx="5010910" cy="769393"/>
      </dsp:txXfrm>
    </dsp:sp>
    <dsp:sp modelId="{B21A42FD-B868-41D7-BB88-59649ED36D24}">
      <dsp:nvSpPr>
        <dsp:cNvPr id="0" name=""/>
        <dsp:cNvSpPr/>
      </dsp:nvSpPr>
      <dsp:spPr>
        <a:xfrm>
          <a:off x="0" y="967122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Організації Об'єднаних Націй.</a:t>
          </a:r>
          <a:endParaRPr lang="uk-UA" sz="2200" kern="1200"/>
        </a:p>
      </dsp:txBody>
      <dsp:txXfrm>
        <a:off x="41622" y="1008744"/>
        <a:ext cx="5010910" cy="769393"/>
      </dsp:txXfrm>
    </dsp:sp>
    <dsp:sp modelId="{AB869826-3940-4A3C-8B5B-FA1717383A42}">
      <dsp:nvSpPr>
        <dsp:cNvPr id="0" name=""/>
        <dsp:cNvSpPr/>
      </dsp:nvSpPr>
      <dsp:spPr>
        <a:xfrm>
          <a:off x="0" y="1883120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завершення Другої світової війни.</a:t>
          </a:r>
          <a:endParaRPr lang="uk-UA" sz="2200" kern="1200"/>
        </a:p>
      </dsp:txBody>
      <dsp:txXfrm>
        <a:off x="41622" y="1924742"/>
        <a:ext cx="5010910" cy="769393"/>
      </dsp:txXfrm>
    </dsp:sp>
    <dsp:sp modelId="{C970ED11-23C3-4426-932D-BF58AC134CA1}">
      <dsp:nvSpPr>
        <dsp:cNvPr id="0" name=""/>
        <dsp:cNvSpPr/>
      </dsp:nvSpPr>
      <dsp:spPr>
        <a:xfrm>
          <a:off x="0" y="2799118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початок «холодної війни».</a:t>
          </a:r>
          <a:endParaRPr lang="uk-UA" sz="2200" kern="1200"/>
        </a:p>
      </dsp:txBody>
      <dsp:txXfrm>
        <a:off x="41622" y="2840740"/>
        <a:ext cx="5010910" cy="769393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0469E-2DE2-42FA-96A9-58DCB5D3A221}">
      <dsp:nvSpPr>
        <dsp:cNvPr id="0" name=""/>
        <dsp:cNvSpPr/>
      </dsp:nvSpPr>
      <dsp:spPr>
        <a:xfrm>
          <a:off x="0" y="51125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проведенням операції «Вісла».</a:t>
          </a:r>
          <a:endParaRPr lang="uk-UA" sz="2200" kern="1200"/>
        </a:p>
      </dsp:txBody>
      <dsp:txXfrm>
        <a:off x="41622" y="92747"/>
        <a:ext cx="5010910" cy="769393"/>
      </dsp:txXfrm>
    </dsp:sp>
    <dsp:sp modelId="{5CC7E5D7-75DE-49ED-A30B-B23FA5BE9F7C}">
      <dsp:nvSpPr>
        <dsp:cNvPr id="0" name=""/>
        <dsp:cNvSpPr/>
      </dsp:nvSpPr>
      <dsp:spPr>
        <a:xfrm>
          <a:off x="0" y="967122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включенням до її складу Закарпаття.</a:t>
          </a:r>
          <a:endParaRPr lang="uk-UA" sz="2200" kern="1200"/>
        </a:p>
      </dsp:txBody>
      <dsp:txXfrm>
        <a:off x="41622" y="1008744"/>
        <a:ext cx="5010910" cy="769393"/>
      </dsp:txXfrm>
    </dsp:sp>
    <dsp:sp modelId="{CEB02CAC-7F96-4557-97B1-3266EC04B244}">
      <dsp:nvSpPr>
        <dsp:cNvPr id="0" name=""/>
        <dsp:cNvSpPr/>
      </dsp:nvSpPr>
      <dsp:spPr>
        <a:xfrm>
          <a:off x="0" y="1883120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скасуванням карткової системи розподілу продуктів.</a:t>
          </a:r>
          <a:endParaRPr lang="uk-UA" sz="2200" kern="1200"/>
        </a:p>
      </dsp:txBody>
      <dsp:txXfrm>
        <a:off x="41622" y="1924742"/>
        <a:ext cx="5010910" cy="769393"/>
      </dsp:txXfrm>
    </dsp:sp>
    <dsp:sp modelId="{2CB2979C-EA88-4872-8367-43F8B4903981}">
      <dsp:nvSpPr>
        <dsp:cNvPr id="0" name=""/>
        <dsp:cNvSpPr/>
      </dsp:nvSpPr>
      <dsp:spPr>
        <a:xfrm>
          <a:off x="0" y="2799118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розгортанням кампанії боротьби з «безрідним космополітизмом».</a:t>
          </a:r>
          <a:endParaRPr lang="uk-UA" sz="2200" kern="1200"/>
        </a:p>
      </dsp:txBody>
      <dsp:txXfrm>
        <a:off x="41622" y="2840740"/>
        <a:ext cx="5010910" cy="769393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638521-E98A-4FB3-9C40-E7A4A769F507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статусу члена-засновниці Організації Об’єднаних Націй.</a:t>
          </a:r>
          <a:endParaRPr lang="uk-UA" sz="2200" kern="1200"/>
        </a:p>
      </dsp:txBody>
      <dsp:txXfrm>
        <a:off x="41465" y="99025"/>
        <a:ext cx="5011224" cy="766490"/>
      </dsp:txXfrm>
    </dsp:sp>
    <dsp:sp modelId="{3EEE82BA-38F0-4456-92E6-0F7BCEE4B144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права добровільного виходу зі складу Радянського Союзу.</a:t>
          </a:r>
          <a:endParaRPr lang="uk-UA" sz="2200" kern="1200"/>
        </a:p>
      </dsp:txBody>
      <dsp:txXfrm>
        <a:off x="41465" y="1011805"/>
        <a:ext cx="5011224" cy="766490"/>
      </dsp:txXfrm>
    </dsp:sp>
    <dsp:sp modelId="{E745C1F4-D6D7-420F-9595-ADFC1F60A0D4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фінансової та технічної допомоги за «планом Маршалла».</a:t>
          </a:r>
          <a:endParaRPr lang="uk-UA" sz="2200" kern="1200"/>
        </a:p>
      </dsp:txBody>
      <dsp:txXfrm>
        <a:off x="41465" y="1924585"/>
        <a:ext cx="5011224" cy="766490"/>
      </dsp:txXfrm>
    </dsp:sp>
    <dsp:sp modelId="{5FBCB29E-765E-471B-9832-7CFF6B949F83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гарантій нейтралітету державами Антигітлерівської коаліції.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4163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494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615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5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537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880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357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2917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680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39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8678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2187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2110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089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6780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7947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380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D6B7A-B8E5-4730-836C-928D33EF2936}" type="datetimeFigureOut">
              <a:rPr lang="uk-UA" smtClean="0"/>
              <a:t>09.03.2025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0B154-9479-49ED-8996-8F1C86A52D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88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Layout" Target="../diagrams/layout10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diagramData" Target="../diagrams/data10.xml"/><Relationship Id="rId2" Type="http://schemas.openxmlformats.org/officeDocument/2006/relationships/diagramData" Target="../diagrams/data8.xml"/><Relationship Id="rId16" Type="http://schemas.microsoft.com/office/2007/relationships/diagramDrawing" Target="../diagrams/drawing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5" Type="http://schemas.openxmlformats.org/officeDocument/2006/relationships/diagramColors" Target="../diagrams/colors10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4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20.jpe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8.xml"/><Relationship Id="rId3" Type="http://schemas.openxmlformats.org/officeDocument/2006/relationships/diagramLayout" Target="../diagrams/layout27.xml"/><Relationship Id="rId7" Type="http://schemas.openxmlformats.org/officeDocument/2006/relationships/diagramData" Target="../diagrams/data28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11" Type="http://schemas.microsoft.com/office/2007/relationships/diagramDrawing" Target="../diagrams/drawing28.xml"/><Relationship Id="rId5" Type="http://schemas.openxmlformats.org/officeDocument/2006/relationships/diagramColors" Target="../diagrams/colors27.xml"/><Relationship Id="rId10" Type="http://schemas.openxmlformats.org/officeDocument/2006/relationships/diagramColors" Target="../diagrams/colors28.xml"/><Relationship Id="rId4" Type="http://schemas.openxmlformats.org/officeDocument/2006/relationships/diagramQuickStyle" Target="../diagrams/quickStyle27.xml"/><Relationship Id="rId9" Type="http://schemas.openxmlformats.org/officeDocument/2006/relationships/diagramQuickStyle" Target="../diagrams/quickStyl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4.xml"/><Relationship Id="rId3" Type="http://schemas.openxmlformats.org/officeDocument/2006/relationships/diagramLayout" Target="../diagrams/layout33.xml"/><Relationship Id="rId7" Type="http://schemas.openxmlformats.org/officeDocument/2006/relationships/diagramData" Target="../diagrams/data34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11" Type="http://schemas.microsoft.com/office/2007/relationships/diagramDrawing" Target="../diagrams/drawing34.xml"/><Relationship Id="rId5" Type="http://schemas.openxmlformats.org/officeDocument/2006/relationships/diagramColors" Target="../diagrams/colors33.xml"/><Relationship Id="rId10" Type="http://schemas.openxmlformats.org/officeDocument/2006/relationships/diagramColors" Target="../diagrams/colors34.xml"/><Relationship Id="rId4" Type="http://schemas.openxmlformats.org/officeDocument/2006/relationships/diagramQuickStyle" Target="../diagrams/quickStyle33.xml"/><Relationship Id="rId9" Type="http://schemas.openxmlformats.org/officeDocument/2006/relationships/diagramQuickStyle" Target="../diagrams/quickStyl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7.xml"/><Relationship Id="rId3" Type="http://schemas.openxmlformats.org/officeDocument/2006/relationships/diagramLayout" Target="../diagrams/layout36.xml"/><Relationship Id="rId7" Type="http://schemas.openxmlformats.org/officeDocument/2006/relationships/diagramData" Target="../diagrams/data37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5" Type="http://schemas.openxmlformats.org/officeDocument/2006/relationships/diagramColors" Target="../diagrams/colors36.xml"/><Relationship Id="rId10" Type="http://schemas.openxmlformats.org/officeDocument/2006/relationships/diagramColors" Target="../diagrams/colors37.xml"/><Relationship Id="rId4" Type="http://schemas.openxmlformats.org/officeDocument/2006/relationships/diagramQuickStyle" Target="../diagrams/quickStyle36.xml"/><Relationship Id="rId9" Type="http://schemas.openxmlformats.org/officeDocument/2006/relationships/diagramQuickStyle" Target="../diagrams/quickStyle3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9.xml"/><Relationship Id="rId3" Type="http://schemas.openxmlformats.org/officeDocument/2006/relationships/diagramLayout" Target="../diagrams/layout38.xml"/><Relationship Id="rId7" Type="http://schemas.openxmlformats.org/officeDocument/2006/relationships/diagramData" Target="../diagrams/data39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11" Type="http://schemas.microsoft.com/office/2007/relationships/diagramDrawing" Target="../diagrams/drawing39.xml"/><Relationship Id="rId5" Type="http://schemas.openxmlformats.org/officeDocument/2006/relationships/diagramColors" Target="../diagrams/colors38.xml"/><Relationship Id="rId10" Type="http://schemas.openxmlformats.org/officeDocument/2006/relationships/diagramColors" Target="../diagrams/colors39.xml"/><Relationship Id="rId4" Type="http://schemas.openxmlformats.org/officeDocument/2006/relationships/diagramQuickStyle" Target="../diagrams/quickStyle38.xml"/><Relationship Id="rId9" Type="http://schemas.openxmlformats.org/officeDocument/2006/relationships/diagramQuickStyle" Target="../diagrams/quickStyle3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7" Type="http://schemas.openxmlformats.org/officeDocument/2006/relationships/image" Target="../media/image24.jpeg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2.xml"/><Relationship Id="rId3" Type="http://schemas.openxmlformats.org/officeDocument/2006/relationships/diagramLayout" Target="../diagrams/layout41.xml"/><Relationship Id="rId7" Type="http://schemas.openxmlformats.org/officeDocument/2006/relationships/diagramData" Target="../diagrams/data42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11" Type="http://schemas.microsoft.com/office/2007/relationships/diagramDrawing" Target="../diagrams/drawing42.xml"/><Relationship Id="rId5" Type="http://schemas.openxmlformats.org/officeDocument/2006/relationships/diagramColors" Target="../diagrams/colors41.xml"/><Relationship Id="rId10" Type="http://schemas.openxmlformats.org/officeDocument/2006/relationships/diagramColors" Target="../diagrams/colors42.xml"/><Relationship Id="rId4" Type="http://schemas.openxmlformats.org/officeDocument/2006/relationships/diagramQuickStyle" Target="../diagrams/quickStyle41.xml"/><Relationship Id="rId9" Type="http://schemas.openxmlformats.org/officeDocument/2006/relationships/diagramQuickStyle" Target="../diagrams/quickStyle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7" Type="http://schemas.openxmlformats.org/officeDocument/2006/relationships/image" Target="../media/image33.jpeg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7" Type="http://schemas.openxmlformats.org/officeDocument/2006/relationships/image" Target="../media/image34.png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6.xml"/><Relationship Id="rId3" Type="http://schemas.openxmlformats.org/officeDocument/2006/relationships/diagramLayout" Target="../diagrams/layout55.xml"/><Relationship Id="rId7" Type="http://schemas.openxmlformats.org/officeDocument/2006/relationships/diagramData" Target="../diagrams/data56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11" Type="http://schemas.microsoft.com/office/2007/relationships/diagramDrawing" Target="../diagrams/drawing56.xml"/><Relationship Id="rId5" Type="http://schemas.openxmlformats.org/officeDocument/2006/relationships/diagramColors" Target="../diagrams/colors55.xml"/><Relationship Id="rId10" Type="http://schemas.openxmlformats.org/officeDocument/2006/relationships/diagramColors" Target="../diagrams/colors56.xml"/><Relationship Id="rId4" Type="http://schemas.openxmlformats.org/officeDocument/2006/relationships/diagramQuickStyle" Target="../diagrams/quickStyle55.xml"/><Relationship Id="rId9" Type="http://schemas.openxmlformats.org/officeDocument/2006/relationships/diagramQuickStyle" Target="../diagrams/quickStyle5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9.xml"/><Relationship Id="rId3" Type="http://schemas.openxmlformats.org/officeDocument/2006/relationships/diagramLayout" Target="../diagrams/layout58.xml"/><Relationship Id="rId7" Type="http://schemas.openxmlformats.org/officeDocument/2006/relationships/diagramData" Target="../diagrams/data59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11" Type="http://schemas.microsoft.com/office/2007/relationships/diagramDrawing" Target="../diagrams/drawing59.xml"/><Relationship Id="rId5" Type="http://schemas.openxmlformats.org/officeDocument/2006/relationships/diagramColors" Target="../diagrams/colors58.xml"/><Relationship Id="rId10" Type="http://schemas.openxmlformats.org/officeDocument/2006/relationships/diagramColors" Target="../diagrams/colors59.xml"/><Relationship Id="rId4" Type="http://schemas.openxmlformats.org/officeDocument/2006/relationships/diagramQuickStyle" Target="../diagrams/quickStyle58.xml"/><Relationship Id="rId9" Type="http://schemas.openxmlformats.org/officeDocument/2006/relationships/diagramQuickStyle" Target="../diagrams/quickStyle5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4.xml"/><Relationship Id="rId3" Type="http://schemas.openxmlformats.org/officeDocument/2006/relationships/diagramLayout" Target="../diagrams/layout63.xml"/><Relationship Id="rId7" Type="http://schemas.openxmlformats.org/officeDocument/2006/relationships/diagramData" Target="../diagrams/data64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11" Type="http://schemas.microsoft.com/office/2007/relationships/diagramDrawing" Target="../diagrams/drawing64.xml"/><Relationship Id="rId5" Type="http://schemas.openxmlformats.org/officeDocument/2006/relationships/diagramColors" Target="../diagrams/colors63.xml"/><Relationship Id="rId10" Type="http://schemas.openxmlformats.org/officeDocument/2006/relationships/diagramColors" Target="../diagrams/colors64.xml"/><Relationship Id="rId4" Type="http://schemas.openxmlformats.org/officeDocument/2006/relationships/diagramQuickStyle" Target="../diagrams/quickStyle63.xml"/><Relationship Id="rId9" Type="http://schemas.openxmlformats.org/officeDocument/2006/relationships/diagramQuickStyle" Target="../diagrams/quickStyle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6.xml"/><Relationship Id="rId3" Type="http://schemas.openxmlformats.org/officeDocument/2006/relationships/diagramLayout" Target="../diagrams/layout65.xml"/><Relationship Id="rId7" Type="http://schemas.openxmlformats.org/officeDocument/2006/relationships/diagramData" Target="../diagrams/data66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11" Type="http://schemas.microsoft.com/office/2007/relationships/diagramDrawing" Target="../diagrams/drawing66.xml"/><Relationship Id="rId5" Type="http://schemas.openxmlformats.org/officeDocument/2006/relationships/diagramColors" Target="../diagrams/colors65.xml"/><Relationship Id="rId10" Type="http://schemas.openxmlformats.org/officeDocument/2006/relationships/diagramColors" Target="../diagrams/colors66.xml"/><Relationship Id="rId4" Type="http://schemas.openxmlformats.org/officeDocument/2006/relationships/diagramQuickStyle" Target="../diagrams/quickStyle65.xml"/><Relationship Id="rId9" Type="http://schemas.openxmlformats.org/officeDocument/2006/relationships/diagramQuickStyle" Target="../diagrams/quickStyle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D491A-82D7-A517-7D7E-9330978F20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Друга </a:t>
            </a:r>
            <a:r>
              <a:rPr lang="ru-RU" dirty="0" err="1"/>
              <a:t>світова</a:t>
            </a:r>
            <a:r>
              <a:rPr lang="ru-RU" dirty="0"/>
              <a:t> </a:t>
            </a:r>
            <a:r>
              <a:rPr lang="ru-RU" dirty="0" err="1"/>
              <a:t>війна</a:t>
            </a:r>
            <a:r>
              <a:rPr lang="ru-RU" dirty="0"/>
              <a:t>: </a:t>
            </a:r>
            <a:r>
              <a:rPr lang="ru-RU" dirty="0" err="1"/>
              <a:t>воєнні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на </a:t>
            </a:r>
            <a:r>
              <a:rPr lang="ru-RU" dirty="0" err="1"/>
              <a:t>теренах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(1943–1945)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48F8F5C-1B53-00AD-8C29-424EB76FD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922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2AFE0-223F-FD61-BC32-D6F58C5C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Глобальна ситуація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2A53BDF-44D9-6178-01C8-D532E8B51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667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A95444E-36F3-5192-0F68-DB9E1E8F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Рух Опору — </a:t>
            </a:r>
            <a:r>
              <a:rPr lang="uk-UA" b="0" dirty="0"/>
              <a:t>підпільна і повстанська боротьба народів Європи в роки Другої світової війни проти окупації Німеччиною та її союзниками</a:t>
            </a:r>
            <a:r>
              <a:rPr lang="uk-UA" dirty="0"/>
              <a:t>.</a:t>
            </a:r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C8DC4BDF-5609-E1FC-491C-900536989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921902"/>
              </p:ext>
            </p:extLst>
          </p:nvPr>
        </p:nvGraphicFramePr>
        <p:xfrm>
          <a:off x="913795" y="2096064"/>
          <a:ext cx="10353762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21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410F698-D14B-4B32-A3C5-48C5898522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A410F698-D14B-4B32-A3C5-48C5898522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5F82164-D97F-4B46-859C-99512A057B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graphicEl>
                                              <a:dgm id="{85F82164-D97F-4B46-859C-99512A057B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5EB98ED-7EA4-497E-B28D-3F36534784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graphicEl>
                                              <a:dgm id="{65EB98ED-7EA4-497E-B28D-3F36534784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F0F8BC5-29A1-4725-8DC9-FE7593995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graphicEl>
                                              <a:dgm id="{BF0F8BC5-29A1-4725-8DC9-FE7593995C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4BDA834-84DF-42B0-861F-E99393D86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graphicEl>
                                              <a:dgm id="{94BDA834-84DF-42B0-861F-E99393D869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6EE3CCC-FF1F-4BF5-85AE-F47C9698E1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graphicEl>
                                              <a:dgm id="{16EE3CCC-FF1F-4BF5-85AE-F47C9698E1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26C1606-DAB6-475E-AEEF-49B4A2B9E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graphicEl>
                                              <a:dgm id="{D26C1606-DAB6-475E-AEEF-49B4A2B9E1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61056B0-9991-48CF-8CC2-97E2A2EEFC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graphicEl>
                                              <a:dgm id="{161056B0-9991-48CF-8CC2-97E2A2EEFC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87D2D7E-1A5F-448B-8C96-A330B3BFF0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graphicEl>
                                              <a:dgm id="{A87D2D7E-1A5F-448B-8C96-A330B3BFF0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lvlAtOnc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1D051-9C0B-6452-BEAD-7AAD6A9E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Діяльність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73108964-0738-1614-659F-81D2FC46A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087956"/>
              </p:ext>
            </p:extLst>
          </p:nvPr>
        </p:nvGraphicFramePr>
        <p:xfrm>
          <a:off x="880544" y="2096064"/>
          <a:ext cx="10353762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056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BA4DA96-73CB-425A-9282-2B4374155C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CBA4DA96-73CB-425A-9282-2B4374155C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7120FF-3615-4B7D-8A51-ABEA25804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4E7120FF-3615-4B7D-8A51-ABEA258044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F0A518-C0ED-497E-B38A-80C17B474A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FFF0A518-C0ED-497E-B38A-80C17B474A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BB816A-30BD-4E42-BE52-6348B6A69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F2BB816A-30BD-4E42-BE52-6348B6A69D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00C205D-D102-40AF-B6E3-0BCD9279AE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dgm id="{200C205D-D102-40AF-B6E3-0BCD9279AE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C142508-F7AD-477D-AB81-60E0F9A641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graphicEl>
                                              <a:dgm id="{0C142508-F7AD-477D-AB81-60E0F9A641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AtOnc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A2747-B1C2-DE54-4E56-6239D3FA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Особливості в Східній Європі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73B515CA-C209-2F59-20D6-CF794318F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823164"/>
              </p:ext>
            </p:extLst>
          </p:nvPr>
        </p:nvGraphicFramePr>
        <p:xfrm>
          <a:off x="913795" y="2096064"/>
          <a:ext cx="10353762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291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1CC1B9B-80C7-411A-8564-116855F55E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51CC1B9B-80C7-411A-8564-116855F55E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68B484-A4B6-4495-9839-5F9AEBA5D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C768B484-A4B6-4495-9839-5F9AEBA5D9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2FF46F-38F7-4A4E-9251-7E9A3A091C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892FF46F-38F7-4A4E-9251-7E9A3A091C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977CA9-F525-429A-BE2D-742EFF953E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7A977CA9-F525-429A-BE2D-742EFF953E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E2239C-6F4C-4D15-8E2C-12218B2FD0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dgm id="{BAE2239C-6F4C-4D15-8E2C-12218B2FD0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6B2EDB0-1AA9-4F53-B53F-6C4FA30714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graphicEl>
                                              <a:dgm id="{F6B2EDB0-1AA9-4F53-B53F-6C4FA30714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AtOnc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7D534-BE3B-5C28-C726-81E164C0F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подіями Великої Вітчизняної війни (1941–1945 рр.) та їхніми результатами й наслідками.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4AEF75-575B-79DC-9232-84B549EB976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32882847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B45BF27-748C-DE33-722D-F2FE2791E9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29017206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C9419AB0-F884-1798-043B-6E6CD041B564}"/>
              </a:ext>
            </a:extLst>
          </p:cNvPr>
          <p:cNvCxnSpPr>
            <a:endCxn id="6" idx="1"/>
          </p:cNvCxnSpPr>
          <p:nvPr/>
        </p:nvCxnSpPr>
        <p:spPr>
          <a:xfrm>
            <a:off x="5220393" y="2227811"/>
            <a:ext cx="951807" cy="1773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B4F656E1-B4FF-FA15-9A4C-A745C0A05861}"/>
              </a:ext>
            </a:extLst>
          </p:cNvPr>
          <p:cNvCxnSpPr/>
          <p:nvPr/>
        </p:nvCxnSpPr>
        <p:spPr>
          <a:xfrm>
            <a:off x="5403273" y="3429000"/>
            <a:ext cx="768927" cy="2273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2B1ACA70-7365-5516-BDBC-E1082A0B7B06}"/>
              </a:ext>
            </a:extLst>
          </p:cNvPr>
          <p:cNvCxnSpPr/>
          <p:nvPr/>
        </p:nvCxnSpPr>
        <p:spPr>
          <a:xfrm flipV="1">
            <a:off x="5220393" y="3241964"/>
            <a:ext cx="951807" cy="1529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E90531CF-6A2F-C395-34B8-3EB26291087D}"/>
              </a:ext>
            </a:extLst>
          </p:cNvPr>
          <p:cNvCxnSpPr/>
          <p:nvPr/>
        </p:nvCxnSpPr>
        <p:spPr>
          <a:xfrm flipV="1">
            <a:off x="5403273" y="2111433"/>
            <a:ext cx="768927" cy="3591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12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F2CEC-77B0-89FA-8314-DC51DFDF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Велика </a:t>
            </a:r>
            <a:r>
              <a:rPr lang="ru-RU" dirty="0" err="1"/>
              <a:t>Вітчизняна</a:t>
            </a:r>
            <a:r>
              <a:rPr lang="ru-RU" dirty="0"/>
              <a:t> </a:t>
            </a:r>
            <a:r>
              <a:rPr lang="ru-RU" dirty="0" err="1"/>
              <a:t>війна</a:t>
            </a:r>
            <a:r>
              <a:rPr lang="ru-RU" dirty="0"/>
              <a:t> </a:t>
            </a:r>
            <a:r>
              <a:rPr lang="ru-RU" dirty="0" err="1"/>
              <a:t>Радянського</a:t>
            </a:r>
            <a:r>
              <a:rPr lang="ru-RU" dirty="0"/>
              <a:t> Союзу </a:t>
            </a:r>
            <a:r>
              <a:rPr lang="ru-RU" dirty="0" err="1"/>
              <a:t>тривала</a:t>
            </a:r>
            <a:r>
              <a:rPr lang="ru-RU" dirty="0"/>
              <a:t> </a:t>
            </a:r>
            <a:r>
              <a:rPr lang="ru-RU" dirty="0" err="1"/>
              <a:t>впродовж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C7238E-22DC-5FF6-D804-D90E96C10E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89DE0CA-F587-7D12-BDB6-98BF475F43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8397783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300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E3441-F4A4-1F6C-0FB7-29205C17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воєнних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</a:t>
            </a:r>
            <a:r>
              <a:rPr lang="ru-RU" dirty="0" err="1"/>
              <a:t>Червоної</a:t>
            </a:r>
            <a:r>
              <a:rPr lang="ru-RU" dirty="0"/>
              <a:t> </a:t>
            </a:r>
            <a:r>
              <a:rPr lang="ru-RU" dirty="0" err="1"/>
              <a:t>Армії</a:t>
            </a:r>
            <a:r>
              <a:rPr lang="ru-RU" dirty="0"/>
              <a:t> в роки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(1941–1945).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B97ADE1-731F-E68B-5FA8-0112B193BA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9BA5F4B-CE02-FB46-BBC5-01C6588FD0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0263304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47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11206-A66D-49D7-79D8-8099EFF5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виходу</a:t>
            </a:r>
            <a:r>
              <a:rPr lang="ru-RU" dirty="0"/>
              <a:t> </a:t>
            </a:r>
            <a:r>
              <a:rPr lang="ru-RU" dirty="0" err="1"/>
              <a:t>друком</a:t>
            </a:r>
            <a:r>
              <a:rPr lang="ru-RU" dirty="0"/>
              <a:t> </a:t>
            </a:r>
            <a:r>
              <a:rPr lang="ru-RU" dirty="0" err="1"/>
              <a:t>часописів</a:t>
            </a:r>
            <a:r>
              <a:rPr lang="ru-RU" dirty="0"/>
              <a:t>, </a:t>
            </a:r>
            <a:r>
              <a:rPr lang="ru-RU" dirty="0" err="1"/>
              <a:t>фрагменти</a:t>
            </a:r>
            <a:r>
              <a:rPr lang="ru-RU" dirty="0"/>
              <a:t>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шпальт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ED874D4-35D3-0D00-CDBE-0CA54C1807C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2243441"/>
            <a:ext cx="5105400" cy="192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D0A9361C-11B8-10C2-98DB-C34E4B2A932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043" y="2249118"/>
            <a:ext cx="4067491" cy="192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975B3794-22D6-9E14-EB48-5DE9AC446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4479801"/>
            <a:ext cx="5013725" cy="225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91F5F5AB-5055-6B31-8263-6624994F7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043" y="4479801"/>
            <a:ext cx="4590882" cy="225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87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C446A1-1541-0EE1-EEC8-1EDFBA1D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зафіксованих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FB78F9C-0FF8-287E-3CA5-71FC038641D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4" y="1940372"/>
            <a:ext cx="2742040" cy="251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D824D3E1-6AA2-57BE-0332-203EEE10668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50" y="4085918"/>
            <a:ext cx="2742039" cy="253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B55F19C6-351B-7D37-A643-E6F3997F0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436" y="1924703"/>
            <a:ext cx="2742040" cy="2530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43FEB082-5251-E8B7-CEF4-207676F49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768" y="4085918"/>
            <a:ext cx="2742040" cy="250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516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87C59-D3FF-08FF-D38E-F2B6913C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Увідповідніть</a:t>
            </a:r>
            <a:r>
              <a:rPr lang="ru-RU" dirty="0"/>
              <a:t> </a:t>
            </a:r>
            <a:r>
              <a:rPr lang="ru-RU" dirty="0" err="1"/>
              <a:t>подію</a:t>
            </a:r>
            <a:r>
              <a:rPr lang="ru-RU" dirty="0"/>
              <a:t>, </a:t>
            </a:r>
            <a:r>
              <a:rPr lang="ru-RU" dirty="0" err="1"/>
              <a:t>описану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, і </a:t>
            </a:r>
            <a:r>
              <a:rPr lang="ru-RU" dirty="0" err="1"/>
              <a:t>рік</a:t>
            </a:r>
            <a:r>
              <a:rPr lang="ru-RU" dirty="0"/>
              <a:t>, коли вона </a:t>
            </a:r>
            <a:r>
              <a:rPr lang="ru-RU" dirty="0" err="1"/>
              <a:t>відбулася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0822CE8A-853B-F2EE-4C40-36A8EF0EB94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80753850"/>
              </p:ext>
            </p:extLst>
          </p:nvPr>
        </p:nvGraphicFramePr>
        <p:xfrm>
          <a:off x="913795" y="2088319"/>
          <a:ext cx="3824460" cy="4160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547BAED-4889-98F0-FF3E-A8A7F99F58A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94623778"/>
              </p:ext>
            </p:extLst>
          </p:nvPr>
        </p:nvGraphicFramePr>
        <p:xfrm>
          <a:off x="8401215" y="2148333"/>
          <a:ext cx="3618989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207B5710-288C-1C18-C11C-C36357056C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9859554"/>
              </p:ext>
            </p:extLst>
          </p:nvPr>
        </p:nvGraphicFramePr>
        <p:xfrm>
          <a:off x="4884334" y="2058717"/>
          <a:ext cx="3647286" cy="4260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42713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4884C-59E5-9A29-533F-C057D27B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подіями (процесами) Другої світової війни на  території України та їхніми наслідками.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A9F1E9-89A5-7A59-AFB2-7890EAE14E6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84404574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FFD8BF2-6F04-16AD-F321-8C5F29FA65F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4455537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9B6E0848-EA16-6D59-456E-9EC70B3B41E5}"/>
              </a:ext>
            </a:extLst>
          </p:cNvPr>
          <p:cNvCxnSpPr/>
          <p:nvPr/>
        </p:nvCxnSpPr>
        <p:spPr>
          <a:xfrm>
            <a:off x="5320145" y="2427316"/>
            <a:ext cx="853258" cy="100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17AAED23-B0EE-442C-5D5B-D040F2665EBC}"/>
              </a:ext>
            </a:extLst>
          </p:cNvPr>
          <p:cNvCxnSpPr/>
          <p:nvPr/>
        </p:nvCxnSpPr>
        <p:spPr>
          <a:xfrm flipV="1">
            <a:off x="5436524" y="2809702"/>
            <a:ext cx="735679" cy="619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9FB4D696-CFCF-2AB5-34D9-B3CA37897268}"/>
              </a:ext>
            </a:extLst>
          </p:cNvPr>
          <p:cNvCxnSpPr>
            <a:endCxn id="6" idx="1"/>
          </p:cNvCxnSpPr>
          <p:nvPr/>
        </p:nvCxnSpPr>
        <p:spPr>
          <a:xfrm flipV="1">
            <a:off x="5320145" y="3939759"/>
            <a:ext cx="853258" cy="632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3D32098D-09FF-63D3-8938-6B91F01B6CAC}"/>
              </a:ext>
            </a:extLst>
          </p:cNvPr>
          <p:cNvCxnSpPr/>
          <p:nvPr/>
        </p:nvCxnSpPr>
        <p:spPr>
          <a:xfrm flipV="1">
            <a:off x="5320145" y="5104015"/>
            <a:ext cx="775855" cy="565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01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5F7A9-15BB-16B5-EE77-E158A77C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В’язні</a:t>
            </a:r>
            <a:r>
              <a:rPr lang="ru-RU" dirty="0"/>
              <a:t>, про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, </a:t>
            </a:r>
            <a:r>
              <a:rPr lang="ru-RU" dirty="0" err="1"/>
              <a:t>потрапляли</a:t>
            </a:r>
            <a:r>
              <a:rPr lang="ru-RU" dirty="0"/>
              <a:t> до тюрем 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4670F76-486B-8555-249B-BE878B7F3B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«Підготовча робота до евакуації та сама евакуація в’язниць у західних областях України розпочалася з 22 червня цього року. У чотирьох тюрмах утримували 5424 в’язні. У перший же день </a:t>
            </a:r>
            <a:r>
              <a:rPr lang="uk-UA" i="1" dirty="0" err="1"/>
              <a:t>уторгнення</a:t>
            </a:r>
            <a:r>
              <a:rPr lang="uk-UA" i="1" dirty="0"/>
              <a:t> німців в СРСР у тюрмах було виконано </a:t>
            </a:r>
            <a:r>
              <a:rPr lang="uk-UA" i="1" dirty="0" err="1"/>
              <a:t>вироки</a:t>
            </a:r>
            <a:r>
              <a:rPr lang="uk-UA" i="1" dirty="0"/>
              <a:t> щодо 108 в’язнів…»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551C5F2-196B-126E-46FE-8E17C73709E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6992651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6615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B8879-051D-90B8-823D-F8620752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плакати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до </a:t>
            </a:r>
            <a:r>
              <a:rPr lang="ru-RU" dirty="0" err="1"/>
              <a:t>послідовності</a:t>
            </a:r>
            <a:r>
              <a:rPr lang="ru-RU" dirty="0"/>
              <a:t> </a:t>
            </a:r>
            <a:r>
              <a:rPr lang="ru-RU" dirty="0" err="1"/>
              <a:t>віх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C483E2A0-CBD6-302A-E911-A596B04C989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84" y="2440404"/>
            <a:ext cx="3071605" cy="380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752A49FB-63F7-D189-4D4A-3DC5D094525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108" y="2440404"/>
            <a:ext cx="2872635" cy="385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47AF7661-B35F-EDA5-70F3-48DECB551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556" y="2459661"/>
            <a:ext cx="2785197" cy="380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>
            <a:extLst>
              <a:ext uri="{FF2B5EF4-FFF2-40B4-BE49-F238E27FC236}">
                <a16:creationId xmlns:a16="http://schemas.microsoft.com/office/drawing/2014/main" id="{7ECACC4D-3A3D-94F5-E39E-B69EDD0B6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753" y="2459661"/>
            <a:ext cx="2572443" cy="375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334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7C481-6C1A-6A06-A967-AA33C177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результатом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F58121A-E142-E5E9-3BBE-4E78C83245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95366045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410" name="Picture 2">
            <a:extLst>
              <a:ext uri="{FF2B5EF4-FFF2-40B4-BE49-F238E27FC236}">
                <a16:creationId xmlns:a16="http://schemas.microsoft.com/office/drawing/2014/main" id="{70F8428C-B9F2-45FA-0DD4-BDDBFF0E99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383" y="2087563"/>
            <a:ext cx="2293434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551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69763-A59B-5877-4EED-617AEE32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Воєнні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6DB403F-5AF6-D8A4-A502-D4E5D7A7E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0435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966A8-190E-26ED-A2C1-26B60E7E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роки </a:t>
            </a:r>
            <a:r>
              <a:rPr lang="ru-RU" dirty="0" err="1"/>
              <a:t>радянсько-німецької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«</a:t>
            </a:r>
            <a:r>
              <a:rPr lang="ru-RU" dirty="0" err="1"/>
              <a:t>чорносвитниками</a:t>
            </a:r>
            <a:r>
              <a:rPr lang="ru-RU" dirty="0"/>
              <a:t>» </a:t>
            </a:r>
            <a:r>
              <a:rPr lang="ru-RU" dirty="0" err="1"/>
              <a:t>називали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B80828D-B51E-192E-C8AB-53D97F5AB2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803A26B-C8F1-B331-8B75-D895E622752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671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1860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1BC54-CA56-8DE1-EA01-7C87DBE4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виходу</a:t>
            </a:r>
            <a:r>
              <a:rPr lang="ru-RU" dirty="0"/>
              <a:t> </a:t>
            </a:r>
            <a:r>
              <a:rPr lang="ru-RU" dirty="0" err="1"/>
              <a:t>друком</a:t>
            </a:r>
            <a:r>
              <a:rPr lang="ru-RU" dirty="0"/>
              <a:t> газет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фрагменти</a:t>
            </a:r>
            <a:r>
              <a:rPr lang="ru-RU" dirty="0"/>
              <a:t>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шпальт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00098591-EC10-7EF1-DD36-F820821C04E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36" y="2123849"/>
            <a:ext cx="3816848" cy="221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B7599787-9814-27A2-00F8-7B3E657B513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489" y="2123849"/>
            <a:ext cx="3816848" cy="221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69DC17CF-0790-FE11-9FE7-FD4700A09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41" y="4503533"/>
            <a:ext cx="3735972" cy="219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74961DAE-EAFF-703C-57A7-8999FAACD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489" y="4529013"/>
            <a:ext cx="3846444" cy="223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52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90813-A287-60EF-59F0-575E534D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F5F35F-D535-DF98-A0A0-159AA4006B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9A44258-03F5-0918-91FA-B53AF8439F9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075220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224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BEF17-27A3-C600-0B72-1DAE3108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Початком </a:t>
            </a:r>
            <a:r>
              <a:rPr lang="ru-RU" dirty="0" err="1"/>
              <a:t>визволення</a:t>
            </a:r>
            <a:r>
              <a:rPr lang="ru-RU" dirty="0"/>
              <a:t>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нацистської</a:t>
            </a:r>
            <a:r>
              <a:rPr lang="ru-RU" dirty="0"/>
              <a:t> </a:t>
            </a:r>
            <a:r>
              <a:rPr lang="ru-RU" dirty="0" err="1"/>
              <a:t>окупації</a:t>
            </a:r>
            <a:r>
              <a:rPr lang="ru-RU" dirty="0"/>
              <a:t> став </a:t>
            </a:r>
            <a:r>
              <a:rPr lang="ru-RU" dirty="0" err="1"/>
              <a:t>контрнаступ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 у </a:t>
            </a:r>
            <a:r>
              <a:rPr lang="ru-RU" dirty="0" err="1"/>
              <a:t>ході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A5425F-AF23-D7C0-975A-7655CC2C2A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A01DAE-2049-0072-DA36-02619530544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01497465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7975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89476-D470-7834-C825-2F436C9D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грудні</a:t>
            </a:r>
            <a:r>
              <a:rPr lang="ru-RU" dirty="0"/>
              <a:t> 1942 року </a:t>
            </a:r>
            <a:r>
              <a:rPr lang="ru-RU" dirty="0" err="1"/>
              <a:t>розпочато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3496FC-C819-749D-DBF6-95537A98DF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0311356-A328-837D-DB85-08DD68D86C8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3271373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2811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FFA6A-440B-D5F1-A495-406F4A0C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Радянський льотчик часів Другої світової війни, тричі Герой Радянського Союзу, виходець з України – це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618036-250D-EFBE-F9ED-E11F71F4FE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434425C-D5DA-2BDD-38A2-C3AA2045421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1458858"/>
              </p:ext>
            </p:extLst>
          </p:nvPr>
        </p:nvGraphicFramePr>
        <p:xfrm>
          <a:off x="6184051" y="230444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2415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A26AC3E-FCD3-9CF7-24D8-E010BF683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стала темою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зображеної</a:t>
            </a:r>
            <a:r>
              <a:rPr lang="ru-RU" dirty="0"/>
              <a:t> </a:t>
            </a:r>
            <a:r>
              <a:rPr lang="ru-RU" dirty="0" err="1"/>
              <a:t>карикатури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DF490B-A16E-4F5D-4A53-505A8383B72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8052" y="2644143"/>
            <a:ext cx="2238095" cy="259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F772BE04-0E94-FB62-610D-A6006A4753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219720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8738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77B5D-A1BE-20C5-CBDE-80F45965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подій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A98262F-35D0-1091-CF28-3E3BFBF29A7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54126161"/>
              </p:ext>
            </p:extLst>
          </p:nvPr>
        </p:nvGraphicFramePr>
        <p:xfrm>
          <a:off x="6184051" y="2010734"/>
          <a:ext cx="5094154" cy="4107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7468C3CD-18DC-DD71-0318-DD8E227F9DC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62" y="2088319"/>
            <a:ext cx="3702881" cy="3702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991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79E344-A807-4F56-729A-55558F9C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стали </a:t>
            </a:r>
            <a:r>
              <a:rPr lang="ru-RU" dirty="0" err="1"/>
              <a:t>підґрунтям</a:t>
            </a:r>
            <a:r>
              <a:rPr lang="ru-RU" dirty="0"/>
              <a:t>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пропагандистських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BDB8CC8-D613-B261-D242-A20A77BD372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2113363"/>
            <a:ext cx="5105400" cy="365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92636D1-0495-CCC7-9DA9-94DA131FFD1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7788943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5506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F7F32-FB85-338B-EBDB-FDB6BC50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(1941–1945 </a:t>
            </a:r>
            <a:r>
              <a:rPr lang="ru-RU" dirty="0" err="1"/>
              <a:t>рр</a:t>
            </a:r>
            <a:r>
              <a:rPr lang="ru-RU" dirty="0"/>
              <a:t>.) </a:t>
            </a:r>
            <a:r>
              <a:rPr lang="ru-RU" dirty="0" err="1"/>
              <a:t>зроблено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фото?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08D74B-8C79-7CBB-25D3-C59C6E63E35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2487080"/>
            <a:ext cx="5105400" cy="290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49DF426-72A5-5C23-F48F-F5B4D8D84D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14870657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3605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BE717-4F81-3E5A-16E2-A0A46FD9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Результатом </a:t>
            </a:r>
            <a:r>
              <a:rPr lang="ru-RU" dirty="0" err="1"/>
              <a:t>наступальних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, </a:t>
            </a:r>
            <a:r>
              <a:rPr lang="ru-RU" dirty="0" err="1"/>
              <a:t>здійсненних</a:t>
            </a:r>
            <a:r>
              <a:rPr lang="ru-RU" dirty="0"/>
              <a:t> у </a:t>
            </a:r>
            <a:r>
              <a:rPr lang="ru-RU" dirty="0" err="1"/>
              <a:t>серпні</a:t>
            </a:r>
            <a:r>
              <a:rPr lang="ru-RU" dirty="0"/>
              <a:t>–</a:t>
            </a:r>
            <a:r>
              <a:rPr lang="ru-RU" dirty="0" err="1"/>
              <a:t>грудні</a:t>
            </a:r>
            <a:r>
              <a:rPr lang="ru-RU" dirty="0"/>
              <a:t> 1943 р., </a:t>
            </a:r>
            <a:r>
              <a:rPr lang="ru-RU" dirty="0" err="1"/>
              <a:t>було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55B999-B15C-1E09-98AC-9EDFB91759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8692ED-3056-12E2-1D4A-783B8516A72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156016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7294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A880F-5A32-381F-4236-594E2682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Коли відбувалися події зображені на плакаті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0A94F03-0A06-93E7-DDDC-2A6E3567D1C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01" y="1655229"/>
            <a:ext cx="29618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5F686F48-AAE1-6829-9898-3B5DF1ACD4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4154156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id="{E29940CC-7290-356B-152A-805451708EF5}"/>
              </a:ext>
            </a:extLst>
          </p:cNvPr>
          <p:cNvSpPr txBox="1">
            <a:spLocks/>
          </p:cNvSpPr>
          <p:nvPr/>
        </p:nvSpPr>
        <p:spPr>
          <a:xfrm>
            <a:off x="0" y="6046556"/>
            <a:ext cx="6632038" cy="892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 dirty="0" err="1"/>
              <a:t>Напис</a:t>
            </a:r>
            <a:r>
              <a:rPr lang="ru-RU" sz="1600" i="1" dirty="0"/>
              <a:t> на </a:t>
            </a:r>
            <a:r>
              <a:rPr lang="ru-RU" sz="1600" i="1" dirty="0" err="1"/>
              <a:t>плакаті</a:t>
            </a:r>
            <a:r>
              <a:rPr lang="ru-RU" sz="1600" i="1" dirty="0"/>
              <a:t>:«</a:t>
            </a:r>
            <a:r>
              <a:rPr lang="ru-RU" sz="1600" i="1" dirty="0" err="1"/>
              <a:t>П'ємо</a:t>
            </a:r>
            <a:r>
              <a:rPr lang="ru-RU" sz="1600" i="1" dirty="0"/>
              <a:t> воду </a:t>
            </a:r>
            <a:r>
              <a:rPr lang="ru-RU" sz="1600" i="1" dirty="0" err="1"/>
              <a:t>рідного</a:t>
            </a:r>
            <a:r>
              <a:rPr lang="ru-RU" sz="1600" i="1" dirty="0"/>
              <a:t> </a:t>
            </a:r>
            <a:r>
              <a:rPr lang="ru-RU" sz="1600" i="1" dirty="0" err="1"/>
              <a:t>Дніпра</a:t>
            </a:r>
            <a:r>
              <a:rPr lang="ru-RU" sz="1600" i="1" dirty="0"/>
              <a:t>, </a:t>
            </a:r>
            <a:r>
              <a:rPr lang="ru-RU" sz="1600" i="1" dirty="0" err="1"/>
              <a:t>будемо</a:t>
            </a:r>
            <a:r>
              <a:rPr lang="ru-RU" sz="1600" i="1" dirty="0"/>
              <a:t> </a:t>
            </a:r>
            <a:r>
              <a:rPr lang="ru-RU" sz="1600" i="1" dirty="0" err="1"/>
              <a:t>пити</a:t>
            </a:r>
            <a:r>
              <a:rPr lang="ru-RU" sz="1600" i="1" dirty="0"/>
              <a:t> з Прута, Немана та Бугу! </a:t>
            </a:r>
            <a:r>
              <a:rPr lang="ru-RU" sz="1600" i="1" dirty="0" err="1"/>
              <a:t>Очистимо</a:t>
            </a:r>
            <a:r>
              <a:rPr lang="ru-RU" sz="1600" i="1" dirty="0"/>
              <a:t> </a:t>
            </a:r>
            <a:r>
              <a:rPr lang="ru-RU" sz="1600" i="1" dirty="0" err="1"/>
              <a:t>радянську</a:t>
            </a:r>
            <a:r>
              <a:rPr lang="ru-RU" sz="1600" i="1" dirty="0"/>
              <a:t> землю </a:t>
            </a:r>
            <a:r>
              <a:rPr lang="ru-RU" sz="1600" i="1" dirty="0" err="1"/>
              <a:t>від</a:t>
            </a:r>
            <a:r>
              <a:rPr lang="ru-RU" sz="1600" i="1" dirty="0"/>
              <a:t> </a:t>
            </a:r>
            <a:r>
              <a:rPr lang="ru-RU" sz="1600" i="1" dirty="0" err="1"/>
              <a:t>фашистської</a:t>
            </a:r>
            <a:r>
              <a:rPr lang="ru-RU" sz="1600" i="1" dirty="0"/>
              <a:t> </a:t>
            </a:r>
            <a:r>
              <a:rPr lang="ru-RU" sz="1600" i="1" dirty="0" err="1"/>
              <a:t>нечисті</a:t>
            </a:r>
            <a:r>
              <a:rPr lang="ru-RU" sz="1600" i="1" dirty="0"/>
              <a:t>!»</a:t>
            </a:r>
            <a:endParaRPr lang="uk-UA" sz="1600" i="1" dirty="0"/>
          </a:p>
        </p:txBody>
      </p:sp>
    </p:spTree>
    <p:extLst>
      <p:ext uri="{BB962C8B-B14F-4D97-AF65-F5344CB8AC3E}">
        <p14:creationId xmlns:p14="http://schemas.microsoft.com/office/powerpoint/2010/main" val="1745802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A31BA-40AB-2099-9332-2C554B6F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Завершення</a:t>
            </a:r>
            <a:r>
              <a:rPr lang="ru-RU" sz="2800" dirty="0"/>
              <a:t> </a:t>
            </a:r>
            <a:r>
              <a:rPr lang="ru-RU" sz="2800" dirty="0" err="1"/>
              <a:t>визволення</a:t>
            </a:r>
            <a:r>
              <a:rPr lang="ru-RU" sz="2800" dirty="0"/>
              <a:t> </a:t>
            </a:r>
            <a:r>
              <a:rPr lang="ru-RU" sz="2800" dirty="0" err="1"/>
              <a:t>Лівобережної</a:t>
            </a:r>
            <a:r>
              <a:rPr lang="ru-RU" sz="2800" dirty="0"/>
              <a:t> </a:t>
            </a:r>
            <a:r>
              <a:rPr lang="ru-RU" sz="2800" dirty="0" err="1"/>
              <a:t>України</a:t>
            </a:r>
            <a:r>
              <a:rPr lang="ru-RU" sz="2800" dirty="0"/>
              <a:t> та </a:t>
            </a:r>
            <a:r>
              <a:rPr lang="ru-RU" sz="2800" dirty="0" err="1"/>
              <a:t>Донбасу</a:t>
            </a:r>
            <a:r>
              <a:rPr lang="ru-RU" sz="2800" dirty="0"/>
              <a:t>, </a:t>
            </a:r>
            <a:r>
              <a:rPr lang="ru-RU" sz="2800" dirty="0" err="1"/>
              <a:t>створення</a:t>
            </a:r>
            <a:r>
              <a:rPr lang="ru-RU" sz="2800" dirty="0"/>
              <a:t> </a:t>
            </a:r>
            <a:r>
              <a:rPr lang="ru-RU" sz="2800" dirty="0" err="1"/>
              <a:t>сприятливих</a:t>
            </a:r>
            <a:r>
              <a:rPr lang="ru-RU" sz="2800" dirty="0"/>
              <a:t> умов для </a:t>
            </a:r>
            <a:r>
              <a:rPr lang="ru-RU" sz="2800" dirty="0" err="1"/>
              <a:t>визволення</a:t>
            </a:r>
            <a:r>
              <a:rPr lang="ru-RU" sz="2800" dirty="0"/>
              <a:t> </a:t>
            </a:r>
            <a:r>
              <a:rPr lang="ru-RU" sz="2800" dirty="0" err="1"/>
              <a:t>Правобережної</a:t>
            </a:r>
            <a:r>
              <a:rPr lang="ru-RU" sz="2800" dirty="0"/>
              <a:t> та </a:t>
            </a:r>
            <a:r>
              <a:rPr lang="ru-RU" sz="2800" dirty="0" err="1"/>
              <a:t>Південної</a:t>
            </a:r>
            <a:r>
              <a:rPr lang="ru-RU" sz="2800" dirty="0"/>
              <a:t> </a:t>
            </a:r>
            <a:r>
              <a:rPr lang="ru-RU" sz="2800" dirty="0" err="1"/>
              <a:t>України</a:t>
            </a:r>
            <a:r>
              <a:rPr lang="ru-RU" sz="2800" dirty="0"/>
              <a:t> стало </a:t>
            </a:r>
            <a:r>
              <a:rPr lang="ru-RU" sz="2800" dirty="0" err="1"/>
              <a:t>наслідком</a:t>
            </a:r>
            <a:r>
              <a:rPr lang="ru-RU" sz="2800" dirty="0"/>
              <a:t> </a:t>
            </a:r>
            <a:r>
              <a:rPr lang="ru-RU" sz="2800" dirty="0" err="1"/>
              <a:t>проведення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1DD2352-4133-6E90-0845-8B17E8D72E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75914C-A8D0-8D5F-446F-D50E0F8212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4235310"/>
              </p:ext>
            </p:extLst>
          </p:nvPr>
        </p:nvGraphicFramePr>
        <p:xfrm>
          <a:off x="6406158" y="2370950"/>
          <a:ext cx="5094154" cy="4160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9203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38184-BD4E-D972-5BBE-21F0B534A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результатом «</a:t>
            </a:r>
            <a:r>
              <a:rPr lang="ru-RU" dirty="0" err="1"/>
              <a:t>битви</a:t>
            </a:r>
            <a:r>
              <a:rPr lang="ru-RU" dirty="0"/>
              <a:t> за </a:t>
            </a:r>
            <a:r>
              <a:rPr lang="ru-RU" dirty="0" err="1"/>
              <a:t>Дніпро</a:t>
            </a:r>
            <a:r>
              <a:rPr lang="ru-RU" dirty="0"/>
              <a:t>»?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9165D11-54BE-9718-DB66-FABF76CFEA1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87480154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C18302-788C-EF3B-8520-8692B5DD061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5158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64592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6F265-03F9-1BBC-AD2C-D747E89C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Коли </a:t>
            </a:r>
            <a:r>
              <a:rPr lang="ru-RU" dirty="0" err="1"/>
              <a:t>з’явився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наказ Верховного </a:t>
            </a:r>
            <a:r>
              <a:rPr lang="ru-RU" dirty="0" err="1"/>
              <a:t>Головнокомандувача</a:t>
            </a:r>
            <a:r>
              <a:rPr lang="ru-RU" dirty="0"/>
              <a:t> </a:t>
            </a:r>
            <a:r>
              <a:rPr lang="ru-RU" dirty="0" err="1"/>
              <a:t>Збройних</a:t>
            </a:r>
            <a:r>
              <a:rPr lang="ru-RU" dirty="0"/>
              <a:t> Сил СРСР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78FD70-02C2-C592-F06B-E7E27034FC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«Війська 1-го Українського фронту в результаті стрімко проведеної операції... штурмом оволоділи столицею Радянської України містом Києвом... Зі взяттям Києва нашими військами захоплено… плацдарм на правому березі Дніпра, важливий для вигнання німців з Правобережної України»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F00820-2F59-13D1-37DC-9D2FAC6B72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201303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8708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30887-AEBA-7E01-9395-856D2518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успішного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r>
              <a:rPr lang="ru-RU" dirty="0"/>
              <a:t> в 1944 р. </a:t>
            </a:r>
            <a:r>
              <a:rPr lang="ru-RU" dirty="0" err="1"/>
              <a:t>радянськими</a:t>
            </a:r>
            <a:r>
              <a:rPr lang="ru-RU" dirty="0"/>
              <a:t> </a:t>
            </a:r>
            <a:r>
              <a:rPr lang="ru-RU" dirty="0" err="1"/>
              <a:t>військами</a:t>
            </a:r>
            <a:r>
              <a:rPr lang="ru-RU" dirty="0"/>
              <a:t> Корсунь-</a:t>
            </a:r>
            <a:r>
              <a:rPr lang="ru-RU" dirty="0" err="1"/>
              <a:t>Шевченківськоі</a:t>
            </a:r>
            <a:r>
              <a:rPr lang="ru-RU" dirty="0"/>
              <a:t>̈ </a:t>
            </a:r>
            <a:r>
              <a:rPr lang="ru-RU" dirty="0" err="1"/>
              <a:t>наступальноі</a:t>
            </a:r>
            <a:r>
              <a:rPr lang="ru-RU" dirty="0"/>
              <a:t>̈ </a:t>
            </a:r>
            <a:r>
              <a:rPr lang="ru-RU" dirty="0" err="1"/>
              <a:t>операціі</a:t>
            </a:r>
            <a:r>
              <a:rPr lang="ru-RU" dirty="0"/>
              <a:t>̈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5B777E-935A-4D91-20D2-9D49E54305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BDFA9F-DE2B-A1DB-B826-DC42D33109A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2031593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898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92445-C757-FBBA-A9CE-E9BC225F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Корсунь-</a:t>
            </a:r>
            <a:r>
              <a:rPr lang="ru-RU" dirty="0" err="1"/>
              <a:t>Шевченківська</a:t>
            </a:r>
            <a:r>
              <a:rPr lang="ru-RU" dirty="0"/>
              <a:t> </a:t>
            </a:r>
            <a:r>
              <a:rPr lang="ru-RU" dirty="0" err="1"/>
              <a:t>наступальна</a:t>
            </a:r>
            <a:r>
              <a:rPr lang="ru-RU" dirty="0"/>
              <a:t> </a:t>
            </a:r>
            <a:r>
              <a:rPr lang="ru-RU" dirty="0" err="1"/>
              <a:t>операція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здійснена</a:t>
            </a:r>
            <a:r>
              <a:rPr lang="ru-RU" dirty="0"/>
              <a:t> </a:t>
            </a:r>
            <a:r>
              <a:rPr lang="ru-RU" dirty="0" err="1"/>
              <a:t>упродовж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57ABE2-59CF-9769-0D00-1FF07E7D80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4593D5-7B80-CBCA-33E5-81BBA4CF69A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947727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415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7A7F4-29CB-603C-954E-016C9AE3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Оточення</a:t>
            </a:r>
            <a:r>
              <a:rPr lang="ru-RU" sz="2400" dirty="0"/>
              <a:t> та </a:t>
            </a:r>
            <a:r>
              <a:rPr lang="ru-RU" sz="2400" dirty="0" err="1"/>
              <a:t>розгром</a:t>
            </a:r>
            <a:r>
              <a:rPr lang="ru-RU" sz="2400" dirty="0"/>
              <a:t> </a:t>
            </a:r>
            <a:r>
              <a:rPr lang="ru-RU" sz="2400" dirty="0" err="1"/>
              <a:t>угруповання</a:t>
            </a:r>
            <a:r>
              <a:rPr lang="ru-RU" sz="2400" dirty="0"/>
              <a:t> </a:t>
            </a:r>
            <a:r>
              <a:rPr lang="ru-RU" sz="2400" dirty="0" err="1"/>
              <a:t>німецьких</a:t>
            </a:r>
            <a:r>
              <a:rPr lang="ru-RU" sz="2400" dirty="0"/>
              <a:t> </a:t>
            </a:r>
            <a:r>
              <a:rPr lang="ru-RU" sz="2400" dirty="0" err="1"/>
              <a:t>військ</a:t>
            </a:r>
            <a:r>
              <a:rPr lang="ru-RU" sz="2400" dirty="0"/>
              <a:t>, </a:t>
            </a:r>
            <a:r>
              <a:rPr lang="ru-RU" sz="2400" dirty="0" err="1"/>
              <a:t>створення</a:t>
            </a:r>
            <a:r>
              <a:rPr lang="ru-RU" sz="2400" dirty="0"/>
              <a:t> </a:t>
            </a:r>
            <a:r>
              <a:rPr lang="ru-RU" sz="2400" dirty="0" err="1"/>
              <a:t>передумов</a:t>
            </a:r>
            <a:r>
              <a:rPr lang="ru-RU" sz="2400" dirty="0"/>
              <a:t> для остаточного </a:t>
            </a:r>
            <a:r>
              <a:rPr lang="ru-RU" sz="2400" dirty="0" err="1"/>
              <a:t>визволення</a:t>
            </a:r>
            <a:r>
              <a:rPr lang="ru-RU" sz="2400" dirty="0"/>
              <a:t> </a:t>
            </a:r>
            <a:r>
              <a:rPr lang="ru-RU" sz="2400" dirty="0" err="1"/>
              <a:t>Правобережної</a:t>
            </a:r>
            <a:r>
              <a:rPr lang="ru-RU" sz="2400" dirty="0"/>
              <a:t> </a:t>
            </a:r>
            <a:r>
              <a:rPr lang="ru-RU" sz="2400" dirty="0" err="1"/>
              <a:t>України</a:t>
            </a:r>
            <a:r>
              <a:rPr lang="ru-RU" sz="2400" dirty="0"/>
              <a:t> стали </a:t>
            </a:r>
            <a:r>
              <a:rPr lang="ru-RU" sz="2400" dirty="0" err="1"/>
              <a:t>наслідком</a:t>
            </a:r>
            <a:r>
              <a:rPr lang="ru-RU" sz="2400" dirty="0"/>
              <a:t> </a:t>
            </a:r>
            <a:r>
              <a:rPr lang="ru-RU" sz="2400" dirty="0" err="1"/>
              <a:t>проведення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C63208-6133-AF37-8536-9F2D39CC90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80EB28-B86E-6091-4919-F40C30C9C47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18903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9516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8ABC4-0CB6-8989-02ED-DC2F45C3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Які події Великої Вітчизняної війни відбулися 1943 р.?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711D9F1-A878-3908-A0E5-81232A6B3D4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27841700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7840276-E118-B29A-467D-DA17B2CCB7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490723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79249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F5654-22EE-A092-1056-27A7CE3D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результат </a:t>
            </a:r>
            <a:r>
              <a:rPr lang="ru-RU" dirty="0" err="1"/>
              <a:t>наступальних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, </a:t>
            </a:r>
            <a:r>
              <a:rPr lang="ru-RU" dirty="0" err="1"/>
              <a:t>здійснених</a:t>
            </a:r>
            <a:r>
              <a:rPr lang="ru-RU" dirty="0"/>
              <a:t> у </a:t>
            </a:r>
            <a:r>
              <a:rPr lang="ru-RU" dirty="0" err="1"/>
              <a:t>серпні-грудні</a:t>
            </a:r>
            <a:r>
              <a:rPr lang="ru-RU" dirty="0"/>
              <a:t> 1943 р.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5006BD-98FA-2A24-AB3A-752553994D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FF5E676-76E1-EE7A-93F1-30E73DABBE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733049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5971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2A8E9-3AE4-E3F7-D022-32AC8954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подією Другої світової війни в Україні та її наслідком.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EF7D0A8-CAA7-35AB-9555-9536C5ABCD6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83087167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3B30EB-06AE-92C3-2B63-7920BACD51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0140721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8EDB7639-0407-3720-92C7-EEA8C6125A31}"/>
              </a:ext>
            </a:extLst>
          </p:cNvPr>
          <p:cNvCxnSpPr>
            <a:endCxn id="5" idx="1"/>
          </p:cNvCxnSpPr>
          <p:nvPr/>
        </p:nvCxnSpPr>
        <p:spPr>
          <a:xfrm>
            <a:off x="5270269" y="2576945"/>
            <a:ext cx="903134" cy="1362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0E7107A4-D943-3046-BF2D-6C533A6B8D56}"/>
              </a:ext>
            </a:extLst>
          </p:cNvPr>
          <p:cNvCxnSpPr/>
          <p:nvPr/>
        </p:nvCxnSpPr>
        <p:spPr>
          <a:xfrm>
            <a:off x="5386647" y="3429000"/>
            <a:ext cx="785556" cy="2024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2C60A3B1-E8BA-180E-6FF3-ADA0A6DD4DAA}"/>
              </a:ext>
            </a:extLst>
          </p:cNvPr>
          <p:cNvCxnSpPr/>
          <p:nvPr/>
        </p:nvCxnSpPr>
        <p:spPr>
          <a:xfrm flipV="1">
            <a:off x="5270269" y="3275215"/>
            <a:ext cx="901934" cy="1230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4FAB28C7-AEC3-D9B9-1BB2-C1BC5DA9C5DA}"/>
              </a:ext>
            </a:extLst>
          </p:cNvPr>
          <p:cNvCxnSpPr/>
          <p:nvPr/>
        </p:nvCxnSpPr>
        <p:spPr>
          <a:xfrm flipV="1">
            <a:off x="5386647" y="2576945"/>
            <a:ext cx="785556" cy="2876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92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1B0FD-CA73-A0CB-F9D3-1D5FD5F8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Які події Великої Вітчизняної війни відбулись упродовж 1944 року?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50B28CE-FBD6-6C39-82EA-C9BF414E7F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7288126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DC485F0-7D9C-28A5-BBFF-7A346BA8E0E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5998516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940403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7C870-6CEF-EB42-53F8-588548C9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карті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CF481F5-D946-6287-CD65-B5448930906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15513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8" name="Picture 4">
            <a:extLst>
              <a:ext uri="{FF2B5EF4-FFF2-40B4-BE49-F238E27FC236}">
                <a16:creationId xmlns:a16="http://schemas.microsoft.com/office/drawing/2014/main" id="{DAF7E976-FFC6-DEED-0D75-7D5F060AAF8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38740"/>
            <a:ext cx="5105400" cy="360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9824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29DA6-2FD4-D668-8695-DF24F45C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результатом </a:t>
            </a:r>
            <a:r>
              <a:rPr lang="ru-RU" dirty="0" err="1"/>
              <a:t>наступальних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, </a:t>
            </a:r>
            <a:r>
              <a:rPr lang="ru-RU" dirty="0" err="1"/>
              <a:t>здійснюваних</a:t>
            </a:r>
            <a:r>
              <a:rPr lang="ru-RU" dirty="0"/>
              <a:t> у </a:t>
            </a:r>
            <a:r>
              <a:rPr lang="ru-RU" dirty="0" err="1"/>
              <a:t>січні</a:t>
            </a:r>
            <a:r>
              <a:rPr lang="ru-RU" dirty="0"/>
              <a:t>–лютому 1944 р.?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C020149-A82D-BEF5-655A-EEAA72CBF49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95758778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1077493-897B-855C-1656-3DC44CB0B6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5583480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98338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DD1EE-1C2A-258D-D825-DA63F4ED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агітаційних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CFA2DB2-DFF7-B119-E1BB-BF6FCB8B0FE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54" y="2087562"/>
            <a:ext cx="2632025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9AC1C10F-2150-A452-76FB-0B825029225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604" y="2087562"/>
            <a:ext cx="2936988" cy="374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D1944A69-CA44-3F29-DA15-AA95267AE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579" y="2038349"/>
            <a:ext cx="2676525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02F00099-7AC4-422C-EC51-5720EB98C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103" y="2108344"/>
            <a:ext cx="2720843" cy="368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207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B3C0E-258F-E846-05D2-3BADDCA9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року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листівці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FDD73EB-11DC-90FD-4318-6F1B251383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«Українці Закарпаття! Цей рік уписується в історію закарпатської землі як ще одна чорна дата. Замість згаданої свободи цей рік приніс тільки зміну окупантів – ... прийшли </a:t>
            </a:r>
            <a:r>
              <a:rPr lang="uk-UA" i="1" dirty="0" err="1"/>
              <a:t>московсько</a:t>
            </a:r>
            <a:r>
              <a:rPr lang="uk-UA" i="1" dirty="0"/>
              <a:t>-більшовицькі пригноблювачі, які своєю окупаційною практикою залишили далеко позаду своїх попередників. Захопленням Закарпаття Червона Москва завершила, в основному, насильницьке об’єднання всіх українських земель, надівши своє ярмо на шию всьому українському народу»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E740E05-289E-0361-7EEA-1B46D2913DC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6630217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5271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053D-6392-71E5-967F-9AFE3D849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2F4B8-3277-8CC1-1B56-8B19DE9B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 таким </a:t>
            </a:r>
            <a:r>
              <a:rPr lang="ru-RU" dirty="0" err="1"/>
              <a:t>посланням</a:t>
            </a:r>
            <a:r>
              <a:rPr lang="ru-RU" dirty="0"/>
              <a:t> до </a:t>
            </a:r>
            <a:r>
              <a:rPr lang="ru-RU" dirty="0" err="1"/>
              <a:t>українців</a:t>
            </a:r>
            <a:r>
              <a:rPr lang="ru-RU" dirty="0"/>
              <a:t> </a:t>
            </a:r>
            <a:r>
              <a:rPr lang="ru-RU" dirty="0" err="1"/>
              <a:t>Закарпаття</a:t>
            </a:r>
            <a:r>
              <a:rPr lang="ru-RU" dirty="0"/>
              <a:t> </a:t>
            </a:r>
            <a:r>
              <a:rPr lang="ru-RU" dirty="0" err="1"/>
              <a:t>зверталося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B93889-815C-08F4-9B2A-E4CB82D18A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«Українці Закарпаття! Цей рік уписується в історію закарпатської землі як ще одна чорна дата. Замість згаданої свободи цей рік приніс тільки зміну окупантів – ... прийшли </a:t>
            </a:r>
            <a:r>
              <a:rPr lang="uk-UA" i="1" dirty="0" err="1"/>
              <a:t>московсько</a:t>
            </a:r>
            <a:r>
              <a:rPr lang="uk-UA" i="1" dirty="0"/>
              <a:t>-більшовицькі пригноблювачі, які своєю окупаційною практикою залишили далеко позаду своїх попередників. Захопленням Закарпаття Червона Москва завершила, в основному, насильницьке об’єднання всіх українських земель, надівши своє ярмо на шию всьому українському народу»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13B4A110-4853-D5EE-7E10-380D61F5C98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865751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19368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40D3-8533-8AA0-18C0-191387B5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61BA1-2606-2584-B511-AEF80FD8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Захоплення</a:t>
            </a:r>
            <a:r>
              <a:rPr lang="ru-RU" dirty="0"/>
              <a:t> </a:t>
            </a:r>
            <a:r>
              <a:rPr lang="ru-RU" dirty="0" err="1"/>
              <a:t>Закарпаття</a:t>
            </a:r>
            <a:r>
              <a:rPr lang="ru-RU" dirty="0"/>
              <a:t> Червоною Москвою» </a:t>
            </a:r>
            <a:r>
              <a:rPr lang="ru-RU" dirty="0" err="1"/>
              <a:t>відбулося</a:t>
            </a:r>
            <a:r>
              <a:rPr lang="ru-RU" dirty="0"/>
              <a:t> в </a:t>
            </a:r>
            <a:r>
              <a:rPr lang="ru-RU" dirty="0" err="1"/>
              <a:t>результаті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51B8D2C-714F-12EF-F8A9-4C7B0547A0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«Українці Закарпаття! Цей рік уписується в історію закарпатської землі як ще одна чорна дата. Замість згаданої свободи цей рік приніс тільки зміну окупантів – ... прийшли </a:t>
            </a:r>
            <a:r>
              <a:rPr lang="uk-UA" i="1" dirty="0" err="1"/>
              <a:t>московсько</a:t>
            </a:r>
            <a:r>
              <a:rPr lang="uk-UA" i="1" dirty="0"/>
              <a:t>-більшовицькі пригноблювачі, які своєю окупаційною практикою залишили далеко позаду своїх попередників. Захопленням Закарпаття Червона Москва завершила, в основному, насильницьке об’єднання всіх українських земель, надівши своє ярмо на шию всьому українському народу»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7082313-AA42-27A5-93BF-1D26D57A90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7539314"/>
              </p:ext>
            </p:extLst>
          </p:nvPr>
        </p:nvGraphicFramePr>
        <p:xfrm>
          <a:off x="6173403" y="2088319"/>
          <a:ext cx="5094154" cy="4029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36880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42FB5C-3851-3626-1BA0-84F61957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радянських</a:t>
            </a:r>
            <a:r>
              <a:rPr lang="ru-RU" dirty="0"/>
              <a:t> плакатах.</a:t>
            </a:r>
            <a:endParaRPr lang="uk-U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EE08370-E687-046F-1154-89196F204E0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356" y="2568614"/>
            <a:ext cx="3154288" cy="270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D402F9F7-2960-E4BB-A85B-C47E58BD60A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621" y="2750464"/>
            <a:ext cx="2852206" cy="2519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FCE0382D-8403-11BF-274D-6C185A8AC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8" y="2364868"/>
            <a:ext cx="2742454" cy="358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>
            <a:extLst>
              <a:ext uri="{FF2B5EF4-FFF2-40B4-BE49-F238E27FC236}">
                <a16:creationId xmlns:a16="http://schemas.microsoft.com/office/drawing/2014/main" id="{A254799E-3C3F-F799-2066-4554F7E9F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87" y="2364868"/>
            <a:ext cx="2114550" cy="379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614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55130-A391-9BB9-34A4-99E5F3FD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Визволення всієї території України від німецьких окупантів та їхніх союзників відбулося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BB82CE5-A963-D83B-1192-AF0814A678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249A61E-5F6A-DD11-57CC-90393785A45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9747498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40621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A53A6-4C57-0E83-41EC-6399ABF2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Монументом, </a:t>
            </a:r>
            <a:r>
              <a:rPr lang="ru-RU" dirty="0" err="1"/>
              <a:t>зображеним</a:t>
            </a:r>
            <a:r>
              <a:rPr lang="ru-RU" dirty="0"/>
              <a:t> на фото, </a:t>
            </a:r>
            <a:r>
              <a:rPr lang="ru-RU" dirty="0" err="1"/>
              <a:t>увічнено</a:t>
            </a:r>
            <a:r>
              <a:rPr lang="ru-RU" dirty="0"/>
              <a:t> </a:t>
            </a:r>
            <a:r>
              <a:rPr lang="ru-RU" dirty="0" err="1"/>
              <a:t>події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A27C7A0-265E-273C-1E98-1576B96DC2B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67801151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31928070-0F16-7991-575E-818FAA1CEF8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405" y="2087563"/>
            <a:ext cx="4161389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3371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25300-64E1-4307-0FB1-B6CE18E2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Поява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</a:t>
            </a:r>
            <a:r>
              <a:rPr lang="ru-RU" dirty="0" err="1"/>
              <a:t>пропагандистського</a:t>
            </a:r>
            <a:r>
              <a:rPr lang="ru-RU" dirty="0"/>
              <a:t> плаката стала </a:t>
            </a:r>
            <a:r>
              <a:rPr lang="ru-RU" dirty="0" err="1"/>
              <a:t>можливою</a:t>
            </a:r>
            <a:r>
              <a:rPr lang="ru-RU" dirty="0"/>
              <a:t>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здійсненню</a:t>
            </a:r>
            <a:r>
              <a:rPr lang="ru-RU" dirty="0"/>
              <a:t> </a:t>
            </a:r>
            <a:r>
              <a:rPr lang="ru-RU" dirty="0" err="1"/>
              <a:t>військами</a:t>
            </a:r>
            <a:r>
              <a:rPr lang="ru-RU" dirty="0"/>
              <a:t> </a:t>
            </a:r>
            <a:r>
              <a:rPr lang="ru-RU" dirty="0" err="1"/>
              <a:t>Червоної</a:t>
            </a:r>
            <a:r>
              <a:rPr lang="ru-RU" dirty="0"/>
              <a:t> </a:t>
            </a:r>
            <a:r>
              <a:rPr lang="ru-RU" dirty="0" err="1"/>
              <a:t>армії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406A0E6-CF58-F8F1-FB21-F455782F44E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16819008"/>
              </p:ext>
            </p:extLst>
          </p:nvPr>
        </p:nvGraphicFramePr>
        <p:xfrm>
          <a:off x="6173402" y="2261184"/>
          <a:ext cx="5094154" cy="3979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41DAC4B1-910B-A566-2760-9F188A469B8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417" y="2087563"/>
            <a:ext cx="2999365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796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C1AF4-3449-D02A-189F-610AD605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Визволення</a:t>
            </a:r>
            <a:r>
              <a:rPr lang="ru-RU" dirty="0"/>
              <a:t> УРСР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нацистських</a:t>
            </a:r>
            <a:r>
              <a:rPr lang="ru-RU" dirty="0"/>
              <a:t> </a:t>
            </a:r>
            <a:r>
              <a:rPr lang="ru-RU" dirty="0" err="1"/>
              <a:t>загарбників</a:t>
            </a:r>
            <a:r>
              <a:rPr lang="ru-RU" dirty="0"/>
              <a:t> у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довоєнних</a:t>
            </a:r>
            <a:r>
              <a:rPr lang="ru-RU" dirty="0"/>
              <a:t> кордонах </a:t>
            </a:r>
            <a:r>
              <a:rPr lang="ru-RU" dirty="0" err="1"/>
              <a:t>здійснено</a:t>
            </a:r>
            <a:r>
              <a:rPr lang="ru-RU" dirty="0"/>
              <a:t> в </a:t>
            </a:r>
            <a:r>
              <a:rPr lang="ru-RU" dirty="0" err="1"/>
              <a:t>ході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1367347-A064-B60B-7385-403D79BAAA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1035B7-3311-70F8-D943-1FE3A2FCFA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5024891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1762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4C7FD-0EE5-271B-870B-0E48DBA5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Однією</a:t>
            </a:r>
            <a:r>
              <a:rPr lang="ru-RU" dirty="0"/>
              <a:t> з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визвольного</a:t>
            </a:r>
            <a:r>
              <a:rPr lang="ru-RU" dirty="0"/>
              <a:t> руху 1944–1950-х </a:t>
            </a:r>
            <a:r>
              <a:rPr lang="ru-RU" dirty="0" err="1"/>
              <a:t>рр</a:t>
            </a:r>
            <a:r>
              <a:rPr lang="ru-RU" dirty="0"/>
              <a:t>. є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C5FDDCC-35B8-E557-7282-18C527CA6C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6E3935D-0757-94C5-BE75-A5A48E8C54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6573431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9761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399BA-328B-1DC0-6EFF-AE1A30D8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9 травня 1945 р. — </a:t>
            </a:r>
            <a:r>
              <a:rPr lang="ru-RU" dirty="0" err="1"/>
              <a:t>це</a:t>
            </a:r>
            <a:r>
              <a:rPr lang="ru-RU" dirty="0"/>
              <a:t> день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CE98778-5ADE-DA7C-82F9-32B190BFF5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CB3FBA5-896B-4233-BA9E-293AC51F69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717931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80564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FEA34-BC31-8150-1E08-E6B3CC86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Велика </a:t>
            </a:r>
            <a:r>
              <a:rPr lang="ru-RU" dirty="0" err="1"/>
              <a:t>Вітчизняна</a:t>
            </a:r>
            <a:r>
              <a:rPr lang="ru-RU" dirty="0"/>
              <a:t> </a:t>
            </a:r>
            <a:r>
              <a:rPr lang="ru-RU" dirty="0" err="1"/>
              <a:t>війна</a:t>
            </a:r>
            <a:r>
              <a:rPr lang="ru-RU" dirty="0"/>
              <a:t> </a:t>
            </a:r>
            <a:r>
              <a:rPr lang="ru-RU" dirty="0" err="1"/>
              <a:t>Радянського</a:t>
            </a:r>
            <a:r>
              <a:rPr lang="ru-RU" dirty="0"/>
              <a:t> Союзу </a:t>
            </a:r>
            <a:r>
              <a:rPr lang="ru-RU" dirty="0" err="1"/>
              <a:t>завершилася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2066DB6-E835-89E4-F6A1-57281678AF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AF8F71-D137-1EB8-7D84-4313E402819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865040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13972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6C752-4F35-5ADA-7118-52A5B0CF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роки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українськими</a:t>
            </a:r>
            <a:r>
              <a:rPr lang="ru-RU" dirty="0"/>
              <a:t> </a:t>
            </a:r>
            <a:r>
              <a:rPr lang="ru-RU" dirty="0" err="1"/>
              <a:t>вченими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EFAEF4-E588-9733-F067-331E54E67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DD6A211-F1B1-5625-A0C1-BF99D66B33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5478843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6207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834E5-DA53-F6A6-DFB1-E0D1DBE6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Налагодження</a:t>
            </a:r>
            <a:r>
              <a:rPr lang="ru-RU" dirty="0"/>
              <a:t> автоматичного </a:t>
            </a:r>
            <a:r>
              <a:rPr lang="ru-RU" dirty="0" err="1"/>
              <a:t>електричного</a:t>
            </a:r>
            <a:r>
              <a:rPr lang="ru-RU" dirty="0"/>
              <a:t> </a:t>
            </a:r>
            <a:r>
              <a:rPr lang="ru-RU" dirty="0" err="1"/>
              <a:t>зварювання</a:t>
            </a:r>
            <a:r>
              <a:rPr lang="ru-RU" dirty="0"/>
              <a:t> </a:t>
            </a:r>
            <a:r>
              <a:rPr lang="ru-RU" dirty="0" err="1"/>
              <a:t>танкових</a:t>
            </a:r>
            <a:r>
              <a:rPr lang="ru-RU" dirty="0"/>
              <a:t> </a:t>
            </a:r>
            <a:r>
              <a:rPr lang="ru-RU" dirty="0" err="1"/>
              <a:t>корпусів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пов’язане</a:t>
            </a:r>
            <a:r>
              <a:rPr lang="ru-RU" dirty="0"/>
              <a:t> з </a:t>
            </a:r>
            <a:r>
              <a:rPr lang="ru-RU" dirty="0" err="1"/>
              <a:t>ім’ям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423A54-3E2B-7C8F-E203-04EA86F8F7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8AAD32C-8D37-75DE-D4D9-4E0E3CDF604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86455152"/>
              </p:ext>
            </p:extLst>
          </p:nvPr>
        </p:nvGraphicFramePr>
        <p:xfrm>
          <a:off x="6172203" y="2337701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5765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85FA60-361A-99EB-0328-E2F7AED7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країни</a:t>
            </a:r>
            <a:r>
              <a:rPr lang="ru-RU" dirty="0"/>
              <a:t>,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арміями</a:t>
            </a:r>
            <a:r>
              <a:rPr lang="ru-RU" dirty="0"/>
              <a:t> та </a:t>
            </a:r>
            <a:r>
              <a:rPr lang="ru-RU" dirty="0" err="1"/>
              <a:t>збройними</a:t>
            </a:r>
            <a:r>
              <a:rPr lang="ru-RU" dirty="0"/>
              <a:t> </a:t>
            </a:r>
            <a:r>
              <a:rPr lang="ru-RU" dirty="0" err="1"/>
              <a:t>формуваннями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Українська</a:t>
            </a:r>
            <a:r>
              <a:rPr lang="ru-RU" dirty="0"/>
              <a:t> </a:t>
            </a:r>
            <a:r>
              <a:rPr lang="ru-RU" dirty="0" err="1"/>
              <a:t>повстанська</a:t>
            </a:r>
            <a:r>
              <a:rPr lang="ru-RU" dirty="0"/>
              <a:t> </a:t>
            </a:r>
            <a:r>
              <a:rPr lang="ru-RU" dirty="0" err="1"/>
              <a:t>армія</a:t>
            </a:r>
            <a:r>
              <a:rPr lang="ru-RU" dirty="0"/>
              <a:t> (УПА) вела </a:t>
            </a:r>
            <a:r>
              <a:rPr lang="ru-RU" dirty="0" err="1"/>
              <a:t>боротьбу</a:t>
            </a:r>
            <a:r>
              <a:rPr lang="ru-RU" dirty="0"/>
              <a:t> в 1943–1947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042021B-CF80-094A-AB13-DDF991A1D82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61417419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8B59AD5-641C-F2AB-C3C4-478B33D622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8824425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570831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B666D-8DB2-B491-D199-3812BEC2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Воєнні злочини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99A1A2C-5119-1804-F6E6-E9A0A4AE4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84544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49301-577C-1056-512D-D732A2F7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Терміном</a:t>
            </a:r>
            <a:r>
              <a:rPr lang="ru-RU" dirty="0"/>
              <a:t> «</a:t>
            </a:r>
            <a:r>
              <a:rPr lang="ru-RU" dirty="0" err="1"/>
              <a:t>Голокост</a:t>
            </a:r>
            <a:r>
              <a:rPr lang="ru-RU" dirty="0"/>
              <a:t>» </a:t>
            </a:r>
            <a:r>
              <a:rPr lang="ru-RU" dirty="0" err="1"/>
              <a:t>світова</a:t>
            </a:r>
            <a:r>
              <a:rPr lang="ru-RU" dirty="0"/>
              <a:t> </a:t>
            </a:r>
            <a:r>
              <a:rPr lang="ru-RU" dirty="0" err="1"/>
              <a:t>історіографія</a:t>
            </a:r>
            <a:r>
              <a:rPr lang="ru-RU" dirty="0"/>
              <a:t> </a:t>
            </a:r>
            <a:r>
              <a:rPr lang="ru-RU" dirty="0" err="1"/>
              <a:t>позначає</a:t>
            </a:r>
            <a:r>
              <a:rPr lang="ru-RU" dirty="0"/>
              <a:t> геноцид, </a:t>
            </a:r>
            <a:r>
              <a:rPr lang="ru-RU" dirty="0" err="1"/>
              <a:t>здійснюваний</a:t>
            </a:r>
            <a:r>
              <a:rPr lang="ru-RU" dirty="0"/>
              <a:t> нацистами в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проти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0E8A36C-299C-5905-5C07-E1976E28EB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ACE3DE-59E3-AA56-15BB-0213023857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910127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91324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28403-BF78-239C-5446-4D79A6A7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характерні</a:t>
            </a:r>
            <a:r>
              <a:rPr lang="ru-RU" dirty="0"/>
              <a:t> </a:t>
            </a:r>
            <a:r>
              <a:rPr lang="ru-RU" dirty="0" err="1"/>
              <a:t>риси</a:t>
            </a:r>
            <a:r>
              <a:rPr lang="ru-RU" dirty="0"/>
              <a:t> </a:t>
            </a:r>
            <a:r>
              <a:rPr lang="ru-RU" dirty="0" err="1"/>
              <a:t>нацистського</a:t>
            </a:r>
            <a:r>
              <a:rPr lang="ru-RU" dirty="0"/>
              <a:t> </a:t>
            </a:r>
            <a:r>
              <a:rPr lang="ru-RU" dirty="0" err="1"/>
              <a:t>окупаційного</a:t>
            </a:r>
            <a:r>
              <a:rPr lang="ru-RU" dirty="0"/>
              <a:t> режиму в </a:t>
            </a:r>
            <a:r>
              <a:rPr lang="ru-RU" dirty="0" err="1"/>
              <a:t>Україні</a:t>
            </a:r>
            <a:r>
              <a:rPr lang="ru-RU" dirty="0"/>
              <a:t> в роки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(1941–1945 </a:t>
            </a:r>
            <a:r>
              <a:rPr lang="ru-RU" dirty="0" err="1"/>
              <a:t>рр</a:t>
            </a:r>
            <a:r>
              <a:rPr lang="ru-RU" dirty="0"/>
              <a:t>.).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172736C-E559-21BE-DDA6-37EF1B07A82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7005499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857D80A-363D-9AED-D311-604A48DF3D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63752396"/>
              </p:ext>
            </p:extLst>
          </p:nvPr>
        </p:nvGraphicFramePr>
        <p:xfrm>
          <a:off x="6173402" y="2204697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661981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4FE64-507E-9F97-741B-497FEF6C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Підсумки ДСВ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145B407-ECAD-3006-DEF2-5AAC07A54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44473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B26BD-1DF4-49FA-B534-5B45DD66C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з </a:t>
            </a:r>
            <a:r>
              <a:rPr lang="ru-RU" dirty="0" err="1"/>
              <a:t>наведених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 </a:t>
            </a:r>
            <a:r>
              <a:rPr lang="ru-RU" dirty="0" err="1"/>
              <a:t>відображає</a:t>
            </a:r>
            <a:r>
              <a:rPr lang="ru-RU" dirty="0"/>
              <a:t> роль </a:t>
            </a:r>
            <a:r>
              <a:rPr lang="ru-RU" dirty="0" err="1"/>
              <a:t>жінки</a:t>
            </a:r>
            <a:r>
              <a:rPr lang="ru-RU" dirty="0"/>
              <a:t> в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F21A848-C4DB-3A7B-A779-0B1E36978B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55" y="2186616"/>
            <a:ext cx="2789418" cy="406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729B8F80-0843-4577-22B7-EBD2E762FC9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788" y="2186616"/>
            <a:ext cx="2813887" cy="406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FF8B062A-CF78-66BF-04DC-8FE0B44CE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687" y="2186615"/>
            <a:ext cx="2813494" cy="414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F686C262-E9E0-C5DB-701E-27FF97771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194" y="2186615"/>
            <a:ext cx="2837959" cy="414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8050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FA161-7BC2-39BF-2CE0-59A33403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Україна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2AAC936-DAA7-4502-33AB-11FA4E72FE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B451323-1B01-431B-9BFB-07F86BD53DF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743040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99472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58BCB-97EF-8C05-D27C-A586DB9B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включення</a:t>
            </a:r>
            <a:r>
              <a:rPr lang="ru-RU" dirty="0"/>
              <a:t> до складу </a:t>
            </a:r>
            <a:r>
              <a:rPr lang="ru-RU" dirty="0" err="1"/>
              <a:t>Української</a:t>
            </a:r>
            <a:r>
              <a:rPr lang="ru-RU" dirty="0"/>
              <a:t> РСР </a:t>
            </a:r>
            <a:r>
              <a:rPr lang="ru-RU" dirty="0" err="1"/>
              <a:t>вказаних</a:t>
            </a:r>
            <a:r>
              <a:rPr lang="ru-RU" dirty="0"/>
              <a:t> </a:t>
            </a:r>
            <a:r>
              <a:rPr lang="ru-RU" dirty="0" err="1"/>
              <a:t>історико-географічних</a:t>
            </a:r>
            <a:r>
              <a:rPr lang="ru-RU" dirty="0"/>
              <a:t> </a:t>
            </a:r>
            <a:r>
              <a:rPr lang="ru-RU" dirty="0" err="1"/>
              <a:t>регіонів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F90D57-93D8-F4CB-A28B-3C2B8139F1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5E7D9B6-42EB-2A36-72EB-BBA5900786E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9709729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54345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C3CD7-85EC-3ADA-2FA3-AA2DA8ED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Унаслідок Другої світової війни до складу УРСР увійшли українські землі, що у міжвоєнний період (1921–1938 рр.) перебували у складі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5E2737-6CBA-402C-710D-1D0690F8EA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7C91272-0570-8C7D-4B3B-6D6821CB167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764104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91568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07C5E-2AF2-9B98-EF30-E6467183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Рішення Тегеранської, Ялтинської і Потсдамської конференцій керівників США, СРСР та Великої Британії сприяли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2D20835-5ABA-CEED-D773-3BE85427824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2009531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A3336F3-4246-6A1F-3B44-5E631DDAF77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4363686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140773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E034F-A239-0063-2115-47683821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послідовність створення радянських агітаційно-пропагандистських плакатів часів Другої світової війни (1939–1945 рр.).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B6BD0E0-D819-8C9A-03A9-1867CD82733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67" y="2350362"/>
            <a:ext cx="2667372" cy="362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896B3B76-35AC-CE42-7C6D-B00E9A7C9F1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313" y="2371144"/>
            <a:ext cx="2523159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31CD2405-2443-9D8F-5BD1-E34F12145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526" y="2350362"/>
            <a:ext cx="2667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E1896CE8-C5DE-D584-36AC-817BA45DB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903" y="2350363"/>
            <a:ext cx="2535498" cy="370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463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E911D-E684-81DD-BA63-2E75D75A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Укажіть основні підсумки Другої світової війни (1939—1945 рр.) для України.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80843E-1613-9E05-EEB0-495712EA266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79553729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7DE0B57-5402-8F0B-0C2F-40D999DE3E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7343625"/>
              </p:ext>
            </p:extLst>
          </p:nvPr>
        </p:nvGraphicFramePr>
        <p:xfrm>
          <a:off x="6306406" y="1975659"/>
          <a:ext cx="5094154" cy="4272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55920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5B2C8-ABD9-7B3D-1914-E28155A2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історико-географічний</a:t>
            </a:r>
            <a:r>
              <a:rPr lang="ru-RU" dirty="0"/>
              <a:t> </a:t>
            </a:r>
            <a:r>
              <a:rPr lang="ru-RU" dirty="0" err="1"/>
              <a:t>регіон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83E8EE-0EB7-FE7D-1C27-A8B097569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«...[регіон] на підставі Договору від 10 вересня 1919 р., укладеного в Сен-</a:t>
            </a:r>
            <a:r>
              <a:rPr lang="uk-UA" i="1" dirty="0" err="1"/>
              <a:t>Жермен</a:t>
            </a:r>
            <a:r>
              <a:rPr lang="uk-UA" i="1" dirty="0"/>
              <a:t> </a:t>
            </a:r>
            <a:r>
              <a:rPr lang="uk-UA" i="1" dirty="0" err="1"/>
              <a:t>ан</a:t>
            </a:r>
            <a:r>
              <a:rPr lang="uk-UA" i="1" dirty="0"/>
              <a:t> </a:t>
            </a:r>
            <a:r>
              <a:rPr lang="uk-UA" i="1" dirty="0" err="1"/>
              <a:t>Ле</a:t>
            </a:r>
            <a:r>
              <a:rPr lang="uk-UA" i="1" dirty="0"/>
              <a:t>, [увійшов] як автономна одиниця в межі Чехословацької Республіки, возз'єднується... зі своєю споконвічною Батьківщиною – Україною...».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B7A8715-9EF1-3464-86F8-48B50E8FCEA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95587117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78096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817F9-F45A-7F0C-5867-18EC25DC6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Підписання</a:t>
            </a:r>
            <a:r>
              <a:rPr lang="ru-RU" dirty="0"/>
              <a:t> генерал-лейтенантом К. </a:t>
            </a:r>
            <a:r>
              <a:rPr lang="ru-RU" dirty="0" err="1"/>
              <a:t>Дерев’янком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імені</a:t>
            </a:r>
            <a:r>
              <a:rPr lang="ru-RU" dirty="0"/>
              <a:t> СРСР Акта про </a:t>
            </a:r>
            <a:r>
              <a:rPr lang="ru-RU" dirty="0" err="1"/>
              <a:t>капітуляцію</a:t>
            </a:r>
            <a:r>
              <a:rPr lang="ru-RU" dirty="0"/>
              <a:t> </a:t>
            </a:r>
            <a:r>
              <a:rPr lang="ru-RU" dirty="0" err="1"/>
              <a:t>Японії</a:t>
            </a:r>
            <a:r>
              <a:rPr lang="ru-RU" dirty="0"/>
              <a:t> </a:t>
            </a:r>
            <a:r>
              <a:rPr lang="ru-RU" dirty="0" err="1"/>
              <a:t>відбулося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5CC812-632C-C17A-20AD-C17378268F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E33E68F-B320-CAFA-B261-62D7DABB36B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3046453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77162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73482-054E-0D9B-B13E-F65DB483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</a:t>
            </a:r>
            <a:r>
              <a:rPr lang="ru-RU" dirty="0" err="1"/>
              <a:t>висвітлена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96A66C-8CF1-FB3B-8B94-A9DFBB0C62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«Першим від союзників Акт підписав генерал </a:t>
            </a:r>
            <a:r>
              <a:rPr lang="uk-UA" i="1" dirty="0" err="1"/>
              <a:t>Макартур</a:t>
            </a:r>
            <a:r>
              <a:rPr lang="uk-UA" i="1" dirty="0"/>
              <a:t>. Далі під цим текстом поставили підписи представники всіх союзних країн, які воювали проти Країни Вранішнього Сонця. Від Радянського Союзу поставив підпис під документом 41-річний генерал-лейтенант Кузьма Дерев'янко...»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1B3876E-CC07-EDD6-8BCE-8DA2F21FA3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157874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4119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96AC-5345-65ED-25B8-E4B9C296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512F9-E8CF-D086-0DD2-AEA219E3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 </a:t>
            </a:r>
            <a:r>
              <a:rPr lang="ru-RU" dirty="0" err="1"/>
              <a:t>капітуляцію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236EED7-8AA3-39B7-C9E6-EDDC373C7C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«Першим від союзників Акт підписав генерал </a:t>
            </a:r>
            <a:r>
              <a:rPr lang="uk-UA" i="1" dirty="0" err="1"/>
              <a:t>Макартур</a:t>
            </a:r>
            <a:r>
              <a:rPr lang="uk-UA" i="1" dirty="0"/>
              <a:t>. Далі під цим текстом поставили підписи представники всіх союзних країн, які воювали проти Країни Вранішнього Сонця. Від Радянського Союзу поставив підпис під документом 41-річний генерал-лейтенант Кузьма Дерев'янко...»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3739FA7B-F8AE-5EFB-BB59-DC6FE9145E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87329797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90680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8365-CE14-81FD-8AB5-19A67A09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26643-FBBF-A13F-D6B0-2ED29DC5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Описана в </a:t>
            </a:r>
            <a:r>
              <a:rPr lang="ru-RU" dirty="0" err="1"/>
              <a:t>документі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засвідчила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893F1AA-0E4E-E010-0846-1510E052CD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«Першим від союзників Акт підписав генерал </a:t>
            </a:r>
            <a:r>
              <a:rPr lang="uk-UA" i="1" dirty="0" err="1"/>
              <a:t>Макартур</a:t>
            </a:r>
            <a:r>
              <a:rPr lang="uk-UA" i="1" dirty="0"/>
              <a:t>. Далі під цим текстом поставили підписи представники всіх союзних країн, які воювали проти Країни Вранішнього Сонця. Від Радянського Союзу поставив підпис під документом 41-річний генерал-лейтенант Кузьма Дерев'янко...»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F66C50A-A20F-99B5-FEFA-BDABD0BFC1E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60485105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52201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11F123-196D-85D9-469E-F3BF0818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Рік</a:t>
            </a:r>
            <a:r>
              <a:rPr lang="ru-RU" dirty="0"/>
              <a:t> </a:t>
            </a:r>
            <a:r>
              <a:rPr lang="ru-RU" dirty="0" err="1"/>
              <a:t>набуття</a:t>
            </a:r>
            <a:r>
              <a:rPr lang="ru-RU" dirty="0"/>
              <a:t> </a:t>
            </a:r>
            <a:r>
              <a:rPr lang="ru-RU" dirty="0" err="1"/>
              <a:t>Українською</a:t>
            </a:r>
            <a:r>
              <a:rPr lang="ru-RU" dirty="0"/>
              <a:t> РСР членства в ООН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пов’язаний</a:t>
            </a:r>
            <a:r>
              <a:rPr lang="ru-RU" dirty="0"/>
              <a:t> </a:t>
            </a:r>
            <a:r>
              <a:rPr lang="ru-RU" dirty="0" err="1"/>
              <a:t>із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8DFF74-467E-5017-B3FA-704FB55D7A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C6F4A0-9496-8607-E659-BAB7D8F630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6614356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4431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7BB42-ADD0-4FD2-5407-E3637B50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Прикладом </a:t>
            </a:r>
            <a:r>
              <a:rPr lang="ru-RU" dirty="0" err="1"/>
              <a:t>визнання</a:t>
            </a:r>
            <a:r>
              <a:rPr lang="ru-RU" dirty="0"/>
              <a:t> </a:t>
            </a:r>
            <a:r>
              <a:rPr lang="ru-RU" dirty="0" err="1"/>
              <a:t>світовим</a:t>
            </a:r>
            <a:r>
              <a:rPr lang="ru-RU" dirty="0"/>
              <a:t> </a:t>
            </a:r>
            <a:r>
              <a:rPr lang="ru-RU" dirty="0" err="1"/>
              <a:t>співтовариством</a:t>
            </a:r>
            <a:r>
              <a:rPr lang="ru-RU" dirty="0"/>
              <a:t> </a:t>
            </a:r>
            <a:r>
              <a:rPr lang="ru-RU" dirty="0" err="1"/>
              <a:t>вагомого</a:t>
            </a:r>
            <a:r>
              <a:rPr lang="ru-RU" dirty="0"/>
              <a:t> </a:t>
            </a:r>
            <a:r>
              <a:rPr lang="ru-RU" dirty="0" err="1"/>
              <a:t>внеску</a:t>
            </a:r>
            <a:r>
              <a:rPr lang="ru-RU" dirty="0"/>
              <a:t> УРСР у </a:t>
            </a:r>
            <a:r>
              <a:rPr lang="ru-RU" dirty="0" err="1"/>
              <a:t>розгром</a:t>
            </a:r>
            <a:r>
              <a:rPr lang="ru-RU" dirty="0"/>
              <a:t> </a:t>
            </a:r>
            <a:r>
              <a:rPr lang="ru-RU" dirty="0" err="1"/>
              <a:t>нацистської</a:t>
            </a:r>
            <a:r>
              <a:rPr lang="ru-RU" dirty="0"/>
              <a:t> </a:t>
            </a:r>
            <a:r>
              <a:rPr lang="ru-RU" dirty="0" err="1"/>
              <a:t>Німеччини</a:t>
            </a:r>
            <a:r>
              <a:rPr lang="ru-RU" dirty="0"/>
              <a:t> є </a:t>
            </a:r>
            <a:r>
              <a:rPr lang="ru-RU" dirty="0" err="1"/>
              <a:t>надання</a:t>
            </a:r>
            <a:r>
              <a:rPr lang="ru-RU" dirty="0"/>
              <a:t> </a:t>
            </a:r>
            <a:r>
              <a:rPr lang="ru-RU" dirty="0" err="1"/>
              <a:t>республіці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0437555-354A-F3D4-0620-B21EFC68ED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6838B6E-4D92-0953-3ACC-909CB54FFA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97062987"/>
              </p:ext>
            </p:extLst>
          </p:nvPr>
        </p:nvGraphicFramePr>
        <p:xfrm>
          <a:off x="6184051" y="2505780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3115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Булат</Template>
  <TotalTime>259</TotalTime>
  <Words>3192</Words>
  <Application>Microsoft Office PowerPoint</Application>
  <PresentationFormat>Широкий екран</PresentationFormat>
  <Paragraphs>381</Paragraphs>
  <Slides>73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73</vt:i4>
      </vt:variant>
    </vt:vector>
  </HeadingPairs>
  <TitlesOfParts>
    <vt:vector size="77" baseType="lpstr">
      <vt:lpstr>Arial</vt:lpstr>
      <vt:lpstr>Bookman Old Style</vt:lpstr>
      <vt:lpstr>Rockwell</vt:lpstr>
      <vt:lpstr>Damask</vt:lpstr>
      <vt:lpstr>Друга світова війна: воєнні дії на теренах України (1943–1945)</vt:lpstr>
      <vt:lpstr>Глобальна ситуація</vt:lpstr>
      <vt:lpstr>Рух Опору — підпільна і повстанська боротьба народів Європи в роки Другої світової війни проти окупації Німеччиною та її союзниками.</vt:lpstr>
      <vt:lpstr>Діяльність</vt:lpstr>
      <vt:lpstr>Особливості в Східній Європі</vt:lpstr>
      <vt:lpstr>Установіть відповідність між подіями Великої Вітчизняної війни (1941–1945 рр.) та їхніми результатами й наслідками.</vt:lpstr>
      <vt:lpstr>Велика Вітчизняна війна Радянського Союзу тривала впродовж</vt:lpstr>
      <vt:lpstr>Установіть послідовність воєнних операцій Червоної Армії в роки Великої Вітчизняної війни (1941–1945).</vt:lpstr>
      <vt:lpstr>Установіть послідовність виходу друком часописів, фрагменти перших шпальт яких зображено на фото.</vt:lpstr>
      <vt:lpstr>Установіть послідовніть подій, зафіксованих на фото.</vt:lpstr>
      <vt:lpstr>Увідповідніть подію, описану в уривку джерела, і рік, коли вона відбулася.</vt:lpstr>
      <vt:lpstr>Установіть відповідність між подіями (процесами) Другої світової війни на  території України та їхніми наслідками.</vt:lpstr>
      <vt:lpstr>В’язні, про яких ідеться в уривку джерела, потрапляли до тюрем у результаті проведення</vt:lpstr>
      <vt:lpstr>Розташуйте зображені плакати відповідно до послідовності віх в історії України.</vt:lpstr>
      <vt:lpstr>Що стало результатом подій Другої світової війни, відображених на картосхемі?</vt:lpstr>
      <vt:lpstr>Воєнні дії на українських землях</vt:lpstr>
      <vt:lpstr>У роки радянсько-німецької війни «чорносвитниками» називали</vt:lpstr>
      <vt:lpstr>Установіть послідовність виходу друком газет часів Другої світової війни, фрагменти перших шпальт яких зображено на фото.</vt:lpstr>
      <vt:lpstr>Установіть послідовність подій часів Другої світової війни.</vt:lpstr>
      <vt:lpstr>Початком визволення території України від нацистської окупації став контрнаступ радянських військ у ході</vt:lpstr>
      <vt:lpstr>У грудні 1942 року розпочато</vt:lpstr>
      <vt:lpstr>Радянський льотчик часів Другої світової війни, тричі Герой Радянського Союзу, виходець з України – це</vt:lpstr>
      <vt:lpstr>Яка подія часів Великої Вітчизняної війни стала темою для створення зображеної карикатури?</vt:lpstr>
      <vt:lpstr>На картосхемі відображено перебіг подій</vt:lpstr>
      <vt:lpstr>У якому році відбулися події, що стали підґрунтям для створення зображених пропагандистських плакатів?</vt:lpstr>
      <vt:lpstr>У який період Великої Вітчизняної війни (1941–1945 рр.) зроблено зображені фото?</vt:lpstr>
      <vt:lpstr>Результатом наступальних операцій радянських військ, здійсненних у серпні–грудні 1943 р., було</vt:lpstr>
      <vt:lpstr>Коли відбувалися події зображені на плакаті</vt:lpstr>
      <vt:lpstr>Завершення визволення Лівобережної України та Донбасу, створення сприятливих умов для визволення Правобережної та Південної України стало наслідком проведення</vt:lpstr>
      <vt:lpstr>Що стало результатом «битви за Дніпро»?</vt:lpstr>
      <vt:lpstr>Коли з’явився цитований наказ Верховного Головнокомандувача Збройних Сил СРСР</vt:lpstr>
      <vt:lpstr>У результаті успішного проведення в 1944 р. радянськими військами Корсунь-Шевченківської наступальної операції</vt:lpstr>
      <vt:lpstr>Корсунь-Шевченківська наступальна операція радянських військ була здійснена упродовж</vt:lpstr>
      <vt:lpstr>Оточення та розгром угруповання німецьких військ, створення передумов для остаточного визволення Правобережної України стали наслідком проведення</vt:lpstr>
      <vt:lpstr>Які події Великої Вітчизняної війни відбулися 1943 р.?</vt:lpstr>
      <vt:lpstr>Укажіть результат наступальних операцій радянських військ, здійснених у серпні-грудні 1943 р.</vt:lpstr>
      <vt:lpstr>Установіть відповідність між подією Другої світової війни в Україні та її наслідком.</vt:lpstr>
      <vt:lpstr>Які події Великої Вітчизняної війни відбулись упродовж 1944 року?</vt:lpstr>
      <vt:lpstr>Перебіг подій якого періоду Великої Вітчизняної війни відображено на карті?</vt:lpstr>
      <vt:lpstr>Що стало результатом наступальних операцій радянських військ, здійснюваних у січні–лютому 1944 р.?</vt:lpstr>
      <vt:lpstr>Установіть послідовність створення агітаційних плакатів.</vt:lpstr>
      <vt:lpstr>Про події якого року йдеться в листівці?</vt:lpstr>
      <vt:lpstr>З таким посланням до українців Закарпаття зверталося керівництво</vt:lpstr>
      <vt:lpstr>«Захоплення Закарпаття Червоною Москвою» відбулося в результаті</vt:lpstr>
      <vt:lpstr>Установіть послідовність подій періоду Другої світової війни, відображених на радянських плакатах.</vt:lpstr>
      <vt:lpstr>Визволення всієї території України від німецьких окупантів та їхніх союзників відбулося</vt:lpstr>
      <vt:lpstr>Монументом, зображеним на фото, увічнено події</vt:lpstr>
      <vt:lpstr>Поява зображеного пропагандистського плаката стала можливою завдяки здійсненню військами Червоної армії</vt:lpstr>
      <vt:lpstr>Визволення УРСР від нацистських загарбників у її довоєнних кордонах здійснено в ході</vt:lpstr>
      <vt:lpstr>Однією з подій українського визвольного руху 1944–1950-х рр. є</vt:lpstr>
      <vt:lpstr>9 травня 1945 р. — це день</vt:lpstr>
      <vt:lpstr>Велика Вітчизняна війна Радянського Союзу завершилася</vt:lpstr>
      <vt:lpstr>У роки Великої Вітчизняної війни українськими вченими</vt:lpstr>
      <vt:lpstr>Налагодження автоматичного електричного зварювання танкових корпусів під час Великої Вітчизняної війни пов’язане з ім’ям</vt:lpstr>
      <vt:lpstr>Укажіть країни, із арміями та збройними формуваннями яких Українська повстанська армія (УПА) вела боротьбу в 1943–1947 рр.</vt:lpstr>
      <vt:lpstr>Воєнні злочини</vt:lpstr>
      <vt:lpstr>Терміном «Голокост» світова історіографія позначає геноцид, здійснюваний нацистами в роки Другої світової війни, проти</vt:lpstr>
      <vt:lpstr>Укажіть характерні риси нацистського окупаційного режиму в Україні в роки Великої Вітчизняної війни (1941–1945 рр.).</vt:lpstr>
      <vt:lpstr>Підсумки ДСВ</vt:lpstr>
      <vt:lpstr>Який з наведених плакатів відображає роль жінки в роки Другої світової війни?</vt:lpstr>
      <vt:lpstr>У результаті Другої світової війни Україна</vt:lpstr>
      <vt:lpstr>Установіть послідовність включення до складу Української РСР вказаних історико-географічних регіонів.</vt:lpstr>
      <vt:lpstr>Унаслідок Другої світової війни до складу УРСР увійшли українські землі, що у міжвоєнний період (1921–1938 рр.) перебували у складі</vt:lpstr>
      <vt:lpstr>Рішення Тегеранської, Ялтинської і Потсдамської конференцій керівників США, СРСР та Великої Британії сприяли</vt:lpstr>
      <vt:lpstr>Установіть послідовність створення радянських агітаційно-пропагандистських плакатів часів Другої світової війни (1939–1945 рр.).</vt:lpstr>
      <vt:lpstr>Укажіть основні підсумки Другої світової війни (1939—1945 рр.) для України.</vt:lpstr>
      <vt:lpstr>Про який історико-географічний регіон України йдеться в ньому?</vt:lpstr>
      <vt:lpstr>Підписання генерал-лейтенантом К. Дерев’янком від імені СРСР Акта про капітуляцію Японії відбулося</vt:lpstr>
      <vt:lpstr>У якому році відбулася подія, висвітлена в уривку документа?</vt:lpstr>
      <vt:lpstr>В уривку йдеться про капітуляцію</vt:lpstr>
      <vt:lpstr>Описана в документі подія засвідчила</vt:lpstr>
      <vt:lpstr>Рік набуття Українською РСР членства в ООН в історії України пов’язаний із</vt:lpstr>
      <vt:lpstr>Прикладом визнання світовим співтовариством вагомого внеску УРСР у розгром нацистської Німеччини є надання республіці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15</cp:revision>
  <dcterms:created xsi:type="dcterms:W3CDTF">2025-03-04T13:30:23Z</dcterms:created>
  <dcterms:modified xsi:type="dcterms:W3CDTF">2025-03-09T12:09:13Z</dcterms:modified>
</cp:coreProperties>
</file>