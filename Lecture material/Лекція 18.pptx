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60" r:id="rId3"/>
    <p:sldId id="257" r:id="rId4"/>
    <p:sldId id="301" r:id="rId5"/>
    <p:sldId id="302" r:id="rId6"/>
    <p:sldId id="274" r:id="rId7"/>
    <p:sldId id="272" r:id="rId8"/>
    <p:sldId id="261" r:id="rId9"/>
    <p:sldId id="282" r:id="rId10"/>
    <p:sldId id="300" r:id="rId11"/>
    <p:sldId id="296" r:id="rId12"/>
    <p:sldId id="268" r:id="rId13"/>
    <p:sldId id="265" r:id="rId14"/>
    <p:sldId id="297" r:id="rId15"/>
    <p:sldId id="283" r:id="rId16"/>
    <p:sldId id="262" r:id="rId17"/>
    <p:sldId id="258" r:id="rId18"/>
    <p:sldId id="286" r:id="rId19"/>
    <p:sldId id="284" r:id="rId20"/>
    <p:sldId id="263" r:id="rId21"/>
    <p:sldId id="295" r:id="rId22"/>
    <p:sldId id="291" r:id="rId23"/>
    <p:sldId id="294" r:id="rId24"/>
    <p:sldId id="275" r:id="rId25"/>
    <p:sldId id="281" r:id="rId26"/>
    <p:sldId id="280" r:id="rId27"/>
    <p:sldId id="299" r:id="rId28"/>
    <p:sldId id="270" r:id="rId29"/>
    <p:sldId id="278" r:id="rId30"/>
    <p:sldId id="276" r:id="rId31"/>
    <p:sldId id="279" r:id="rId32"/>
    <p:sldId id="285" r:id="rId33"/>
    <p:sldId id="298" r:id="rId34"/>
    <p:sldId id="290" r:id="rId35"/>
    <p:sldId id="289" r:id="rId36"/>
    <p:sldId id="269" r:id="rId37"/>
    <p:sldId id="264" r:id="rId38"/>
    <p:sldId id="267" r:id="rId39"/>
    <p:sldId id="273" r:id="rId40"/>
    <p:sldId id="288" r:id="rId41"/>
    <p:sldId id="287" r:id="rId42"/>
    <p:sldId id="271" r:id="rId43"/>
    <p:sldId id="277" r:id="rId44"/>
    <p:sldId id="259" r:id="rId45"/>
    <p:sldId id="292" r:id="rId46"/>
    <p:sldId id="293" r:id="rId47"/>
    <p:sldId id="26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F073C031-743B-4A47-B103-89F8EE298ED4}">
          <p14:sldIdLst>
            <p14:sldId id="256"/>
          </p14:sldIdLst>
        </p14:section>
        <p14:section name="План" id="{B71BC5F5-848C-449E-AA22-78F3DFD4F737}">
          <p14:sldIdLst>
            <p14:sldId id="260"/>
            <p14:sldId id="257"/>
            <p14:sldId id="301"/>
            <p14:sldId id="302"/>
            <p14:sldId id="274"/>
            <p14:sldId id="272"/>
          </p14:sldIdLst>
        </p14:section>
        <p14:section name="Хронологія" id="{19F55C46-18F8-4C45-9541-BB372D49A9F7}">
          <p14:sldIdLst>
            <p14:sldId id="261"/>
            <p14:sldId id="282"/>
            <p14:sldId id="300"/>
            <p14:sldId id="296"/>
            <p14:sldId id="268"/>
            <p14:sldId id="265"/>
            <p14:sldId id="297"/>
            <p14:sldId id="283"/>
            <p14:sldId id="262"/>
            <p14:sldId id="258"/>
            <p14:sldId id="286"/>
            <p14:sldId id="284"/>
            <p14:sldId id="263"/>
            <p14:sldId id="295"/>
            <p14:sldId id="291"/>
            <p14:sldId id="294"/>
            <p14:sldId id="275"/>
            <p14:sldId id="281"/>
            <p14:sldId id="280"/>
            <p14:sldId id="299"/>
            <p14:sldId id="270"/>
            <p14:sldId id="278"/>
            <p14:sldId id="276"/>
            <p14:sldId id="279"/>
            <p14:sldId id="285"/>
            <p14:sldId id="298"/>
            <p14:sldId id="290"/>
            <p14:sldId id="289"/>
            <p14:sldId id="269"/>
            <p14:sldId id="264"/>
            <p14:sldId id="267"/>
            <p14:sldId id="273"/>
            <p14:sldId id="288"/>
            <p14:sldId id="287"/>
            <p14:sldId id="271"/>
          </p14:sldIdLst>
        </p14:section>
        <p14:section name="Особистості" id="{7021F7BD-DAF9-4642-8C5F-6814BE50CBCD}">
          <p14:sldIdLst>
            <p14:sldId id="277"/>
            <p14:sldId id="259"/>
            <p14:sldId id="292"/>
            <p14:sldId id="29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14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6F383F-8CFD-440E-9F81-EC28FB9E2F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68C0F0-E69A-4920-95F3-E38282DB5DC1}">
      <dgm:prSet/>
      <dgm:spPr/>
      <dgm:t>
        <a:bodyPr/>
        <a:lstStyle/>
        <a:p>
          <a:r>
            <a:rPr lang="ru-RU" b="0" i="0" baseline="0"/>
            <a:t>березень — серпень 1917 р.</a:t>
          </a:r>
          <a:endParaRPr lang="uk-UA"/>
        </a:p>
      </dgm:t>
    </dgm:pt>
    <dgm:pt modelId="{22F00442-1D32-4B11-A7D6-E8E57BB11A2C}" type="parTrans" cxnId="{235FBB75-8A12-4BF7-9C1B-0B1A111B8B11}">
      <dgm:prSet/>
      <dgm:spPr/>
      <dgm:t>
        <a:bodyPr/>
        <a:lstStyle/>
        <a:p>
          <a:endParaRPr lang="uk-UA"/>
        </a:p>
      </dgm:t>
    </dgm:pt>
    <dgm:pt modelId="{3D5BF691-13E9-45B2-B11A-14D92FF14AF8}" type="sibTrans" cxnId="{235FBB75-8A12-4BF7-9C1B-0B1A111B8B11}">
      <dgm:prSet/>
      <dgm:spPr/>
      <dgm:t>
        <a:bodyPr/>
        <a:lstStyle/>
        <a:p>
          <a:endParaRPr lang="uk-UA"/>
        </a:p>
      </dgm:t>
    </dgm:pt>
    <dgm:pt modelId="{B30F7C78-7010-4154-AEE8-F22F3985EC45}">
      <dgm:prSet/>
      <dgm:spPr/>
      <dgm:t>
        <a:bodyPr/>
        <a:lstStyle/>
        <a:p>
          <a:r>
            <a:rPr lang="ru-RU" b="0" i="0" baseline="0"/>
            <a:t>серпень — листопад 1917 р.</a:t>
          </a:r>
          <a:endParaRPr lang="uk-UA"/>
        </a:p>
      </dgm:t>
    </dgm:pt>
    <dgm:pt modelId="{D17F9418-C998-460E-BF59-F5FF873FC5E5}" type="parTrans" cxnId="{40A5EEBD-7323-4905-B92B-F92455AD5F20}">
      <dgm:prSet/>
      <dgm:spPr/>
      <dgm:t>
        <a:bodyPr/>
        <a:lstStyle/>
        <a:p>
          <a:endParaRPr lang="uk-UA"/>
        </a:p>
      </dgm:t>
    </dgm:pt>
    <dgm:pt modelId="{DCE6776E-3B6E-4893-9EE2-E187B928D6FC}" type="sibTrans" cxnId="{40A5EEBD-7323-4905-B92B-F92455AD5F20}">
      <dgm:prSet/>
      <dgm:spPr/>
      <dgm:t>
        <a:bodyPr/>
        <a:lstStyle/>
        <a:p>
          <a:endParaRPr lang="uk-UA"/>
        </a:p>
      </dgm:t>
    </dgm:pt>
    <dgm:pt modelId="{E50BFBFD-6C26-4CEB-B477-BADF009215C7}">
      <dgm:prSet/>
      <dgm:spPr/>
      <dgm:t>
        <a:bodyPr/>
        <a:lstStyle/>
        <a:p>
          <a:r>
            <a:rPr lang="ru-RU" b="0" i="0" baseline="0"/>
            <a:t>листопад — грудень 1917 р.</a:t>
          </a:r>
          <a:endParaRPr lang="uk-UA"/>
        </a:p>
      </dgm:t>
    </dgm:pt>
    <dgm:pt modelId="{1168799F-4AB2-4277-A09D-5F352802419A}" type="parTrans" cxnId="{5E8A68C8-5A96-4A74-9A4D-3F90B515C685}">
      <dgm:prSet/>
      <dgm:spPr/>
      <dgm:t>
        <a:bodyPr/>
        <a:lstStyle/>
        <a:p>
          <a:endParaRPr lang="uk-UA"/>
        </a:p>
      </dgm:t>
    </dgm:pt>
    <dgm:pt modelId="{9F637253-DFFF-4699-A007-3DF22C498311}" type="sibTrans" cxnId="{5E8A68C8-5A96-4A74-9A4D-3F90B515C685}">
      <dgm:prSet/>
      <dgm:spPr/>
      <dgm:t>
        <a:bodyPr/>
        <a:lstStyle/>
        <a:p>
          <a:endParaRPr lang="uk-UA"/>
        </a:p>
      </dgm:t>
    </dgm:pt>
    <dgm:pt modelId="{AF2A3C81-9505-4473-A930-DB1F89B31AB9}">
      <dgm:prSet/>
      <dgm:spPr/>
      <dgm:t>
        <a:bodyPr/>
        <a:lstStyle/>
        <a:p>
          <a:r>
            <a:rPr lang="ru-RU" b="0" i="0" baseline="0"/>
            <a:t>грудень 1917 р. — січень 1918 р.</a:t>
          </a:r>
          <a:endParaRPr lang="uk-UA"/>
        </a:p>
      </dgm:t>
    </dgm:pt>
    <dgm:pt modelId="{C5EBC6AE-F137-4B47-8517-80FD2C1AACEB}" type="parTrans" cxnId="{E43F770B-A544-437B-9115-D07B613A8523}">
      <dgm:prSet/>
      <dgm:spPr/>
      <dgm:t>
        <a:bodyPr/>
        <a:lstStyle/>
        <a:p>
          <a:endParaRPr lang="uk-UA"/>
        </a:p>
      </dgm:t>
    </dgm:pt>
    <dgm:pt modelId="{8B12FDAB-1C04-422A-A9E0-D8FDAD1F78A6}" type="sibTrans" cxnId="{E43F770B-A544-437B-9115-D07B613A8523}">
      <dgm:prSet/>
      <dgm:spPr/>
      <dgm:t>
        <a:bodyPr/>
        <a:lstStyle/>
        <a:p>
          <a:endParaRPr lang="uk-UA"/>
        </a:p>
      </dgm:t>
    </dgm:pt>
    <dgm:pt modelId="{9B7E854F-37DD-4F65-86F3-507017AA5A4C}" type="pres">
      <dgm:prSet presAssocID="{FD6F383F-8CFD-440E-9F81-EC28FB9E2FE3}" presName="linear" presStyleCnt="0">
        <dgm:presLayoutVars>
          <dgm:animLvl val="lvl"/>
          <dgm:resizeHandles val="exact"/>
        </dgm:presLayoutVars>
      </dgm:prSet>
      <dgm:spPr/>
    </dgm:pt>
    <dgm:pt modelId="{65D5F884-D118-403C-B662-B7698AE9BCB2}" type="pres">
      <dgm:prSet presAssocID="{5F68C0F0-E69A-4920-95F3-E38282DB5D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86A646-D407-477A-B0EA-26F57EF3D61E}" type="pres">
      <dgm:prSet presAssocID="{3D5BF691-13E9-45B2-B11A-14D92FF14AF8}" presName="spacer" presStyleCnt="0"/>
      <dgm:spPr/>
    </dgm:pt>
    <dgm:pt modelId="{FBC4ADEF-0AE6-4BF2-95F8-1F0A2DFF8D58}" type="pres">
      <dgm:prSet presAssocID="{B30F7C78-7010-4154-AEE8-F22F3985EC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5EC84F-8DB7-46CC-BB01-EADDE4F43526}" type="pres">
      <dgm:prSet presAssocID="{DCE6776E-3B6E-4893-9EE2-E187B928D6FC}" presName="spacer" presStyleCnt="0"/>
      <dgm:spPr/>
    </dgm:pt>
    <dgm:pt modelId="{CE62501D-13AA-4CF4-88CF-6013517F48D6}" type="pres">
      <dgm:prSet presAssocID="{E50BFBFD-6C26-4CEB-B477-BADF009215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2E2158-D394-45E2-BDEA-61406B7B590C}" type="pres">
      <dgm:prSet presAssocID="{9F637253-DFFF-4699-A007-3DF22C498311}" presName="spacer" presStyleCnt="0"/>
      <dgm:spPr/>
    </dgm:pt>
    <dgm:pt modelId="{6DD5FA7F-1173-47E6-B3B6-85513692E5BF}" type="pres">
      <dgm:prSet presAssocID="{AF2A3C81-9505-4473-A930-DB1F89B31A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43F770B-A544-437B-9115-D07B613A8523}" srcId="{FD6F383F-8CFD-440E-9F81-EC28FB9E2FE3}" destId="{AF2A3C81-9505-4473-A930-DB1F89B31AB9}" srcOrd="3" destOrd="0" parTransId="{C5EBC6AE-F137-4B47-8517-80FD2C1AACEB}" sibTransId="{8B12FDAB-1C04-422A-A9E0-D8FDAD1F78A6}"/>
    <dgm:cxn modelId="{24DCC273-2FA7-4959-BA7E-B8E15F545CB8}" type="presOf" srcId="{B30F7C78-7010-4154-AEE8-F22F3985EC45}" destId="{FBC4ADEF-0AE6-4BF2-95F8-1F0A2DFF8D58}" srcOrd="0" destOrd="0" presId="urn:microsoft.com/office/officeart/2005/8/layout/vList2"/>
    <dgm:cxn modelId="{235FBB75-8A12-4BF7-9C1B-0B1A111B8B11}" srcId="{FD6F383F-8CFD-440E-9F81-EC28FB9E2FE3}" destId="{5F68C0F0-E69A-4920-95F3-E38282DB5DC1}" srcOrd="0" destOrd="0" parTransId="{22F00442-1D32-4B11-A7D6-E8E57BB11A2C}" sibTransId="{3D5BF691-13E9-45B2-B11A-14D92FF14AF8}"/>
    <dgm:cxn modelId="{A194BE77-D4F3-40AA-8B9C-3B971AEDE880}" type="presOf" srcId="{E50BFBFD-6C26-4CEB-B477-BADF009215C7}" destId="{CE62501D-13AA-4CF4-88CF-6013517F48D6}" srcOrd="0" destOrd="0" presId="urn:microsoft.com/office/officeart/2005/8/layout/vList2"/>
    <dgm:cxn modelId="{40A5EEBD-7323-4905-B92B-F92455AD5F20}" srcId="{FD6F383F-8CFD-440E-9F81-EC28FB9E2FE3}" destId="{B30F7C78-7010-4154-AEE8-F22F3985EC45}" srcOrd="1" destOrd="0" parTransId="{D17F9418-C998-460E-BF59-F5FF873FC5E5}" sibTransId="{DCE6776E-3B6E-4893-9EE2-E187B928D6FC}"/>
    <dgm:cxn modelId="{5E8A68C8-5A96-4A74-9A4D-3F90B515C685}" srcId="{FD6F383F-8CFD-440E-9F81-EC28FB9E2FE3}" destId="{E50BFBFD-6C26-4CEB-B477-BADF009215C7}" srcOrd="2" destOrd="0" parTransId="{1168799F-4AB2-4277-A09D-5F352802419A}" sibTransId="{9F637253-DFFF-4699-A007-3DF22C498311}"/>
    <dgm:cxn modelId="{BDEE44D8-A159-4022-8374-01AF6C684DB7}" type="presOf" srcId="{5F68C0F0-E69A-4920-95F3-E38282DB5DC1}" destId="{65D5F884-D118-403C-B662-B7698AE9BCB2}" srcOrd="0" destOrd="0" presId="urn:microsoft.com/office/officeart/2005/8/layout/vList2"/>
    <dgm:cxn modelId="{F297CEF3-9E28-4DFD-B632-B724BF67A7D7}" type="presOf" srcId="{FD6F383F-8CFD-440E-9F81-EC28FB9E2FE3}" destId="{9B7E854F-37DD-4F65-86F3-507017AA5A4C}" srcOrd="0" destOrd="0" presId="urn:microsoft.com/office/officeart/2005/8/layout/vList2"/>
    <dgm:cxn modelId="{1DE92DFA-40FC-44D7-933C-0E2058BA5E69}" type="presOf" srcId="{AF2A3C81-9505-4473-A930-DB1F89B31AB9}" destId="{6DD5FA7F-1173-47E6-B3B6-85513692E5BF}" srcOrd="0" destOrd="0" presId="urn:microsoft.com/office/officeart/2005/8/layout/vList2"/>
    <dgm:cxn modelId="{D926287A-7657-4F74-9612-06148BE1D474}" type="presParOf" srcId="{9B7E854F-37DD-4F65-86F3-507017AA5A4C}" destId="{65D5F884-D118-403C-B662-B7698AE9BCB2}" srcOrd="0" destOrd="0" presId="urn:microsoft.com/office/officeart/2005/8/layout/vList2"/>
    <dgm:cxn modelId="{8E5379D5-32CD-45D4-8D21-1F88235A4883}" type="presParOf" srcId="{9B7E854F-37DD-4F65-86F3-507017AA5A4C}" destId="{5886A646-D407-477A-B0EA-26F57EF3D61E}" srcOrd="1" destOrd="0" presId="urn:microsoft.com/office/officeart/2005/8/layout/vList2"/>
    <dgm:cxn modelId="{E70BB9C4-2EE8-4252-8480-92C5F0549202}" type="presParOf" srcId="{9B7E854F-37DD-4F65-86F3-507017AA5A4C}" destId="{FBC4ADEF-0AE6-4BF2-95F8-1F0A2DFF8D58}" srcOrd="2" destOrd="0" presId="urn:microsoft.com/office/officeart/2005/8/layout/vList2"/>
    <dgm:cxn modelId="{476C624D-B767-485E-928B-E69DD82E5F28}" type="presParOf" srcId="{9B7E854F-37DD-4F65-86F3-507017AA5A4C}" destId="{0E5EC84F-8DB7-46CC-BB01-EADDE4F43526}" srcOrd="3" destOrd="0" presId="urn:microsoft.com/office/officeart/2005/8/layout/vList2"/>
    <dgm:cxn modelId="{6349CE1D-61DB-4DEE-9897-FD903D16ECD7}" type="presParOf" srcId="{9B7E854F-37DD-4F65-86F3-507017AA5A4C}" destId="{CE62501D-13AA-4CF4-88CF-6013517F48D6}" srcOrd="4" destOrd="0" presId="urn:microsoft.com/office/officeart/2005/8/layout/vList2"/>
    <dgm:cxn modelId="{04C74AF0-2108-4CD5-BA93-0E98C2737113}" type="presParOf" srcId="{9B7E854F-37DD-4F65-86F3-507017AA5A4C}" destId="{402E2158-D394-45E2-BDEA-61406B7B590C}" srcOrd="5" destOrd="0" presId="urn:microsoft.com/office/officeart/2005/8/layout/vList2"/>
    <dgm:cxn modelId="{968893BA-EC20-4070-90C7-4025C53121E2}" type="presParOf" srcId="{9B7E854F-37DD-4F65-86F3-507017AA5A4C}" destId="{6DD5FA7F-1173-47E6-B3B6-85513692E5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579335-AA42-4F2E-89A0-021EAE2AD10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DFC212-3A5C-48CB-B5D0-D0BBF5566138}">
      <dgm:prSet/>
      <dgm:spPr/>
      <dgm:t>
        <a:bodyPr/>
        <a:lstStyle/>
        <a:p>
          <a:r>
            <a:rPr lang="ru-RU" b="0" i="0" baseline="0"/>
            <a:t>Перший Універсал</a:t>
          </a:r>
          <a:endParaRPr lang="uk-UA"/>
        </a:p>
      </dgm:t>
    </dgm:pt>
    <dgm:pt modelId="{2703B817-573C-4110-870E-CD4C6C58251A}" type="parTrans" cxnId="{E1DF5005-E470-4128-A6D8-AB6EDD00F41B}">
      <dgm:prSet/>
      <dgm:spPr/>
      <dgm:t>
        <a:bodyPr/>
        <a:lstStyle/>
        <a:p>
          <a:endParaRPr lang="uk-UA"/>
        </a:p>
      </dgm:t>
    </dgm:pt>
    <dgm:pt modelId="{63A66E4C-8791-4FF2-96E6-B35D5997E8BE}" type="sibTrans" cxnId="{E1DF5005-E470-4128-A6D8-AB6EDD00F41B}">
      <dgm:prSet/>
      <dgm:spPr/>
      <dgm:t>
        <a:bodyPr/>
        <a:lstStyle/>
        <a:p>
          <a:endParaRPr lang="uk-UA"/>
        </a:p>
      </dgm:t>
    </dgm:pt>
    <dgm:pt modelId="{C404CF38-93F9-4F70-B6E6-777C057D4C90}">
      <dgm:prSet/>
      <dgm:spPr/>
      <dgm:t>
        <a:bodyPr/>
        <a:lstStyle/>
        <a:p>
          <a:r>
            <a:rPr lang="ru-RU" b="0" i="0" baseline="0"/>
            <a:t>Другий Універсал</a:t>
          </a:r>
          <a:endParaRPr lang="uk-UA"/>
        </a:p>
      </dgm:t>
    </dgm:pt>
    <dgm:pt modelId="{8A252FA2-4226-4850-A581-9A8AA976040A}" type="parTrans" cxnId="{612BC676-DC18-44C1-AA30-8515DEED0D0C}">
      <dgm:prSet/>
      <dgm:spPr/>
      <dgm:t>
        <a:bodyPr/>
        <a:lstStyle/>
        <a:p>
          <a:endParaRPr lang="uk-UA"/>
        </a:p>
      </dgm:t>
    </dgm:pt>
    <dgm:pt modelId="{3C940826-31CB-4990-805E-7413F41C3AF8}" type="sibTrans" cxnId="{612BC676-DC18-44C1-AA30-8515DEED0D0C}">
      <dgm:prSet/>
      <dgm:spPr/>
      <dgm:t>
        <a:bodyPr/>
        <a:lstStyle/>
        <a:p>
          <a:endParaRPr lang="uk-UA"/>
        </a:p>
      </dgm:t>
    </dgm:pt>
    <dgm:pt modelId="{3E276D5D-2865-4EE7-9567-E1C14597F958}">
      <dgm:prSet/>
      <dgm:spPr/>
      <dgm:t>
        <a:bodyPr/>
        <a:lstStyle/>
        <a:p>
          <a:r>
            <a:rPr lang="ru-RU" b="0" i="0" baseline="0"/>
            <a:t>Третій Універсал</a:t>
          </a:r>
          <a:endParaRPr lang="uk-UA"/>
        </a:p>
      </dgm:t>
    </dgm:pt>
    <dgm:pt modelId="{ECD7310B-8AB6-452F-BD12-F456711FD6E9}" type="parTrans" cxnId="{AA3A77EC-5F8D-4E58-A93B-6FA1DF952AC9}">
      <dgm:prSet/>
      <dgm:spPr/>
      <dgm:t>
        <a:bodyPr/>
        <a:lstStyle/>
        <a:p>
          <a:endParaRPr lang="uk-UA"/>
        </a:p>
      </dgm:t>
    </dgm:pt>
    <dgm:pt modelId="{6141A352-78CE-442F-AFF5-85BEE035A947}" type="sibTrans" cxnId="{AA3A77EC-5F8D-4E58-A93B-6FA1DF952AC9}">
      <dgm:prSet/>
      <dgm:spPr/>
      <dgm:t>
        <a:bodyPr/>
        <a:lstStyle/>
        <a:p>
          <a:endParaRPr lang="uk-UA"/>
        </a:p>
      </dgm:t>
    </dgm:pt>
    <dgm:pt modelId="{9EE094FB-0F15-4AD9-869E-CF7EB4B57599}">
      <dgm:prSet/>
      <dgm:spPr/>
      <dgm:t>
        <a:bodyPr/>
        <a:lstStyle/>
        <a:p>
          <a:r>
            <a:rPr lang="ru-RU" b="0" i="0" baseline="0"/>
            <a:t>Четвертий Універсал</a:t>
          </a:r>
          <a:endParaRPr lang="uk-UA"/>
        </a:p>
      </dgm:t>
    </dgm:pt>
    <dgm:pt modelId="{CC9C0355-D46B-4AD8-B35B-3924A7918F81}" type="parTrans" cxnId="{E381A8D9-29C0-46D4-AE5A-B903D275B852}">
      <dgm:prSet/>
      <dgm:spPr/>
      <dgm:t>
        <a:bodyPr/>
        <a:lstStyle/>
        <a:p>
          <a:endParaRPr lang="uk-UA"/>
        </a:p>
      </dgm:t>
    </dgm:pt>
    <dgm:pt modelId="{DB2B23B0-6ACB-4FF5-9C3E-E16389EEC6A6}" type="sibTrans" cxnId="{E381A8D9-29C0-46D4-AE5A-B903D275B852}">
      <dgm:prSet/>
      <dgm:spPr/>
      <dgm:t>
        <a:bodyPr/>
        <a:lstStyle/>
        <a:p>
          <a:endParaRPr lang="uk-UA"/>
        </a:p>
      </dgm:t>
    </dgm:pt>
    <dgm:pt modelId="{2BF45FD2-7A3D-490A-ACD7-88E5AC185DC6}" type="pres">
      <dgm:prSet presAssocID="{21579335-AA42-4F2E-89A0-021EAE2AD10D}" presName="linearFlow" presStyleCnt="0">
        <dgm:presLayoutVars>
          <dgm:dir/>
          <dgm:resizeHandles val="exact"/>
        </dgm:presLayoutVars>
      </dgm:prSet>
      <dgm:spPr/>
    </dgm:pt>
    <dgm:pt modelId="{15E308D3-7247-4222-B8B5-011C09EF89A2}" type="pres">
      <dgm:prSet presAssocID="{EDDFC212-3A5C-48CB-B5D0-D0BBF5566138}" presName="composite" presStyleCnt="0"/>
      <dgm:spPr/>
    </dgm:pt>
    <dgm:pt modelId="{B55F02DB-C7C4-4BC1-9746-A2D43409B557}" type="pres">
      <dgm:prSet presAssocID="{EDDFC212-3A5C-48CB-B5D0-D0BBF5566138}" presName="imgShp" presStyleLbl="fgImgPlace1" presStyleIdx="0" presStyleCnt="4"/>
      <dgm:spPr/>
    </dgm:pt>
    <dgm:pt modelId="{9961D1DE-F1E3-4513-B243-0CB2D52A6D35}" type="pres">
      <dgm:prSet presAssocID="{EDDFC212-3A5C-48CB-B5D0-D0BBF5566138}" presName="txShp" presStyleLbl="node1" presStyleIdx="0" presStyleCnt="4">
        <dgm:presLayoutVars>
          <dgm:bulletEnabled val="1"/>
        </dgm:presLayoutVars>
      </dgm:prSet>
      <dgm:spPr/>
    </dgm:pt>
    <dgm:pt modelId="{C4A75138-B5E0-45F7-819F-A68E2AA26CEE}" type="pres">
      <dgm:prSet presAssocID="{63A66E4C-8791-4FF2-96E6-B35D5997E8BE}" presName="spacing" presStyleCnt="0"/>
      <dgm:spPr/>
    </dgm:pt>
    <dgm:pt modelId="{1DAB879F-1F8B-409F-BC60-8991727C3CAB}" type="pres">
      <dgm:prSet presAssocID="{C404CF38-93F9-4F70-B6E6-777C057D4C90}" presName="composite" presStyleCnt="0"/>
      <dgm:spPr/>
    </dgm:pt>
    <dgm:pt modelId="{E8D1F0C1-45F0-4DB3-8488-40A68147EC21}" type="pres">
      <dgm:prSet presAssocID="{C404CF38-93F9-4F70-B6E6-777C057D4C90}" presName="imgShp" presStyleLbl="fgImgPlace1" presStyleIdx="1" presStyleCnt="4"/>
      <dgm:spPr/>
    </dgm:pt>
    <dgm:pt modelId="{2C54862D-9960-4C4E-9A6C-9284A5EA284B}" type="pres">
      <dgm:prSet presAssocID="{C404CF38-93F9-4F70-B6E6-777C057D4C90}" presName="txShp" presStyleLbl="node1" presStyleIdx="1" presStyleCnt="4">
        <dgm:presLayoutVars>
          <dgm:bulletEnabled val="1"/>
        </dgm:presLayoutVars>
      </dgm:prSet>
      <dgm:spPr/>
    </dgm:pt>
    <dgm:pt modelId="{3853E5CA-6360-4059-A2D5-85FC610DB944}" type="pres">
      <dgm:prSet presAssocID="{3C940826-31CB-4990-805E-7413F41C3AF8}" presName="spacing" presStyleCnt="0"/>
      <dgm:spPr/>
    </dgm:pt>
    <dgm:pt modelId="{713ECF10-E2FF-49C0-8DCB-05E263310468}" type="pres">
      <dgm:prSet presAssocID="{3E276D5D-2865-4EE7-9567-E1C14597F958}" presName="composite" presStyleCnt="0"/>
      <dgm:spPr/>
    </dgm:pt>
    <dgm:pt modelId="{CFECFCD2-D35C-4D05-8FD2-5F9652BEB7D6}" type="pres">
      <dgm:prSet presAssocID="{3E276D5D-2865-4EE7-9567-E1C14597F958}" presName="imgShp" presStyleLbl="fgImgPlace1" presStyleIdx="2" presStyleCnt="4"/>
      <dgm:spPr/>
    </dgm:pt>
    <dgm:pt modelId="{05630210-2099-4118-B3C4-AD2C21667E5D}" type="pres">
      <dgm:prSet presAssocID="{3E276D5D-2865-4EE7-9567-E1C14597F958}" presName="txShp" presStyleLbl="node1" presStyleIdx="2" presStyleCnt="4">
        <dgm:presLayoutVars>
          <dgm:bulletEnabled val="1"/>
        </dgm:presLayoutVars>
      </dgm:prSet>
      <dgm:spPr/>
    </dgm:pt>
    <dgm:pt modelId="{76205D2D-539B-4FC6-8EF7-30CF5BD3193F}" type="pres">
      <dgm:prSet presAssocID="{6141A352-78CE-442F-AFF5-85BEE035A947}" presName="spacing" presStyleCnt="0"/>
      <dgm:spPr/>
    </dgm:pt>
    <dgm:pt modelId="{6DAEEAC8-557F-444F-BCD6-FF96B3D7172A}" type="pres">
      <dgm:prSet presAssocID="{9EE094FB-0F15-4AD9-869E-CF7EB4B57599}" presName="composite" presStyleCnt="0"/>
      <dgm:spPr/>
    </dgm:pt>
    <dgm:pt modelId="{675D27B6-F068-40A5-9E34-1D99362DA86F}" type="pres">
      <dgm:prSet presAssocID="{9EE094FB-0F15-4AD9-869E-CF7EB4B57599}" presName="imgShp" presStyleLbl="fgImgPlace1" presStyleIdx="3" presStyleCnt="4"/>
      <dgm:spPr/>
    </dgm:pt>
    <dgm:pt modelId="{7C4823A0-7F0C-4EB1-84E3-181521184657}" type="pres">
      <dgm:prSet presAssocID="{9EE094FB-0F15-4AD9-869E-CF7EB4B57599}" presName="txShp" presStyleLbl="node1" presStyleIdx="3" presStyleCnt="4">
        <dgm:presLayoutVars>
          <dgm:bulletEnabled val="1"/>
        </dgm:presLayoutVars>
      </dgm:prSet>
      <dgm:spPr/>
    </dgm:pt>
  </dgm:ptLst>
  <dgm:cxnLst>
    <dgm:cxn modelId="{E1DF5005-E470-4128-A6D8-AB6EDD00F41B}" srcId="{21579335-AA42-4F2E-89A0-021EAE2AD10D}" destId="{EDDFC212-3A5C-48CB-B5D0-D0BBF5566138}" srcOrd="0" destOrd="0" parTransId="{2703B817-573C-4110-870E-CD4C6C58251A}" sibTransId="{63A66E4C-8791-4FF2-96E6-B35D5997E8BE}"/>
    <dgm:cxn modelId="{CB99BE21-CE09-4587-B332-CF9640C72D2D}" type="presOf" srcId="{21579335-AA42-4F2E-89A0-021EAE2AD10D}" destId="{2BF45FD2-7A3D-490A-ACD7-88E5AC185DC6}" srcOrd="0" destOrd="0" presId="urn:microsoft.com/office/officeart/2005/8/layout/vList3"/>
    <dgm:cxn modelId="{B30D4323-808F-4BE0-AF27-437D4B451A92}" type="presOf" srcId="{3E276D5D-2865-4EE7-9567-E1C14597F958}" destId="{05630210-2099-4118-B3C4-AD2C21667E5D}" srcOrd="0" destOrd="0" presId="urn:microsoft.com/office/officeart/2005/8/layout/vList3"/>
    <dgm:cxn modelId="{612BC676-DC18-44C1-AA30-8515DEED0D0C}" srcId="{21579335-AA42-4F2E-89A0-021EAE2AD10D}" destId="{C404CF38-93F9-4F70-B6E6-777C057D4C90}" srcOrd="1" destOrd="0" parTransId="{8A252FA2-4226-4850-A581-9A8AA976040A}" sibTransId="{3C940826-31CB-4990-805E-7413F41C3AF8}"/>
    <dgm:cxn modelId="{6868AA7E-2CA4-46F9-B6D6-90730344FA93}" type="presOf" srcId="{9EE094FB-0F15-4AD9-869E-CF7EB4B57599}" destId="{7C4823A0-7F0C-4EB1-84E3-181521184657}" srcOrd="0" destOrd="0" presId="urn:microsoft.com/office/officeart/2005/8/layout/vList3"/>
    <dgm:cxn modelId="{A0EF9D8C-0164-44D7-8364-521FA5D6C696}" type="presOf" srcId="{EDDFC212-3A5C-48CB-B5D0-D0BBF5566138}" destId="{9961D1DE-F1E3-4513-B243-0CB2D52A6D35}" srcOrd="0" destOrd="0" presId="urn:microsoft.com/office/officeart/2005/8/layout/vList3"/>
    <dgm:cxn modelId="{12DE51CF-3EB7-4590-A83B-FE55748F19F3}" type="presOf" srcId="{C404CF38-93F9-4F70-B6E6-777C057D4C90}" destId="{2C54862D-9960-4C4E-9A6C-9284A5EA284B}" srcOrd="0" destOrd="0" presId="urn:microsoft.com/office/officeart/2005/8/layout/vList3"/>
    <dgm:cxn modelId="{E381A8D9-29C0-46D4-AE5A-B903D275B852}" srcId="{21579335-AA42-4F2E-89A0-021EAE2AD10D}" destId="{9EE094FB-0F15-4AD9-869E-CF7EB4B57599}" srcOrd="3" destOrd="0" parTransId="{CC9C0355-D46B-4AD8-B35B-3924A7918F81}" sibTransId="{DB2B23B0-6ACB-4FF5-9C3E-E16389EEC6A6}"/>
    <dgm:cxn modelId="{AA3A77EC-5F8D-4E58-A93B-6FA1DF952AC9}" srcId="{21579335-AA42-4F2E-89A0-021EAE2AD10D}" destId="{3E276D5D-2865-4EE7-9567-E1C14597F958}" srcOrd="2" destOrd="0" parTransId="{ECD7310B-8AB6-452F-BD12-F456711FD6E9}" sibTransId="{6141A352-78CE-442F-AFF5-85BEE035A947}"/>
    <dgm:cxn modelId="{7D476F59-7689-4649-9C7E-8210EF00FBBA}" type="presParOf" srcId="{2BF45FD2-7A3D-490A-ACD7-88E5AC185DC6}" destId="{15E308D3-7247-4222-B8B5-011C09EF89A2}" srcOrd="0" destOrd="0" presId="urn:microsoft.com/office/officeart/2005/8/layout/vList3"/>
    <dgm:cxn modelId="{8B21F731-E393-42C5-BDD4-49BAE29AA92A}" type="presParOf" srcId="{15E308D3-7247-4222-B8B5-011C09EF89A2}" destId="{B55F02DB-C7C4-4BC1-9746-A2D43409B557}" srcOrd="0" destOrd="0" presId="urn:microsoft.com/office/officeart/2005/8/layout/vList3"/>
    <dgm:cxn modelId="{2637E91C-8D12-4357-BDF1-85C3D38A451C}" type="presParOf" srcId="{15E308D3-7247-4222-B8B5-011C09EF89A2}" destId="{9961D1DE-F1E3-4513-B243-0CB2D52A6D35}" srcOrd="1" destOrd="0" presId="urn:microsoft.com/office/officeart/2005/8/layout/vList3"/>
    <dgm:cxn modelId="{F7E79269-EBB9-4115-86FD-5E8C9AE6B869}" type="presParOf" srcId="{2BF45FD2-7A3D-490A-ACD7-88E5AC185DC6}" destId="{C4A75138-B5E0-45F7-819F-A68E2AA26CEE}" srcOrd="1" destOrd="0" presId="urn:microsoft.com/office/officeart/2005/8/layout/vList3"/>
    <dgm:cxn modelId="{2D140293-0453-4C0F-B078-D407A7BD452B}" type="presParOf" srcId="{2BF45FD2-7A3D-490A-ACD7-88E5AC185DC6}" destId="{1DAB879F-1F8B-409F-BC60-8991727C3CAB}" srcOrd="2" destOrd="0" presId="urn:microsoft.com/office/officeart/2005/8/layout/vList3"/>
    <dgm:cxn modelId="{984F3F40-2AF1-4775-A5C3-401049D53DDD}" type="presParOf" srcId="{1DAB879F-1F8B-409F-BC60-8991727C3CAB}" destId="{E8D1F0C1-45F0-4DB3-8488-40A68147EC21}" srcOrd="0" destOrd="0" presId="urn:microsoft.com/office/officeart/2005/8/layout/vList3"/>
    <dgm:cxn modelId="{4D051ED9-2A28-4E4F-9A2B-D90AF00FCB61}" type="presParOf" srcId="{1DAB879F-1F8B-409F-BC60-8991727C3CAB}" destId="{2C54862D-9960-4C4E-9A6C-9284A5EA284B}" srcOrd="1" destOrd="0" presId="urn:microsoft.com/office/officeart/2005/8/layout/vList3"/>
    <dgm:cxn modelId="{9DD60C35-AE7E-4D90-8ED4-6578113F5A66}" type="presParOf" srcId="{2BF45FD2-7A3D-490A-ACD7-88E5AC185DC6}" destId="{3853E5CA-6360-4059-A2D5-85FC610DB944}" srcOrd="3" destOrd="0" presId="urn:microsoft.com/office/officeart/2005/8/layout/vList3"/>
    <dgm:cxn modelId="{27A888A9-FE49-4A90-B7D9-38EC87E63C9F}" type="presParOf" srcId="{2BF45FD2-7A3D-490A-ACD7-88E5AC185DC6}" destId="{713ECF10-E2FF-49C0-8DCB-05E263310468}" srcOrd="4" destOrd="0" presId="urn:microsoft.com/office/officeart/2005/8/layout/vList3"/>
    <dgm:cxn modelId="{6121D9A5-3582-411E-9B65-2EA8A8E5FD1C}" type="presParOf" srcId="{713ECF10-E2FF-49C0-8DCB-05E263310468}" destId="{CFECFCD2-D35C-4D05-8FD2-5F9652BEB7D6}" srcOrd="0" destOrd="0" presId="urn:microsoft.com/office/officeart/2005/8/layout/vList3"/>
    <dgm:cxn modelId="{0E54F5E6-CEF5-44D3-9801-31EC94A925CC}" type="presParOf" srcId="{713ECF10-E2FF-49C0-8DCB-05E263310468}" destId="{05630210-2099-4118-B3C4-AD2C21667E5D}" srcOrd="1" destOrd="0" presId="urn:microsoft.com/office/officeart/2005/8/layout/vList3"/>
    <dgm:cxn modelId="{F9992629-DF6D-43F6-995A-9F1811D11585}" type="presParOf" srcId="{2BF45FD2-7A3D-490A-ACD7-88E5AC185DC6}" destId="{76205D2D-539B-4FC6-8EF7-30CF5BD3193F}" srcOrd="5" destOrd="0" presId="urn:microsoft.com/office/officeart/2005/8/layout/vList3"/>
    <dgm:cxn modelId="{6B6DECBD-553E-4739-9A5F-B3CBE62364E5}" type="presParOf" srcId="{2BF45FD2-7A3D-490A-ACD7-88E5AC185DC6}" destId="{6DAEEAC8-557F-444F-BCD6-FF96B3D7172A}" srcOrd="6" destOrd="0" presId="urn:microsoft.com/office/officeart/2005/8/layout/vList3"/>
    <dgm:cxn modelId="{CF00D6CA-BFB4-410C-A031-20CCC2AD0515}" type="presParOf" srcId="{6DAEEAC8-557F-444F-BCD6-FF96B3D7172A}" destId="{675D27B6-F068-40A5-9E34-1D99362DA86F}" srcOrd="0" destOrd="0" presId="urn:microsoft.com/office/officeart/2005/8/layout/vList3"/>
    <dgm:cxn modelId="{83B7D329-808B-4476-A19F-2C0EED901CCA}" type="presParOf" srcId="{6DAEEAC8-557F-444F-BCD6-FF96B3D7172A}" destId="{7C4823A0-7F0C-4EB1-84E3-18152118465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615698-744D-4B40-95F5-1388E91FD09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4DD38B-B75E-42D2-BD88-C499DB6576CA}">
      <dgm:prSet/>
      <dgm:spPr/>
      <dgm:t>
        <a:bodyPr/>
        <a:lstStyle/>
        <a:p>
          <a:r>
            <a:rPr lang="ru-RU" b="0" i="0" baseline="0"/>
            <a:t>Збройний виступ самостійників, поповнення складу Центральної Ради представниками національних меншин.</a:t>
          </a:r>
          <a:endParaRPr lang="uk-UA"/>
        </a:p>
      </dgm:t>
    </dgm:pt>
    <dgm:pt modelId="{2B30D0DA-9925-4577-AB9C-FF4084BF9ADB}" type="parTrans" cxnId="{9C109D71-7E03-4FEC-AF14-AC87A55AE979}">
      <dgm:prSet/>
      <dgm:spPr/>
      <dgm:t>
        <a:bodyPr/>
        <a:lstStyle/>
        <a:p>
          <a:endParaRPr lang="uk-UA"/>
        </a:p>
      </dgm:t>
    </dgm:pt>
    <dgm:pt modelId="{44CE92AD-39F5-4307-AC5E-7A08478EE8A5}" type="sibTrans" cxnId="{9C109D71-7E03-4FEC-AF14-AC87A55AE979}">
      <dgm:prSet/>
      <dgm:spPr/>
      <dgm:t>
        <a:bodyPr/>
        <a:lstStyle/>
        <a:p>
          <a:endParaRPr lang="uk-UA"/>
        </a:p>
      </dgm:t>
    </dgm:pt>
    <dgm:pt modelId="{49682F9B-A41B-4ECA-BAEC-B5341173BA80}">
      <dgm:prSet/>
      <dgm:spPr/>
      <dgm:t>
        <a:bodyPr/>
        <a:lstStyle/>
        <a:p>
          <a:r>
            <a:rPr lang="ru-RU" b="0" i="0" baseline="0"/>
            <a:t>Створення Генерального секретаріату, загострення стосунків із Тимчасовим урядом Росії.</a:t>
          </a:r>
          <a:endParaRPr lang="uk-UA"/>
        </a:p>
      </dgm:t>
    </dgm:pt>
    <dgm:pt modelId="{89F39354-1CCF-4C80-8F59-25B6B95FA9A3}" type="parTrans" cxnId="{0A875C84-2909-45F4-8F41-0B049FED0D0A}">
      <dgm:prSet/>
      <dgm:spPr/>
      <dgm:t>
        <a:bodyPr/>
        <a:lstStyle/>
        <a:p>
          <a:endParaRPr lang="uk-UA"/>
        </a:p>
      </dgm:t>
    </dgm:pt>
    <dgm:pt modelId="{0D9DF625-C77F-439F-AC81-A27DBE2FE597}" type="sibTrans" cxnId="{0A875C84-2909-45F4-8F41-0B049FED0D0A}">
      <dgm:prSet/>
      <dgm:spPr/>
      <dgm:t>
        <a:bodyPr/>
        <a:lstStyle/>
        <a:p>
          <a:endParaRPr lang="uk-UA"/>
        </a:p>
      </dgm:t>
    </dgm:pt>
    <dgm:pt modelId="{5181FD38-08F2-4C7C-9A3A-E953B9F16EE4}">
      <dgm:prSet/>
      <dgm:spPr/>
      <dgm:t>
        <a:bodyPr/>
        <a:lstStyle/>
        <a:p>
          <a:r>
            <a:rPr lang="ru-RU" b="0" i="0" baseline="0"/>
            <a:t>Підписання Брест-Литовського мирного договору, вступ німецьких і австрійських військ на територію УНР.</a:t>
          </a:r>
          <a:endParaRPr lang="uk-UA"/>
        </a:p>
      </dgm:t>
    </dgm:pt>
    <dgm:pt modelId="{E2309755-1242-42A3-9FCA-A340F2CD1D52}" type="parTrans" cxnId="{F89F72A5-DDD1-473D-ADFA-BC00F3F0D319}">
      <dgm:prSet/>
      <dgm:spPr/>
      <dgm:t>
        <a:bodyPr/>
        <a:lstStyle/>
        <a:p>
          <a:endParaRPr lang="uk-UA"/>
        </a:p>
      </dgm:t>
    </dgm:pt>
    <dgm:pt modelId="{70AC32E4-42F7-495B-8631-103D2D5EEA60}" type="sibTrans" cxnId="{F89F72A5-DDD1-473D-ADFA-BC00F3F0D319}">
      <dgm:prSet/>
      <dgm:spPr/>
      <dgm:t>
        <a:bodyPr/>
        <a:lstStyle/>
        <a:p>
          <a:endParaRPr lang="uk-UA"/>
        </a:p>
      </dgm:t>
    </dgm:pt>
    <dgm:pt modelId="{12ED0C44-D147-4E8A-BEF7-0747BBFC0032}">
      <dgm:prSet/>
      <dgm:spPr/>
      <dgm:t>
        <a:bodyPr/>
        <a:lstStyle/>
        <a:p>
          <a:r>
            <a:rPr lang="ru-RU" b="0" i="0" baseline="0"/>
            <a:t>Поширення влади Центральної Ради на 9 українських губерній (без Криму), початок соціально-економічних перетворень.</a:t>
          </a:r>
          <a:endParaRPr lang="uk-UA"/>
        </a:p>
      </dgm:t>
    </dgm:pt>
    <dgm:pt modelId="{6DA53EF4-2863-4FD1-B075-32309C6C0C1C}" type="parTrans" cxnId="{A8BE5CC2-C2DD-4C46-A555-27355525DC0E}">
      <dgm:prSet/>
      <dgm:spPr/>
      <dgm:t>
        <a:bodyPr/>
        <a:lstStyle/>
        <a:p>
          <a:endParaRPr lang="uk-UA"/>
        </a:p>
      </dgm:t>
    </dgm:pt>
    <dgm:pt modelId="{8EC2F4DC-8350-409A-886C-D24821DB783E}" type="sibTrans" cxnId="{A8BE5CC2-C2DD-4C46-A555-27355525DC0E}">
      <dgm:prSet/>
      <dgm:spPr/>
      <dgm:t>
        <a:bodyPr/>
        <a:lstStyle/>
        <a:p>
          <a:endParaRPr lang="uk-UA"/>
        </a:p>
      </dgm:t>
    </dgm:pt>
    <dgm:pt modelId="{F6A8B5CD-4243-4132-82D9-1BBF97D55943}">
      <dgm:prSet/>
      <dgm:spPr/>
      <dgm:t>
        <a:bodyPr/>
        <a:lstStyle/>
        <a:p>
          <a:r>
            <a:rPr lang="ru-RU" b="0" i="0" baseline="0"/>
            <a:t>Утворення Української Центральної Ради, початок Української революції</a:t>
          </a:r>
          <a:endParaRPr lang="uk-UA"/>
        </a:p>
      </dgm:t>
    </dgm:pt>
    <dgm:pt modelId="{1BDEFC3C-B469-4BC4-A1A1-645FAA0A75C5}" type="parTrans" cxnId="{DF3389F4-6631-495A-B3B8-99C6E9214388}">
      <dgm:prSet/>
      <dgm:spPr/>
      <dgm:t>
        <a:bodyPr/>
        <a:lstStyle/>
        <a:p>
          <a:endParaRPr lang="uk-UA"/>
        </a:p>
      </dgm:t>
    </dgm:pt>
    <dgm:pt modelId="{5E3C8151-9407-4BF5-A99F-9E366F22A2E5}" type="sibTrans" cxnId="{DF3389F4-6631-495A-B3B8-99C6E9214388}">
      <dgm:prSet/>
      <dgm:spPr/>
      <dgm:t>
        <a:bodyPr/>
        <a:lstStyle/>
        <a:p>
          <a:endParaRPr lang="uk-UA"/>
        </a:p>
      </dgm:t>
    </dgm:pt>
    <dgm:pt modelId="{4C4E83BB-1814-463C-869D-0FA982EE0A16}" type="pres">
      <dgm:prSet presAssocID="{78615698-744D-4B40-95F5-1388E91FD09F}" presName="linear" presStyleCnt="0">
        <dgm:presLayoutVars>
          <dgm:animLvl val="lvl"/>
          <dgm:resizeHandles val="exact"/>
        </dgm:presLayoutVars>
      </dgm:prSet>
      <dgm:spPr/>
    </dgm:pt>
    <dgm:pt modelId="{F96E0C78-E3C8-439F-AAAB-B5F96BC6AE0C}" type="pres">
      <dgm:prSet presAssocID="{134DD38B-B75E-42D2-BD88-C499DB6576C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43B2BF6-C7E6-4ABD-94E4-18BFF440D9AE}" type="pres">
      <dgm:prSet presAssocID="{44CE92AD-39F5-4307-AC5E-7A08478EE8A5}" presName="spacer" presStyleCnt="0"/>
      <dgm:spPr/>
    </dgm:pt>
    <dgm:pt modelId="{9C36CFEC-34C2-462B-B6A1-50B568A367C5}" type="pres">
      <dgm:prSet presAssocID="{49682F9B-A41B-4ECA-BAEC-B5341173BA8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4E59209-45C3-403D-A2FC-B4D39969F70B}" type="pres">
      <dgm:prSet presAssocID="{0D9DF625-C77F-439F-AC81-A27DBE2FE597}" presName="spacer" presStyleCnt="0"/>
      <dgm:spPr/>
    </dgm:pt>
    <dgm:pt modelId="{D860BFF0-B20C-446B-A94D-E3E2F4401C47}" type="pres">
      <dgm:prSet presAssocID="{5181FD38-08F2-4C7C-9A3A-E953B9F16E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0147004-CE59-491F-BB9D-84862AAB36FC}" type="pres">
      <dgm:prSet presAssocID="{70AC32E4-42F7-495B-8631-103D2D5EEA60}" presName="spacer" presStyleCnt="0"/>
      <dgm:spPr/>
    </dgm:pt>
    <dgm:pt modelId="{C17B108F-709D-458C-A1F5-E0906D334FBF}" type="pres">
      <dgm:prSet presAssocID="{12ED0C44-D147-4E8A-BEF7-0747BBFC003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AA646D-D7DF-46F3-91F1-6C77A0498BED}" type="pres">
      <dgm:prSet presAssocID="{8EC2F4DC-8350-409A-886C-D24821DB783E}" presName="spacer" presStyleCnt="0"/>
      <dgm:spPr/>
    </dgm:pt>
    <dgm:pt modelId="{84CC9247-D930-471A-871A-AC9915728EA6}" type="pres">
      <dgm:prSet presAssocID="{F6A8B5CD-4243-4132-82D9-1BBF97D5594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79D8502-F140-4C7C-A7CE-B6DDEEB143F5}" type="presOf" srcId="{F6A8B5CD-4243-4132-82D9-1BBF97D55943}" destId="{84CC9247-D930-471A-871A-AC9915728EA6}" srcOrd="0" destOrd="0" presId="urn:microsoft.com/office/officeart/2005/8/layout/vList2"/>
    <dgm:cxn modelId="{D0528E12-AA1F-4143-8571-781CE291573C}" type="presOf" srcId="{134DD38B-B75E-42D2-BD88-C499DB6576CA}" destId="{F96E0C78-E3C8-439F-AAAB-B5F96BC6AE0C}" srcOrd="0" destOrd="0" presId="urn:microsoft.com/office/officeart/2005/8/layout/vList2"/>
    <dgm:cxn modelId="{002C6E27-5BFB-4D33-BBF0-B33624F826C8}" type="presOf" srcId="{78615698-744D-4B40-95F5-1388E91FD09F}" destId="{4C4E83BB-1814-463C-869D-0FA982EE0A16}" srcOrd="0" destOrd="0" presId="urn:microsoft.com/office/officeart/2005/8/layout/vList2"/>
    <dgm:cxn modelId="{A6D58544-8B31-4234-932D-FA772841941A}" type="presOf" srcId="{12ED0C44-D147-4E8A-BEF7-0747BBFC0032}" destId="{C17B108F-709D-458C-A1F5-E0906D334FBF}" srcOrd="0" destOrd="0" presId="urn:microsoft.com/office/officeart/2005/8/layout/vList2"/>
    <dgm:cxn modelId="{9C109D71-7E03-4FEC-AF14-AC87A55AE979}" srcId="{78615698-744D-4B40-95F5-1388E91FD09F}" destId="{134DD38B-B75E-42D2-BD88-C499DB6576CA}" srcOrd="0" destOrd="0" parTransId="{2B30D0DA-9925-4577-AB9C-FF4084BF9ADB}" sibTransId="{44CE92AD-39F5-4307-AC5E-7A08478EE8A5}"/>
    <dgm:cxn modelId="{0A875C84-2909-45F4-8F41-0B049FED0D0A}" srcId="{78615698-744D-4B40-95F5-1388E91FD09F}" destId="{49682F9B-A41B-4ECA-BAEC-B5341173BA80}" srcOrd="1" destOrd="0" parTransId="{89F39354-1CCF-4C80-8F59-25B6B95FA9A3}" sibTransId="{0D9DF625-C77F-439F-AC81-A27DBE2FE597}"/>
    <dgm:cxn modelId="{F89F72A5-DDD1-473D-ADFA-BC00F3F0D319}" srcId="{78615698-744D-4B40-95F5-1388E91FD09F}" destId="{5181FD38-08F2-4C7C-9A3A-E953B9F16EE4}" srcOrd="2" destOrd="0" parTransId="{E2309755-1242-42A3-9FCA-A340F2CD1D52}" sibTransId="{70AC32E4-42F7-495B-8631-103D2D5EEA60}"/>
    <dgm:cxn modelId="{A8BE5CC2-C2DD-4C46-A555-27355525DC0E}" srcId="{78615698-744D-4B40-95F5-1388E91FD09F}" destId="{12ED0C44-D147-4E8A-BEF7-0747BBFC0032}" srcOrd="3" destOrd="0" parTransId="{6DA53EF4-2863-4FD1-B075-32309C6C0C1C}" sibTransId="{8EC2F4DC-8350-409A-886C-D24821DB783E}"/>
    <dgm:cxn modelId="{E8ED50DE-370F-445E-A90F-77225E847590}" type="presOf" srcId="{5181FD38-08F2-4C7C-9A3A-E953B9F16EE4}" destId="{D860BFF0-B20C-446B-A94D-E3E2F4401C47}" srcOrd="0" destOrd="0" presId="urn:microsoft.com/office/officeart/2005/8/layout/vList2"/>
    <dgm:cxn modelId="{D62445E0-99F5-4F9A-8F75-F3ABA01B38C5}" type="presOf" srcId="{49682F9B-A41B-4ECA-BAEC-B5341173BA80}" destId="{9C36CFEC-34C2-462B-B6A1-50B568A367C5}" srcOrd="0" destOrd="0" presId="urn:microsoft.com/office/officeart/2005/8/layout/vList2"/>
    <dgm:cxn modelId="{DF3389F4-6631-495A-B3B8-99C6E9214388}" srcId="{78615698-744D-4B40-95F5-1388E91FD09F}" destId="{F6A8B5CD-4243-4132-82D9-1BBF97D55943}" srcOrd="4" destOrd="0" parTransId="{1BDEFC3C-B469-4BC4-A1A1-645FAA0A75C5}" sibTransId="{5E3C8151-9407-4BF5-A99F-9E366F22A2E5}"/>
    <dgm:cxn modelId="{BD341060-7FFE-4168-98D5-279E6EBC05B9}" type="presParOf" srcId="{4C4E83BB-1814-463C-869D-0FA982EE0A16}" destId="{F96E0C78-E3C8-439F-AAAB-B5F96BC6AE0C}" srcOrd="0" destOrd="0" presId="urn:microsoft.com/office/officeart/2005/8/layout/vList2"/>
    <dgm:cxn modelId="{6D95A7FE-6190-42F7-BA58-32B002E07C35}" type="presParOf" srcId="{4C4E83BB-1814-463C-869D-0FA982EE0A16}" destId="{C43B2BF6-C7E6-4ABD-94E4-18BFF440D9AE}" srcOrd="1" destOrd="0" presId="urn:microsoft.com/office/officeart/2005/8/layout/vList2"/>
    <dgm:cxn modelId="{8227D351-05F3-4147-9462-376D787E1CE5}" type="presParOf" srcId="{4C4E83BB-1814-463C-869D-0FA982EE0A16}" destId="{9C36CFEC-34C2-462B-B6A1-50B568A367C5}" srcOrd="2" destOrd="0" presId="urn:microsoft.com/office/officeart/2005/8/layout/vList2"/>
    <dgm:cxn modelId="{D709C647-43D8-448C-9D71-05E8EB59B3B4}" type="presParOf" srcId="{4C4E83BB-1814-463C-869D-0FA982EE0A16}" destId="{04E59209-45C3-403D-A2FC-B4D39969F70B}" srcOrd="3" destOrd="0" presId="urn:microsoft.com/office/officeart/2005/8/layout/vList2"/>
    <dgm:cxn modelId="{2803DAC2-DA97-459E-BB91-485B6D205F75}" type="presParOf" srcId="{4C4E83BB-1814-463C-869D-0FA982EE0A16}" destId="{D860BFF0-B20C-446B-A94D-E3E2F4401C47}" srcOrd="4" destOrd="0" presId="urn:microsoft.com/office/officeart/2005/8/layout/vList2"/>
    <dgm:cxn modelId="{2F688390-ACB6-4B98-B60A-0F61882ACCA3}" type="presParOf" srcId="{4C4E83BB-1814-463C-869D-0FA982EE0A16}" destId="{60147004-CE59-491F-BB9D-84862AAB36FC}" srcOrd="5" destOrd="0" presId="urn:microsoft.com/office/officeart/2005/8/layout/vList2"/>
    <dgm:cxn modelId="{9D5CA0C3-BEDB-42C5-8FFC-905D0D94709A}" type="presParOf" srcId="{4C4E83BB-1814-463C-869D-0FA982EE0A16}" destId="{C17B108F-709D-458C-A1F5-E0906D334FBF}" srcOrd="6" destOrd="0" presId="urn:microsoft.com/office/officeart/2005/8/layout/vList2"/>
    <dgm:cxn modelId="{2AE36735-FEB0-4391-9F5C-E450F366744F}" type="presParOf" srcId="{4C4E83BB-1814-463C-869D-0FA982EE0A16}" destId="{83AA646D-D7DF-46F3-91F1-6C77A0498BED}" srcOrd="7" destOrd="0" presId="urn:microsoft.com/office/officeart/2005/8/layout/vList2"/>
    <dgm:cxn modelId="{B0315CC6-2CAD-4F3C-9C44-4F24C478688F}" type="presParOf" srcId="{4C4E83BB-1814-463C-869D-0FA982EE0A16}" destId="{84CC9247-D930-471A-871A-AC9915728EA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FB62A0-C162-43FB-80C0-58401AE60B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CC8E69-3E71-440D-95F0-57D8EDE4219A}">
      <dgm:prSet/>
      <dgm:spPr/>
      <dgm:t>
        <a:bodyPr/>
        <a:lstStyle/>
        <a:p>
          <a:r>
            <a:rPr lang="uk-UA" b="0" i="0" baseline="0"/>
            <a:t>успіхи російських військ у Галицькій битві</a:t>
          </a:r>
          <a:endParaRPr lang="uk-UA"/>
        </a:p>
      </dgm:t>
    </dgm:pt>
    <dgm:pt modelId="{FEC99077-95A0-44E5-BB4C-B1E165764EA0}" type="parTrans" cxnId="{30413060-A498-4CB2-8D64-FD84B78A3B00}">
      <dgm:prSet/>
      <dgm:spPr/>
      <dgm:t>
        <a:bodyPr/>
        <a:lstStyle/>
        <a:p>
          <a:endParaRPr lang="uk-UA"/>
        </a:p>
      </dgm:t>
    </dgm:pt>
    <dgm:pt modelId="{34F0F32A-1E2B-4EA4-8CE1-83A2EE985DE5}" type="sibTrans" cxnId="{30413060-A498-4CB2-8D64-FD84B78A3B00}">
      <dgm:prSet/>
      <dgm:spPr/>
      <dgm:t>
        <a:bodyPr/>
        <a:lstStyle/>
        <a:p>
          <a:endParaRPr lang="uk-UA"/>
        </a:p>
      </dgm:t>
    </dgm:pt>
    <dgm:pt modelId="{B7BBF4E2-7140-4D44-98C5-910C5E3EDD66}">
      <dgm:prSet/>
      <dgm:spPr/>
      <dgm:t>
        <a:bodyPr/>
        <a:lstStyle/>
        <a:p>
          <a:r>
            <a:rPr lang="uk-UA" b="0" i="0" baseline="0"/>
            <a:t>більшовицький переворот у Росії</a:t>
          </a:r>
          <a:endParaRPr lang="uk-UA"/>
        </a:p>
      </dgm:t>
    </dgm:pt>
    <dgm:pt modelId="{1F512CA0-FFDB-4803-97C8-62DB3F5670D9}" type="parTrans" cxnId="{CEF2461F-31B5-4AD5-9C83-ABAB4FF39404}">
      <dgm:prSet/>
      <dgm:spPr/>
      <dgm:t>
        <a:bodyPr/>
        <a:lstStyle/>
        <a:p>
          <a:endParaRPr lang="uk-UA"/>
        </a:p>
      </dgm:t>
    </dgm:pt>
    <dgm:pt modelId="{9BFC390E-C30F-4FBF-A849-4BFDBCC5F0DE}" type="sibTrans" cxnId="{CEF2461F-31B5-4AD5-9C83-ABAB4FF39404}">
      <dgm:prSet/>
      <dgm:spPr/>
      <dgm:t>
        <a:bodyPr/>
        <a:lstStyle/>
        <a:p>
          <a:endParaRPr lang="uk-UA"/>
        </a:p>
      </dgm:t>
    </dgm:pt>
    <dgm:pt modelId="{85583747-A05C-4B7D-9A5B-ABCB11790C53}">
      <dgm:prSet/>
      <dgm:spPr/>
      <dgm:t>
        <a:bodyPr/>
        <a:lstStyle/>
        <a:p>
          <a:r>
            <a:rPr lang="uk-UA" b="0" i="0" baseline="0"/>
            <a:t>проголошення УНР</a:t>
          </a:r>
          <a:endParaRPr lang="uk-UA"/>
        </a:p>
      </dgm:t>
    </dgm:pt>
    <dgm:pt modelId="{9C356C80-B80A-41CC-B2B7-06D1DE44184A}" type="parTrans" cxnId="{CA452FDF-34EC-4ADA-A33C-3E2FC0612BD2}">
      <dgm:prSet/>
      <dgm:spPr/>
      <dgm:t>
        <a:bodyPr/>
        <a:lstStyle/>
        <a:p>
          <a:endParaRPr lang="uk-UA"/>
        </a:p>
      </dgm:t>
    </dgm:pt>
    <dgm:pt modelId="{3A8ED454-0F64-40F4-9F08-C360E11F6959}" type="sibTrans" cxnId="{CA452FDF-34EC-4ADA-A33C-3E2FC0612BD2}">
      <dgm:prSet/>
      <dgm:spPr/>
      <dgm:t>
        <a:bodyPr/>
        <a:lstStyle/>
        <a:p>
          <a:endParaRPr lang="uk-UA"/>
        </a:p>
      </dgm:t>
    </dgm:pt>
    <dgm:pt modelId="{7AE83E00-35B8-48D6-9BFE-FE85AC2E06C9}">
      <dgm:prSet/>
      <dgm:spPr/>
      <dgm:t>
        <a:bodyPr/>
        <a:lstStyle/>
        <a:p>
          <a:r>
            <a:rPr lang="uk-UA" b="0" i="0" baseline="0"/>
            <a:t>початок Української революції</a:t>
          </a:r>
          <a:endParaRPr lang="uk-UA"/>
        </a:p>
      </dgm:t>
    </dgm:pt>
    <dgm:pt modelId="{998CCC44-6DF1-4BDB-BEC5-BE0591F35CDF}" type="parTrans" cxnId="{EA96F2AA-F3B0-4302-9D50-BE3877BC4877}">
      <dgm:prSet/>
      <dgm:spPr/>
      <dgm:t>
        <a:bodyPr/>
        <a:lstStyle/>
        <a:p>
          <a:endParaRPr lang="uk-UA"/>
        </a:p>
      </dgm:t>
    </dgm:pt>
    <dgm:pt modelId="{D3697A1D-2A21-4FAF-95A9-131636B09877}" type="sibTrans" cxnId="{EA96F2AA-F3B0-4302-9D50-BE3877BC4877}">
      <dgm:prSet/>
      <dgm:spPr/>
      <dgm:t>
        <a:bodyPr/>
        <a:lstStyle/>
        <a:p>
          <a:endParaRPr lang="uk-UA"/>
        </a:p>
      </dgm:t>
    </dgm:pt>
    <dgm:pt modelId="{08743C06-9B8D-42EF-ADB1-03BD0411FF69}" type="pres">
      <dgm:prSet presAssocID="{E5FB62A0-C162-43FB-80C0-58401AE60B32}" presName="linear" presStyleCnt="0">
        <dgm:presLayoutVars>
          <dgm:animLvl val="lvl"/>
          <dgm:resizeHandles val="exact"/>
        </dgm:presLayoutVars>
      </dgm:prSet>
      <dgm:spPr/>
    </dgm:pt>
    <dgm:pt modelId="{B330FD88-D334-4B7E-B9D7-9681A71D883E}" type="pres">
      <dgm:prSet presAssocID="{BACC8E69-3E71-440D-95F0-57D8EDE4219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3810927-C9FC-419B-B7B2-3C60EF3B1B38}" type="pres">
      <dgm:prSet presAssocID="{34F0F32A-1E2B-4EA4-8CE1-83A2EE985DE5}" presName="spacer" presStyleCnt="0"/>
      <dgm:spPr/>
    </dgm:pt>
    <dgm:pt modelId="{41B2E672-048A-4295-9E9B-6618744C20CC}" type="pres">
      <dgm:prSet presAssocID="{B7BBF4E2-7140-4D44-98C5-910C5E3EDD6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3AA9D9-2706-4BFE-A178-8FBD0E3567B4}" type="pres">
      <dgm:prSet presAssocID="{9BFC390E-C30F-4FBF-A849-4BFDBCC5F0DE}" presName="spacer" presStyleCnt="0"/>
      <dgm:spPr/>
    </dgm:pt>
    <dgm:pt modelId="{0EA7B09C-A4EC-42E5-8024-0C87EF1C5C1C}" type="pres">
      <dgm:prSet presAssocID="{85583747-A05C-4B7D-9A5B-ABCB11790C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9FCE79-C1B7-47E2-89C6-79A17DEAFD9B}" type="pres">
      <dgm:prSet presAssocID="{3A8ED454-0F64-40F4-9F08-C360E11F6959}" presName="spacer" presStyleCnt="0"/>
      <dgm:spPr/>
    </dgm:pt>
    <dgm:pt modelId="{00F8DE40-5505-4125-A8F3-896AAA3BB530}" type="pres">
      <dgm:prSet presAssocID="{7AE83E00-35B8-48D6-9BFE-FE85AC2E06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F2461F-31B5-4AD5-9C83-ABAB4FF39404}" srcId="{E5FB62A0-C162-43FB-80C0-58401AE60B32}" destId="{B7BBF4E2-7140-4D44-98C5-910C5E3EDD66}" srcOrd="1" destOrd="0" parTransId="{1F512CA0-FFDB-4803-97C8-62DB3F5670D9}" sibTransId="{9BFC390E-C30F-4FBF-A849-4BFDBCC5F0DE}"/>
    <dgm:cxn modelId="{30413060-A498-4CB2-8D64-FD84B78A3B00}" srcId="{E5FB62A0-C162-43FB-80C0-58401AE60B32}" destId="{BACC8E69-3E71-440D-95F0-57D8EDE4219A}" srcOrd="0" destOrd="0" parTransId="{FEC99077-95A0-44E5-BB4C-B1E165764EA0}" sibTransId="{34F0F32A-1E2B-4EA4-8CE1-83A2EE985DE5}"/>
    <dgm:cxn modelId="{D9F74D72-8B31-4F68-8360-7EFE18A61C30}" type="presOf" srcId="{7AE83E00-35B8-48D6-9BFE-FE85AC2E06C9}" destId="{00F8DE40-5505-4125-A8F3-896AAA3BB530}" srcOrd="0" destOrd="0" presId="urn:microsoft.com/office/officeart/2005/8/layout/vList2"/>
    <dgm:cxn modelId="{7A45A17D-9DA0-4620-BA0B-6C8F9571BA70}" type="presOf" srcId="{E5FB62A0-C162-43FB-80C0-58401AE60B32}" destId="{08743C06-9B8D-42EF-ADB1-03BD0411FF69}" srcOrd="0" destOrd="0" presId="urn:microsoft.com/office/officeart/2005/8/layout/vList2"/>
    <dgm:cxn modelId="{EA96F2AA-F3B0-4302-9D50-BE3877BC4877}" srcId="{E5FB62A0-C162-43FB-80C0-58401AE60B32}" destId="{7AE83E00-35B8-48D6-9BFE-FE85AC2E06C9}" srcOrd="3" destOrd="0" parTransId="{998CCC44-6DF1-4BDB-BEC5-BE0591F35CDF}" sibTransId="{D3697A1D-2A21-4FAF-95A9-131636B09877}"/>
    <dgm:cxn modelId="{582628B3-C2D4-4B94-B3BD-BE69C5D239FA}" type="presOf" srcId="{85583747-A05C-4B7D-9A5B-ABCB11790C53}" destId="{0EA7B09C-A4EC-42E5-8024-0C87EF1C5C1C}" srcOrd="0" destOrd="0" presId="urn:microsoft.com/office/officeart/2005/8/layout/vList2"/>
    <dgm:cxn modelId="{F03FD8CB-2AFF-4481-A4FC-61E5EB501826}" type="presOf" srcId="{B7BBF4E2-7140-4D44-98C5-910C5E3EDD66}" destId="{41B2E672-048A-4295-9E9B-6618744C20CC}" srcOrd="0" destOrd="0" presId="urn:microsoft.com/office/officeart/2005/8/layout/vList2"/>
    <dgm:cxn modelId="{CA452FDF-34EC-4ADA-A33C-3E2FC0612BD2}" srcId="{E5FB62A0-C162-43FB-80C0-58401AE60B32}" destId="{85583747-A05C-4B7D-9A5B-ABCB11790C53}" srcOrd="2" destOrd="0" parTransId="{9C356C80-B80A-41CC-B2B7-06D1DE44184A}" sibTransId="{3A8ED454-0F64-40F4-9F08-C360E11F6959}"/>
    <dgm:cxn modelId="{019653FE-8543-4F77-B4DC-581A20AC1CBA}" type="presOf" srcId="{BACC8E69-3E71-440D-95F0-57D8EDE4219A}" destId="{B330FD88-D334-4B7E-B9D7-9681A71D883E}" srcOrd="0" destOrd="0" presId="urn:microsoft.com/office/officeart/2005/8/layout/vList2"/>
    <dgm:cxn modelId="{472BBDAD-38EE-4FA5-9E06-B4F3EFCA24C7}" type="presParOf" srcId="{08743C06-9B8D-42EF-ADB1-03BD0411FF69}" destId="{B330FD88-D334-4B7E-B9D7-9681A71D883E}" srcOrd="0" destOrd="0" presId="urn:microsoft.com/office/officeart/2005/8/layout/vList2"/>
    <dgm:cxn modelId="{62843D08-2CD0-4E97-A881-33482C5F2925}" type="presParOf" srcId="{08743C06-9B8D-42EF-ADB1-03BD0411FF69}" destId="{63810927-C9FC-419B-B7B2-3C60EF3B1B38}" srcOrd="1" destOrd="0" presId="urn:microsoft.com/office/officeart/2005/8/layout/vList2"/>
    <dgm:cxn modelId="{B9116663-65B3-4F67-9460-B65DE7A13330}" type="presParOf" srcId="{08743C06-9B8D-42EF-ADB1-03BD0411FF69}" destId="{41B2E672-048A-4295-9E9B-6618744C20CC}" srcOrd="2" destOrd="0" presId="urn:microsoft.com/office/officeart/2005/8/layout/vList2"/>
    <dgm:cxn modelId="{D7EE837A-293A-4AFF-AB97-C0E9FF25C1B2}" type="presParOf" srcId="{08743C06-9B8D-42EF-ADB1-03BD0411FF69}" destId="{623AA9D9-2706-4BFE-A178-8FBD0E3567B4}" srcOrd="3" destOrd="0" presId="urn:microsoft.com/office/officeart/2005/8/layout/vList2"/>
    <dgm:cxn modelId="{FD9DC02B-C25E-4CF1-B21E-066997BD8B76}" type="presParOf" srcId="{08743C06-9B8D-42EF-ADB1-03BD0411FF69}" destId="{0EA7B09C-A4EC-42E5-8024-0C87EF1C5C1C}" srcOrd="4" destOrd="0" presId="urn:microsoft.com/office/officeart/2005/8/layout/vList2"/>
    <dgm:cxn modelId="{32A0488D-EAE4-42C7-9300-FC48323B36FA}" type="presParOf" srcId="{08743C06-9B8D-42EF-ADB1-03BD0411FF69}" destId="{419FCE79-C1B7-47E2-89C6-79A17DEAFD9B}" srcOrd="5" destOrd="0" presId="urn:microsoft.com/office/officeart/2005/8/layout/vList2"/>
    <dgm:cxn modelId="{200391DD-5AC6-48E2-993E-C54207A44881}" type="presParOf" srcId="{08743C06-9B8D-42EF-ADB1-03BD0411FF69}" destId="{00F8DE40-5505-4125-A8F3-896AAA3BB5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C70C4D-2564-4B6C-BF7D-CEBA8AC9329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6618CD3-64A3-4CEC-B818-13B34756C6D5}">
      <dgm:prSet/>
      <dgm:spPr/>
      <dgm:t>
        <a:bodyPr/>
        <a:lstStyle/>
        <a:p>
          <a:r>
            <a:rPr lang="uk-UA" b="0" i="0" baseline="0"/>
            <a:t>березні 1917 р.</a:t>
          </a:r>
          <a:endParaRPr lang="uk-UA"/>
        </a:p>
      </dgm:t>
    </dgm:pt>
    <dgm:pt modelId="{1BDC2A1E-F686-4F10-BEA9-36E0ED379138}" type="parTrans" cxnId="{4955B6FE-40DC-455D-BA65-FCC4C6B11451}">
      <dgm:prSet/>
      <dgm:spPr/>
      <dgm:t>
        <a:bodyPr/>
        <a:lstStyle/>
        <a:p>
          <a:endParaRPr lang="uk-UA"/>
        </a:p>
      </dgm:t>
    </dgm:pt>
    <dgm:pt modelId="{64AF3E1F-B70B-438A-BDFD-4D1AADFAF849}" type="sibTrans" cxnId="{4955B6FE-40DC-455D-BA65-FCC4C6B11451}">
      <dgm:prSet/>
      <dgm:spPr/>
      <dgm:t>
        <a:bodyPr/>
        <a:lstStyle/>
        <a:p>
          <a:endParaRPr lang="uk-UA"/>
        </a:p>
      </dgm:t>
    </dgm:pt>
    <dgm:pt modelId="{91BE27D1-0EC5-40A0-BC2B-F7E20287B3AD}">
      <dgm:prSet/>
      <dgm:spPr/>
      <dgm:t>
        <a:bodyPr/>
        <a:lstStyle/>
        <a:p>
          <a:r>
            <a:rPr lang="uk-UA" b="0" i="0" baseline="0"/>
            <a:t>квітні 1917 р.</a:t>
          </a:r>
          <a:endParaRPr lang="uk-UA"/>
        </a:p>
      </dgm:t>
    </dgm:pt>
    <dgm:pt modelId="{56E22AF8-B6B0-41EE-8CF4-CBE98C0E4415}" type="parTrans" cxnId="{B01E1B7E-FB99-4F7B-A02D-8CB16B98553F}">
      <dgm:prSet/>
      <dgm:spPr/>
      <dgm:t>
        <a:bodyPr/>
        <a:lstStyle/>
        <a:p>
          <a:endParaRPr lang="uk-UA"/>
        </a:p>
      </dgm:t>
    </dgm:pt>
    <dgm:pt modelId="{35DCD6B1-7C92-4EB0-B9D6-07E0420A6950}" type="sibTrans" cxnId="{B01E1B7E-FB99-4F7B-A02D-8CB16B98553F}">
      <dgm:prSet/>
      <dgm:spPr/>
      <dgm:t>
        <a:bodyPr/>
        <a:lstStyle/>
        <a:p>
          <a:endParaRPr lang="uk-UA"/>
        </a:p>
      </dgm:t>
    </dgm:pt>
    <dgm:pt modelId="{B1AA0075-166E-41B9-AEA4-6C74405F201F}">
      <dgm:prSet/>
      <dgm:spPr/>
      <dgm:t>
        <a:bodyPr/>
        <a:lstStyle/>
        <a:p>
          <a:r>
            <a:rPr lang="uk-UA" b="0" i="0" baseline="0"/>
            <a:t>червні 1917 р.</a:t>
          </a:r>
          <a:endParaRPr lang="uk-UA"/>
        </a:p>
      </dgm:t>
    </dgm:pt>
    <dgm:pt modelId="{76F25B28-C2C6-40FB-940E-E6773653CA33}" type="parTrans" cxnId="{015F4EA7-7746-4E95-B159-486BC2ED702F}">
      <dgm:prSet/>
      <dgm:spPr/>
      <dgm:t>
        <a:bodyPr/>
        <a:lstStyle/>
        <a:p>
          <a:endParaRPr lang="uk-UA"/>
        </a:p>
      </dgm:t>
    </dgm:pt>
    <dgm:pt modelId="{E1E19428-3093-445F-8B6C-843D692874CA}" type="sibTrans" cxnId="{015F4EA7-7746-4E95-B159-486BC2ED702F}">
      <dgm:prSet/>
      <dgm:spPr/>
      <dgm:t>
        <a:bodyPr/>
        <a:lstStyle/>
        <a:p>
          <a:endParaRPr lang="uk-UA"/>
        </a:p>
      </dgm:t>
    </dgm:pt>
    <dgm:pt modelId="{9850D889-8498-40B2-AAF8-9636970CB917}">
      <dgm:prSet/>
      <dgm:spPr/>
      <dgm:t>
        <a:bodyPr/>
        <a:lstStyle/>
        <a:p>
          <a:r>
            <a:rPr lang="uk-UA" b="0" i="0" baseline="0"/>
            <a:t>липні 1917 р.</a:t>
          </a:r>
          <a:endParaRPr lang="uk-UA"/>
        </a:p>
      </dgm:t>
    </dgm:pt>
    <dgm:pt modelId="{CD791D5E-596D-4AA1-8CED-DC0AA7E9BA71}" type="parTrans" cxnId="{44057155-AE7F-48D2-9BEB-50F218981A7B}">
      <dgm:prSet/>
      <dgm:spPr/>
      <dgm:t>
        <a:bodyPr/>
        <a:lstStyle/>
        <a:p>
          <a:endParaRPr lang="uk-UA"/>
        </a:p>
      </dgm:t>
    </dgm:pt>
    <dgm:pt modelId="{C7726440-927D-4744-AC5B-37DCCF998EF5}" type="sibTrans" cxnId="{44057155-AE7F-48D2-9BEB-50F218981A7B}">
      <dgm:prSet/>
      <dgm:spPr/>
      <dgm:t>
        <a:bodyPr/>
        <a:lstStyle/>
        <a:p>
          <a:endParaRPr lang="uk-UA"/>
        </a:p>
      </dgm:t>
    </dgm:pt>
    <dgm:pt modelId="{C6E2C0D4-EDD4-4638-BC6A-93E947B20B3D}" type="pres">
      <dgm:prSet presAssocID="{14C70C4D-2564-4B6C-BF7D-CEBA8AC9329E}" presName="linearFlow" presStyleCnt="0">
        <dgm:presLayoutVars>
          <dgm:dir/>
          <dgm:resizeHandles val="exact"/>
        </dgm:presLayoutVars>
      </dgm:prSet>
      <dgm:spPr/>
    </dgm:pt>
    <dgm:pt modelId="{470C9E69-A6AC-43B8-8276-6E3677DAD6A8}" type="pres">
      <dgm:prSet presAssocID="{96618CD3-64A3-4CEC-B818-13B34756C6D5}" presName="composite" presStyleCnt="0"/>
      <dgm:spPr/>
    </dgm:pt>
    <dgm:pt modelId="{38E9514A-5B9F-43FB-BE6D-CC3F7A68DAE6}" type="pres">
      <dgm:prSet presAssocID="{96618CD3-64A3-4CEC-B818-13B34756C6D5}" presName="imgShp" presStyleLbl="fgImgPlace1" presStyleIdx="0" presStyleCnt="4"/>
      <dgm:spPr/>
    </dgm:pt>
    <dgm:pt modelId="{0F6E77E8-C73D-427C-AEFC-020759616208}" type="pres">
      <dgm:prSet presAssocID="{96618CD3-64A3-4CEC-B818-13B34756C6D5}" presName="txShp" presStyleLbl="node1" presStyleIdx="0" presStyleCnt="4">
        <dgm:presLayoutVars>
          <dgm:bulletEnabled val="1"/>
        </dgm:presLayoutVars>
      </dgm:prSet>
      <dgm:spPr/>
    </dgm:pt>
    <dgm:pt modelId="{970F8A39-4679-424F-BE96-0B68A5619590}" type="pres">
      <dgm:prSet presAssocID="{64AF3E1F-B70B-438A-BDFD-4D1AADFAF849}" presName="spacing" presStyleCnt="0"/>
      <dgm:spPr/>
    </dgm:pt>
    <dgm:pt modelId="{E49AEBD7-6AFF-475C-AFB7-75D2AC81D81F}" type="pres">
      <dgm:prSet presAssocID="{91BE27D1-0EC5-40A0-BC2B-F7E20287B3AD}" presName="composite" presStyleCnt="0"/>
      <dgm:spPr/>
    </dgm:pt>
    <dgm:pt modelId="{3BF1AF68-E209-41FB-B140-490D2E5CDEFD}" type="pres">
      <dgm:prSet presAssocID="{91BE27D1-0EC5-40A0-BC2B-F7E20287B3AD}" presName="imgShp" presStyleLbl="fgImgPlace1" presStyleIdx="1" presStyleCnt="4"/>
      <dgm:spPr/>
    </dgm:pt>
    <dgm:pt modelId="{D24C53CE-46D1-4516-A4CC-45066619340B}" type="pres">
      <dgm:prSet presAssocID="{91BE27D1-0EC5-40A0-BC2B-F7E20287B3AD}" presName="txShp" presStyleLbl="node1" presStyleIdx="1" presStyleCnt="4">
        <dgm:presLayoutVars>
          <dgm:bulletEnabled val="1"/>
        </dgm:presLayoutVars>
      </dgm:prSet>
      <dgm:spPr/>
    </dgm:pt>
    <dgm:pt modelId="{5BED8613-D52B-4164-B964-173ACCB4A16E}" type="pres">
      <dgm:prSet presAssocID="{35DCD6B1-7C92-4EB0-B9D6-07E0420A6950}" presName="spacing" presStyleCnt="0"/>
      <dgm:spPr/>
    </dgm:pt>
    <dgm:pt modelId="{A086805F-57D6-4CE6-8636-ABB90093A1A0}" type="pres">
      <dgm:prSet presAssocID="{B1AA0075-166E-41B9-AEA4-6C74405F201F}" presName="composite" presStyleCnt="0"/>
      <dgm:spPr/>
    </dgm:pt>
    <dgm:pt modelId="{4C5BA1AC-4288-4B86-BD41-C24D6F1405C8}" type="pres">
      <dgm:prSet presAssocID="{B1AA0075-166E-41B9-AEA4-6C74405F201F}" presName="imgShp" presStyleLbl="fgImgPlace1" presStyleIdx="2" presStyleCnt="4"/>
      <dgm:spPr/>
    </dgm:pt>
    <dgm:pt modelId="{CFA9052D-3C30-43F6-99AD-E2F87E8CA8C0}" type="pres">
      <dgm:prSet presAssocID="{B1AA0075-166E-41B9-AEA4-6C74405F201F}" presName="txShp" presStyleLbl="node1" presStyleIdx="2" presStyleCnt="4">
        <dgm:presLayoutVars>
          <dgm:bulletEnabled val="1"/>
        </dgm:presLayoutVars>
      </dgm:prSet>
      <dgm:spPr/>
    </dgm:pt>
    <dgm:pt modelId="{3D7832F1-667B-48B5-BEDF-FB656B206CD9}" type="pres">
      <dgm:prSet presAssocID="{E1E19428-3093-445F-8B6C-843D692874CA}" presName="spacing" presStyleCnt="0"/>
      <dgm:spPr/>
    </dgm:pt>
    <dgm:pt modelId="{60A3B90B-96B4-4B7E-8219-59E75B66C838}" type="pres">
      <dgm:prSet presAssocID="{9850D889-8498-40B2-AAF8-9636970CB917}" presName="composite" presStyleCnt="0"/>
      <dgm:spPr/>
    </dgm:pt>
    <dgm:pt modelId="{90FCECDB-FA9C-4EFA-B70B-B0CB9E008CC2}" type="pres">
      <dgm:prSet presAssocID="{9850D889-8498-40B2-AAF8-9636970CB917}" presName="imgShp" presStyleLbl="fgImgPlace1" presStyleIdx="3" presStyleCnt="4"/>
      <dgm:spPr/>
    </dgm:pt>
    <dgm:pt modelId="{6D3CB798-2CEF-40D6-8088-797C93B89520}" type="pres">
      <dgm:prSet presAssocID="{9850D889-8498-40B2-AAF8-9636970CB917}" presName="txShp" presStyleLbl="node1" presStyleIdx="3" presStyleCnt="4">
        <dgm:presLayoutVars>
          <dgm:bulletEnabled val="1"/>
        </dgm:presLayoutVars>
      </dgm:prSet>
      <dgm:spPr/>
    </dgm:pt>
  </dgm:ptLst>
  <dgm:cxnLst>
    <dgm:cxn modelId="{EF4CD621-964A-434D-A0D3-04C5A862CEE7}" type="presOf" srcId="{96618CD3-64A3-4CEC-B818-13B34756C6D5}" destId="{0F6E77E8-C73D-427C-AEFC-020759616208}" srcOrd="0" destOrd="0" presId="urn:microsoft.com/office/officeart/2005/8/layout/vList3"/>
    <dgm:cxn modelId="{C29D7E5F-59C7-4D9D-926F-0A8A5ECB1703}" type="presOf" srcId="{91BE27D1-0EC5-40A0-BC2B-F7E20287B3AD}" destId="{D24C53CE-46D1-4516-A4CC-45066619340B}" srcOrd="0" destOrd="0" presId="urn:microsoft.com/office/officeart/2005/8/layout/vList3"/>
    <dgm:cxn modelId="{10F69447-8032-4A29-B4B6-EC5A902AAF39}" type="presOf" srcId="{B1AA0075-166E-41B9-AEA4-6C74405F201F}" destId="{CFA9052D-3C30-43F6-99AD-E2F87E8CA8C0}" srcOrd="0" destOrd="0" presId="urn:microsoft.com/office/officeart/2005/8/layout/vList3"/>
    <dgm:cxn modelId="{44057155-AE7F-48D2-9BEB-50F218981A7B}" srcId="{14C70C4D-2564-4B6C-BF7D-CEBA8AC9329E}" destId="{9850D889-8498-40B2-AAF8-9636970CB917}" srcOrd="3" destOrd="0" parTransId="{CD791D5E-596D-4AA1-8CED-DC0AA7E9BA71}" sibTransId="{C7726440-927D-4744-AC5B-37DCCF998EF5}"/>
    <dgm:cxn modelId="{88E60F7E-F0CE-40C9-9476-6CC69CF64AC1}" type="presOf" srcId="{9850D889-8498-40B2-AAF8-9636970CB917}" destId="{6D3CB798-2CEF-40D6-8088-797C93B89520}" srcOrd="0" destOrd="0" presId="urn:microsoft.com/office/officeart/2005/8/layout/vList3"/>
    <dgm:cxn modelId="{B01E1B7E-FB99-4F7B-A02D-8CB16B98553F}" srcId="{14C70C4D-2564-4B6C-BF7D-CEBA8AC9329E}" destId="{91BE27D1-0EC5-40A0-BC2B-F7E20287B3AD}" srcOrd="1" destOrd="0" parTransId="{56E22AF8-B6B0-41EE-8CF4-CBE98C0E4415}" sibTransId="{35DCD6B1-7C92-4EB0-B9D6-07E0420A6950}"/>
    <dgm:cxn modelId="{015F4EA7-7746-4E95-B159-486BC2ED702F}" srcId="{14C70C4D-2564-4B6C-BF7D-CEBA8AC9329E}" destId="{B1AA0075-166E-41B9-AEA4-6C74405F201F}" srcOrd="2" destOrd="0" parTransId="{76F25B28-C2C6-40FB-940E-E6773653CA33}" sibTransId="{E1E19428-3093-445F-8B6C-843D692874CA}"/>
    <dgm:cxn modelId="{E02C74C0-45BC-4DAA-A836-AF07D7B6A6CB}" type="presOf" srcId="{14C70C4D-2564-4B6C-BF7D-CEBA8AC9329E}" destId="{C6E2C0D4-EDD4-4638-BC6A-93E947B20B3D}" srcOrd="0" destOrd="0" presId="urn:microsoft.com/office/officeart/2005/8/layout/vList3"/>
    <dgm:cxn modelId="{4955B6FE-40DC-455D-BA65-FCC4C6B11451}" srcId="{14C70C4D-2564-4B6C-BF7D-CEBA8AC9329E}" destId="{96618CD3-64A3-4CEC-B818-13B34756C6D5}" srcOrd="0" destOrd="0" parTransId="{1BDC2A1E-F686-4F10-BEA9-36E0ED379138}" sibTransId="{64AF3E1F-B70B-438A-BDFD-4D1AADFAF849}"/>
    <dgm:cxn modelId="{3BD9BA36-4A0B-408B-85B5-EE732E8D395D}" type="presParOf" srcId="{C6E2C0D4-EDD4-4638-BC6A-93E947B20B3D}" destId="{470C9E69-A6AC-43B8-8276-6E3677DAD6A8}" srcOrd="0" destOrd="0" presId="urn:microsoft.com/office/officeart/2005/8/layout/vList3"/>
    <dgm:cxn modelId="{65E375DE-D9D5-4817-91AA-B7425575CC4A}" type="presParOf" srcId="{470C9E69-A6AC-43B8-8276-6E3677DAD6A8}" destId="{38E9514A-5B9F-43FB-BE6D-CC3F7A68DAE6}" srcOrd="0" destOrd="0" presId="urn:microsoft.com/office/officeart/2005/8/layout/vList3"/>
    <dgm:cxn modelId="{5BF78D93-CD89-42AD-A59B-583FAFBEB147}" type="presParOf" srcId="{470C9E69-A6AC-43B8-8276-6E3677DAD6A8}" destId="{0F6E77E8-C73D-427C-AEFC-020759616208}" srcOrd="1" destOrd="0" presId="urn:microsoft.com/office/officeart/2005/8/layout/vList3"/>
    <dgm:cxn modelId="{7F9E8909-B111-4D37-819C-82CB8BAC6E84}" type="presParOf" srcId="{C6E2C0D4-EDD4-4638-BC6A-93E947B20B3D}" destId="{970F8A39-4679-424F-BE96-0B68A5619590}" srcOrd="1" destOrd="0" presId="urn:microsoft.com/office/officeart/2005/8/layout/vList3"/>
    <dgm:cxn modelId="{C99109A9-3A91-4616-8A40-A5B60277FEA1}" type="presParOf" srcId="{C6E2C0D4-EDD4-4638-BC6A-93E947B20B3D}" destId="{E49AEBD7-6AFF-475C-AFB7-75D2AC81D81F}" srcOrd="2" destOrd="0" presId="urn:microsoft.com/office/officeart/2005/8/layout/vList3"/>
    <dgm:cxn modelId="{C4E27D54-179A-49C7-8955-07296567AFB3}" type="presParOf" srcId="{E49AEBD7-6AFF-475C-AFB7-75D2AC81D81F}" destId="{3BF1AF68-E209-41FB-B140-490D2E5CDEFD}" srcOrd="0" destOrd="0" presId="urn:microsoft.com/office/officeart/2005/8/layout/vList3"/>
    <dgm:cxn modelId="{D340B033-B691-4FB0-AAE2-592E7C93497A}" type="presParOf" srcId="{E49AEBD7-6AFF-475C-AFB7-75D2AC81D81F}" destId="{D24C53CE-46D1-4516-A4CC-45066619340B}" srcOrd="1" destOrd="0" presId="urn:microsoft.com/office/officeart/2005/8/layout/vList3"/>
    <dgm:cxn modelId="{8AFEE39A-6DA8-483A-9A58-4017F4436E4C}" type="presParOf" srcId="{C6E2C0D4-EDD4-4638-BC6A-93E947B20B3D}" destId="{5BED8613-D52B-4164-B964-173ACCB4A16E}" srcOrd="3" destOrd="0" presId="urn:microsoft.com/office/officeart/2005/8/layout/vList3"/>
    <dgm:cxn modelId="{0EA6CA44-1BBE-4DB5-A775-C51D1A9D3C01}" type="presParOf" srcId="{C6E2C0D4-EDD4-4638-BC6A-93E947B20B3D}" destId="{A086805F-57D6-4CE6-8636-ABB90093A1A0}" srcOrd="4" destOrd="0" presId="urn:microsoft.com/office/officeart/2005/8/layout/vList3"/>
    <dgm:cxn modelId="{25A6BF33-7479-4007-A2D4-AE94A71A5B5B}" type="presParOf" srcId="{A086805F-57D6-4CE6-8636-ABB90093A1A0}" destId="{4C5BA1AC-4288-4B86-BD41-C24D6F1405C8}" srcOrd="0" destOrd="0" presId="urn:microsoft.com/office/officeart/2005/8/layout/vList3"/>
    <dgm:cxn modelId="{D60E0C55-4BE4-4B5E-B57E-4472FCEC452E}" type="presParOf" srcId="{A086805F-57D6-4CE6-8636-ABB90093A1A0}" destId="{CFA9052D-3C30-43F6-99AD-E2F87E8CA8C0}" srcOrd="1" destOrd="0" presId="urn:microsoft.com/office/officeart/2005/8/layout/vList3"/>
    <dgm:cxn modelId="{0E54BDE8-DADB-482F-A293-C4BDA5C3CA83}" type="presParOf" srcId="{C6E2C0D4-EDD4-4638-BC6A-93E947B20B3D}" destId="{3D7832F1-667B-48B5-BEDF-FB656B206CD9}" srcOrd="5" destOrd="0" presId="urn:microsoft.com/office/officeart/2005/8/layout/vList3"/>
    <dgm:cxn modelId="{1F5B4D22-5F2A-4554-9407-80EE243D2FDB}" type="presParOf" srcId="{C6E2C0D4-EDD4-4638-BC6A-93E947B20B3D}" destId="{60A3B90B-96B4-4B7E-8219-59E75B66C838}" srcOrd="6" destOrd="0" presId="urn:microsoft.com/office/officeart/2005/8/layout/vList3"/>
    <dgm:cxn modelId="{D601E720-72FC-43D6-9398-3EFFE6BB079B}" type="presParOf" srcId="{60A3B90B-96B4-4B7E-8219-59E75B66C838}" destId="{90FCECDB-FA9C-4EFA-B70B-B0CB9E008CC2}" srcOrd="0" destOrd="0" presId="urn:microsoft.com/office/officeart/2005/8/layout/vList3"/>
    <dgm:cxn modelId="{8EC829C7-D676-41EB-8C78-50830E6CB587}" type="presParOf" srcId="{60A3B90B-96B4-4B7E-8219-59E75B66C838}" destId="{6D3CB798-2CEF-40D6-8088-797C93B8952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F7ED90-835B-4AA6-A5A0-E71AE785470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BB85B5-1679-4F9B-B875-8CC8E4F41DF8}">
      <dgm:prSet/>
      <dgm:spPr/>
      <dgm:t>
        <a:bodyPr/>
        <a:lstStyle/>
        <a:p>
          <a:r>
            <a:rPr lang="uk-UA" b="0" i="0" baseline="0"/>
            <a:t>З'їзд народів Росії</a:t>
          </a:r>
          <a:endParaRPr lang="uk-UA"/>
        </a:p>
      </dgm:t>
    </dgm:pt>
    <dgm:pt modelId="{B2C39E20-EB8D-4A02-BF02-9F654AAA2933}" type="parTrans" cxnId="{61A668E7-7B5D-42ED-BFE2-AB42499B10CA}">
      <dgm:prSet/>
      <dgm:spPr/>
      <dgm:t>
        <a:bodyPr/>
        <a:lstStyle/>
        <a:p>
          <a:endParaRPr lang="uk-UA"/>
        </a:p>
      </dgm:t>
    </dgm:pt>
    <dgm:pt modelId="{146EE1B0-6A4C-49CB-BF31-431529B3C7D4}" type="sibTrans" cxnId="{61A668E7-7B5D-42ED-BFE2-AB42499B10CA}">
      <dgm:prSet/>
      <dgm:spPr/>
      <dgm:t>
        <a:bodyPr/>
        <a:lstStyle/>
        <a:p>
          <a:endParaRPr lang="uk-UA"/>
        </a:p>
      </dgm:t>
    </dgm:pt>
    <dgm:pt modelId="{D0C96346-4474-41E7-96ED-012DF3FAA8E1}">
      <dgm:prSet/>
      <dgm:spPr/>
      <dgm:t>
        <a:bodyPr/>
        <a:lstStyle/>
        <a:p>
          <a:r>
            <a:rPr lang="uk-UA" b="0" i="0" baseline="0"/>
            <a:t>Трудовий конгрес України</a:t>
          </a:r>
          <a:endParaRPr lang="uk-UA"/>
        </a:p>
      </dgm:t>
    </dgm:pt>
    <dgm:pt modelId="{54FF6928-50DB-4114-A64B-8A47B59FA02B}" type="parTrans" cxnId="{9E4FC3A1-3AAF-4205-8601-B3C126F814D3}">
      <dgm:prSet/>
      <dgm:spPr/>
      <dgm:t>
        <a:bodyPr/>
        <a:lstStyle/>
        <a:p>
          <a:endParaRPr lang="uk-UA"/>
        </a:p>
      </dgm:t>
    </dgm:pt>
    <dgm:pt modelId="{C52D2D1A-8EB1-43E5-9850-B4B9B56490F6}" type="sibTrans" cxnId="{9E4FC3A1-3AAF-4205-8601-B3C126F814D3}">
      <dgm:prSet/>
      <dgm:spPr/>
      <dgm:t>
        <a:bodyPr/>
        <a:lstStyle/>
        <a:p>
          <a:endParaRPr lang="uk-UA"/>
        </a:p>
      </dgm:t>
    </dgm:pt>
    <dgm:pt modelId="{EEBD0C8C-B27D-44EA-A24C-A042FB96EE55}">
      <dgm:prSet/>
      <dgm:spPr/>
      <dgm:t>
        <a:bodyPr/>
        <a:lstStyle/>
        <a:p>
          <a:r>
            <a:rPr lang="uk-UA" b="0" i="0" baseline="0"/>
            <a:t>Всеукраїнський з'їзд хліборобів</a:t>
          </a:r>
          <a:endParaRPr lang="uk-UA"/>
        </a:p>
      </dgm:t>
    </dgm:pt>
    <dgm:pt modelId="{650FF606-1CB2-43E5-A50D-6191DBF9A770}" type="parTrans" cxnId="{36C39A6F-CAE8-49A8-B24E-BD4551AF6445}">
      <dgm:prSet/>
      <dgm:spPr/>
      <dgm:t>
        <a:bodyPr/>
        <a:lstStyle/>
        <a:p>
          <a:endParaRPr lang="uk-UA"/>
        </a:p>
      </dgm:t>
    </dgm:pt>
    <dgm:pt modelId="{B72898A6-B01A-419A-9B02-D17D2C52E864}" type="sibTrans" cxnId="{36C39A6F-CAE8-49A8-B24E-BD4551AF6445}">
      <dgm:prSet/>
      <dgm:spPr/>
      <dgm:t>
        <a:bodyPr/>
        <a:lstStyle/>
        <a:p>
          <a:endParaRPr lang="uk-UA"/>
        </a:p>
      </dgm:t>
    </dgm:pt>
    <dgm:pt modelId="{F289B8A2-FC74-4B31-ADBE-680FF50A20CD}">
      <dgm:prSet/>
      <dgm:spPr/>
      <dgm:t>
        <a:bodyPr/>
        <a:lstStyle/>
        <a:p>
          <a:r>
            <a:rPr lang="uk-UA" b="0" i="0" baseline="0"/>
            <a:t>Український національний конгрес</a:t>
          </a:r>
          <a:endParaRPr lang="uk-UA"/>
        </a:p>
      </dgm:t>
    </dgm:pt>
    <dgm:pt modelId="{F5988E0D-8035-4B72-B3DA-B641BBC874A2}" type="parTrans" cxnId="{9D00CC74-FC0E-49CE-9FB9-C00D6999E682}">
      <dgm:prSet/>
      <dgm:spPr/>
      <dgm:t>
        <a:bodyPr/>
        <a:lstStyle/>
        <a:p>
          <a:endParaRPr lang="uk-UA"/>
        </a:p>
      </dgm:t>
    </dgm:pt>
    <dgm:pt modelId="{CBFD4A84-2EFD-49E1-9B05-130B079D4BF2}" type="sibTrans" cxnId="{9D00CC74-FC0E-49CE-9FB9-C00D6999E682}">
      <dgm:prSet/>
      <dgm:spPr/>
      <dgm:t>
        <a:bodyPr/>
        <a:lstStyle/>
        <a:p>
          <a:endParaRPr lang="uk-UA"/>
        </a:p>
      </dgm:t>
    </dgm:pt>
    <dgm:pt modelId="{1DE24B20-8C35-4C39-8130-C917993853E0}" type="pres">
      <dgm:prSet presAssocID="{45F7ED90-835B-4AA6-A5A0-E71AE7854703}" presName="Name0" presStyleCnt="0">
        <dgm:presLayoutVars>
          <dgm:chMax val="7"/>
          <dgm:chPref val="7"/>
          <dgm:dir/>
        </dgm:presLayoutVars>
      </dgm:prSet>
      <dgm:spPr/>
    </dgm:pt>
    <dgm:pt modelId="{8055BDAE-3285-42C7-9518-68DE3954BBF4}" type="pres">
      <dgm:prSet presAssocID="{45F7ED90-835B-4AA6-A5A0-E71AE7854703}" presName="Name1" presStyleCnt="0"/>
      <dgm:spPr/>
    </dgm:pt>
    <dgm:pt modelId="{EA27E9F2-BFDD-4844-A821-2F79D6305FDA}" type="pres">
      <dgm:prSet presAssocID="{45F7ED90-835B-4AA6-A5A0-E71AE7854703}" presName="cycle" presStyleCnt="0"/>
      <dgm:spPr/>
    </dgm:pt>
    <dgm:pt modelId="{AA5B686A-BC8E-499B-AE24-2F47A382A152}" type="pres">
      <dgm:prSet presAssocID="{45F7ED90-835B-4AA6-A5A0-E71AE7854703}" presName="srcNode" presStyleLbl="node1" presStyleIdx="0" presStyleCnt="4"/>
      <dgm:spPr/>
    </dgm:pt>
    <dgm:pt modelId="{DD492205-6B15-4B78-9C03-FA023F85FC0A}" type="pres">
      <dgm:prSet presAssocID="{45F7ED90-835B-4AA6-A5A0-E71AE7854703}" presName="conn" presStyleLbl="parChTrans1D2" presStyleIdx="0" presStyleCnt="1"/>
      <dgm:spPr/>
    </dgm:pt>
    <dgm:pt modelId="{7FBBE1E6-E5DB-46F3-BC6C-74A566E7F838}" type="pres">
      <dgm:prSet presAssocID="{45F7ED90-835B-4AA6-A5A0-E71AE7854703}" presName="extraNode" presStyleLbl="node1" presStyleIdx="0" presStyleCnt="4"/>
      <dgm:spPr/>
    </dgm:pt>
    <dgm:pt modelId="{853B4AF6-E7F4-4453-9AE1-EF9F3E20BCE5}" type="pres">
      <dgm:prSet presAssocID="{45F7ED90-835B-4AA6-A5A0-E71AE7854703}" presName="dstNode" presStyleLbl="node1" presStyleIdx="0" presStyleCnt="4"/>
      <dgm:spPr/>
    </dgm:pt>
    <dgm:pt modelId="{EF4BD65A-B827-4AD0-B9AB-2216C0059066}" type="pres">
      <dgm:prSet presAssocID="{8FBB85B5-1679-4F9B-B875-8CC8E4F41DF8}" presName="text_1" presStyleLbl="node1" presStyleIdx="0" presStyleCnt="4">
        <dgm:presLayoutVars>
          <dgm:bulletEnabled val="1"/>
        </dgm:presLayoutVars>
      </dgm:prSet>
      <dgm:spPr/>
    </dgm:pt>
    <dgm:pt modelId="{B97BCAF5-6D1B-42C5-BF18-3D21697F3C30}" type="pres">
      <dgm:prSet presAssocID="{8FBB85B5-1679-4F9B-B875-8CC8E4F41DF8}" presName="accent_1" presStyleCnt="0"/>
      <dgm:spPr/>
    </dgm:pt>
    <dgm:pt modelId="{9B19E170-7076-42D9-AA8B-652AC34A328D}" type="pres">
      <dgm:prSet presAssocID="{8FBB85B5-1679-4F9B-B875-8CC8E4F41DF8}" presName="accentRepeatNode" presStyleLbl="solidFgAcc1" presStyleIdx="0" presStyleCnt="4"/>
      <dgm:spPr/>
    </dgm:pt>
    <dgm:pt modelId="{14E9ACAC-7411-4771-84FA-3CBBAC263BBC}" type="pres">
      <dgm:prSet presAssocID="{D0C96346-4474-41E7-96ED-012DF3FAA8E1}" presName="text_2" presStyleLbl="node1" presStyleIdx="1" presStyleCnt="4">
        <dgm:presLayoutVars>
          <dgm:bulletEnabled val="1"/>
        </dgm:presLayoutVars>
      </dgm:prSet>
      <dgm:spPr/>
    </dgm:pt>
    <dgm:pt modelId="{C89505B6-B935-4028-BCFC-864FEA220BE6}" type="pres">
      <dgm:prSet presAssocID="{D0C96346-4474-41E7-96ED-012DF3FAA8E1}" presName="accent_2" presStyleCnt="0"/>
      <dgm:spPr/>
    </dgm:pt>
    <dgm:pt modelId="{6214B5BA-EAF3-4705-9613-0506AD5F87B3}" type="pres">
      <dgm:prSet presAssocID="{D0C96346-4474-41E7-96ED-012DF3FAA8E1}" presName="accentRepeatNode" presStyleLbl="solidFgAcc1" presStyleIdx="1" presStyleCnt="4"/>
      <dgm:spPr/>
    </dgm:pt>
    <dgm:pt modelId="{176ECB3A-E65A-45C8-A6AA-5E1373603DCC}" type="pres">
      <dgm:prSet presAssocID="{EEBD0C8C-B27D-44EA-A24C-A042FB96EE55}" presName="text_3" presStyleLbl="node1" presStyleIdx="2" presStyleCnt="4">
        <dgm:presLayoutVars>
          <dgm:bulletEnabled val="1"/>
        </dgm:presLayoutVars>
      </dgm:prSet>
      <dgm:spPr/>
    </dgm:pt>
    <dgm:pt modelId="{DB1AEA38-0CC0-4808-8419-7B07BFA3B424}" type="pres">
      <dgm:prSet presAssocID="{EEBD0C8C-B27D-44EA-A24C-A042FB96EE55}" presName="accent_3" presStyleCnt="0"/>
      <dgm:spPr/>
    </dgm:pt>
    <dgm:pt modelId="{0734594D-AA75-4E61-93BA-7F5795E7DF85}" type="pres">
      <dgm:prSet presAssocID="{EEBD0C8C-B27D-44EA-A24C-A042FB96EE55}" presName="accentRepeatNode" presStyleLbl="solidFgAcc1" presStyleIdx="2" presStyleCnt="4"/>
      <dgm:spPr/>
    </dgm:pt>
    <dgm:pt modelId="{A23F2C44-E9CD-4BC6-BAD5-12EDAAA50ACE}" type="pres">
      <dgm:prSet presAssocID="{F289B8A2-FC74-4B31-ADBE-680FF50A20CD}" presName="text_4" presStyleLbl="node1" presStyleIdx="3" presStyleCnt="4">
        <dgm:presLayoutVars>
          <dgm:bulletEnabled val="1"/>
        </dgm:presLayoutVars>
      </dgm:prSet>
      <dgm:spPr/>
    </dgm:pt>
    <dgm:pt modelId="{5124372C-75FD-4A3A-9880-064F7623AC2F}" type="pres">
      <dgm:prSet presAssocID="{F289B8A2-FC74-4B31-ADBE-680FF50A20CD}" presName="accent_4" presStyleCnt="0"/>
      <dgm:spPr/>
    </dgm:pt>
    <dgm:pt modelId="{5AEC4450-D69E-41ED-A3BB-C153F865D434}" type="pres">
      <dgm:prSet presAssocID="{F289B8A2-FC74-4B31-ADBE-680FF50A20CD}" presName="accentRepeatNode" presStyleLbl="solidFgAcc1" presStyleIdx="3" presStyleCnt="4"/>
      <dgm:spPr/>
    </dgm:pt>
  </dgm:ptLst>
  <dgm:cxnLst>
    <dgm:cxn modelId="{A1506C09-C2CB-4896-A095-A2BA04F4B155}" type="presOf" srcId="{EEBD0C8C-B27D-44EA-A24C-A042FB96EE55}" destId="{176ECB3A-E65A-45C8-A6AA-5E1373603DCC}" srcOrd="0" destOrd="0" presId="urn:microsoft.com/office/officeart/2008/layout/VerticalCurvedList"/>
    <dgm:cxn modelId="{3F3D2E0D-2ECB-4FBF-8F78-49B499600574}" type="presOf" srcId="{45F7ED90-835B-4AA6-A5A0-E71AE7854703}" destId="{1DE24B20-8C35-4C39-8130-C917993853E0}" srcOrd="0" destOrd="0" presId="urn:microsoft.com/office/officeart/2008/layout/VerticalCurvedList"/>
    <dgm:cxn modelId="{C2C3B924-7378-4B64-BB14-2463DF75731C}" type="presOf" srcId="{8FBB85B5-1679-4F9B-B875-8CC8E4F41DF8}" destId="{EF4BD65A-B827-4AD0-B9AB-2216C0059066}" srcOrd="0" destOrd="0" presId="urn:microsoft.com/office/officeart/2008/layout/VerticalCurvedList"/>
    <dgm:cxn modelId="{36C39A6F-CAE8-49A8-B24E-BD4551AF6445}" srcId="{45F7ED90-835B-4AA6-A5A0-E71AE7854703}" destId="{EEBD0C8C-B27D-44EA-A24C-A042FB96EE55}" srcOrd="2" destOrd="0" parTransId="{650FF606-1CB2-43E5-A50D-6191DBF9A770}" sibTransId="{B72898A6-B01A-419A-9B02-D17D2C52E864}"/>
    <dgm:cxn modelId="{9D00CC74-FC0E-49CE-9FB9-C00D6999E682}" srcId="{45F7ED90-835B-4AA6-A5A0-E71AE7854703}" destId="{F289B8A2-FC74-4B31-ADBE-680FF50A20CD}" srcOrd="3" destOrd="0" parTransId="{F5988E0D-8035-4B72-B3DA-B641BBC874A2}" sibTransId="{CBFD4A84-2EFD-49E1-9B05-130B079D4BF2}"/>
    <dgm:cxn modelId="{9E4FC3A1-3AAF-4205-8601-B3C126F814D3}" srcId="{45F7ED90-835B-4AA6-A5A0-E71AE7854703}" destId="{D0C96346-4474-41E7-96ED-012DF3FAA8E1}" srcOrd="1" destOrd="0" parTransId="{54FF6928-50DB-4114-A64B-8A47B59FA02B}" sibTransId="{C52D2D1A-8EB1-43E5-9850-B4B9B56490F6}"/>
    <dgm:cxn modelId="{EF6F11B8-A07E-4838-9D8F-F4A8E2661F03}" type="presOf" srcId="{F289B8A2-FC74-4B31-ADBE-680FF50A20CD}" destId="{A23F2C44-E9CD-4BC6-BAD5-12EDAAA50ACE}" srcOrd="0" destOrd="0" presId="urn:microsoft.com/office/officeart/2008/layout/VerticalCurvedList"/>
    <dgm:cxn modelId="{38B1CAD0-9924-4845-9170-51214B10DB2C}" type="presOf" srcId="{146EE1B0-6A4C-49CB-BF31-431529B3C7D4}" destId="{DD492205-6B15-4B78-9C03-FA023F85FC0A}" srcOrd="0" destOrd="0" presId="urn:microsoft.com/office/officeart/2008/layout/VerticalCurvedList"/>
    <dgm:cxn modelId="{61A668E7-7B5D-42ED-BFE2-AB42499B10CA}" srcId="{45F7ED90-835B-4AA6-A5A0-E71AE7854703}" destId="{8FBB85B5-1679-4F9B-B875-8CC8E4F41DF8}" srcOrd="0" destOrd="0" parTransId="{B2C39E20-EB8D-4A02-BF02-9F654AAA2933}" sibTransId="{146EE1B0-6A4C-49CB-BF31-431529B3C7D4}"/>
    <dgm:cxn modelId="{B91CA3EC-83D7-4F33-B704-A60A50E2705E}" type="presOf" srcId="{D0C96346-4474-41E7-96ED-012DF3FAA8E1}" destId="{14E9ACAC-7411-4771-84FA-3CBBAC263BBC}" srcOrd="0" destOrd="0" presId="urn:microsoft.com/office/officeart/2008/layout/VerticalCurvedList"/>
    <dgm:cxn modelId="{FA250FA0-08E3-4E6D-96BF-E765A1D17305}" type="presParOf" srcId="{1DE24B20-8C35-4C39-8130-C917993853E0}" destId="{8055BDAE-3285-42C7-9518-68DE3954BBF4}" srcOrd="0" destOrd="0" presId="urn:microsoft.com/office/officeart/2008/layout/VerticalCurvedList"/>
    <dgm:cxn modelId="{7A509FE8-06CE-4A37-B844-BC15B309850B}" type="presParOf" srcId="{8055BDAE-3285-42C7-9518-68DE3954BBF4}" destId="{EA27E9F2-BFDD-4844-A821-2F79D6305FDA}" srcOrd="0" destOrd="0" presId="urn:microsoft.com/office/officeart/2008/layout/VerticalCurvedList"/>
    <dgm:cxn modelId="{E7F5AB47-F810-42AF-AE5E-8195C469E0AB}" type="presParOf" srcId="{EA27E9F2-BFDD-4844-A821-2F79D6305FDA}" destId="{AA5B686A-BC8E-499B-AE24-2F47A382A152}" srcOrd="0" destOrd="0" presId="urn:microsoft.com/office/officeart/2008/layout/VerticalCurvedList"/>
    <dgm:cxn modelId="{1EB519E0-30CC-4110-BD7D-A55871DE8E59}" type="presParOf" srcId="{EA27E9F2-BFDD-4844-A821-2F79D6305FDA}" destId="{DD492205-6B15-4B78-9C03-FA023F85FC0A}" srcOrd="1" destOrd="0" presId="urn:microsoft.com/office/officeart/2008/layout/VerticalCurvedList"/>
    <dgm:cxn modelId="{64D42F12-40E6-4F37-9C5D-5B289AAD97DD}" type="presParOf" srcId="{EA27E9F2-BFDD-4844-A821-2F79D6305FDA}" destId="{7FBBE1E6-E5DB-46F3-BC6C-74A566E7F838}" srcOrd="2" destOrd="0" presId="urn:microsoft.com/office/officeart/2008/layout/VerticalCurvedList"/>
    <dgm:cxn modelId="{1F1D34C3-3E54-4DCF-B1B1-E06651BDF109}" type="presParOf" srcId="{EA27E9F2-BFDD-4844-A821-2F79D6305FDA}" destId="{853B4AF6-E7F4-4453-9AE1-EF9F3E20BCE5}" srcOrd="3" destOrd="0" presId="urn:microsoft.com/office/officeart/2008/layout/VerticalCurvedList"/>
    <dgm:cxn modelId="{520823F2-A1FF-44F4-BBED-8BFD96311386}" type="presParOf" srcId="{8055BDAE-3285-42C7-9518-68DE3954BBF4}" destId="{EF4BD65A-B827-4AD0-B9AB-2216C0059066}" srcOrd="1" destOrd="0" presId="urn:microsoft.com/office/officeart/2008/layout/VerticalCurvedList"/>
    <dgm:cxn modelId="{E86DC440-14D0-4874-A758-09B373512451}" type="presParOf" srcId="{8055BDAE-3285-42C7-9518-68DE3954BBF4}" destId="{B97BCAF5-6D1B-42C5-BF18-3D21697F3C30}" srcOrd="2" destOrd="0" presId="urn:microsoft.com/office/officeart/2008/layout/VerticalCurvedList"/>
    <dgm:cxn modelId="{0045028F-94AA-47C7-8E99-58329E61A999}" type="presParOf" srcId="{B97BCAF5-6D1B-42C5-BF18-3D21697F3C30}" destId="{9B19E170-7076-42D9-AA8B-652AC34A328D}" srcOrd="0" destOrd="0" presId="urn:microsoft.com/office/officeart/2008/layout/VerticalCurvedList"/>
    <dgm:cxn modelId="{CB388EA6-8B80-4395-A2F1-672455D75652}" type="presParOf" srcId="{8055BDAE-3285-42C7-9518-68DE3954BBF4}" destId="{14E9ACAC-7411-4771-84FA-3CBBAC263BBC}" srcOrd="3" destOrd="0" presId="urn:microsoft.com/office/officeart/2008/layout/VerticalCurvedList"/>
    <dgm:cxn modelId="{03CB6EB3-3261-4880-96C0-CB96A41489B3}" type="presParOf" srcId="{8055BDAE-3285-42C7-9518-68DE3954BBF4}" destId="{C89505B6-B935-4028-BCFC-864FEA220BE6}" srcOrd="4" destOrd="0" presId="urn:microsoft.com/office/officeart/2008/layout/VerticalCurvedList"/>
    <dgm:cxn modelId="{837ABEBA-88B5-4B37-9881-799462898EE5}" type="presParOf" srcId="{C89505B6-B935-4028-BCFC-864FEA220BE6}" destId="{6214B5BA-EAF3-4705-9613-0506AD5F87B3}" srcOrd="0" destOrd="0" presId="urn:microsoft.com/office/officeart/2008/layout/VerticalCurvedList"/>
    <dgm:cxn modelId="{50D872C8-9258-497C-B929-E7A3A87C4298}" type="presParOf" srcId="{8055BDAE-3285-42C7-9518-68DE3954BBF4}" destId="{176ECB3A-E65A-45C8-A6AA-5E1373603DCC}" srcOrd="5" destOrd="0" presId="urn:microsoft.com/office/officeart/2008/layout/VerticalCurvedList"/>
    <dgm:cxn modelId="{7AE542A4-B946-4FD8-83B4-E0C60293F9A7}" type="presParOf" srcId="{8055BDAE-3285-42C7-9518-68DE3954BBF4}" destId="{DB1AEA38-0CC0-4808-8419-7B07BFA3B424}" srcOrd="6" destOrd="0" presId="urn:microsoft.com/office/officeart/2008/layout/VerticalCurvedList"/>
    <dgm:cxn modelId="{F6B9D1B8-399F-4B36-B25F-54A0019AAE48}" type="presParOf" srcId="{DB1AEA38-0CC0-4808-8419-7B07BFA3B424}" destId="{0734594D-AA75-4E61-93BA-7F5795E7DF85}" srcOrd="0" destOrd="0" presId="urn:microsoft.com/office/officeart/2008/layout/VerticalCurvedList"/>
    <dgm:cxn modelId="{21CAF234-FF88-441E-BAB0-CCFAF8F04886}" type="presParOf" srcId="{8055BDAE-3285-42C7-9518-68DE3954BBF4}" destId="{A23F2C44-E9CD-4BC6-BAD5-12EDAAA50ACE}" srcOrd="7" destOrd="0" presId="urn:microsoft.com/office/officeart/2008/layout/VerticalCurvedList"/>
    <dgm:cxn modelId="{F39BE24F-EB90-4622-9DE4-9208A1F2D92A}" type="presParOf" srcId="{8055BDAE-3285-42C7-9518-68DE3954BBF4}" destId="{5124372C-75FD-4A3A-9880-064F7623AC2F}" srcOrd="8" destOrd="0" presId="urn:microsoft.com/office/officeart/2008/layout/VerticalCurvedList"/>
    <dgm:cxn modelId="{1C95DFE8-43A3-49D7-BE56-A58EE30E7961}" type="presParOf" srcId="{5124372C-75FD-4A3A-9880-064F7623AC2F}" destId="{5AEC4450-D69E-41ED-A3BB-C153F865D43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9C0B94-6D98-42BF-A1DA-7A77E81379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2537AA-AFB4-4C89-A4C9-CB4099BD3828}">
      <dgm:prSet/>
      <dgm:spPr/>
      <dgm:t>
        <a:bodyPr/>
        <a:lstStyle/>
        <a:p>
          <a:r>
            <a:rPr lang="ru-RU" b="0" i="0" baseline="0"/>
            <a:t>ухвалення Першого Універсалу Української Центральної Ради</a:t>
          </a:r>
          <a:endParaRPr lang="uk-UA"/>
        </a:p>
      </dgm:t>
    </dgm:pt>
    <dgm:pt modelId="{4AAFCFB5-923D-4C31-AAC2-D56F13D78E8B}" type="parTrans" cxnId="{41DB0EB0-F070-4D06-8989-984EAB023F6A}">
      <dgm:prSet/>
      <dgm:spPr/>
      <dgm:t>
        <a:bodyPr/>
        <a:lstStyle/>
        <a:p>
          <a:endParaRPr lang="uk-UA"/>
        </a:p>
      </dgm:t>
    </dgm:pt>
    <dgm:pt modelId="{7B569C64-7924-4789-BCBE-EA53B24F4A61}" type="sibTrans" cxnId="{41DB0EB0-F070-4D06-8989-984EAB023F6A}">
      <dgm:prSet/>
      <dgm:spPr/>
      <dgm:t>
        <a:bodyPr/>
        <a:lstStyle/>
        <a:p>
          <a:endParaRPr lang="uk-UA"/>
        </a:p>
      </dgm:t>
    </dgm:pt>
    <dgm:pt modelId="{406E142D-B2C5-4869-AD13-BF16BEB92ECA}">
      <dgm:prSet/>
      <dgm:spPr/>
      <dgm:t>
        <a:bodyPr/>
        <a:lstStyle/>
        <a:p>
          <a:r>
            <a:rPr lang="ru-RU" b="0" i="0" baseline="0"/>
            <a:t>скликання Всеукраїнського національного конгресу</a:t>
          </a:r>
          <a:endParaRPr lang="uk-UA"/>
        </a:p>
      </dgm:t>
    </dgm:pt>
    <dgm:pt modelId="{44969B14-1ABF-4CF8-BF11-8622C9B342EE}" type="parTrans" cxnId="{6123FA25-24DA-45D0-80E9-E29A12ABBF63}">
      <dgm:prSet/>
      <dgm:spPr/>
      <dgm:t>
        <a:bodyPr/>
        <a:lstStyle/>
        <a:p>
          <a:endParaRPr lang="uk-UA"/>
        </a:p>
      </dgm:t>
    </dgm:pt>
    <dgm:pt modelId="{423FB388-A6FB-4081-9FD3-8FCDE6BC24A0}" type="sibTrans" cxnId="{6123FA25-24DA-45D0-80E9-E29A12ABBF63}">
      <dgm:prSet/>
      <dgm:spPr/>
      <dgm:t>
        <a:bodyPr/>
        <a:lstStyle/>
        <a:p>
          <a:endParaRPr lang="uk-UA"/>
        </a:p>
      </dgm:t>
    </dgm:pt>
    <dgm:pt modelId="{C269AEFB-6C7E-4829-9EB3-289F4B058D2C}">
      <dgm:prSet/>
      <dgm:spPr/>
      <dgm:t>
        <a:bodyPr/>
        <a:lstStyle/>
        <a:p>
          <a:r>
            <a:rPr lang="ru-RU" b="0" i="0" baseline="0"/>
            <a:t>утворення Української Центральної Ради</a:t>
          </a:r>
          <a:endParaRPr lang="uk-UA"/>
        </a:p>
      </dgm:t>
    </dgm:pt>
    <dgm:pt modelId="{4ECBC1C9-BDD3-4618-BE0E-1CE99BF25DC9}" type="parTrans" cxnId="{7D48176F-715B-4725-8642-D09B9D23B348}">
      <dgm:prSet/>
      <dgm:spPr/>
      <dgm:t>
        <a:bodyPr/>
        <a:lstStyle/>
        <a:p>
          <a:endParaRPr lang="uk-UA"/>
        </a:p>
      </dgm:t>
    </dgm:pt>
    <dgm:pt modelId="{B6507AA3-A3B6-4979-AA1A-4D235CCFF849}" type="sibTrans" cxnId="{7D48176F-715B-4725-8642-D09B9D23B348}">
      <dgm:prSet/>
      <dgm:spPr/>
      <dgm:t>
        <a:bodyPr/>
        <a:lstStyle/>
        <a:p>
          <a:endParaRPr lang="uk-UA"/>
        </a:p>
      </dgm:t>
    </dgm:pt>
    <dgm:pt modelId="{B017305C-6D5F-4544-882C-952B63E6DD5C}">
      <dgm:prSet/>
      <dgm:spPr/>
      <dgm:t>
        <a:bodyPr/>
        <a:lstStyle/>
        <a:p>
          <a:r>
            <a:rPr lang="ru-RU" b="0" i="0" baseline="0"/>
            <a:t>створення Генерального Секретаріату</a:t>
          </a:r>
          <a:endParaRPr lang="uk-UA"/>
        </a:p>
      </dgm:t>
    </dgm:pt>
    <dgm:pt modelId="{2363FDA6-6A65-4B22-9F8B-B4478EEC1430}" type="parTrans" cxnId="{564530FC-AC71-46C1-9666-C2D6A9F640D9}">
      <dgm:prSet/>
      <dgm:spPr/>
      <dgm:t>
        <a:bodyPr/>
        <a:lstStyle/>
        <a:p>
          <a:endParaRPr lang="uk-UA"/>
        </a:p>
      </dgm:t>
    </dgm:pt>
    <dgm:pt modelId="{82ED11D2-1A97-49C8-A232-757A7C07CF5A}" type="sibTrans" cxnId="{564530FC-AC71-46C1-9666-C2D6A9F640D9}">
      <dgm:prSet/>
      <dgm:spPr/>
      <dgm:t>
        <a:bodyPr/>
        <a:lstStyle/>
        <a:p>
          <a:endParaRPr lang="uk-UA"/>
        </a:p>
      </dgm:t>
    </dgm:pt>
    <dgm:pt modelId="{B603A46F-EAD7-4C62-B5A5-D5929BAEC14B}" type="pres">
      <dgm:prSet presAssocID="{429C0B94-6D98-42BF-A1DA-7A77E8137955}" presName="linear" presStyleCnt="0">
        <dgm:presLayoutVars>
          <dgm:animLvl val="lvl"/>
          <dgm:resizeHandles val="exact"/>
        </dgm:presLayoutVars>
      </dgm:prSet>
      <dgm:spPr/>
    </dgm:pt>
    <dgm:pt modelId="{5A7FDC6D-C67D-4C71-B93C-EA606D733B66}" type="pres">
      <dgm:prSet presAssocID="{422537AA-AFB4-4C89-A4C9-CB4099BD38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ED9C3B-EFED-4A5A-855B-6E6A59423541}" type="pres">
      <dgm:prSet presAssocID="{7B569C64-7924-4789-BCBE-EA53B24F4A61}" presName="spacer" presStyleCnt="0"/>
      <dgm:spPr/>
    </dgm:pt>
    <dgm:pt modelId="{0E2F7B50-9B51-4657-B199-0E62919A4065}" type="pres">
      <dgm:prSet presAssocID="{406E142D-B2C5-4869-AD13-BF16BEB92EC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8FD5439-EBC1-45E5-A98B-2B482056BFBA}" type="pres">
      <dgm:prSet presAssocID="{423FB388-A6FB-4081-9FD3-8FCDE6BC24A0}" presName="spacer" presStyleCnt="0"/>
      <dgm:spPr/>
    </dgm:pt>
    <dgm:pt modelId="{2247052B-05D9-425E-8B56-C8A9706B50FD}" type="pres">
      <dgm:prSet presAssocID="{C269AEFB-6C7E-4829-9EB3-289F4B058D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4AEE5B-5412-49E5-B75A-57714E2C4144}" type="pres">
      <dgm:prSet presAssocID="{B6507AA3-A3B6-4979-AA1A-4D235CCFF849}" presName="spacer" presStyleCnt="0"/>
      <dgm:spPr/>
    </dgm:pt>
    <dgm:pt modelId="{4281330A-5454-426B-8412-10C27CE722E1}" type="pres">
      <dgm:prSet presAssocID="{B017305C-6D5F-4544-882C-952B63E6DD5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FDB9010-AA54-4ECD-85A1-F0F97511A55D}" type="presOf" srcId="{C269AEFB-6C7E-4829-9EB3-289F4B058D2C}" destId="{2247052B-05D9-425E-8B56-C8A9706B50FD}" srcOrd="0" destOrd="0" presId="urn:microsoft.com/office/officeart/2005/8/layout/vList2"/>
    <dgm:cxn modelId="{687C0115-AA4A-455E-8669-BB52224F0CFA}" type="presOf" srcId="{B017305C-6D5F-4544-882C-952B63E6DD5C}" destId="{4281330A-5454-426B-8412-10C27CE722E1}" srcOrd="0" destOrd="0" presId="urn:microsoft.com/office/officeart/2005/8/layout/vList2"/>
    <dgm:cxn modelId="{9C858215-D570-4AF3-97EC-704AB838BD3E}" type="presOf" srcId="{406E142D-B2C5-4869-AD13-BF16BEB92ECA}" destId="{0E2F7B50-9B51-4657-B199-0E62919A4065}" srcOrd="0" destOrd="0" presId="urn:microsoft.com/office/officeart/2005/8/layout/vList2"/>
    <dgm:cxn modelId="{7C703D22-8EDA-46A0-9ABD-B48386E350E9}" type="presOf" srcId="{429C0B94-6D98-42BF-A1DA-7A77E8137955}" destId="{B603A46F-EAD7-4C62-B5A5-D5929BAEC14B}" srcOrd="0" destOrd="0" presId="urn:microsoft.com/office/officeart/2005/8/layout/vList2"/>
    <dgm:cxn modelId="{6123FA25-24DA-45D0-80E9-E29A12ABBF63}" srcId="{429C0B94-6D98-42BF-A1DA-7A77E8137955}" destId="{406E142D-B2C5-4869-AD13-BF16BEB92ECA}" srcOrd="1" destOrd="0" parTransId="{44969B14-1ABF-4CF8-BF11-8622C9B342EE}" sibTransId="{423FB388-A6FB-4081-9FD3-8FCDE6BC24A0}"/>
    <dgm:cxn modelId="{7D48176F-715B-4725-8642-D09B9D23B348}" srcId="{429C0B94-6D98-42BF-A1DA-7A77E8137955}" destId="{C269AEFB-6C7E-4829-9EB3-289F4B058D2C}" srcOrd="2" destOrd="0" parTransId="{4ECBC1C9-BDD3-4618-BE0E-1CE99BF25DC9}" sibTransId="{B6507AA3-A3B6-4979-AA1A-4D235CCFF849}"/>
    <dgm:cxn modelId="{41DB0EB0-F070-4D06-8989-984EAB023F6A}" srcId="{429C0B94-6D98-42BF-A1DA-7A77E8137955}" destId="{422537AA-AFB4-4C89-A4C9-CB4099BD3828}" srcOrd="0" destOrd="0" parTransId="{4AAFCFB5-923D-4C31-AAC2-D56F13D78E8B}" sibTransId="{7B569C64-7924-4789-BCBE-EA53B24F4A61}"/>
    <dgm:cxn modelId="{AB4719E5-D941-444D-8D57-666553491F08}" type="presOf" srcId="{422537AA-AFB4-4C89-A4C9-CB4099BD3828}" destId="{5A7FDC6D-C67D-4C71-B93C-EA606D733B66}" srcOrd="0" destOrd="0" presId="urn:microsoft.com/office/officeart/2005/8/layout/vList2"/>
    <dgm:cxn modelId="{564530FC-AC71-46C1-9666-C2D6A9F640D9}" srcId="{429C0B94-6D98-42BF-A1DA-7A77E8137955}" destId="{B017305C-6D5F-4544-882C-952B63E6DD5C}" srcOrd="3" destOrd="0" parTransId="{2363FDA6-6A65-4B22-9F8B-B4478EEC1430}" sibTransId="{82ED11D2-1A97-49C8-A232-757A7C07CF5A}"/>
    <dgm:cxn modelId="{5EFD122A-C0BE-47BB-8F4B-15F7E95ADFF5}" type="presParOf" srcId="{B603A46F-EAD7-4C62-B5A5-D5929BAEC14B}" destId="{5A7FDC6D-C67D-4C71-B93C-EA606D733B66}" srcOrd="0" destOrd="0" presId="urn:microsoft.com/office/officeart/2005/8/layout/vList2"/>
    <dgm:cxn modelId="{40AB0A6B-077D-4D85-99FF-9F0D7940297E}" type="presParOf" srcId="{B603A46F-EAD7-4C62-B5A5-D5929BAEC14B}" destId="{C1ED9C3B-EFED-4A5A-855B-6E6A59423541}" srcOrd="1" destOrd="0" presId="urn:microsoft.com/office/officeart/2005/8/layout/vList2"/>
    <dgm:cxn modelId="{992BF945-1D67-449E-8C87-5A1D943159DE}" type="presParOf" srcId="{B603A46F-EAD7-4C62-B5A5-D5929BAEC14B}" destId="{0E2F7B50-9B51-4657-B199-0E62919A4065}" srcOrd="2" destOrd="0" presId="urn:microsoft.com/office/officeart/2005/8/layout/vList2"/>
    <dgm:cxn modelId="{189F72CF-9AC3-4502-850C-D1153313029B}" type="presParOf" srcId="{B603A46F-EAD7-4C62-B5A5-D5929BAEC14B}" destId="{88FD5439-EBC1-45E5-A98B-2B482056BFBA}" srcOrd="3" destOrd="0" presId="urn:microsoft.com/office/officeart/2005/8/layout/vList2"/>
    <dgm:cxn modelId="{F3F28ACB-CC51-4730-890F-74588C70F4A8}" type="presParOf" srcId="{B603A46F-EAD7-4C62-B5A5-D5929BAEC14B}" destId="{2247052B-05D9-425E-8B56-C8A9706B50FD}" srcOrd="4" destOrd="0" presId="urn:microsoft.com/office/officeart/2005/8/layout/vList2"/>
    <dgm:cxn modelId="{BB60E500-54D7-4F5A-B6CF-FBB4523AC2D1}" type="presParOf" srcId="{B603A46F-EAD7-4C62-B5A5-D5929BAEC14B}" destId="{A34AEE5B-5412-49E5-B75A-57714E2C4144}" srcOrd="5" destOrd="0" presId="urn:microsoft.com/office/officeart/2005/8/layout/vList2"/>
    <dgm:cxn modelId="{5A267369-65F4-431E-805A-296260E1E81E}" type="presParOf" srcId="{B603A46F-EAD7-4C62-B5A5-D5929BAEC14B}" destId="{4281330A-5454-426B-8412-10C27CE722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788B1D-BA1F-4B65-9ECA-E0939ACCCFD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B4CE36-4C9F-4860-8784-6A2BA74833AB}">
      <dgm:prSet/>
      <dgm:spPr/>
      <dgm:t>
        <a:bodyPr/>
        <a:lstStyle/>
        <a:p>
          <a:r>
            <a:rPr lang="uk-UA" b="0" i="0" baseline="0"/>
            <a:t>надання Українською Центральною Радою допомоги Тимчасовому уряду в боротьбі з більшовиками.</a:t>
          </a:r>
          <a:endParaRPr lang="uk-UA"/>
        </a:p>
      </dgm:t>
    </dgm:pt>
    <dgm:pt modelId="{8DD1802E-532F-49C6-9DE9-21C028C7E00E}" type="parTrans" cxnId="{A398602A-BB67-4179-AE04-CC9931D83B60}">
      <dgm:prSet/>
      <dgm:spPr/>
      <dgm:t>
        <a:bodyPr/>
        <a:lstStyle/>
        <a:p>
          <a:endParaRPr lang="uk-UA"/>
        </a:p>
      </dgm:t>
    </dgm:pt>
    <dgm:pt modelId="{3732B9E5-3DA9-421A-B4EA-901DA3BD41CF}" type="sibTrans" cxnId="{A398602A-BB67-4179-AE04-CC9931D83B60}">
      <dgm:prSet/>
      <dgm:spPr/>
      <dgm:t>
        <a:bodyPr/>
        <a:lstStyle/>
        <a:p>
          <a:endParaRPr lang="uk-UA"/>
        </a:p>
      </dgm:t>
    </dgm:pt>
    <dgm:pt modelId="{E4CFDAEC-4EA6-4A5B-8379-0DC5F77DA54C}">
      <dgm:prSet/>
      <dgm:spPr/>
      <dgm:t>
        <a:bodyPr/>
        <a:lstStyle/>
        <a:p>
          <a:r>
            <a:rPr lang="uk-UA" b="0" i="0" baseline="0"/>
            <a:t>оформлення компромісу між Українською Центральною Радою та Тимчасовим урядом у вигляді Другого Універсалу.</a:t>
          </a:r>
          <a:endParaRPr lang="uk-UA"/>
        </a:p>
      </dgm:t>
    </dgm:pt>
    <dgm:pt modelId="{7F851808-28A0-40AB-94FB-D977B9B8FBAC}" type="parTrans" cxnId="{AEE2CAA9-A817-4EB9-8133-8CF909EE8AFE}">
      <dgm:prSet/>
      <dgm:spPr/>
      <dgm:t>
        <a:bodyPr/>
        <a:lstStyle/>
        <a:p>
          <a:endParaRPr lang="uk-UA"/>
        </a:p>
      </dgm:t>
    </dgm:pt>
    <dgm:pt modelId="{B53F712A-12ED-4FCE-872A-2A9B52A511EF}" type="sibTrans" cxnId="{AEE2CAA9-A817-4EB9-8133-8CF909EE8AFE}">
      <dgm:prSet/>
      <dgm:spPr/>
      <dgm:t>
        <a:bodyPr/>
        <a:lstStyle/>
        <a:p>
          <a:endParaRPr lang="uk-UA"/>
        </a:p>
      </dgm:t>
    </dgm:pt>
    <dgm:pt modelId="{1CBD7E8E-9DD8-4A09-8A63-4EE94E034A88}">
      <dgm:prSet/>
      <dgm:spPr/>
      <dgm:t>
        <a:bodyPr/>
        <a:lstStyle/>
        <a:p>
          <a:r>
            <a:rPr lang="uk-UA" b="0" i="0" baseline="0"/>
            <a:t>підтримки Українською Центральною Радою генерала Л. Корнілова - очільника заколоту проти Тимчасового уряду.</a:t>
          </a:r>
          <a:endParaRPr lang="uk-UA"/>
        </a:p>
      </dgm:t>
    </dgm:pt>
    <dgm:pt modelId="{A600CE1B-1E18-4F07-BC89-B076525D1F10}" type="parTrans" cxnId="{4F579A22-AC7D-48EE-B610-5DD289655104}">
      <dgm:prSet/>
      <dgm:spPr/>
      <dgm:t>
        <a:bodyPr/>
        <a:lstStyle/>
        <a:p>
          <a:endParaRPr lang="uk-UA"/>
        </a:p>
      </dgm:t>
    </dgm:pt>
    <dgm:pt modelId="{B2BC97FE-3CA4-4C07-84C4-08D448CE86D3}" type="sibTrans" cxnId="{4F579A22-AC7D-48EE-B610-5DD289655104}">
      <dgm:prSet/>
      <dgm:spPr/>
      <dgm:t>
        <a:bodyPr/>
        <a:lstStyle/>
        <a:p>
          <a:endParaRPr lang="uk-UA"/>
        </a:p>
      </dgm:t>
    </dgm:pt>
    <dgm:pt modelId="{932EC97E-6834-4C41-8386-75E43B014824}">
      <dgm:prSet/>
      <dgm:spPr/>
      <dgm:t>
        <a:bodyPr/>
        <a:lstStyle/>
        <a:p>
          <a:r>
            <a:rPr lang="uk-UA" b="0" i="0" baseline="0"/>
            <a:t>загострення стосунків між Українською Центральною Радою та Тимчасовим урядом</a:t>
          </a:r>
          <a:endParaRPr lang="uk-UA"/>
        </a:p>
      </dgm:t>
    </dgm:pt>
    <dgm:pt modelId="{DB47182A-265A-494D-9F3D-FA61F9B71D1E}" type="parTrans" cxnId="{D94D8BA8-6CC9-4245-AC9A-D05962A925C1}">
      <dgm:prSet/>
      <dgm:spPr/>
      <dgm:t>
        <a:bodyPr/>
        <a:lstStyle/>
        <a:p>
          <a:endParaRPr lang="uk-UA"/>
        </a:p>
      </dgm:t>
    </dgm:pt>
    <dgm:pt modelId="{BC3B77DC-570B-4C0B-BC09-0EAE15BED882}" type="sibTrans" cxnId="{D94D8BA8-6CC9-4245-AC9A-D05962A925C1}">
      <dgm:prSet/>
      <dgm:spPr/>
      <dgm:t>
        <a:bodyPr/>
        <a:lstStyle/>
        <a:p>
          <a:endParaRPr lang="uk-UA"/>
        </a:p>
      </dgm:t>
    </dgm:pt>
    <dgm:pt modelId="{20079310-E268-4BFF-AD9E-22E803627484}" type="pres">
      <dgm:prSet presAssocID="{31788B1D-BA1F-4B65-9ECA-E0939ACCCFDC}" presName="vert0" presStyleCnt="0">
        <dgm:presLayoutVars>
          <dgm:dir/>
          <dgm:animOne val="branch"/>
          <dgm:animLvl val="lvl"/>
        </dgm:presLayoutVars>
      </dgm:prSet>
      <dgm:spPr/>
    </dgm:pt>
    <dgm:pt modelId="{6267AD8E-A387-4E78-AFC2-30382BC731C6}" type="pres">
      <dgm:prSet presAssocID="{A7B4CE36-4C9F-4860-8784-6A2BA74833AB}" presName="thickLine" presStyleLbl="alignNode1" presStyleIdx="0" presStyleCnt="4"/>
      <dgm:spPr/>
    </dgm:pt>
    <dgm:pt modelId="{24389D61-8CEB-4422-8510-6CC99DC9D716}" type="pres">
      <dgm:prSet presAssocID="{A7B4CE36-4C9F-4860-8784-6A2BA74833AB}" presName="horz1" presStyleCnt="0"/>
      <dgm:spPr/>
    </dgm:pt>
    <dgm:pt modelId="{51C58CFF-C554-481D-B6E3-89EBF74A211F}" type="pres">
      <dgm:prSet presAssocID="{A7B4CE36-4C9F-4860-8784-6A2BA74833AB}" presName="tx1" presStyleLbl="revTx" presStyleIdx="0" presStyleCnt="4"/>
      <dgm:spPr/>
    </dgm:pt>
    <dgm:pt modelId="{DEA81586-058E-4861-B485-66FA5C919D29}" type="pres">
      <dgm:prSet presAssocID="{A7B4CE36-4C9F-4860-8784-6A2BA74833AB}" presName="vert1" presStyleCnt="0"/>
      <dgm:spPr/>
    </dgm:pt>
    <dgm:pt modelId="{0B738C26-4323-4CBB-A052-2868B51603DC}" type="pres">
      <dgm:prSet presAssocID="{E4CFDAEC-4EA6-4A5B-8379-0DC5F77DA54C}" presName="thickLine" presStyleLbl="alignNode1" presStyleIdx="1" presStyleCnt="4"/>
      <dgm:spPr/>
    </dgm:pt>
    <dgm:pt modelId="{672CF7B8-E1A4-4673-B39F-23C14AE65C26}" type="pres">
      <dgm:prSet presAssocID="{E4CFDAEC-4EA6-4A5B-8379-0DC5F77DA54C}" presName="horz1" presStyleCnt="0"/>
      <dgm:spPr/>
    </dgm:pt>
    <dgm:pt modelId="{6EDA5B85-16D2-4E09-9B4F-829472BB1514}" type="pres">
      <dgm:prSet presAssocID="{E4CFDAEC-4EA6-4A5B-8379-0DC5F77DA54C}" presName="tx1" presStyleLbl="revTx" presStyleIdx="1" presStyleCnt="4"/>
      <dgm:spPr/>
    </dgm:pt>
    <dgm:pt modelId="{1D8792DF-DB71-4F92-9B56-6A78389674F0}" type="pres">
      <dgm:prSet presAssocID="{E4CFDAEC-4EA6-4A5B-8379-0DC5F77DA54C}" presName="vert1" presStyleCnt="0"/>
      <dgm:spPr/>
    </dgm:pt>
    <dgm:pt modelId="{B508C85E-9B40-4E59-82C0-E929927B3B52}" type="pres">
      <dgm:prSet presAssocID="{1CBD7E8E-9DD8-4A09-8A63-4EE94E034A88}" presName="thickLine" presStyleLbl="alignNode1" presStyleIdx="2" presStyleCnt="4"/>
      <dgm:spPr/>
    </dgm:pt>
    <dgm:pt modelId="{0AD4126B-25EB-441F-BEF3-8AFE498FB7BC}" type="pres">
      <dgm:prSet presAssocID="{1CBD7E8E-9DD8-4A09-8A63-4EE94E034A88}" presName="horz1" presStyleCnt="0"/>
      <dgm:spPr/>
    </dgm:pt>
    <dgm:pt modelId="{359CC2EC-3B4A-4387-AF48-7513647E34E4}" type="pres">
      <dgm:prSet presAssocID="{1CBD7E8E-9DD8-4A09-8A63-4EE94E034A88}" presName="tx1" presStyleLbl="revTx" presStyleIdx="2" presStyleCnt="4"/>
      <dgm:spPr/>
    </dgm:pt>
    <dgm:pt modelId="{C7A292F5-EA1F-44EB-93BF-1AAEC1F1962C}" type="pres">
      <dgm:prSet presAssocID="{1CBD7E8E-9DD8-4A09-8A63-4EE94E034A88}" presName="vert1" presStyleCnt="0"/>
      <dgm:spPr/>
    </dgm:pt>
    <dgm:pt modelId="{0477C115-D866-4CD0-A1A8-D9B8FFB6064E}" type="pres">
      <dgm:prSet presAssocID="{932EC97E-6834-4C41-8386-75E43B014824}" presName="thickLine" presStyleLbl="alignNode1" presStyleIdx="3" presStyleCnt="4"/>
      <dgm:spPr/>
    </dgm:pt>
    <dgm:pt modelId="{A26C3D1A-696D-4BB6-9ED2-97584BA31390}" type="pres">
      <dgm:prSet presAssocID="{932EC97E-6834-4C41-8386-75E43B014824}" presName="horz1" presStyleCnt="0"/>
      <dgm:spPr/>
    </dgm:pt>
    <dgm:pt modelId="{38F88BD4-6A67-482C-8FC6-186D83B1FC79}" type="pres">
      <dgm:prSet presAssocID="{932EC97E-6834-4C41-8386-75E43B014824}" presName="tx1" presStyleLbl="revTx" presStyleIdx="3" presStyleCnt="4"/>
      <dgm:spPr/>
    </dgm:pt>
    <dgm:pt modelId="{34718148-8EAC-4720-8584-A8CBDAEC8DCB}" type="pres">
      <dgm:prSet presAssocID="{932EC97E-6834-4C41-8386-75E43B014824}" presName="vert1" presStyleCnt="0"/>
      <dgm:spPr/>
    </dgm:pt>
  </dgm:ptLst>
  <dgm:cxnLst>
    <dgm:cxn modelId="{4F579A22-AC7D-48EE-B610-5DD289655104}" srcId="{31788B1D-BA1F-4B65-9ECA-E0939ACCCFDC}" destId="{1CBD7E8E-9DD8-4A09-8A63-4EE94E034A88}" srcOrd="2" destOrd="0" parTransId="{A600CE1B-1E18-4F07-BC89-B076525D1F10}" sibTransId="{B2BC97FE-3CA4-4C07-84C4-08D448CE86D3}"/>
    <dgm:cxn modelId="{A398602A-BB67-4179-AE04-CC9931D83B60}" srcId="{31788B1D-BA1F-4B65-9ECA-E0939ACCCFDC}" destId="{A7B4CE36-4C9F-4860-8784-6A2BA74833AB}" srcOrd="0" destOrd="0" parTransId="{8DD1802E-532F-49C6-9DE9-21C028C7E00E}" sibTransId="{3732B9E5-3DA9-421A-B4EA-901DA3BD41CF}"/>
    <dgm:cxn modelId="{E119B089-2996-4D75-AC8D-E2DCDF6E2C1A}" type="presOf" srcId="{E4CFDAEC-4EA6-4A5B-8379-0DC5F77DA54C}" destId="{6EDA5B85-16D2-4E09-9B4F-829472BB1514}" srcOrd="0" destOrd="0" presId="urn:microsoft.com/office/officeart/2008/layout/LinedList"/>
    <dgm:cxn modelId="{8508938B-F435-4176-9362-2F41A3ECEABB}" type="presOf" srcId="{1CBD7E8E-9DD8-4A09-8A63-4EE94E034A88}" destId="{359CC2EC-3B4A-4387-AF48-7513647E34E4}" srcOrd="0" destOrd="0" presId="urn:microsoft.com/office/officeart/2008/layout/LinedList"/>
    <dgm:cxn modelId="{9B11DE95-9D28-478D-ADF7-73D8FB2E035B}" type="presOf" srcId="{31788B1D-BA1F-4B65-9ECA-E0939ACCCFDC}" destId="{20079310-E268-4BFF-AD9E-22E803627484}" srcOrd="0" destOrd="0" presId="urn:microsoft.com/office/officeart/2008/layout/LinedList"/>
    <dgm:cxn modelId="{A700CA98-BF83-4FAC-8CED-94F9C7212202}" type="presOf" srcId="{A7B4CE36-4C9F-4860-8784-6A2BA74833AB}" destId="{51C58CFF-C554-481D-B6E3-89EBF74A211F}" srcOrd="0" destOrd="0" presId="urn:microsoft.com/office/officeart/2008/layout/LinedList"/>
    <dgm:cxn modelId="{D94D8BA8-6CC9-4245-AC9A-D05962A925C1}" srcId="{31788B1D-BA1F-4B65-9ECA-E0939ACCCFDC}" destId="{932EC97E-6834-4C41-8386-75E43B014824}" srcOrd="3" destOrd="0" parTransId="{DB47182A-265A-494D-9F3D-FA61F9B71D1E}" sibTransId="{BC3B77DC-570B-4C0B-BC09-0EAE15BED882}"/>
    <dgm:cxn modelId="{AEE2CAA9-A817-4EB9-8133-8CF909EE8AFE}" srcId="{31788B1D-BA1F-4B65-9ECA-E0939ACCCFDC}" destId="{E4CFDAEC-4EA6-4A5B-8379-0DC5F77DA54C}" srcOrd="1" destOrd="0" parTransId="{7F851808-28A0-40AB-94FB-D977B9B8FBAC}" sibTransId="{B53F712A-12ED-4FCE-872A-2A9B52A511EF}"/>
    <dgm:cxn modelId="{4F4348F2-D4CE-42EC-BCAC-A0D84F8BF108}" type="presOf" srcId="{932EC97E-6834-4C41-8386-75E43B014824}" destId="{38F88BD4-6A67-482C-8FC6-186D83B1FC79}" srcOrd="0" destOrd="0" presId="urn:microsoft.com/office/officeart/2008/layout/LinedList"/>
    <dgm:cxn modelId="{80A8E594-87C0-4413-ABFB-07D3A676E900}" type="presParOf" srcId="{20079310-E268-4BFF-AD9E-22E803627484}" destId="{6267AD8E-A387-4E78-AFC2-30382BC731C6}" srcOrd="0" destOrd="0" presId="urn:microsoft.com/office/officeart/2008/layout/LinedList"/>
    <dgm:cxn modelId="{08DA44C4-3349-4513-B8DF-B369692204EE}" type="presParOf" srcId="{20079310-E268-4BFF-AD9E-22E803627484}" destId="{24389D61-8CEB-4422-8510-6CC99DC9D716}" srcOrd="1" destOrd="0" presId="urn:microsoft.com/office/officeart/2008/layout/LinedList"/>
    <dgm:cxn modelId="{D916045C-16F7-42DA-9AEF-447546B2685C}" type="presParOf" srcId="{24389D61-8CEB-4422-8510-6CC99DC9D716}" destId="{51C58CFF-C554-481D-B6E3-89EBF74A211F}" srcOrd="0" destOrd="0" presId="urn:microsoft.com/office/officeart/2008/layout/LinedList"/>
    <dgm:cxn modelId="{6DF823F5-8DD2-4AC6-AEBE-B7CF96B91380}" type="presParOf" srcId="{24389D61-8CEB-4422-8510-6CC99DC9D716}" destId="{DEA81586-058E-4861-B485-66FA5C919D29}" srcOrd="1" destOrd="0" presId="urn:microsoft.com/office/officeart/2008/layout/LinedList"/>
    <dgm:cxn modelId="{A9DF0281-07FE-47FD-A023-5C1FB133AB77}" type="presParOf" srcId="{20079310-E268-4BFF-AD9E-22E803627484}" destId="{0B738C26-4323-4CBB-A052-2868B51603DC}" srcOrd="2" destOrd="0" presId="urn:microsoft.com/office/officeart/2008/layout/LinedList"/>
    <dgm:cxn modelId="{FF10D797-F761-4E98-912D-EC4960245DEC}" type="presParOf" srcId="{20079310-E268-4BFF-AD9E-22E803627484}" destId="{672CF7B8-E1A4-4673-B39F-23C14AE65C26}" srcOrd="3" destOrd="0" presId="urn:microsoft.com/office/officeart/2008/layout/LinedList"/>
    <dgm:cxn modelId="{0C09B3B7-DDE2-46B6-8D79-CC880812D4A6}" type="presParOf" srcId="{672CF7B8-E1A4-4673-B39F-23C14AE65C26}" destId="{6EDA5B85-16D2-4E09-9B4F-829472BB1514}" srcOrd="0" destOrd="0" presId="urn:microsoft.com/office/officeart/2008/layout/LinedList"/>
    <dgm:cxn modelId="{E245B14C-BE65-4FEC-AC1F-68A444EBA6DC}" type="presParOf" srcId="{672CF7B8-E1A4-4673-B39F-23C14AE65C26}" destId="{1D8792DF-DB71-4F92-9B56-6A78389674F0}" srcOrd="1" destOrd="0" presId="urn:microsoft.com/office/officeart/2008/layout/LinedList"/>
    <dgm:cxn modelId="{342439A3-22EE-4951-9DF8-BBFB691D2117}" type="presParOf" srcId="{20079310-E268-4BFF-AD9E-22E803627484}" destId="{B508C85E-9B40-4E59-82C0-E929927B3B52}" srcOrd="4" destOrd="0" presId="urn:microsoft.com/office/officeart/2008/layout/LinedList"/>
    <dgm:cxn modelId="{F1F20C52-B4E5-4F08-BC9E-D9EBD3CF0FC5}" type="presParOf" srcId="{20079310-E268-4BFF-AD9E-22E803627484}" destId="{0AD4126B-25EB-441F-BEF3-8AFE498FB7BC}" srcOrd="5" destOrd="0" presId="urn:microsoft.com/office/officeart/2008/layout/LinedList"/>
    <dgm:cxn modelId="{E77EF8DB-9C61-4A22-B6B3-3B75FDA0B33E}" type="presParOf" srcId="{0AD4126B-25EB-441F-BEF3-8AFE498FB7BC}" destId="{359CC2EC-3B4A-4387-AF48-7513647E34E4}" srcOrd="0" destOrd="0" presId="urn:microsoft.com/office/officeart/2008/layout/LinedList"/>
    <dgm:cxn modelId="{4EF210F2-2ECD-4592-89AF-A89774DB3C68}" type="presParOf" srcId="{0AD4126B-25EB-441F-BEF3-8AFE498FB7BC}" destId="{C7A292F5-EA1F-44EB-93BF-1AAEC1F1962C}" srcOrd="1" destOrd="0" presId="urn:microsoft.com/office/officeart/2008/layout/LinedList"/>
    <dgm:cxn modelId="{40F64DE5-D881-4D29-9302-9D997640F78D}" type="presParOf" srcId="{20079310-E268-4BFF-AD9E-22E803627484}" destId="{0477C115-D866-4CD0-A1A8-D9B8FFB6064E}" srcOrd="6" destOrd="0" presId="urn:microsoft.com/office/officeart/2008/layout/LinedList"/>
    <dgm:cxn modelId="{C546AAA3-2F5F-4718-87F4-7C903061350B}" type="presParOf" srcId="{20079310-E268-4BFF-AD9E-22E803627484}" destId="{A26C3D1A-696D-4BB6-9ED2-97584BA31390}" srcOrd="7" destOrd="0" presId="urn:microsoft.com/office/officeart/2008/layout/LinedList"/>
    <dgm:cxn modelId="{9FA10195-01D0-47D2-B77E-79B743AE45BC}" type="presParOf" srcId="{A26C3D1A-696D-4BB6-9ED2-97584BA31390}" destId="{38F88BD4-6A67-482C-8FC6-186D83B1FC79}" srcOrd="0" destOrd="0" presId="urn:microsoft.com/office/officeart/2008/layout/LinedList"/>
    <dgm:cxn modelId="{B003EE45-C3D6-46C0-97BA-A36C0A4E4BF6}" type="presParOf" srcId="{A26C3D1A-696D-4BB6-9ED2-97584BA31390}" destId="{34718148-8EAC-4720-8584-A8CBDAEC8D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C1426D3-54E6-4F66-AFCF-11F6384B4B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31E5E3-C508-4361-B83B-D3DB15F49414}">
      <dgm:prSet/>
      <dgm:spPr/>
      <dgm:t>
        <a:bodyPr/>
        <a:lstStyle/>
        <a:p>
          <a:r>
            <a:rPr lang="ru-RU" b="0" i="0" baseline="0"/>
            <a:t>оприлюднення Українською Центральною Радою Другого Універсалу</a:t>
          </a:r>
          <a:endParaRPr lang="uk-UA"/>
        </a:p>
      </dgm:t>
    </dgm:pt>
    <dgm:pt modelId="{44AC9F9B-9921-4CD7-9AC6-D17877BC6C00}" type="parTrans" cxnId="{47EAA6CD-5A94-4BFC-9894-22E92C0A12F1}">
      <dgm:prSet/>
      <dgm:spPr/>
      <dgm:t>
        <a:bodyPr/>
        <a:lstStyle/>
        <a:p>
          <a:endParaRPr lang="uk-UA"/>
        </a:p>
      </dgm:t>
    </dgm:pt>
    <dgm:pt modelId="{C52D659C-F884-43AE-80BC-19AF030FC940}" type="sibTrans" cxnId="{47EAA6CD-5A94-4BFC-9894-22E92C0A12F1}">
      <dgm:prSet/>
      <dgm:spPr/>
      <dgm:t>
        <a:bodyPr/>
        <a:lstStyle/>
        <a:p>
          <a:endParaRPr lang="uk-UA"/>
        </a:p>
      </dgm:t>
    </dgm:pt>
    <dgm:pt modelId="{53006A6F-6E42-4C91-A131-1131344D7839}">
      <dgm:prSet/>
      <dgm:spPr/>
      <dgm:t>
        <a:bodyPr/>
        <a:lstStyle/>
        <a:p>
          <a:r>
            <a:rPr lang="ru-RU" b="0" i="0" baseline="0"/>
            <a:t>укладення Брестського мирного договору</a:t>
          </a:r>
          <a:endParaRPr lang="uk-UA"/>
        </a:p>
      </dgm:t>
    </dgm:pt>
    <dgm:pt modelId="{F4C6BCED-2C30-4733-BB9B-DB69600DF520}" type="parTrans" cxnId="{4A9720EE-67BB-4BFC-AA69-E59ABFF7FA75}">
      <dgm:prSet/>
      <dgm:spPr/>
      <dgm:t>
        <a:bodyPr/>
        <a:lstStyle/>
        <a:p>
          <a:endParaRPr lang="uk-UA"/>
        </a:p>
      </dgm:t>
    </dgm:pt>
    <dgm:pt modelId="{3A9E0358-C6B7-4C1F-B7C8-9A7C10683DA7}" type="sibTrans" cxnId="{4A9720EE-67BB-4BFC-AA69-E59ABFF7FA75}">
      <dgm:prSet/>
      <dgm:spPr/>
      <dgm:t>
        <a:bodyPr/>
        <a:lstStyle/>
        <a:p>
          <a:endParaRPr lang="uk-UA"/>
        </a:p>
      </dgm:t>
    </dgm:pt>
    <dgm:pt modelId="{3631842C-15FC-446E-BA5F-C4B794BB5F4F}">
      <dgm:prSet/>
      <dgm:spPr/>
      <dgm:t>
        <a:bodyPr/>
        <a:lstStyle/>
        <a:p>
          <a:r>
            <a:rPr lang="ru-RU" b="0" i="0" baseline="0"/>
            <a:t>початок корніловського заколоту в Росії</a:t>
          </a:r>
          <a:endParaRPr lang="uk-UA"/>
        </a:p>
      </dgm:t>
    </dgm:pt>
    <dgm:pt modelId="{27A8132A-C372-4A29-9BF1-313DB6091D7A}" type="parTrans" cxnId="{C82BE7EF-707F-4ED8-B0C8-67457B2790B8}">
      <dgm:prSet/>
      <dgm:spPr/>
      <dgm:t>
        <a:bodyPr/>
        <a:lstStyle/>
        <a:p>
          <a:endParaRPr lang="uk-UA"/>
        </a:p>
      </dgm:t>
    </dgm:pt>
    <dgm:pt modelId="{86A5CBB0-32D1-4B22-A3D8-9741FFA5E723}" type="sibTrans" cxnId="{C82BE7EF-707F-4ED8-B0C8-67457B2790B8}">
      <dgm:prSet/>
      <dgm:spPr/>
      <dgm:t>
        <a:bodyPr/>
        <a:lstStyle/>
        <a:p>
          <a:endParaRPr lang="uk-UA"/>
        </a:p>
      </dgm:t>
    </dgm:pt>
    <dgm:pt modelId="{1D5C1102-F677-4C40-B514-4FBC2B555212}">
      <dgm:prSet/>
      <dgm:spPr/>
      <dgm:t>
        <a:bodyPr/>
        <a:lstStyle/>
        <a:p>
          <a:r>
            <a:rPr lang="ru-RU" b="0" i="0" baseline="0"/>
            <a:t>скликання Українського національного конгресу</a:t>
          </a:r>
          <a:endParaRPr lang="uk-UA"/>
        </a:p>
      </dgm:t>
    </dgm:pt>
    <dgm:pt modelId="{9A1FE31C-963B-4E33-B867-99CF8CDA08DD}" type="parTrans" cxnId="{6FC194D6-0823-4D9A-A280-A60EA4A26280}">
      <dgm:prSet/>
      <dgm:spPr/>
      <dgm:t>
        <a:bodyPr/>
        <a:lstStyle/>
        <a:p>
          <a:endParaRPr lang="uk-UA"/>
        </a:p>
      </dgm:t>
    </dgm:pt>
    <dgm:pt modelId="{FC5F50FB-D8C9-4C2E-901A-1DBE778BFADA}" type="sibTrans" cxnId="{6FC194D6-0823-4D9A-A280-A60EA4A26280}">
      <dgm:prSet/>
      <dgm:spPr/>
      <dgm:t>
        <a:bodyPr/>
        <a:lstStyle/>
        <a:p>
          <a:endParaRPr lang="uk-UA"/>
        </a:p>
      </dgm:t>
    </dgm:pt>
    <dgm:pt modelId="{63EFDF36-94B7-453A-8DDA-BE5A54AB8682}" type="pres">
      <dgm:prSet presAssocID="{0C1426D3-54E6-4F66-AFCF-11F6384B4B11}" presName="linear" presStyleCnt="0">
        <dgm:presLayoutVars>
          <dgm:animLvl val="lvl"/>
          <dgm:resizeHandles val="exact"/>
        </dgm:presLayoutVars>
      </dgm:prSet>
      <dgm:spPr/>
    </dgm:pt>
    <dgm:pt modelId="{F34A2358-8C17-4CAF-BCF8-05D615FD1CEE}" type="pres">
      <dgm:prSet presAssocID="{FD31E5E3-C508-4361-B83B-D3DB15F494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6EB0B6-1855-4859-8B24-4A5974A14E27}" type="pres">
      <dgm:prSet presAssocID="{C52D659C-F884-43AE-80BC-19AF030FC940}" presName="spacer" presStyleCnt="0"/>
      <dgm:spPr/>
    </dgm:pt>
    <dgm:pt modelId="{08320360-AF45-441A-8045-A09E3B6DA643}" type="pres">
      <dgm:prSet presAssocID="{53006A6F-6E42-4C91-A131-1131344D783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7F31D3-B6DA-4937-BFE5-68105A95928D}" type="pres">
      <dgm:prSet presAssocID="{3A9E0358-C6B7-4C1F-B7C8-9A7C10683DA7}" presName="spacer" presStyleCnt="0"/>
      <dgm:spPr/>
    </dgm:pt>
    <dgm:pt modelId="{0CD3FC48-D4E2-4033-905F-0C07BCAC18AC}" type="pres">
      <dgm:prSet presAssocID="{3631842C-15FC-446E-BA5F-C4B794BB5F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211290-E99D-40BC-BD4A-5554C3D2BAB0}" type="pres">
      <dgm:prSet presAssocID="{86A5CBB0-32D1-4B22-A3D8-9741FFA5E723}" presName="spacer" presStyleCnt="0"/>
      <dgm:spPr/>
    </dgm:pt>
    <dgm:pt modelId="{0CC3F62E-5390-4F6E-B212-4912A5855036}" type="pres">
      <dgm:prSet presAssocID="{1D5C1102-F677-4C40-B514-4FBC2B5552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2C75F22-EF48-4543-BC82-D75CD8F2BF76}" type="presOf" srcId="{3631842C-15FC-446E-BA5F-C4B794BB5F4F}" destId="{0CD3FC48-D4E2-4033-905F-0C07BCAC18AC}" srcOrd="0" destOrd="0" presId="urn:microsoft.com/office/officeart/2005/8/layout/vList2"/>
    <dgm:cxn modelId="{B145C636-17FC-4AD3-94EC-318D1999A5BA}" type="presOf" srcId="{53006A6F-6E42-4C91-A131-1131344D7839}" destId="{08320360-AF45-441A-8045-A09E3B6DA643}" srcOrd="0" destOrd="0" presId="urn:microsoft.com/office/officeart/2005/8/layout/vList2"/>
    <dgm:cxn modelId="{EBD7A169-E3E1-49CB-88B0-CCF3AA73540E}" type="presOf" srcId="{1D5C1102-F677-4C40-B514-4FBC2B555212}" destId="{0CC3F62E-5390-4F6E-B212-4912A5855036}" srcOrd="0" destOrd="0" presId="urn:microsoft.com/office/officeart/2005/8/layout/vList2"/>
    <dgm:cxn modelId="{2B6D7498-EBB5-4C84-9EC7-2720DEFA6D47}" type="presOf" srcId="{FD31E5E3-C508-4361-B83B-D3DB15F49414}" destId="{F34A2358-8C17-4CAF-BCF8-05D615FD1CEE}" srcOrd="0" destOrd="0" presId="urn:microsoft.com/office/officeart/2005/8/layout/vList2"/>
    <dgm:cxn modelId="{47EAA6CD-5A94-4BFC-9894-22E92C0A12F1}" srcId="{0C1426D3-54E6-4F66-AFCF-11F6384B4B11}" destId="{FD31E5E3-C508-4361-B83B-D3DB15F49414}" srcOrd="0" destOrd="0" parTransId="{44AC9F9B-9921-4CD7-9AC6-D17877BC6C00}" sibTransId="{C52D659C-F884-43AE-80BC-19AF030FC940}"/>
    <dgm:cxn modelId="{6FC194D6-0823-4D9A-A280-A60EA4A26280}" srcId="{0C1426D3-54E6-4F66-AFCF-11F6384B4B11}" destId="{1D5C1102-F677-4C40-B514-4FBC2B555212}" srcOrd="3" destOrd="0" parTransId="{9A1FE31C-963B-4E33-B867-99CF8CDA08DD}" sibTransId="{FC5F50FB-D8C9-4C2E-901A-1DBE778BFADA}"/>
    <dgm:cxn modelId="{4A9720EE-67BB-4BFC-AA69-E59ABFF7FA75}" srcId="{0C1426D3-54E6-4F66-AFCF-11F6384B4B11}" destId="{53006A6F-6E42-4C91-A131-1131344D7839}" srcOrd="1" destOrd="0" parTransId="{F4C6BCED-2C30-4733-BB9B-DB69600DF520}" sibTransId="{3A9E0358-C6B7-4C1F-B7C8-9A7C10683DA7}"/>
    <dgm:cxn modelId="{C82BE7EF-707F-4ED8-B0C8-67457B2790B8}" srcId="{0C1426D3-54E6-4F66-AFCF-11F6384B4B11}" destId="{3631842C-15FC-446E-BA5F-C4B794BB5F4F}" srcOrd="2" destOrd="0" parTransId="{27A8132A-C372-4A29-9BF1-313DB6091D7A}" sibTransId="{86A5CBB0-32D1-4B22-A3D8-9741FFA5E723}"/>
    <dgm:cxn modelId="{FD2D1CF7-9350-464A-876A-D5B4455EEFA1}" type="presOf" srcId="{0C1426D3-54E6-4F66-AFCF-11F6384B4B11}" destId="{63EFDF36-94B7-453A-8DDA-BE5A54AB8682}" srcOrd="0" destOrd="0" presId="urn:microsoft.com/office/officeart/2005/8/layout/vList2"/>
    <dgm:cxn modelId="{EE0D97E4-2E2D-4115-B7E3-40278DC282B9}" type="presParOf" srcId="{63EFDF36-94B7-453A-8DDA-BE5A54AB8682}" destId="{F34A2358-8C17-4CAF-BCF8-05D615FD1CEE}" srcOrd="0" destOrd="0" presId="urn:microsoft.com/office/officeart/2005/8/layout/vList2"/>
    <dgm:cxn modelId="{2E60A0B4-6A4E-4DDD-ACE4-E14EB4136AAE}" type="presParOf" srcId="{63EFDF36-94B7-453A-8DDA-BE5A54AB8682}" destId="{1E6EB0B6-1855-4859-8B24-4A5974A14E27}" srcOrd="1" destOrd="0" presId="urn:microsoft.com/office/officeart/2005/8/layout/vList2"/>
    <dgm:cxn modelId="{8C20E2DF-326F-4F63-BC69-D9F44460C20C}" type="presParOf" srcId="{63EFDF36-94B7-453A-8DDA-BE5A54AB8682}" destId="{08320360-AF45-441A-8045-A09E3B6DA643}" srcOrd="2" destOrd="0" presId="urn:microsoft.com/office/officeart/2005/8/layout/vList2"/>
    <dgm:cxn modelId="{3AE6B954-A7FB-463D-B654-2BDCE4BA4234}" type="presParOf" srcId="{63EFDF36-94B7-453A-8DDA-BE5A54AB8682}" destId="{697F31D3-B6DA-4937-BFE5-68105A95928D}" srcOrd="3" destOrd="0" presId="urn:microsoft.com/office/officeart/2005/8/layout/vList2"/>
    <dgm:cxn modelId="{02B909A1-B489-4EE0-B8DB-2BF9E61C392C}" type="presParOf" srcId="{63EFDF36-94B7-453A-8DDA-BE5A54AB8682}" destId="{0CD3FC48-D4E2-4033-905F-0C07BCAC18AC}" srcOrd="4" destOrd="0" presId="urn:microsoft.com/office/officeart/2005/8/layout/vList2"/>
    <dgm:cxn modelId="{4BB84D51-D39B-4408-929D-C61A0666AD19}" type="presParOf" srcId="{63EFDF36-94B7-453A-8DDA-BE5A54AB8682}" destId="{B4211290-E99D-40BC-BD4A-5554C3D2BAB0}" srcOrd="5" destOrd="0" presId="urn:microsoft.com/office/officeart/2005/8/layout/vList2"/>
    <dgm:cxn modelId="{23E94EF2-D7E0-4FF1-874D-D132281FA1E2}" type="presParOf" srcId="{63EFDF36-94B7-453A-8DDA-BE5A54AB8682}" destId="{0CC3F62E-5390-4F6E-B212-4912A58550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CB4E84F-8A1C-4DA2-91BA-E746B965305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1C16C87-BFD6-4132-96ED-CA41EB3A734E}">
      <dgm:prSet/>
      <dgm:spPr/>
      <dgm:t>
        <a:bodyPr/>
        <a:lstStyle/>
        <a:p>
          <a:r>
            <a:rPr lang="ru-RU" b="0" i="0" baseline="0"/>
            <a:t>березні 1917 р.</a:t>
          </a:r>
          <a:endParaRPr lang="uk-UA"/>
        </a:p>
      </dgm:t>
    </dgm:pt>
    <dgm:pt modelId="{953A1050-9BD9-487C-BCDC-E028E188E1A0}" type="parTrans" cxnId="{3D538AD4-BA43-4148-B8F9-534691CC8F76}">
      <dgm:prSet/>
      <dgm:spPr/>
      <dgm:t>
        <a:bodyPr/>
        <a:lstStyle/>
        <a:p>
          <a:endParaRPr lang="uk-UA"/>
        </a:p>
      </dgm:t>
    </dgm:pt>
    <dgm:pt modelId="{C7651920-6F1E-4010-99EB-8A2E2EC10FE0}" type="sibTrans" cxnId="{3D538AD4-BA43-4148-B8F9-534691CC8F76}">
      <dgm:prSet/>
      <dgm:spPr/>
      <dgm:t>
        <a:bodyPr/>
        <a:lstStyle/>
        <a:p>
          <a:endParaRPr lang="uk-UA"/>
        </a:p>
      </dgm:t>
    </dgm:pt>
    <dgm:pt modelId="{2EFA3D90-B81B-4EB3-8A99-2F802CEDB08C}">
      <dgm:prSet/>
      <dgm:spPr/>
      <dgm:t>
        <a:bodyPr/>
        <a:lstStyle/>
        <a:p>
          <a:r>
            <a:rPr lang="ru-RU" b="0" i="0" baseline="0"/>
            <a:t>червні 1917 р.</a:t>
          </a:r>
          <a:endParaRPr lang="uk-UA"/>
        </a:p>
      </dgm:t>
    </dgm:pt>
    <dgm:pt modelId="{451BEC43-2FDB-49E7-BC46-44151F030FE7}" type="parTrans" cxnId="{34F4E1D7-02AD-4885-8B31-34A7DA5A3412}">
      <dgm:prSet/>
      <dgm:spPr/>
      <dgm:t>
        <a:bodyPr/>
        <a:lstStyle/>
        <a:p>
          <a:endParaRPr lang="uk-UA"/>
        </a:p>
      </dgm:t>
    </dgm:pt>
    <dgm:pt modelId="{BA1C5F25-3523-495B-8588-4D44A4953C41}" type="sibTrans" cxnId="{34F4E1D7-02AD-4885-8B31-34A7DA5A3412}">
      <dgm:prSet/>
      <dgm:spPr/>
      <dgm:t>
        <a:bodyPr/>
        <a:lstStyle/>
        <a:p>
          <a:endParaRPr lang="uk-UA"/>
        </a:p>
      </dgm:t>
    </dgm:pt>
    <dgm:pt modelId="{876E0C15-814B-4669-8F76-D82803A73CBC}">
      <dgm:prSet/>
      <dgm:spPr/>
      <dgm:t>
        <a:bodyPr/>
        <a:lstStyle/>
        <a:p>
          <a:r>
            <a:rPr lang="ru-RU" b="0" i="0" baseline="0"/>
            <a:t>серпні 1917 р.</a:t>
          </a:r>
          <a:endParaRPr lang="uk-UA"/>
        </a:p>
      </dgm:t>
    </dgm:pt>
    <dgm:pt modelId="{49AB482B-E1D7-4996-BECE-3452F1F6C8B3}" type="parTrans" cxnId="{83798EE2-AE03-4168-A805-AC2480BBE15B}">
      <dgm:prSet/>
      <dgm:spPr/>
      <dgm:t>
        <a:bodyPr/>
        <a:lstStyle/>
        <a:p>
          <a:endParaRPr lang="uk-UA"/>
        </a:p>
      </dgm:t>
    </dgm:pt>
    <dgm:pt modelId="{FC184958-0359-4077-89A5-F6116AD821F8}" type="sibTrans" cxnId="{83798EE2-AE03-4168-A805-AC2480BBE15B}">
      <dgm:prSet/>
      <dgm:spPr/>
      <dgm:t>
        <a:bodyPr/>
        <a:lstStyle/>
        <a:p>
          <a:endParaRPr lang="uk-UA"/>
        </a:p>
      </dgm:t>
    </dgm:pt>
    <dgm:pt modelId="{3B157C28-A2B8-42FA-A165-67BB93A6986B}">
      <dgm:prSet/>
      <dgm:spPr/>
      <dgm:t>
        <a:bodyPr/>
        <a:lstStyle/>
        <a:p>
          <a:r>
            <a:rPr lang="ru-RU" b="0" i="0" baseline="0"/>
            <a:t>листопаді 1917 р.</a:t>
          </a:r>
          <a:endParaRPr lang="uk-UA"/>
        </a:p>
      </dgm:t>
    </dgm:pt>
    <dgm:pt modelId="{94F089CE-87A0-4946-A1CB-80225265D459}" type="parTrans" cxnId="{DBFF7BCC-0B1D-465F-A77A-573DBA3F9F02}">
      <dgm:prSet/>
      <dgm:spPr/>
      <dgm:t>
        <a:bodyPr/>
        <a:lstStyle/>
        <a:p>
          <a:endParaRPr lang="uk-UA"/>
        </a:p>
      </dgm:t>
    </dgm:pt>
    <dgm:pt modelId="{D2CAAC9C-E232-4DD9-B77F-A550DD907CD3}" type="sibTrans" cxnId="{DBFF7BCC-0B1D-465F-A77A-573DBA3F9F02}">
      <dgm:prSet/>
      <dgm:spPr/>
      <dgm:t>
        <a:bodyPr/>
        <a:lstStyle/>
        <a:p>
          <a:endParaRPr lang="uk-UA"/>
        </a:p>
      </dgm:t>
    </dgm:pt>
    <dgm:pt modelId="{306EA1B6-024B-4F24-B3A6-AB7CFC438E2B}" type="pres">
      <dgm:prSet presAssocID="{0CB4E84F-8A1C-4DA2-91BA-E746B9653057}" presName="linearFlow" presStyleCnt="0">
        <dgm:presLayoutVars>
          <dgm:dir/>
          <dgm:resizeHandles val="exact"/>
        </dgm:presLayoutVars>
      </dgm:prSet>
      <dgm:spPr/>
    </dgm:pt>
    <dgm:pt modelId="{9CEEACD0-DFAB-4218-9DE0-E46FA9AB1CEF}" type="pres">
      <dgm:prSet presAssocID="{81C16C87-BFD6-4132-96ED-CA41EB3A734E}" presName="composite" presStyleCnt="0"/>
      <dgm:spPr/>
    </dgm:pt>
    <dgm:pt modelId="{5D3D8C66-B305-4B24-A6EF-48385D08090B}" type="pres">
      <dgm:prSet presAssocID="{81C16C87-BFD6-4132-96ED-CA41EB3A734E}" presName="imgShp" presStyleLbl="fgImgPlace1" presStyleIdx="0" presStyleCnt="4"/>
      <dgm:spPr/>
    </dgm:pt>
    <dgm:pt modelId="{0BE31A44-00C3-43D3-9354-8811843CA109}" type="pres">
      <dgm:prSet presAssocID="{81C16C87-BFD6-4132-96ED-CA41EB3A734E}" presName="txShp" presStyleLbl="node1" presStyleIdx="0" presStyleCnt="4">
        <dgm:presLayoutVars>
          <dgm:bulletEnabled val="1"/>
        </dgm:presLayoutVars>
      </dgm:prSet>
      <dgm:spPr/>
    </dgm:pt>
    <dgm:pt modelId="{1ACC197D-6FD6-4E47-B4DB-051A8FB4316B}" type="pres">
      <dgm:prSet presAssocID="{C7651920-6F1E-4010-99EB-8A2E2EC10FE0}" presName="spacing" presStyleCnt="0"/>
      <dgm:spPr/>
    </dgm:pt>
    <dgm:pt modelId="{7910FA1C-EB8D-45B1-A2AD-420055D482EE}" type="pres">
      <dgm:prSet presAssocID="{2EFA3D90-B81B-4EB3-8A99-2F802CEDB08C}" presName="composite" presStyleCnt="0"/>
      <dgm:spPr/>
    </dgm:pt>
    <dgm:pt modelId="{714D3AC7-62E8-4490-82AF-E6E3522FA041}" type="pres">
      <dgm:prSet presAssocID="{2EFA3D90-B81B-4EB3-8A99-2F802CEDB08C}" presName="imgShp" presStyleLbl="fgImgPlace1" presStyleIdx="1" presStyleCnt="4"/>
      <dgm:spPr/>
    </dgm:pt>
    <dgm:pt modelId="{567A156C-4A19-4E08-AF2A-B64EBF38621C}" type="pres">
      <dgm:prSet presAssocID="{2EFA3D90-B81B-4EB3-8A99-2F802CEDB08C}" presName="txShp" presStyleLbl="node1" presStyleIdx="1" presStyleCnt="4">
        <dgm:presLayoutVars>
          <dgm:bulletEnabled val="1"/>
        </dgm:presLayoutVars>
      </dgm:prSet>
      <dgm:spPr/>
    </dgm:pt>
    <dgm:pt modelId="{21035D41-CBDC-4A94-8D2A-17993182E305}" type="pres">
      <dgm:prSet presAssocID="{BA1C5F25-3523-495B-8588-4D44A4953C41}" presName="spacing" presStyleCnt="0"/>
      <dgm:spPr/>
    </dgm:pt>
    <dgm:pt modelId="{2F678D0A-ECF4-4DCF-A9E3-E691C19C392A}" type="pres">
      <dgm:prSet presAssocID="{876E0C15-814B-4669-8F76-D82803A73CBC}" presName="composite" presStyleCnt="0"/>
      <dgm:spPr/>
    </dgm:pt>
    <dgm:pt modelId="{53CAB61B-83DB-4A42-9BBA-F709B821AEA5}" type="pres">
      <dgm:prSet presAssocID="{876E0C15-814B-4669-8F76-D82803A73CBC}" presName="imgShp" presStyleLbl="fgImgPlace1" presStyleIdx="2" presStyleCnt="4"/>
      <dgm:spPr/>
    </dgm:pt>
    <dgm:pt modelId="{6EE3EDE7-AED0-41B3-B52B-2C6FBF3A5AC6}" type="pres">
      <dgm:prSet presAssocID="{876E0C15-814B-4669-8F76-D82803A73CBC}" presName="txShp" presStyleLbl="node1" presStyleIdx="2" presStyleCnt="4">
        <dgm:presLayoutVars>
          <dgm:bulletEnabled val="1"/>
        </dgm:presLayoutVars>
      </dgm:prSet>
      <dgm:spPr/>
    </dgm:pt>
    <dgm:pt modelId="{32997BF1-88E1-47BE-B5D4-0E0334788735}" type="pres">
      <dgm:prSet presAssocID="{FC184958-0359-4077-89A5-F6116AD821F8}" presName="spacing" presStyleCnt="0"/>
      <dgm:spPr/>
    </dgm:pt>
    <dgm:pt modelId="{A520DEF1-4195-436B-8AAC-80C656051175}" type="pres">
      <dgm:prSet presAssocID="{3B157C28-A2B8-42FA-A165-67BB93A6986B}" presName="composite" presStyleCnt="0"/>
      <dgm:spPr/>
    </dgm:pt>
    <dgm:pt modelId="{FDA9287F-6111-4668-8696-58BCDA405174}" type="pres">
      <dgm:prSet presAssocID="{3B157C28-A2B8-42FA-A165-67BB93A6986B}" presName="imgShp" presStyleLbl="fgImgPlace1" presStyleIdx="3" presStyleCnt="4"/>
      <dgm:spPr/>
    </dgm:pt>
    <dgm:pt modelId="{EB1430AF-6F47-458F-B1C9-458E61C9C4A4}" type="pres">
      <dgm:prSet presAssocID="{3B157C28-A2B8-42FA-A165-67BB93A6986B}" presName="txShp" presStyleLbl="node1" presStyleIdx="3" presStyleCnt="4">
        <dgm:presLayoutVars>
          <dgm:bulletEnabled val="1"/>
        </dgm:presLayoutVars>
      </dgm:prSet>
      <dgm:spPr/>
    </dgm:pt>
  </dgm:ptLst>
  <dgm:cxnLst>
    <dgm:cxn modelId="{93101D13-187B-44DA-90D5-B473EF873181}" type="presOf" srcId="{0CB4E84F-8A1C-4DA2-91BA-E746B9653057}" destId="{306EA1B6-024B-4F24-B3A6-AB7CFC438E2B}" srcOrd="0" destOrd="0" presId="urn:microsoft.com/office/officeart/2005/8/layout/vList3"/>
    <dgm:cxn modelId="{E4BA766C-D3DB-4BE0-8816-F498228B36F8}" type="presOf" srcId="{876E0C15-814B-4669-8F76-D82803A73CBC}" destId="{6EE3EDE7-AED0-41B3-B52B-2C6FBF3A5AC6}" srcOrd="0" destOrd="0" presId="urn:microsoft.com/office/officeart/2005/8/layout/vList3"/>
    <dgm:cxn modelId="{8F5DDF6C-4CD4-47BC-B987-3756A54FB029}" type="presOf" srcId="{81C16C87-BFD6-4132-96ED-CA41EB3A734E}" destId="{0BE31A44-00C3-43D3-9354-8811843CA109}" srcOrd="0" destOrd="0" presId="urn:microsoft.com/office/officeart/2005/8/layout/vList3"/>
    <dgm:cxn modelId="{BD5532A4-A510-4736-BDB8-70E3005957C6}" type="presOf" srcId="{3B157C28-A2B8-42FA-A165-67BB93A6986B}" destId="{EB1430AF-6F47-458F-B1C9-458E61C9C4A4}" srcOrd="0" destOrd="0" presId="urn:microsoft.com/office/officeart/2005/8/layout/vList3"/>
    <dgm:cxn modelId="{CAD01BB1-C38B-4D90-BD4B-B58EB56A8846}" type="presOf" srcId="{2EFA3D90-B81B-4EB3-8A99-2F802CEDB08C}" destId="{567A156C-4A19-4E08-AF2A-B64EBF38621C}" srcOrd="0" destOrd="0" presId="urn:microsoft.com/office/officeart/2005/8/layout/vList3"/>
    <dgm:cxn modelId="{DBFF7BCC-0B1D-465F-A77A-573DBA3F9F02}" srcId="{0CB4E84F-8A1C-4DA2-91BA-E746B9653057}" destId="{3B157C28-A2B8-42FA-A165-67BB93A6986B}" srcOrd="3" destOrd="0" parTransId="{94F089CE-87A0-4946-A1CB-80225265D459}" sibTransId="{D2CAAC9C-E232-4DD9-B77F-A550DD907CD3}"/>
    <dgm:cxn modelId="{3D538AD4-BA43-4148-B8F9-534691CC8F76}" srcId="{0CB4E84F-8A1C-4DA2-91BA-E746B9653057}" destId="{81C16C87-BFD6-4132-96ED-CA41EB3A734E}" srcOrd="0" destOrd="0" parTransId="{953A1050-9BD9-487C-BCDC-E028E188E1A0}" sibTransId="{C7651920-6F1E-4010-99EB-8A2E2EC10FE0}"/>
    <dgm:cxn modelId="{34F4E1D7-02AD-4885-8B31-34A7DA5A3412}" srcId="{0CB4E84F-8A1C-4DA2-91BA-E746B9653057}" destId="{2EFA3D90-B81B-4EB3-8A99-2F802CEDB08C}" srcOrd="1" destOrd="0" parTransId="{451BEC43-2FDB-49E7-BC46-44151F030FE7}" sibTransId="{BA1C5F25-3523-495B-8588-4D44A4953C41}"/>
    <dgm:cxn modelId="{83798EE2-AE03-4168-A805-AC2480BBE15B}" srcId="{0CB4E84F-8A1C-4DA2-91BA-E746B9653057}" destId="{876E0C15-814B-4669-8F76-D82803A73CBC}" srcOrd="2" destOrd="0" parTransId="{49AB482B-E1D7-4996-BECE-3452F1F6C8B3}" sibTransId="{FC184958-0359-4077-89A5-F6116AD821F8}"/>
    <dgm:cxn modelId="{86A0CBF1-10E8-40D6-AD79-F4D18529D9C8}" type="presParOf" srcId="{306EA1B6-024B-4F24-B3A6-AB7CFC438E2B}" destId="{9CEEACD0-DFAB-4218-9DE0-E46FA9AB1CEF}" srcOrd="0" destOrd="0" presId="urn:microsoft.com/office/officeart/2005/8/layout/vList3"/>
    <dgm:cxn modelId="{DA5A4A97-EC09-4754-A7A4-6D6B5EAEC52D}" type="presParOf" srcId="{9CEEACD0-DFAB-4218-9DE0-E46FA9AB1CEF}" destId="{5D3D8C66-B305-4B24-A6EF-48385D08090B}" srcOrd="0" destOrd="0" presId="urn:microsoft.com/office/officeart/2005/8/layout/vList3"/>
    <dgm:cxn modelId="{A07F6569-2170-4583-A3E3-CAD6FBF81BF4}" type="presParOf" srcId="{9CEEACD0-DFAB-4218-9DE0-E46FA9AB1CEF}" destId="{0BE31A44-00C3-43D3-9354-8811843CA109}" srcOrd="1" destOrd="0" presId="urn:microsoft.com/office/officeart/2005/8/layout/vList3"/>
    <dgm:cxn modelId="{B67C8139-7C14-4FEF-98C1-118C0A17E0CD}" type="presParOf" srcId="{306EA1B6-024B-4F24-B3A6-AB7CFC438E2B}" destId="{1ACC197D-6FD6-4E47-B4DB-051A8FB4316B}" srcOrd="1" destOrd="0" presId="urn:microsoft.com/office/officeart/2005/8/layout/vList3"/>
    <dgm:cxn modelId="{404B752D-6F1E-44E2-86D2-F6BAA357AA5D}" type="presParOf" srcId="{306EA1B6-024B-4F24-B3A6-AB7CFC438E2B}" destId="{7910FA1C-EB8D-45B1-A2AD-420055D482EE}" srcOrd="2" destOrd="0" presId="urn:microsoft.com/office/officeart/2005/8/layout/vList3"/>
    <dgm:cxn modelId="{5CABC65E-D98E-4E83-B644-F4951CBDCBE6}" type="presParOf" srcId="{7910FA1C-EB8D-45B1-A2AD-420055D482EE}" destId="{714D3AC7-62E8-4490-82AF-E6E3522FA041}" srcOrd="0" destOrd="0" presId="urn:microsoft.com/office/officeart/2005/8/layout/vList3"/>
    <dgm:cxn modelId="{03372625-7FEE-446A-A9ED-9F3AF4E934A7}" type="presParOf" srcId="{7910FA1C-EB8D-45B1-A2AD-420055D482EE}" destId="{567A156C-4A19-4E08-AF2A-B64EBF38621C}" srcOrd="1" destOrd="0" presId="urn:microsoft.com/office/officeart/2005/8/layout/vList3"/>
    <dgm:cxn modelId="{B03DC662-D33C-48A3-980E-5C161F320CC4}" type="presParOf" srcId="{306EA1B6-024B-4F24-B3A6-AB7CFC438E2B}" destId="{21035D41-CBDC-4A94-8D2A-17993182E305}" srcOrd="3" destOrd="0" presId="urn:microsoft.com/office/officeart/2005/8/layout/vList3"/>
    <dgm:cxn modelId="{AB2987AF-C52D-430A-B742-F0A6AEE6A1EB}" type="presParOf" srcId="{306EA1B6-024B-4F24-B3A6-AB7CFC438E2B}" destId="{2F678D0A-ECF4-4DCF-A9E3-E691C19C392A}" srcOrd="4" destOrd="0" presId="urn:microsoft.com/office/officeart/2005/8/layout/vList3"/>
    <dgm:cxn modelId="{E03558DF-7BB3-4D9B-B7D1-D0156C6200C9}" type="presParOf" srcId="{2F678D0A-ECF4-4DCF-A9E3-E691C19C392A}" destId="{53CAB61B-83DB-4A42-9BBA-F709B821AEA5}" srcOrd="0" destOrd="0" presId="urn:microsoft.com/office/officeart/2005/8/layout/vList3"/>
    <dgm:cxn modelId="{DCC9FE9B-3238-4C74-AA58-42191BC14309}" type="presParOf" srcId="{2F678D0A-ECF4-4DCF-A9E3-E691C19C392A}" destId="{6EE3EDE7-AED0-41B3-B52B-2C6FBF3A5AC6}" srcOrd="1" destOrd="0" presId="urn:microsoft.com/office/officeart/2005/8/layout/vList3"/>
    <dgm:cxn modelId="{493CA3E5-5AB8-4571-A81B-B0268609845C}" type="presParOf" srcId="{306EA1B6-024B-4F24-B3A6-AB7CFC438E2B}" destId="{32997BF1-88E1-47BE-B5D4-0E0334788735}" srcOrd="5" destOrd="0" presId="urn:microsoft.com/office/officeart/2005/8/layout/vList3"/>
    <dgm:cxn modelId="{595AA31E-4DA4-45D9-B91E-609056E4556B}" type="presParOf" srcId="{306EA1B6-024B-4F24-B3A6-AB7CFC438E2B}" destId="{A520DEF1-4195-436B-8AAC-80C656051175}" srcOrd="6" destOrd="0" presId="urn:microsoft.com/office/officeart/2005/8/layout/vList3"/>
    <dgm:cxn modelId="{8CB13F69-51F6-45C6-9F11-550C22FAA43D}" type="presParOf" srcId="{A520DEF1-4195-436B-8AAC-80C656051175}" destId="{FDA9287F-6111-4668-8696-58BCDA405174}" srcOrd="0" destOrd="0" presId="urn:microsoft.com/office/officeart/2005/8/layout/vList3"/>
    <dgm:cxn modelId="{64B0892B-4D99-4B46-9EDF-D3737E78F775}" type="presParOf" srcId="{A520DEF1-4195-436B-8AAC-80C656051175}" destId="{EB1430AF-6F47-458F-B1C9-458E61C9C4A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1EBE72-A813-47F1-832F-3C6C41E32C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8CFB65F-51B2-4BAE-9D72-AFFAD08F240F}">
      <dgm:prSet/>
      <dgm:spPr/>
      <dgm:t>
        <a:bodyPr/>
        <a:lstStyle/>
        <a:p>
          <a:r>
            <a:rPr lang="uk-UA" b="0" i="0" baseline="0"/>
            <a:t>намагалась знайти компроміс щодо термінів реалізації національних прав українського народу</a:t>
          </a:r>
          <a:endParaRPr lang="uk-UA"/>
        </a:p>
      </dgm:t>
    </dgm:pt>
    <dgm:pt modelId="{66290299-E621-4E8C-860B-C6A220D57E68}" type="parTrans" cxnId="{6E1C5861-50CE-4C51-97D7-EF53157FACE8}">
      <dgm:prSet/>
      <dgm:spPr/>
      <dgm:t>
        <a:bodyPr/>
        <a:lstStyle/>
        <a:p>
          <a:endParaRPr lang="uk-UA"/>
        </a:p>
      </dgm:t>
    </dgm:pt>
    <dgm:pt modelId="{63BE73C6-78E2-44DA-A3A3-BC47F3D11554}" type="sibTrans" cxnId="{6E1C5861-50CE-4C51-97D7-EF53157FACE8}">
      <dgm:prSet/>
      <dgm:spPr/>
      <dgm:t>
        <a:bodyPr/>
        <a:lstStyle/>
        <a:p>
          <a:endParaRPr lang="uk-UA"/>
        </a:p>
      </dgm:t>
    </dgm:pt>
    <dgm:pt modelId="{A3BCC353-4846-4985-8A2E-27654FF8A8A6}">
      <dgm:prSet/>
      <dgm:spPr/>
      <dgm:t>
        <a:bodyPr/>
        <a:lstStyle/>
        <a:p>
          <a:r>
            <a:rPr lang="uk-UA" b="0" i="0" baseline="0"/>
            <a:t>підбурювала неросійські народи до розвалу Російської імперії силовими методами</a:t>
          </a:r>
          <a:endParaRPr lang="uk-UA"/>
        </a:p>
      </dgm:t>
    </dgm:pt>
    <dgm:pt modelId="{63776699-2FD6-4DDE-BA89-6777794AC65A}" type="parTrans" cxnId="{2D4B2F78-2CEB-4165-B51A-CDDD067170FB}">
      <dgm:prSet/>
      <dgm:spPr/>
      <dgm:t>
        <a:bodyPr/>
        <a:lstStyle/>
        <a:p>
          <a:endParaRPr lang="uk-UA"/>
        </a:p>
      </dgm:t>
    </dgm:pt>
    <dgm:pt modelId="{B45755B6-74ED-4C50-A336-8993CC54AEEF}" type="sibTrans" cxnId="{2D4B2F78-2CEB-4165-B51A-CDDD067170FB}">
      <dgm:prSet/>
      <dgm:spPr/>
      <dgm:t>
        <a:bodyPr/>
        <a:lstStyle/>
        <a:p>
          <a:endParaRPr lang="uk-UA"/>
        </a:p>
      </dgm:t>
    </dgm:pt>
    <dgm:pt modelId="{7B21DE54-074B-41E3-A7CA-5A2C6B4C2020}">
      <dgm:prSet/>
      <dgm:spPr/>
      <dgm:t>
        <a:bodyPr/>
        <a:lstStyle/>
        <a:p>
          <a:r>
            <a:rPr lang="uk-UA" b="0" i="0" baseline="0"/>
            <a:t>ігнорувала будь-які спроби Тимчасового уряду налагодити переговорний процес</a:t>
          </a:r>
          <a:endParaRPr lang="uk-UA"/>
        </a:p>
      </dgm:t>
    </dgm:pt>
    <dgm:pt modelId="{EB571464-0AE1-4F08-9FC4-6019C473319B}" type="parTrans" cxnId="{68B1196D-9F79-4AD4-8A1C-2ED407933E1B}">
      <dgm:prSet/>
      <dgm:spPr/>
      <dgm:t>
        <a:bodyPr/>
        <a:lstStyle/>
        <a:p>
          <a:endParaRPr lang="uk-UA"/>
        </a:p>
      </dgm:t>
    </dgm:pt>
    <dgm:pt modelId="{135B4F84-DC19-46AE-A6F8-86A18A314728}" type="sibTrans" cxnId="{68B1196D-9F79-4AD4-8A1C-2ED407933E1B}">
      <dgm:prSet/>
      <dgm:spPr/>
      <dgm:t>
        <a:bodyPr/>
        <a:lstStyle/>
        <a:p>
          <a:endParaRPr lang="uk-UA"/>
        </a:p>
      </dgm:t>
    </dgm:pt>
    <dgm:pt modelId="{5C2A7D57-98DD-4A24-8D73-A593082D4B9B}">
      <dgm:prSet/>
      <dgm:spPr/>
      <dgm:t>
        <a:bodyPr/>
        <a:lstStyle/>
        <a:p>
          <a:r>
            <a:rPr lang="uk-UA" b="0" i="0" baseline="0"/>
            <a:t>повністю підтримувала заходи Тимчасового уряду на придушення національних рухів</a:t>
          </a:r>
          <a:endParaRPr lang="uk-UA"/>
        </a:p>
      </dgm:t>
    </dgm:pt>
    <dgm:pt modelId="{559A70D6-6851-4913-95E7-1D84EB4F691E}" type="parTrans" cxnId="{0B0EDB51-56E2-4A90-BE58-CF81D42CDED5}">
      <dgm:prSet/>
      <dgm:spPr/>
      <dgm:t>
        <a:bodyPr/>
        <a:lstStyle/>
        <a:p>
          <a:endParaRPr lang="uk-UA"/>
        </a:p>
      </dgm:t>
    </dgm:pt>
    <dgm:pt modelId="{7857139A-478E-4317-B22E-443754885361}" type="sibTrans" cxnId="{0B0EDB51-56E2-4A90-BE58-CF81D42CDED5}">
      <dgm:prSet/>
      <dgm:spPr/>
      <dgm:t>
        <a:bodyPr/>
        <a:lstStyle/>
        <a:p>
          <a:endParaRPr lang="uk-UA"/>
        </a:p>
      </dgm:t>
    </dgm:pt>
    <dgm:pt modelId="{478CA051-67CA-453D-98C5-6AD1B157C857}" type="pres">
      <dgm:prSet presAssocID="{8F1EBE72-A813-47F1-832F-3C6C41E32C4E}" presName="linear" presStyleCnt="0">
        <dgm:presLayoutVars>
          <dgm:animLvl val="lvl"/>
          <dgm:resizeHandles val="exact"/>
        </dgm:presLayoutVars>
      </dgm:prSet>
      <dgm:spPr/>
    </dgm:pt>
    <dgm:pt modelId="{FD7DA6E0-5294-4F25-BA5A-0919E64729A2}" type="pres">
      <dgm:prSet presAssocID="{A8CFB65F-51B2-4BAE-9D72-AFFAD08F24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BEEE656-5600-469E-9D1D-7C75560EF464}" type="pres">
      <dgm:prSet presAssocID="{63BE73C6-78E2-44DA-A3A3-BC47F3D11554}" presName="spacer" presStyleCnt="0"/>
      <dgm:spPr/>
    </dgm:pt>
    <dgm:pt modelId="{43574715-8853-4FE1-8F71-2A5D32AAA0F5}" type="pres">
      <dgm:prSet presAssocID="{A3BCC353-4846-4985-8A2E-27654FF8A8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CE4F3B-EE3E-4B0A-9960-368AF989B66F}" type="pres">
      <dgm:prSet presAssocID="{B45755B6-74ED-4C50-A336-8993CC54AEEF}" presName="spacer" presStyleCnt="0"/>
      <dgm:spPr/>
    </dgm:pt>
    <dgm:pt modelId="{9964EA2E-1CF5-4CC9-92F1-543602A407C6}" type="pres">
      <dgm:prSet presAssocID="{7B21DE54-074B-41E3-A7CA-5A2C6B4C20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744831-257F-4EC8-A016-35BC3DA23248}" type="pres">
      <dgm:prSet presAssocID="{135B4F84-DC19-46AE-A6F8-86A18A314728}" presName="spacer" presStyleCnt="0"/>
      <dgm:spPr/>
    </dgm:pt>
    <dgm:pt modelId="{7CBAD8DA-53B3-410C-BE3B-3A597FAB3CA6}" type="pres">
      <dgm:prSet presAssocID="{5C2A7D57-98DD-4A24-8D73-A593082D4B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32613C-6C17-4DEF-A30D-DEBE0BA46B36}" type="presOf" srcId="{7B21DE54-074B-41E3-A7CA-5A2C6B4C2020}" destId="{9964EA2E-1CF5-4CC9-92F1-543602A407C6}" srcOrd="0" destOrd="0" presId="urn:microsoft.com/office/officeart/2005/8/layout/vList2"/>
    <dgm:cxn modelId="{6E1C5861-50CE-4C51-97D7-EF53157FACE8}" srcId="{8F1EBE72-A813-47F1-832F-3C6C41E32C4E}" destId="{A8CFB65F-51B2-4BAE-9D72-AFFAD08F240F}" srcOrd="0" destOrd="0" parTransId="{66290299-E621-4E8C-860B-C6A220D57E68}" sibTransId="{63BE73C6-78E2-44DA-A3A3-BC47F3D11554}"/>
    <dgm:cxn modelId="{875A946C-C525-4380-A910-C121A96C248F}" type="presOf" srcId="{A3BCC353-4846-4985-8A2E-27654FF8A8A6}" destId="{43574715-8853-4FE1-8F71-2A5D32AAA0F5}" srcOrd="0" destOrd="0" presId="urn:microsoft.com/office/officeart/2005/8/layout/vList2"/>
    <dgm:cxn modelId="{68B1196D-9F79-4AD4-8A1C-2ED407933E1B}" srcId="{8F1EBE72-A813-47F1-832F-3C6C41E32C4E}" destId="{7B21DE54-074B-41E3-A7CA-5A2C6B4C2020}" srcOrd="2" destOrd="0" parTransId="{EB571464-0AE1-4F08-9FC4-6019C473319B}" sibTransId="{135B4F84-DC19-46AE-A6F8-86A18A314728}"/>
    <dgm:cxn modelId="{8E5FF150-769A-4ABD-8992-0938EE4EE787}" type="presOf" srcId="{5C2A7D57-98DD-4A24-8D73-A593082D4B9B}" destId="{7CBAD8DA-53B3-410C-BE3B-3A597FAB3CA6}" srcOrd="0" destOrd="0" presId="urn:microsoft.com/office/officeart/2005/8/layout/vList2"/>
    <dgm:cxn modelId="{0B0EDB51-56E2-4A90-BE58-CF81D42CDED5}" srcId="{8F1EBE72-A813-47F1-832F-3C6C41E32C4E}" destId="{5C2A7D57-98DD-4A24-8D73-A593082D4B9B}" srcOrd="3" destOrd="0" parTransId="{559A70D6-6851-4913-95E7-1D84EB4F691E}" sibTransId="{7857139A-478E-4317-B22E-443754885361}"/>
    <dgm:cxn modelId="{2D4B2F78-2CEB-4165-B51A-CDDD067170FB}" srcId="{8F1EBE72-A813-47F1-832F-3C6C41E32C4E}" destId="{A3BCC353-4846-4985-8A2E-27654FF8A8A6}" srcOrd="1" destOrd="0" parTransId="{63776699-2FD6-4DDE-BA89-6777794AC65A}" sibTransId="{B45755B6-74ED-4C50-A336-8993CC54AEEF}"/>
    <dgm:cxn modelId="{280D85B4-298B-4DA8-957A-4B61794E152B}" type="presOf" srcId="{A8CFB65F-51B2-4BAE-9D72-AFFAD08F240F}" destId="{FD7DA6E0-5294-4F25-BA5A-0919E64729A2}" srcOrd="0" destOrd="0" presId="urn:microsoft.com/office/officeart/2005/8/layout/vList2"/>
    <dgm:cxn modelId="{FE395FC1-0280-4F32-A41B-3FD436E9E41E}" type="presOf" srcId="{8F1EBE72-A813-47F1-832F-3C6C41E32C4E}" destId="{478CA051-67CA-453D-98C5-6AD1B157C857}" srcOrd="0" destOrd="0" presId="urn:microsoft.com/office/officeart/2005/8/layout/vList2"/>
    <dgm:cxn modelId="{C7756727-5549-484C-8CEC-980BA00B6FA6}" type="presParOf" srcId="{478CA051-67CA-453D-98C5-6AD1B157C857}" destId="{FD7DA6E0-5294-4F25-BA5A-0919E64729A2}" srcOrd="0" destOrd="0" presId="urn:microsoft.com/office/officeart/2005/8/layout/vList2"/>
    <dgm:cxn modelId="{07957B3C-6292-4D15-8950-262698DD603C}" type="presParOf" srcId="{478CA051-67CA-453D-98C5-6AD1B157C857}" destId="{9BEEE656-5600-469E-9D1D-7C75560EF464}" srcOrd="1" destOrd="0" presId="urn:microsoft.com/office/officeart/2005/8/layout/vList2"/>
    <dgm:cxn modelId="{26386756-E6CC-4EA0-B3AC-F2E64C810D75}" type="presParOf" srcId="{478CA051-67CA-453D-98C5-6AD1B157C857}" destId="{43574715-8853-4FE1-8F71-2A5D32AAA0F5}" srcOrd="2" destOrd="0" presId="urn:microsoft.com/office/officeart/2005/8/layout/vList2"/>
    <dgm:cxn modelId="{5D041FBD-0524-4BA9-B7C7-7D02293800B5}" type="presParOf" srcId="{478CA051-67CA-453D-98C5-6AD1B157C857}" destId="{E6CE4F3B-EE3E-4B0A-9960-368AF989B66F}" srcOrd="3" destOrd="0" presId="urn:microsoft.com/office/officeart/2005/8/layout/vList2"/>
    <dgm:cxn modelId="{AC3E8628-1876-4ECE-9955-7D56D7855E68}" type="presParOf" srcId="{478CA051-67CA-453D-98C5-6AD1B157C857}" destId="{9964EA2E-1CF5-4CC9-92F1-543602A407C6}" srcOrd="4" destOrd="0" presId="urn:microsoft.com/office/officeart/2005/8/layout/vList2"/>
    <dgm:cxn modelId="{BCE62BDD-ACF2-430C-B019-69A665924A29}" type="presParOf" srcId="{478CA051-67CA-453D-98C5-6AD1B157C857}" destId="{48744831-257F-4EC8-A016-35BC3DA23248}" srcOrd="5" destOrd="0" presId="urn:microsoft.com/office/officeart/2005/8/layout/vList2"/>
    <dgm:cxn modelId="{50FA113A-FC75-4697-9FA1-F04108676417}" type="presParOf" srcId="{478CA051-67CA-453D-98C5-6AD1B157C857}" destId="{7CBAD8DA-53B3-410C-BE3B-3A597FAB3C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AB4A642-4B90-4CDC-89ED-585AD6DEA19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467EF4-3A53-4C53-9881-BD3D7AA9A693}">
      <dgm:prSet/>
      <dgm:spPr/>
      <dgm:t>
        <a:bodyPr/>
        <a:lstStyle/>
        <a:p>
          <a:r>
            <a:rPr lang="ru-RU" b="0" i="0" baseline="0"/>
            <a:t>1905-1907 рр.</a:t>
          </a:r>
          <a:endParaRPr lang="uk-UA"/>
        </a:p>
      </dgm:t>
    </dgm:pt>
    <dgm:pt modelId="{C173192F-335D-4FDE-9931-E8738CDA27AA}" type="parTrans" cxnId="{1D437E3B-86F8-488D-A169-2406EA72BB14}">
      <dgm:prSet/>
      <dgm:spPr/>
      <dgm:t>
        <a:bodyPr/>
        <a:lstStyle/>
        <a:p>
          <a:endParaRPr lang="uk-UA"/>
        </a:p>
      </dgm:t>
    </dgm:pt>
    <dgm:pt modelId="{CA91D955-6AE7-4230-A284-61739A1F6F65}" type="sibTrans" cxnId="{1D437E3B-86F8-488D-A169-2406EA72BB14}">
      <dgm:prSet/>
      <dgm:spPr/>
      <dgm:t>
        <a:bodyPr/>
        <a:lstStyle/>
        <a:p>
          <a:endParaRPr lang="uk-UA"/>
        </a:p>
      </dgm:t>
    </dgm:pt>
    <dgm:pt modelId="{EAABD336-A4EC-4E23-8F6B-F513F73983E0}">
      <dgm:prSet/>
      <dgm:spPr/>
      <dgm:t>
        <a:bodyPr/>
        <a:lstStyle/>
        <a:p>
          <a:r>
            <a:rPr lang="ru-RU" b="0" i="0" baseline="0"/>
            <a:t>1914-1916 рр.</a:t>
          </a:r>
          <a:endParaRPr lang="uk-UA"/>
        </a:p>
      </dgm:t>
    </dgm:pt>
    <dgm:pt modelId="{391B5F59-7284-4BFF-A377-0455EA837A01}" type="parTrans" cxnId="{82A3639F-5BDD-4DC5-B0F1-D210522D6B25}">
      <dgm:prSet/>
      <dgm:spPr/>
      <dgm:t>
        <a:bodyPr/>
        <a:lstStyle/>
        <a:p>
          <a:endParaRPr lang="uk-UA"/>
        </a:p>
      </dgm:t>
    </dgm:pt>
    <dgm:pt modelId="{E907F0B2-2221-4F36-B5A9-97BA87BCD2DB}" type="sibTrans" cxnId="{82A3639F-5BDD-4DC5-B0F1-D210522D6B25}">
      <dgm:prSet/>
      <dgm:spPr/>
      <dgm:t>
        <a:bodyPr/>
        <a:lstStyle/>
        <a:p>
          <a:endParaRPr lang="uk-UA"/>
        </a:p>
      </dgm:t>
    </dgm:pt>
    <dgm:pt modelId="{8EE0FEDD-3426-4F99-B3C3-CA3AB75821A9}">
      <dgm:prSet/>
      <dgm:spPr/>
      <dgm:t>
        <a:bodyPr/>
        <a:lstStyle/>
        <a:p>
          <a:r>
            <a:rPr lang="ru-RU" b="0" i="0" baseline="0"/>
            <a:t>1917-1918 рр.</a:t>
          </a:r>
          <a:endParaRPr lang="uk-UA"/>
        </a:p>
      </dgm:t>
    </dgm:pt>
    <dgm:pt modelId="{8954C599-05AA-4DF1-9911-76F12A45F81D}" type="parTrans" cxnId="{7BAEFF68-CC9C-47FB-89E6-CFE63833A42E}">
      <dgm:prSet/>
      <dgm:spPr/>
      <dgm:t>
        <a:bodyPr/>
        <a:lstStyle/>
        <a:p>
          <a:endParaRPr lang="uk-UA"/>
        </a:p>
      </dgm:t>
    </dgm:pt>
    <dgm:pt modelId="{0CFF4A74-6F42-4522-AF8B-2CC010E2ADF6}" type="sibTrans" cxnId="{7BAEFF68-CC9C-47FB-89E6-CFE63833A42E}">
      <dgm:prSet/>
      <dgm:spPr/>
      <dgm:t>
        <a:bodyPr/>
        <a:lstStyle/>
        <a:p>
          <a:endParaRPr lang="uk-UA"/>
        </a:p>
      </dgm:t>
    </dgm:pt>
    <dgm:pt modelId="{0F800B67-6894-4F67-A302-A6A1D62B5DEC}">
      <dgm:prSet/>
      <dgm:spPr/>
      <dgm:t>
        <a:bodyPr/>
        <a:lstStyle/>
        <a:p>
          <a:r>
            <a:rPr lang="ru-RU" b="0" i="0" baseline="0"/>
            <a:t>1919-1922 рр.</a:t>
          </a:r>
          <a:endParaRPr lang="uk-UA"/>
        </a:p>
      </dgm:t>
    </dgm:pt>
    <dgm:pt modelId="{B705D3AC-8898-40BA-84E8-7FBE875A4D61}" type="parTrans" cxnId="{A3FBFC1E-981A-420C-9DEC-70B3520BD964}">
      <dgm:prSet/>
      <dgm:spPr/>
      <dgm:t>
        <a:bodyPr/>
        <a:lstStyle/>
        <a:p>
          <a:endParaRPr lang="uk-UA"/>
        </a:p>
      </dgm:t>
    </dgm:pt>
    <dgm:pt modelId="{E2FB714E-6927-4467-88FD-3A926AA6F238}" type="sibTrans" cxnId="{A3FBFC1E-981A-420C-9DEC-70B3520BD964}">
      <dgm:prSet/>
      <dgm:spPr/>
      <dgm:t>
        <a:bodyPr/>
        <a:lstStyle/>
        <a:p>
          <a:endParaRPr lang="uk-UA"/>
        </a:p>
      </dgm:t>
    </dgm:pt>
    <dgm:pt modelId="{C9BF1C93-6FF4-48C1-8498-F2B60E31F05A}" type="pres">
      <dgm:prSet presAssocID="{6AB4A642-4B90-4CDC-89ED-585AD6DEA193}" presName="linearFlow" presStyleCnt="0">
        <dgm:presLayoutVars>
          <dgm:dir/>
          <dgm:resizeHandles val="exact"/>
        </dgm:presLayoutVars>
      </dgm:prSet>
      <dgm:spPr/>
    </dgm:pt>
    <dgm:pt modelId="{D082C579-DF89-4F7E-80CB-CD213445102D}" type="pres">
      <dgm:prSet presAssocID="{66467EF4-3A53-4C53-9881-BD3D7AA9A693}" presName="composite" presStyleCnt="0"/>
      <dgm:spPr/>
    </dgm:pt>
    <dgm:pt modelId="{03AC766D-6415-4AC3-96C7-89C22E31977E}" type="pres">
      <dgm:prSet presAssocID="{66467EF4-3A53-4C53-9881-BD3D7AA9A693}" presName="imgShp" presStyleLbl="fgImgPlace1" presStyleIdx="0" presStyleCnt="4"/>
      <dgm:spPr/>
    </dgm:pt>
    <dgm:pt modelId="{49D80D84-730B-4AA9-A211-10F3C7A4939B}" type="pres">
      <dgm:prSet presAssocID="{66467EF4-3A53-4C53-9881-BD3D7AA9A693}" presName="txShp" presStyleLbl="node1" presStyleIdx="0" presStyleCnt="4">
        <dgm:presLayoutVars>
          <dgm:bulletEnabled val="1"/>
        </dgm:presLayoutVars>
      </dgm:prSet>
      <dgm:spPr/>
    </dgm:pt>
    <dgm:pt modelId="{1D6983F5-C8B9-4485-8FA7-1A68D074DFA9}" type="pres">
      <dgm:prSet presAssocID="{CA91D955-6AE7-4230-A284-61739A1F6F65}" presName="spacing" presStyleCnt="0"/>
      <dgm:spPr/>
    </dgm:pt>
    <dgm:pt modelId="{A2A11686-11DA-4D69-9F25-8EFB9B3EEBBE}" type="pres">
      <dgm:prSet presAssocID="{EAABD336-A4EC-4E23-8F6B-F513F73983E0}" presName="composite" presStyleCnt="0"/>
      <dgm:spPr/>
    </dgm:pt>
    <dgm:pt modelId="{0EBB00F0-E4AC-4D80-89BD-B4D92BC30429}" type="pres">
      <dgm:prSet presAssocID="{EAABD336-A4EC-4E23-8F6B-F513F73983E0}" presName="imgShp" presStyleLbl="fgImgPlace1" presStyleIdx="1" presStyleCnt="4"/>
      <dgm:spPr/>
    </dgm:pt>
    <dgm:pt modelId="{907CD1CA-0020-401B-9961-E6E37954F0AA}" type="pres">
      <dgm:prSet presAssocID="{EAABD336-A4EC-4E23-8F6B-F513F73983E0}" presName="txShp" presStyleLbl="node1" presStyleIdx="1" presStyleCnt="4">
        <dgm:presLayoutVars>
          <dgm:bulletEnabled val="1"/>
        </dgm:presLayoutVars>
      </dgm:prSet>
      <dgm:spPr/>
    </dgm:pt>
    <dgm:pt modelId="{734082ED-2DDD-48B2-80EE-6E429113CF73}" type="pres">
      <dgm:prSet presAssocID="{E907F0B2-2221-4F36-B5A9-97BA87BCD2DB}" presName="spacing" presStyleCnt="0"/>
      <dgm:spPr/>
    </dgm:pt>
    <dgm:pt modelId="{CD864362-3D54-43A5-B105-C6DE63F52A4B}" type="pres">
      <dgm:prSet presAssocID="{8EE0FEDD-3426-4F99-B3C3-CA3AB75821A9}" presName="composite" presStyleCnt="0"/>
      <dgm:spPr/>
    </dgm:pt>
    <dgm:pt modelId="{F11F632C-4170-4791-BB34-C755CF87CD32}" type="pres">
      <dgm:prSet presAssocID="{8EE0FEDD-3426-4F99-B3C3-CA3AB75821A9}" presName="imgShp" presStyleLbl="fgImgPlace1" presStyleIdx="2" presStyleCnt="4"/>
      <dgm:spPr/>
    </dgm:pt>
    <dgm:pt modelId="{49736C6A-18F6-4767-9939-261BF57E1C94}" type="pres">
      <dgm:prSet presAssocID="{8EE0FEDD-3426-4F99-B3C3-CA3AB75821A9}" presName="txShp" presStyleLbl="node1" presStyleIdx="2" presStyleCnt="4">
        <dgm:presLayoutVars>
          <dgm:bulletEnabled val="1"/>
        </dgm:presLayoutVars>
      </dgm:prSet>
      <dgm:spPr/>
    </dgm:pt>
    <dgm:pt modelId="{A8E9815D-C666-46CD-9452-86EC682C9D05}" type="pres">
      <dgm:prSet presAssocID="{0CFF4A74-6F42-4522-AF8B-2CC010E2ADF6}" presName="spacing" presStyleCnt="0"/>
      <dgm:spPr/>
    </dgm:pt>
    <dgm:pt modelId="{CBC5B78D-D0EE-48C0-8B4D-0C15A285F9D2}" type="pres">
      <dgm:prSet presAssocID="{0F800B67-6894-4F67-A302-A6A1D62B5DEC}" presName="composite" presStyleCnt="0"/>
      <dgm:spPr/>
    </dgm:pt>
    <dgm:pt modelId="{8C0DFE99-7F8E-433B-96AC-CB0B65302DE9}" type="pres">
      <dgm:prSet presAssocID="{0F800B67-6894-4F67-A302-A6A1D62B5DEC}" presName="imgShp" presStyleLbl="fgImgPlace1" presStyleIdx="3" presStyleCnt="4"/>
      <dgm:spPr/>
    </dgm:pt>
    <dgm:pt modelId="{5C15C621-3A87-4483-94D4-C4556F4AF5FA}" type="pres">
      <dgm:prSet presAssocID="{0F800B67-6894-4F67-A302-A6A1D62B5DEC}" presName="txShp" presStyleLbl="node1" presStyleIdx="3" presStyleCnt="4">
        <dgm:presLayoutVars>
          <dgm:bulletEnabled val="1"/>
        </dgm:presLayoutVars>
      </dgm:prSet>
      <dgm:spPr/>
    </dgm:pt>
  </dgm:ptLst>
  <dgm:cxnLst>
    <dgm:cxn modelId="{A3FBFC1E-981A-420C-9DEC-70B3520BD964}" srcId="{6AB4A642-4B90-4CDC-89ED-585AD6DEA193}" destId="{0F800B67-6894-4F67-A302-A6A1D62B5DEC}" srcOrd="3" destOrd="0" parTransId="{B705D3AC-8898-40BA-84E8-7FBE875A4D61}" sibTransId="{E2FB714E-6927-4467-88FD-3A926AA6F238}"/>
    <dgm:cxn modelId="{07628434-CC06-4AF0-8C13-E4BDA94D7A20}" type="presOf" srcId="{EAABD336-A4EC-4E23-8F6B-F513F73983E0}" destId="{907CD1CA-0020-401B-9961-E6E37954F0AA}" srcOrd="0" destOrd="0" presId="urn:microsoft.com/office/officeart/2005/8/layout/vList3"/>
    <dgm:cxn modelId="{1D437E3B-86F8-488D-A169-2406EA72BB14}" srcId="{6AB4A642-4B90-4CDC-89ED-585AD6DEA193}" destId="{66467EF4-3A53-4C53-9881-BD3D7AA9A693}" srcOrd="0" destOrd="0" parTransId="{C173192F-335D-4FDE-9931-E8738CDA27AA}" sibTransId="{CA91D955-6AE7-4230-A284-61739A1F6F65}"/>
    <dgm:cxn modelId="{F4DA313F-EFEE-4410-8158-E93A871F8EC3}" type="presOf" srcId="{6AB4A642-4B90-4CDC-89ED-585AD6DEA193}" destId="{C9BF1C93-6FF4-48C1-8498-F2B60E31F05A}" srcOrd="0" destOrd="0" presId="urn:microsoft.com/office/officeart/2005/8/layout/vList3"/>
    <dgm:cxn modelId="{C2843B5C-0C8E-4B73-BC72-DEF2091CF7B4}" type="presOf" srcId="{8EE0FEDD-3426-4F99-B3C3-CA3AB75821A9}" destId="{49736C6A-18F6-4767-9939-261BF57E1C94}" srcOrd="0" destOrd="0" presId="urn:microsoft.com/office/officeart/2005/8/layout/vList3"/>
    <dgm:cxn modelId="{7BAEFF68-CC9C-47FB-89E6-CFE63833A42E}" srcId="{6AB4A642-4B90-4CDC-89ED-585AD6DEA193}" destId="{8EE0FEDD-3426-4F99-B3C3-CA3AB75821A9}" srcOrd="2" destOrd="0" parTransId="{8954C599-05AA-4DF1-9911-76F12A45F81D}" sibTransId="{0CFF4A74-6F42-4522-AF8B-2CC010E2ADF6}"/>
    <dgm:cxn modelId="{24349A6B-51A6-41AA-91C1-CEEF6F2DD97C}" type="presOf" srcId="{66467EF4-3A53-4C53-9881-BD3D7AA9A693}" destId="{49D80D84-730B-4AA9-A211-10F3C7A4939B}" srcOrd="0" destOrd="0" presId="urn:microsoft.com/office/officeart/2005/8/layout/vList3"/>
    <dgm:cxn modelId="{82A3639F-5BDD-4DC5-B0F1-D210522D6B25}" srcId="{6AB4A642-4B90-4CDC-89ED-585AD6DEA193}" destId="{EAABD336-A4EC-4E23-8F6B-F513F73983E0}" srcOrd="1" destOrd="0" parTransId="{391B5F59-7284-4BFF-A377-0455EA837A01}" sibTransId="{E907F0B2-2221-4F36-B5A9-97BA87BCD2DB}"/>
    <dgm:cxn modelId="{800778E9-ADA5-44EF-97BF-88775BC849D4}" type="presOf" srcId="{0F800B67-6894-4F67-A302-A6A1D62B5DEC}" destId="{5C15C621-3A87-4483-94D4-C4556F4AF5FA}" srcOrd="0" destOrd="0" presId="urn:microsoft.com/office/officeart/2005/8/layout/vList3"/>
    <dgm:cxn modelId="{97800005-1265-48A0-9FE8-E04236C9F610}" type="presParOf" srcId="{C9BF1C93-6FF4-48C1-8498-F2B60E31F05A}" destId="{D082C579-DF89-4F7E-80CB-CD213445102D}" srcOrd="0" destOrd="0" presId="urn:microsoft.com/office/officeart/2005/8/layout/vList3"/>
    <dgm:cxn modelId="{2A1818E1-F71A-4E50-A5C3-93B030B7A8A7}" type="presParOf" srcId="{D082C579-DF89-4F7E-80CB-CD213445102D}" destId="{03AC766D-6415-4AC3-96C7-89C22E31977E}" srcOrd="0" destOrd="0" presId="urn:microsoft.com/office/officeart/2005/8/layout/vList3"/>
    <dgm:cxn modelId="{52761119-9DCE-4056-9208-3B1C5E7E324A}" type="presParOf" srcId="{D082C579-DF89-4F7E-80CB-CD213445102D}" destId="{49D80D84-730B-4AA9-A211-10F3C7A4939B}" srcOrd="1" destOrd="0" presId="urn:microsoft.com/office/officeart/2005/8/layout/vList3"/>
    <dgm:cxn modelId="{118AA2C4-D1B9-4DA5-8E42-CFBBAB1E0336}" type="presParOf" srcId="{C9BF1C93-6FF4-48C1-8498-F2B60E31F05A}" destId="{1D6983F5-C8B9-4485-8FA7-1A68D074DFA9}" srcOrd="1" destOrd="0" presId="urn:microsoft.com/office/officeart/2005/8/layout/vList3"/>
    <dgm:cxn modelId="{CDD72D96-9655-4C40-92F4-CB80BC712F51}" type="presParOf" srcId="{C9BF1C93-6FF4-48C1-8498-F2B60E31F05A}" destId="{A2A11686-11DA-4D69-9F25-8EFB9B3EEBBE}" srcOrd="2" destOrd="0" presId="urn:microsoft.com/office/officeart/2005/8/layout/vList3"/>
    <dgm:cxn modelId="{64F94AE7-3C69-40A4-A874-48B0F5D35D3D}" type="presParOf" srcId="{A2A11686-11DA-4D69-9F25-8EFB9B3EEBBE}" destId="{0EBB00F0-E4AC-4D80-89BD-B4D92BC30429}" srcOrd="0" destOrd="0" presId="urn:microsoft.com/office/officeart/2005/8/layout/vList3"/>
    <dgm:cxn modelId="{99D1F021-5166-4A43-A8A9-62386F1FB116}" type="presParOf" srcId="{A2A11686-11DA-4D69-9F25-8EFB9B3EEBBE}" destId="{907CD1CA-0020-401B-9961-E6E37954F0AA}" srcOrd="1" destOrd="0" presId="urn:microsoft.com/office/officeart/2005/8/layout/vList3"/>
    <dgm:cxn modelId="{0B04E8F1-BB75-42C4-A1EC-A232AD3AD307}" type="presParOf" srcId="{C9BF1C93-6FF4-48C1-8498-F2B60E31F05A}" destId="{734082ED-2DDD-48B2-80EE-6E429113CF73}" srcOrd="3" destOrd="0" presId="urn:microsoft.com/office/officeart/2005/8/layout/vList3"/>
    <dgm:cxn modelId="{C5C2ED97-7AF9-4F7D-A8CA-F2A5376DBDFA}" type="presParOf" srcId="{C9BF1C93-6FF4-48C1-8498-F2B60E31F05A}" destId="{CD864362-3D54-43A5-B105-C6DE63F52A4B}" srcOrd="4" destOrd="0" presId="urn:microsoft.com/office/officeart/2005/8/layout/vList3"/>
    <dgm:cxn modelId="{E8414673-53A9-4BAC-A72F-ED9A0C62B27F}" type="presParOf" srcId="{CD864362-3D54-43A5-B105-C6DE63F52A4B}" destId="{F11F632C-4170-4791-BB34-C755CF87CD32}" srcOrd="0" destOrd="0" presId="urn:microsoft.com/office/officeart/2005/8/layout/vList3"/>
    <dgm:cxn modelId="{4AE243C6-E5D6-4F2C-ADD8-D430D6E1A4EC}" type="presParOf" srcId="{CD864362-3D54-43A5-B105-C6DE63F52A4B}" destId="{49736C6A-18F6-4767-9939-261BF57E1C94}" srcOrd="1" destOrd="0" presId="urn:microsoft.com/office/officeart/2005/8/layout/vList3"/>
    <dgm:cxn modelId="{0DFFC900-2634-42EC-BB1F-5C7CA51C1A01}" type="presParOf" srcId="{C9BF1C93-6FF4-48C1-8498-F2B60E31F05A}" destId="{A8E9815D-C666-46CD-9452-86EC682C9D05}" srcOrd="5" destOrd="0" presId="urn:microsoft.com/office/officeart/2005/8/layout/vList3"/>
    <dgm:cxn modelId="{8639EF03-B152-4D99-93B6-F6F79D4A9A15}" type="presParOf" srcId="{C9BF1C93-6FF4-48C1-8498-F2B60E31F05A}" destId="{CBC5B78D-D0EE-48C0-8B4D-0C15A285F9D2}" srcOrd="6" destOrd="0" presId="urn:microsoft.com/office/officeart/2005/8/layout/vList3"/>
    <dgm:cxn modelId="{903F7535-16D2-43A9-B8C1-472F37547BB7}" type="presParOf" srcId="{CBC5B78D-D0EE-48C0-8B4D-0C15A285F9D2}" destId="{8C0DFE99-7F8E-433B-96AC-CB0B65302DE9}" srcOrd="0" destOrd="0" presId="urn:microsoft.com/office/officeart/2005/8/layout/vList3"/>
    <dgm:cxn modelId="{B1FA72A1-414D-429B-8D68-C6F18ED7FAC1}" type="presParOf" srcId="{CBC5B78D-D0EE-48C0-8B4D-0C15A285F9D2}" destId="{5C15C621-3A87-4483-94D4-C4556F4AF5F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1B5F44E-CA9F-489C-A347-15B8D754C5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74C367-A2A7-4151-856A-1531A541C013}">
      <dgm:prSet/>
      <dgm:spPr/>
      <dgm:t>
        <a:bodyPr/>
        <a:lstStyle/>
        <a:p>
          <a:r>
            <a:rPr lang="uk-UA" b="0" i="0" baseline="0"/>
            <a:t>проголошення Українською Центральною Радою незалежності УНР.</a:t>
          </a:r>
          <a:endParaRPr lang="uk-UA"/>
        </a:p>
      </dgm:t>
    </dgm:pt>
    <dgm:pt modelId="{0D0E25CA-FB8A-40CC-909F-583D8255A20D}" type="parTrans" cxnId="{71E441BE-3084-4A41-90E1-0B3596657B3E}">
      <dgm:prSet/>
      <dgm:spPr/>
      <dgm:t>
        <a:bodyPr/>
        <a:lstStyle/>
        <a:p>
          <a:endParaRPr lang="uk-UA"/>
        </a:p>
      </dgm:t>
    </dgm:pt>
    <dgm:pt modelId="{DB8CFDA6-5069-4ACC-A1FE-B3CC2C3929BA}" type="sibTrans" cxnId="{71E441BE-3084-4A41-90E1-0B3596657B3E}">
      <dgm:prSet/>
      <dgm:spPr/>
      <dgm:t>
        <a:bodyPr/>
        <a:lstStyle/>
        <a:p>
          <a:endParaRPr lang="uk-UA"/>
        </a:p>
      </dgm:t>
    </dgm:pt>
    <dgm:pt modelId="{27E9121D-178C-4FA7-B141-BEB16BE7E7BF}">
      <dgm:prSet/>
      <dgm:spPr/>
      <dgm:t>
        <a:bodyPr/>
        <a:lstStyle/>
        <a:p>
          <a:r>
            <a:rPr lang="uk-UA" b="0" i="0" baseline="0"/>
            <a:t>оприлюднення Українською Центральною Радою Першого Універсалу.</a:t>
          </a:r>
          <a:endParaRPr lang="uk-UA"/>
        </a:p>
      </dgm:t>
    </dgm:pt>
    <dgm:pt modelId="{A566A5A3-4554-461B-A6A5-FBF1301D7F75}" type="parTrans" cxnId="{B0AF4140-D583-425C-91E0-BC37F088C847}">
      <dgm:prSet/>
      <dgm:spPr/>
      <dgm:t>
        <a:bodyPr/>
        <a:lstStyle/>
        <a:p>
          <a:endParaRPr lang="uk-UA"/>
        </a:p>
      </dgm:t>
    </dgm:pt>
    <dgm:pt modelId="{2AF0566F-36D5-4267-BC67-932A797B14E7}" type="sibTrans" cxnId="{B0AF4140-D583-425C-91E0-BC37F088C847}">
      <dgm:prSet/>
      <dgm:spPr/>
      <dgm:t>
        <a:bodyPr/>
        <a:lstStyle/>
        <a:p>
          <a:endParaRPr lang="uk-UA"/>
        </a:p>
      </dgm:t>
    </dgm:pt>
    <dgm:pt modelId="{8BB003DC-EA80-40B9-9AB4-D0D9C7C53291}">
      <dgm:prSet/>
      <dgm:spPr/>
      <dgm:t>
        <a:bodyPr/>
        <a:lstStyle/>
        <a:p>
          <a:r>
            <a:rPr lang="uk-UA" b="0" i="0" baseline="0"/>
            <a:t>першої війни радянської Росії проти УНР.</a:t>
          </a:r>
          <a:endParaRPr lang="uk-UA"/>
        </a:p>
      </dgm:t>
    </dgm:pt>
    <dgm:pt modelId="{425F23FA-8053-4C55-802A-7FA8F3DF91F1}" type="parTrans" cxnId="{5260FD75-21C7-4320-9BC5-9A10D7FD27ED}">
      <dgm:prSet/>
      <dgm:spPr/>
      <dgm:t>
        <a:bodyPr/>
        <a:lstStyle/>
        <a:p>
          <a:endParaRPr lang="uk-UA"/>
        </a:p>
      </dgm:t>
    </dgm:pt>
    <dgm:pt modelId="{68AC72F9-CD40-4215-B7D2-9517B6DF2CEA}" type="sibTrans" cxnId="{5260FD75-21C7-4320-9BC5-9A10D7FD27ED}">
      <dgm:prSet/>
      <dgm:spPr/>
      <dgm:t>
        <a:bodyPr/>
        <a:lstStyle/>
        <a:p>
          <a:endParaRPr lang="uk-UA"/>
        </a:p>
      </dgm:t>
    </dgm:pt>
    <dgm:pt modelId="{0F2D2C18-1433-46F2-980F-41B05AD1CB75}">
      <dgm:prSet/>
      <dgm:spPr/>
      <dgm:t>
        <a:bodyPr/>
        <a:lstStyle/>
        <a:p>
          <a:r>
            <a:rPr lang="uk-UA" b="0" i="0" baseline="0"/>
            <a:t>початку Української революції</a:t>
          </a:r>
          <a:endParaRPr lang="uk-UA"/>
        </a:p>
      </dgm:t>
    </dgm:pt>
    <dgm:pt modelId="{CB0F87D3-4024-41B5-B0C9-4336DB79AE82}" type="parTrans" cxnId="{B7229B23-9C54-4585-8C1C-D6F0E19DCFB3}">
      <dgm:prSet/>
      <dgm:spPr/>
      <dgm:t>
        <a:bodyPr/>
        <a:lstStyle/>
        <a:p>
          <a:endParaRPr lang="uk-UA"/>
        </a:p>
      </dgm:t>
    </dgm:pt>
    <dgm:pt modelId="{FFD9DFCA-FA25-40BC-B98E-D4C45388F65F}" type="sibTrans" cxnId="{B7229B23-9C54-4585-8C1C-D6F0E19DCFB3}">
      <dgm:prSet/>
      <dgm:spPr/>
      <dgm:t>
        <a:bodyPr/>
        <a:lstStyle/>
        <a:p>
          <a:endParaRPr lang="uk-UA"/>
        </a:p>
      </dgm:t>
    </dgm:pt>
    <dgm:pt modelId="{3DBD83AC-7563-4ADB-9463-683622D51C5B}" type="pres">
      <dgm:prSet presAssocID="{B1B5F44E-CA9F-489C-A347-15B8D754C5E8}" presName="linear" presStyleCnt="0">
        <dgm:presLayoutVars>
          <dgm:animLvl val="lvl"/>
          <dgm:resizeHandles val="exact"/>
        </dgm:presLayoutVars>
      </dgm:prSet>
      <dgm:spPr/>
    </dgm:pt>
    <dgm:pt modelId="{CDCEAE99-3881-456E-84C5-5E95E7E364B5}" type="pres">
      <dgm:prSet presAssocID="{4674C367-A2A7-4151-856A-1531A541C0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E431BE-635D-4630-BDC4-DB339D68DC03}" type="pres">
      <dgm:prSet presAssocID="{DB8CFDA6-5069-4ACC-A1FE-B3CC2C3929BA}" presName="spacer" presStyleCnt="0"/>
      <dgm:spPr/>
    </dgm:pt>
    <dgm:pt modelId="{814FAF12-238A-41E3-87E8-A056CB5CD4B8}" type="pres">
      <dgm:prSet presAssocID="{27E9121D-178C-4FA7-B141-BEB16BE7E7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53FCC4-BBF3-42B6-8681-FEBCAA36EE71}" type="pres">
      <dgm:prSet presAssocID="{2AF0566F-36D5-4267-BC67-932A797B14E7}" presName="spacer" presStyleCnt="0"/>
      <dgm:spPr/>
    </dgm:pt>
    <dgm:pt modelId="{E5A0FE90-0A6E-4A4E-9067-1D063BE7F1E1}" type="pres">
      <dgm:prSet presAssocID="{8BB003DC-EA80-40B9-9AB4-D0D9C7C532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F5295D-2B73-4439-BA33-4781697B5585}" type="pres">
      <dgm:prSet presAssocID="{68AC72F9-CD40-4215-B7D2-9517B6DF2CEA}" presName="spacer" presStyleCnt="0"/>
      <dgm:spPr/>
    </dgm:pt>
    <dgm:pt modelId="{88323965-821E-4420-AAE8-39EE237BC104}" type="pres">
      <dgm:prSet presAssocID="{0F2D2C18-1433-46F2-980F-41B05AD1CB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B4EC07-FAEC-4F6B-9D75-A5EA9B39A9F7}" type="presOf" srcId="{0F2D2C18-1433-46F2-980F-41B05AD1CB75}" destId="{88323965-821E-4420-AAE8-39EE237BC104}" srcOrd="0" destOrd="0" presId="urn:microsoft.com/office/officeart/2005/8/layout/vList2"/>
    <dgm:cxn modelId="{B7229B23-9C54-4585-8C1C-D6F0E19DCFB3}" srcId="{B1B5F44E-CA9F-489C-A347-15B8D754C5E8}" destId="{0F2D2C18-1433-46F2-980F-41B05AD1CB75}" srcOrd="3" destOrd="0" parTransId="{CB0F87D3-4024-41B5-B0C9-4336DB79AE82}" sibTransId="{FFD9DFCA-FA25-40BC-B98E-D4C45388F65F}"/>
    <dgm:cxn modelId="{0B668A31-14D8-41F8-9057-329AA8078DF3}" type="presOf" srcId="{8BB003DC-EA80-40B9-9AB4-D0D9C7C53291}" destId="{E5A0FE90-0A6E-4A4E-9067-1D063BE7F1E1}" srcOrd="0" destOrd="0" presId="urn:microsoft.com/office/officeart/2005/8/layout/vList2"/>
    <dgm:cxn modelId="{8795BB3B-45B0-4A21-A5C5-626EE902906E}" type="presOf" srcId="{27E9121D-178C-4FA7-B141-BEB16BE7E7BF}" destId="{814FAF12-238A-41E3-87E8-A056CB5CD4B8}" srcOrd="0" destOrd="0" presId="urn:microsoft.com/office/officeart/2005/8/layout/vList2"/>
    <dgm:cxn modelId="{B0AF4140-D583-425C-91E0-BC37F088C847}" srcId="{B1B5F44E-CA9F-489C-A347-15B8D754C5E8}" destId="{27E9121D-178C-4FA7-B141-BEB16BE7E7BF}" srcOrd="1" destOrd="0" parTransId="{A566A5A3-4554-461B-A6A5-FBF1301D7F75}" sibTransId="{2AF0566F-36D5-4267-BC67-932A797B14E7}"/>
    <dgm:cxn modelId="{989D6161-407F-4BCD-AEF8-882035F536BF}" type="presOf" srcId="{B1B5F44E-CA9F-489C-A347-15B8D754C5E8}" destId="{3DBD83AC-7563-4ADB-9463-683622D51C5B}" srcOrd="0" destOrd="0" presId="urn:microsoft.com/office/officeart/2005/8/layout/vList2"/>
    <dgm:cxn modelId="{FA943442-D254-43EB-A185-86BA49844ECA}" type="presOf" srcId="{4674C367-A2A7-4151-856A-1531A541C013}" destId="{CDCEAE99-3881-456E-84C5-5E95E7E364B5}" srcOrd="0" destOrd="0" presId="urn:microsoft.com/office/officeart/2005/8/layout/vList2"/>
    <dgm:cxn modelId="{5260FD75-21C7-4320-9BC5-9A10D7FD27ED}" srcId="{B1B5F44E-CA9F-489C-A347-15B8D754C5E8}" destId="{8BB003DC-EA80-40B9-9AB4-D0D9C7C53291}" srcOrd="2" destOrd="0" parTransId="{425F23FA-8053-4C55-802A-7FA8F3DF91F1}" sibTransId="{68AC72F9-CD40-4215-B7D2-9517B6DF2CEA}"/>
    <dgm:cxn modelId="{71E441BE-3084-4A41-90E1-0B3596657B3E}" srcId="{B1B5F44E-CA9F-489C-A347-15B8D754C5E8}" destId="{4674C367-A2A7-4151-856A-1531A541C013}" srcOrd="0" destOrd="0" parTransId="{0D0E25CA-FB8A-40CC-909F-583D8255A20D}" sibTransId="{DB8CFDA6-5069-4ACC-A1FE-B3CC2C3929BA}"/>
    <dgm:cxn modelId="{797502F7-0224-4788-A017-01DFEBB3D3F3}" type="presParOf" srcId="{3DBD83AC-7563-4ADB-9463-683622D51C5B}" destId="{CDCEAE99-3881-456E-84C5-5E95E7E364B5}" srcOrd="0" destOrd="0" presId="urn:microsoft.com/office/officeart/2005/8/layout/vList2"/>
    <dgm:cxn modelId="{84B4CD2B-8153-4B8C-984A-35E5329F63EC}" type="presParOf" srcId="{3DBD83AC-7563-4ADB-9463-683622D51C5B}" destId="{C1E431BE-635D-4630-BDC4-DB339D68DC03}" srcOrd="1" destOrd="0" presId="urn:microsoft.com/office/officeart/2005/8/layout/vList2"/>
    <dgm:cxn modelId="{36EF6294-4A18-4F8F-ACE1-482F74ECDFAE}" type="presParOf" srcId="{3DBD83AC-7563-4ADB-9463-683622D51C5B}" destId="{814FAF12-238A-41E3-87E8-A056CB5CD4B8}" srcOrd="2" destOrd="0" presId="urn:microsoft.com/office/officeart/2005/8/layout/vList2"/>
    <dgm:cxn modelId="{86C98B92-8FBD-4847-B03D-457F0AFC9A77}" type="presParOf" srcId="{3DBD83AC-7563-4ADB-9463-683622D51C5B}" destId="{9953FCC4-BBF3-42B6-8681-FEBCAA36EE71}" srcOrd="3" destOrd="0" presId="urn:microsoft.com/office/officeart/2005/8/layout/vList2"/>
    <dgm:cxn modelId="{4F0EACC5-BAB4-4E8F-9989-31CDE9697AB9}" type="presParOf" srcId="{3DBD83AC-7563-4ADB-9463-683622D51C5B}" destId="{E5A0FE90-0A6E-4A4E-9067-1D063BE7F1E1}" srcOrd="4" destOrd="0" presId="urn:microsoft.com/office/officeart/2005/8/layout/vList2"/>
    <dgm:cxn modelId="{D9CE5051-EFB8-44EB-97B2-B7D60BB3BCF3}" type="presParOf" srcId="{3DBD83AC-7563-4ADB-9463-683622D51C5B}" destId="{D0F5295D-2B73-4439-BA33-4781697B5585}" srcOrd="5" destOrd="0" presId="urn:microsoft.com/office/officeart/2005/8/layout/vList2"/>
    <dgm:cxn modelId="{9A8AD4C4-C30F-4FB9-8BAD-44A5AA72E4B2}" type="presParOf" srcId="{3DBD83AC-7563-4ADB-9463-683622D51C5B}" destId="{88323965-821E-4420-AAE8-39EE237BC1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9DC9EA5-C025-4210-995B-DB9CDF20738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9153853-87AD-4614-B50C-625720278F04}">
      <dgm:prSet/>
      <dgm:spPr/>
      <dgm:t>
        <a:bodyPr/>
        <a:lstStyle/>
        <a:p>
          <a:r>
            <a:rPr lang="ru-RU" b="0" i="0" baseline="0"/>
            <a:t>1917 р.</a:t>
          </a:r>
          <a:endParaRPr lang="uk-UA"/>
        </a:p>
      </dgm:t>
    </dgm:pt>
    <dgm:pt modelId="{43BF2454-5F90-4340-9CFE-BD7E948FF636}" type="parTrans" cxnId="{2C9B562F-7118-4204-98AA-0822209E2457}">
      <dgm:prSet/>
      <dgm:spPr/>
      <dgm:t>
        <a:bodyPr/>
        <a:lstStyle/>
        <a:p>
          <a:endParaRPr lang="uk-UA"/>
        </a:p>
      </dgm:t>
    </dgm:pt>
    <dgm:pt modelId="{65A90125-F053-40BD-92B2-DAFC9A3F83F1}" type="sibTrans" cxnId="{2C9B562F-7118-4204-98AA-0822209E2457}">
      <dgm:prSet/>
      <dgm:spPr/>
      <dgm:t>
        <a:bodyPr/>
        <a:lstStyle/>
        <a:p>
          <a:endParaRPr lang="uk-UA"/>
        </a:p>
      </dgm:t>
    </dgm:pt>
    <dgm:pt modelId="{2176973D-A564-462F-BBA1-CEA232A1BA3F}">
      <dgm:prSet/>
      <dgm:spPr/>
      <dgm:t>
        <a:bodyPr/>
        <a:lstStyle/>
        <a:p>
          <a:r>
            <a:rPr lang="ru-RU" b="0" i="0" baseline="0"/>
            <a:t>1918 р.</a:t>
          </a:r>
          <a:endParaRPr lang="uk-UA"/>
        </a:p>
      </dgm:t>
    </dgm:pt>
    <dgm:pt modelId="{8926F144-81B3-461B-96BC-68CDBD90DEDF}" type="parTrans" cxnId="{7A4F5D26-DAB6-44A2-A997-E32C13E26478}">
      <dgm:prSet/>
      <dgm:spPr/>
      <dgm:t>
        <a:bodyPr/>
        <a:lstStyle/>
        <a:p>
          <a:endParaRPr lang="uk-UA"/>
        </a:p>
      </dgm:t>
    </dgm:pt>
    <dgm:pt modelId="{9418ABCA-211F-4922-8F8F-BC8B36C50854}" type="sibTrans" cxnId="{7A4F5D26-DAB6-44A2-A997-E32C13E26478}">
      <dgm:prSet/>
      <dgm:spPr/>
      <dgm:t>
        <a:bodyPr/>
        <a:lstStyle/>
        <a:p>
          <a:endParaRPr lang="uk-UA"/>
        </a:p>
      </dgm:t>
    </dgm:pt>
    <dgm:pt modelId="{0CF76E4B-89C2-49CC-9180-AF0E3082A731}">
      <dgm:prSet/>
      <dgm:spPr/>
      <dgm:t>
        <a:bodyPr/>
        <a:lstStyle/>
        <a:p>
          <a:r>
            <a:rPr lang="ru-RU" b="0" i="0" baseline="0" dirty="0"/>
            <a:t>1919 р.</a:t>
          </a:r>
          <a:endParaRPr lang="uk-UA" dirty="0"/>
        </a:p>
      </dgm:t>
    </dgm:pt>
    <dgm:pt modelId="{6B15D3FC-EDAC-4006-9BAF-AA766F1E0E93}" type="parTrans" cxnId="{8D163C60-6A80-468F-9B89-AEE8E2745745}">
      <dgm:prSet/>
      <dgm:spPr/>
      <dgm:t>
        <a:bodyPr/>
        <a:lstStyle/>
        <a:p>
          <a:endParaRPr lang="uk-UA"/>
        </a:p>
      </dgm:t>
    </dgm:pt>
    <dgm:pt modelId="{F47E9C66-FC25-4E26-99F1-4B43FBA05D5F}" type="sibTrans" cxnId="{8D163C60-6A80-468F-9B89-AEE8E2745745}">
      <dgm:prSet/>
      <dgm:spPr/>
      <dgm:t>
        <a:bodyPr/>
        <a:lstStyle/>
        <a:p>
          <a:endParaRPr lang="uk-UA"/>
        </a:p>
      </dgm:t>
    </dgm:pt>
    <dgm:pt modelId="{F8DE4120-F0E0-4C74-9F28-37BD3D539BED}">
      <dgm:prSet/>
      <dgm:spPr/>
      <dgm:t>
        <a:bodyPr/>
        <a:lstStyle/>
        <a:p>
          <a:r>
            <a:rPr lang="ru-RU" b="0" i="0" baseline="0"/>
            <a:t>1920 р.</a:t>
          </a:r>
          <a:endParaRPr lang="uk-UA"/>
        </a:p>
      </dgm:t>
    </dgm:pt>
    <dgm:pt modelId="{8FA0B026-A550-4304-9E63-FA62A4E2047D}" type="parTrans" cxnId="{7D5C6DE2-2E49-4CEB-A384-9F0E4F2A5A8B}">
      <dgm:prSet/>
      <dgm:spPr/>
      <dgm:t>
        <a:bodyPr/>
        <a:lstStyle/>
        <a:p>
          <a:endParaRPr lang="uk-UA"/>
        </a:p>
      </dgm:t>
    </dgm:pt>
    <dgm:pt modelId="{B6E4D20F-D4B0-41AD-85E9-F6E973C1A22C}" type="sibTrans" cxnId="{7D5C6DE2-2E49-4CEB-A384-9F0E4F2A5A8B}">
      <dgm:prSet/>
      <dgm:spPr/>
      <dgm:t>
        <a:bodyPr/>
        <a:lstStyle/>
        <a:p>
          <a:endParaRPr lang="uk-UA"/>
        </a:p>
      </dgm:t>
    </dgm:pt>
    <dgm:pt modelId="{3AD2148F-C611-4089-BE4E-0EE37AF1DA40}" type="pres">
      <dgm:prSet presAssocID="{F9DC9EA5-C025-4210-995B-DB9CDF207383}" presName="matrix" presStyleCnt="0">
        <dgm:presLayoutVars>
          <dgm:chMax val="1"/>
          <dgm:dir/>
          <dgm:resizeHandles val="exact"/>
        </dgm:presLayoutVars>
      </dgm:prSet>
      <dgm:spPr/>
    </dgm:pt>
    <dgm:pt modelId="{844CB877-4FA1-40E0-B862-8E4DDDE3B88A}" type="pres">
      <dgm:prSet presAssocID="{F9DC9EA5-C025-4210-995B-DB9CDF207383}" presName="diamond" presStyleLbl="bgShp" presStyleIdx="0" presStyleCnt="1"/>
      <dgm:spPr/>
    </dgm:pt>
    <dgm:pt modelId="{050F9D75-29C6-4B5A-B572-A85BC6EE48FF}" type="pres">
      <dgm:prSet presAssocID="{F9DC9EA5-C025-4210-995B-DB9CDF20738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782E13D-F77F-44E6-A487-4AA2C77CD0BD}" type="pres">
      <dgm:prSet presAssocID="{F9DC9EA5-C025-4210-995B-DB9CDF20738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E0E135F-C753-4E5C-9D28-22A466960E33}" type="pres">
      <dgm:prSet presAssocID="{F9DC9EA5-C025-4210-995B-DB9CDF20738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313747-750D-431D-AB5F-D990BC7A0E32}" type="pres">
      <dgm:prSet presAssocID="{F9DC9EA5-C025-4210-995B-DB9CDF20738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A4F5D26-DAB6-44A2-A997-E32C13E26478}" srcId="{F9DC9EA5-C025-4210-995B-DB9CDF207383}" destId="{2176973D-A564-462F-BBA1-CEA232A1BA3F}" srcOrd="1" destOrd="0" parTransId="{8926F144-81B3-461B-96BC-68CDBD90DEDF}" sibTransId="{9418ABCA-211F-4922-8F8F-BC8B36C50854}"/>
    <dgm:cxn modelId="{2C9B562F-7118-4204-98AA-0822209E2457}" srcId="{F9DC9EA5-C025-4210-995B-DB9CDF207383}" destId="{39153853-87AD-4614-B50C-625720278F04}" srcOrd="0" destOrd="0" parTransId="{43BF2454-5F90-4340-9CFE-BD7E948FF636}" sibTransId="{65A90125-F053-40BD-92B2-DAFC9A3F83F1}"/>
    <dgm:cxn modelId="{8D163C60-6A80-468F-9B89-AEE8E2745745}" srcId="{F9DC9EA5-C025-4210-995B-DB9CDF207383}" destId="{0CF76E4B-89C2-49CC-9180-AF0E3082A731}" srcOrd="2" destOrd="0" parTransId="{6B15D3FC-EDAC-4006-9BAF-AA766F1E0E93}" sibTransId="{F47E9C66-FC25-4E26-99F1-4B43FBA05D5F}"/>
    <dgm:cxn modelId="{A47C884E-417B-4561-8F7F-DA59C96DC440}" type="presOf" srcId="{2176973D-A564-462F-BBA1-CEA232A1BA3F}" destId="{C782E13D-F77F-44E6-A487-4AA2C77CD0BD}" srcOrd="0" destOrd="0" presId="urn:microsoft.com/office/officeart/2005/8/layout/matrix3"/>
    <dgm:cxn modelId="{29408274-029A-46F4-BB15-70DB94324612}" type="presOf" srcId="{0CF76E4B-89C2-49CC-9180-AF0E3082A731}" destId="{AE0E135F-C753-4E5C-9D28-22A466960E33}" srcOrd="0" destOrd="0" presId="urn:microsoft.com/office/officeart/2005/8/layout/matrix3"/>
    <dgm:cxn modelId="{65AF1C58-187F-457C-A30F-70C2A4D1559D}" type="presOf" srcId="{F9DC9EA5-C025-4210-995B-DB9CDF207383}" destId="{3AD2148F-C611-4089-BE4E-0EE37AF1DA40}" srcOrd="0" destOrd="0" presId="urn:microsoft.com/office/officeart/2005/8/layout/matrix3"/>
    <dgm:cxn modelId="{78B1A5A1-E17B-4591-AEC4-A3045E386FA1}" type="presOf" srcId="{F8DE4120-F0E0-4C74-9F28-37BD3D539BED}" destId="{5A313747-750D-431D-AB5F-D990BC7A0E32}" srcOrd="0" destOrd="0" presId="urn:microsoft.com/office/officeart/2005/8/layout/matrix3"/>
    <dgm:cxn modelId="{7721D7BE-6EDC-43ED-92EF-238FC20CC02D}" type="presOf" srcId="{39153853-87AD-4614-B50C-625720278F04}" destId="{050F9D75-29C6-4B5A-B572-A85BC6EE48FF}" srcOrd="0" destOrd="0" presId="urn:microsoft.com/office/officeart/2005/8/layout/matrix3"/>
    <dgm:cxn modelId="{7D5C6DE2-2E49-4CEB-A384-9F0E4F2A5A8B}" srcId="{F9DC9EA5-C025-4210-995B-DB9CDF207383}" destId="{F8DE4120-F0E0-4C74-9F28-37BD3D539BED}" srcOrd="3" destOrd="0" parTransId="{8FA0B026-A550-4304-9E63-FA62A4E2047D}" sibTransId="{B6E4D20F-D4B0-41AD-85E9-F6E973C1A22C}"/>
    <dgm:cxn modelId="{97C20946-902E-4569-9746-96ADEF320D01}" type="presParOf" srcId="{3AD2148F-C611-4089-BE4E-0EE37AF1DA40}" destId="{844CB877-4FA1-40E0-B862-8E4DDDE3B88A}" srcOrd="0" destOrd="0" presId="urn:microsoft.com/office/officeart/2005/8/layout/matrix3"/>
    <dgm:cxn modelId="{EFB4130F-29B7-4C81-9DE3-038857DFD16E}" type="presParOf" srcId="{3AD2148F-C611-4089-BE4E-0EE37AF1DA40}" destId="{050F9D75-29C6-4B5A-B572-A85BC6EE48FF}" srcOrd="1" destOrd="0" presId="urn:microsoft.com/office/officeart/2005/8/layout/matrix3"/>
    <dgm:cxn modelId="{0AC64C71-74CE-4D2C-B909-A98A39BA5F50}" type="presParOf" srcId="{3AD2148F-C611-4089-BE4E-0EE37AF1DA40}" destId="{C782E13D-F77F-44E6-A487-4AA2C77CD0BD}" srcOrd="2" destOrd="0" presId="urn:microsoft.com/office/officeart/2005/8/layout/matrix3"/>
    <dgm:cxn modelId="{9D741D8D-A463-440F-ACB8-F4B5B38707E9}" type="presParOf" srcId="{3AD2148F-C611-4089-BE4E-0EE37AF1DA40}" destId="{AE0E135F-C753-4E5C-9D28-22A466960E33}" srcOrd="3" destOrd="0" presId="urn:microsoft.com/office/officeart/2005/8/layout/matrix3"/>
    <dgm:cxn modelId="{9F665954-7B6B-4F56-9E18-930F24501D61}" type="presParOf" srcId="{3AD2148F-C611-4089-BE4E-0EE37AF1DA40}" destId="{5A313747-750D-431D-AB5F-D990BC7A0E3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42D48B1-28D9-48A0-BC37-BF28A10711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FB6DCC-9E03-4C56-BB5A-FDE6368CA7B0}">
      <dgm:prSet/>
      <dgm:spPr/>
      <dgm:t>
        <a:bodyPr/>
        <a:lstStyle/>
        <a:p>
          <a:r>
            <a:rPr lang="ru-RU" b="0" i="0" baseline="0"/>
            <a:t>визнання автономних прав України</a:t>
          </a:r>
          <a:endParaRPr lang="uk-UA"/>
        </a:p>
      </dgm:t>
    </dgm:pt>
    <dgm:pt modelId="{1C4CF848-3F63-4ECB-8175-29FC088142AD}" type="parTrans" cxnId="{92AD5C8B-20BE-412C-8BE3-4793C6F9F488}">
      <dgm:prSet/>
      <dgm:spPr/>
      <dgm:t>
        <a:bodyPr/>
        <a:lstStyle/>
        <a:p>
          <a:endParaRPr lang="uk-UA"/>
        </a:p>
      </dgm:t>
    </dgm:pt>
    <dgm:pt modelId="{F0212D67-8802-4AFF-B16C-F1162C203EB7}" type="sibTrans" cxnId="{92AD5C8B-20BE-412C-8BE3-4793C6F9F488}">
      <dgm:prSet/>
      <dgm:spPr/>
      <dgm:t>
        <a:bodyPr/>
        <a:lstStyle/>
        <a:p>
          <a:endParaRPr lang="uk-UA"/>
        </a:p>
      </dgm:t>
    </dgm:pt>
    <dgm:pt modelId="{E8A94E8E-EE1D-4F6A-8DDE-610FEBFCE32A}">
      <dgm:prSet/>
      <dgm:spPr/>
      <dgm:t>
        <a:bodyPr/>
        <a:lstStyle/>
        <a:p>
          <a:r>
            <a:rPr lang="ru-RU" b="0" i="0" baseline="0"/>
            <a:t>затвердження права мати власні збройні сили</a:t>
          </a:r>
          <a:endParaRPr lang="uk-UA"/>
        </a:p>
      </dgm:t>
    </dgm:pt>
    <dgm:pt modelId="{1BAFA17A-F86A-47EA-9508-0248E0ED34EA}" type="parTrans" cxnId="{3E395F48-969C-4ABB-BC4E-2C358C246ED7}">
      <dgm:prSet/>
      <dgm:spPr/>
      <dgm:t>
        <a:bodyPr/>
        <a:lstStyle/>
        <a:p>
          <a:endParaRPr lang="uk-UA"/>
        </a:p>
      </dgm:t>
    </dgm:pt>
    <dgm:pt modelId="{83017352-D85E-4293-AE8C-FF2256BD6519}" type="sibTrans" cxnId="{3E395F48-969C-4ABB-BC4E-2C358C246ED7}">
      <dgm:prSet/>
      <dgm:spPr/>
      <dgm:t>
        <a:bodyPr/>
        <a:lstStyle/>
        <a:p>
          <a:endParaRPr lang="uk-UA"/>
        </a:p>
      </dgm:t>
    </dgm:pt>
    <dgm:pt modelId="{C05933E9-B850-4A2B-B4B9-72604C13E06C}">
      <dgm:prSet/>
      <dgm:spPr/>
      <dgm:t>
        <a:bodyPr/>
        <a:lstStyle/>
        <a:p>
          <a:r>
            <a:rPr lang="ru-RU" b="0" i="0" baseline="0"/>
            <a:t>конституційне закріплення прав і свобод людини</a:t>
          </a:r>
          <a:endParaRPr lang="uk-UA"/>
        </a:p>
      </dgm:t>
    </dgm:pt>
    <dgm:pt modelId="{40E2657B-B6A4-48FE-8878-5C382B1FD6EE}" type="parTrans" cxnId="{4BD457F7-F9D5-44F6-BCB5-389FE6930EC9}">
      <dgm:prSet/>
      <dgm:spPr/>
      <dgm:t>
        <a:bodyPr/>
        <a:lstStyle/>
        <a:p>
          <a:endParaRPr lang="uk-UA"/>
        </a:p>
      </dgm:t>
    </dgm:pt>
    <dgm:pt modelId="{C67D442E-C3EC-451C-9B2F-D050B67AF047}" type="sibTrans" cxnId="{4BD457F7-F9D5-44F6-BCB5-389FE6930EC9}">
      <dgm:prSet/>
      <dgm:spPr/>
      <dgm:t>
        <a:bodyPr/>
        <a:lstStyle/>
        <a:p>
          <a:endParaRPr lang="uk-UA"/>
        </a:p>
      </dgm:t>
    </dgm:pt>
    <dgm:pt modelId="{341BC1D7-F64F-4CF2-8079-8B1B1CE7F909}">
      <dgm:prSet/>
      <dgm:spPr/>
      <dgm:t>
        <a:bodyPr/>
        <a:lstStyle/>
        <a:p>
          <a:r>
            <a:rPr lang="ru-RU" b="0" i="0" baseline="0"/>
            <a:t>надання незалежності Україні</a:t>
          </a:r>
          <a:endParaRPr lang="uk-UA"/>
        </a:p>
      </dgm:t>
    </dgm:pt>
    <dgm:pt modelId="{48D01F7F-E2B4-4DA1-B073-466F825D4900}" type="parTrans" cxnId="{73AA18CB-426A-4CD3-B636-5832D35C9238}">
      <dgm:prSet/>
      <dgm:spPr/>
      <dgm:t>
        <a:bodyPr/>
        <a:lstStyle/>
        <a:p>
          <a:endParaRPr lang="uk-UA"/>
        </a:p>
      </dgm:t>
    </dgm:pt>
    <dgm:pt modelId="{3B31568A-7B2F-4151-9434-9CDA778BE9FF}" type="sibTrans" cxnId="{73AA18CB-426A-4CD3-B636-5832D35C9238}">
      <dgm:prSet/>
      <dgm:spPr/>
      <dgm:t>
        <a:bodyPr/>
        <a:lstStyle/>
        <a:p>
          <a:endParaRPr lang="uk-UA"/>
        </a:p>
      </dgm:t>
    </dgm:pt>
    <dgm:pt modelId="{E80B4E49-D33E-447B-BAA0-CE3136604494}" type="pres">
      <dgm:prSet presAssocID="{042D48B1-28D9-48A0-BC37-BF28A10711ED}" presName="linear" presStyleCnt="0">
        <dgm:presLayoutVars>
          <dgm:animLvl val="lvl"/>
          <dgm:resizeHandles val="exact"/>
        </dgm:presLayoutVars>
      </dgm:prSet>
      <dgm:spPr/>
    </dgm:pt>
    <dgm:pt modelId="{E7F06188-EC65-43FE-ACD4-55E36A2AA4F8}" type="pres">
      <dgm:prSet presAssocID="{26FB6DCC-9E03-4C56-BB5A-FDE6368CA7B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1C3206-CFCB-4674-9ADD-88F5E1AAE075}" type="pres">
      <dgm:prSet presAssocID="{F0212D67-8802-4AFF-B16C-F1162C203EB7}" presName="spacer" presStyleCnt="0"/>
      <dgm:spPr/>
    </dgm:pt>
    <dgm:pt modelId="{B9ABDB66-F15F-4467-88CF-4E10F2BB8EFB}" type="pres">
      <dgm:prSet presAssocID="{E8A94E8E-EE1D-4F6A-8DDE-610FEBFCE3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9B87AC-2E27-4B8F-BD80-18311ED96BD4}" type="pres">
      <dgm:prSet presAssocID="{83017352-D85E-4293-AE8C-FF2256BD6519}" presName="spacer" presStyleCnt="0"/>
      <dgm:spPr/>
    </dgm:pt>
    <dgm:pt modelId="{677BB270-5B86-46FB-83F9-90C820CB2EAA}" type="pres">
      <dgm:prSet presAssocID="{C05933E9-B850-4A2B-B4B9-72604C13E0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AA59277-5717-4A12-A54D-33CAC1194DB2}" type="pres">
      <dgm:prSet presAssocID="{C67D442E-C3EC-451C-9B2F-D050B67AF047}" presName="spacer" presStyleCnt="0"/>
      <dgm:spPr/>
    </dgm:pt>
    <dgm:pt modelId="{69F1D944-30F8-482B-982F-0C0CE0975B9D}" type="pres">
      <dgm:prSet presAssocID="{341BC1D7-F64F-4CF2-8079-8B1B1CE7F9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F034A37-5DE7-42AE-B7A8-868ADAEE6CFB}" type="presOf" srcId="{26FB6DCC-9E03-4C56-BB5A-FDE6368CA7B0}" destId="{E7F06188-EC65-43FE-ACD4-55E36A2AA4F8}" srcOrd="0" destOrd="0" presId="urn:microsoft.com/office/officeart/2005/8/layout/vList2"/>
    <dgm:cxn modelId="{118F6246-66A5-4C88-B047-4B6CD0003C85}" type="presOf" srcId="{341BC1D7-F64F-4CF2-8079-8B1B1CE7F909}" destId="{69F1D944-30F8-482B-982F-0C0CE0975B9D}" srcOrd="0" destOrd="0" presId="urn:microsoft.com/office/officeart/2005/8/layout/vList2"/>
    <dgm:cxn modelId="{3E395F48-969C-4ABB-BC4E-2C358C246ED7}" srcId="{042D48B1-28D9-48A0-BC37-BF28A10711ED}" destId="{E8A94E8E-EE1D-4F6A-8DDE-610FEBFCE32A}" srcOrd="1" destOrd="0" parTransId="{1BAFA17A-F86A-47EA-9508-0248E0ED34EA}" sibTransId="{83017352-D85E-4293-AE8C-FF2256BD6519}"/>
    <dgm:cxn modelId="{3E7C0755-B4DB-49DB-A359-28A5EC3A73D9}" type="presOf" srcId="{E8A94E8E-EE1D-4F6A-8DDE-610FEBFCE32A}" destId="{B9ABDB66-F15F-4467-88CF-4E10F2BB8EFB}" srcOrd="0" destOrd="0" presId="urn:microsoft.com/office/officeart/2005/8/layout/vList2"/>
    <dgm:cxn modelId="{F8133358-C337-439C-BA3F-EEB54DFE28F3}" type="presOf" srcId="{042D48B1-28D9-48A0-BC37-BF28A10711ED}" destId="{E80B4E49-D33E-447B-BAA0-CE3136604494}" srcOrd="0" destOrd="0" presId="urn:microsoft.com/office/officeart/2005/8/layout/vList2"/>
    <dgm:cxn modelId="{92AD5C8B-20BE-412C-8BE3-4793C6F9F488}" srcId="{042D48B1-28D9-48A0-BC37-BF28A10711ED}" destId="{26FB6DCC-9E03-4C56-BB5A-FDE6368CA7B0}" srcOrd="0" destOrd="0" parTransId="{1C4CF848-3F63-4ECB-8175-29FC088142AD}" sibTransId="{F0212D67-8802-4AFF-B16C-F1162C203EB7}"/>
    <dgm:cxn modelId="{73AA18CB-426A-4CD3-B636-5832D35C9238}" srcId="{042D48B1-28D9-48A0-BC37-BF28A10711ED}" destId="{341BC1D7-F64F-4CF2-8079-8B1B1CE7F909}" srcOrd="3" destOrd="0" parTransId="{48D01F7F-E2B4-4DA1-B073-466F825D4900}" sibTransId="{3B31568A-7B2F-4151-9434-9CDA778BE9FF}"/>
    <dgm:cxn modelId="{B38EC8F3-A97F-4FAF-A701-AC0CD6A97CEA}" type="presOf" srcId="{C05933E9-B850-4A2B-B4B9-72604C13E06C}" destId="{677BB270-5B86-46FB-83F9-90C820CB2EAA}" srcOrd="0" destOrd="0" presId="urn:microsoft.com/office/officeart/2005/8/layout/vList2"/>
    <dgm:cxn modelId="{4BD457F7-F9D5-44F6-BCB5-389FE6930EC9}" srcId="{042D48B1-28D9-48A0-BC37-BF28A10711ED}" destId="{C05933E9-B850-4A2B-B4B9-72604C13E06C}" srcOrd="2" destOrd="0" parTransId="{40E2657B-B6A4-48FE-8878-5C382B1FD6EE}" sibTransId="{C67D442E-C3EC-451C-9B2F-D050B67AF047}"/>
    <dgm:cxn modelId="{470B7DBF-1E59-471B-9818-81CD622405D5}" type="presParOf" srcId="{E80B4E49-D33E-447B-BAA0-CE3136604494}" destId="{E7F06188-EC65-43FE-ACD4-55E36A2AA4F8}" srcOrd="0" destOrd="0" presId="urn:microsoft.com/office/officeart/2005/8/layout/vList2"/>
    <dgm:cxn modelId="{6744EE52-2817-4FA5-9EFE-246356E2AE41}" type="presParOf" srcId="{E80B4E49-D33E-447B-BAA0-CE3136604494}" destId="{301C3206-CFCB-4674-9ADD-88F5E1AAE075}" srcOrd="1" destOrd="0" presId="urn:microsoft.com/office/officeart/2005/8/layout/vList2"/>
    <dgm:cxn modelId="{63911CB5-FB83-4E78-A6E1-2E5DEEB1A449}" type="presParOf" srcId="{E80B4E49-D33E-447B-BAA0-CE3136604494}" destId="{B9ABDB66-F15F-4467-88CF-4E10F2BB8EFB}" srcOrd="2" destOrd="0" presId="urn:microsoft.com/office/officeart/2005/8/layout/vList2"/>
    <dgm:cxn modelId="{C62872B6-09EC-4044-AC5B-67C772A534D8}" type="presParOf" srcId="{E80B4E49-D33E-447B-BAA0-CE3136604494}" destId="{D29B87AC-2E27-4B8F-BD80-18311ED96BD4}" srcOrd="3" destOrd="0" presId="urn:microsoft.com/office/officeart/2005/8/layout/vList2"/>
    <dgm:cxn modelId="{05ADD618-DC16-4889-B613-58D2F22D4344}" type="presParOf" srcId="{E80B4E49-D33E-447B-BAA0-CE3136604494}" destId="{677BB270-5B86-46FB-83F9-90C820CB2EAA}" srcOrd="4" destOrd="0" presId="urn:microsoft.com/office/officeart/2005/8/layout/vList2"/>
    <dgm:cxn modelId="{B80BD561-B342-4338-A2E8-DE98610EFBE1}" type="presParOf" srcId="{E80B4E49-D33E-447B-BAA0-CE3136604494}" destId="{2AA59277-5717-4A12-A54D-33CAC1194DB2}" srcOrd="5" destOrd="0" presId="urn:microsoft.com/office/officeart/2005/8/layout/vList2"/>
    <dgm:cxn modelId="{9A5A4F9A-6AE1-4C5C-B80E-D13F02D5A2B9}" type="presParOf" srcId="{E80B4E49-D33E-447B-BAA0-CE3136604494}" destId="{69F1D944-30F8-482B-982F-0C0CE0975B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21F2EEA-1AE1-4968-ACC0-393EF24EDA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D11BDF0-CE5B-4AE6-A156-DA0559CA5089}">
      <dgm:prSet/>
      <dgm:spPr/>
      <dgm:t>
        <a:bodyPr/>
        <a:lstStyle/>
        <a:p>
          <a:r>
            <a:rPr lang="ru-RU" b="0" i="0" baseline="0"/>
            <a:t>«Уся влада Радам!»</a:t>
          </a:r>
          <a:endParaRPr lang="uk-UA"/>
        </a:p>
      </dgm:t>
    </dgm:pt>
    <dgm:pt modelId="{F3FC6FEE-90E0-478F-860A-2AF16563B9DD}" type="parTrans" cxnId="{3738631F-993B-4DF7-987D-F35526060CFA}">
      <dgm:prSet/>
      <dgm:spPr/>
      <dgm:t>
        <a:bodyPr/>
        <a:lstStyle/>
        <a:p>
          <a:endParaRPr lang="uk-UA"/>
        </a:p>
      </dgm:t>
    </dgm:pt>
    <dgm:pt modelId="{6C65FD48-ECF0-4812-93E0-C38911D8B588}" type="sibTrans" cxnId="{3738631F-993B-4DF7-987D-F35526060CFA}">
      <dgm:prSet/>
      <dgm:spPr/>
      <dgm:t>
        <a:bodyPr/>
        <a:lstStyle/>
        <a:p>
          <a:endParaRPr lang="uk-UA"/>
        </a:p>
      </dgm:t>
    </dgm:pt>
    <dgm:pt modelId="{5B0E1201-DBE3-4C2E-978A-E9274CB4ED15}">
      <dgm:prSet/>
      <dgm:spPr/>
      <dgm:t>
        <a:bodyPr/>
        <a:lstStyle/>
        <a:p>
          <a:r>
            <a:rPr lang="ru-RU" b="0" i="0" baseline="0"/>
            <a:t>«Автономію Україні!»</a:t>
          </a:r>
          <a:endParaRPr lang="uk-UA"/>
        </a:p>
      </dgm:t>
    </dgm:pt>
    <dgm:pt modelId="{E242AF18-B5FD-4C20-B5E2-A98B4E871598}" type="parTrans" cxnId="{720A84C0-A283-405D-802E-2ED9127B0BB2}">
      <dgm:prSet/>
      <dgm:spPr/>
      <dgm:t>
        <a:bodyPr/>
        <a:lstStyle/>
        <a:p>
          <a:endParaRPr lang="uk-UA"/>
        </a:p>
      </dgm:t>
    </dgm:pt>
    <dgm:pt modelId="{10BFC139-CBAD-44E6-93CE-2E349DEC8325}" type="sibTrans" cxnId="{720A84C0-A283-405D-802E-2ED9127B0BB2}">
      <dgm:prSet/>
      <dgm:spPr/>
      <dgm:t>
        <a:bodyPr/>
        <a:lstStyle/>
        <a:p>
          <a:endParaRPr lang="uk-UA"/>
        </a:p>
      </dgm:t>
    </dgm:pt>
    <dgm:pt modelId="{10A01BBF-1144-432D-9D55-86C29AE727D9}">
      <dgm:prSet/>
      <dgm:spPr/>
      <dgm:t>
        <a:bodyPr/>
        <a:lstStyle/>
        <a:p>
          <a:r>
            <a:rPr lang="ru-RU" b="0" i="0" baseline="0"/>
            <a:t>«Геть Тимчасовий уряд!»</a:t>
          </a:r>
          <a:endParaRPr lang="uk-UA"/>
        </a:p>
      </dgm:t>
    </dgm:pt>
    <dgm:pt modelId="{DC6AE807-82A2-46D6-8DFE-CAF9FD65FAFA}" type="parTrans" cxnId="{23CF5361-B083-4812-A178-617D74D62DD3}">
      <dgm:prSet/>
      <dgm:spPr/>
      <dgm:t>
        <a:bodyPr/>
        <a:lstStyle/>
        <a:p>
          <a:endParaRPr lang="uk-UA"/>
        </a:p>
      </dgm:t>
    </dgm:pt>
    <dgm:pt modelId="{34E34224-432F-4B27-B1D2-137F20ECBE2A}" type="sibTrans" cxnId="{23CF5361-B083-4812-A178-617D74D62DD3}">
      <dgm:prSet/>
      <dgm:spPr/>
      <dgm:t>
        <a:bodyPr/>
        <a:lstStyle/>
        <a:p>
          <a:endParaRPr lang="uk-UA"/>
        </a:p>
      </dgm:t>
    </dgm:pt>
    <dgm:pt modelId="{6F988531-AE41-473A-B6B5-535135898CBD}">
      <dgm:prSet/>
      <dgm:spPr/>
      <dgm:t>
        <a:bodyPr/>
        <a:lstStyle/>
        <a:p>
          <a:r>
            <a:rPr lang="ru-RU" b="0" i="0" baseline="0"/>
            <a:t>«Хай живе незалежна Україна!»</a:t>
          </a:r>
          <a:endParaRPr lang="uk-UA"/>
        </a:p>
      </dgm:t>
    </dgm:pt>
    <dgm:pt modelId="{E6FF79E5-EDD0-47E2-8555-1CC8F09E5B6B}" type="parTrans" cxnId="{37074FDF-6820-411D-A13F-494A1B83A968}">
      <dgm:prSet/>
      <dgm:spPr/>
      <dgm:t>
        <a:bodyPr/>
        <a:lstStyle/>
        <a:p>
          <a:endParaRPr lang="uk-UA"/>
        </a:p>
      </dgm:t>
    </dgm:pt>
    <dgm:pt modelId="{525BF33D-6CCF-4961-919B-9C4140AB2909}" type="sibTrans" cxnId="{37074FDF-6820-411D-A13F-494A1B83A968}">
      <dgm:prSet/>
      <dgm:spPr/>
      <dgm:t>
        <a:bodyPr/>
        <a:lstStyle/>
        <a:p>
          <a:endParaRPr lang="uk-UA"/>
        </a:p>
      </dgm:t>
    </dgm:pt>
    <dgm:pt modelId="{BC09FF6D-3482-4A03-9470-B1745B93AF7F}" type="pres">
      <dgm:prSet presAssocID="{321F2EEA-1AE1-4968-ACC0-393EF24EDA80}" presName="linear" presStyleCnt="0">
        <dgm:presLayoutVars>
          <dgm:animLvl val="lvl"/>
          <dgm:resizeHandles val="exact"/>
        </dgm:presLayoutVars>
      </dgm:prSet>
      <dgm:spPr/>
    </dgm:pt>
    <dgm:pt modelId="{FEA7F730-DB1F-4A3F-B14A-FD7AA79B3380}" type="pres">
      <dgm:prSet presAssocID="{4D11BDF0-CE5B-4AE6-A156-DA0559CA50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FA8F70-F758-4D76-A0B0-325A44F83260}" type="pres">
      <dgm:prSet presAssocID="{6C65FD48-ECF0-4812-93E0-C38911D8B588}" presName="spacer" presStyleCnt="0"/>
      <dgm:spPr/>
    </dgm:pt>
    <dgm:pt modelId="{8D5CA1C9-D4C6-4474-9B01-0BC847663BF2}" type="pres">
      <dgm:prSet presAssocID="{5B0E1201-DBE3-4C2E-978A-E9274CB4ED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59FAC6-63CB-4EEF-8701-7799CA25B2BB}" type="pres">
      <dgm:prSet presAssocID="{10BFC139-CBAD-44E6-93CE-2E349DEC8325}" presName="spacer" presStyleCnt="0"/>
      <dgm:spPr/>
    </dgm:pt>
    <dgm:pt modelId="{7F8536D2-23B0-4D5A-BFD1-D8AC980854F0}" type="pres">
      <dgm:prSet presAssocID="{10A01BBF-1144-432D-9D55-86C29AE727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2B1AD11-5C28-47AF-8EC8-B754361100AA}" type="pres">
      <dgm:prSet presAssocID="{34E34224-432F-4B27-B1D2-137F20ECBE2A}" presName="spacer" presStyleCnt="0"/>
      <dgm:spPr/>
    </dgm:pt>
    <dgm:pt modelId="{FB7FDC62-BF09-470F-9ED2-07C4A5B777E4}" type="pres">
      <dgm:prSet presAssocID="{6F988531-AE41-473A-B6B5-535135898C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738631F-993B-4DF7-987D-F35526060CFA}" srcId="{321F2EEA-1AE1-4968-ACC0-393EF24EDA80}" destId="{4D11BDF0-CE5B-4AE6-A156-DA0559CA5089}" srcOrd="0" destOrd="0" parTransId="{F3FC6FEE-90E0-478F-860A-2AF16563B9DD}" sibTransId="{6C65FD48-ECF0-4812-93E0-C38911D8B588}"/>
    <dgm:cxn modelId="{00557C40-67E1-4701-8F92-3432A8485AF8}" type="presOf" srcId="{4D11BDF0-CE5B-4AE6-A156-DA0559CA5089}" destId="{FEA7F730-DB1F-4A3F-B14A-FD7AA79B3380}" srcOrd="0" destOrd="0" presId="urn:microsoft.com/office/officeart/2005/8/layout/vList2"/>
    <dgm:cxn modelId="{23CF5361-B083-4812-A178-617D74D62DD3}" srcId="{321F2EEA-1AE1-4968-ACC0-393EF24EDA80}" destId="{10A01BBF-1144-432D-9D55-86C29AE727D9}" srcOrd="2" destOrd="0" parTransId="{DC6AE807-82A2-46D6-8DFE-CAF9FD65FAFA}" sibTransId="{34E34224-432F-4B27-B1D2-137F20ECBE2A}"/>
    <dgm:cxn modelId="{45ED7A7C-16F0-4E18-ADDD-56AF3D6E5E65}" type="presOf" srcId="{5B0E1201-DBE3-4C2E-978A-E9274CB4ED15}" destId="{8D5CA1C9-D4C6-4474-9B01-0BC847663BF2}" srcOrd="0" destOrd="0" presId="urn:microsoft.com/office/officeart/2005/8/layout/vList2"/>
    <dgm:cxn modelId="{4DCA167D-1001-45A9-A159-B05B57C449ED}" type="presOf" srcId="{10A01BBF-1144-432D-9D55-86C29AE727D9}" destId="{7F8536D2-23B0-4D5A-BFD1-D8AC980854F0}" srcOrd="0" destOrd="0" presId="urn:microsoft.com/office/officeart/2005/8/layout/vList2"/>
    <dgm:cxn modelId="{BC24E99C-4A58-40D4-BE08-BDB86AA0F7A8}" type="presOf" srcId="{6F988531-AE41-473A-B6B5-535135898CBD}" destId="{FB7FDC62-BF09-470F-9ED2-07C4A5B777E4}" srcOrd="0" destOrd="0" presId="urn:microsoft.com/office/officeart/2005/8/layout/vList2"/>
    <dgm:cxn modelId="{720A84C0-A283-405D-802E-2ED9127B0BB2}" srcId="{321F2EEA-1AE1-4968-ACC0-393EF24EDA80}" destId="{5B0E1201-DBE3-4C2E-978A-E9274CB4ED15}" srcOrd="1" destOrd="0" parTransId="{E242AF18-B5FD-4C20-B5E2-A98B4E871598}" sibTransId="{10BFC139-CBAD-44E6-93CE-2E349DEC8325}"/>
    <dgm:cxn modelId="{FA26A0CF-B5CE-4FA3-A7D7-DA18EA742F69}" type="presOf" srcId="{321F2EEA-1AE1-4968-ACC0-393EF24EDA80}" destId="{BC09FF6D-3482-4A03-9470-B1745B93AF7F}" srcOrd="0" destOrd="0" presId="urn:microsoft.com/office/officeart/2005/8/layout/vList2"/>
    <dgm:cxn modelId="{37074FDF-6820-411D-A13F-494A1B83A968}" srcId="{321F2EEA-1AE1-4968-ACC0-393EF24EDA80}" destId="{6F988531-AE41-473A-B6B5-535135898CBD}" srcOrd="3" destOrd="0" parTransId="{E6FF79E5-EDD0-47E2-8555-1CC8F09E5B6B}" sibTransId="{525BF33D-6CCF-4961-919B-9C4140AB2909}"/>
    <dgm:cxn modelId="{6137E43B-CFB9-49AA-90E3-6E2EBBD1B9DA}" type="presParOf" srcId="{BC09FF6D-3482-4A03-9470-B1745B93AF7F}" destId="{FEA7F730-DB1F-4A3F-B14A-FD7AA79B3380}" srcOrd="0" destOrd="0" presId="urn:microsoft.com/office/officeart/2005/8/layout/vList2"/>
    <dgm:cxn modelId="{901749E4-750B-4114-BE13-DA0D2FCB67CD}" type="presParOf" srcId="{BC09FF6D-3482-4A03-9470-B1745B93AF7F}" destId="{B0FA8F70-F758-4D76-A0B0-325A44F83260}" srcOrd="1" destOrd="0" presId="urn:microsoft.com/office/officeart/2005/8/layout/vList2"/>
    <dgm:cxn modelId="{2FCA5FD4-F7CD-4C73-A546-3789E7298CD5}" type="presParOf" srcId="{BC09FF6D-3482-4A03-9470-B1745B93AF7F}" destId="{8D5CA1C9-D4C6-4474-9B01-0BC847663BF2}" srcOrd="2" destOrd="0" presId="urn:microsoft.com/office/officeart/2005/8/layout/vList2"/>
    <dgm:cxn modelId="{B1C0E373-D14B-404C-9A34-6B6BB9A28275}" type="presParOf" srcId="{BC09FF6D-3482-4A03-9470-B1745B93AF7F}" destId="{BE59FAC6-63CB-4EEF-8701-7799CA25B2BB}" srcOrd="3" destOrd="0" presId="urn:microsoft.com/office/officeart/2005/8/layout/vList2"/>
    <dgm:cxn modelId="{FECAE684-0D23-4C2D-9B8F-67FF74D68813}" type="presParOf" srcId="{BC09FF6D-3482-4A03-9470-B1745B93AF7F}" destId="{7F8536D2-23B0-4D5A-BFD1-D8AC980854F0}" srcOrd="4" destOrd="0" presId="urn:microsoft.com/office/officeart/2005/8/layout/vList2"/>
    <dgm:cxn modelId="{BFA2F1E3-9C86-4DAA-B3D2-6438ED8DD1B0}" type="presParOf" srcId="{BC09FF6D-3482-4A03-9470-B1745B93AF7F}" destId="{52B1AD11-5C28-47AF-8EC8-B754361100AA}" srcOrd="5" destOrd="0" presId="urn:microsoft.com/office/officeart/2005/8/layout/vList2"/>
    <dgm:cxn modelId="{7A204EED-051D-4323-92BC-B89CA0CE2E1E}" type="presParOf" srcId="{BC09FF6D-3482-4A03-9470-B1745B93AF7F}" destId="{FB7FDC62-BF09-470F-9ED2-07C4A5B777E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7E942FD-EC5A-478A-97BA-10EF5F83693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D63DDF-C344-446A-B824-76C8D5B6CB9F}">
      <dgm:prSet/>
      <dgm:spPr/>
      <dgm:t>
        <a:bodyPr/>
        <a:lstStyle/>
        <a:p>
          <a:r>
            <a:rPr lang="uk-UA" b="0" i="0" baseline="0"/>
            <a:t>Першого</a:t>
          </a:r>
          <a:endParaRPr lang="uk-UA"/>
        </a:p>
      </dgm:t>
    </dgm:pt>
    <dgm:pt modelId="{9DDF6C77-48FA-48D0-937B-C95912C43D36}" type="parTrans" cxnId="{7F132710-D9B1-4063-9A33-61BC936A0199}">
      <dgm:prSet/>
      <dgm:spPr/>
      <dgm:t>
        <a:bodyPr/>
        <a:lstStyle/>
        <a:p>
          <a:endParaRPr lang="uk-UA"/>
        </a:p>
      </dgm:t>
    </dgm:pt>
    <dgm:pt modelId="{73647666-B586-441F-9827-11C8FE9EE237}" type="sibTrans" cxnId="{7F132710-D9B1-4063-9A33-61BC936A0199}">
      <dgm:prSet/>
      <dgm:spPr/>
      <dgm:t>
        <a:bodyPr/>
        <a:lstStyle/>
        <a:p>
          <a:endParaRPr lang="uk-UA"/>
        </a:p>
      </dgm:t>
    </dgm:pt>
    <dgm:pt modelId="{84142385-E579-4076-A31A-D79C895459B6}">
      <dgm:prSet/>
      <dgm:spPr/>
      <dgm:t>
        <a:bodyPr/>
        <a:lstStyle/>
        <a:p>
          <a:r>
            <a:rPr lang="uk-UA" b="0" i="0" baseline="0"/>
            <a:t>Другого</a:t>
          </a:r>
          <a:endParaRPr lang="uk-UA"/>
        </a:p>
      </dgm:t>
    </dgm:pt>
    <dgm:pt modelId="{45B9E16D-54F2-4417-BB53-3BB6BB0ABEF8}" type="parTrans" cxnId="{F9DBA422-36B6-4CC4-8957-0984FBF698F4}">
      <dgm:prSet/>
      <dgm:spPr/>
      <dgm:t>
        <a:bodyPr/>
        <a:lstStyle/>
        <a:p>
          <a:endParaRPr lang="uk-UA"/>
        </a:p>
      </dgm:t>
    </dgm:pt>
    <dgm:pt modelId="{1907126B-2E62-41B6-9100-3CAA2EB9E110}" type="sibTrans" cxnId="{F9DBA422-36B6-4CC4-8957-0984FBF698F4}">
      <dgm:prSet/>
      <dgm:spPr/>
      <dgm:t>
        <a:bodyPr/>
        <a:lstStyle/>
        <a:p>
          <a:endParaRPr lang="uk-UA"/>
        </a:p>
      </dgm:t>
    </dgm:pt>
    <dgm:pt modelId="{3881B7CF-44A6-4B59-8F18-9764BBD369FE}">
      <dgm:prSet/>
      <dgm:spPr/>
      <dgm:t>
        <a:bodyPr/>
        <a:lstStyle/>
        <a:p>
          <a:r>
            <a:rPr lang="uk-UA" b="0" i="0" baseline="0"/>
            <a:t>Третього</a:t>
          </a:r>
          <a:endParaRPr lang="uk-UA"/>
        </a:p>
      </dgm:t>
    </dgm:pt>
    <dgm:pt modelId="{C2EB69CB-1553-47CE-AF95-9C048F1355EF}" type="parTrans" cxnId="{290ED840-9D83-4A19-86C7-96373617C16F}">
      <dgm:prSet/>
      <dgm:spPr/>
      <dgm:t>
        <a:bodyPr/>
        <a:lstStyle/>
        <a:p>
          <a:endParaRPr lang="uk-UA"/>
        </a:p>
      </dgm:t>
    </dgm:pt>
    <dgm:pt modelId="{301D8059-F6D3-4DA4-9638-5C3D5422F5B8}" type="sibTrans" cxnId="{290ED840-9D83-4A19-86C7-96373617C16F}">
      <dgm:prSet/>
      <dgm:spPr/>
      <dgm:t>
        <a:bodyPr/>
        <a:lstStyle/>
        <a:p>
          <a:endParaRPr lang="uk-UA"/>
        </a:p>
      </dgm:t>
    </dgm:pt>
    <dgm:pt modelId="{AA2925AC-6DFE-4C73-90B2-18461B552ABF}">
      <dgm:prSet/>
      <dgm:spPr/>
      <dgm:t>
        <a:bodyPr/>
        <a:lstStyle/>
        <a:p>
          <a:r>
            <a:rPr lang="uk-UA" b="0" i="0" baseline="0"/>
            <a:t>Четвертого</a:t>
          </a:r>
          <a:endParaRPr lang="uk-UA"/>
        </a:p>
      </dgm:t>
    </dgm:pt>
    <dgm:pt modelId="{8BA3BC7A-067C-41E7-AFAC-6606F9D7F88C}" type="parTrans" cxnId="{C2B29B19-B381-4C45-AC14-E1CDD16B5B83}">
      <dgm:prSet/>
      <dgm:spPr/>
      <dgm:t>
        <a:bodyPr/>
        <a:lstStyle/>
        <a:p>
          <a:endParaRPr lang="uk-UA"/>
        </a:p>
      </dgm:t>
    </dgm:pt>
    <dgm:pt modelId="{8B087103-8E8B-41BB-ACC4-0F61A6B41A23}" type="sibTrans" cxnId="{C2B29B19-B381-4C45-AC14-E1CDD16B5B83}">
      <dgm:prSet/>
      <dgm:spPr/>
      <dgm:t>
        <a:bodyPr/>
        <a:lstStyle/>
        <a:p>
          <a:endParaRPr lang="uk-UA"/>
        </a:p>
      </dgm:t>
    </dgm:pt>
    <dgm:pt modelId="{2AF7FFCC-5CB0-42AB-8547-797FF8FC8706}" type="pres">
      <dgm:prSet presAssocID="{97E942FD-EC5A-478A-97BA-10EF5F836939}" presName="matrix" presStyleCnt="0">
        <dgm:presLayoutVars>
          <dgm:chMax val="1"/>
          <dgm:dir/>
          <dgm:resizeHandles val="exact"/>
        </dgm:presLayoutVars>
      </dgm:prSet>
      <dgm:spPr/>
    </dgm:pt>
    <dgm:pt modelId="{EFBB2E9C-89F7-4861-83D6-D48258B431E5}" type="pres">
      <dgm:prSet presAssocID="{97E942FD-EC5A-478A-97BA-10EF5F836939}" presName="diamond" presStyleLbl="bgShp" presStyleIdx="0" presStyleCnt="1"/>
      <dgm:spPr/>
    </dgm:pt>
    <dgm:pt modelId="{C660611F-DC3C-4EB1-836A-F20219BAE12F}" type="pres">
      <dgm:prSet presAssocID="{97E942FD-EC5A-478A-97BA-10EF5F8369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D2F74DB-7803-4B51-8DA3-B858651A58A8}" type="pres">
      <dgm:prSet presAssocID="{97E942FD-EC5A-478A-97BA-10EF5F8369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B8B1B0-D0A3-4D59-BD50-28D6E2D15210}" type="pres">
      <dgm:prSet presAssocID="{97E942FD-EC5A-478A-97BA-10EF5F8369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8B2837-478D-4599-B20B-220321141DF5}" type="pres">
      <dgm:prSet presAssocID="{97E942FD-EC5A-478A-97BA-10EF5F8369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F132710-D9B1-4063-9A33-61BC936A0199}" srcId="{97E942FD-EC5A-478A-97BA-10EF5F836939}" destId="{FED63DDF-C344-446A-B824-76C8D5B6CB9F}" srcOrd="0" destOrd="0" parTransId="{9DDF6C77-48FA-48D0-937B-C95912C43D36}" sibTransId="{73647666-B586-441F-9827-11C8FE9EE237}"/>
    <dgm:cxn modelId="{9F8B8610-7053-4955-A304-DF9DADC71820}" type="presOf" srcId="{AA2925AC-6DFE-4C73-90B2-18461B552ABF}" destId="{B28B2837-478D-4599-B20B-220321141DF5}" srcOrd="0" destOrd="0" presId="urn:microsoft.com/office/officeart/2005/8/layout/matrix3"/>
    <dgm:cxn modelId="{C2B29B19-B381-4C45-AC14-E1CDD16B5B83}" srcId="{97E942FD-EC5A-478A-97BA-10EF5F836939}" destId="{AA2925AC-6DFE-4C73-90B2-18461B552ABF}" srcOrd="3" destOrd="0" parTransId="{8BA3BC7A-067C-41E7-AFAC-6606F9D7F88C}" sibTransId="{8B087103-8E8B-41BB-ACC4-0F61A6B41A23}"/>
    <dgm:cxn modelId="{F9DBA422-36B6-4CC4-8957-0984FBF698F4}" srcId="{97E942FD-EC5A-478A-97BA-10EF5F836939}" destId="{84142385-E579-4076-A31A-D79C895459B6}" srcOrd="1" destOrd="0" parTransId="{45B9E16D-54F2-4417-BB53-3BB6BB0ABEF8}" sibTransId="{1907126B-2E62-41B6-9100-3CAA2EB9E110}"/>
    <dgm:cxn modelId="{985B5430-4E5D-4683-96CF-53A338402758}" type="presOf" srcId="{84142385-E579-4076-A31A-D79C895459B6}" destId="{6D2F74DB-7803-4B51-8DA3-B858651A58A8}" srcOrd="0" destOrd="0" presId="urn:microsoft.com/office/officeart/2005/8/layout/matrix3"/>
    <dgm:cxn modelId="{290ED840-9D83-4A19-86C7-96373617C16F}" srcId="{97E942FD-EC5A-478A-97BA-10EF5F836939}" destId="{3881B7CF-44A6-4B59-8F18-9764BBD369FE}" srcOrd="2" destOrd="0" parTransId="{C2EB69CB-1553-47CE-AF95-9C048F1355EF}" sibTransId="{301D8059-F6D3-4DA4-9638-5C3D5422F5B8}"/>
    <dgm:cxn modelId="{FB2E4964-812D-48CA-B12A-41D9533CD95B}" type="presOf" srcId="{3881B7CF-44A6-4B59-8F18-9764BBD369FE}" destId="{10B8B1B0-D0A3-4D59-BD50-28D6E2D15210}" srcOrd="0" destOrd="0" presId="urn:microsoft.com/office/officeart/2005/8/layout/matrix3"/>
    <dgm:cxn modelId="{BCAE63C1-BAA0-474B-9C43-9B440DE7FFE9}" type="presOf" srcId="{97E942FD-EC5A-478A-97BA-10EF5F836939}" destId="{2AF7FFCC-5CB0-42AB-8547-797FF8FC8706}" srcOrd="0" destOrd="0" presId="urn:microsoft.com/office/officeart/2005/8/layout/matrix3"/>
    <dgm:cxn modelId="{60167CF9-6312-437E-B411-CE09A4457ED4}" type="presOf" srcId="{FED63DDF-C344-446A-B824-76C8D5B6CB9F}" destId="{C660611F-DC3C-4EB1-836A-F20219BAE12F}" srcOrd="0" destOrd="0" presId="urn:microsoft.com/office/officeart/2005/8/layout/matrix3"/>
    <dgm:cxn modelId="{DE4FF807-FF73-4A9D-AB22-F685B8912E02}" type="presParOf" srcId="{2AF7FFCC-5CB0-42AB-8547-797FF8FC8706}" destId="{EFBB2E9C-89F7-4861-83D6-D48258B431E5}" srcOrd="0" destOrd="0" presId="urn:microsoft.com/office/officeart/2005/8/layout/matrix3"/>
    <dgm:cxn modelId="{27ED3571-EBF6-40D9-8626-EDA54698A34D}" type="presParOf" srcId="{2AF7FFCC-5CB0-42AB-8547-797FF8FC8706}" destId="{C660611F-DC3C-4EB1-836A-F20219BAE12F}" srcOrd="1" destOrd="0" presId="urn:microsoft.com/office/officeart/2005/8/layout/matrix3"/>
    <dgm:cxn modelId="{D6095479-C601-4105-AE9F-B6F8C3994C26}" type="presParOf" srcId="{2AF7FFCC-5CB0-42AB-8547-797FF8FC8706}" destId="{6D2F74DB-7803-4B51-8DA3-B858651A58A8}" srcOrd="2" destOrd="0" presId="urn:microsoft.com/office/officeart/2005/8/layout/matrix3"/>
    <dgm:cxn modelId="{0BC8CECF-4D9F-423F-9DD8-CDA5C63D2479}" type="presParOf" srcId="{2AF7FFCC-5CB0-42AB-8547-797FF8FC8706}" destId="{10B8B1B0-D0A3-4D59-BD50-28D6E2D15210}" srcOrd="3" destOrd="0" presId="urn:microsoft.com/office/officeart/2005/8/layout/matrix3"/>
    <dgm:cxn modelId="{F3A03150-D6F4-4F1C-BAB3-FBE15335DB51}" type="presParOf" srcId="{2AF7FFCC-5CB0-42AB-8547-797FF8FC8706}" destId="{B28B2837-478D-4599-B20B-220321141DF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EB051F7-F907-49DD-9C54-942FB3312A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62D7DC-14C3-45C8-931B-DCECC8EB8FC3}">
      <dgm:prSet/>
      <dgm:spPr/>
      <dgm:t>
        <a:bodyPr/>
        <a:lstStyle/>
        <a:p>
          <a:r>
            <a:rPr lang="uk-UA" b="0" i="0" baseline="0"/>
            <a:t>резолюцію Харківського з’їзду рад "Про організацію влади на Україні"</a:t>
          </a:r>
          <a:endParaRPr lang="uk-UA"/>
        </a:p>
      </dgm:t>
    </dgm:pt>
    <dgm:pt modelId="{5E8BC6A3-B994-4E00-89E5-1CD9A1F75E1D}" type="parTrans" cxnId="{FD54FE70-0C01-4DAB-A1F5-D819F6800217}">
      <dgm:prSet/>
      <dgm:spPr/>
      <dgm:t>
        <a:bodyPr/>
        <a:lstStyle/>
        <a:p>
          <a:endParaRPr lang="uk-UA"/>
        </a:p>
      </dgm:t>
    </dgm:pt>
    <dgm:pt modelId="{4DFB7900-887F-4C16-99F6-5067D705B3DD}" type="sibTrans" cxnId="{FD54FE70-0C01-4DAB-A1F5-D819F6800217}">
      <dgm:prSet/>
      <dgm:spPr/>
      <dgm:t>
        <a:bodyPr/>
        <a:lstStyle/>
        <a:p>
          <a:endParaRPr lang="uk-UA"/>
        </a:p>
      </dgm:t>
    </dgm:pt>
    <dgm:pt modelId="{74EF75D4-6DF5-4ACB-A38D-1B3CD896C1BB}">
      <dgm:prSet/>
      <dgm:spPr/>
      <dgm:t>
        <a:bodyPr/>
        <a:lstStyle/>
        <a:p>
          <a:r>
            <a:rPr lang="uk-UA" b="0" i="0" baseline="0"/>
            <a:t>постанову З’їзду народів Росії "Про федеративний устрій Російської держави"</a:t>
          </a:r>
          <a:endParaRPr lang="uk-UA"/>
        </a:p>
      </dgm:t>
    </dgm:pt>
    <dgm:pt modelId="{265DD9C2-140D-423B-B606-9004000ABCD1}" type="parTrans" cxnId="{5DC8403B-914D-4D57-8BAA-09A6E98F2C62}">
      <dgm:prSet/>
      <dgm:spPr/>
      <dgm:t>
        <a:bodyPr/>
        <a:lstStyle/>
        <a:p>
          <a:endParaRPr lang="uk-UA"/>
        </a:p>
      </dgm:t>
    </dgm:pt>
    <dgm:pt modelId="{A502491E-9927-4955-8356-812D6CD2B87A}" type="sibTrans" cxnId="{5DC8403B-914D-4D57-8BAA-09A6E98F2C62}">
      <dgm:prSet/>
      <dgm:spPr/>
      <dgm:t>
        <a:bodyPr/>
        <a:lstStyle/>
        <a:p>
          <a:endParaRPr lang="uk-UA"/>
        </a:p>
      </dgm:t>
    </dgm:pt>
    <dgm:pt modelId="{719F7C7A-B389-4630-8F7A-91501D199472}">
      <dgm:prSet/>
      <dgm:spPr/>
      <dgm:t>
        <a:bodyPr/>
        <a:lstStyle/>
        <a:p>
          <a:r>
            <a:rPr lang="uk-UA" b="0" i="0" baseline="0"/>
            <a:t>"Тимчасову інструкцію Генеральному Секретаріату Тимчасового уряду на Україні"</a:t>
          </a:r>
          <a:endParaRPr lang="uk-UA"/>
        </a:p>
      </dgm:t>
    </dgm:pt>
    <dgm:pt modelId="{D1044418-8F1D-409B-89FE-A2EB36556893}" type="parTrans" cxnId="{07510829-AEA0-4D3C-868B-58D1C5A74E38}">
      <dgm:prSet/>
      <dgm:spPr/>
      <dgm:t>
        <a:bodyPr/>
        <a:lstStyle/>
        <a:p>
          <a:endParaRPr lang="uk-UA"/>
        </a:p>
      </dgm:t>
    </dgm:pt>
    <dgm:pt modelId="{C4C7D421-0808-4E54-BD73-22B380B00F73}" type="sibTrans" cxnId="{07510829-AEA0-4D3C-868B-58D1C5A74E38}">
      <dgm:prSet/>
      <dgm:spPr/>
      <dgm:t>
        <a:bodyPr/>
        <a:lstStyle/>
        <a:p>
          <a:endParaRPr lang="uk-UA"/>
        </a:p>
      </dgm:t>
    </dgm:pt>
    <dgm:pt modelId="{A08132B3-6A34-4BA2-A496-670F1F6888E6}">
      <dgm:prSet/>
      <dgm:spPr/>
      <dgm:t>
        <a:bodyPr/>
        <a:lstStyle/>
        <a:p>
          <a:r>
            <a:rPr lang="uk-UA" b="0" i="0" baseline="0"/>
            <a:t>"Маніфест до українського народу з ультимативними вимогами до Української Ради"</a:t>
          </a:r>
          <a:endParaRPr lang="uk-UA"/>
        </a:p>
      </dgm:t>
    </dgm:pt>
    <dgm:pt modelId="{4EBF1373-1F92-4091-9C66-D9DAFC0E7805}" type="parTrans" cxnId="{71DA211A-92E4-43C1-9D17-D373B3136579}">
      <dgm:prSet/>
      <dgm:spPr/>
      <dgm:t>
        <a:bodyPr/>
        <a:lstStyle/>
        <a:p>
          <a:endParaRPr lang="uk-UA"/>
        </a:p>
      </dgm:t>
    </dgm:pt>
    <dgm:pt modelId="{A39E1D4E-5D25-48FE-A5D7-DB159E4762D4}" type="sibTrans" cxnId="{71DA211A-92E4-43C1-9D17-D373B3136579}">
      <dgm:prSet/>
      <dgm:spPr/>
      <dgm:t>
        <a:bodyPr/>
        <a:lstStyle/>
        <a:p>
          <a:endParaRPr lang="uk-UA"/>
        </a:p>
      </dgm:t>
    </dgm:pt>
    <dgm:pt modelId="{2A87E358-3FDE-4615-A004-0B931CC4E678}" type="pres">
      <dgm:prSet presAssocID="{3EB051F7-F907-49DD-9C54-942FB3312AC7}" presName="linear" presStyleCnt="0">
        <dgm:presLayoutVars>
          <dgm:animLvl val="lvl"/>
          <dgm:resizeHandles val="exact"/>
        </dgm:presLayoutVars>
      </dgm:prSet>
      <dgm:spPr/>
    </dgm:pt>
    <dgm:pt modelId="{F58AC91E-8421-45D3-8CD7-19D5D4E61930}" type="pres">
      <dgm:prSet presAssocID="{3562D7DC-14C3-45C8-931B-DCECC8EB8F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D3D3A1-6725-4662-8F4F-C0F97B4344F7}" type="pres">
      <dgm:prSet presAssocID="{4DFB7900-887F-4C16-99F6-5067D705B3DD}" presName="spacer" presStyleCnt="0"/>
      <dgm:spPr/>
    </dgm:pt>
    <dgm:pt modelId="{2D8D3D34-22B9-4B49-BC6B-860E4575FBDA}" type="pres">
      <dgm:prSet presAssocID="{74EF75D4-6DF5-4ACB-A38D-1B3CD896C1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889AD1-83CD-4935-A7B3-5A6A432FFBE8}" type="pres">
      <dgm:prSet presAssocID="{A502491E-9927-4955-8356-812D6CD2B87A}" presName="spacer" presStyleCnt="0"/>
      <dgm:spPr/>
    </dgm:pt>
    <dgm:pt modelId="{A87B4772-6928-4779-A980-9821DE081614}" type="pres">
      <dgm:prSet presAssocID="{719F7C7A-B389-4630-8F7A-91501D19947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5CBF59-55AE-4342-A3B5-EAB52EECF9FA}" type="pres">
      <dgm:prSet presAssocID="{C4C7D421-0808-4E54-BD73-22B380B00F73}" presName="spacer" presStyleCnt="0"/>
      <dgm:spPr/>
    </dgm:pt>
    <dgm:pt modelId="{6DD0C3E4-1D6F-452B-9769-4DF8F8B13D5E}" type="pres">
      <dgm:prSet presAssocID="{A08132B3-6A34-4BA2-A496-670F1F6888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DA211A-92E4-43C1-9D17-D373B3136579}" srcId="{3EB051F7-F907-49DD-9C54-942FB3312AC7}" destId="{A08132B3-6A34-4BA2-A496-670F1F6888E6}" srcOrd="3" destOrd="0" parTransId="{4EBF1373-1F92-4091-9C66-D9DAFC0E7805}" sibTransId="{A39E1D4E-5D25-48FE-A5D7-DB159E4762D4}"/>
    <dgm:cxn modelId="{07510829-AEA0-4D3C-868B-58D1C5A74E38}" srcId="{3EB051F7-F907-49DD-9C54-942FB3312AC7}" destId="{719F7C7A-B389-4630-8F7A-91501D199472}" srcOrd="2" destOrd="0" parTransId="{D1044418-8F1D-409B-89FE-A2EB36556893}" sibTransId="{C4C7D421-0808-4E54-BD73-22B380B00F73}"/>
    <dgm:cxn modelId="{D2F93F29-8B59-46AC-B875-632183BFC66B}" type="presOf" srcId="{3562D7DC-14C3-45C8-931B-DCECC8EB8FC3}" destId="{F58AC91E-8421-45D3-8CD7-19D5D4E61930}" srcOrd="0" destOrd="0" presId="urn:microsoft.com/office/officeart/2005/8/layout/vList2"/>
    <dgm:cxn modelId="{5DC8403B-914D-4D57-8BAA-09A6E98F2C62}" srcId="{3EB051F7-F907-49DD-9C54-942FB3312AC7}" destId="{74EF75D4-6DF5-4ACB-A38D-1B3CD896C1BB}" srcOrd="1" destOrd="0" parTransId="{265DD9C2-140D-423B-B606-9004000ABCD1}" sibTransId="{A502491E-9927-4955-8356-812D6CD2B87A}"/>
    <dgm:cxn modelId="{731AA16D-BCC2-4623-8506-DA07F6003E64}" type="presOf" srcId="{A08132B3-6A34-4BA2-A496-670F1F6888E6}" destId="{6DD0C3E4-1D6F-452B-9769-4DF8F8B13D5E}" srcOrd="0" destOrd="0" presId="urn:microsoft.com/office/officeart/2005/8/layout/vList2"/>
    <dgm:cxn modelId="{FD54FE70-0C01-4DAB-A1F5-D819F6800217}" srcId="{3EB051F7-F907-49DD-9C54-942FB3312AC7}" destId="{3562D7DC-14C3-45C8-931B-DCECC8EB8FC3}" srcOrd="0" destOrd="0" parTransId="{5E8BC6A3-B994-4E00-89E5-1CD9A1F75E1D}" sibTransId="{4DFB7900-887F-4C16-99F6-5067D705B3DD}"/>
    <dgm:cxn modelId="{4A785C86-42F4-4EF8-8976-528494DCAE7D}" type="presOf" srcId="{74EF75D4-6DF5-4ACB-A38D-1B3CD896C1BB}" destId="{2D8D3D34-22B9-4B49-BC6B-860E4575FBDA}" srcOrd="0" destOrd="0" presId="urn:microsoft.com/office/officeart/2005/8/layout/vList2"/>
    <dgm:cxn modelId="{AFA8F79A-54B7-45C4-B520-4C381FFDB825}" type="presOf" srcId="{3EB051F7-F907-49DD-9C54-942FB3312AC7}" destId="{2A87E358-3FDE-4615-A004-0B931CC4E678}" srcOrd="0" destOrd="0" presId="urn:microsoft.com/office/officeart/2005/8/layout/vList2"/>
    <dgm:cxn modelId="{C4063BB0-2C4B-4D05-B42D-7F8A8F664748}" type="presOf" srcId="{719F7C7A-B389-4630-8F7A-91501D199472}" destId="{A87B4772-6928-4779-A980-9821DE081614}" srcOrd="0" destOrd="0" presId="urn:microsoft.com/office/officeart/2005/8/layout/vList2"/>
    <dgm:cxn modelId="{2B93325A-D94A-4977-B798-631EE05DE063}" type="presParOf" srcId="{2A87E358-3FDE-4615-A004-0B931CC4E678}" destId="{F58AC91E-8421-45D3-8CD7-19D5D4E61930}" srcOrd="0" destOrd="0" presId="urn:microsoft.com/office/officeart/2005/8/layout/vList2"/>
    <dgm:cxn modelId="{26D62D4C-F034-4C46-98E6-A7E2DB188E29}" type="presParOf" srcId="{2A87E358-3FDE-4615-A004-0B931CC4E678}" destId="{69D3D3A1-6725-4662-8F4F-C0F97B4344F7}" srcOrd="1" destOrd="0" presId="urn:microsoft.com/office/officeart/2005/8/layout/vList2"/>
    <dgm:cxn modelId="{253745BF-DC2D-4F7E-BF62-45AC5CAE8437}" type="presParOf" srcId="{2A87E358-3FDE-4615-A004-0B931CC4E678}" destId="{2D8D3D34-22B9-4B49-BC6B-860E4575FBDA}" srcOrd="2" destOrd="0" presId="urn:microsoft.com/office/officeart/2005/8/layout/vList2"/>
    <dgm:cxn modelId="{6E7C8B57-D553-4910-A5D5-D8DAE024E112}" type="presParOf" srcId="{2A87E358-3FDE-4615-A004-0B931CC4E678}" destId="{CD889AD1-83CD-4935-A7B3-5A6A432FFBE8}" srcOrd="3" destOrd="0" presId="urn:microsoft.com/office/officeart/2005/8/layout/vList2"/>
    <dgm:cxn modelId="{F2DAA54F-2CB2-4769-A94B-022D6D985041}" type="presParOf" srcId="{2A87E358-3FDE-4615-A004-0B931CC4E678}" destId="{A87B4772-6928-4779-A980-9821DE081614}" srcOrd="4" destOrd="0" presId="urn:microsoft.com/office/officeart/2005/8/layout/vList2"/>
    <dgm:cxn modelId="{E766DA57-5472-4626-A053-B597E7D08A80}" type="presParOf" srcId="{2A87E358-3FDE-4615-A004-0B931CC4E678}" destId="{015CBF59-55AE-4342-A3B5-EAB52EECF9FA}" srcOrd="5" destOrd="0" presId="urn:microsoft.com/office/officeart/2005/8/layout/vList2"/>
    <dgm:cxn modelId="{61C1C876-0EF4-4BD6-9166-9CC787B3BC34}" type="presParOf" srcId="{2A87E358-3FDE-4615-A004-0B931CC4E678}" destId="{6DD0C3E4-1D6F-452B-9769-4DF8F8B13D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47E943A-4E55-43B5-8C59-7FE01EB3FA5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107446-4180-4564-964A-36DA6E595341}">
      <dgm:prSet/>
      <dgm:spPr/>
      <dgm:t>
        <a:bodyPr/>
        <a:lstStyle/>
        <a:p>
          <a:r>
            <a:rPr lang="ru-RU" b="0" i="0" baseline="0"/>
            <a:t>«Уся влада Радам!»</a:t>
          </a:r>
          <a:endParaRPr lang="uk-UA"/>
        </a:p>
      </dgm:t>
    </dgm:pt>
    <dgm:pt modelId="{F3B7E439-59A2-4767-B94F-C5FC710F52E3}" type="parTrans" cxnId="{09F8F296-5768-4781-A27E-71F8E853BED6}">
      <dgm:prSet/>
      <dgm:spPr/>
      <dgm:t>
        <a:bodyPr/>
        <a:lstStyle/>
        <a:p>
          <a:endParaRPr lang="uk-UA"/>
        </a:p>
      </dgm:t>
    </dgm:pt>
    <dgm:pt modelId="{240BA9EF-62B8-44A0-8695-BB6EEEC7C79E}" type="sibTrans" cxnId="{09F8F296-5768-4781-A27E-71F8E853BED6}">
      <dgm:prSet/>
      <dgm:spPr/>
      <dgm:t>
        <a:bodyPr/>
        <a:lstStyle/>
        <a:p>
          <a:endParaRPr lang="uk-UA"/>
        </a:p>
      </dgm:t>
    </dgm:pt>
    <dgm:pt modelId="{A80B4CDF-5A07-44C1-A926-F63888C2FF93}">
      <dgm:prSet/>
      <dgm:spPr/>
      <dgm:t>
        <a:bodyPr/>
        <a:lstStyle/>
        <a:p>
          <a:r>
            <a:rPr lang="ru-RU" b="0" i="0" baseline="0"/>
            <a:t>«Автономію Україні!»</a:t>
          </a:r>
          <a:endParaRPr lang="uk-UA"/>
        </a:p>
      </dgm:t>
    </dgm:pt>
    <dgm:pt modelId="{3C9C9E2A-D34A-4622-9132-CD11F16B0F1C}" type="parTrans" cxnId="{15EA43F5-E252-4813-BE80-F2713B2B7DA2}">
      <dgm:prSet/>
      <dgm:spPr/>
      <dgm:t>
        <a:bodyPr/>
        <a:lstStyle/>
        <a:p>
          <a:endParaRPr lang="uk-UA"/>
        </a:p>
      </dgm:t>
    </dgm:pt>
    <dgm:pt modelId="{32EC5E4C-BC40-458D-8E98-8DD26F956EE9}" type="sibTrans" cxnId="{15EA43F5-E252-4813-BE80-F2713B2B7DA2}">
      <dgm:prSet/>
      <dgm:spPr/>
      <dgm:t>
        <a:bodyPr/>
        <a:lstStyle/>
        <a:p>
          <a:endParaRPr lang="uk-UA"/>
        </a:p>
      </dgm:t>
    </dgm:pt>
    <dgm:pt modelId="{699B7B55-600F-4382-B74B-BEB976EA66C2}">
      <dgm:prSet/>
      <dgm:spPr/>
      <dgm:t>
        <a:bodyPr/>
        <a:lstStyle/>
        <a:p>
          <a:r>
            <a:rPr lang="ru-RU" b="0" i="0" baseline="0"/>
            <a:t>«Геть Тимчасовий уряд!»</a:t>
          </a:r>
          <a:endParaRPr lang="uk-UA"/>
        </a:p>
      </dgm:t>
    </dgm:pt>
    <dgm:pt modelId="{CA945668-F3D7-4B5A-8EA5-97FBDEAA78F8}" type="parTrans" cxnId="{69044DD0-5607-4115-B5CA-B94EF4021297}">
      <dgm:prSet/>
      <dgm:spPr/>
      <dgm:t>
        <a:bodyPr/>
        <a:lstStyle/>
        <a:p>
          <a:endParaRPr lang="uk-UA"/>
        </a:p>
      </dgm:t>
    </dgm:pt>
    <dgm:pt modelId="{FC27BEA5-D8DA-4EA2-A5A7-936EA8A1D966}" type="sibTrans" cxnId="{69044DD0-5607-4115-B5CA-B94EF4021297}">
      <dgm:prSet/>
      <dgm:spPr/>
      <dgm:t>
        <a:bodyPr/>
        <a:lstStyle/>
        <a:p>
          <a:endParaRPr lang="uk-UA"/>
        </a:p>
      </dgm:t>
    </dgm:pt>
    <dgm:pt modelId="{D4181052-271E-4BDC-90A4-21EAB0DE2F98}">
      <dgm:prSet/>
      <dgm:spPr/>
      <dgm:t>
        <a:bodyPr/>
        <a:lstStyle/>
        <a:p>
          <a:r>
            <a:rPr lang="ru-RU" b="0" i="0" baseline="0"/>
            <a:t>«Хай живе незалежна Україна!»</a:t>
          </a:r>
          <a:endParaRPr lang="uk-UA"/>
        </a:p>
      </dgm:t>
    </dgm:pt>
    <dgm:pt modelId="{842238F2-EEA7-441A-AE0D-7FB8C76D4473}" type="parTrans" cxnId="{76188382-FD2A-4449-8082-596DD7F3CEEC}">
      <dgm:prSet/>
      <dgm:spPr/>
      <dgm:t>
        <a:bodyPr/>
        <a:lstStyle/>
        <a:p>
          <a:endParaRPr lang="uk-UA"/>
        </a:p>
      </dgm:t>
    </dgm:pt>
    <dgm:pt modelId="{F1C81F4D-A00A-4D49-9B5F-3046807D1F72}" type="sibTrans" cxnId="{76188382-FD2A-4449-8082-596DD7F3CEEC}">
      <dgm:prSet/>
      <dgm:spPr/>
      <dgm:t>
        <a:bodyPr/>
        <a:lstStyle/>
        <a:p>
          <a:endParaRPr lang="uk-UA"/>
        </a:p>
      </dgm:t>
    </dgm:pt>
    <dgm:pt modelId="{6E5E8A6F-35B2-4C1A-AA7D-7CC6D38F3511}" type="pres">
      <dgm:prSet presAssocID="{D47E943A-4E55-43B5-8C59-7FE01EB3FA5D}" presName="linearFlow" presStyleCnt="0">
        <dgm:presLayoutVars>
          <dgm:dir/>
          <dgm:resizeHandles val="exact"/>
        </dgm:presLayoutVars>
      </dgm:prSet>
      <dgm:spPr/>
    </dgm:pt>
    <dgm:pt modelId="{D4323A3B-E7B1-4764-ABFF-580F968335FC}" type="pres">
      <dgm:prSet presAssocID="{15107446-4180-4564-964A-36DA6E595341}" presName="composite" presStyleCnt="0"/>
      <dgm:spPr/>
    </dgm:pt>
    <dgm:pt modelId="{024BB0D7-8895-4E6B-AB10-8BE38DC46C8A}" type="pres">
      <dgm:prSet presAssocID="{15107446-4180-4564-964A-36DA6E595341}" presName="imgShp" presStyleLbl="fgImgPlace1" presStyleIdx="0" presStyleCnt="4"/>
      <dgm:spPr/>
    </dgm:pt>
    <dgm:pt modelId="{FB6FE4F4-FCC5-4EE0-81B0-15F90E9C27D0}" type="pres">
      <dgm:prSet presAssocID="{15107446-4180-4564-964A-36DA6E595341}" presName="txShp" presStyleLbl="node1" presStyleIdx="0" presStyleCnt="4">
        <dgm:presLayoutVars>
          <dgm:bulletEnabled val="1"/>
        </dgm:presLayoutVars>
      </dgm:prSet>
      <dgm:spPr/>
    </dgm:pt>
    <dgm:pt modelId="{8962FBF9-A0EE-4E05-93A1-AC3036F254DF}" type="pres">
      <dgm:prSet presAssocID="{240BA9EF-62B8-44A0-8695-BB6EEEC7C79E}" presName="spacing" presStyleCnt="0"/>
      <dgm:spPr/>
    </dgm:pt>
    <dgm:pt modelId="{C43B3BDD-25F3-42E0-AB19-60814A33B578}" type="pres">
      <dgm:prSet presAssocID="{A80B4CDF-5A07-44C1-A926-F63888C2FF93}" presName="composite" presStyleCnt="0"/>
      <dgm:spPr/>
    </dgm:pt>
    <dgm:pt modelId="{C6CF3898-C40D-4549-8E4B-7996E9F9C4E4}" type="pres">
      <dgm:prSet presAssocID="{A80B4CDF-5A07-44C1-A926-F63888C2FF93}" presName="imgShp" presStyleLbl="fgImgPlace1" presStyleIdx="1" presStyleCnt="4"/>
      <dgm:spPr/>
    </dgm:pt>
    <dgm:pt modelId="{0F8FFFE1-FEFA-4B02-B3CD-E832F1236962}" type="pres">
      <dgm:prSet presAssocID="{A80B4CDF-5A07-44C1-A926-F63888C2FF93}" presName="txShp" presStyleLbl="node1" presStyleIdx="1" presStyleCnt="4">
        <dgm:presLayoutVars>
          <dgm:bulletEnabled val="1"/>
        </dgm:presLayoutVars>
      </dgm:prSet>
      <dgm:spPr/>
    </dgm:pt>
    <dgm:pt modelId="{F41825F5-73D3-4702-B90E-26ABF23C0597}" type="pres">
      <dgm:prSet presAssocID="{32EC5E4C-BC40-458D-8E98-8DD26F956EE9}" presName="spacing" presStyleCnt="0"/>
      <dgm:spPr/>
    </dgm:pt>
    <dgm:pt modelId="{44A0F392-343A-4192-8179-695783387F3A}" type="pres">
      <dgm:prSet presAssocID="{699B7B55-600F-4382-B74B-BEB976EA66C2}" presName="composite" presStyleCnt="0"/>
      <dgm:spPr/>
    </dgm:pt>
    <dgm:pt modelId="{DD8084C4-B14F-4555-8F70-738DAAF7C5D5}" type="pres">
      <dgm:prSet presAssocID="{699B7B55-600F-4382-B74B-BEB976EA66C2}" presName="imgShp" presStyleLbl="fgImgPlace1" presStyleIdx="2" presStyleCnt="4"/>
      <dgm:spPr/>
    </dgm:pt>
    <dgm:pt modelId="{E5AEE25D-D6B9-447B-A925-0BD069CCE377}" type="pres">
      <dgm:prSet presAssocID="{699B7B55-600F-4382-B74B-BEB976EA66C2}" presName="txShp" presStyleLbl="node1" presStyleIdx="2" presStyleCnt="4">
        <dgm:presLayoutVars>
          <dgm:bulletEnabled val="1"/>
        </dgm:presLayoutVars>
      </dgm:prSet>
      <dgm:spPr/>
    </dgm:pt>
    <dgm:pt modelId="{DDAD64C8-45FF-420C-BC99-91A99B293662}" type="pres">
      <dgm:prSet presAssocID="{FC27BEA5-D8DA-4EA2-A5A7-936EA8A1D966}" presName="spacing" presStyleCnt="0"/>
      <dgm:spPr/>
    </dgm:pt>
    <dgm:pt modelId="{A9F0D858-E12A-4B23-9E36-C78AF3258CE0}" type="pres">
      <dgm:prSet presAssocID="{D4181052-271E-4BDC-90A4-21EAB0DE2F98}" presName="composite" presStyleCnt="0"/>
      <dgm:spPr/>
    </dgm:pt>
    <dgm:pt modelId="{071F69FE-706D-45C9-AA62-38713CAAF986}" type="pres">
      <dgm:prSet presAssocID="{D4181052-271E-4BDC-90A4-21EAB0DE2F98}" presName="imgShp" presStyleLbl="fgImgPlace1" presStyleIdx="3" presStyleCnt="4"/>
      <dgm:spPr/>
    </dgm:pt>
    <dgm:pt modelId="{1FCCE87D-61E1-4457-9B4B-1FD4492F17BA}" type="pres">
      <dgm:prSet presAssocID="{D4181052-271E-4BDC-90A4-21EAB0DE2F98}" presName="txShp" presStyleLbl="node1" presStyleIdx="3" presStyleCnt="4">
        <dgm:presLayoutVars>
          <dgm:bulletEnabled val="1"/>
        </dgm:presLayoutVars>
      </dgm:prSet>
      <dgm:spPr/>
    </dgm:pt>
  </dgm:ptLst>
  <dgm:cxnLst>
    <dgm:cxn modelId="{324A0110-6EDA-4796-9572-3E0F06443E59}" type="presOf" srcId="{15107446-4180-4564-964A-36DA6E595341}" destId="{FB6FE4F4-FCC5-4EE0-81B0-15F90E9C27D0}" srcOrd="0" destOrd="0" presId="urn:microsoft.com/office/officeart/2005/8/layout/vList3"/>
    <dgm:cxn modelId="{F10B5512-B51F-4165-93C4-D14AE90471EB}" type="presOf" srcId="{D4181052-271E-4BDC-90A4-21EAB0DE2F98}" destId="{1FCCE87D-61E1-4457-9B4B-1FD4492F17BA}" srcOrd="0" destOrd="0" presId="urn:microsoft.com/office/officeart/2005/8/layout/vList3"/>
    <dgm:cxn modelId="{F51E9052-6B60-4157-B3D8-8184F7E22715}" type="presOf" srcId="{A80B4CDF-5A07-44C1-A926-F63888C2FF93}" destId="{0F8FFFE1-FEFA-4B02-B3CD-E832F1236962}" srcOrd="0" destOrd="0" presId="urn:microsoft.com/office/officeart/2005/8/layout/vList3"/>
    <dgm:cxn modelId="{33D82C7E-1A77-4EB9-9923-8E0E0660FF40}" type="presOf" srcId="{D47E943A-4E55-43B5-8C59-7FE01EB3FA5D}" destId="{6E5E8A6F-35B2-4C1A-AA7D-7CC6D38F3511}" srcOrd="0" destOrd="0" presId="urn:microsoft.com/office/officeart/2005/8/layout/vList3"/>
    <dgm:cxn modelId="{76188382-FD2A-4449-8082-596DD7F3CEEC}" srcId="{D47E943A-4E55-43B5-8C59-7FE01EB3FA5D}" destId="{D4181052-271E-4BDC-90A4-21EAB0DE2F98}" srcOrd="3" destOrd="0" parTransId="{842238F2-EEA7-441A-AE0D-7FB8C76D4473}" sibTransId="{F1C81F4D-A00A-4D49-9B5F-3046807D1F72}"/>
    <dgm:cxn modelId="{09F8F296-5768-4781-A27E-71F8E853BED6}" srcId="{D47E943A-4E55-43B5-8C59-7FE01EB3FA5D}" destId="{15107446-4180-4564-964A-36DA6E595341}" srcOrd="0" destOrd="0" parTransId="{F3B7E439-59A2-4767-B94F-C5FC710F52E3}" sibTransId="{240BA9EF-62B8-44A0-8695-BB6EEEC7C79E}"/>
    <dgm:cxn modelId="{CA409FA2-E4B1-4646-B893-73FCF0D8A982}" type="presOf" srcId="{699B7B55-600F-4382-B74B-BEB976EA66C2}" destId="{E5AEE25D-D6B9-447B-A925-0BD069CCE377}" srcOrd="0" destOrd="0" presId="urn:microsoft.com/office/officeart/2005/8/layout/vList3"/>
    <dgm:cxn modelId="{69044DD0-5607-4115-B5CA-B94EF4021297}" srcId="{D47E943A-4E55-43B5-8C59-7FE01EB3FA5D}" destId="{699B7B55-600F-4382-B74B-BEB976EA66C2}" srcOrd="2" destOrd="0" parTransId="{CA945668-F3D7-4B5A-8EA5-97FBDEAA78F8}" sibTransId="{FC27BEA5-D8DA-4EA2-A5A7-936EA8A1D966}"/>
    <dgm:cxn modelId="{15EA43F5-E252-4813-BE80-F2713B2B7DA2}" srcId="{D47E943A-4E55-43B5-8C59-7FE01EB3FA5D}" destId="{A80B4CDF-5A07-44C1-A926-F63888C2FF93}" srcOrd="1" destOrd="0" parTransId="{3C9C9E2A-D34A-4622-9132-CD11F16B0F1C}" sibTransId="{32EC5E4C-BC40-458D-8E98-8DD26F956EE9}"/>
    <dgm:cxn modelId="{8CC704C8-ECAE-48F4-9C97-C186EF7FE261}" type="presParOf" srcId="{6E5E8A6F-35B2-4C1A-AA7D-7CC6D38F3511}" destId="{D4323A3B-E7B1-4764-ABFF-580F968335FC}" srcOrd="0" destOrd="0" presId="urn:microsoft.com/office/officeart/2005/8/layout/vList3"/>
    <dgm:cxn modelId="{742BBFD6-75C2-4CA2-8E07-C76B01262706}" type="presParOf" srcId="{D4323A3B-E7B1-4764-ABFF-580F968335FC}" destId="{024BB0D7-8895-4E6B-AB10-8BE38DC46C8A}" srcOrd="0" destOrd="0" presId="urn:microsoft.com/office/officeart/2005/8/layout/vList3"/>
    <dgm:cxn modelId="{B59611EC-3D46-4DE3-B3C1-A1BEC7C542FE}" type="presParOf" srcId="{D4323A3B-E7B1-4764-ABFF-580F968335FC}" destId="{FB6FE4F4-FCC5-4EE0-81B0-15F90E9C27D0}" srcOrd="1" destOrd="0" presId="urn:microsoft.com/office/officeart/2005/8/layout/vList3"/>
    <dgm:cxn modelId="{1A93BE79-6DD6-41B7-92DC-B76A08093591}" type="presParOf" srcId="{6E5E8A6F-35B2-4C1A-AA7D-7CC6D38F3511}" destId="{8962FBF9-A0EE-4E05-93A1-AC3036F254DF}" srcOrd="1" destOrd="0" presId="urn:microsoft.com/office/officeart/2005/8/layout/vList3"/>
    <dgm:cxn modelId="{BF557AB1-5DF7-4F3C-85D4-86CDB677E1F0}" type="presParOf" srcId="{6E5E8A6F-35B2-4C1A-AA7D-7CC6D38F3511}" destId="{C43B3BDD-25F3-42E0-AB19-60814A33B578}" srcOrd="2" destOrd="0" presId="urn:microsoft.com/office/officeart/2005/8/layout/vList3"/>
    <dgm:cxn modelId="{807B2BBA-8607-44B2-B193-F754B65C553A}" type="presParOf" srcId="{C43B3BDD-25F3-42E0-AB19-60814A33B578}" destId="{C6CF3898-C40D-4549-8E4B-7996E9F9C4E4}" srcOrd="0" destOrd="0" presId="urn:microsoft.com/office/officeart/2005/8/layout/vList3"/>
    <dgm:cxn modelId="{072B6A11-EAC8-4771-94DA-142D5170A988}" type="presParOf" srcId="{C43B3BDD-25F3-42E0-AB19-60814A33B578}" destId="{0F8FFFE1-FEFA-4B02-B3CD-E832F1236962}" srcOrd="1" destOrd="0" presId="urn:microsoft.com/office/officeart/2005/8/layout/vList3"/>
    <dgm:cxn modelId="{5E8F5C3E-BA69-4061-A23A-CE06228B2093}" type="presParOf" srcId="{6E5E8A6F-35B2-4C1A-AA7D-7CC6D38F3511}" destId="{F41825F5-73D3-4702-B90E-26ABF23C0597}" srcOrd="3" destOrd="0" presId="urn:microsoft.com/office/officeart/2005/8/layout/vList3"/>
    <dgm:cxn modelId="{8D0C5FD9-ED67-4759-81A2-FFB8A98B865B}" type="presParOf" srcId="{6E5E8A6F-35B2-4C1A-AA7D-7CC6D38F3511}" destId="{44A0F392-343A-4192-8179-695783387F3A}" srcOrd="4" destOrd="0" presId="urn:microsoft.com/office/officeart/2005/8/layout/vList3"/>
    <dgm:cxn modelId="{5840037E-105F-49EF-92AE-C77F3777E637}" type="presParOf" srcId="{44A0F392-343A-4192-8179-695783387F3A}" destId="{DD8084C4-B14F-4555-8F70-738DAAF7C5D5}" srcOrd="0" destOrd="0" presId="urn:microsoft.com/office/officeart/2005/8/layout/vList3"/>
    <dgm:cxn modelId="{3CC50FC3-B581-4314-9B85-50208703454D}" type="presParOf" srcId="{44A0F392-343A-4192-8179-695783387F3A}" destId="{E5AEE25D-D6B9-447B-A925-0BD069CCE377}" srcOrd="1" destOrd="0" presId="urn:microsoft.com/office/officeart/2005/8/layout/vList3"/>
    <dgm:cxn modelId="{34880CD1-0636-4D23-8073-9405D42A41ED}" type="presParOf" srcId="{6E5E8A6F-35B2-4C1A-AA7D-7CC6D38F3511}" destId="{DDAD64C8-45FF-420C-BC99-91A99B293662}" srcOrd="5" destOrd="0" presId="urn:microsoft.com/office/officeart/2005/8/layout/vList3"/>
    <dgm:cxn modelId="{1D5D666D-A52A-40BF-A968-E0EE99F33B1C}" type="presParOf" srcId="{6E5E8A6F-35B2-4C1A-AA7D-7CC6D38F3511}" destId="{A9F0D858-E12A-4B23-9E36-C78AF3258CE0}" srcOrd="6" destOrd="0" presId="urn:microsoft.com/office/officeart/2005/8/layout/vList3"/>
    <dgm:cxn modelId="{2B8DC552-B620-498B-9D0C-A07A86BF78A1}" type="presParOf" srcId="{A9F0D858-E12A-4B23-9E36-C78AF3258CE0}" destId="{071F69FE-706D-45C9-AA62-38713CAAF986}" srcOrd="0" destOrd="0" presId="urn:microsoft.com/office/officeart/2005/8/layout/vList3"/>
    <dgm:cxn modelId="{C95C05D8-E244-497D-BA43-4FD89668147E}" type="presParOf" srcId="{A9F0D858-E12A-4B23-9E36-C78AF3258CE0}" destId="{1FCCE87D-61E1-4457-9B4B-1FD4492F17B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C181E81-B812-4E0E-A364-8B22880741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AC41EF-756C-4F07-A1CA-9636EA2A66ED}">
      <dgm:prSet/>
      <dgm:spPr/>
      <dgm:t>
        <a:bodyPr/>
        <a:lstStyle/>
        <a:p>
          <a:r>
            <a:rPr lang="ru-RU" b="0" i="0" baseline="0"/>
            <a:t>розпочати й довести до кінця переговори про мир із Німеччиною та її союзниками.</a:t>
          </a:r>
          <a:endParaRPr lang="uk-UA"/>
        </a:p>
      </dgm:t>
    </dgm:pt>
    <dgm:pt modelId="{C3CC5C7F-09ED-4C90-862A-FEF0CFF9B5B9}" type="parTrans" cxnId="{1AAAF83D-51ED-44EC-BF3C-A5897011E47D}">
      <dgm:prSet/>
      <dgm:spPr/>
      <dgm:t>
        <a:bodyPr/>
        <a:lstStyle/>
        <a:p>
          <a:endParaRPr lang="uk-UA"/>
        </a:p>
      </dgm:t>
    </dgm:pt>
    <dgm:pt modelId="{8825274F-7D46-4623-8F84-58D7FEB580FE}" type="sibTrans" cxnId="{1AAAF83D-51ED-44EC-BF3C-A5897011E47D}">
      <dgm:prSet/>
      <dgm:spPr/>
      <dgm:t>
        <a:bodyPr/>
        <a:lstStyle/>
        <a:p>
          <a:endParaRPr lang="uk-UA"/>
        </a:p>
      </dgm:t>
    </dgm:pt>
    <dgm:pt modelId="{933CA645-A1DC-4062-970C-817D2817481C}">
      <dgm:prSet/>
      <dgm:spPr/>
      <dgm:t>
        <a:bodyPr/>
        <a:lstStyle/>
        <a:p>
          <a:r>
            <a:rPr lang="ru-RU" b="0" i="0" baseline="0"/>
            <a:t>установити державний контроль за продукцією, виготовленою в Україні.</a:t>
          </a:r>
          <a:endParaRPr lang="uk-UA"/>
        </a:p>
      </dgm:t>
    </dgm:pt>
    <dgm:pt modelId="{A93C6F68-0CD3-4915-B29B-41A14C5C97DE}" type="parTrans" cxnId="{020B6DE5-49E1-44F1-BCFF-FFFDDE09C9E9}">
      <dgm:prSet/>
      <dgm:spPr/>
      <dgm:t>
        <a:bodyPr/>
        <a:lstStyle/>
        <a:p>
          <a:endParaRPr lang="uk-UA"/>
        </a:p>
      </dgm:t>
    </dgm:pt>
    <dgm:pt modelId="{85A7C89F-6A28-49DC-8DD9-73C4E07F94D0}" type="sibTrans" cxnId="{020B6DE5-49E1-44F1-BCFF-FFFDDE09C9E9}">
      <dgm:prSet/>
      <dgm:spPr/>
      <dgm:t>
        <a:bodyPr/>
        <a:lstStyle/>
        <a:p>
          <a:endParaRPr lang="uk-UA"/>
        </a:p>
      </dgm:t>
    </dgm:pt>
    <dgm:pt modelId="{E622AC22-5B32-4D6E-B02F-92581F9EE1A4}">
      <dgm:prSet/>
      <dgm:spPr/>
      <dgm:t>
        <a:bodyPr/>
        <a:lstStyle/>
        <a:p>
          <a:r>
            <a:rPr lang="ru-RU" b="0" i="0" baseline="0"/>
            <a:t>підтримати Тимчасовий уряд у боротьбі з корніловським заколотом.</a:t>
          </a:r>
          <a:endParaRPr lang="uk-UA"/>
        </a:p>
      </dgm:t>
    </dgm:pt>
    <dgm:pt modelId="{C62485CD-3E95-40F6-BC69-C8EABC2519EA}" type="parTrans" cxnId="{20AF39A8-7BE1-4AF8-BE5B-A6BC00997EDB}">
      <dgm:prSet/>
      <dgm:spPr/>
      <dgm:t>
        <a:bodyPr/>
        <a:lstStyle/>
        <a:p>
          <a:endParaRPr lang="uk-UA"/>
        </a:p>
      </dgm:t>
    </dgm:pt>
    <dgm:pt modelId="{50173898-8AC1-40E5-ACD3-98BE08F9DE7A}" type="sibTrans" cxnId="{20AF39A8-7BE1-4AF8-BE5B-A6BC00997EDB}">
      <dgm:prSet/>
      <dgm:spPr/>
      <dgm:t>
        <a:bodyPr/>
        <a:lstStyle/>
        <a:p>
          <a:endParaRPr lang="uk-UA"/>
        </a:p>
      </dgm:t>
    </dgm:pt>
    <dgm:pt modelId="{B7D60175-2801-43BB-85AA-2F103A3920D4}">
      <dgm:prSet/>
      <dgm:spPr/>
      <dgm:t>
        <a:bodyPr/>
        <a:lstStyle/>
        <a:p>
          <a:r>
            <a:rPr lang="ru-RU" b="0" i="0" baseline="0"/>
            <a:t>поповнити свій склад представниками національних меншин.</a:t>
          </a:r>
          <a:endParaRPr lang="uk-UA"/>
        </a:p>
      </dgm:t>
    </dgm:pt>
    <dgm:pt modelId="{95B11822-EFBD-4CD6-BABB-4E678C1CB028}" type="parTrans" cxnId="{06F092AE-0739-4AF0-9F33-A1B253BF85C4}">
      <dgm:prSet/>
      <dgm:spPr/>
      <dgm:t>
        <a:bodyPr/>
        <a:lstStyle/>
        <a:p>
          <a:endParaRPr lang="uk-UA"/>
        </a:p>
      </dgm:t>
    </dgm:pt>
    <dgm:pt modelId="{F16F5490-75F0-4E0E-B736-5929F8A3DB8A}" type="sibTrans" cxnId="{06F092AE-0739-4AF0-9F33-A1B253BF85C4}">
      <dgm:prSet/>
      <dgm:spPr/>
      <dgm:t>
        <a:bodyPr/>
        <a:lstStyle/>
        <a:p>
          <a:endParaRPr lang="uk-UA"/>
        </a:p>
      </dgm:t>
    </dgm:pt>
    <dgm:pt modelId="{D2BA7823-54CF-4845-A387-99A9B2DE8A94}" type="pres">
      <dgm:prSet presAssocID="{EC181E81-B812-4E0E-A364-8B22880741AB}" presName="linear" presStyleCnt="0">
        <dgm:presLayoutVars>
          <dgm:animLvl val="lvl"/>
          <dgm:resizeHandles val="exact"/>
        </dgm:presLayoutVars>
      </dgm:prSet>
      <dgm:spPr/>
    </dgm:pt>
    <dgm:pt modelId="{8F1A70C7-DFB8-46D6-B53B-8B21E1192E4B}" type="pres">
      <dgm:prSet presAssocID="{44AC41EF-756C-4F07-A1CA-9636EA2A66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678E6D-6E24-4ADF-86F3-43FF62E35196}" type="pres">
      <dgm:prSet presAssocID="{8825274F-7D46-4623-8F84-58D7FEB580FE}" presName="spacer" presStyleCnt="0"/>
      <dgm:spPr/>
    </dgm:pt>
    <dgm:pt modelId="{2796CCB6-5C39-4C26-BD6B-21EB3346C2FD}" type="pres">
      <dgm:prSet presAssocID="{933CA645-A1DC-4062-970C-817D281748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277AEC-6FD9-48B8-8AD4-BBD87111BBCC}" type="pres">
      <dgm:prSet presAssocID="{85A7C89F-6A28-49DC-8DD9-73C4E07F94D0}" presName="spacer" presStyleCnt="0"/>
      <dgm:spPr/>
    </dgm:pt>
    <dgm:pt modelId="{BD5413C5-B58E-44E1-A4F6-AC37C0E96EDC}" type="pres">
      <dgm:prSet presAssocID="{E622AC22-5B32-4D6E-B02F-92581F9EE1A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AC4655-88FC-4BF2-8C91-06862E8399FE}" type="pres">
      <dgm:prSet presAssocID="{50173898-8AC1-40E5-ACD3-98BE08F9DE7A}" presName="spacer" presStyleCnt="0"/>
      <dgm:spPr/>
    </dgm:pt>
    <dgm:pt modelId="{5D4029C1-B56E-454F-BB96-C9688EE840D4}" type="pres">
      <dgm:prSet presAssocID="{B7D60175-2801-43BB-85AA-2F103A3920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1EFF515-4123-41B2-B37F-3F1C66499380}" type="presOf" srcId="{E622AC22-5B32-4D6E-B02F-92581F9EE1A4}" destId="{BD5413C5-B58E-44E1-A4F6-AC37C0E96EDC}" srcOrd="0" destOrd="0" presId="urn:microsoft.com/office/officeart/2005/8/layout/vList2"/>
    <dgm:cxn modelId="{1AAAF83D-51ED-44EC-BF3C-A5897011E47D}" srcId="{EC181E81-B812-4E0E-A364-8B22880741AB}" destId="{44AC41EF-756C-4F07-A1CA-9636EA2A66ED}" srcOrd="0" destOrd="0" parTransId="{C3CC5C7F-09ED-4C90-862A-FEF0CFF9B5B9}" sibTransId="{8825274F-7D46-4623-8F84-58D7FEB580FE}"/>
    <dgm:cxn modelId="{8145B046-5CEC-44A7-AD26-7432B44794C0}" type="presOf" srcId="{44AC41EF-756C-4F07-A1CA-9636EA2A66ED}" destId="{8F1A70C7-DFB8-46D6-B53B-8B21E1192E4B}" srcOrd="0" destOrd="0" presId="urn:microsoft.com/office/officeart/2005/8/layout/vList2"/>
    <dgm:cxn modelId="{8D0F8D52-C32C-4163-85F6-A9722A8B4697}" type="presOf" srcId="{933CA645-A1DC-4062-970C-817D2817481C}" destId="{2796CCB6-5C39-4C26-BD6B-21EB3346C2FD}" srcOrd="0" destOrd="0" presId="urn:microsoft.com/office/officeart/2005/8/layout/vList2"/>
    <dgm:cxn modelId="{67EE188A-9131-4171-897F-6150CD89F472}" type="presOf" srcId="{B7D60175-2801-43BB-85AA-2F103A3920D4}" destId="{5D4029C1-B56E-454F-BB96-C9688EE840D4}" srcOrd="0" destOrd="0" presId="urn:microsoft.com/office/officeart/2005/8/layout/vList2"/>
    <dgm:cxn modelId="{20AF39A8-7BE1-4AF8-BE5B-A6BC00997EDB}" srcId="{EC181E81-B812-4E0E-A364-8B22880741AB}" destId="{E622AC22-5B32-4D6E-B02F-92581F9EE1A4}" srcOrd="2" destOrd="0" parTransId="{C62485CD-3E95-40F6-BC69-C8EABC2519EA}" sibTransId="{50173898-8AC1-40E5-ACD3-98BE08F9DE7A}"/>
    <dgm:cxn modelId="{06F092AE-0739-4AF0-9F33-A1B253BF85C4}" srcId="{EC181E81-B812-4E0E-A364-8B22880741AB}" destId="{B7D60175-2801-43BB-85AA-2F103A3920D4}" srcOrd="3" destOrd="0" parTransId="{95B11822-EFBD-4CD6-BABB-4E678C1CB028}" sibTransId="{F16F5490-75F0-4E0E-B736-5929F8A3DB8A}"/>
    <dgm:cxn modelId="{761FC9BF-66E9-45B6-91B3-F8F5E28D8708}" type="presOf" srcId="{EC181E81-B812-4E0E-A364-8B22880741AB}" destId="{D2BA7823-54CF-4845-A387-99A9B2DE8A94}" srcOrd="0" destOrd="0" presId="urn:microsoft.com/office/officeart/2005/8/layout/vList2"/>
    <dgm:cxn modelId="{020B6DE5-49E1-44F1-BCFF-FFFDDE09C9E9}" srcId="{EC181E81-B812-4E0E-A364-8B22880741AB}" destId="{933CA645-A1DC-4062-970C-817D2817481C}" srcOrd="1" destOrd="0" parTransId="{A93C6F68-0CD3-4915-B29B-41A14C5C97DE}" sibTransId="{85A7C89F-6A28-49DC-8DD9-73C4E07F94D0}"/>
    <dgm:cxn modelId="{31E71B56-0568-4B73-8589-04414E1F8528}" type="presParOf" srcId="{D2BA7823-54CF-4845-A387-99A9B2DE8A94}" destId="{8F1A70C7-DFB8-46D6-B53B-8B21E1192E4B}" srcOrd="0" destOrd="0" presId="urn:microsoft.com/office/officeart/2005/8/layout/vList2"/>
    <dgm:cxn modelId="{A5A27720-1403-4697-932A-0FC658C0E95F}" type="presParOf" srcId="{D2BA7823-54CF-4845-A387-99A9B2DE8A94}" destId="{54678E6D-6E24-4ADF-86F3-43FF62E35196}" srcOrd="1" destOrd="0" presId="urn:microsoft.com/office/officeart/2005/8/layout/vList2"/>
    <dgm:cxn modelId="{6A23F7E5-7ED1-4F48-8682-F794B5DD2CD7}" type="presParOf" srcId="{D2BA7823-54CF-4845-A387-99A9B2DE8A94}" destId="{2796CCB6-5C39-4C26-BD6B-21EB3346C2FD}" srcOrd="2" destOrd="0" presId="urn:microsoft.com/office/officeart/2005/8/layout/vList2"/>
    <dgm:cxn modelId="{BE037EAD-79DD-43E5-A0A1-5ECE653544BF}" type="presParOf" srcId="{D2BA7823-54CF-4845-A387-99A9B2DE8A94}" destId="{1F277AEC-6FD9-48B8-8AD4-BBD87111BBCC}" srcOrd="3" destOrd="0" presId="urn:microsoft.com/office/officeart/2005/8/layout/vList2"/>
    <dgm:cxn modelId="{60765242-E953-4D48-A935-A7AF10D75276}" type="presParOf" srcId="{D2BA7823-54CF-4845-A387-99A9B2DE8A94}" destId="{BD5413C5-B58E-44E1-A4F6-AC37C0E96EDC}" srcOrd="4" destOrd="0" presId="urn:microsoft.com/office/officeart/2005/8/layout/vList2"/>
    <dgm:cxn modelId="{7EAFC997-C57B-40F0-B205-1CD1974BF3F6}" type="presParOf" srcId="{D2BA7823-54CF-4845-A387-99A9B2DE8A94}" destId="{06AC4655-88FC-4BF2-8C91-06862E8399FE}" srcOrd="5" destOrd="0" presId="urn:microsoft.com/office/officeart/2005/8/layout/vList2"/>
    <dgm:cxn modelId="{A722E6E8-C3CC-4F5A-8EF1-ED2CE66BB842}" type="presParOf" srcId="{D2BA7823-54CF-4845-A387-99A9B2DE8A94}" destId="{5D4029C1-B56E-454F-BB96-C9688EE840D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CFB50DB-6C33-4971-8654-9296337AC9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855FAE-C156-4346-87D1-AB4FBC22B44F}">
      <dgm:prSet/>
      <dgm:spPr/>
      <dgm:t>
        <a:bodyPr/>
        <a:lstStyle/>
        <a:p>
          <a:r>
            <a:rPr lang="uk-UA" b="0" i="1" baseline="0"/>
            <a:t>«…визнаючи, що доля всіх народів Росії міцно зв’язана, …ми рішуче ставимось проти замірів самовільного здійснення автономії України до Всеросійського Учредительного Зібрання…»</a:t>
          </a:r>
          <a:endParaRPr lang="uk-UA"/>
        </a:p>
      </dgm:t>
    </dgm:pt>
    <dgm:pt modelId="{52C3196E-353C-4551-8EA9-BD958AD47F3B}" type="parTrans" cxnId="{10EF9300-850F-44FA-8CE9-D816A833B279}">
      <dgm:prSet/>
      <dgm:spPr/>
      <dgm:t>
        <a:bodyPr/>
        <a:lstStyle/>
        <a:p>
          <a:endParaRPr lang="uk-UA"/>
        </a:p>
      </dgm:t>
    </dgm:pt>
    <dgm:pt modelId="{E01868DE-8210-456A-B654-4496286994A8}" type="sibTrans" cxnId="{10EF9300-850F-44FA-8CE9-D816A833B279}">
      <dgm:prSet/>
      <dgm:spPr/>
      <dgm:t>
        <a:bodyPr/>
        <a:lstStyle/>
        <a:p>
          <a:endParaRPr lang="uk-UA"/>
        </a:p>
      </dgm:t>
    </dgm:pt>
    <dgm:pt modelId="{F0B8EEB5-1F26-4E90-BB3D-FBB596F16B70}">
      <dgm:prSet/>
      <dgm:spPr/>
      <dgm:t>
        <a:bodyPr/>
        <a:lstStyle/>
        <a:p>
          <a:r>
            <a:rPr lang="uk-UA" b="0" i="1" baseline="0"/>
            <a:t>«Однині Україна стає Українською Народною Республікою. Не відділяючись від Російської Республіки, ми твердо станемо на нашій землі, щоб помогти, аби уся Російська Республіка стала федерацією вільних народів…»</a:t>
          </a:r>
          <a:endParaRPr lang="uk-UA"/>
        </a:p>
      </dgm:t>
    </dgm:pt>
    <dgm:pt modelId="{94139282-73CA-4577-8AF4-D238FEFAA99A}" type="parTrans" cxnId="{A9C02A53-9B1B-4CB1-AB45-A59B7666D903}">
      <dgm:prSet/>
      <dgm:spPr/>
      <dgm:t>
        <a:bodyPr/>
        <a:lstStyle/>
        <a:p>
          <a:endParaRPr lang="uk-UA"/>
        </a:p>
      </dgm:t>
    </dgm:pt>
    <dgm:pt modelId="{277403D7-A9A7-4F28-A644-3889B9B889DF}" type="sibTrans" cxnId="{A9C02A53-9B1B-4CB1-AB45-A59B7666D903}">
      <dgm:prSet/>
      <dgm:spPr/>
      <dgm:t>
        <a:bodyPr/>
        <a:lstStyle/>
        <a:p>
          <a:endParaRPr lang="uk-UA"/>
        </a:p>
      </dgm:t>
    </dgm:pt>
    <dgm:pt modelId="{B08D589A-B5B0-4955-8BD4-923A2AC573BB}" type="pres">
      <dgm:prSet presAssocID="{5CFB50DB-6C33-4971-8654-9296337AC9F1}" presName="linear" presStyleCnt="0">
        <dgm:presLayoutVars>
          <dgm:animLvl val="lvl"/>
          <dgm:resizeHandles val="exact"/>
        </dgm:presLayoutVars>
      </dgm:prSet>
      <dgm:spPr/>
    </dgm:pt>
    <dgm:pt modelId="{9438DBA5-F2F5-4258-AB72-74EF754FA952}" type="pres">
      <dgm:prSet presAssocID="{50855FAE-C156-4346-87D1-AB4FBC22B44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BD66C2-F4E3-44AD-AB27-A8EF09EA5DE7}" type="pres">
      <dgm:prSet presAssocID="{E01868DE-8210-456A-B654-4496286994A8}" presName="spacer" presStyleCnt="0"/>
      <dgm:spPr/>
    </dgm:pt>
    <dgm:pt modelId="{9FE466F4-EB41-403F-83B1-EC5653943638}" type="pres">
      <dgm:prSet presAssocID="{F0B8EEB5-1F26-4E90-BB3D-FBB596F16B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EF9300-850F-44FA-8CE9-D816A833B279}" srcId="{5CFB50DB-6C33-4971-8654-9296337AC9F1}" destId="{50855FAE-C156-4346-87D1-AB4FBC22B44F}" srcOrd="0" destOrd="0" parTransId="{52C3196E-353C-4551-8EA9-BD958AD47F3B}" sibTransId="{E01868DE-8210-456A-B654-4496286994A8}"/>
    <dgm:cxn modelId="{A9C02A53-9B1B-4CB1-AB45-A59B7666D903}" srcId="{5CFB50DB-6C33-4971-8654-9296337AC9F1}" destId="{F0B8EEB5-1F26-4E90-BB3D-FBB596F16B70}" srcOrd="1" destOrd="0" parTransId="{94139282-73CA-4577-8AF4-D238FEFAA99A}" sibTransId="{277403D7-A9A7-4F28-A644-3889B9B889DF}"/>
    <dgm:cxn modelId="{838417A5-8D3E-459F-B100-06437409C763}" type="presOf" srcId="{5CFB50DB-6C33-4971-8654-9296337AC9F1}" destId="{B08D589A-B5B0-4955-8BD4-923A2AC573BB}" srcOrd="0" destOrd="0" presId="urn:microsoft.com/office/officeart/2005/8/layout/vList2"/>
    <dgm:cxn modelId="{F2020BB5-C798-4AB3-B346-01256EEB8A20}" type="presOf" srcId="{50855FAE-C156-4346-87D1-AB4FBC22B44F}" destId="{9438DBA5-F2F5-4258-AB72-74EF754FA952}" srcOrd="0" destOrd="0" presId="urn:microsoft.com/office/officeart/2005/8/layout/vList2"/>
    <dgm:cxn modelId="{FF5BB2EA-8E6A-48CD-95A6-040E593BDC8D}" type="presOf" srcId="{F0B8EEB5-1F26-4E90-BB3D-FBB596F16B70}" destId="{9FE466F4-EB41-403F-83B1-EC5653943638}" srcOrd="0" destOrd="0" presId="urn:microsoft.com/office/officeart/2005/8/layout/vList2"/>
    <dgm:cxn modelId="{0C50B0B1-329A-4F99-AAB8-316A5BA6E0B8}" type="presParOf" srcId="{B08D589A-B5B0-4955-8BD4-923A2AC573BB}" destId="{9438DBA5-F2F5-4258-AB72-74EF754FA952}" srcOrd="0" destOrd="0" presId="urn:microsoft.com/office/officeart/2005/8/layout/vList2"/>
    <dgm:cxn modelId="{AB08960B-CCB5-4D11-9E52-6BFE17C27EB3}" type="presParOf" srcId="{B08D589A-B5B0-4955-8BD4-923A2AC573BB}" destId="{CCBD66C2-F4E3-44AD-AB27-A8EF09EA5DE7}" srcOrd="1" destOrd="0" presId="urn:microsoft.com/office/officeart/2005/8/layout/vList2"/>
    <dgm:cxn modelId="{0E5BBC8B-F37F-444E-B035-0B60D9FA62EE}" type="presParOf" srcId="{B08D589A-B5B0-4955-8BD4-923A2AC573BB}" destId="{9FE466F4-EB41-403F-83B1-EC565394363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C8D3631-BE6E-4012-9FA3-103BDA7D33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9DEEAB-51FE-4C49-897E-FA61A75B7604}">
      <dgm:prSet/>
      <dgm:spPr/>
      <dgm:t>
        <a:bodyPr/>
        <a:lstStyle/>
        <a:p>
          <a:r>
            <a:rPr lang="uk-UA" i="1" baseline="0"/>
            <a:t>«Влада на території Української республіки віднині належить виключно радам робітничих, солдатських і селянських депутатів; …в центрі — Всеукраїнському з’їздові рад… його Центральному виконавчому комітетові…»</a:t>
          </a:r>
          <a:endParaRPr lang="uk-UA"/>
        </a:p>
      </dgm:t>
    </dgm:pt>
    <dgm:pt modelId="{85C24A8C-6BB5-402D-BD82-CE6FF0381A03}" type="parTrans" cxnId="{DB1BD4BC-CF81-41D2-ADDB-8E3D1424984F}">
      <dgm:prSet/>
      <dgm:spPr/>
      <dgm:t>
        <a:bodyPr/>
        <a:lstStyle/>
        <a:p>
          <a:endParaRPr lang="uk-UA"/>
        </a:p>
      </dgm:t>
    </dgm:pt>
    <dgm:pt modelId="{22986956-75B4-4012-A63D-E611AA281095}" type="sibTrans" cxnId="{DB1BD4BC-CF81-41D2-ADDB-8E3D1424984F}">
      <dgm:prSet/>
      <dgm:spPr/>
      <dgm:t>
        <a:bodyPr/>
        <a:lstStyle/>
        <a:p>
          <a:endParaRPr lang="uk-UA"/>
        </a:p>
      </dgm:t>
    </dgm:pt>
    <dgm:pt modelId="{69B4C6C5-2CDC-42A0-BB60-92252CB5A791}">
      <dgm:prSet/>
      <dgm:spPr/>
      <dgm:t>
        <a:bodyPr/>
        <a:lstStyle/>
        <a:p>
          <a:r>
            <a:rPr lang="uk-UA" baseline="0"/>
            <a:t>«…на землі Республіки Української має бути забезпечено всі свободи, здобуті всеросійською революцією: свободу слова, друку, віри, зібрань, союзів, страйків, недоторканності особи…»</a:t>
          </a:r>
          <a:endParaRPr lang="uk-UA"/>
        </a:p>
      </dgm:t>
    </dgm:pt>
    <dgm:pt modelId="{5B49811F-88D3-4CD0-840D-2B3FF06017B6}" type="parTrans" cxnId="{9FBB3EAB-1DEB-41F9-B629-46D02D388621}">
      <dgm:prSet/>
      <dgm:spPr/>
      <dgm:t>
        <a:bodyPr/>
        <a:lstStyle/>
        <a:p>
          <a:endParaRPr lang="uk-UA"/>
        </a:p>
      </dgm:t>
    </dgm:pt>
    <dgm:pt modelId="{E57C42DE-B362-4DBB-B41C-DB81EEBC01B4}" type="sibTrans" cxnId="{9FBB3EAB-1DEB-41F9-B629-46D02D388621}">
      <dgm:prSet/>
      <dgm:spPr/>
      <dgm:t>
        <a:bodyPr/>
        <a:lstStyle/>
        <a:p>
          <a:endParaRPr lang="uk-UA"/>
        </a:p>
      </dgm:t>
    </dgm:pt>
    <dgm:pt modelId="{DD9787BB-B146-48FD-90D9-5788D11DEFEA}" type="pres">
      <dgm:prSet presAssocID="{4C8D3631-BE6E-4012-9FA3-103BDA7D3371}" presName="linear" presStyleCnt="0">
        <dgm:presLayoutVars>
          <dgm:animLvl val="lvl"/>
          <dgm:resizeHandles val="exact"/>
        </dgm:presLayoutVars>
      </dgm:prSet>
      <dgm:spPr/>
    </dgm:pt>
    <dgm:pt modelId="{024D052C-DD3A-43A8-ABF9-D8505B271096}" type="pres">
      <dgm:prSet presAssocID="{BF9DEEAB-51FE-4C49-897E-FA61A75B76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540C04-F92A-4D4C-929E-B39ACE747A1A}" type="pres">
      <dgm:prSet presAssocID="{22986956-75B4-4012-A63D-E611AA281095}" presName="spacer" presStyleCnt="0"/>
      <dgm:spPr/>
    </dgm:pt>
    <dgm:pt modelId="{139CD4CC-90CE-4226-A576-8AD893D7DA6F}" type="pres">
      <dgm:prSet presAssocID="{69B4C6C5-2CDC-42A0-BB60-92252CB5A79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AA2D70E-E7DE-4AFC-A303-04CC8561E0DE}" type="presOf" srcId="{BF9DEEAB-51FE-4C49-897E-FA61A75B7604}" destId="{024D052C-DD3A-43A8-ABF9-D8505B271096}" srcOrd="0" destOrd="0" presId="urn:microsoft.com/office/officeart/2005/8/layout/vList2"/>
    <dgm:cxn modelId="{FB1A88A0-A0A5-4A56-A816-B06D827B779E}" type="presOf" srcId="{69B4C6C5-2CDC-42A0-BB60-92252CB5A791}" destId="{139CD4CC-90CE-4226-A576-8AD893D7DA6F}" srcOrd="0" destOrd="0" presId="urn:microsoft.com/office/officeart/2005/8/layout/vList2"/>
    <dgm:cxn modelId="{9FBB3EAB-1DEB-41F9-B629-46D02D388621}" srcId="{4C8D3631-BE6E-4012-9FA3-103BDA7D3371}" destId="{69B4C6C5-2CDC-42A0-BB60-92252CB5A791}" srcOrd="1" destOrd="0" parTransId="{5B49811F-88D3-4CD0-840D-2B3FF06017B6}" sibTransId="{E57C42DE-B362-4DBB-B41C-DB81EEBC01B4}"/>
    <dgm:cxn modelId="{DB1BD4BC-CF81-41D2-ADDB-8E3D1424984F}" srcId="{4C8D3631-BE6E-4012-9FA3-103BDA7D3371}" destId="{BF9DEEAB-51FE-4C49-897E-FA61A75B7604}" srcOrd="0" destOrd="0" parTransId="{85C24A8C-6BB5-402D-BD82-CE6FF0381A03}" sibTransId="{22986956-75B4-4012-A63D-E611AA281095}"/>
    <dgm:cxn modelId="{B5890FDD-74DF-4127-87F6-71257677A117}" type="presOf" srcId="{4C8D3631-BE6E-4012-9FA3-103BDA7D3371}" destId="{DD9787BB-B146-48FD-90D9-5788D11DEFEA}" srcOrd="0" destOrd="0" presId="urn:microsoft.com/office/officeart/2005/8/layout/vList2"/>
    <dgm:cxn modelId="{1ABE201E-B216-4C7B-9760-874395795903}" type="presParOf" srcId="{DD9787BB-B146-48FD-90D9-5788D11DEFEA}" destId="{024D052C-DD3A-43A8-ABF9-D8505B271096}" srcOrd="0" destOrd="0" presId="urn:microsoft.com/office/officeart/2005/8/layout/vList2"/>
    <dgm:cxn modelId="{E4257C95-1C12-41BE-83EF-C83A96234CE0}" type="presParOf" srcId="{DD9787BB-B146-48FD-90D9-5788D11DEFEA}" destId="{88540C04-F92A-4D4C-929E-B39ACE747A1A}" srcOrd="1" destOrd="0" presId="urn:microsoft.com/office/officeart/2005/8/layout/vList2"/>
    <dgm:cxn modelId="{35EF14FC-9541-4E93-929D-A79C8283BFA1}" type="presParOf" srcId="{DD9787BB-B146-48FD-90D9-5788D11DEFEA}" destId="{139CD4CC-90CE-4226-A576-8AD893D7DA6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BCD37E6-80C9-4DE8-9DCE-4C78985EAC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098B50-7568-44A8-A750-A619CB375E0A}">
      <dgm:prSet/>
      <dgm:spPr/>
      <dgm:t>
        <a:bodyPr/>
        <a:lstStyle/>
        <a:p>
          <a:r>
            <a:rPr lang="uk-UA" b="0" i="0" baseline="0"/>
            <a:t>відповіддю УЦР на Ультиматум Раднаркому радянської Росії.</a:t>
          </a:r>
          <a:endParaRPr lang="uk-UA"/>
        </a:p>
      </dgm:t>
    </dgm:pt>
    <dgm:pt modelId="{9D0AC33B-C1FA-4F59-9972-EADD7CE6942F}" type="parTrans" cxnId="{5CFDFD94-2C81-4A2F-A8D9-D4DF08BEF765}">
      <dgm:prSet/>
      <dgm:spPr/>
      <dgm:t>
        <a:bodyPr/>
        <a:lstStyle/>
        <a:p>
          <a:endParaRPr lang="uk-UA"/>
        </a:p>
      </dgm:t>
    </dgm:pt>
    <dgm:pt modelId="{9760AED4-E252-461A-97FB-45841B189961}" type="sibTrans" cxnId="{5CFDFD94-2C81-4A2F-A8D9-D4DF08BEF765}">
      <dgm:prSet/>
      <dgm:spPr/>
      <dgm:t>
        <a:bodyPr/>
        <a:lstStyle/>
        <a:p>
          <a:endParaRPr lang="uk-UA"/>
        </a:p>
      </dgm:t>
    </dgm:pt>
    <dgm:pt modelId="{7EA3ED54-BE78-4A74-8E39-3723F88240CD}">
      <dgm:prSet/>
      <dgm:spPr/>
      <dgm:t>
        <a:bodyPr/>
        <a:lstStyle/>
        <a:p>
          <a:r>
            <a:rPr lang="uk-UA" b="0" i="0" baseline="0"/>
            <a:t>компромісом між УЦР і делегацією міністрів Тимчасового уряду.</a:t>
          </a:r>
          <a:endParaRPr lang="uk-UA"/>
        </a:p>
      </dgm:t>
    </dgm:pt>
    <dgm:pt modelId="{2DF94772-FAA0-4132-8940-B016E3FC4A78}" type="parTrans" cxnId="{3E7666CE-88B1-4CD0-B324-84B3E28BFADD}">
      <dgm:prSet/>
      <dgm:spPr/>
      <dgm:t>
        <a:bodyPr/>
        <a:lstStyle/>
        <a:p>
          <a:endParaRPr lang="uk-UA"/>
        </a:p>
      </dgm:t>
    </dgm:pt>
    <dgm:pt modelId="{E5F49AFE-CBBE-4884-8CFC-89EEDA34D45F}" type="sibTrans" cxnId="{3E7666CE-88B1-4CD0-B324-84B3E28BFADD}">
      <dgm:prSet/>
      <dgm:spPr/>
      <dgm:t>
        <a:bodyPr/>
        <a:lstStyle/>
        <a:p>
          <a:endParaRPr lang="uk-UA"/>
        </a:p>
      </dgm:t>
    </dgm:pt>
    <dgm:pt modelId="{3BF855E2-5FD4-45A5-A5CA-23273692C314}">
      <dgm:prSet/>
      <dgm:spPr/>
      <dgm:t>
        <a:bodyPr/>
        <a:lstStyle/>
        <a:p>
          <a:r>
            <a:rPr lang="uk-UA" b="0" i="0" baseline="0"/>
            <a:t>декларацією УЦР основних засад соціально-економічних перетворень.</a:t>
          </a:r>
          <a:endParaRPr lang="uk-UA"/>
        </a:p>
      </dgm:t>
    </dgm:pt>
    <dgm:pt modelId="{8AF25FF0-C172-40A8-9C53-0E3F3B3E6FBA}" type="parTrans" cxnId="{1948E3AF-137C-4177-A3B1-727D53077D44}">
      <dgm:prSet/>
      <dgm:spPr/>
      <dgm:t>
        <a:bodyPr/>
        <a:lstStyle/>
        <a:p>
          <a:endParaRPr lang="uk-UA"/>
        </a:p>
      </dgm:t>
    </dgm:pt>
    <dgm:pt modelId="{F5CBAF4E-34CA-41B3-A3C6-5B36A0AD790D}" type="sibTrans" cxnId="{1948E3AF-137C-4177-A3B1-727D53077D44}">
      <dgm:prSet/>
      <dgm:spPr/>
      <dgm:t>
        <a:bodyPr/>
        <a:lstStyle/>
        <a:p>
          <a:endParaRPr lang="uk-UA"/>
        </a:p>
      </dgm:t>
    </dgm:pt>
    <dgm:pt modelId="{5CD0996A-4B16-4CE1-99E7-3A8EF5DF66BC}">
      <dgm:prSet/>
      <dgm:spPr/>
      <dgm:t>
        <a:bodyPr/>
        <a:lstStyle/>
        <a:p>
          <a:r>
            <a:rPr lang="uk-UA" b="0" i="0" baseline="0"/>
            <a:t>закликом УЦР до українізованих частин не залишати позицій на фронті.</a:t>
          </a:r>
          <a:endParaRPr lang="uk-UA"/>
        </a:p>
      </dgm:t>
    </dgm:pt>
    <dgm:pt modelId="{FA4F1EA0-2C89-4F2F-A4DA-F3D830668290}" type="parTrans" cxnId="{DE9ACE39-D2F4-4056-98CA-E25CA36FAFA6}">
      <dgm:prSet/>
      <dgm:spPr/>
      <dgm:t>
        <a:bodyPr/>
        <a:lstStyle/>
        <a:p>
          <a:endParaRPr lang="uk-UA"/>
        </a:p>
      </dgm:t>
    </dgm:pt>
    <dgm:pt modelId="{766CD6C6-99B4-4E54-B359-5BE29641786F}" type="sibTrans" cxnId="{DE9ACE39-D2F4-4056-98CA-E25CA36FAFA6}">
      <dgm:prSet/>
      <dgm:spPr/>
      <dgm:t>
        <a:bodyPr/>
        <a:lstStyle/>
        <a:p>
          <a:endParaRPr lang="uk-UA"/>
        </a:p>
      </dgm:t>
    </dgm:pt>
    <dgm:pt modelId="{8269BD71-272A-46AE-9514-8C92E3522B34}" type="pres">
      <dgm:prSet presAssocID="{7BCD37E6-80C9-4DE8-9DCE-4C78985EACFA}" presName="linear" presStyleCnt="0">
        <dgm:presLayoutVars>
          <dgm:animLvl val="lvl"/>
          <dgm:resizeHandles val="exact"/>
        </dgm:presLayoutVars>
      </dgm:prSet>
      <dgm:spPr/>
    </dgm:pt>
    <dgm:pt modelId="{92DACB23-394B-42F6-8388-FFDD67DAD63A}" type="pres">
      <dgm:prSet presAssocID="{E3098B50-7568-44A8-A750-A619CB375E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F39DCB-4130-4808-B17E-014AD4E8CAC4}" type="pres">
      <dgm:prSet presAssocID="{9760AED4-E252-461A-97FB-45841B189961}" presName="spacer" presStyleCnt="0"/>
      <dgm:spPr/>
    </dgm:pt>
    <dgm:pt modelId="{779E77AC-FE90-4619-B3B7-519227D18C6D}" type="pres">
      <dgm:prSet presAssocID="{7EA3ED54-BE78-4A74-8E39-3723F88240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4BD606-FDF4-4900-9760-2C4AAEBFD8FA}" type="pres">
      <dgm:prSet presAssocID="{E5F49AFE-CBBE-4884-8CFC-89EEDA34D45F}" presName="spacer" presStyleCnt="0"/>
      <dgm:spPr/>
    </dgm:pt>
    <dgm:pt modelId="{BC8B0E67-C1E1-484F-87F1-ED96FD6F833A}" type="pres">
      <dgm:prSet presAssocID="{3BF855E2-5FD4-45A5-A5CA-23273692C3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B21BA8-DC25-468C-8827-9D18F81DAB47}" type="pres">
      <dgm:prSet presAssocID="{F5CBAF4E-34CA-41B3-A3C6-5B36A0AD790D}" presName="spacer" presStyleCnt="0"/>
      <dgm:spPr/>
    </dgm:pt>
    <dgm:pt modelId="{DF0312E3-23D9-4724-99BA-E5214112B2E6}" type="pres">
      <dgm:prSet presAssocID="{5CD0996A-4B16-4CE1-99E7-3A8EF5DF66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9ACE39-D2F4-4056-98CA-E25CA36FAFA6}" srcId="{7BCD37E6-80C9-4DE8-9DCE-4C78985EACFA}" destId="{5CD0996A-4B16-4CE1-99E7-3A8EF5DF66BC}" srcOrd="3" destOrd="0" parTransId="{FA4F1EA0-2C89-4F2F-A4DA-F3D830668290}" sibTransId="{766CD6C6-99B4-4E54-B359-5BE29641786F}"/>
    <dgm:cxn modelId="{5D5D443D-904F-4512-A39E-339C6C9D836D}" type="presOf" srcId="{3BF855E2-5FD4-45A5-A5CA-23273692C314}" destId="{BC8B0E67-C1E1-484F-87F1-ED96FD6F833A}" srcOrd="0" destOrd="0" presId="urn:microsoft.com/office/officeart/2005/8/layout/vList2"/>
    <dgm:cxn modelId="{6E36FF63-07B2-4962-AFF0-E981D031542C}" type="presOf" srcId="{7EA3ED54-BE78-4A74-8E39-3723F88240CD}" destId="{779E77AC-FE90-4619-B3B7-519227D18C6D}" srcOrd="0" destOrd="0" presId="urn:microsoft.com/office/officeart/2005/8/layout/vList2"/>
    <dgm:cxn modelId="{BDA42347-632E-4B64-99B6-C03C3785C069}" type="presOf" srcId="{7BCD37E6-80C9-4DE8-9DCE-4C78985EACFA}" destId="{8269BD71-272A-46AE-9514-8C92E3522B34}" srcOrd="0" destOrd="0" presId="urn:microsoft.com/office/officeart/2005/8/layout/vList2"/>
    <dgm:cxn modelId="{38C0DD92-AE86-4305-BF0C-2B473AE8656F}" type="presOf" srcId="{5CD0996A-4B16-4CE1-99E7-3A8EF5DF66BC}" destId="{DF0312E3-23D9-4724-99BA-E5214112B2E6}" srcOrd="0" destOrd="0" presId="urn:microsoft.com/office/officeart/2005/8/layout/vList2"/>
    <dgm:cxn modelId="{5CFDFD94-2C81-4A2F-A8D9-D4DF08BEF765}" srcId="{7BCD37E6-80C9-4DE8-9DCE-4C78985EACFA}" destId="{E3098B50-7568-44A8-A750-A619CB375E0A}" srcOrd="0" destOrd="0" parTransId="{9D0AC33B-C1FA-4F59-9972-EADD7CE6942F}" sibTransId="{9760AED4-E252-461A-97FB-45841B189961}"/>
    <dgm:cxn modelId="{579F5697-F8F2-45C5-A5EB-5144FD2516CE}" type="presOf" srcId="{E3098B50-7568-44A8-A750-A619CB375E0A}" destId="{92DACB23-394B-42F6-8388-FFDD67DAD63A}" srcOrd="0" destOrd="0" presId="urn:microsoft.com/office/officeart/2005/8/layout/vList2"/>
    <dgm:cxn modelId="{1948E3AF-137C-4177-A3B1-727D53077D44}" srcId="{7BCD37E6-80C9-4DE8-9DCE-4C78985EACFA}" destId="{3BF855E2-5FD4-45A5-A5CA-23273692C314}" srcOrd="2" destOrd="0" parTransId="{8AF25FF0-C172-40A8-9C53-0E3F3B3E6FBA}" sibTransId="{F5CBAF4E-34CA-41B3-A3C6-5B36A0AD790D}"/>
    <dgm:cxn modelId="{3E7666CE-88B1-4CD0-B324-84B3E28BFADD}" srcId="{7BCD37E6-80C9-4DE8-9DCE-4C78985EACFA}" destId="{7EA3ED54-BE78-4A74-8E39-3723F88240CD}" srcOrd="1" destOrd="0" parTransId="{2DF94772-FAA0-4132-8940-B016E3FC4A78}" sibTransId="{E5F49AFE-CBBE-4884-8CFC-89EEDA34D45F}"/>
    <dgm:cxn modelId="{5757CA99-3372-4C06-966F-0DFF23E6C1BA}" type="presParOf" srcId="{8269BD71-272A-46AE-9514-8C92E3522B34}" destId="{92DACB23-394B-42F6-8388-FFDD67DAD63A}" srcOrd="0" destOrd="0" presId="urn:microsoft.com/office/officeart/2005/8/layout/vList2"/>
    <dgm:cxn modelId="{A667F5F4-04CC-4590-8A11-348A054DE5E3}" type="presParOf" srcId="{8269BD71-272A-46AE-9514-8C92E3522B34}" destId="{3FF39DCB-4130-4808-B17E-014AD4E8CAC4}" srcOrd="1" destOrd="0" presId="urn:microsoft.com/office/officeart/2005/8/layout/vList2"/>
    <dgm:cxn modelId="{E531D8E0-8ED2-408A-989B-474E7E2F886F}" type="presParOf" srcId="{8269BD71-272A-46AE-9514-8C92E3522B34}" destId="{779E77AC-FE90-4619-B3B7-519227D18C6D}" srcOrd="2" destOrd="0" presId="urn:microsoft.com/office/officeart/2005/8/layout/vList2"/>
    <dgm:cxn modelId="{18504FDB-8240-4516-B2F1-C92B8D59FB32}" type="presParOf" srcId="{8269BD71-272A-46AE-9514-8C92E3522B34}" destId="{F14BD606-FDF4-4900-9760-2C4AAEBFD8FA}" srcOrd="3" destOrd="0" presId="urn:microsoft.com/office/officeart/2005/8/layout/vList2"/>
    <dgm:cxn modelId="{53F4489D-4C54-46D9-8FC4-B8FA2090C7D0}" type="presParOf" srcId="{8269BD71-272A-46AE-9514-8C92E3522B34}" destId="{BC8B0E67-C1E1-484F-87F1-ED96FD6F833A}" srcOrd="4" destOrd="0" presId="urn:microsoft.com/office/officeart/2005/8/layout/vList2"/>
    <dgm:cxn modelId="{EACAF969-58BB-4B7D-A67D-FFFB5BE35153}" type="presParOf" srcId="{8269BD71-272A-46AE-9514-8C92E3522B34}" destId="{53B21BA8-DC25-468C-8827-9D18F81DAB47}" srcOrd="5" destOrd="0" presId="urn:microsoft.com/office/officeart/2005/8/layout/vList2"/>
    <dgm:cxn modelId="{3722E7E6-FE5F-4998-872A-FBBE9EB610EC}" type="presParOf" srcId="{8269BD71-272A-46AE-9514-8C92E3522B34}" destId="{DF0312E3-23D9-4724-99BA-E5214112B2E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B2D3DB2-3866-4E37-9C31-F71A7C30AF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873153-A3F1-4704-A536-9893EF43B35D}">
      <dgm:prSet/>
      <dgm:spPr/>
      <dgm:t>
        <a:bodyPr/>
        <a:lstStyle/>
        <a:p>
          <a:r>
            <a:rPr lang="uk-UA" b="0" i="0" baseline="0"/>
            <a:t>припинила українізацію військових частин російської армії.</a:t>
          </a:r>
          <a:endParaRPr lang="uk-UA"/>
        </a:p>
      </dgm:t>
    </dgm:pt>
    <dgm:pt modelId="{48BCF5B4-7AEA-4090-813D-B4F7344DCD00}" type="parTrans" cxnId="{29FBCF75-C105-44BC-8DED-DE5CBB5BF4BF}">
      <dgm:prSet/>
      <dgm:spPr/>
      <dgm:t>
        <a:bodyPr/>
        <a:lstStyle/>
        <a:p>
          <a:endParaRPr lang="uk-UA"/>
        </a:p>
      </dgm:t>
    </dgm:pt>
    <dgm:pt modelId="{00EE9FF9-3BD1-45AD-870D-E81C4E262C51}" type="sibTrans" cxnId="{29FBCF75-C105-44BC-8DED-DE5CBB5BF4BF}">
      <dgm:prSet/>
      <dgm:spPr/>
      <dgm:t>
        <a:bodyPr/>
        <a:lstStyle/>
        <a:p>
          <a:endParaRPr lang="uk-UA"/>
        </a:p>
      </dgm:t>
    </dgm:pt>
    <dgm:pt modelId="{5343B748-DD62-4414-B6C7-0EB39765C459}">
      <dgm:prSet/>
      <dgm:spPr/>
      <dgm:t>
        <a:bodyPr/>
        <a:lstStyle/>
        <a:p>
          <a:r>
            <a:rPr lang="uk-UA" b="0" i="0" baseline="0"/>
            <a:t>включила до складу Генерального Секретаріату представників Тимчасового уряду.</a:t>
          </a:r>
          <a:endParaRPr lang="uk-UA"/>
        </a:p>
      </dgm:t>
    </dgm:pt>
    <dgm:pt modelId="{1F36E4CC-0F63-463D-B9A1-ECBDD24BCEF3}" type="parTrans" cxnId="{FA4C5CE9-905D-4764-952A-480E708D35C0}">
      <dgm:prSet/>
      <dgm:spPr/>
      <dgm:t>
        <a:bodyPr/>
        <a:lstStyle/>
        <a:p>
          <a:endParaRPr lang="uk-UA"/>
        </a:p>
      </dgm:t>
    </dgm:pt>
    <dgm:pt modelId="{4E8145B7-5C8F-419B-A0C9-FB0A465F4CA7}" type="sibTrans" cxnId="{FA4C5CE9-905D-4764-952A-480E708D35C0}">
      <dgm:prSet/>
      <dgm:spPr/>
      <dgm:t>
        <a:bodyPr/>
        <a:lstStyle/>
        <a:p>
          <a:endParaRPr lang="uk-UA"/>
        </a:p>
      </dgm:t>
    </dgm:pt>
    <dgm:pt modelId="{E946E075-20AD-4467-B619-20573097D685}">
      <dgm:prSet/>
      <dgm:spPr/>
      <dgm:t>
        <a:bodyPr/>
        <a:lstStyle/>
        <a:p>
          <a:r>
            <a:rPr lang="uk-UA" b="0" i="0" baseline="0"/>
            <a:t>призупинила конфіскацію та передання поміщицьких земель селянам.</a:t>
          </a:r>
          <a:endParaRPr lang="uk-UA"/>
        </a:p>
      </dgm:t>
    </dgm:pt>
    <dgm:pt modelId="{17013115-BE1B-45E6-B84F-41EC24017CF7}" type="parTrans" cxnId="{45E2F519-4C16-4F7E-A9C0-0DB654F75133}">
      <dgm:prSet/>
      <dgm:spPr/>
      <dgm:t>
        <a:bodyPr/>
        <a:lstStyle/>
        <a:p>
          <a:endParaRPr lang="uk-UA"/>
        </a:p>
      </dgm:t>
    </dgm:pt>
    <dgm:pt modelId="{4A597FEF-A91F-459A-A221-F589A9DAA012}" type="sibTrans" cxnId="{45E2F519-4C16-4F7E-A9C0-0DB654F75133}">
      <dgm:prSet/>
      <dgm:spPr/>
      <dgm:t>
        <a:bodyPr/>
        <a:lstStyle/>
        <a:p>
          <a:endParaRPr lang="uk-UA"/>
        </a:p>
      </dgm:t>
    </dgm:pt>
    <dgm:pt modelId="{BD62358C-B108-4223-93B9-840611687280}">
      <dgm:prSet/>
      <dgm:spPr/>
      <dgm:t>
        <a:bodyPr/>
        <a:lstStyle/>
        <a:p>
          <a:r>
            <a:rPr lang="uk-UA" b="0" i="0" baseline="0"/>
            <a:t>відмовилась від самочинного проголошення автономії до скликання Всеросійських установчих зборів</a:t>
          </a:r>
          <a:endParaRPr lang="uk-UA"/>
        </a:p>
      </dgm:t>
    </dgm:pt>
    <dgm:pt modelId="{EB38730B-CE06-4C20-9B59-505CD1D5DA18}" type="parTrans" cxnId="{91EC3345-17A9-45BD-BEB3-2367EF4D2594}">
      <dgm:prSet/>
      <dgm:spPr/>
      <dgm:t>
        <a:bodyPr/>
        <a:lstStyle/>
        <a:p>
          <a:endParaRPr lang="uk-UA"/>
        </a:p>
      </dgm:t>
    </dgm:pt>
    <dgm:pt modelId="{3F09CF4C-8992-44CA-9C95-3F0E8124C7EF}" type="sibTrans" cxnId="{91EC3345-17A9-45BD-BEB3-2367EF4D2594}">
      <dgm:prSet/>
      <dgm:spPr/>
      <dgm:t>
        <a:bodyPr/>
        <a:lstStyle/>
        <a:p>
          <a:endParaRPr lang="uk-UA"/>
        </a:p>
      </dgm:t>
    </dgm:pt>
    <dgm:pt modelId="{00B13A5F-FFD4-4521-AC7C-5E29E590A205}" type="pres">
      <dgm:prSet presAssocID="{9B2D3DB2-3866-4E37-9C31-F71A7C30AFE3}" presName="linear" presStyleCnt="0">
        <dgm:presLayoutVars>
          <dgm:animLvl val="lvl"/>
          <dgm:resizeHandles val="exact"/>
        </dgm:presLayoutVars>
      </dgm:prSet>
      <dgm:spPr/>
    </dgm:pt>
    <dgm:pt modelId="{3828A7D9-897E-45BB-A6CB-421F53977474}" type="pres">
      <dgm:prSet presAssocID="{30873153-A3F1-4704-A536-9893EF43B3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C079B33-D5B9-473B-98E2-C1886FBF4D02}" type="pres">
      <dgm:prSet presAssocID="{00EE9FF9-3BD1-45AD-870D-E81C4E262C51}" presName="spacer" presStyleCnt="0"/>
      <dgm:spPr/>
    </dgm:pt>
    <dgm:pt modelId="{6859E607-303C-4E37-B1DA-6A8DBCAAA10B}" type="pres">
      <dgm:prSet presAssocID="{5343B748-DD62-4414-B6C7-0EB39765C4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7A0BB-2C58-4726-9BE6-361DE84817D2}" type="pres">
      <dgm:prSet presAssocID="{4E8145B7-5C8F-419B-A0C9-FB0A465F4CA7}" presName="spacer" presStyleCnt="0"/>
      <dgm:spPr/>
    </dgm:pt>
    <dgm:pt modelId="{BD6A29F2-1526-4CC2-8738-281C344C778B}" type="pres">
      <dgm:prSet presAssocID="{E946E075-20AD-4467-B619-20573097D6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A74A91-FC76-492D-B89F-C845CF389A77}" type="pres">
      <dgm:prSet presAssocID="{4A597FEF-A91F-459A-A221-F589A9DAA012}" presName="spacer" presStyleCnt="0"/>
      <dgm:spPr/>
    </dgm:pt>
    <dgm:pt modelId="{06AD23BD-98B9-4F84-8D02-8BF39748BAA9}" type="pres">
      <dgm:prSet presAssocID="{BD62358C-B108-4223-93B9-8406116872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E2F519-4C16-4F7E-A9C0-0DB654F75133}" srcId="{9B2D3DB2-3866-4E37-9C31-F71A7C30AFE3}" destId="{E946E075-20AD-4467-B619-20573097D685}" srcOrd="2" destOrd="0" parTransId="{17013115-BE1B-45E6-B84F-41EC24017CF7}" sibTransId="{4A597FEF-A91F-459A-A221-F589A9DAA012}"/>
    <dgm:cxn modelId="{D13D3F5E-5189-4DBE-9AE1-10BD3C5922E8}" type="presOf" srcId="{5343B748-DD62-4414-B6C7-0EB39765C459}" destId="{6859E607-303C-4E37-B1DA-6A8DBCAAA10B}" srcOrd="0" destOrd="0" presId="urn:microsoft.com/office/officeart/2005/8/layout/vList2"/>
    <dgm:cxn modelId="{EFD91143-03CF-4728-90B5-0E9661652C67}" type="presOf" srcId="{9B2D3DB2-3866-4E37-9C31-F71A7C30AFE3}" destId="{00B13A5F-FFD4-4521-AC7C-5E29E590A205}" srcOrd="0" destOrd="0" presId="urn:microsoft.com/office/officeart/2005/8/layout/vList2"/>
    <dgm:cxn modelId="{91EC3345-17A9-45BD-BEB3-2367EF4D2594}" srcId="{9B2D3DB2-3866-4E37-9C31-F71A7C30AFE3}" destId="{BD62358C-B108-4223-93B9-840611687280}" srcOrd="3" destOrd="0" parTransId="{EB38730B-CE06-4C20-9B59-505CD1D5DA18}" sibTransId="{3F09CF4C-8992-44CA-9C95-3F0E8124C7EF}"/>
    <dgm:cxn modelId="{69F62D66-7B08-4DA7-9A9A-5979D78FC36D}" type="presOf" srcId="{E946E075-20AD-4467-B619-20573097D685}" destId="{BD6A29F2-1526-4CC2-8738-281C344C778B}" srcOrd="0" destOrd="0" presId="urn:microsoft.com/office/officeart/2005/8/layout/vList2"/>
    <dgm:cxn modelId="{29FBCF75-C105-44BC-8DED-DE5CBB5BF4BF}" srcId="{9B2D3DB2-3866-4E37-9C31-F71A7C30AFE3}" destId="{30873153-A3F1-4704-A536-9893EF43B35D}" srcOrd="0" destOrd="0" parTransId="{48BCF5B4-7AEA-4090-813D-B4F7344DCD00}" sibTransId="{00EE9FF9-3BD1-45AD-870D-E81C4E262C51}"/>
    <dgm:cxn modelId="{ED710FC9-8CC6-4ABD-8F39-9E57DD7730C1}" type="presOf" srcId="{30873153-A3F1-4704-A536-9893EF43B35D}" destId="{3828A7D9-897E-45BB-A6CB-421F53977474}" srcOrd="0" destOrd="0" presId="urn:microsoft.com/office/officeart/2005/8/layout/vList2"/>
    <dgm:cxn modelId="{C21597D8-0F08-41C4-B94D-05CCD9147ACE}" type="presOf" srcId="{BD62358C-B108-4223-93B9-840611687280}" destId="{06AD23BD-98B9-4F84-8D02-8BF39748BAA9}" srcOrd="0" destOrd="0" presId="urn:microsoft.com/office/officeart/2005/8/layout/vList2"/>
    <dgm:cxn modelId="{FA4C5CE9-905D-4764-952A-480E708D35C0}" srcId="{9B2D3DB2-3866-4E37-9C31-F71A7C30AFE3}" destId="{5343B748-DD62-4414-B6C7-0EB39765C459}" srcOrd="1" destOrd="0" parTransId="{1F36E4CC-0F63-463D-B9A1-ECBDD24BCEF3}" sibTransId="{4E8145B7-5C8F-419B-A0C9-FB0A465F4CA7}"/>
    <dgm:cxn modelId="{BD14F5DD-D281-4005-819E-C4D0E838FCEF}" type="presParOf" srcId="{00B13A5F-FFD4-4521-AC7C-5E29E590A205}" destId="{3828A7D9-897E-45BB-A6CB-421F53977474}" srcOrd="0" destOrd="0" presId="urn:microsoft.com/office/officeart/2005/8/layout/vList2"/>
    <dgm:cxn modelId="{781252E1-C4E5-4ABA-A8A8-F30584FF8C0E}" type="presParOf" srcId="{00B13A5F-FFD4-4521-AC7C-5E29E590A205}" destId="{BC079B33-D5B9-473B-98E2-C1886FBF4D02}" srcOrd="1" destOrd="0" presId="urn:microsoft.com/office/officeart/2005/8/layout/vList2"/>
    <dgm:cxn modelId="{DAC01DB3-813C-40B1-AED4-18CEBB4BEE82}" type="presParOf" srcId="{00B13A5F-FFD4-4521-AC7C-5E29E590A205}" destId="{6859E607-303C-4E37-B1DA-6A8DBCAAA10B}" srcOrd="2" destOrd="0" presId="urn:microsoft.com/office/officeart/2005/8/layout/vList2"/>
    <dgm:cxn modelId="{F837F5F3-03F6-4CA2-9080-7CCE37F8C751}" type="presParOf" srcId="{00B13A5F-FFD4-4521-AC7C-5E29E590A205}" destId="{86B7A0BB-2C58-4726-9BE6-361DE84817D2}" srcOrd="3" destOrd="0" presId="urn:microsoft.com/office/officeart/2005/8/layout/vList2"/>
    <dgm:cxn modelId="{0BC02DB8-45CC-4DFE-B2EC-108E3B0ABAD7}" type="presParOf" srcId="{00B13A5F-FFD4-4521-AC7C-5E29E590A205}" destId="{BD6A29F2-1526-4CC2-8738-281C344C778B}" srcOrd="4" destOrd="0" presId="urn:microsoft.com/office/officeart/2005/8/layout/vList2"/>
    <dgm:cxn modelId="{93A8F481-E082-4DE4-8DE5-2E3DBEB9DF2F}" type="presParOf" srcId="{00B13A5F-FFD4-4521-AC7C-5E29E590A205}" destId="{63A74A91-FC76-492D-B89F-C845CF389A77}" srcOrd="5" destOrd="0" presId="urn:microsoft.com/office/officeart/2005/8/layout/vList2"/>
    <dgm:cxn modelId="{9E056E7C-EF22-4C19-8077-2C418B4CB0BA}" type="presParOf" srcId="{00B13A5F-FFD4-4521-AC7C-5E29E590A205}" destId="{06AD23BD-98B9-4F84-8D02-8BF39748BA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231B9EB-3C5C-4EE5-96FC-42DF4F4AFE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9880A1-D76A-4D09-9715-96775D9DF2C0}">
      <dgm:prSet/>
      <dgm:spPr/>
      <dgm:t>
        <a:bodyPr/>
        <a:lstStyle/>
        <a:p>
          <a:r>
            <a:rPr lang="ru-RU" b="0" i="0" baseline="0"/>
            <a:t>вересень – жовтень 1917 р.</a:t>
          </a:r>
          <a:endParaRPr lang="uk-UA"/>
        </a:p>
      </dgm:t>
    </dgm:pt>
    <dgm:pt modelId="{DDAAE561-2896-413C-8D3A-8186FF417A4B}" type="parTrans" cxnId="{27D76A63-0780-4E64-824F-F64672FB5C44}">
      <dgm:prSet/>
      <dgm:spPr/>
      <dgm:t>
        <a:bodyPr/>
        <a:lstStyle/>
        <a:p>
          <a:endParaRPr lang="uk-UA"/>
        </a:p>
      </dgm:t>
    </dgm:pt>
    <dgm:pt modelId="{7D76AA31-6367-4E94-AA1E-4F7B1ABB2C80}" type="sibTrans" cxnId="{27D76A63-0780-4E64-824F-F64672FB5C44}">
      <dgm:prSet/>
      <dgm:spPr/>
      <dgm:t>
        <a:bodyPr/>
        <a:lstStyle/>
        <a:p>
          <a:endParaRPr lang="uk-UA"/>
        </a:p>
      </dgm:t>
    </dgm:pt>
    <dgm:pt modelId="{18E76402-1610-47A4-AE75-7265CE38C31F}">
      <dgm:prSet/>
      <dgm:spPr/>
      <dgm:t>
        <a:bodyPr/>
        <a:lstStyle/>
        <a:p>
          <a:r>
            <a:rPr lang="ru-RU" b="0" i="0" baseline="0"/>
            <a:t>жовтень – листопад 1917 р.</a:t>
          </a:r>
          <a:endParaRPr lang="uk-UA"/>
        </a:p>
      </dgm:t>
    </dgm:pt>
    <dgm:pt modelId="{03E92964-BFBE-4BE5-BE54-3A7B001AD63D}" type="parTrans" cxnId="{88C392D6-7D24-4136-BD73-2F44528EC492}">
      <dgm:prSet/>
      <dgm:spPr/>
      <dgm:t>
        <a:bodyPr/>
        <a:lstStyle/>
        <a:p>
          <a:endParaRPr lang="uk-UA"/>
        </a:p>
      </dgm:t>
    </dgm:pt>
    <dgm:pt modelId="{A676CB47-C24C-4B5A-9413-F1B2F7A8525E}" type="sibTrans" cxnId="{88C392D6-7D24-4136-BD73-2F44528EC492}">
      <dgm:prSet/>
      <dgm:spPr/>
      <dgm:t>
        <a:bodyPr/>
        <a:lstStyle/>
        <a:p>
          <a:endParaRPr lang="uk-UA"/>
        </a:p>
      </dgm:t>
    </dgm:pt>
    <dgm:pt modelId="{8AA55E11-231B-462B-B5C4-7A19B4B4331F}">
      <dgm:prSet/>
      <dgm:spPr/>
      <dgm:t>
        <a:bodyPr/>
        <a:lstStyle/>
        <a:p>
          <a:r>
            <a:rPr lang="ru-RU" b="0" i="0" baseline="0"/>
            <a:t>листопад – грудень 1917 р.</a:t>
          </a:r>
          <a:endParaRPr lang="uk-UA"/>
        </a:p>
      </dgm:t>
    </dgm:pt>
    <dgm:pt modelId="{013C1364-0B21-41B2-B4C1-500513711EB4}" type="parTrans" cxnId="{78B70E0C-5ACF-4210-82F1-1DDE6AC58C64}">
      <dgm:prSet/>
      <dgm:spPr/>
      <dgm:t>
        <a:bodyPr/>
        <a:lstStyle/>
        <a:p>
          <a:endParaRPr lang="uk-UA"/>
        </a:p>
      </dgm:t>
    </dgm:pt>
    <dgm:pt modelId="{5DCAA405-7D3B-45BF-BB7D-137AC97A4BD0}" type="sibTrans" cxnId="{78B70E0C-5ACF-4210-82F1-1DDE6AC58C64}">
      <dgm:prSet/>
      <dgm:spPr/>
      <dgm:t>
        <a:bodyPr/>
        <a:lstStyle/>
        <a:p>
          <a:endParaRPr lang="uk-UA"/>
        </a:p>
      </dgm:t>
    </dgm:pt>
    <dgm:pt modelId="{AF29D000-26F2-420D-9AE2-C5096DCE99C6}">
      <dgm:prSet/>
      <dgm:spPr/>
      <dgm:t>
        <a:bodyPr/>
        <a:lstStyle/>
        <a:p>
          <a:r>
            <a:rPr lang="ru-RU" b="0" i="0" baseline="0"/>
            <a:t>грудень 1917 р. – січень 1918 р.</a:t>
          </a:r>
          <a:endParaRPr lang="uk-UA"/>
        </a:p>
      </dgm:t>
    </dgm:pt>
    <dgm:pt modelId="{7E0F6997-C08E-4CE3-BE83-57B058FC1E81}" type="parTrans" cxnId="{7BF02E98-5157-47E9-A649-A832C71BE4C7}">
      <dgm:prSet/>
      <dgm:spPr/>
      <dgm:t>
        <a:bodyPr/>
        <a:lstStyle/>
        <a:p>
          <a:endParaRPr lang="uk-UA"/>
        </a:p>
      </dgm:t>
    </dgm:pt>
    <dgm:pt modelId="{4416E556-BA47-48D8-A1B9-B933C8916322}" type="sibTrans" cxnId="{7BF02E98-5157-47E9-A649-A832C71BE4C7}">
      <dgm:prSet/>
      <dgm:spPr/>
      <dgm:t>
        <a:bodyPr/>
        <a:lstStyle/>
        <a:p>
          <a:endParaRPr lang="uk-UA"/>
        </a:p>
      </dgm:t>
    </dgm:pt>
    <dgm:pt modelId="{E8864F07-1DC4-4773-A3F0-64823819ED50}" type="pres">
      <dgm:prSet presAssocID="{E231B9EB-3C5C-4EE5-96FC-42DF4F4AFECC}" presName="linear" presStyleCnt="0">
        <dgm:presLayoutVars>
          <dgm:animLvl val="lvl"/>
          <dgm:resizeHandles val="exact"/>
        </dgm:presLayoutVars>
      </dgm:prSet>
      <dgm:spPr/>
    </dgm:pt>
    <dgm:pt modelId="{849ED789-EFEE-47AC-9B5C-044ABC04AE75}" type="pres">
      <dgm:prSet presAssocID="{D19880A1-D76A-4D09-9715-96775D9DF2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9B6CC3-46EA-4CFC-9ED4-34A3FF84C777}" type="pres">
      <dgm:prSet presAssocID="{7D76AA31-6367-4E94-AA1E-4F7B1ABB2C80}" presName="spacer" presStyleCnt="0"/>
      <dgm:spPr/>
    </dgm:pt>
    <dgm:pt modelId="{ECB35EAB-A5DA-4DD8-A28E-6A97CF3E0147}" type="pres">
      <dgm:prSet presAssocID="{18E76402-1610-47A4-AE75-7265CE38C31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C38850-3857-4CD4-9E74-1ACD072B834A}" type="pres">
      <dgm:prSet presAssocID="{A676CB47-C24C-4B5A-9413-F1B2F7A8525E}" presName="spacer" presStyleCnt="0"/>
      <dgm:spPr/>
    </dgm:pt>
    <dgm:pt modelId="{BC5DFB40-7DF2-47D2-8578-1950CB7FF5F0}" type="pres">
      <dgm:prSet presAssocID="{8AA55E11-231B-462B-B5C4-7A19B4B433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886F5E-D65E-45E9-9192-71E5ED412A2C}" type="pres">
      <dgm:prSet presAssocID="{5DCAA405-7D3B-45BF-BB7D-137AC97A4BD0}" presName="spacer" presStyleCnt="0"/>
      <dgm:spPr/>
    </dgm:pt>
    <dgm:pt modelId="{BE752F7F-5E67-48B7-AAF0-86BBF727E203}" type="pres">
      <dgm:prSet presAssocID="{AF29D000-26F2-420D-9AE2-C5096DCE99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5D1908-2ACD-42F6-B800-1DDF15FE3939}" type="presOf" srcId="{E231B9EB-3C5C-4EE5-96FC-42DF4F4AFECC}" destId="{E8864F07-1DC4-4773-A3F0-64823819ED50}" srcOrd="0" destOrd="0" presId="urn:microsoft.com/office/officeart/2005/8/layout/vList2"/>
    <dgm:cxn modelId="{78B70E0C-5ACF-4210-82F1-1DDE6AC58C64}" srcId="{E231B9EB-3C5C-4EE5-96FC-42DF4F4AFECC}" destId="{8AA55E11-231B-462B-B5C4-7A19B4B4331F}" srcOrd="2" destOrd="0" parTransId="{013C1364-0B21-41B2-B4C1-500513711EB4}" sibTransId="{5DCAA405-7D3B-45BF-BB7D-137AC97A4BD0}"/>
    <dgm:cxn modelId="{27D76A63-0780-4E64-824F-F64672FB5C44}" srcId="{E231B9EB-3C5C-4EE5-96FC-42DF4F4AFECC}" destId="{D19880A1-D76A-4D09-9715-96775D9DF2C0}" srcOrd="0" destOrd="0" parTransId="{DDAAE561-2896-413C-8D3A-8186FF417A4B}" sibTransId="{7D76AA31-6367-4E94-AA1E-4F7B1ABB2C80}"/>
    <dgm:cxn modelId="{DBD0A291-8DDE-4D71-85D2-B225576ABFE4}" type="presOf" srcId="{D19880A1-D76A-4D09-9715-96775D9DF2C0}" destId="{849ED789-EFEE-47AC-9B5C-044ABC04AE75}" srcOrd="0" destOrd="0" presId="urn:microsoft.com/office/officeart/2005/8/layout/vList2"/>
    <dgm:cxn modelId="{7BF02E98-5157-47E9-A649-A832C71BE4C7}" srcId="{E231B9EB-3C5C-4EE5-96FC-42DF4F4AFECC}" destId="{AF29D000-26F2-420D-9AE2-C5096DCE99C6}" srcOrd="3" destOrd="0" parTransId="{7E0F6997-C08E-4CE3-BE83-57B058FC1E81}" sibTransId="{4416E556-BA47-48D8-A1B9-B933C8916322}"/>
    <dgm:cxn modelId="{FC5B60AC-684F-41F6-BF65-7A9C9F88BE64}" type="presOf" srcId="{18E76402-1610-47A4-AE75-7265CE38C31F}" destId="{ECB35EAB-A5DA-4DD8-A28E-6A97CF3E0147}" srcOrd="0" destOrd="0" presId="urn:microsoft.com/office/officeart/2005/8/layout/vList2"/>
    <dgm:cxn modelId="{B587F5BD-FEE8-4C7D-84C1-6B7A8451B387}" type="presOf" srcId="{AF29D000-26F2-420D-9AE2-C5096DCE99C6}" destId="{BE752F7F-5E67-48B7-AAF0-86BBF727E203}" srcOrd="0" destOrd="0" presId="urn:microsoft.com/office/officeart/2005/8/layout/vList2"/>
    <dgm:cxn modelId="{32FD95C2-271A-4C38-9A23-296E1974E38F}" type="presOf" srcId="{8AA55E11-231B-462B-B5C4-7A19B4B4331F}" destId="{BC5DFB40-7DF2-47D2-8578-1950CB7FF5F0}" srcOrd="0" destOrd="0" presId="urn:microsoft.com/office/officeart/2005/8/layout/vList2"/>
    <dgm:cxn modelId="{88C392D6-7D24-4136-BD73-2F44528EC492}" srcId="{E231B9EB-3C5C-4EE5-96FC-42DF4F4AFECC}" destId="{18E76402-1610-47A4-AE75-7265CE38C31F}" srcOrd="1" destOrd="0" parTransId="{03E92964-BFBE-4BE5-BE54-3A7B001AD63D}" sibTransId="{A676CB47-C24C-4B5A-9413-F1B2F7A8525E}"/>
    <dgm:cxn modelId="{021E8BB9-6EDB-4B65-8AE4-BE3EB6E8F90C}" type="presParOf" srcId="{E8864F07-1DC4-4773-A3F0-64823819ED50}" destId="{849ED789-EFEE-47AC-9B5C-044ABC04AE75}" srcOrd="0" destOrd="0" presId="urn:microsoft.com/office/officeart/2005/8/layout/vList2"/>
    <dgm:cxn modelId="{3CC87EEA-AF10-448F-BAE6-CC493AFEC971}" type="presParOf" srcId="{E8864F07-1DC4-4773-A3F0-64823819ED50}" destId="{1F9B6CC3-46EA-4CFC-9ED4-34A3FF84C777}" srcOrd="1" destOrd="0" presId="urn:microsoft.com/office/officeart/2005/8/layout/vList2"/>
    <dgm:cxn modelId="{7E763D78-8053-4B2F-A47A-61A6EE731225}" type="presParOf" srcId="{E8864F07-1DC4-4773-A3F0-64823819ED50}" destId="{ECB35EAB-A5DA-4DD8-A28E-6A97CF3E0147}" srcOrd="2" destOrd="0" presId="urn:microsoft.com/office/officeart/2005/8/layout/vList2"/>
    <dgm:cxn modelId="{21DAB182-9F44-44E5-95C1-61586E086F44}" type="presParOf" srcId="{E8864F07-1DC4-4773-A3F0-64823819ED50}" destId="{AAC38850-3857-4CD4-9E74-1ACD072B834A}" srcOrd="3" destOrd="0" presId="urn:microsoft.com/office/officeart/2005/8/layout/vList2"/>
    <dgm:cxn modelId="{7CD4927A-A639-4870-BEA1-33EAF2982727}" type="presParOf" srcId="{E8864F07-1DC4-4773-A3F0-64823819ED50}" destId="{BC5DFB40-7DF2-47D2-8578-1950CB7FF5F0}" srcOrd="4" destOrd="0" presId="urn:microsoft.com/office/officeart/2005/8/layout/vList2"/>
    <dgm:cxn modelId="{A5103B2D-4FA8-464B-850B-4D8FECC41B1F}" type="presParOf" srcId="{E8864F07-1DC4-4773-A3F0-64823819ED50}" destId="{01886F5E-D65E-45E9-9192-71E5ED412A2C}" srcOrd="5" destOrd="0" presId="urn:microsoft.com/office/officeart/2005/8/layout/vList2"/>
    <dgm:cxn modelId="{05F059A0-A7CD-425B-B943-09D0BF97A982}" type="presParOf" srcId="{E8864F07-1DC4-4773-A3F0-64823819ED50}" destId="{BE752F7F-5E67-48B7-AAF0-86BBF727E20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3729AAF-17A7-413B-AF75-DD23711C41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9271F3-21EC-4DB8-B5E9-9078AEA08037}">
      <dgm:prSet/>
      <dgm:spPr/>
      <dgm:t>
        <a:bodyPr/>
        <a:lstStyle/>
        <a:p>
          <a:r>
            <a:rPr lang="ru-RU" b="0" i="0" baseline="0"/>
            <a:t>корніловський заколот</a:t>
          </a:r>
          <a:endParaRPr lang="uk-UA"/>
        </a:p>
      </dgm:t>
    </dgm:pt>
    <dgm:pt modelId="{4A776388-FD0C-4F95-826F-75719B35E059}" type="parTrans" cxnId="{BC598756-C3B1-4D22-A4FB-3E8B15477EEE}">
      <dgm:prSet/>
      <dgm:spPr/>
      <dgm:t>
        <a:bodyPr/>
        <a:lstStyle/>
        <a:p>
          <a:endParaRPr lang="uk-UA"/>
        </a:p>
      </dgm:t>
    </dgm:pt>
    <dgm:pt modelId="{92A04A66-C164-4A8F-97A7-39674C93E801}" type="sibTrans" cxnId="{BC598756-C3B1-4D22-A4FB-3E8B15477EEE}">
      <dgm:prSet/>
      <dgm:spPr/>
      <dgm:t>
        <a:bodyPr/>
        <a:lstStyle/>
        <a:p>
          <a:endParaRPr lang="uk-UA"/>
        </a:p>
      </dgm:t>
    </dgm:pt>
    <dgm:pt modelId="{89228244-B832-4286-8231-FA62BA282C5B}">
      <dgm:prSet/>
      <dgm:spPr/>
      <dgm:t>
        <a:bodyPr/>
        <a:lstStyle/>
        <a:p>
          <a:r>
            <a:rPr lang="ru-RU" b="0" i="0" baseline="0"/>
            <a:t>початок Лютневої революції</a:t>
          </a:r>
          <a:endParaRPr lang="uk-UA"/>
        </a:p>
      </dgm:t>
    </dgm:pt>
    <dgm:pt modelId="{916FAC37-5C05-4EE5-9EAB-FF8531887CD3}" type="parTrans" cxnId="{B8E33C6E-A7D2-48B0-81FE-5EA940FB789B}">
      <dgm:prSet/>
      <dgm:spPr/>
      <dgm:t>
        <a:bodyPr/>
        <a:lstStyle/>
        <a:p>
          <a:endParaRPr lang="uk-UA"/>
        </a:p>
      </dgm:t>
    </dgm:pt>
    <dgm:pt modelId="{57FC61B2-E769-4E06-A13F-B3A6B7C32E71}" type="sibTrans" cxnId="{B8E33C6E-A7D2-48B0-81FE-5EA940FB789B}">
      <dgm:prSet/>
      <dgm:spPr/>
      <dgm:t>
        <a:bodyPr/>
        <a:lstStyle/>
        <a:p>
          <a:endParaRPr lang="uk-UA"/>
        </a:p>
      </dgm:t>
    </dgm:pt>
    <dgm:pt modelId="{A43F07B0-5966-49A3-8443-6A1E435DDA49}">
      <dgm:prSet/>
      <dgm:spPr/>
      <dgm:t>
        <a:bodyPr/>
        <a:lstStyle/>
        <a:p>
          <a:r>
            <a:rPr lang="ru-RU" b="0" i="0" baseline="0"/>
            <a:t>липнева криза Тимчасового уряду</a:t>
          </a:r>
          <a:endParaRPr lang="uk-UA"/>
        </a:p>
      </dgm:t>
    </dgm:pt>
    <dgm:pt modelId="{86F58331-B414-4AFC-B4F5-A551F6446499}" type="parTrans" cxnId="{E30C3FE7-7C3D-411D-8E10-DAFDD4958DAF}">
      <dgm:prSet/>
      <dgm:spPr/>
      <dgm:t>
        <a:bodyPr/>
        <a:lstStyle/>
        <a:p>
          <a:endParaRPr lang="uk-UA"/>
        </a:p>
      </dgm:t>
    </dgm:pt>
    <dgm:pt modelId="{0FBF216B-9213-4DCD-ADE5-D40BD6C23C19}" type="sibTrans" cxnId="{E30C3FE7-7C3D-411D-8E10-DAFDD4958DAF}">
      <dgm:prSet/>
      <dgm:spPr/>
      <dgm:t>
        <a:bodyPr/>
        <a:lstStyle/>
        <a:p>
          <a:endParaRPr lang="uk-UA"/>
        </a:p>
      </dgm:t>
    </dgm:pt>
    <dgm:pt modelId="{39358E69-726A-4255-AA99-5DC22BB87DA2}">
      <dgm:prSet/>
      <dgm:spPr/>
      <dgm:t>
        <a:bodyPr/>
        <a:lstStyle/>
        <a:p>
          <a:r>
            <a:rPr lang="ru-RU" b="0" i="0" baseline="0"/>
            <a:t>більшовицький переворот у Петрограді</a:t>
          </a:r>
          <a:endParaRPr lang="uk-UA"/>
        </a:p>
      </dgm:t>
    </dgm:pt>
    <dgm:pt modelId="{16F7EF04-39DD-4E9E-A484-036664B160C3}" type="parTrans" cxnId="{58C40528-01C3-47CC-8345-76D25030B471}">
      <dgm:prSet/>
      <dgm:spPr/>
      <dgm:t>
        <a:bodyPr/>
        <a:lstStyle/>
        <a:p>
          <a:endParaRPr lang="uk-UA"/>
        </a:p>
      </dgm:t>
    </dgm:pt>
    <dgm:pt modelId="{87C41598-A043-41ED-9139-F7BA1BCFEB23}" type="sibTrans" cxnId="{58C40528-01C3-47CC-8345-76D25030B471}">
      <dgm:prSet/>
      <dgm:spPr/>
      <dgm:t>
        <a:bodyPr/>
        <a:lstStyle/>
        <a:p>
          <a:endParaRPr lang="uk-UA"/>
        </a:p>
      </dgm:t>
    </dgm:pt>
    <dgm:pt modelId="{913526D3-469C-4D57-AF11-BC610B9F698D}" type="pres">
      <dgm:prSet presAssocID="{23729AAF-17A7-413B-AF75-DD23711C4197}" presName="linear" presStyleCnt="0">
        <dgm:presLayoutVars>
          <dgm:animLvl val="lvl"/>
          <dgm:resizeHandles val="exact"/>
        </dgm:presLayoutVars>
      </dgm:prSet>
      <dgm:spPr/>
    </dgm:pt>
    <dgm:pt modelId="{818F082F-B3B7-4F5F-BFE2-9B315701FC93}" type="pres">
      <dgm:prSet presAssocID="{C19271F3-21EC-4DB8-B5E9-9078AEA080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3F15D6-8344-4877-AB1D-EE8B06F0DCF2}" type="pres">
      <dgm:prSet presAssocID="{92A04A66-C164-4A8F-97A7-39674C93E801}" presName="spacer" presStyleCnt="0"/>
      <dgm:spPr/>
    </dgm:pt>
    <dgm:pt modelId="{66A08767-00DE-4368-B6A1-BEFD29B30645}" type="pres">
      <dgm:prSet presAssocID="{89228244-B832-4286-8231-FA62BA282C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4CAD2D-EAA7-4997-A6E6-BC5C9E8103A7}" type="pres">
      <dgm:prSet presAssocID="{57FC61B2-E769-4E06-A13F-B3A6B7C32E71}" presName="spacer" presStyleCnt="0"/>
      <dgm:spPr/>
    </dgm:pt>
    <dgm:pt modelId="{5A543789-E661-421E-A6B8-BB0CA91D485E}" type="pres">
      <dgm:prSet presAssocID="{A43F07B0-5966-49A3-8443-6A1E435DDA4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848FB5-AAAE-4401-A2F5-64976131955C}" type="pres">
      <dgm:prSet presAssocID="{0FBF216B-9213-4DCD-ADE5-D40BD6C23C19}" presName="spacer" presStyleCnt="0"/>
      <dgm:spPr/>
    </dgm:pt>
    <dgm:pt modelId="{2E244367-598D-44E9-8550-06DC92F9A057}" type="pres">
      <dgm:prSet presAssocID="{39358E69-726A-4255-AA99-5DC22BB87D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C40528-01C3-47CC-8345-76D25030B471}" srcId="{23729AAF-17A7-413B-AF75-DD23711C4197}" destId="{39358E69-726A-4255-AA99-5DC22BB87DA2}" srcOrd="3" destOrd="0" parTransId="{16F7EF04-39DD-4E9E-A484-036664B160C3}" sibTransId="{87C41598-A043-41ED-9139-F7BA1BCFEB23}"/>
    <dgm:cxn modelId="{EA721D4C-7BEB-44C9-A888-24226B7B7161}" type="presOf" srcId="{39358E69-726A-4255-AA99-5DC22BB87DA2}" destId="{2E244367-598D-44E9-8550-06DC92F9A057}" srcOrd="0" destOrd="0" presId="urn:microsoft.com/office/officeart/2005/8/layout/vList2"/>
    <dgm:cxn modelId="{B8E33C6E-A7D2-48B0-81FE-5EA940FB789B}" srcId="{23729AAF-17A7-413B-AF75-DD23711C4197}" destId="{89228244-B832-4286-8231-FA62BA282C5B}" srcOrd="1" destOrd="0" parTransId="{916FAC37-5C05-4EE5-9EAB-FF8531887CD3}" sibTransId="{57FC61B2-E769-4E06-A13F-B3A6B7C32E71}"/>
    <dgm:cxn modelId="{BC598756-C3B1-4D22-A4FB-3E8B15477EEE}" srcId="{23729AAF-17A7-413B-AF75-DD23711C4197}" destId="{C19271F3-21EC-4DB8-B5E9-9078AEA08037}" srcOrd="0" destOrd="0" parTransId="{4A776388-FD0C-4F95-826F-75719B35E059}" sibTransId="{92A04A66-C164-4A8F-97A7-39674C93E801}"/>
    <dgm:cxn modelId="{18545981-2748-4A0F-927A-3D64419A832D}" type="presOf" srcId="{A43F07B0-5966-49A3-8443-6A1E435DDA49}" destId="{5A543789-E661-421E-A6B8-BB0CA91D485E}" srcOrd="0" destOrd="0" presId="urn:microsoft.com/office/officeart/2005/8/layout/vList2"/>
    <dgm:cxn modelId="{EEDAAAA1-8A8A-47C5-BB21-0AFEEA9C65E4}" type="presOf" srcId="{C19271F3-21EC-4DB8-B5E9-9078AEA08037}" destId="{818F082F-B3B7-4F5F-BFE2-9B315701FC93}" srcOrd="0" destOrd="0" presId="urn:microsoft.com/office/officeart/2005/8/layout/vList2"/>
    <dgm:cxn modelId="{7932A1B1-D523-4196-BCF4-20AB60F24003}" type="presOf" srcId="{23729AAF-17A7-413B-AF75-DD23711C4197}" destId="{913526D3-469C-4D57-AF11-BC610B9F698D}" srcOrd="0" destOrd="0" presId="urn:microsoft.com/office/officeart/2005/8/layout/vList2"/>
    <dgm:cxn modelId="{CB694ADA-57BA-4231-A454-58E9C73E7A96}" type="presOf" srcId="{89228244-B832-4286-8231-FA62BA282C5B}" destId="{66A08767-00DE-4368-B6A1-BEFD29B30645}" srcOrd="0" destOrd="0" presId="urn:microsoft.com/office/officeart/2005/8/layout/vList2"/>
    <dgm:cxn modelId="{E30C3FE7-7C3D-411D-8E10-DAFDD4958DAF}" srcId="{23729AAF-17A7-413B-AF75-DD23711C4197}" destId="{A43F07B0-5966-49A3-8443-6A1E435DDA49}" srcOrd="2" destOrd="0" parTransId="{86F58331-B414-4AFC-B4F5-A551F6446499}" sibTransId="{0FBF216B-9213-4DCD-ADE5-D40BD6C23C19}"/>
    <dgm:cxn modelId="{0A806D8B-92C6-4A5B-8AA7-B91F5322614E}" type="presParOf" srcId="{913526D3-469C-4D57-AF11-BC610B9F698D}" destId="{818F082F-B3B7-4F5F-BFE2-9B315701FC93}" srcOrd="0" destOrd="0" presId="urn:microsoft.com/office/officeart/2005/8/layout/vList2"/>
    <dgm:cxn modelId="{FC07118B-4BC7-491A-80E8-72D11FBADE15}" type="presParOf" srcId="{913526D3-469C-4D57-AF11-BC610B9F698D}" destId="{FD3F15D6-8344-4877-AB1D-EE8B06F0DCF2}" srcOrd="1" destOrd="0" presId="urn:microsoft.com/office/officeart/2005/8/layout/vList2"/>
    <dgm:cxn modelId="{02317B39-6BB0-48EC-8F52-C6FD374ACC25}" type="presParOf" srcId="{913526D3-469C-4D57-AF11-BC610B9F698D}" destId="{66A08767-00DE-4368-B6A1-BEFD29B30645}" srcOrd="2" destOrd="0" presId="urn:microsoft.com/office/officeart/2005/8/layout/vList2"/>
    <dgm:cxn modelId="{99FD00E6-260E-46B7-A354-CDF865026E1A}" type="presParOf" srcId="{913526D3-469C-4D57-AF11-BC610B9F698D}" destId="{FB4CAD2D-EAA7-4997-A6E6-BC5C9E8103A7}" srcOrd="3" destOrd="0" presId="urn:microsoft.com/office/officeart/2005/8/layout/vList2"/>
    <dgm:cxn modelId="{ABEC1520-6F89-4A4E-94B0-C2CA34BEB0C5}" type="presParOf" srcId="{913526D3-469C-4D57-AF11-BC610B9F698D}" destId="{5A543789-E661-421E-A6B8-BB0CA91D485E}" srcOrd="4" destOrd="0" presId="urn:microsoft.com/office/officeart/2005/8/layout/vList2"/>
    <dgm:cxn modelId="{1992851B-39E8-4935-AF98-836FA0D573FA}" type="presParOf" srcId="{913526D3-469C-4D57-AF11-BC610B9F698D}" destId="{AB848FB5-AAAE-4401-A2F5-64976131955C}" srcOrd="5" destOrd="0" presId="urn:microsoft.com/office/officeart/2005/8/layout/vList2"/>
    <dgm:cxn modelId="{1C71CCCD-754A-484F-B7B2-90EE3E3668EA}" type="presParOf" srcId="{913526D3-469C-4D57-AF11-BC610B9F698D}" destId="{2E244367-598D-44E9-8550-06DC92F9A0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4A419DF4-42A7-4D79-9807-8FED1103F7F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2240F50-789D-4080-BCC6-4A8F6074DCF6}">
      <dgm:prSet/>
      <dgm:spPr/>
      <dgm:t>
        <a:bodyPr/>
        <a:lstStyle/>
        <a:p>
          <a:r>
            <a:rPr lang="uk-UA" b="0" i="0" baseline="0"/>
            <a:t>Першому</a:t>
          </a:r>
          <a:endParaRPr lang="uk-UA"/>
        </a:p>
      </dgm:t>
    </dgm:pt>
    <dgm:pt modelId="{ADF024E6-CE05-4A9E-984F-D9520430569E}" type="parTrans" cxnId="{48F0BCAB-0880-41CE-96ED-01718D25F7E6}">
      <dgm:prSet/>
      <dgm:spPr/>
      <dgm:t>
        <a:bodyPr/>
        <a:lstStyle/>
        <a:p>
          <a:endParaRPr lang="uk-UA"/>
        </a:p>
      </dgm:t>
    </dgm:pt>
    <dgm:pt modelId="{DC77C303-89C6-426B-B305-97CBB3A1A9E2}" type="sibTrans" cxnId="{48F0BCAB-0880-41CE-96ED-01718D25F7E6}">
      <dgm:prSet/>
      <dgm:spPr/>
      <dgm:t>
        <a:bodyPr/>
        <a:lstStyle/>
        <a:p>
          <a:endParaRPr lang="uk-UA"/>
        </a:p>
      </dgm:t>
    </dgm:pt>
    <dgm:pt modelId="{5303B78A-A527-4CAA-B066-B086BEEE873A}">
      <dgm:prSet/>
      <dgm:spPr/>
      <dgm:t>
        <a:bodyPr/>
        <a:lstStyle/>
        <a:p>
          <a:r>
            <a:rPr lang="uk-UA" b="0" i="0" baseline="0"/>
            <a:t>Другому</a:t>
          </a:r>
          <a:endParaRPr lang="uk-UA"/>
        </a:p>
      </dgm:t>
    </dgm:pt>
    <dgm:pt modelId="{CFA2CAEE-DE19-4A34-BEE3-D6D0F94691CB}" type="parTrans" cxnId="{955C6FDD-D8FC-4D87-ABD2-E503D122EA29}">
      <dgm:prSet/>
      <dgm:spPr/>
      <dgm:t>
        <a:bodyPr/>
        <a:lstStyle/>
        <a:p>
          <a:endParaRPr lang="uk-UA"/>
        </a:p>
      </dgm:t>
    </dgm:pt>
    <dgm:pt modelId="{AE1B3578-5031-4A29-BA6E-608B3EDEE572}" type="sibTrans" cxnId="{955C6FDD-D8FC-4D87-ABD2-E503D122EA29}">
      <dgm:prSet/>
      <dgm:spPr/>
      <dgm:t>
        <a:bodyPr/>
        <a:lstStyle/>
        <a:p>
          <a:endParaRPr lang="uk-UA"/>
        </a:p>
      </dgm:t>
    </dgm:pt>
    <dgm:pt modelId="{BD340DF2-7BC3-42DC-BA4B-59F25646AAD8}">
      <dgm:prSet/>
      <dgm:spPr/>
      <dgm:t>
        <a:bodyPr/>
        <a:lstStyle/>
        <a:p>
          <a:r>
            <a:rPr lang="uk-UA" b="0" i="0" baseline="0"/>
            <a:t>Третьому</a:t>
          </a:r>
          <a:endParaRPr lang="uk-UA"/>
        </a:p>
      </dgm:t>
    </dgm:pt>
    <dgm:pt modelId="{7C0B1200-DA60-48E7-985D-99449F2CCD06}" type="parTrans" cxnId="{934D3349-9D4C-444C-A21C-727FB84F5229}">
      <dgm:prSet/>
      <dgm:spPr/>
      <dgm:t>
        <a:bodyPr/>
        <a:lstStyle/>
        <a:p>
          <a:endParaRPr lang="uk-UA"/>
        </a:p>
      </dgm:t>
    </dgm:pt>
    <dgm:pt modelId="{47F94DB6-4B78-4CF0-B4F1-66504A08FB89}" type="sibTrans" cxnId="{934D3349-9D4C-444C-A21C-727FB84F5229}">
      <dgm:prSet/>
      <dgm:spPr/>
      <dgm:t>
        <a:bodyPr/>
        <a:lstStyle/>
        <a:p>
          <a:endParaRPr lang="uk-UA"/>
        </a:p>
      </dgm:t>
    </dgm:pt>
    <dgm:pt modelId="{80CE7372-1EB2-4663-AF02-4E74B7B6FEC7}">
      <dgm:prSet/>
      <dgm:spPr/>
      <dgm:t>
        <a:bodyPr/>
        <a:lstStyle/>
        <a:p>
          <a:r>
            <a:rPr lang="uk-UA" b="0" i="0" baseline="0"/>
            <a:t>Четвертому</a:t>
          </a:r>
          <a:endParaRPr lang="uk-UA"/>
        </a:p>
      </dgm:t>
    </dgm:pt>
    <dgm:pt modelId="{6F97F05D-23F5-4321-B83C-215B8B890404}" type="parTrans" cxnId="{26ACE862-C90C-4467-B3D7-F61FB6AEC686}">
      <dgm:prSet/>
      <dgm:spPr/>
      <dgm:t>
        <a:bodyPr/>
        <a:lstStyle/>
        <a:p>
          <a:endParaRPr lang="uk-UA"/>
        </a:p>
      </dgm:t>
    </dgm:pt>
    <dgm:pt modelId="{4E54801E-4523-40EC-A9A5-5B5FF1E49C88}" type="sibTrans" cxnId="{26ACE862-C90C-4467-B3D7-F61FB6AEC686}">
      <dgm:prSet/>
      <dgm:spPr/>
      <dgm:t>
        <a:bodyPr/>
        <a:lstStyle/>
        <a:p>
          <a:endParaRPr lang="uk-UA"/>
        </a:p>
      </dgm:t>
    </dgm:pt>
    <dgm:pt modelId="{5E67BF4F-06FB-4F46-99A9-428FE8E01AF8}" type="pres">
      <dgm:prSet presAssocID="{4A419DF4-42A7-4D79-9807-8FED1103F7F1}" presName="linearFlow" presStyleCnt="0">
        <dgm:presLayoutVars>
          <dgm:dir/>
          <dgm:resizeHandles val="exact"/>
        </dgm:presLayoutVars>
      </dgm:prSet>
      <dgm:spPr/>
    </dgm:pt>
    <dgm:pt modelId="{3E9E732D-AE62-4FC8-9683-9E3BF1487315}" type="pres">
      <dgm:prSet presAssocID="{12240F50-789D-4080-BCC6-4A8F6074DCF6}" presName="composite" presStyleCnt="0"/>
      <dgm:spPr/>
    </dgm:pt>
    <dgm:pt modelId="{4B9DEE46-C1C5-41F7-821B-5174AD89DCF6}" type="pres">
      <dgm:prSet presAssocID="{12240F50-789D-4080-BCC6-4A8F6074DCF6}" presName="imgShp" presStyleLbl="fgImgPlace1" presStyleIdx="0" presStyleCnt="4"/>
      <dgm:spPr/>
    </dgm:pt>
    <dgm:pt modelId="{9BB02696-BF6B-454D-AA75-1C2887C29F5D}" type="pres">
      <dgm:prSet presAssocID="{12240F50-789D-4080-BCC6-4A8F6074DCF6}" presName="txShp" presStyleLbl="node1" presStyleIdx="0" presStyleCnt="4">
        <dgm:presLayoutVars>
          <dgm:bulletEnabled val="1"/>
        </dgm:presLayoutVars>
      </dgm:prSet>
      <dgm:spPr/>
    </dgm:pt>
    <dgm:pt modelId="{79B772F2-D08B-40EE-AD37-7CC90D869512}" type="pres">
      <dgm:prSet presAssocID="{DC77C303-89C6-426B-B305-97CBB3A1A9E2}" presName="spacing" presStyleCnt="0"/>
      <dgm:spPr/>
    </dgm:pt>
    <dgm:pt modelId="{D83BA662-E3B1-4234-B70C-0B5EB18BCD1C}" type="pres">
      <dgm:prSet presAssocID="{5303B78A-A527-4CAA-B066-B086BEEE873A}" presName="composite" presStyleCnt="0"/>
      <dgm:spPr/>
    </dgm:pt>
    <dgm:pt modelId="{E671C973-AC7C-468E-8AA8-005D9E4F5631}" type="pres">
      <dgm:prSet presAssocID="{5303B78A-A527-4CAA-B066-B086BEEE873A}" presName="imgShp" presStyleLbl="fgImgPlace1" presStyleIdx="1" presStyleCnt="4"/>
      <dgm:spPr/>
    </dgm:pt>
    <dgm:pt modelId="{FF14E79C-6ECD-47B1-9AF8-8158EA88ABDD}" type="pres">
      <dgm:prSet presAssocID="{5303B78A-A527-4CAA-B066-B086BEEE873A}" presName="txShp" presStyleLbl="node1" presStyleIdx="1" presStyleCnt="4">
        <dgm:presLayoutVars>
          <dgm:bulletEnabled val="1"/>
        </dgm:presLayoutVars>
      </dgm:prSet>
      <dgm:spPr/>
    </dgm:pt>
    <dgm:pt modelId="{C29C9012-6153-4882-A286-5733948537B4}" type="pres">
      <dgm:prSet presAssocID="{AE1B3578-5031-4A29-BA6E-608B3EDEE572}" presName="spacing" presStyleCnt="0"/>
      <dgm:spPr/>
    </dgm:pt>
    <dgm:pt modelId="{97B75215-BF28-40B4-B2E3-A6E8F5657E57}" type="pres">
      <dgm:prSet presAssocID="{BD340DF2-7BC3-42DC-BA4B-59F25646AAD8}" presName="composite" presStyleCnt="0"/>
      <dgm:spPr/>
    </dgm:pt>
    <dgm:pt modelId="{B8902F50-A186-495F-90DD-C1807AD27AE4}" type="pres">
      <dgm:prSet presAssocID="{BD340DF2-7BC3-42DC-BA4B-59F25646AAD8}" presName="imgShp" presStyleLbl="fgImgPlace1" presStyleIdx="2" presStyleCnt="4"/>
      <dgm:spPr/>
    </dgm:pt>
    <dgm:pt modelId="{4F58C82F-3476-466F-9692-A675ABB37267}" type="pres">
      <dgm:prSet presAssocID="{BD340DF2-7BC3-42DC-BA4B-59F25646AAD8}" presName="txShp" presStyleLbl="node1" presStyleIdx="2" presStyleCnt="4">
        <dgm:presLayoutVars>
          <dgm:bulletEnabled val="1"/>
        </dgm:presLayoutVars>
      </dgm:prSet>
      <dgm:spPr/>
    </dgm:pt>
    <dgm:pt modelId="{F3FAC6C9-D537-4B2D-98C0-7A5E2022A275}" type="pres">
      <dgm:prSet presAssocID="{47F94DB6-4B78-4CF0-B4F1-66504A08FB89}" presName="spacing" presStyleCnt="0"/>
      <dgm:spPr/>
    </dgm:pt>
    <dgm:pt modelId="{C2628B16-FF88-4C01-97E7-EFDF0E70CCC9}" type="pres">
      <dgm:prSet presAssocID="{80CE7372-1EB2-4663-AF02-4E74B7B6FEC7}" presName="composite" presStyleCnt="0"/>
      <dgm:spPr/>
    </dgm:pt>
    <dgm:pt modelId="{71A5363D-05AE-40B3-B236-4E7C526618D9}" type="pres">
      <dgm:prSet presAssocID="{80CE7372-1EB2-4663-AF02-4E74B7B6FEC7}" presName="imgShp" presStyleLbl="fgImgPlace1" presStyleIdx="3" presStyleCnt="4"/>
      <dgm:spPr/>
    </dgm:pt>
    <dgm:pt modelId="{96325F01-8C2C-4EE0-A53E-AFE7F7E5A61A}" type="pres">
      <dgm:prSet presAssocID="{80CE7372-1EB2-4663-AF02-4E74B7B6FEC7}" presName="txShp" presStyleLbl="node1" presStyleIdx="3" presStyleCnt="4">
        <dgm:presLayoutVars>
          <dgm:bulletEnabled val="1"/>
        </dgm:presLayoutVars>
      </dgm:prSet>
      <dgm:spPr/>
    </dgm:pt>
  </dgm:ptLst>
  <dgm:cxnLst>
    <dgm:cxn modelId="{28060212-DBAE-4C87-9142-C3CD0F3E9DF1}" type="presOf" srcId="{4A419DF4-42A7-4D79-9807-8FED1103F7F1}" destId="{5E67BF4F-06FB-4F46-99A9-428FE8E01AF8}" srcOrd="0" destOrd="0" presId="urn:microsoft.com/office/officeart/2005/8/layout/vList3"/>
    <dgm:cxn modelId="{C3E48C14-C769-4CC0-BA9B-BAE925C2FF0C}" type="presOf" srcId="{12240F50-789D-4080-BCC6-4A8F6074DCF6}" destId="{9BB02696-BF6B-454D-AA75-1C2887C29F5D}" srcOrd="0" destOrd="0" presId="urn:microsoft.com/office/officeart/2005/8/layout/vList3"/>
    <dgm:cxn modelId="{302A383D-5ABB-4528-AC86-1C4787C22E57}" type="presOf" srcId="{80CE7372-1EB2-4663-AF02-4E74B7B6FEC7}" destId="{96325F01-8C2C-4EE0-A53E-AFE7F7E5A61A}" srcOrd="0" destOrd="0" presId="urn:microsoft.com/office/officeart/2005/8/layout/vList3"/>
    <dgm:cxn modelId="{A5E5C85D-7313-433E-A109-3867C8315AB8}" type="presOf" srcId="{5303B78A-A527-4CAA-B066-B086BEEE873A}" destId="{FF14E79C-6ECD-47B1-9AF8-8158EA88ABDD}" srcOrd="0" destOrd="0" presId="urn:microsoft.com/office/officeart/2005/8/layout/vList3"/>
    <dgm:cxn modelId="{26ACE862-C90C-4467-B3D7-F61FB6AEC686}" srcId="{4A419DF4-42A7-4D79-9807-8FED1103F7F1}" destId="{80CE7372-1EB2-4663-AF02-4E74B7B6FEC7}" srcOrd="3" destOrd="0" parTransId="{6F97F05D-23F5-4321-B83C-215B8B890404}" sibTransId="{4E54801E-4523-40EC-A9A5-5B5FF1E49C88}"/>
    <dgm:cxn modelId="{934D3349-9D4C-444C-A21C-727FB84F5229}" srcId="{4A419DF4-42A7-4D79-9807-8FED1103F7F1}" destId="{BD340DF2-7BC3-42DC-BA4B-59F25646AAD8}" srcOrd="2" destOrd="0" parTransId="{7C0B1200-DA60-48E7-985D-99449F2CCD06}" sibTransId="{47F94DB6-4B78-4CF0-B4F1-66504A08FB89}"/>
    <dgm:cxn modelId="{5D4E4889-5CA0-41F2-AAB9-FDFC76BB809F}" type="presOf" srcId="{BD340DF2-7BC3-42DC-BA4B-59F25646AAD8}" destId="{4F58C82F-3476-466F-9692-A675ABB37267}" srcOrd="0" destOrd="0" presId="urn:microsoft.com/office/officeart/2005/8/layout/vList3"/>
    <dgm:cxn modelId="{48F0BCAB-0880-41CE-96ED-01718D25F7E6}" srcId="{4A419DF4-42A7-4D79-9807-8FED1103F7F1}" destId="{12240F50-789D-4080-BCC6-4A8F6074DCF6}" srcOrd="0" destOrd="0" parTransId="{ADF024E6-CE05-4A9E-984F-D9520430569E}" sibTransId="{DC77C303-89C6-426B-B305-97CBB3A1A9E2}"/>
    <dgm:cxn modelId="{955C6FDD-D8FC-4D87-ABD2-E503D122EA29}" srcId="{4A419DF4-42A7-4D79-9807-8FED1103F7F1}" destId="{5303B78A-A527-4CAA-B066-B086BEEE873A}" srcOrd="1" destOrd="0" parTransId="{CFA2CAEE-DE19-4A34-BEE3-D6D0F94691CB}" sibTransId="{AE1B3578-5031-4A29-BA6E-608B3EDEE572}"/>
    <dgm:cxn modelId="{B2FF45D7-3E19-4D4E-BB29-19E9743410FD}" type="presParOf" srcId="{5E67BF4F-06FB-4F46-99A9-428FE8E01AF8}" destId="{3E9E732D-AE62-4FC8-9683-9E3BF1487315}" srcOrd="0" destOrd="0" presId="urn:microsoft.com/office/officeart/2005/8/layout/vList3"/>
    <dgm:cxn modelId="{59F4FBA8-AD3A-481F-8329-AFFD4632FC33}" type="presParOf" srcId="{3E9E732D-AE62-4FC8-9683-9E3BF1487315}" destId="{4B9DEE46-C1C5-41F7-821B-5174AD89DCF6}" srcOrd="0" destOrd="0" presId="urn:microsoft.com/office/officeart/2005/8/layout/vList3"/>
    <dgm:cxn modelId="{28F78BB2-05FD-41F0-871D-EE595A4D6217}" type="presParOf" srcId="{3E9E732D-AE62-4FC8-9683-9E3BF1487315}" destId="{9BB02696-BF6B-454D-AA75-1C2887C29F5D}" srcOrd="1" destOrd="0" presId="urn:microsoft.com/office/officeart/2005/8/layout/vList3"/>
    <dgm:cxn modelId="{D47E4111-60AE-40DD-BCA0-610876EC3EC4}" type="presParOf" srcId="{5E67BF4F-06FB-4F46-99A9-428FE8E01AF8}" destId="{79B772F2-D08B-40EE-AD37-7CC90D869512}" srcOrd="1" destOrd="0" presId="urn:microsoft.com/office/officeart/2005/8/layout/vList3"/>
    <dgm:cxn modelId="{8D81F9F5-0336-4593-B637-64FF1AEE0EC6}" type="presParOf" srcId="{5E67BF4F-06FB-4F46-99A9-428FE8E01AF8}" destId="{D83BA662-E3B1-4234-B70C-0B5EB18BCD1C}" srcOrd="2" destOrd="0" presId="urn:microsoft.com/office/officeart/2005/8/layout/vList3"/>
    <dgm:cxn modelId="{4BA826F3-74AD-4F58-9A9C-03AD6C0BC698}" type="presParOf" srcId="{D83BA662-E3B1-4234-B70C-0B5EB18BCD1C}" destId="{E671C973-AC7C-468E-8AA8-005D9E4F5631}" srcOrd="0" destOrd="0" presId="urn:microsoft.com/office/officeart/2005/8/layout/vList3"/>
    <dgm:cxn modelId="{76B100CE-EEBA-4C1C-92E7-8211110E343E}" type="presParOf" srcId="{D83BA662-E3B1-4234-B70C-0B5EB18BCD1C}" destId="{FF14E79C-6ECD-47B1-9AF8-8158EA88ABDD}" srcOrd="1" destOrd="0" presId="urn:microsoft.com/office/officeart/2005/8/layout/vList3"/>
    <dgm:cxn modelId="{5735B95A-67BF-443B-8DCA-A65241318CAA}" type="presParOf" srcId="{5E67BF4F-06FB-4F46-99A9-428FE8E01AF8}" destId="{C29C9012-6153-4882-A286-5733948537B4}" srcOrd="3" destOrd="0" presId="urn:microsoft.com/office/officeart/2005/8/layout/vList3"/>
    <dgm:cxn modelId="{A86A6778-03D4-4EF3-84F4-C6F5396FECC9}" type="presParOf" srcId="{5E67BF4F-06FB-4F46-99A9-428FE8E01AF8}" destId="{97B75215-BF28-40B4-B2E3-A6E8F5657E57}" srcOrd="4" destOrd="0" presId="urn:microsoft.com/office/officeart/2005/8/layout/vList3"/>
    <dgm:cxn modelId="{12B9F04B-0010-4CAE-95F5-001360910B6D}" type="presParOf" srcId="{97B75215-BF28-40B4-B2E3-A6E8F5657E57}" destId="{B8902F50-A186-495F-90DD-C1807AD27AE4}" srcOrd="0" destOrd="0" presId="urn:microsoft.com/office/officeart/2005/8/layout/vList3"/>
    <dgm:cxn modelId="{A7D4B483-B6AC-4E96-8A5E-D8DF615E4F42}" type="presParOf" srcId="{97B75215-BF28-40B4-B2E3-A6E8F5657E57}" destId="{4F58C82F-3476-466F-9692-A675ABB37267}" srcOrd="1" destOrd="0" presId="urn:microsoft.com/office/officeart/2005/8/layout/vList3"/>
    <dgm:cxn modelId="{F9B12398-DBA5-48B4-8409-A1C6E3544B5B}" type="presParOf" srcId="{5E67BF4F-06FB-4F46-99A9-428FE8E01AF8}" destId="{F3FAC6C9-D537-4B2D-98C0-7A5E2022A275}" srcOrd="5" destOrd="0" presId="urn:microsoft.com/office/officeart/2005/8/layout/vList3"/>
    <dgm:cxn modelId="{1090547C-D853-49DE-9B22-87A8C7E5F525}" type="presParOf" srcId="{5E67BF4F-06FB-4F46-99A9-428FE8E01AF8}" destId="{C2628B16-FF88-4C01-97E7-EFDF0E70CCC9}" srcOrd="6" destOrd="0" presId="urn:microsoft.com/office/officeart/2005/8/layout/vList3"/>
    <dgm:cxn modelId="{F1648B64-93F5-4A83-BA82-F3EFD0A71B38}" type="presParOf" srcId="{C2628B16-FF88-4C01-97E7-EFDF0E70CCC9}" destId="{71A5363D-05AE-40B3-B236-4E7C526618D9}" srcOrd="0" destOrd="0" presId="urn:microsoft.com/office/officeart/2005/8/layout/vList3"/>
    <dgm:cxn modelId="{921DF08B-2539-49B6-BEF8-5110674426D8}" type="presParOf" srcId="{C2628B16-FF88-4C01-97E7-EFDF0E70CCC9}" destId="{96325F01-8C2C-4EE0-A53E-AFE7F7E5A61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704EF82-344E-4C2C-8603-9759087FAFD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BE2C009-DA3A-409E-A7B5-43DEF52F08BB}">
      <dgm:prSet/>
      <dgm:spPr/>
      <dgm:t>
        <a:bodyPr/>
        <a:lstStyle/>
        <a:p>
          <a:r>
            <a:rPr lang="uk-UA" b="0" i="0" baseline="0"/>
            <a:t>Перший Універсал</a:t>
          </a:r>
          <a:endParaRPr lang="uk-UA"/>
        </a:p>
      </dgm:t>
    </dgm:pt>
    <dgm:pt modelId="{F634B71D-DB57-47A7-8033-7CA0B45A16E9}" type="parTrans" cxnId="{6CA35F23-9887-4CC9-AD03-05EC887241B8}">
      <dgm:prSet/>
      <dgm:spPr/>
      <dgm:t>
        <a:bodyPr/>
        <a:lstStyle/>
        <a:p>
          <a:endParaRPr lang="uk-UA"/>
        </a:p>
      </dgm:t>
    </dgm:pt>
    <dgm:pt modelId="{A44187D7-4C73-4EB1-94FE-7D4DE2E966C4}" type="sibTrans" cxnId="{6CA35F23-9887-4CC9-AD03-05EC887241B8}">
      <dgm:prSet/>
      <dgm:spPr/>
      <dgm:t>
        <a:bodyPr/>
        <a:lstStyle/>
        <a:p>
          <a:endParaRPr lang="uk-UA"/>
        </a:p>
      </dgm:t>
    </dgm:pt>
    <dgm:pt modelId="{77C6AE23-A819-43DF-B713-465511A8A986}">
      <dgm:prSet/>
      <dgm:spPr/>
      <dgm:t>
        <a:bodyPr/>
        <a:lstStyle/>
        <a:p>
          <a:r>
            <a:rPr lang="uk-UA" b="0" i="0" baseline="0"/>
            <a:t>Другий Універсал</a:t>
          </a:r>
          <a:endParaRPr lang="uk-UA"/>
        </a:p>
      </dgm:t>
    </dgm:pt>
    <dgm:pt modelId="{12D8D78F-3899-4086-A042-21D047D5CCD3}" type="parTrans" cxnId="{F3BC7881-808D-49CE-8CEA-BAA4EAB92E77}">
      <dgm:prSet/>
      <dgm:spPr/>
      <dgm:t>
        <a:bodyPr/>
        <a:lstStyle/>
        <a:p>
          <a:endParaRPr lang="uk-UA"/>
        </a:p>
      </dgm:t>
    </dgm:pt>
    <dgm:pt modelId="{F2981863-582B-4B1D-843B-4A9257A5F80D}" type="sibTrans" cxnId="{F3BC7881-808D-49CE-8CEA-BAA4EAB92E77}">
      <dgm:prSet/>
      <dgm:spPr/>
      <dgm:t>
        <a:bodyPr/>
        <a:lstStyle/>
        <a:p>
          <a:endParaRPr lang="uk-UA"/>
        </a:p>
      </dgm:t>
    </dgm:pt>
    <dgm:pt modelId="{41DE3C65-A02E-4537-9B25-4A05354C6558}">
      <dgm:prSet/>
      <dgm:spPr/>
      <dgm:t>
        <a:bodyPr/>
        <a:lstStyle/>
        <a:p>
          <a:r>
            <a:rPr lang="uk-UA" b="0" i="0" baseline="0"/>
            <a:t>Третій Універсал</a:t>
          </a:r>
          <a:endParaRPr lang="uk-UA"/>
        </a:p>
      </dgm:t>
    </dgm:pt>
    <dgm:pt modelId="{73E25AA2-7C99-4FF2-9B69-1F00DCFD86DE}" type="parTrans" cxnId="{A40A7FC2-569A-43AE-A9E3-9ED33D6ADA53}">
      <dgm:prSet/>
      <dgm:spPr/>
      <dgm:t>
        <a:bodyPr/>
        <a:lstStyle/>
        <a:p>
          <a:endParaRPr lang="uk-UA"/>
        </a:p>
      </dgm:t>
    </dgm:pt>
    <dgm:pt modelId="{72C0CB81-A089-424F-8FEC-690C1C3268DC}" type="sibTrans" cxnId="{A40A7FC2-569A-43AE-A9E3-9ED33D6ADA53}">
      <dgm:prSet/>
      <dgm:spPr/>
      <dgm:t>
        <a:bodyPr/>
        <a:lstStyle/>
        <a:p>
          <a:endParaRPr lang="uk-UA"/>
        </a:p>
      </dgm:t>
    </dgm:pt>
    <dgm:pt modelId="{609DCD59-9D2B-4994-8F20-86D49E8FC85B}">
      <dgm:prSet/>
      <dgm:spPr/>
      <dgm:t>
        <a:bodyPr/>
        <a:lstStyle/>
        <a:p>
          <a:r>
            <a:rPr lang="uk-UA" b="0" i="0" baseline="0"/>
            <a:t>Четвертий Універсал</a:t>
          </a:r>
          <a:endParaRPr lang="uk-UA"/>
        </a:p>
      </dgm:t>
    </dgm:pt>
    <dgm:pt modelId="{0A2ADB4E-A91B-4128-8BE0-0FCC63B69460}" type="parTrans" cxnId="{144CC363-62E4-42B3-BE15-15ED29B67070}">
      <dgm:prSet/>
      <dgm:spPr/>
      <dgm:t>
        <a:bodyPr/>
        <a:lstStyle/>
        <a:p>
          <a:endParaRPr lang="uk-UA"/>
        </a:p>
      </dgm:t>
    </dgm:pt>
    <dgm:pt modelId="{5E9099DF-DE68-45F9-8054-437D38782653}" type="sibTrans" cxnId="{144CC363-62E4-42B3-BE15-15ED29B67070}">
      <dgm:prSet/>
      <dgm:spPr/>
      <dgm:t>
        <a:bodyPr/>
        <a:lstStyle/>
        <a:p>
          <a:endParaRPr lang="uk-UA"/>
        </a:p>
      </dgm:t>
    </dgm:pt>
    <dgm:pt modelId="{AF1D45DD-1B81-41CC-89E0-BD09CEA21576}" type="pres">
      <dgm:prSet presAssocID="{5704EF82-344E-4C2C-8603-9759087FAFD0}" presName="linearFlow" presStyleCnt="0">
        <dgm:presLayoutVars>
          <dgm:dir/>
          <dgm:resizeHandles val="exact"/>
        </dgm:presLayoutVars>
      </dgm:prSet>
      <dgm:spPr/>
    </dgm:pt>
    <dgm:pt modelId="{A3492F3F-705F-436C-8441-1EAAFCBA4304}" type="pres">
      <dgm:prSet presAssocID="{BBE2C009-DA3A-409E-A7B5-43DEF52F08BB}" presName="composite" presStyleCnt="0"/>
      <dgm:spPr/>
    </dgm:pt>
    <dgm:pt modelId="{47190F83-5D0B-4ECA-914D-40F53E4882B7}" type="pres">
      <dgm:prSet presAssocID="{BBE2C009-DA3A-409E-A7B5-43DEF52F08BB}" presName="imgShp" presStyleLbl="fgImgPlace1" presStyleIdx="0" presStyleCnt="4"/>
      <dgm:spPr/>
    </dgm:pt>
    <dgm:pt modelId="{BCE46A69-4222-4F20-BE45-266D21B6AD1B}" type="pres">
      <dgm:prSet presAssocID="{BBE2C009-DA3A-409E-A7B5-43DEF52F08BB}" presName="txShp" presStyleLbl="node1" presStyleIdx="0" presStyleCnt="4">
        <dgm:presLayoutVars>
          <dgm:bulletEnabled val="1"/>
        </dgm:presLayoutVars>
      </dgm:prSet>
      <dgm:spPr/>
    </dgm:pt>
    <dgm:pt modelId="{A1905DD7-8CCD-47F2-B0A8-1D8EF0B7C50E}" type="pres">
      <dgm:prSet presAssocID="{A44187D7-4C73-4EB1-94FE-7D4DE2E966C4}" presName="spacing" presStyleCnt="0"/>
      <dgm:spPr/>
    </dgm:pt>
    <dgm:pt modelId="{777117FE-71DA-4424-AC6E-743E603604F9}" type="pres">
      <dgm:prSet presAssocID="{77C6AE23-A819-43DF-B713-465511A8A986}" presName="composite" presStyleCnt="0"/>
      <dgm:spPr/>
    </dgm:pt>
    <dgm:pt modelId="{18C2224C-E5AE-406B-80CC-88EA963F087D}" type="pres">
      <dgm:prSet presAssocID="{77C6AE23-A819-43DF-B713-465511A8A986}" presName="imgShp" presStyleLbl="fgImgPlace1" presStyleIdx="1" presStyleCnt="4"/>
      <dgm:spPr/>
    </dgm:pt>
    <dgm:pt modelId="{733D4417-ED98-4BF7-8BB2-96AB70DD106D}" type="pres">
      <dgm:prSet presAssocID="{77C6AE23-A819-43DF-B713-465511A8A986}" presName="txShp" presStyleLbl="node1" presStyleIdx="1" presStyleCnt="4">
        <dgm:presLayoutVars>
          <dgm:bulletEnabled val="1"/>
        </dgm:presLayoutVars>
      </dgm:prSet>
      <dgm:spPr/>
    </dgm:pt>
    <dgm:pt modelId="{38987EE1-491E-4ACC-8741-C873F8910E9B}" type="pres">
      <dgm:prSet presAssocID="{F2981863-582B-4B1D-843B-4A9257A5F80D}" presName="spacing" presStyleCnt="0"/>
      <dgm:spPr/>
    </dgm:pt>
    <dgm:pt modelId="{5EE1DCE5-6D35-48B3-99F6-184D54B3A817}" type="pres">
      <dgm:prSet presAssocID="{41DE3C65-A02E-4537-9B25-4A05354C6558}" presName="composite" presStyleCnt="0"/>
      <dgm:spPr/>
    </dgm:pt>
    <dgm:pt modelId="{A7F0E119-0987-4A3C-A485-B18B1B4508EC}" type="pres">
      <dgm:prSet presAssocID="{41DE3C65-A02E-4537-9B25-4A05354C6558}" presName="imgShp" presStyleLbl="fgImgPlace1" presStyleIdx="2" presStyleCnt="4"/>
      <dgm:spPr/>
    </dgm:pt>
    <dgm:pt modelId="{847C7F98-65F4-4B8F-99F2-396D88B5BEF1}" type="pres">
      <dgm:prSet presAssocID="{41DE3C65-A02E-4537-9B25-4A05354C6558}" presName="txShp" presStyleLbl="node1" presStyleIdx="2" presStyleCnt="4">
        <dgm:presLayoutVars>
          <dgm:bulletEnabled val="1"/>
        </dgm:presLayoutVars>
      </dgm:prSet>
      <dgm:spPr/>
    </dgm:pt>
    <dgm:pt modelId="{68C0CC71-93B8-49C2-9836-E1D3EDFFFBE1}" type="pres">
      <dgm:prSet presAssocID="{72C0CB81-A089-424F-8FEC-690C1C3268DC}" presName="spacing" presStyleCnt="0"/>
      <dgm:spPr/>
    </dgm:pt>
    <dgm:pt modelId="{CABD2132-F3E6-4988-BEC6-EB50670BCCF9}" type="pres">
      <dgm:prSet presAssocID="{609DCD59-9D2B-4994-8F20-86D49E8FC85B}" presName="composite" presStyleCnt="0"/>
      <dgm:spPr/>
    </dgm:pt>
    <dgm:pt modelId="{0FE3FA71-E584-4A31-A0A3-6E0C8E93D626}" type="pres">
      <dgm:prSet presAssocID="{609DCD59-9D2B-4994-8F20-86D49E8FC85B}" presName="imgShp" presStyleLbl="fgImgPlace1" presStyleIdx="3" presStyleCnt="4"/>
      <dgm:spPr/>
    </dgm:pt>
    <dgm:pt modelId="{C4C25699-8E98-4BD4-BC71-485C86097D9F}" type="pres">
      <dgm:prSet presAssocID="{609DCD59-9D2B-4994-8F20-86D49E8FC85B}" presName="txShp" presStyleLbl="node1" presStyleIdx="3" presStyleCnt="4">
        <dgm:presLayoutVars>
          <dgm:bulletEnabled val="1"/>
        </dgm:presLayoutVars>
      </dgm:prSet>
      <dgm:spPr/>
    </dgm:pt>
  </dgm:ptLst>
  <dgm:cxnLst>
    <dgm:cxn modelId="{EBE6C610-E625-4F60-B57F-7B10E6A4E0E3}" type="presOf" srcId="{5704EF82-344E-4C2C-8603-9759087FAFD0}" destId="{AF1D45DD-1B81-41CC-89E0-BD09CEA21576}" srcOrd="0" destOrd="0" presId="urn:microsoft.com/office/officeart/2005/8/layout/vList3"/>
    <dgm:cxn modelId="{6CA35F23-9887-4CC9-AD03-05EC887241B8}" srcId="{5704EF82-344E-4C2C-8603-9759087FAFD0}" destId="{BBE2C009-DA3A-409E-A7B5-43DEF52F08BB}" srcOrd="0" destOrd="0" parTransId="{F634B71D-DB57-47A7-8033-7CA0B45A16E9}" sibTransId="{A44187D7-4C73-4EB1-94FE-7D4DE2E966C4}"/>
    <dgm:cxn modelId="{224C1340-4039-46E5-BF07-28E0A42048E3}" type="presOf" srcId="{77C6AE23-A819-43DF-B713-465511A8A986}" destId="{733D4417-ED98-4BF7-8BB2-96AB70DD106D}" srcOrd="0" destOrd="0" presId="urn:microsoft.com/office/officeart/2005/8/layout/vList3"/>
    <dgm:cxn modelId="{435D7142-0776-41B5-8F29-50740220EAB7}" type="presOf" srcId="{BBE2C009-DA3A-409E-A7B5-43DEF52F08BB}" destId="{BCE46A69-4222-4F20-BE45-266D21B6AD1B}" srcOrd="0" destOrd="0" presId="urn:microsoft.com/office/officeart/2005/8/layout/vList3"/>
    <dgm:cxn modelId="{144CC363-62E4-42B3-BE15-15ED29B67070}" srcId="{5704EF82-344E-4C2C-8603-9759087FAFD0}" destId="{609DCD59-9D2B-4994-8F20-86D49E8FC85B}" srcOrd="3" destOrd="0" parTransId="{0A2ADB4E-A91B-4128-8BE0-0FCC63B69460}" sibTransId="{5E9099DF-DE68-45F9-8054-437D38782653}"/>
    <dgm:cxn modelId="{1CEC8B69-718C-4D84-B9A3-C09478052819}" type="presOf" srcId="{609DCD59-9D2B-4994-8F20-86D49E8FC85B}" destId="{C4C25699-8E98-4BD4-BC71-485C86097D9F}" srcOrd="0" destOrd="0" presId="urn:microsoft.com/office/officeart/2005/8/layout/vList3"/>
    <dgm:cxn modelId="{FFBD8B53-E741-4140-8C82-C77F7603DC69}" type="presOf" srcId="{41DE3C65-A02E-4537-9B25-4A05354C6558}" destId="{847C7F98-65F4-4B8F-99F2-396D88B5BEF1}" srcOrd="0" destOrd="0" presId="urn:microsoft.com/office/officeart/2005/8/layout/vList3"/>
    <dgm:cxn modelId="{F3BC7881-808D-49CE-8CEA-BAA4EAB92E77}" srcId="{5704EF82-344E-4C2C-8603-9759087FAFD0}" destId="{77C6AE23-A819-43DF-B713-465511A8A986}" srcOrd="1" destOrd="0" parTransId="{12D8D78F-3899-4086-A042-21D047D5CCD3}" sibTransId="{F2981863-582B-4B1D-843B-4A9257A5F80D}"/>
    <dgm:cxn modelId="{A40A7FC2-569A-43AE-A9E3-9ED33D6ADA53}" srcId="{5704EF82-344E-4C2C-8603-9759087FAFD0}" destId="{41DE3C65-A02E-4537-9B25-4A05354C6558}" srcOrd="2" destOrd="0" parTransId="{73E25AA2-7C99-4FF2-9B69-1F00DCFD86DE}" sibTransId="{72C0CB81-A089-424F-8FEC-690C1C3268DC}"/>
    <dgm:cxn modelId="{C0F754FB-FAB8-4180-B915-E6F728F98D1E}" type="presParOf" srcId="{AF1D45DD-1B81-41CC-89E0-BD09CEA21576}" destId="{A3492F3F-705F-436C-8441-1EAAFCBA4304}" srcOrd="0" destOrd="0" presId="urn:microsoft.com/office/officeart/2005/8/layout/vList3"/>
    <dgm:cxn modelId="{D5D0A576-3C27-4CA3-B4CD-69A5F562F465}" type="presParOf" srcId="{A3492F3F-705F-436C-8441-1EAAFCBA4304}" destId="{47190F83-5D0B-4ECA-914D-40F53E4882B7}" srcOrd="0" destOrd="0" presId="urn:microsoft.com/office/officeart/2005/8/layout/vList3"/>
    <dgm:cxn modelId="{26ECDD7F-B4CB-40AC-94A6-CF455F2A6B85}" type="presParOf" srcId="{A3492F3F-705F-436C-8441-1EAAFCBA4304}" destId="{BCE46A69-4222-4F20-BE45-266D21B6AD1B}" srcOrd="1" destOrd="0" presId="urn:microsoft.com/office/officeart/2005/8/layout/vList3"/>
    <dgm:cxn modelId="{6643E472-D6A0-4488-8CCC-D48407EC489F}" type="presParOf" srcId="{AF1D45DD-1B81-41CC-89E0-BD09CEA21576}" destId="{A1905DD7-8CCD-47F2-B0A8-1D8EF0B7C50E}" srcOrd="1" destOrd="0" presId="urn:microsoft.com/office/officeart/2005/8/layout/vList3"/>
    <dgm:cxn modelId="{006A2209-16C1-4273-A80C-5EE6FFDAACBD}" type="presParOf" srcId="{AF1D45DD-1B81-41CC-89E0-BD09CEA21576}" destId="{777117FE-71DA-4424-AC6E-743E603604F9}" srcOrd="2" destOrd="0" presId="urn:microsoft.com/office/officeart/2005/8/layout/vList3"/>
    <dgm:cxn modelId="{680169E8-7277-453B-B9E4-D3896BC78042}" type="presParOf" srcId="{777117FE-71DA-4424-AC6E-743E603604F9}" destId="{18C2224C-E5AE-406B-80CC-88EA963F087D}" srcOrd="0" destOrd="0" presId="urn:microsoft.com/office/officeart/2005/8/layout/vList3"/>
    <dgm:cxn modelId="{E330A408-52CB-476E-A786-BC3B27D1FE03}" type="presParOf" srcId="{777117FE-71DA-4424-AC6E-743E603604F9}" destId="{733D4417-ED98-4BF7-8BB2-96AB70DD106D}" srcOrd="1" destOrd="0" presId="urn:microsoft.com/office/officeart/2005/8/layout/vList3"/>
    <dgm:cxn modelId="{EEE58DED-443F-4375-9F1E-AA6C3E89CC53}" type="presParOf" srcId="{AF1D45DD-1B81-41CC-89E0-BD09CEA21576}" destId="{38987EE1-491E-4ACC-8741-C873F8910E9B}" srcOrd="3" destOrd="0" presId="urn:microsoft.com/office/officeart/2005/8/layout/vList3"/>
    <dgm:cxn modelId="{F761B206-379B-42F4-8A72-7CEEB84B2FDC}" type="presParOf" srcId="{AF1D45DD-1B81-41CC-89E0-BD09CEA21576}" destId="{5EE1DCE5-6D35-48B3-99F6-184D54B3A817}" srcOrd="4" destOrd="0" presId="urn:microsoft.com/office/officeart/2005/8/layout/vList3"/>
    <dgm:cxn modelId="{1D4A682C-E80B-4BE9-A186-661D45FCAD93}" type="presParOf" srcId="{5EE1DCE5-6D35-48B3-99F6-184D54B3A817}" destId="{A7F0E119-0987-4A3C-A485-B18B1B4508EC}" srcOrd="0" destOrd="0" presId="urn:microsoft.com/office/officeart/2005/8/layout/vList3"/>
    <dgm:cxn modelId="{678B4844-378E-441B-B443-FAB728B255DA}" type="presParOf" srcId="{5EE1DCE5-6D35-48B3-99F6-184D54B3A817}" destId="{847C7F98-65F4-4B8F-99F2-396D88B5BEF1}" srcOrd="1" destOrd="0" presId="urn:microsoft.com/office/officeart/2005/8/layout/vList3"/>
    <dgm:cxn modelId="{322CB198-3545-4448-958A-28A4ED53E6B3}" type="presParOf" srcId="{AF1D45DD-1B81-41CC-89E0-BD09CEA21576}" destId="{68C0CC71-93B8-49C2-9836-E1D3EDFFFBE1}" srcOrd="5" destOrd="0" presId="urn:microsoft.com/office/officeart/2005/8/layout/vList3"/>
    <dgm:cxn modelId="{D1289D22-E67F-4E98-A148-F547831F49E6}" type="presParOf" srcId="{AF1D45DD-1B81-41CC-89E0-BD09CEA21576}" destId="{CABD2132-F3E6-4988-BEC6-EB50670BCCF9}" srcOrd="6" destOrd="0" presId="urn:microsoft.com/office/officeart/2005/8/layout/vList3"/>
    <dgm:cxn modelId="{84FBAD1D-38B2-4926-B9F7-E2E62666F72B}" type="presParOf" srcId="{CABD2132-F3E6-4988-BEC6-EB50670BCCF9}" destId="{0FE3FA71-E584-4A31-A0A3-6E0C8E93D626}" srcOrd="0" destOrd="0" presId="urn:microsoft.com/office/officeart/2005/8/layout/vList3"/>
    <dgm:cxn modelId="{7820E77C-C691-496F-A886-03745A778C97}" type="presParOf" srcId="{CABD2132-F3E6-4988-BEC6-EB50670BCCF9}" destId="{C4C25699-8E98-4BD4-BC71-485C86097D9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A67DAE9-0E10-4238-A0D5-38140B41AAD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1522A2-E76E-4C85-B8B8-51F7A08E872B}">
      <dgm:prSet/>
      <dgm:spPr/>
      <dgm:t>
        <a:bodyPr/>
        <a:lstStyle/>
        <a:p>
          <a:r>
            <a:rPr lang="ru-RU" b="0" i="0" baseline="0"/>
            <a:t>«Хай живе самостійна Україна!»</a:t>
          </a:r>
          <a:endParaRPr lang="uk-UA"/>
        </a:p>
      </dgm:t>
    </dgm:pt>
    <dgm:pt modelId="{81E503F9-3419-4034-8782-B1796DA01360}" type="parTrans" cxnId="{B16FC88E-5A29-4039-9003-E44CDB863955}">
      <dgm:prSet/>
      <dgm:spPr/>
      <dgm:t>
        <a:bodyPr/>
        <a:lstStyle/>
        <a:p>
          <a:endParaRPr lang="uk-UA"/>
        </a:p>
      </dgm:t>
    </dgm:pt>
    <dgm:pt modelId="{E53F2311-270F-420E-983F-2F07F7B7B609}" type="sibTrans" cxnId="{B16FC88E-5A29-4039-9003-E44CDB863955}">
      <dgm:prSet/>
      <dgm:spPr/>
      <dgm:t>
        <a:bodyPr/>
        <a:lstStyle/>
        <a:p>
          <a:endParaRPr lang="uk-UA"/>
        </a:p>
      </dgm:t>
    </dgm:pt>
    <dgm:pt modelId="{CEBABABF-6470-45A0-94B8-5531EDD704AB}">
      <dgm:prSet/>
      <dgm:spPr/>
      <dgm:t>
        <a:bodyPr/>
        <a:lstStyle/>
        <a:p>
          <a:r>
            <a:rPr lang="ru-RU" b="0" i="0" baseline="0"/>
            <a:t>«Україна для українців!»</a:t>
          </a:r>
          <a:endParaRPr lang="uk-UA"/>
        </a:p>
      </dgm:t>
    </dgm:pt>
    <dgm:pt modelId="{24D11D4A-BA4B-4CD1-B400-CFCEE66C2A3D}" type="parTrans" cxnId="{F8977E87-39CB-4453-89BD-FCCC2BD5D37D}">
      <dgm:prSet/>
      <dgm:spPr/>
      <dgm:t>
        <a:bodyPr/>
        <a:lstStyle/>
        <a:p>
          <a:endParaRPr lang="uk-UA"/>
        </a:p>
      </dgm:t>
    </dgm:pt>
    <dgm:pt modelId="{6CBF9505-6B6E-45ED-98EE-209E3FEFA445}" type="sibTrans" cxnId="{F8977E87-39CB-4453-89BD-FCCC2BD5D37D}">
      <dgm:prSet/>
      <dgm:spPr/>
      <dgm:t>
        <a:bodyPr/>
        <a:lstStyle/>
        <a:p>
          <a:endParaRPr lang="uk-UA"/>
        </a:p>
      </dgm:t>
    </dgm:pt>
    <dgm:pt modelId="{0A09DF58-24E4-444C-A7DA-5BEB3EF4D427}">
      <dgm:prSet/>
      <dgm:spPr/>
      <dgm:t>
        <a:bodyPr/>
        <a:lstStyle/>
        <a:p>
          <a:r>
            <a:rPr lang="ru-RU" b="0" i="0" baseline="0"/>
            <a:t>«Вся влада Радам!»</a:t>
          </a:r>
          <a:endParaRPr lang="uk-UA"/>
        </a:p>
      </dgm:t>
    </dgm:pt>
    <dgm:pt modelId="{1CB6743B-FEAB-4353-A2EE-B066DD4E4476}" type="parTrans" cxnId="{43184C12-FC86-4DF0-B342-6EA4CFD69476}">
      <dgm:prSet/>
      <dgm:spPr/>
      <dgm:t>
        <a:bodyPr/>
        <a:lstStyle/>
        <a:p>
          <a:endParaRPr lang="uk-UA"/>
        </a:p>
      </dgm:t>
    </dgm:pt>
    <dgm:pt modelId="{2A5DC204-345F-45B2-B920-62BFE3368F49}" type="sibTrans" cxnId="{43184C12-FC86-4DF0-B342-6EA4CFD69476}">
      <dgm:prSet/>
      <dgm:spPr/>
      <dgm:t>
        <a:bodyPr/>
        <a:lstStyle/>
        <a:p>
          <a:endParaRPr lang="uk-UA"/>
        </a:p>
      </dgm:t>
    </dgm:pt>
    <dgm:pt modelId="{1F7A2908-D593-42D0-A847-EF7F2940A993}">
      <dgm:prSet/>
      <dgm:spPr/>
      <dgm:t>
        <a:bodyPr/>
        <a:lstStyle/>
        <a:p>
          <a:r>
            <a:rPr lang="ru-RU" b="0" i="0" baseline="0"/>
            <a:t>«Геть Тимчасовий уряд!»</a:t>
          </a:r>
          <a:endParaRPr lang="uk-UA"/>
        </a:p>
      </dgm:t>
    </dgm:pt>
    <dgm:pt modelId="{693C1979-63F5-4AA2-8EA8-1A086C39206E}" type="parTrans" cxnId="{926766D4-9618-4868-914A-E25A0973A4EB}">
      <dgm:prSet/>
      <dgm:spPr/>
      <dgm:t>
        <a:bodyPr/>
        <a:lstStyle/>
        <a:p>
          <a:endParaRPr lang="uk-UA"/>
        </a:p>
      </dgm:t>
    </dgm:pt>
    <dgm:pt modelId="{F4D36285-BEA4-4712-940B-D24078E1212F}" type="sibTrans" cxnId="{926766D4-9618-4868-914A-E25A0973A4EB}">
      <dgm:prSet/>
      <dgm:spPr/>
      <dgm:t>
        <a:bodyPr/>
        <a:lstStyle/>
        <a:p>
          <a:endParaRPr lang="uk-UA"/>
        </a:p>
      </dgm:t>
    </dgm:pt>
    <dgm:pt modelId="{496AFDE8-857D-4749-814D-A535526CD24D}" type="pres">
      <dgm:prSet presAssocID="{3A67DAE9-0E10-4238-A0D5-38140B41AAD3}" presName="linearFlow" presStyleCnt="0">
        <dgm:presLayoutVars>
          <dgm:dir/>
          <dgm:resizeHandles val="exact"/>
        </dgm:presLayoutVars>
      </dgm:prSet>
      <dgm:spPr/>
    </dgm:pt>
    <dgm:pt modelId="{827F0CE6-0130-4E99-8D67-10E5E92AD71F}" type="pres">
      <dgm:prSet presAssocID="{2A1522A2-E76E-4C85-B8B8-51F7A08E872B}" presName="composite" presStyleCnt="0"/>
      <dgm:spPr/>
    </dgm:pt>
    <dgm:pt modelId="{43989909-A02C-4E7B-ABBB-B4D9C6753D09}" type="pres">
      <dgm:prSet presAssocID="{2A1522A2-E76E-4C85-B8B8-51F7A08E872B}" presName="imgShp" presStyleLbl="fgImgPlace1" presStyleIdx="0" presStyleCnt="4"/>
      <dgm:spPr/>
    </dgm:pt>
    <dgm:pt modelId="{DC20C01D-D317-4595-BB25-65F59EA14BA0}" type="pres">
      <dgm:prSet presAssocID="{2A1522A2-E76E-4C85-B8B8-51F7A08E872B}" presName="txShp" presStyleLbl="node1" presStyleIdx="0" presStyleCnt="4">
        <dgm:presLayoutVars>
          <dgm:bulletEnabled val="1"/>
        </dgm:presLayoutVars>
      </dgm:prSet>
      <dgm:spPr/>
    </dgm:pt>
    <dgm:pt modelId="{F282FE75-91BB-444A-83CD-14B6E4DE35F9}" type="pres">
      <dgm:prSet presAssocID="{E53F2311-270F-420E-983F-2F07F7B7B609}" presName="spacing" presStyleCnt="0"/>
      <dgm:spPr/>
    </dgm:pt>
    <dgm:pt modelId="{D7F52E01-FBD0-4C24-9F85-0D5B852880BA}" type="pres">
      <dgm:prSet presAssocID="{CEBABABF-6470-45A0-94B8-5531EDD704AB}" presName="composite" presStyleCnt="0"/>
      <dgm:spPr/>
    </dgm:pt>
    <dgm:pt modelId="{BBC5D22A-FCF3-4D7A-A4EC-3E023C926F74}" type="pres">
      <dgm:prSet presAssocID="{CEBABABF-6470-45A0-94B8-5531EDD704AB}" presName="imgShp" presStyleLbl="fgImgPlace1" presStyleIdx="1" presStyleCnt="4"/>
      <dgm:spPr/>
    </dgm:pt>
    <dgm:pt modelId="{FF214C04-FEC3-42C3-B5CC-5FD3B6995D8B}" type="pres">
      <dgm:prSet presAssocID="{CEBABABF-6470-45A0-94B8-5531EDD704AB}" presName="txShp" presStyleLbl="node1" presStyleIdx="1" presStyleCnt="4">
        <dgm:presLayoutVars>
          <dgm:bulletEnabled val="1"/>
        </dgm:presLayoutVars>
      </dgm:prSet>
      <dgm:spPr/>
    </dgm:pt>
    <dgm:pt modelId="{91A43D6B-3287-499A-B331-688E4FA14CB3}" type="pres">
      <dgm:prSet presAssocID="{6CBF9505-6B6E-45ED-98EE-209E3FEFA445}" presName="spacing" presStyleCnt="0"/>
      <dgm:spPr/>
    </dgm:pt>
    <dgm:pt modelId="{FF107A4D-FC9F-40E7-A8A1-0451122996A2}" type="pres">
      <dgm:prSet presAssocID="{0A09DF58-24E4-444C-A7DA-5BEB3EF4D427}" presName="composite" presStyleCnt="0"/>
      <dgm:spPr/>
    </dgm:pt>
    <dgm:pt modelId="{1B606BC8-EC34-4068-9971-3633048BF66E}" type="pres">
      <dgm:prSet presAssocID="{0A09DF58-24E4-444C-A7DA-5BEB3EF4D427}" presName="imgShp" presStyleLbl="fgImgPlace1" presStyleIdx="2" presStyleCnt="4"/>
      <dgm:spPr/>
    </dgm:pt>
    <dgm:pt modelId="{D313E927-D2A5-4EF7-9904-86414680C957}" type="pres">
      <dgm:prSet presAssocID="{0A09DF58-24E4-444C-A7DA-5BEB3EF4D427}" presName="txShp" presStyleLbl="node1" presStyleIdx="2" presStyleCnt="4">
        <dgm:presLayoutVars>
          <dgm:bulletEnabled val="1"/>
        </dgm:presLayoutVars>
      </dgm:prSet>
      <dgm:spPr/>
    </dgm:pt>
    <dgm:pt modelId="{C642FABC-CB46-4C96-8855-96847D336114}" type="pres">
      <dgm:prSet presAssocID="{2A5DC204-345F-45B2-B920-62BFE3368F49}" presName="spacing" presStyleCnt="0"/>
      <dgm:spPr/>
    </dgm:pt>
    <dgm:pt modelId="{0940E6F1-2AD5-4093-BFE9-E8C42B28E5A4}" type="pres">
      <dgm:prSet presAssocID="{1F7A2908-D593-42D0-A847-EF7F2940A993}" presName="composite" presStyleCnt="0"/>
      <dgm:spPr/>
    </dgm:pt>
    <dgm:pt modelId="{F94C33C3-59CC-4474-BE88-7D6F979F1F3C}" type="pres">
      <dgm:prSet presAssocID="{1F7A2908-D593-42D0-A847-EF7F2940A993}" presName="imgShp" presStyleLbl="fgImgPlace1" presStyleIdx="3" presStyleCnt="4"/>
      <dgm:spPr/>
    </dgm:pt>
    <dgm:pt modelId="{A875C016-C954-4A2C-BA46-C8E7C7284BDF}" type="pres">
      <dgm:prSet presAssocID="{1F7A2908-D593-42D0-A847-EF7F2940A993}" presName="txShp" presStyleLbl="node1" presStyleIdx="3" presStyleCnt="4">
        <dgm:presLayoutVars>
          <dgm:bulletEnabled val="1"/>
        </dgm:presLayoutVars>
      </dgm:prSet>
      <dgm:spPr/>
    </dgm:pt>
  </dgm:ptLst>
  <dgm:cxnLst>
    <dgm:cxn modelId="{43184C12-FC86-4DF0-B342-6EA4CFD69476}" srcId="{3A67DAE9-0E10-4238-A0D5-38140B41AAD3}" destId="{0A09DF58-24E4-444C-A7DA-5BEB3EF4D427}" srcOrd="2" destOrd="0" parTransId="{1CB6743B-FEAB-4353-A2EE-B066DD4E4476}" sibTransId="{2A5DC204-345F-45B2-B920-62BFE3368F49}"/>
    <dgm:cxn modelId="{AFE48D4F-43B3-44E6-A6C0-53A0F7090FFD}" type="presOf" srcId="{1F7A2908-D593-42D0-A847-EF7F2940A993}" destId="{A875C016-C954-4A2C-BA46-C8E7C7284BDF}" srcOrd="0" destOrd="0" presId="urn:microsoft.com/office/officeart/2005/8/layout/vList3"/>
    <dgm:cxn modelId="{F8977E87-39CB-4453-89BD-FCCC2BD5D37D}" srcId="{3A67DAE9-0E10-4238-A0D5-38140B41AAD3}" destId="{CEBABABF-6470-45A0-94B8-5531EDD704AB}" srcOrd="1" destOrd="0" parTransId="{24D11D4A-BA4B-4CD1-B400-CFCEE66C2A3D}" sibTransId="{6CBF9505-6B6E-45ED-98EE-209E3FEFA445}"/>
    <dgm:cxn modelId="{DE76C187-83C2-4D79-BF63-564266A264AE}" type="presOf" srcId="{3A67DAE9-0E10-4238-A0D5-38140B41AAD3}" destId="{496AFDE8-857D-4749-814D-A535526CD24D}" srcOrd="0" destOrd="0" presId="urn:microsoft.com/office/officeart/2005/8/layout/vList3"/>
    <dgm:cxn modelId="{B16FC88E-5A29-4039-9003-E44CDB863955}" srcId="{3A67DAE9-0E10-4238-A0D5-38140B41AAD3}" destId="{2A1522A2-E76E-4C85-B8B8-51F7A08E872B}" srcOrd="0" destOrd="0" parTransId="{81E503F9-3419-4034-8782-B1796DA01360}" sibTransId="{E53F2311-270F-420E-983F-2F07F7B7B609}"/>
    <dgm:cxn modelId="{5AF23EB0-CB7A-49C4-BCED-711DDD50CA2D}" type="presOf" srcId="{0A09DF58-24E4-444C-A7DA-5BEB3EF4D427}" destId="{D313E927-D2A5-4EF7-9904-86414680C957}" srcOrd="0" destOrd="0" presId="urn:microsoft.com/office/officeart/2005/8/layout/vList3"/>
    <dgm:cxn modelId="{926766D4-9618-4868-914A-E25A0973A4EB}" srcId="{3A67DAE9-0E10-4238-A0D5-38140B41AAD3}" destId="{1F7A2908-D593-42D0-A847-EF7F2940A993}" srcOrd="3" destOrd="0" parTransId="{693C1979-63F5-4AA2-8EA8-1A086C39206E}" sibTransId="{F4D36285-BEA4-4712-940B-D24078E1212F}"/>
    <dgm:cxn modelId="{50496ED5-1A01-4013-9DA0-ADA4FD204E9C}" type="presOf" srcId="{2A1522A2-E76E-4C85-B8B8-51F7A08E872B}" destId="{DC20C01D-D317-4595-BB25-65F59EA14BA0}" srcOrd="0" destOrd="0" presId="urn:microsoft.com/office/officeart/2005/8/layout/vList3"/>
    <dgm:cxn modelId="{4AA760FB-A86D-4F71-A703-96620ED7146B}" type="presOf" srcId="{CEBABABF-6470-45A0-94B8-5531EDD704AB}" destId="{FF214C04-FEC3-42C3-B5CC-5FD3B6995D8B}" srcOrd="0" destOrd="0" presId="urn:microsoft.com/office/officeart/2005/8/layout/vList3"/>
    <dgm:cxn modelId="{70F55070-4847-424B-8A38-AA6E3D23C52F}" type="presParOf" srcId="{496AFDE8-857D-4749-814D-A535526CD24D}" destId="{827F0CE6-0130-4E99-8D67-10E5E92AD71F}" srcOrd="0" destOrd="0" presId="urn:microsoft.com/office/officeart/2005/8/layout/vList3"/>
    <dgm:cxn modelId="{BE9E7BDB-961B-4782-B109-829E257F5C8C}" type="presParOf" srcId="{827F0CE6-0130-4E99-8D67-10E5E92AD71F}" destId="{43989909-A02C-4E7B-ABBB-B4D9C6753D09}" srcOrd="0" destOrd="0" presId="urn:microsoft.com/office/officeart/2005/8/layout/vList3"/>
    <dgm:cxn modelId="{E231159D-5B7D-4DBE-B0A1-F958BB334169}" type="presParOf" srcId="{827F0CE6-0130-4E99-8D67-10E5E92AD71F}" destId="{DC20C01D-D317-4595-BB25-65F59EA14BA0}" srcOrd="1" destOrd="0" presId="urn:microsoft.com/office/officeart/2005/8/layout/vList3"/>
    <dgm:cxn modelId="{5C265FC1-42BB-4084-9FE7-9C213A99DC7E}" type="presParOf" srcId="{496AFDE8-857D-4749-814D-A535526CD24D}" destId="{F282FE75-91BB-444A-83CD-14B6E4DE35F9}" srcOrd="1" destOrd="0" presId="urn:microsoft.com/office/officeart/2005/8/layout/vList3"/>
    <dgm:cxn modelId="{FC74D4C4-780F-4098-98A4-828E0FC4F956}" type="presParOf" srcId="{496AFDE8-857D-4749-814D-A535526CD24D}" destId="{D7F52E01-FBD0-4C24-9F85-0D5B852880BA}" srcOrd="2" destOrd="0" presId="urn:microsoft.com/office/officeart/2005/8/layout/vList3"/>
    <dgm:cxn modelId="{49425668-BF66-41FF-AD7E-38D2803CA19B}" type="presParOf" srcId="{D7F52E01-FBD0-4C24-9F85-0D5B852880BA}" destId="{BBC5D22A-FCF3-4D7A-A4EC-3E023C926F74}" srcOrd="0" destOrd="0" presId="urn:microsoft.com/office/officeart/2005/8/layout/vList3"/>
    <dgm:cxn modelId="{1452848E-993C-4A9C-BD44-9E3A72529D2A}" type="presParOf" srcId="{D7F52E01-FBD0-4C24-9F85-0D5B852880BA}" destId="{FF214C04-FEC3-42C3-B5CC-5FD3B6995D8B}" srcOrd="1" destOrd="0" presId="urn:microsoft.com/office/officeart/2005/8/layout/vList3"/>
    <dgm:cxn modelId="{4277943A-9F1F-4400-B016-AB1674EA1C22}" type="presParOf" srcId="{496AFDE8-857D-4749-814D-A535526CD24D}" destId="{91A43D6B-3287-499A-B331-688E4FA14CB3}" srcOrd="3" destOrd="0" presId="urn:microsoft.com/office/officeart/2005/8/layout/vList3"/>
    <dgm:cxn modelId="{AB3880D6-A9AD-4457-9B6F-85EEE55AC567}" type="presParOf" srcId="{496AFDE8-857D-4749-814D-A535526CD24D}" destId="{FF107A4D-FC9F-40E7-A8A1-0451122996A2}" srcOrd="4" destOrd="0" presId="urn:microsoft.com/office/officeart/2005/8/layout/vList3"/>
    <dgm:cxn modelId="{7FD9AFFE-23B1-4DEC-9653-657ADCFAB869}" type="presParOf" srcId="{FF107A4D-FC9F-40E7-A8A1-0451122996A2}" destId="{1B606BC8-EC34-4068-9971-3633048BF66E}" srcOrd="0" destOrd="0" presId="urn:microsoft.com/office/officeart/2005/8/layout/vList3"/>
    <dgm:cxn modelId="{46A413D5-3F94-49E5-843D-69BCF5976AE3}" type="presParOf" srcId="{FF107A4D-FC9F-40E7-A8A1-0451122996A2}" destId="{D313E927-D2A5-4EF7-9904-86414680C957}" srcOrd="1" destOrd="0" presId="urn:microsoft.com/office/officeart/2005/8/layout/vList3"/>
    <dgm:cxn modelId="{B5AC889D-EE67-48F1-827A-3D70C6AB4E07}" type="presParOf" srcId="{496AFDE8-857D-4749-814D-A535526CD24D}" destId="{C642FABC-CB46-4C96-8855-96847D336114}" srcOrd="5" destOrd="0" presId="urn:microsoft.com/office/officeart/2005/8/layout/vList3"/>
    <dgm:cxn modelId="{7986BC13-2753-4FF9-B52B-F58E14E59AEC}" type="presParOf" srcId="{496AFDE8-857D-4749-814D-A535526CD24D}" destId="{0940E6F1-2AD5-4093-BFE9-E8C42B28E5A4}" srcOrd="6" destOrd="0" presId="urn:microsoft.com/office/officeart/2005/8/layout/vList3"/>
    <dgm:cxn modelId="{9139EDB5-D901-48CD-AADA-84384629B8A7}" type="presParOf" srcId="{0940E6F1-2AD5-4093-BFE9-E8C42B28E5A4}" destId="{F94C33C3-59CC-4474-BE88-7D6F979F1F3C}" srcOrd="0" destOrd="0" presId="urn:microsoft.com/office/officeart/2005/8/layout/vList3"/>
    <dgm:cxn modelId="{F2BC25B5-50B6-4D3B-AD3D-867406A7D183}" type="presParOf" srcId="{0940E6F1-2AD5-4093-BFE9-E8C42B28E5A4}" destId="{A875C016-C954-4A2C-BA46-C8E7C7284BD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39D96BD-1222-4266-98E7-8AB11FA8D6D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D6C21A-6A68-458D-998F-DED4E7F44E82}">
      <dgm:prSet/>
      <dgm:spPr/>
      <dgm:t>
        <a:bodyPr/>
        <a:lstStyle/>
        <a:p>
          <a:r>
            <a:rPr lang="ru-RU" b="0" i="0" baseline="0"/>
            <a:t>липень 1917 р.</a:t>
          </a:r>
          <a:endParaRPr lang="uk-UA"/>
        </a:p>
      </dgm:t>
    </dgm:pt>
    <dgm:pt modelId="{9D12DC67-C398-4412-BF98-30C3D643B0F3}" type="parTrans" cxnId="{BA05947E-78DE-4B71-BA0A-E9F9EE22FE39}">
      <dgm:prSet/>
      <dgm:spPr/>
      <dgm:t>
        <a:bodyPr/>
        <a:lstStyle/>
        <a:p>
          <a:endParaRPr lang="uk-UA"/>
        </a:p>
      </dgm:t>
    </dgm:pt>
    <dgm:pt modelId="{AEA902DA-109C-48B8-8C96-4AE8D370298D}" type="sibTrans" cxnId="{BA05947E-78DE-4B71-BA0A-E9F9EE22FE39}">
      <dgm:prSet/>
      <dgm:spPr/>
      <dgm:t>
        <a:bodyPr/>
        <a:lstStyle/>
        <a:p>
          <a:endParaRPr lang="uk-UA"/>
        </a:p>
      </dgm:t>
    </dgm:pt>
    <dgm:pt modelId="{C79C226B-4C77-4F89-B6DF-A4CBB0FD453A}">
      <dgm:prSet/>
      <dgm:spPr/>
      <dgm:t>
        <a:bodyPr/>
        <a:lstStyle/>
        <a:p>
          <a:r>
            <a:rPr lang="ru-RU" b="0" i="0" baseline="0"/>
            <a:t>червень 1917 р.</a:t>
          </a:r>
          <a:endParaRPr lang="uk-UA"/>
        </a:p>
      </dgm:t>
    </dgm:pt>
    <dgm:pt modelId="{15B81897-D276-4B78-A5BE-76C785533EB6}" type="parTrans" cxnId="{664ADA38-6BAA-41BA-902C-4FA54E701289}">
      <dgm:prSet/>
      <dgm:spPr/>
      <dgm:t>
        <a:bodyPr/>
        <a:lstStyle/>
        <a:p>
          <a:endParaRPr lang="uk-UA"/>
        </a:p>
      </dgm:t>
    </dgm:pt>
    <dgm:pt modelId="{070ABDC4-6FFB-4BD5-869D-F03A527A4EE0}" type="sibTrans" cxnId="{664ADA38-6BAA-41BA-902C-4FA54E701289}">
      <dgm:prSet/>
      <dgm:spPr/>
      <dgm:t>
        <a:bodyPr/>
        <a:lstStyle/>
        <a:p>
          <a:endParaRPr lang="uk-UA"/>
        </a:p>
      </dgm:t>
    </dgm:pt>
    <dgm:pt modelId="{9D4A6385-B433-4087-B900-11C39CEED429}">
      <dgm:prSet/>
      <dgm:spPr/>
      <dgm:t>
        <a:bodyPr/>
        <a:lstStyle/>
        <a:p>
          <a:r>
            <a:rPr lang="ru-RU" b="0" i="0" baseline="0"/>
            <a:t>листопад 1917 р.</a:t>
          </a:r>
          <a:endParaRPr lang="uk-UA"/>
        </a:p>
      </dgm:t>
    </dgm:pt>
    <dgm:pt modelId="{93E7DE4B-FBC6-4942-80D3-A033205CC6A5}" type="parTrans" cxnId="{2E590CFA-F45C-47E4-861A-B00DD52E4DA7}">
      <dgm:prSet/>
      <dgm:spPr/>
      <dgm:t>
        <a:bodyPr/>
        <a:lstStyle/>
        <a:p>
          <a:endParaRPr lang="uk-UA"/>
        </a:p>
      </dgm:t>
    </dgm:pt>
    <dgm:pt modelId="{8B0697B3-83AA-4CC1-AE96-AE20EE26DE86}" type="sibTrans" cxnId="{2E590CFA-F45C-47E4-861A-B00DD52E4DA7}">
      <dgm:prSet/>
      <dgm:spPr/>
      <dgm:t>
        <a:bodyPr/>
        <a:lstStyle/>
        <a:p>
          <a:endParaRPr lang="uk-UA"/>
        </a:p>
      </dgm:t>
    </dgm:pt>
    <dgm:pt modelId="{8A62F877-F577-4E11-AF91-FA836546162D}">
      <dgm:prSet/>
      <dgm:spPr/>
      <dgm:t>
        <a:bodyPr/>
        <a:lstStyle/>
        <a:p>
          <a:r>
            <a:rPr lang="ru-RU" b="0" i="0" baseline="0"/>
            <a:t>грудень 1917 р.</a:t>
          </a:r>
          <a:endParaRPr lang="uk-UA"/>
        </a:p>
      </dgm:t>
    </dgm:pt>
    <dgm:pt modelId="{031C1EB6-2EEC-4226-A9E7-BBB369CE2F59}" type="parTrans" cxnId="{4473977C-5954-4AD6-AE27-EB0CDDE7C033}">
      <dgm:prSet/>
      <dgm:spPr/>
      <dgm:t>
        <a:bodyPr/>
        <a:lstStyle/>
        <a:p>
          <a:endParaRPr lang="uk-UA"/>
        </a:p>
      </dgm:t>
    </dgm:pt>
    <dgm:pt modelId="{FFB10FD5-E03D-43AB-A1A1-61D44C0589B2}" type="sibTrans" cxnId="{4473977C-5954-4AD6-AE27-EB0CDDE7C033}">
      <dgm:prSet/>
      <dgm:spPr/>
      <dgm:t>
        <a:bodyPr/>
        <a:lstStyle/>
        <a:p>
          <a:endParaRPr lang="uk-UA"/>
        </a:p>
      </dgm:t>
    </dgm:pt>
    <dgm:pt modelId="{71FE82F6-2A41-4E36-A553-269607C5A9D2}" type="pres">
      <dgm:prSet presAssocID="{939D96BD-1222-4266-98E7-8AB11FA8D6D7}" presName="linearFlow" presStyleCnt="0">
        <dgm:presLayoutVars>
          <dgm:dir/>
          <dgm:resizeHandles val="exact"/>
        </dgm:presLayoutVars>
      </dgm:prSet>
      <dgm:spPr/>
    </dgm:pt>
    <dgm:pt modelId="{F8C2053F-9BAD-4C14-BFFA-9D51FFA932D8}" type="pres">
      <dgm:prSet presAssocID="{7BD6C21A-6A68-458D-998F-DED4E7F44E82}" presName="composite" presStyleCnt="0"/>
      <dgm:spPr/>
    </dgm:pt>
    <dgm:pt modelId="{F76CB065-7984-4224-B592-562783DCAB6C}" type="pres">
      <dgm:prSet presAssocID="{7BD6C21A-6A68-458D-998F-DED4E7F44E82}" presName="imgShp" presStyleLbl="fgImgPlace1" presStyleIdx="0" presStyleCnt="4"/>
      <dgm:spPr/>
    </dgm:pt>
    <dgm:pt modelId="{BBDC642C-C3AF-4461-A70F-1006477604F8}" type="pres">
      <dgm:prSet presAssocID="{7BD6C21A-6A68-458D-998F-DED4E7F44E82}" presName="txShp" presStyleLbl="node1" presStyleIdx="0" presStyleCnt="4">
        <dgm:presLayoutVars>
          <dgm:bulletEnabled val="1"/>
        </dgm:presLayoutVars>
      </dgm:prSet>
      <dgm:spPr/>
    </dgm:pt>
    <dgm:pt modelId="{278CB47F-78EB-4CD1-AD8F-46C8C88296D4}" type="pres">
      <dgm:prSet presAssocID="{AEA902DA-109C-48B8-8C96-4AE8D370298D}" presName="spacing" presStyleCnt="0"/>
      <dgm:spPr/>
    </dgm:pt>
    <dgm:pt modelId="{B483C915-1D4B-48C3-8580-3BC204CB7570}" type="pres">
      <dgm:prSet presAssocID="{C79C226B-4C77-4F89-B6DF-A4CBB0FD453A}" presName="composite" presStyleCnt="0"/>
      <dgm:spPr/>
    </dgm:pt>
    <dgm:pt modelId="{D4A9C5B9-C585-4AFA-91C1-66ED0022944D}" type="pres">
      <dgm:prSet presAssocID="{C79C226B-4C77-4F89-B6DF-A4CBB0FD453A}" presName="imgShp" presStyleLbl="fgImgPlace1" presStyleIdx="1" presStyleCnt="4"/>
      <dgm:spPr/>
    </dgm:pt>
    <dgm:pt modelId="{A48E7851-FA20-4006-BB9F-90F7851503B6}" type="pres">
      <dgm:prSet presAssocID="{C79C226B-4C77-4F89-B6DF-A4CBB0FD453A}" presName="txShp" presStyleLbl="node1" presStyleIdx="1" presStyleCnt="4">
        <dgm:presLayoutVars>
          <dgm:bulletEnabled val="1"/>
        </dgm:presLayoutVars>
      </dgm:prSet>
      <dgm:spPr/>
    </dgm:pt>
    <dgm:pt modelId="{74C5F33D-938E-4631-9B85-B891494576E2}" type="pres">
      <dgm:prSet presAssocID="{070ABDC4-6FFB-4BD5-869D-F03A527A4EE0}" presName="spacing" presStyleCnt="0"/>
      <dgm:spPr/>
    </dgm:pt>
    <dgm:pt modelId="{C8275822-291A-4471-B269-CD8A88C0FD3F}" type="pres">
      <dgm:prSet presAssocID="{9D4A6385-B433-4087-B900-11C39CEED429}" presName="composite" presStyleCnt="0"/>
      <dgm:spPr/>
    </dgm:pt>
    <dgm:pt modelId="{A9FEDC71-1711-49F6-94ED-0D7FB6B1E3D6}" type="pres">
      <dgm:prSet presAssocID="{9D4A6385-B433-4087-B900-11C39CEED429}" presName="imgShp" presStyleLbl="fgImgPlace1" presStyleIdx="2" presStyleCnt="4"/>
      <dgm:spPr/>
    </dgm:pt>
    <dgm:pt modelId="{0ABCF03E-567C-4033-B185-F826478E8DC0}" type="pres">
      <dgm:prSet presAssocID="{9D4A6385-B433-4087-B900-11C39CEED429}" presName="txShp" presStyleLbl="node1" presStyleIdx="2" presStyleCnt="4">
        <dgm:presLayoutVars>
          <dgm:bulletEnabled val="1"/>
        </dgm:presLayoutVars>
      </dgm:prSet>
      <dgm:spPr/>
    </dgm:pt>
    <dgm:pt modelId="{F651EF49-DF04-4E4B-AEF2-5DE173804949}" type="pres">
      <dgm:prSet presAssocID="{8B0697B3-83AA-4CC1-AE96-AE20EE26DE86}" presName="spacing" presStyleCnt="0"/>
      <dgm:spPr/>
    </dgm:pt>
    <dgm:pt modelId="{6504E808-6956-45B9-A29E-F0D0EF0D2D78}" type="pres">
      <dgm:prSet presAssocID="{8A62F877-F577-4E11-AF91-FA836546162D}" presName="composite" presStyleCnt="0"/>
      <dgm:spPr/>
    </dgm:pt>
    <dgm:pt modelId="{65FFDB27-4804-44B3-A614-8F4A965D712F}" type="pres">
      <dgm:prSet presAssocID="{8A62F877-F577-4E11-AF91-FA836546162D}" presName="imgShp" presStyleLbl="fgImgPlace1" presStyleIdx="3" presStyleCnt="4"/>
      <dgm:spPr/>
    </dgm:pt>
    <dgm:pt modelId="{D029A7C2-E69F-4049-884B-B07AFC8D1F33}" type="pres">
      <dgm:prSet presAssocID="{8A62F877-F577-4E11-AF91-FA836546162D}" presName="txShp" presStyleLbl="node1" presStyleIdx="3" presStyleCnt="4">
        <dgm:presLayoutVars>
          <dgm:bulletEnabled val="1"/>
        </dgm:presLayoutVars>
      </dgm:prSet>
      <dgm:spPr/>
    </dgm:pt>
  </dgm:ptLst>
  <dgm:cxnLst>
    <dgm:cxn modelId="{82B3E50A-5990-460D-9197-52D9A6555499}" type="presOf" srcId="{7BD6C21A-6A68-458D-998F-DED4E7F44E82}" destId="{BBDC642C-C3AF-4461-A70F-1006477604F8}" srcOrd="0" destOrd="0" presId="urn:microsoft.com/office/officeart/2005/8/layout/vList3"/>
    <dgm:cxn modelId="{664ADA38-6BAA-41BA-902C-4FA54E701289}" srcId="{939D96BD-1222-4266-98E7-8AB11FA8D6D7}" destId="{C79C226B-4C77-4F89-B6DF-A4CBB0FD453A}" srcOrd="1" destOrd="0" parTransId="{15B81897-D276-4B78-A5BE-76C785533EB6}" sibTransId="{070ABDC4-6FFB-4BD5-869D-F03A527A4EE0}"/>
    <dgm:cxn modelId="{66BABE64-427B-4E18-B680-BF042599DF38}" type="presOf" srcId="{C79C226B-4C77-4F89-B6DF-A4CBB0FD453A}" destId="{A48E7851-FA20-4006-BB9F-90F7851503B6}" srcOrd="0" destOrd="0" presId="urn:microsoft.com/office/officeart/2005/8/layout/vList3"/>
    <dgm:cxn modelId="{44548A72-7EF5-419A-8992-80F97B95E30C}" type="presOf" srcId="{939D96BD-1222-4266-98E7-8AB11FA8D6D7}" destId="{71FE82F6-2A41-4E36-A553-269607C5A9D2}" srcOrd="0" destOrd="0" presId="urn:microsoft.com/office/officeart/2005/8/layout/vList3"/>
    <dgm:cxn modelId="{4473977C-5954-4AD6-AE27-EB0CDDE7C033}" srcId="{939D96BD-1222-4266-98E7-8AB11FA8D6D7}" destId="{8A62F877-F577-4E11-AF91-FA836546162D}" srcOrd="3" destOrd="0" parTransId="{031C1EB6-2EEC-4226-A9E7-BBB369CE2F59}" sibTransId="{FFB10FD5-E03D-43AB-A1A1-61D44C0589B2}"/>
    <dgm:cxn modelId="{BA05947E-78DE-4B71-BA0A-E9F9EE22FE39}" srcId="{939D96BD-1222-4266-98E7-8AB11FA8D6D7}" destId="{7BD6C21A-6A68-458D-998F-DED4E7F44E82}" srcOrd="0" destOrd="0" parTransId="{9D12DC67-C398-4412-BF98-30C3D643B0F3}" sibTransId="{AEA902DA-109C-48B8-8C96-4AE8D370298D}"/>
    <dgm:cxn modelId="{343B10AA-A31E-471B-BE53-DF38271190C9}" type="presOf" srcId="{9D4A6385-B433-4087-B900-11C39CEED429}" destId="{0ABCF03E-567C-4033-B185-F826478E8DC0}" srcOrd="0" destOrd="0" presId="urn:microsoft.com/office/officeart/2005/8/layout/vList3"/>
    <dgm:cxn modelId="{9CDD7EC3-52C6-446D-ACF6-2C6CB895ADC4}" type="presOf" srcId="{8A62F877-F577-4E11-AF91-FA836546162D}" destId="{D029A7C2-E69F-4049-884B-B07AFC8D1F33}" srcOrd="0" destOrd="0" presId="urn:microsoft.com/office/officeart/2005/8/layout/vList3"/>
    <dgm:cxn modelId="{2E590CFA-F45C-47E4-861A-B00DD52E4DA7}" srcId="{939D96BD-1222-4266-98E7-8AB11FA8D6D7}" destId="{9D4A6385-B433-4087-B900-11C39CEED429}" srcOrd="2" destOrd="0" parTransId="{93E7DE4B-FBC6-4942-80D3-A033205CC6A5}" sibTransId="{8B0697B3-83AA-4CC1-AE96-AE20EE26DE86}"/>
    <dgm:cxn modelId="{649D83C2-3C73-456E-999E-B8538B8C3233}" type="presParOf" srcId="{71FE82F6-2A41-4E36-A553-269607C5A9D2}" destId="{F8C2053F-9BAD-4C14-BFFA-9D51FFA932D8}" srcOrd="0" destOrd="0" presId="urn:microsoft.com/office/officeart/2005/8/layout/vList3"/>
    <dgm:cxn modelId="{50B03514-0707-4853-A8EC-246E00272672}" type="presParOf" srcId="{F8C2053F-9BAD-4C14-BFFA-9D51FFA932D8}" destId="{F76CB065-7984-4224-B592-562783DCAB6C}" srcOrd="0" destOrd="0" presId="urn:microsoft.com/office/officeart/2005/8/layout/vList3"/>
    <dgm:cxn modelId="{2BD90A3F-840A-4E42-836F-0AB9880976CB}" type="presParOf" srcId="{F8C2053F-9BAD-4C14-BFFA-9D51FFA932D8}" destId="{BBDC642C-C3AF-4461-A70F-1006477604F8}" srcOrd="1" destOrd="0" presId="urn:microsoft.com/office/officeart/2005/8/layout/vList3"/>
    <dgm:cxn modelId="{49ED12F2-172D-47D7-AED9-C9B86FA297D0}" type="presParOf" srcId="{71FE82F6-2A41-4E36-A553-269607C5A9D2}" destId="{278CB47F-78EB-4CD1-AD8F-46C8C88296D4}" srcOrd="1" destOrd="0" presId="urn:microsoft.com/office/officeart/2005/8/layout/vList3"/>
    <dgm:cxn modelId="{C04D7E99-F20F-4E11-91FB-7EE70CBD2E96}" type="presParOf" srcId="{71FE82F6-2A41-4E36-A553-269607C5A9D2}" destId="{B483C915-1D4B-48C3-8580-3BC204CB7570}" srcOrd="2" destOrd="0" presId="urn:microsoft.com/office/officeart/2005/8/layout/vList3"/>
    <dgm:cxn modelId="{1E6E5040-1840-4B7C-9DE6-2279A88B3AB0}" type="presParOf" srcId="{B483C915-1D4B-48C3-8580-3BC204CB7570}" destId="{D4A9C5B9-C585-4AFA-91C1-66ED0022944D}" srcOrd="0" destOrd="0" presId="urn:microsoft.com/office/officeart/2005/8/layout/vList3"/>
    <dgm:cxn modelId="{4A407CD4-522B-4D05-B3D2-7682406AC75E}" type="presParOf" srcId="{B483C915-1D4B-48C3-8580-3BC204CB7570}" destId="{A48E7851-FA20-4006-BB9F-90F7851503B6}" srcOrd="1" destOrd="0" presId="urn:microsoft.com/office/officeart/2005/8/layout/vList3"/>
    <dgm:cxn modelId="{48B04506-477C-465B-BB9E-C5AA5A6D090C}" type="presParOf" srcId="{71FE82F6-2A41-4E36-A553-269607C5A9D2}" destId="{74C5F33D-938E-4631-9B85-B891494576E2}" srcOrd="3" destOrd="0" presId="urn:microsoft.com/office/officeart/2005/8/layout/vList3"/>
    <dgm:cxn modelId="{B4DD2E59-B9A9-452B-B575-5B359E0041B6}" type="presParOf" srcId="{71FE82F6-2A41-4E36-A553-269607C5A9D2}" destId="{C8275822-291A-4471-B269-CD8A88C0FD3F}" srcOrd="4" destOrd="0" presId="urn:microsoft.com/office/officeart/2005/8/layout/vList3"/>
    <dgm:cxn modelId="{A2108D7C-D299-4E80-ABD8-6509213A7C28}" type="presParOf" srcId="{C8275822-291A-4471-B269-CD8A88C0FD3F}" destId="{A9FEDC71-1711-49F6-94ED-0D7FB6B1E3D6}" srcOrd="0" destOrd="0" presId="urn:microsoft.com/office/officeart/2005/8/layout/vList3"/>
    <dgm:cxn modelId="{004C174B-297F-4734-B7C1-6A8C744ADBC9}" type="presParOf" srcId="{C8275822-291A-4471-B269-CD8A88C0FD3F}" destId="{0ABCF03E-567C-4033-B185-F826478E8DC0}" srcOrd="1" destOrd="0" presId="urn:microsoft.com/office/officeart/2005/8/layout/vList3"/>
    <dgm:cxn modelId="{153B7A9B-FECD-4535-A0F6-F7E1EA42EBCC}" type="presParOf" srcId="{71FE82F6-2A41-4E36-A553-269607C5A9D2}" destId="{F651EF49-DF04-4E4B-AEF2-5DE173804949}" srcOrd="5" destOrd="0" presId="urn:microsoft.com/office/officeart/2005/8/layout/vList3"/>
    <dgm:cxn modelId="{FFCA45BA-FE7F-4FE2-A5D0-51B81F75F68D}" type="presParOf" srcId="{71FE82F6-2A41-4E36-A553-269607C5A9D2}" destId="{6504E808-6956-45B9-A29E-F0D0EF0D2D78}" srcOrd="6" destOrd="0" presId="urn:microsoft.com/office/officeart/2005/8/layout/vList3"/>
    <dgm:cxn modelId="{044E3132-7021-415B-9656-241ECE150BAC}" type="presParOf" srcId="{6504E808-6956-45B9-A29E-F0D0EF0D2D78}" destId="{65FFDB27-4804-44B3-A614-8F4A965D712F}" srcOrd="0" destOrd="0" presId="urn:microsoft.com/office/officeart/2005/8/layout/vList3"/>
    <dgm:cxn modelId="{64DA41B7-102E-4E4D-8588-91A26605B4B8}" type="presParOf" srcId="{6504E808-6956-45B9-A29E-F0D0EF0D2D78}" destId="{D029A7C2-E69F-4049-884B-B07AFC8D1F3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FDDEE5D-9E4E-4D54-9AF9-01E470BEF2E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85CF30-BAC8-4CE1-A135-26EF30C000A6}">
      <dgm:prSet/>
      <dgm:spPr/>
      <dgm:t>
        <a:bodyPr/>
        <a:lstStyle/>
        <a:p>
          <a:r>
            <a:rPr lang="uk-UA" b="0" i="0" baseline="0"/>
            <a:t>Української Народної Республіки (листопад 1917 р.)</a:t>
          </a:r>
          <a:endParaRPr lang="uk-UA"/>
        </a:p>
      </dgm:t>
    </dgm:pt>
    <dgm:pt modelId="{4744ABBE-1956-4516-B706-A509F7107C21}" type="parTrans" cxnId="{FBAD9F7B-2C69-43D6-87D7-19EBAD6C6977}">
      <dgm:prSet/>
      <dgm:spPr/>
      <dgm:t>
        <a:bodyPr/>
        <a:lstStyle/>
        <a:p>
          <a:endParaRPr lang="uk-UA"/>
        </a:p>
      </dgm:t>
    </dgm:pt>
    <dgm:pt modelId="{E1B936DA-A443-43E0-A6E5-80045228B61C}" type="sibTrans" cxnId="{FBAD9F7B-2C69-43D6-87D7-19EBAD6C6977}">
      <dgm:prSet/>
      <dgm:spPr/>
      <dgm:t>
        <a:bodyPr/>
        <a:lstStyle/>
        <a:p>
          <a:endParaRPr lang="uk-UA"/>
        </a:p>
      </dgm:t>
    </dgm:pt>
    <dgm:pt modelId="{B2847A33-C900-41E0-93E0-2C66051466EE}">
      <dgm:prSet/>
      <dgm:spPr/>
      <dgm:t>
        <a:bodyPr/>
        <a:lstStyle/>
        <a:p>
          <a:r>
            <a:rPr lang="uk-UA" b="0" i="0" baseline="0"/>
            <a:t>Української Держави П. Скоропадського (квітень 1918 р.)</a:t>
          </a:r>
          <a:endParaRPr lang="uk-UA"/>
        </a:p>
      </dgm:t>
    </dgm:pt>
    <dgm:pt modelId="{17869362-751E-4E19-A475-EC77D510301F}" type="parTrans" cxnId="{D60C1581-6C8E-47B8-9CB2-2B25E2A3D924}">
      <dgm:prSet/>
      <dgm:spPr/>
      <dgm:t>
        <a:bodyPr/>
        <a:lstStyle/>
        <a:p>
          <a:endParaRPr lang="uk-UA"/>
        </a:p>
      </dgm:t>
    </dgm:pt>
    <dgm:pt modelId="{31B8A67E-8316-4DAC-BD36-8F3E4FC7300B}" type="sibTrans" cxnId="{D60C1581-6C8E-47B8-9CB2-2B25E2A3D924}">
      <dgm:prSet/>
      <dgm:spPr/>
      <dgm:t>
        <a:bodyPr/>
        <a:lstStyle/>
        <a:p>
          <a:endParaRPr lang="uk-UA"/>
        </a:p>
      </dgm:t>
    </dgm:pt>
    <dgm:pt modelId="{0985864A-A2A4-41F9-9CAD-B73E37885928}">
      <dgm:prSet/>
      <dgm:spPr/>
      <dgm:t>
        <a:bodyPr/>
        <a:lstStyle/>
        <a:p>
          <a:r>
            <a:rPr lang="uk-UA" b="0" i="0" baseline="0"/>
            <a:t>Української Народної Республіки (січень 1919 р.)</a:t>
          </a:r>
          <a:endParaRPr lang="uk-UA"/>
        </a:p>
      </dgm:t>
    </dgm:pt>
    <dgm:pt modelId="{86287D77-22C2-4C9C-B0E0-9E407B06CE16}" type="parTrans" cxnId="{91D52385-EEDC-43B5-B84B-74FA3138A6B9}">
      <dgm:prSet/>
      <dgm:spPr/>
      <dgm:t>
        <a:bodyPr/>
        <a:lstStyle/>
        <a:p>
          <a:endParaRPr lang="uk-UA"/>
        </a:p>
      </dgm:t>
    </dgm:pt>
    <dgm:pt modelId="{A8ED743D-F955-4BF1-8609-F8157979D8FF}" type="sibTrans" cxnId="{91D52385-EEDC-43B5-B84B-74FA3138A6B9}">
      <dgm:prSet/>
      <dgm:spPr/>
      <dgm:t>
        <a:bodyPr/>
        <a:lstStyle/>
        <a:p>
          <a:endParaRPr lang="uk-UA"/>
        </a:p>
      </dgm:t>
    </dgm:pt>
    <dgm:pt modelId="{A0B2B759-4968-4E06-B49C-CA3959E1C528}">
      <dgm:prSet/>
      <dgm:spPr/>
      <dgm:t>
        <a:bodyPr/>
        <a:lstStyle/>
        <a:p>
          <a:r>
            <a:rPr lang="uk-UA" b="0" i="0" baseline="0"/>
            <a:t>Української Соціалістичної Радянської Республіки (березень 1921 р.)</a:t>
          </a:r>
          <a:endParaRPr lang="uk-UA"/>
        </a:p>
      </dgm:t>
    </dgm:pt>
    <dgm:pt modelId="{1EC65F5F-1361-4E99-BB79-63DA0F345138}" type="parTrans" cxnId="{8F8775A7-C468-40BE-B93B-F57B96F34AF9}">
      <dgm:prSet/>
      <dgm:spPr/>
      <dgm:t>
        <a:bodyPr/>
        <a:lstStyle/>
        <a:p>
          <a:endParaRPr lang="uk-UA"/>
        </a:p>
      </dgm:t>
    </dgm:pt>
    <dgm:pt modelId="{7B5186A9-8AAB-4CCE-97EC-4D80DEABC06E}" type="sibTrans" cxnId="{8F8775A7-C468-40BE-B93B-F57B96F34AF9}">
      <dgm:prSet/>
      <dgm:spPr/>
      <dgm:t>
        <a:bodyPr/>
        <a:lstStyle/>
        <a:p>
          <a:endParaRPr lang="uk-UA"/>
        </a:p>
      </dgm:t>
    </dgm:pt>
    <dgm:pt modelId="{C4863A41-7B10-4FD3-88A5-730D2DD7AB93}" type="pres">
      <dgm:prSet presAssocID="{0FDDEE5D-9E4E-4D54-9AF9-01E470BEF2E1}" presName="linear" presStyleCnt="0">
        <dgm:presLayoutVars>
          <dgm:animLvl val="lvl"/>
          <dgm:resizeHandles val="exact"/>
        </dgm:presLayoutVars>
      </dgm:prSet>
      <dgm:spPr/>
    </dgm:pt>
    <dgm:pt modelId="{9220D432-1AD3-41C1-A4EC-7F1B51E0DBE0}" type="pres">
      <dgm:prSet presAssocID="{9D85CF30-BAC8-4CE1-A135-26EF30C000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9C6C02-DBD7-4D86-9443-EB6BC18CFBE7}" type="pres">
      <dgm:prSet presAssocID="{E1B936DA-A443-43E0-A6E5-80045228B61C}" presName="spacer" presStyleCnt="0"/>
      <dgm:spPr/>
    </dgm:pt>
    <dgm:pt modelId="{7FF55601-50B2-4BB8-9139-CD04AB08FF38}" type="pres">
      <dgm:prSet presAssocID="{B2847A33-C900-41E0-93E0-2C66051466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24DC05-4A5F-4BBC-B3EA-F15AC92B02C1}" type="pres">
      <dgm:prSet presAssocID="{31B8A67E-8316-4DAC-BD36-8F3E4FC7300B}" presName="spacer" presStyleCnt="0"/>
      <dgm:spPr/>
    </dgm:pt>
    <dgm:pt modelId="{EB2505E6-EA3E-4737-8623-EC4FAABE3D54}" type="pres">
      <dgm:prSet presAssocID="{0985864A-A2A4-41F9-9CAD-B73E378859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EBDBCC-9A35-473E-9625-3588D3F552C9}" type="pres">
      <dgm:prSet presAssocID="{A8ED743D-F955-4BF1-8609-F8157979D8FF}" presName="spacer" presStyleCnt="0"/>
      <dgm:spPr/>
    </dgm:pt>
    <dgm:pt modelId="{38F170E0-8D0A-4C8B-ABD3-ADD7ECEC7F79}" type="pres">
      <dgm:prSet presAssocID="{A0B2B759-4968-4E06-B49C-CA3959E1C5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AD9F7B-2C69-43D6-87D7-19EBAD6C6977}" srcId="{0FDDEE5D-9E4E-4D54-9AF9-01E470BEF2E1}" destId="{9D85CF30-BAC8-4CE1-A135-26EF30C000A6}" srcOrd="0" destOrd="0" parTransId="{4744ABBE-1956-4516-B706-A509F7107C21}" sibTransId="{E1B936DA-A443-43E0-A6E5-80045228B61C}"/>
    <dgm:cxn modelId="{D60C1581-6C8E-47B8-9CB2-2B25E2A3D924}" srcId="{0FDDEE5D-9E4E-4D54-9AF9-01E470BEF2E1}" destId="{B2847A33-C900-41E0-93E0-2C66051466EE}" srcOrd="1" destOrd="0" parTransId="{17869362-751E-4E19-A475-EC77D510301F}" sibTransId="{31B8A67E-8316-4DAC-BD36-8F3E4FC7300B}"/>
    <dgm:cxn modelId="{91D52385-EEDC-43B5-B84B-74FA3138A6B9}" srcId="{0FDDEE5D-9E4E-4D54-9AF9-01E470BEF2E1}" destId="{0985864A-A2A4-41F9-9CAD-B73E37885928}" srcOrd="2" destOrd="0" parTransId="{86287D77-22C2-4C9C-B0E0-9E407B06CE16}" sibTransId="{A8ED743D-F955-4BF1-8609-F8157979D8FF}"/>
    <dgm:cxn modelId="{A19BE69F-6065-4E1D-81CC-25168AC84D10}" type="presOf" srcId="{0985864A-A2A4-41F9-9CAD-B73E37885928}" destId="{EB2505E6-EA3E-4737-8623-EC4FAABE3D54}" srcOrd="0" destOrd="0" presId="urn:microsoft.com/office/officeart/2005/8/layout/vList2"/>
    <dgm:cxn modelId="{8F8775A7-C468-40BE-B93B-F57B96F34AF9}" srcId="{0FDDEE5D-9E4E-4D54-9AF9-01E470BEF2E1}" destId="{A0B2B759-4968-4E06-B49C-CA3959E1C528}" srcOrd="3" destOrd="0" parTransId="{1EC65F5F-1361-4E99-BB79-63DA0F345138}" sibTransId="{7B5186A9-8AAB-4CCE-97EC-4D80DEABC06E}"/>
    <dgm:cxn modelId="{D3AC79BD-9CEC-4C54-A6A1-CDDF8198D5F7}" type="presOf" srcId="{9D85CF30-BAC8-4CE1-A135-26EF30C000A6}" destId="{9220D432-1AD3-41C1-A4EC-7F1B51E0DBE0}" srcOrd="0" destOrd="0" presId="urn:microsoft.com/office/officeart/2005/8/layout/vList2"/>
    <dgm:cxn modelId="{F48449C4-C922-4755-9AE1-5213A0527A14}" type="presOf" srcId="{0FDDEE5D-9E4E-4D54-9AF9-01E470BEF2E1}" destId="{C4863A41-7B10-4FD3-88A5-730D2DD7AB93}" srcOrd="0" destOrd="0" presId="urn:microsoft.com/office/officeart/2005/8/layout/vList2"/>
    <dgm:cxn modelId="{9C086FC8-E2E7-458F-A629-DD9005A2CED0}" type="presOf" srcId="{A0B2B759-4968-4E06-B49C-CA3959E1C528}" destId="{38F170E0-8D0A-4C8B-ABD3-ADD7ECEC7F79}" srcOrd="0" destOrd="0" presId="urn:microsoft.com/office/officeart/2005/8/layout/vList2"/>
    <dgm:cxn modelId="{05F619CA-9CF6-4772-A328-0690D57D48C6}" type="presOf" srcId="{B2847A33-C900-41E0-93E0-2C66051466EE}" destId="{7FF55601-50B2-4BB8-9139-CD04AB08FF38}" srcOrd="0" destOrd="0" presId="urn:microsoft.com/office/officeart/2005/8/layout/vList2"/>
    <dgm:cxn modelId="{29D144C2-3099-45BB-AEB3-8AE5E5079629}" type="presParOf" srcId="{C4863A41-7B10-4FD3-88A5-730D2DD7AB93}" destId="{9220D432-1AD3-41C1-A4EC-7F1B51E0DBE0}" srcOrd="0" destOrd="0" presId="urn:microsoft.com/office/officeart/2005/8/layout/vList2"/>
    <dgm:cxn modelId="{5F6DA3F9-5C86-4078-B154-172EB02AFC77}" type="presParOf" srcId="{C4863A41-7B10-4FD3-88A5-730D2DD7AB93}" destId="{B19C6C02-DBD7-4D86-9443-EB6BC18CFBE7}" srcOrd="1" destOrd="0" presId="urn:microsoft.com/office/officeart/2005/8/layout/vList2"/>
    <dgm:cxn modelId="{6FF1CFF5-568F-4490-B8A0-19607D124CCD}" type="presParOf" srcId="{C4863A41-7B10-4FD3-88A5-730D2DD7AB93}" destId="{7FF55601-50B2-4BB8-9139-CD04AB08FF38}" srcOrd="2" destOrd="0" presId="urn:microsoft.com/office/officeart/2005/8/layout/vList2"/>
    <dgm:cxn modelId="{65BCE1C9-6D6A-426E-B239-AB32BD781E95}" type="presParOf" srcId="{C4863A41-7B10-4FD3-88A5-730D2DD7AB93}" destId="{A324DC05-4A5F-4BBC-B3EA-F15AC92B02C1}" srcOrd="3" destOrd="0" presId="urn:microsoft.com/office/officeart/2005/8/layout/vList2"/>
    <dgm:cxn modelId="{C799F7FD-38C3-4ACF-84EC-70D64310CA8E}" type="presParOf" srcId="{C4863A41-7B10-4FD3-88A5-730D2DD7AB93}" destId="{EB2505E6-EA3E-4737-8623-EC4FAABE3D54}" srcOrd="4" destOrd="0" presId="urn:microsoft.com/office/officeart/2005/8/layout/vList2"/>
    <dgm:cxn modelId="{2765FC4B-A63B-4638-B9B8-CAF8D498D9CD}" type="presParOf" srcId="{C4863A41-7B10-4FD3-88A5-730D2DD7AB93}" destId="{A3EBDBCC-9A35-473E-9625-3588D3F552C9}" srcOrd="5" destOrd="0" presId="urn:microsoft.com/office/officeart/2005/8/layout/vList2"/>
    <dgm:cxn modelId="{6D47180B-44B7-438B-A7E5-3DF8DFCF1C12}" type="presParOf" srcId="{C4863A41-7B10-4FD3-88A5-730D2DD7AB93}" destId="{38F170E0-8D0A-4C8B-ABD3-ADD7ECEC7F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AB01173-A1DE-4A30-BF7B-12D6C122E9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B65E670-0FA4-4A21-996B-C6CB3164E51E}">
      <dgm:prSet/>
      <dgm:spPr/>
      <dgm:t>
        <a:bodyPr/>
        <a:lstStyle/>
        <a:p>
          <a:r>
            <a:rPr lang="ru-RU" b="0" i="0" baseline="0"/>
            <a:t>Українська Центральна Рада, підтримана українізованими військовими частинами</a:t>
          </a:r>
          <a:endParaRPr lang="uk-UA"/>
        </a:p>
      </dgm:t>
    </dgm:pt>
    <dgm:pt modelId="{035877F2-0890-4692-B846-A2B14C59A5AE}" type="parTrans" cxnId="{5B647847-92A8-43A8-B380-3A64DCE4AB00}">
      <dgm:prSet/>
      <dgm:spPr/>
      <dgm:t>
        <a:bodyPr/>
        <a:lstStyle/>
        <a:p>
          <a:endParaRPr lang="uk-UA"/>
        </a:p>
      </dgm:t>
    </dgm:pt>
    <dgm:pt modelId="{58B174A6-D401-4114-8355-4EDBB21576A9}" type="sibTrans" cxnId="{5B647847-92A8-43A8-B380-3A64DCE4AB00}">
      <dgm:prSet/>
      <dgm:spPr/>
      <dgm:t>
        <a:bodyPr/>
        <a:lstStyle/>
        <a:p>
          <a:endParaRPr lang="uk-UA"/>
        </a:p>
      </dgm:t>
    </dgm:pt>
    <dgm:pt modelId="{92C4307C-BFD4-4549-BB90-3F88BFCE1B0F}">
      <dgm:prSet/>
      <dgm:spPr/>
      <dgm:t>
        <a:bodyPr/>
        <a:lstStyle/>
        <a:p>
          <a:r>
            <a:rPr lang="ru-RU" b="0" i="0" baseline="0"/>
            <a:t>більшовики, що спиралися на ради робітничих і солдатських депутатів</a:t>
          </a:r>
          <a:endParaRPr lang="uk-UA"/>
        </a:p>
      </dgm:t>
    </dgm:pt>
    <dgm:pt modelId="{819DD83F-3ADC-4229-AFA3-8A025B8696E7}" type="parTrans" cxnId="{3E8918BC-467B-41B3-8B20-ECB33D59A386}">
      <dgm:prSet/>
      <dgm:spPr/>
      <dgm:t>
        <a:bodyPr/>
        <a:lstStyle/>
        <a:p>
          <a:endParaRPr lang="uk-UA"/>
        </a:p>
      </dgm:t>
    </dgm:pt>
    <dgm:pt modelId="{9BF00C92-C499-4C3F-8352-223DCB9C8DED}" type="sibTrans" cxnId="{3E8918BC-467B-41B3-8B20-ECB33D59A386}">
      <dgm:prSet/>
      <dgm:spPr/>
      <dgm:t>
        <a:bodyPr/>
        <a:lstStyle/>
        <a:p>
          <a:endParaRPr lang="uk-UA"/>
        </a:p>
      </dgm:t>
    </dgm:pt>
    <dgm:pt modelId="{7A6DA7BE-006F-4BCE-BE07-81355003FFC3}">
      <dgm:prSet/>
      <dgm:spPr/>
      <dgm:t>
        <a:bodyPr/>
        <a:lstStyle/>
        <a:p>
          <a:r>
            <a:rPr lang="ru-RU" b="0" i="0" baseline="0"/>
            <a:t>сердюцька дивізія гетьмана П. Скоропадського</a:t>
          </a:r>
          <a:endParaRPr lang="uk-UA"/>
        </a:p>
      </dgm:t>
    </dgm:pt>
    <dgm:pt modelId="{9CA30549-5D93-4220-85F5-D025FA168490}" type="parTrans" cxnId="{1FD931FC-02A8-4A41-BC66-11ACA849580E}">
      <dgm:prSet/>
      <dgm:spPr/>
      <dgm:t>
        <a:bodyPr/>
        <a:lstStyle/>
        <a:p>
          <a:endParaRPr lang="uk-UA"/>
        </a:p>
      </dgm:t>
    </dgm:pt>
    <dgm:pt modelId="{33821B5B-5E80-4CBC-AD72-D307613003D7}" type="sibTrans" cxnId="{1FD931FC-02A8-4A41-BC66-11ACA849580E}">
      <dgm:prSet/>
      <dgm:spPr/>
      <dgm:t>
        <a:bodyPr/>
        <a:lstStyle/>
        <a:p>
          <a:endParaRPr lang="uk-UA"/>
        </a:p>
      </dgm:t>
    </dgm:pt>
    <dgm:pt modelId="{E6BC1FC5-400C-4539-86D8-DA24DA4308A5}" type="pres">
      <dgm:prSet presAssocID="{8AB01173-A1DE-4A30-BF7B-12D6C122E98A}" presName="linear" presStyleCnt="0">
        <dgm:presLayoutVars>
          <dgm:animLvl val="lvl"/>
          <dgm:resizeHandles val="exact"/>
        </dgm:presLayoutVars>
      </dgm:prSet>
      <dgm:spPr/>
    </dgm:pt>
    <dgm:pt modelId="{CDBD1F23-279B-4744-ACEF-3AC748668634}" type="pres">
      <dgm:prSet presAssocID="{0B65E670-0FA4-4A21-996B-C6CB3164E5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2EEC4F-6A08-475E-9FFF-2980CEF2A0EC}" type="pres">
      <dgm:prSet presAssocID="{58B174A6-D401-4114-8355-4EDBB21576A9}" presName="spacer" presStyleCnt="0"/>
      <dgm:spPr/>
    </dgm:pt>
    <dgm:pt modelId="{4912D563-291C-4058-A6B3-416C50171AE1}" type="pres">
      <dgm:prSet presAssocID="{92C4307C-BFD4-4549-BB90-3F88BFCE1B0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497A48-A307-4299-B95A-E82E3942749D}" type="pres">
      <dgm:prSet presAssocID="{9BF00C92-C499-4C3F-8352-223DCB9C8DED}" presName="spacer" presStyleCnt="0"/>
      <dgm:spPr/>
    </dgm:pt>
    <dgm:pt modelId="{79DB0A02-78E8-4AF6-8857-FE3F02F8419B}" type="pres">
      <dgm:prSet presAssocID="{7A6DA7BE-006F-4BCE-BE07-81355003FF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B647847-92A8-43A8-B380-3A64DCE4AB00}" srcId="{8AB01173-A1DE-4A30-BF7B-12D6C122E98A}" destId="{0B65E670-0FA4-4A21-996B-C6CB3164E51E}" srcOrd="0" destOrd="0" parTransId="{035877F2-0890-4692-B846-A2B14C59A5AE}" sibTransId="{58B174A6-D401-4114-8355-4EDBB21576A9}"/>
    <dgm:cxn modelId="{B957D16F-2D2D-4B29-91F8-3DCF712C1274}" type="presOf" srcId="{7A6DA7BE-006F-4BCE-BE07-81355003FFC3}" destId="{79DB0A02-78E8-4AF6-8857-FE3F02F8419B}" srcOrd="0" destOrd="0" presId="urn:microsoft.com/office/officeart/2005/8/layout/vList2"/>
    <dgm:cxn modelId="{012D1574-FA17-45B5-86D2-ACEBA28ABF03}" type="presOf" srcId="{92C4307C-BFD4-4549-BB90-3F88BFCE1B0F}" destId="{4912D563-291C-4058-A6B3-416C50171AE1}" srcOrd="0" destOrd="0" presId="urn:microsoft.com/office/officeart/2005/8/layout/vList2"/>
    <dgm:cxn modelId="{3E8918BC-467B-41B3-8B20-ECB33D59A386}" srcId="{8AB01173-A1DE-4A30-BF7B-12D6C122E98A}" destId="{92C4307C-BFD4-4549-BB90-3F88BFCE1B0F}" srcOrd="1" destOrd="0" parTransId="{819DD83F-3ADC-4229-AFA3-8A025B8696E7}" sibTransId="{9BF00C92-C499-4C3F-8352-223DCB9C8DED}"/>
    <dgm:cxn modelId="{B39600E0-15DA-4264-84DB-492DFEC47AAD}" type="presOf" srcId="{8AB01173-A1DE-4A30-BF7B-12D6C122E98A}" destId="{E6BC1FC5-400C-4539-86D8-DA24DA4308A5}" srcOrd="0" destOrd="0" presId="urn:microsoft.com/office/officeart/2005/8/layout/vList2"/>
    <dgm:cxn modelId="{258B92ED-1AFB-4C2A-8901-637A6D737A60}" type="presOf" srcId="{0B65E670-0FA4-4A21-996B-C6CB3164E51E}" destId="{CDBD1F23-279B-4744-ACEF-3AC748668634}" srcOrd="0" destOrd="0" presId="urn:microsoft.com/office/officeart/2005/8/layout/vList2"/>
    <dgm:cxn modelId="{1FD931FC-02A8-4A41-BC66-11ACA849580E}" srcId="{8AB01173-A1DE-4A30-BF7B-12D6C122E98A}" destId="{7A6DA7BE-006F-4BCE-BE07-81355003FFC3}" srcOrd="2" destOrd="0" parTransId="{9CA30549-5D93-4220-85F5-D025FA168490}" sibTransId="{33821B5B-5E80-4CBC-AD72-D307613003D7}"/>
    <dgm:cxn modelId="{19141664-C6B7-4981-927B-CE7CDF4A9763}" type="presParOf" srcId="{E6BC1FC5-400C-4539-86D8-DA24DA4308A5}" destId="{CDBD1F23-279B-4744-ACEF-3AC748668634}" srcOrd="0" destOrd="0" presId="urn:microsoft.com/office/officeart/2005/8/layout/vList2"/>
    <dgm:cxn modelId="{1CD1B208-FD8A-48E9-B2A2-2B69F442148D}" type="presParOf" srcId="{E6BC1FC5-400C-4539-86D8-DA24DA4308A5}" destId="{0A2EEC4F-6A08-475E-9FFF-2980CEF2A0EC}" srcOrd="1" destOrd="0" presId="urn:microsoft.com/office/officeart/2005/8/layout/vList2"/>
    <dgm:cxn modelId="{B48D41A4-6A87-4910-A0A9-34F84AC794A8}" type="presParOf" srcId="{E6BC1FC5-400C-4539-86D8-DA24DA4308A5}" destId="{4912D563-291C-4058-A6B3-416C50171AE1}" srcOrd="2" destOrd="0" presId="urn:microsoft.com/office/officeart/2005/8/layout/vList2"/>
    <dgm:cxn modelId="{95DA9EFA-0389-4E9B-A547-CD55A2DF778C}" type="presParOf" srcId="{E6BC1FC5-400C-4539-86D8-DA24DA4308A5}" destId="{4F497A48-A307-4299-B95A-E82E3942749D}" srcOrd="3" destOrd="0" presId="urn:microsoft.com/office/officeart/2005/8/layout/vList2"/>
    <dgm:cxn modelId="{C4C81027-C8D8-4FF9-AEDF-E86126D971F2}" type="presParOf" srcId="{E6BC1FC5-400C-4539-86D8-DA24DA4308A5}" destId="{79DB0A02-78E8-4AF6-8857-FE3F02F841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FC322CD-268B-45B4-9658-AAD5D09DFC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012A4F9-DF80-497D-932D-C01F29F02379}">
      <dgm:prSet/>
      <dgm:spPr/>
      <dgm:t>
        <a:bodyPr/>
        <a:lstStyle/>
        <a:p>
          <a:r>
            <a:rPr lang="uk-UA" b="0" i="0" baseline="0"/>
            <a:t>анархістські збройні загони Н. Махна</a:t>
          </a:r>
          <a:endParaRPr lang="uk-UA"/>
        </a:p>
      </dgm:t>
    </dgm:pt>
    <dgm:pt modelId="{085B844B-5E6D-4C47-B795-EFB0818D58CA}" type="parTrans" cxnId="{CDBBC926-6EEF-4C98-A888-33BDDF1A6B69}">
      <dgm:prSet/>
      <dgm:spPr/>
      <dgm:t>
        <a:bodyPr/>
        <a:lstStyle/>
        <a:p>
          <a:endParaRPr lang="uk-UA"/>
        </a:p>
      </dgm:t>
    </dgm:pt>
    <dgm:pt modelId="{D0C53B1B-B770-4E13-89C6-B95A790CA1BF}" type="sibTrans" cxnId="{CDBBC926-6EEF-4C98-A888-33BDDF1A6B69}">
      <dgm:prSet/>
      <dgm:spPr/>
      <dgm:t>
        <a:bodyPr/>
        <a:lstStyle/>
        <a:p>
          <a:endParaRPr lang="uk-UA"/>
        </a:p>
      </dgm:t>
    </dgm:pt>
    <dgm:pt modelId="{A3E43016-4228-4E93-B026-29960681B5BB}">
      <dgm:prSet/>
      <dgm:spPr/>
      <dgm:t>
        <a:bodyPr/>
        <a:lstStyle/>
        <a:p>
          <a:r>
            <a:rPr lang="uk-UA" b="0" i="0" baseline="0"/>
            <a:t>прихильники Тимчасового уряду Росії, згуртовані навколо штабу Київського військового округу</a:t>
          </a:r>
          <a:endParaRPr lang="uk-UA"/>
        </a:p>
      </dgm:t>
    </dgm:pt>
    <dgm:pt modelId="{EF4AB228-A411-4189-B5B3-304A038710E0}" type="parTrans" cxnId="{CDE999B4-692A-40B4-89AD-837368FE52CE}">
      <dgm:prSet/>
      <dgm:spPr/>
      <dgm:t>
        <a:bodyPr/>
        <a:lstStyle/>
        <a:p>
          <a:endParaRPr lang="uk-UA"/>
        </a:p>
      </dgm:t>
    </dgm:pt>
    <dgm:pt modelId="{6F6C34CF-CA18-4187-8705-911A75F8BC9F}" type="sibTrans" cxnId="{CDE999B4-692A-40B4-89AD-837368FE52CE}">
      <dgm:prSet/>
      <dgm:spPr/>
      <dgm:t>
        <a:bodyPr/>
        <a:lstStyle/>
        <a:p>
          <a:endParaRPr lang="uk-UA"/>
        </a:p>
      </dgm:t>
    </dgm:pt>
    <dgm:pt modelId="{2B3B34E0-C80F-4944-A9BB-03914FDAD49F}">
      <dgm:prSet/>
      <dgm:spPr/>
      <dgm:t>
        <a:bodyPr/>
        <a:lstStyle/>
        <a:p>
          <a:r>
            <a:rPr lang="uk-UA" b="0" i="0" baseline="0"/>
            <a:t>частини Добровольчої армії генерала А. Денікіна</a:t>
          </a:r>
          <a:endParaRPr lang="uk-UA"/>
        </a:p>
      </dgm:t>
    </dgm:pt>
    <dgm:pt modelId="{9230EC24-FF78-4560-A319-EDD137B4BF17}" type="parTrans" cxnId="{72E68D91-5686-404D-8082-8CBC945C824A}">
      <dgm:prSet/>
      <dgm:spPr/>
      <dgm:t>
        <a:bodyPr/>
        <a:lstStyle/>
        <a:p>
          <a:endParaRPr lang="uk-UA"/>
        </a:p>
      </dgm:t>
    </dgm:pt>
    <dgm:pt modelId="{E3F6B5BC-1CAD-4F5C-A162-D88A06AE8863}" type="sibTrans" cxnId="{72E68D91-5686-404D-8082-8CBC945C824A}">
      <dgm:prSet/>
      <dgm:spPr/>
      <dgm:t>
        <a:bodyPr/>
        <a:lstStyle/>
        <a:p>
          <a:endParaRPr lang="uk-UA"/>
        </a:p>
      </dgm:t>
    </dgm:pt>
    <dgm:pt modelId="{4D5A1DC9-8C95-4DED-897C-1D841A1F4DD3}">
      <dgm:prSet/>
      <dgm:spPr/>
      <dgm:t>
        <a:bodyPr/>
        <a:lstStyle/>
        <a:p>
          <a:r>
            <a:rPr lang="uk-UA" b="0" i="0" baseline="0"/>
            <a:t>підрозділи Головного отамана Армії УНР</a:t>
          </a:r>
          <a:endParaRPr lang="uk-UA"/>
        </a:p>
      </dgm:t>
    </dgm:pt>
    <dgm:pt modelId="{A8FAC073-3894-4F87-8E15-E4CB10526988}" type="parTrans" cxnId="{6A172672-D7EF-4BE0-A5D9-4DF07B1B994B}">
      <dgm:prSet/>
      <dgm:spPr/>
      <dgm:t>
        <a:bodyPr/>
        <a:lstStyle/>
        <a:p>
          <a:endParaRPr lang="uk-UA"/>
        </a:p>
      </dgm:t>
    </dgm:pt>
    <dgm:pt modelId="{F0E486A6-DC29-41E4-B40E-2BB62DA3AF7E}" type="sibTrans" cxnId="{6A172672-D7EF-4BE0-A5D9-4DF07B1B994B}">
      <dgm:prSet/>
      <dgm:spPr/>
      <dgm:t>
        <a:bodyPr/>
        <a:lstStyle/>
        <a:p>
          <a:endParaRPr lang="uk-UA"/>
        </a:p>
      </dgm:t>
    </dgm:pt>
    <dgm:pt modelId="{AA73CBDE-EA2F-488F-8C10-741D0AEF5FAF}" type="pres">
      <dgm:prSet presAssocID="{8FC322CD-268B-45B4-9658-AAD5D09DFCEA}" presName="linear" presStyleCnt="0">
        <dgm:presLayoutVars>
          <dgm:animLvl val="lvl"/>
          <dgm:resizeHandles val="exact"/>
        </dgm:presLayoutVars>
      </dgm:prSet>
      <dgm:spPr/>
    </dgm:pt>
    <dgm:pt modelId="{EE366C00-E2BB-42F0-98CB-3B342BB20A47}" type="pres">
      <dgm:prSet presAssocID="{4012A4F9-DF80-497D-932D-C01F29F023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55272CC-E217-49CA-AC77-F0838CEC6D47}" type="pres">
      <dgm:prSet presAssocID="{D0C53B1B-B770-4E13-89C6-B95A790CA1BF}" presName="spacer" presStyleCnt="0"/>
      <dgm:spPr/>
    </dgm:pt>
    <dgm:pt modelId="{593FA5E9-E742-4555-A8CD-0E830C401811}" type="pres">
      <dgm:prSet presAssocID="{A3E43016-4228-4E93-B026-29960681B5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01A0B4-1101-4E96-AD9D-D125C91672C9}" type="pres">
      <dgm:prSet presAssocID="{6F6C34CF-CA18-4187-8705-911A75F8BC9F}" presName="spacer" presStyleCnt="0"/>
      <dgm:spPr/>
    </dgm:pt>
    <dgm:pt modelId="{39771C73-BAAB-4123-8B5C-03ED70F84238}" type="pres">
      <dgm:prSet presAssocID="{2B3B34E0-C80F-4944-A9BB-03914FDAD4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024671-0F71-4039-BEE6-605E020BEF80}" type="pres">
      <dgm:prSet presAssocID="{E3F6B5BC-1CAD-4F5C-A162-D88A06AE8863}" presName="spacer" presStyleCnt="0"/>
      <dgm:spPr/>
    </dgm:pt>
    <dgm:pt modelId="{41768FCF-8C4B-4326-A429-EC8E165D594D}" type="pres">
      <dgm:prSet presAssocID="{4D5A1DC9-8C95-4DED-897C-1D841A1F4D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DBBC926-6EEF-4C98-A888-33BDDF1A6B69}" srcId="{8FC322CD-268B-45B4-9658-AAD5D09DFCEA}" destId="{4012A4F9-DF80-497D-932D-C01F29F02379}" srcOrd="0" destOrd="0" parTransId="{085B844B-5E6D-4C47-B795-EFB0818D58CA}" sibTransId="{D0C53B1B-B770-4E13-89C6-B95A790CA1BF}"/>
    <dgm:cxn modelId="{2E16B663-962A-44BD-8323-8C7DA3B5109E}" type="presOf" srcId="{4012A4F9-DF80-497D-932D-C01F29F02379}" destId="{EE366C00-E2BB-42F0-98CB-3B342BB20A47}" srcOrd="0" destOrd="0" presId="urn:microsoft.com/office/officeart/2005/8/layout/vList2"/>
    <dgm:cxn modelId="{186F6A66-30F8-4C47-9944-45AC1A31809F}" type="presOf" srcId="{2B3B34E0-C80F-4944-A9BB-03914FDAD49F}" destId="{39771C73-BAAB-4123-8B5C-03ED70F84238}" srcOrd="0" destOrd="0" presId="urn:microsoft.com/office/officeart/2005/8/layout/vList2"/>
    <dgm:cxn modelId="{6A172672-D7EF-4BE0-A5D9-4DF07B1B994B}" srcId="{8FC322CD-268B-45B4-9658-AAD5D09DFCEA}" destId="{4D5A1DC9-8C95-4DED-897C-1D841A1F4DD3}" srcOrd="3" destOrd="0" parTransId="{A8FAC073-3894-4F87-8E15-E4CB10526988}" sibTransId="{F0E486A6-DC29-41E4-B40E-2BB62DA3AF7E}"/>
    <dgm:cxn modelId="{72E68D91-5686-404D-8082-8CBC945C824A}" srcId="{8FC322CD-268B-45B4-9658-AAD5D09DFCEA}" destId="{2B3B34E0-C80F-4944-A9BB-03914FDAD49F}" srcOrd="2" destOrd="0" parTransId="{9230EC24-FF78-4560-A319-EDD137B4BF17}" sibTransId="{E3F6B5BC-1CAD-4F5C-A162-D88A06AE8863}"/>
    <dgm:cxn modelId="{CDE999B4-692A-40B4-89AD-837368FE52CE}" srcId="{8FC322CD-268B-45B4-9658-AAD5D09DFCEA}" destId="{A3E43016-4228-4E93-B026-29960681B5BB}" srcOrd="1" destOrd="0" parTransId="{EF4AB228-A411-4189-B5B3-304A038710E0}" sibTransId="{6F6C34CF-CA18-4187-8705-911A75F8BC9F}"/>
    <dgm:cxn modelId="{505CC6BD-4AD3-4070-BCE0-823EC7DBDC70}" type="presOf" srcId="{4D5A1DC9-8C95-4DED-897C-1D841A1F4DD3}" destId="{41768FCF-8C4B-4326-A429-EC8E165D594D}" srcOrd="0" destOrd="0" presId="urn:microsoft.com/office/officeart/2005/8/layout/vList2"/>
    <dgm:cxn modelId="{D784F8BF-CB0D-4334-A065-318D82305127}" type="presOf" srcId="{8FC322CD-268B-45B4-9658-AAD5D09DFCEA}" destId="{AA73CBDE-EA2F-488F-8C10-741D0AEF5FAF}" srcOrd="0" destOrd="0" presId="urn:microsoft.com/office/officeart/2005/8/layout/vList2"/>
    <dgm:cxn modelId="{606567C4-7487-45BD-AC5C-8A28006DAB5E}" type="presOf" srcId="{A3E43016-4228-4E93-B026-29960681B5BB}" destId="{593FA5E9-E742-4555-A8CD-0E830C401811}" srcOrd="0" destOrd="0" presId="urn:microsoft.com/office/officeart/2005/8/layout/vList2"/>
    <dgm:cxn modelId="{FBA41CE8-473D-46B0-957A-71D6BA91A44F}" type="presParOf" srcId="{AA73CBDE-EA2F-488F-8C10-741D0AEF5FAF}" destId="{EE366C00-E2BB-42F0-98CB-3B342BB20A47}" srcOrd="0" destOrd="0" presId="urn:microsoft.com/office/officeart/2005/8/layout/vList2"/>
    <dgm:cxn modelId="{49F2A730-2455-4468-B6D4-951060A1C610}" type="presParOf" srcId="{AA73CBDE-EA2F-488F-8C10-741D0AEF5FAF}" destId="{F55272CC-E217-49CA-AC77-F0838CEC6D47}" srcOrd="1" destOrd="0" presId="urn:microsoft.com/office/officeart/2005/8/layout/vList2"/>
    <dgm:cxn modelId="{E03CBF87-24BD-42AF-9670-12D6FD1B788E}" type="presParOf" srcId="{AA73CBDE-EA2F-488F-8C10-741D0AEF5FAF}" destId="{593FA5E9-E742-4555-A8CD-0E830C401811}" srcOrd="2" destOrd="0" presId="urn:microsoft.com/office/officeart/2005/8/layout/vList2"/>
    <dgm:cxn modelId="{98633621-B7C5-4E21-9B9F-B8716944EAC6}" type="presParOf" srcId="{AA73CBDE-EA2F-488F-8C10-741D0AEF5FAF}" destId="{3601A0B4-1101-4E96-AD9D-D125C91672C9}" srcOrd="3" destOrd="0" presId="urn:microsoft.com/office/officeart/2005/8/layout/vList2"/>
    <dgm:cxn modelId="{AD0F29C4-128F-46E1-BD39-C66C7383E465}" type="presParOf" srcId="{AA73CBDE-EA2F-488F-8C10-741D0AEF5FAF}" destId="{39771C73-BAAB-4123-8B5C-03ED70F84238}" srcOrd="4" destOrd="0" presId="urn:microsoft.com/office/officeart/2005/8/layout/vList2"/>
    <dgm:cxn modelId="{72DE9B33-2E6B-4AAE-99E6-8EE8ACD39460}" type="presParOf" srcId="{AA73CBDE-EA2F-488F-8C10-741D0AEF5FAF}" destId="{5D024671-0F71-4039-BEE6-605E020BEF80}" srcOrd="5" destOrd="0" presId="urn:microsoft.com/office/officeart/2005/8/layout/vList2"/>
    <dgm:cxn modelId="{683E02BC-F9A5-439D-B5EA-1E6FB66BF392}" type="presParOf" srcId="{AA73CBDE-EA2F-488F-8C10-741D0AEF5FAF}" destId="{41768FCF-8C4B-4326-A429-EC8E165D59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CD2168A6-4ECC-45F4-BA40-03BD14FC663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9864D7-87DF-4E46-BBC9-866C528E7B65}">
      <dgm:prSet/>
      <dgm:spPr/>
      <dgm:t>
        <a:bodyPr/>
        <a:lstStyle/>
        <a:p>
          <a:r>
            <a:rPr lang="ru-RU" b="0" i="1" baseline="0"/>
            <a:t>«На час до вирішення справи... Установчими Зборами по справах місцевого врядування Україною вищим органом Тимчасового уряду є Генеральний Секретаріат, котрого призначає ...уряд по пропозиціям Центральної Ради».</a:t>
          </a:r>
          <a:endParaRPr lang="uk-UA"/>
        </a:p>
      </dgm:t>
    </dgm:pt>
    <dgm:pt modelId="{1BC17ACF-9718-4DDD-99CA-389CCF8AE85C}" type="parTrans" cxnId="{AF2EDDD5-48E0-493B-949D-74E6A79B11A6}">
      <dgm:prSet/>
      <dgm:spPr/>
      <dgm:t>
        <a:bodyPr/>
        <a:lstStyle/>
        <a:p>
          <a:endParaRPr lang="uk-UA"/>
        </a:p>
      </dgm:t>
    </dgm:pt>
    <dgm:pt modelId="{9DB27D62-B68F-4D6A-A3D2-424ED3D19A87}" type="sibTrans" cxnId="{AF2EDDD5-48E0-493B-949D-74E6A79B11A6}">
      <dgm:prSet/>
      <dgm:spPr/>
      <dgm:t>
        <a:bodyPr/>
        <a:lstStyle/>
        <a:p>
          <a:endParaRPr lang="uk-UA"/>
        </a:p>
      </dgm:t>
    </dgm:pt>
    <dgm:pt modelId="{A4C0EF9B-E34F-482A-81CB-96A18946A353}">
      <dgm:prSet/>
      <dgm:spPr/>
      <dgm:t>
        <a:bodyPr/>
        <a:lstStyle/>
        <a:p>
          <a:r>
            <a:rPr lang="ru-RU" b="0" i="1" baseline="0"/>
            <a:t>«Неможливо одночасно визнавати право на самовизначення і водночас робити грубий замах на це право, накидаючи свої форми політичного ладу, як це робить Рада Народних Комісарів Великоросії щодо Народної Української Республіки».</a:t>
          </a:r>
          <a:endParaRPr lang="uk-UA"/>
        </a:p>
      </dgm:t>
    </dgm:pt>
    <dgm:pt modelId="{3AB20070-3906-4B54-A091-B2CAAA4A9B03}" type="parTrans" cxnId="{71D3D59F-E686-4412-B86A-35A8C9AA7249}">
      <dgm:prSet/>
      <dgm:spPr/>
      <dgm:t>
        <a:bodyPr/>
        <a:lstStyle/>
        <a:p>
          <a:endParaRPr lang="uk-UA"/>
        </a:p>
      </dgm:t>
    </dgm:pt>
    <dgm:pt modelId="{D01B37EB-C5B3-4A71-88DA-F10A6387DC01}" type="sibTrans" cxnId="{71D3D59F-E686-4412-B86A-35A8C9AA7249}">
      <dgm:prSet/>
      <dgm:spPr/>
      <dgm:t>
        <a:bodyPr/>
        <a:lstStyle/>
        <a:p>
          <a:endParaRPr lang="uk-UA"/>
        </a:p>
      </dgm:t>
    </dgm:pt>
    <dgm:pt modelId="{A95C5AA3-0EB7-4889-A396-661FA9707C17}" type="pres">
      <dgm:prSet presAssocID="{CD2168A6-4ECC-45F4-BA40-03BD14FC6631}" presName="linear" presStyleCnt="0">
        <dgm:presLayoutVars>
          <dgm:animLvl val="lvl"/>
          <dgm:resizeHandles val="exact"/>
        </dgm:presLayoutVars>
      </dgm:prSet>
      <dgm:spPr/>
    </dgm:pt>
    <dgm:pt modelId="{6C08349F-4E55-4D70-80D1-706487F9B576}" type="pres">
      <dgm:prSet presAssocID="{ED9864D7-87DF-4E46-BBC9-866C528E7B6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60E279-8578-473C-ADAA-7A6C82FE3B2F}" type="pres">
      <dgm:prSet presAssocID="{9DB27D62-B68F-4D6A-A3D2-424ED3D19A87}" presName="spacer" presStyleCnt="0"/>
      <dgm:spPr/>
    </dgm:pt>
    <dgm:pt modelId="{DEACE8E0-328C-4CAA-A5C5-4FD257223448}" type="pres">
      <dgm:prSet presAssocID="{A4C0EF9B-E34F-482A-81CB-96A18946A3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D91B01A-5887-4F5E-860E-05A763D9EDE5}" type="presOf" srcId="{ED9864D7-87DF-4E46-BBC9-866C528E7B65}" destId="{6C08349F-4E55-4D70-80D1-706487F9B576}" srcOrd="0" destOrd="0" presId="urn:microsoft.com/office/officeart/2005/8/layout/vList2"/>
    <dgm:cxn modelId="{44F8702A-32EF-4A2A-BEB2-1E5634F2A7E1}" type="presOf" srcId="{CD2168A6-4ECC-45F4-BA40-03BD14FC6631}" destId="{A95C5AA3-0EB7-4889-A396-661FA9707C17}" srcOrd="0" destOrd="0" presId="urn:microsoft.com/office/officeart/2005/8/layout/vList2"/>
    <dgm:cxn modelId="{1FC7A385-EA26-477F-923F-3D527219F452}" type="presOf" srcId="{A4C0EF9B-E34F-482A-81CB-96A18946A353}" destId="{DEACE8E0-328C-4CAA-A5C5-4FD257223448}" srcOrd="0" destOrd="0" presId="urn:microsoft.com/office/officeart/2005/8/layout/vList2"/>
    <dgm:cxn modelId="{71D3D59F-E686-4412-B86A-35A8C9AA7249}" srcId="{CD2168A6-4ECC-45F4-BA40-03BD14FC6631}" destId="{A4C0EF9B-E34F-482A-81CB-96A18946A353}" srcOrd="1" destOrd="0" parTransId="{3AB20070-3906-4B54-A091-B2CAAA4A9B03}" sibTransId="{D01B37EB-C5B3-4A71-88DA-F10A6387DC01}"/>
    <dgm:cxn modelId="{AF2EDDD5-48E0-493B-949D-74E6A79B11A6}" srcId="{CD2168A6-4ECC-45F4-BA40-03BD14FC6631}" destId="{ED9864D7-87DF-4E46-BBC9-866C528E7B65}" srcOrd="0" destOrd="0" parTransId="{1BC17ACF-9718-4DDD-99CA-389CCF8AE85C}" sibTransId="{9DB27D62-B68F-4D6A-A3D2-424ED3D19A87}"/>
    <dgm:cxn modelId="{6D9EFF20-A27E-4E1D-B318-BAAFBD2E88B4}" type="presParOf" srcId="{A95C5AA3-0EB7-4889-A396-661FA9707C17}" destId="{6C08349F-4E55-4D70-80D1-706487F9B576}" srcOrd="0" destOrd="0" presId="urn:microsoft.com/office/officeart/2005/8/layout/vList2"/>
    <dgm:cxn modelId="{3DB53DDF-CEE9-4E0F-9F00-67FF56A721EF}" type="presParOf" srcId="{A95C5AA3-0EB7-4889-A396-661FA9707C17}" destId="{A860E279-8578-473C-ADAA-7A6C82FE3B2F}" srcOrd="1" destOrd="0" presId="urn:microsoft.com/office/officeart/2005/8/layout/vList2"/>
    <dgm:cxn modelId="{FDCC2D8C-7E1A-4383-A09C-69546CB2E86C}" type="presParOf" srcId="{A95C5AA3-0EB7-4889-A396-661FA9707C17}" destId="{DEACE8E0-328C-4CAA-A5C5-4FD25722344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B579B10-DE65-48C6-A7C9-91791AF259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EA8EC9-3DC5-43CF-B6A5-2ECA48BF9FB5}">
      <dgm:prSet/>
      <dgm:spPr/>
      <dgm:t>
        <a:bodyPr/>
        <a:lstStyle/>
        <a:p>
          <a:r>
            <a:rPr lang="ru-RU" b="0" i="1" baseline="0"/>
            <a:t>«...визнаючи, що доля всіх народів Росії міцно зв’язана..., ми рішуче ставимось проти замірів самовільного здійснення автономії України до Всеросійського Учредительного Зібрання».</a:t>
          </a:r>
          <a:endParaRPr lang="uk-UA"/>
        </a:p>
      </dgm:t>
    </dgm:pt>
    <dgm:pt modelId="{F22A239E-AA05-48DD-8911-2CE7D8DBE63E}" type="parTrans" cxnId="{B288A6A8-6A15-4BC1-B7D8-1E848AD7A5F4}">
      <dgm:prSet/>
      <dgm:spPr/>
      <dgm:t>
        <a:bodyPr/>
        <a:lstStyle/>
        <a:p>
          <a:endParaRPr lang="uk-UA"/>
        </a:p>
      </dgm:t>
    </dgm:pt>
    <dgm:pt modelId="{2490BB41-1E0D-44F7-A148-441AF62AC2C0}" type="sibTrans" cxnId="{B288A6A8-6A15-4BC1-B7D8-1E848AD7A5F4}">
      <dgm:prSet/>
      <dgm:spPr/>
      <dgm:t>
        <a:bodyPr/>
        <a:lstStyle/>
        <a:p>
          <a:endParaRPr lang="uk-UA"/>
        </a:p>
      </dgm:t>
    </dgm:pt>
    <dgm:pt modelId="{0DCF6853-6B72-4537-979D-0E235248EA9F}">
      <dgm:prSet/>
      <dgm:spPr/>
      <dgm:t>
        <a:bodyPr/>
        <a:lstStyle/>
        <a:p>
          <a:r>
            <a:rPr lang="ru-RU" b="0" i="1" baseline="0"/>
            <a:t>«У Петрограді зчинилися криваві події... Частина людності Петрограда за приводом більшовиків повстала озброєно проти Тимчасового правительства і хоче накинути свою волю всій Російській республіці».</a:t>
          </a:r>
          <a:endParaRPr lang="uk-UA"/>
        </a:p>
      </dgm:t>
    </dgm:pt>
    <dgm:pt modelId="{1B6FEA04-81D6-4F68-92D1-502445D088FA}" type="parTrans" cxnId="{EC2C092A-B277-4EBC-A458-9C9722391EA8}">
      <dgm:prSet/>
      <dgm:spPr/>
      <dgm:t>
        <a:bodyPr/>
        <a:lstStyle/>
        <a:p>
          <a:endParaRPr lang="uk-UA"/>
        </a:p>
      </dgm:t>
    </dgm:pt>
    <dgm:pt modelId="{F97E2F72-F0B7-47A9-AC49-90CD59FBF158}" type="sibTrans" cxnId="{EC2C092A-B277-4EBC-A458-9C9722391EA8}">
      <dgm:prSet/>
      <dgm:spPr/>
      <dgm:t>
        <a:bodyPr/>
        <a:lstStyle/>
        <a:p>
          <a:endParaRPr lang="uk-UA"/>
        </a:p>
      </dgm:t>
    </dgm:pt>
    <dgm:pt modelId="{3C3CFF11-4AA9-4484-9B42-25BBB4ED450B}">
      <dgm:prSet/>
      <dgm:spPr/>
      <dgm:t>
        <a:bodyPr/>
        <a:lstStyle/>
        <a:p>
          <a:r>
            <a:rPr lang="ru-RU" b="0" i="1" baseline="0"/>
            <a:t>«Хай буде Україна вільною. Не одділяючись від всієї Росії, не розриваючи з державою Російською, хай народ український на своїй землі має право сам порядкувати своїм життям».</a:t>
          </a:r>
          <a:endParaRPr lang="uk-UA"/>
        </a:p>
      </dgm:t>
    </dgm:pt>
    <dgm:pt modelId="{A86D3707-C89B-452B-A42E-5E66DCA15B4E}" type="parTrans" cxnId="{9275D45F-72CF-425C-AFE3-481116CD7A79}">
      <dgm:prSet/>
      <dgm:spPr/>
      <dgm:t>
        <a:bodyPr/>
        <a:lstStyle/>
        <a:p>
          <a:endParaRPr lang="uk-UA"/>
        </a:p>
      </dgm:t>
    </dgm:pt>
    <dgm:pt modelId="{5CCA97FD-363D-4BAD-B0AC-F19101C2B59F}" type="sibTrans" cxnId="{9275D45F-72CF-425C-AFE3-481116CD7A79}">
      <dgm:prSet/>
      <dgm:spPr/>
      <dgm:t>
        <a:bodyPr/>
        <a:lstStyle/>
        <a:p>
          <a:endParaRPr lang="uk-UA"/>
        </a:p>
      </dgm:t>
    </dgm:pt>
    <dgm:pt modelId="{0A7F1E48-20B4-423C-80EE-81351F236A3C}" type="pres">
      <dgm:prSet presAssocID="{BB579B10-DE65-48C6-A7C9-91791AF25925}" presName="linear" presStyleCnt="0">
        <dgm:presLayoutVars>
          <dgm:animLvl val="lvl"/>
          <dgm:resizeHandles val="exact"/>
        </dgm:presLayoutVars>
      </dgm:prSet>
      <dgm:spPr/>
    </dgm:pt>
    <dgm:pt modelId="{573851FB-ED0E-423D-8265-3D8F102C0292}" type="pres">
      <dgm:prSet presAssocID="{5CEA8EC9-3DC5-43CF-B6A5-2ECA48BF9F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2B60490-ABAD-4E8A-BB12-D0BA87B157B8}" type="pres">
      <dgm:prSet presAssocID="{2490BB41-1E0D-44F7-A148-441AF62AC2C0}" presName="spacer" presStyleCnt="0"/>
      <dgm:spPr/>
    </dgm:pt>
    <dgm:pt modelId="{A4C79992-314C-4E71-9F51-1A0374F450A2}" type="pres">
      <dgm:prSet presAssocID="{0DCF6853-6B72-4537-979D-0E235248EA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9CFE142-758C-4239-92FD-66A64BCF1E77}" type="pres">
      <dgm:prSet presAssocID="{F97E2F72-F0B7-47A9-AC49-90CD59FBF158}" presName="spacer" presStyleCnt="0"/>
      <dgm:spPr/>
    </dgm:pt>
    <dgm:pt modelId="{3D1CEAB9-31AE-41AA-B444-F606D494885E}" type="pres">
      <dgm:prSet presAssocID="{3C3CFF11-4AA9-4484-9B42-25BBB4ED45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631924-A6E2-4AB2-AD84-03911C64105C}" type="presOf" srcId="{BB579B10-DE65-48C6-A7C9-91791AF25925}" destId="{0A7F1E48-20B4-423C-80EE-81351F236A3C}" srcOrd="0" destOrd="0" presId="urn:microsoft.com/office/officeart/2005/8/layout/vList2"/>
    <dgm:cxn modelId="{EC2C092A-B277-4EBC-A458-9C9722391EA8}" srcId="{BB579B10-DE65-48C6-A7C9-91791AF25925}" destId="{0DCF6853-6B72-4537-979D-0E235248EA9F}" srcOrd="1" destOrd="0" parTransId="{1B6FEA04-81D6-4F68-92D1-502445D088FA}" sibTransId="{F97E2F72-F0B7-47A9-AC49-90CD59FBF158}"/>
    <dgm:cxn modelId="{9275D45F-72CF-425C-AFE3-481116CD7A79}" srcId="{BB579B10-DE65-48C6-A7C9-91791AF25925}" destId="{3C3CFF11-4AA9-4484-9B42-25BBB4ED450B}" srcOrd="2" destOrd="0" parTransId="{A86D3707-C89B-452B-A42E-5E66DCA15B4E}" sibTransId="{5CCA97FD-363D-4BAD-B0AC-F19101C2B59F}"/>
    <dgm:cxn modelId="{B288A6A8-6A15-4BC1-B7D8-1E848AD7A5F4}" srcId="{BB579B10-DE65-48C6-A7C9-91791AF25925}" destId="{5CEA8EC9-3DC5-43CF-B6A5-2ECA48BF9FB5}" srcOrd="0" destOrd="0" parTransId="{F22A239E-AA05-48DD-8911-2CE7D8DBE63E}" sibTransId="{2490BB41-1E0D-44F7-A148-441AF62AC2C0}"/>
    <dgm:cxn modelId="{85508BE2-447F-4C2B-8BF4-C49EE0E34C11}" type="presOf" srcId="{5CEA8EC9-3DC5-43CF-B6A5-2ECA48BF9FB5}" destId="{573851FB-ED0E-423D-8265-3D8F102C0292}" srcOrd="0" destOrd="0" presId="urn:microsoft.com/office/officeart/2005/8/layout/vList2"/>
    <dgm:cxn modelId="{4FAE68FE-6254-4B00-AD67-6F31A23A6DE7}" type="presOf" srcId="{3C3CFF11-4AA9-4484-9B42-25BBB4ED450B}" destId="{3D1CEAB9-31AE-41AA-B444-F606D494885E}" srcOrd="0" destOrd="0" presId="urn:microsoft.com/office/officeart/2005/8/layout/vList2"/>
    <dgm:cxn modelId="{09DFB7FF-FA91-4292-B331-C07AE0CE76E9}" type="presOf" srcId="{0DCF6853-6B72-4537-979D-0E235248EA9F}" destId="{A4C79992-314C-4E71-9F51-1A0374F450A2}" srcOrd="0" destOrd="0" presId="urn:microsoft.com/office/officeart/2005/8/layout/vList2"/>
    <dgm:cxn modelId="{0B2F606B-73D8-4FC2-808F-153F5FF99334}" type="presParOf" srcId="{0A7F1E48-20B4-423C-80EE-81351F236A3C}" destId="{573851FB-ED0E-423D-8265-3D8F102C0292}" srcOrd="0" destOrd="0" presId="urn:microsoft.com/office/officeart/2005/8/layout/vList2"/>
    <dgm:cxn modelId="{BC3C9F55-6145-4A8C-A4E3-B6040CEF0C64}" type="presParOf" srcId="{0A7F1E48-20B4-423C-80EE-81351F236A3C}" destId="{42B60490-ABAD-4E8A-BB12-D0BA87B157B8}" srcOrd="1" destOrd="0" presId="urn:microsoft.com/office/officeart/2005/8/layout/vList2"/>
    <dgm:cxn modelId="{EB206478-5A5D-41BF-8D94-6D0D5B578422}" type="presParOf" srcId="{0A7F1E48-20B4-423C-80EE-81351F236A3C}" destId="{A4C79992-314C-4E71-9F51-1A0374F450A2}" srcOrd="2" destOrd="0" presId="urn:microsoft.com/office/officeart/2005/8/layout/vList2"/>
    <dgm:cxn modelId="{18065CCC-54D0-4693-B66D-B7CA9A0ADB43}" type="presParOf" srcId="{0A7F1E48-20B4-423C-80EE-81351F236A3C}" destId="{29CFE142-758C-4239-92FD-66A64BCF1E77}" srcOrd="3" destOrd="0" presId="urn:microsoft.com/office/officeart/2005/8/layout/vList2"/>
    <dgm:cxn modelId="{535913FE-BFB7-4DE1-A3A5-CCD25B476D77}" type="presParOf" srcId="{0A7F1E48-20B4-423C-80EE-81351F236A3C}" destId="{3D1CEAB9-31AE-41AA-B444-F606D494885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CB3DFA1-3EC8-4087-9179-68A463E7F3E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AC4722-C473-439B-9F20-D7E7A3732792}">
      <dgm:prSet/>
      <dgm:spPr/>
      <dgm:t>
        <a:bodyPr/>
        <a:lstStyle/>
        <a:p>
          <a:r>
            <a:rPr lang="ru-RU" b="0" i="0" baseline="0"/>
            <a:t>1, 3</a:t>
          </a:r>
          <a:endParaRPr lang="uk-UA"/>
        </a:p>
      </dgm:t>
    </dgm:pt>
    <dgm:pt modelId="{B0E6562D-8781-4088-864A-1E13A81EF93D}" type="parTrans" cxnId="{3AFDBBF9-E413-4A29-BBE1-9707A5BCA300}">
      <dgm:prSet/>
      <dgm:spPr/>
      <dgm:t>
        <a:bodyPr/>
        <a:lstStyle/>
        <a:p>
          <a:endParaRPr lang="uk-UA"/>
        </a:p>
      </dgm:t>
    </dgm:pt>
    <dgm:pt modelId="{278759EE-8C29-4759-B210-B52CBC326E9E}" type="sibTrans" cxnId="{3AFDBBF9-E413-4A29-BBE1-9707A5BCA300}">
      <dgm:prSet/>
      <dgm:spPr/>
      <dgm:t>
        <a:bodyPr/>
        <a:lstStyle/>
        <a:p>
          <a:endParaRPr lang="uk-UA"/>
        </a:p>
      </dgm:t>
    </dgm:pt>
    <dgm:pt modelId="{1DD1C80C-1375-46A5-BC2B-7A637F4DB999}">
      <dgm:prSet/>
      <dgm:spPr/>
      <dgm:t>
        <a:bodyPr/>
        <a:lstStyle/>
        <a:p>
          <a:r>
            <a:rPr lang="ru-RU" b="0" i="0" baseline="0"/>
            <a:t>2, 4</a:t>
          </a:r>
          <a:endParaRPr lang="uk-UA"/>
        </a:p>
      </dgm:t>
    </dgm:pt>
    <dgm:pt modelId="{823CD6B1-00EB-4357-8F82-3615D915A7BA}" type="parTrans" cxnId="{E68B2555-7004-454F-9ECD-70DECE513422}">
      <dgm:prSet/>
      <dgm:spPr/>
      <dgm:t>
        <a:bodyPr/>
        <a:lstStyle/>
        <a:p>
          <a:endParaRPr lang="uk-UA"/>
        </a:p>
      </dgm:t>
    </dgm:pt>
    <dgm:pt modelId="{E181CD8F-E001-48C0-A763-968ACD8C7873}" type="sibTrans" cxnId="{E68B2555-7004-454F-9ECD-70DECE513422}">
      <dgm:prSet/>
      <dgm:spPr/>
      <dgm:t>
        <a:bodyPr/>
        <a:lstStyle/>
        <a:p>
          <a:endParaRPr lang="uk-UA"/>
        </a:p>
      </dgm:t>
    </dgm:pt>
    <dgm:pt modelId="{D290DBF4-3510-4869-9054-E54EBFFA4B79}">
      <dgm:prSet/>
      <dgm:spPr/>
      <dgm:t>
        <a:bodyPr/>
        <a:lstStyle/>
        <a:p>
          <a:r>
            <a:rPr lang="ru-RU" b="0" i="0" baseline="0"/>
            <a:t>1, 5</a:t>
          </a:r>
          <a:endParaRPr lang="uk-UA"/>
        </a:p>
      </dgm:t>
    </dgm:pt>
    <dgm:pt modelId="{46332E51-9654-432F-900D-2652C98DB386}" type="parTrans" cxnId="{9723D373-847D-46E7-9917-AAC77B7A0320}">
      <dgm:prSet/>
      <dgm:spPr/>
      <dgm:t>
        <a:bodyPr/>
        <a:lstStyle/>
        <a:p>
          <a:endParaRPr lang="uk-UA"/>
        </a:p>
      </dgm:t>
    </dgm:pt>
    <dgm:pt modelId="{F9BBCDB5-9CFB-44A1-BDB6-12FB309D742F}" type="sibTrans" cxnId="{9723D373-847D-46E7-9917-AAC77B7A0320}">
      <dgm:prSet/>
      <dgm:spPr/>
      <dgm:t>
        <a:bodyPr/>
        <a:lstStyle/>
        <a:p>
          <a:endParaRPr lang="uk-UA"/>
        </a:p>
      </dgm:t>
    </dgm:pt>
    <dgm:pt modelId="{CAB3AB0F-895E-454B-B3D3-1DBD618403EE}">
      <dgm:prSet/>
      <dgm:spPr/>
      <dgm:t>
        <a:bodyPr/>
        <a:lstStyle/>
        <a:p>
          <a:r>
            <a:rPr lang="ru-RU" b="0" i="0" baseline="0" dirty="0"/>
            <a:t>3, 4</a:t>
          </a:r>
          <a:endParaRPr lang="uk-UA" dirty="0"/>
        </a:p>
      </dgm:t>
    </dgm:pt>
    <dgm:pt modelId="{C968D9E4-68B9-4861-9EDE-799A334B04DB}" type="parTrans" cxnId="{61524C2D-94B6-4154-9552-4FA2303D06A5}">
      <dgm:prSet/>
      <dgm:spPr/>
      <dgm:t>
        <a:bodyPr/>
        <a:lstStyle/>
        <a:p>
          <a:endParaRPr lang="uk-UA"/>
        </a:p>
      </dgm:t>
    </dgm:pt>
    <dgm:pt modelId="{BC64D6A3-DA85-4C88-8735-AE5B921E45B2}" type="sibTrans" cxnId="{61524C2D-94B6-4154-9552-4FA2303D06A5}">
      <dgm:prSet/>
      <dgm:spPr/>
      <dgm:t>
        <a:bodyPr/>
        <a:lstStyle/>
        <a:p>
          <a:endParaRPr lang="uk-UA"/>
        </a:p>
      </dgm:t>
    </dgm:pt>
    <dgm:pt modelId="{0D51F6D3-392E-47FC-B5D2-A53423D89E43}" type="pres">
      <dgm:prSet presAssocID="{6CB3DFA1-3EC8-4087-9179-68A463E7F3EA}" presName="Name0" presStyleCnt="0">
        <dgm:presLayoutVars>
          <dgm:dir/>
          <dgm:resizeHandles val="exact"/>
        </dgm:presLayoutVars>
      </dgm:prSet>
      <dgm:spPr/>
    </dgm:pt>
    <dgm:pt modelId="{95E50781-E114-4005-837D-5061F1F9FAD1}" type="pres">
      <dgm:prSet presAssocID="{64AC4722-C473-439B-9F20-D7E7A3732792}" presName="node" presStyleLbl="node1" presStyleIdx="0" presStyleCnt="4">
        <dgm:presLayoutVars>
          <dgm:bulletEnabled val="1"/>
        </dgm:presLayoutVars>
      </dgm:prSet>
      <dgm:spPr/>
    </dgm:pt>
    <dgm:pt modelId="{06144734-2D52-4F59-A694-44282934413D}" type="pres">
      <dgm:prSet presAssocID="{278759EE-8C29-4759-B210-B52CBC326E9E}" presName="sibTrans" presStyleLbl="sibTrans2D1" presStyleIdx="0" presStyleCnt="3"/>
      <dgm:spPr/>
    </dgm:pt>
    <dgm:pt modelId="{C9A4367A-A861-4428-8601-457EAED158E1}" type="pres">
      <dgm:prSet presAssocID="{278759EE-8C29-4759-B210-B52CBC326E9E}" presName="connectorText" presStyleLbl="sibTrans2D1" presStyleIdx="0" presStyleCnt="3"/>
      <dgm:spPr/>
    </dgm:pt>
    <dgm:pt modelId="{352EE328-4BC1-4F4B-A6C2-2AC7D7037746}" type="pres">
      <dgm:prSet presAssocID="{1DD1C80C-1375-46A5-BC2B-7A637F4DB999}" presName="node" presStyleLbl="node1" presStyleIdx="1" presStyleCnt="4">
        <dgm:presLayoutVars>
          <dgm:bulletEnabled val="1"/>
        </dgm:presLayoutVars>
      </dgm:prSet>
      <dgm:spPr/>
    </dgm:pt>
    <dgm:pt modelId="{37A66672-AF39-404C-927B-7BF9A866EFF9}" type="pres">
      <dgm:prSet presAssocID="{E181CD8F-E001-48C0-A763-968ACD8C7873}" presName="sibTrans" presStyleLbl="sibTrans2D1" presStyleIdx="1" presStyleCnt="3"/>
      <dgm:spPr/>
    </dgm:pt>
    <dgm:pt modelId="{BE60533E-9B93-436A-8EF6-160A945AA4CA}" type="pres">
      <dgm:prSet presAssocID="{E181CD8F-E001-48C0-A763-968ACD8C7873}" presName="connectorText" presStyleLbl="sibTrans2D1" presStyleIdx="1" presStyleCnt="3"/>
      <dgm:spPr/>
    </dgm:pt>
    <dgm:pt modelId="{8030ADCA-353D-427B-9B3F-6A911B8A10E7}" type="pres">
      <dgm:prSet presAssocID="{D290DBF4-3510-4869-9054-E54EBFFA4B79}" presName="node" presStyleLbl="node1" presStyleIdx="2" presStyleCnt="4">
        <dgm:presLayoutVars>
          <dgm:bulletEnabled val="1"/>
        </dgm:presLayoutVars>
      </dgm:prSet>
      <dgm:spPr/>
    </dgm:pt>
    <dgm:pt modelId="{E31A1DEA-4E2B-4AB5-8095-287F2A027680}" type="pres">
      <dgm:prSet presAssocID="{F9BBCDB5-9CFB-44A1-BDB6-12FB309D742F}" presName="sibTrans" presStyleLbl="sibTrans2D1" presStyleIdx="2" presStyleCnt="3"/>
      <dgm:spPr/>
    </dgm:pt>
    <dgm:pt modelId="{B871FE14-C039-45AC-B40D-69C18B09FD1D}" type="pres">
      <dgm:prSet presAssocID="{F9BBCDB5-9CFB-44A1-BDB6-12FB309D742F}" presName="connectorText" presStyleLbl="sibTrans2D1" presStyleIdx="2" presStyleCnt="3"/>
      <dgm:spPr/>
    </dgm:pt>
    <dgm:pt modelId="{8C7F58DE-7D66-4EA0-AF03-0B7A7FA8F1BA}" type="pres">
      <dgm:prSet presAssocID="{CAB3AB0F-895E-454B-B3D3-1DBD618403EE}" presName="node" presStyleLbl="node1" presStyleIdx="3" presStyleCnt="4">
        <dgm:presLayoutVars>
          <dgm:bulletEnabled val="1"/>
        </dgm:presLayoutVars>
      </dgm:prSet>
      <dgm:spPr/>
    </dgm:pt>
  </dgm:ptLst>
  <dgm:cxnLst>
    <dgm:cxn modelId="{779ED104-3270-4E0B-85FD-A8B6C00494F9}" type="presOf" srcId="{E181CD8F-E001-48C0-A763-968ACD8C7873}" destId="{37A66672-AF39-404C-927B-7BF9A866EFF9}" srcOrd="0" destOrd="0" presId="urn:microsoft.com/office/officeart/2005/8/layout/process1"/>
    <dgm:cxn modelId="{61524C2D-94B6-4154-9552-4FA2303D06A5}" srcId="{6CB3DFA1-3EC8-4087-9179-68A463E7F3EA}" destId="{CAB3AB0F-895E-454B-B3D3-1DBD618403EE}" srcOrd="3" destOrd="0" parTransId="{C968D9E4-68B9-4861-9EDE-799A334B04DB}" sibTransId="{BC64D6A3-DA85-4C88-8735-AE5B921E45B2}"/>
    <dgm:cxn modelId="{D4BD5A31-6541-49D9-9657-C0BA0B748B7F}" type="presOf" srcId="{278759EE-8C29-4759-B210-B52CBC326E9E}" destId="{06144734-2D52-4F59-A694-44282934413D}" srcOrd="0" destOrd="0" presId="urn:microsoft.com/office/officeart/2005/8/layout/process1"/>
    <dgm:cxn modelId="{C1AD7933-398D-4F5F-BE66-AD13ACCF0030}" type="presOf" srcId="{E181CD8F-E001-48C0-A763-968ACD8C7873}" destId="{BE60533E-9B93-436A-8EF6-160A945AA4CA}" srcOrd="1" destOrd="0" presId="urn:microsoft.com/office/officeart/2005/8/layout/process1"/>
    <dgm:cxn modelId="{AC9F1237-082A-4979-A587-7FB43D68D723}" type="presOf" srcId="{6CB3DFA1-3EC8-4087-9179-68A463E7F3EA}" destId="{0D51F6D3-392E-47FC-B5D2-A53423D89E43}" srcOrd="0" destOrd="0" presId="urn:microsoft.com/office/officeart/2005/8/layout/process1"/>
    <dgm:cxn modelId="{214A1740-20CD-4DF0-B9D5-855C8A806A24}" type="presOf" srcId="{D290DBF4-3510-4869-9054-E54EBFFA4B79}" destId="{8030ADCA-353D-427B-9B3F-6A911B8A10E7}" srcOrd="0" destOrd="0" presId="urn:microsoft.com/office/officeart/2005/8/layout/process1"/>
    <dgm:cxn modelId="{CD281A5F-5946-48F2-A708-C7ED0C3AE0B2}" type="presOf" srcId="{278759EE-8C29-4759-B210-B52CBC326E9E}" destId="{C9A4367A-A861-4428-8601-457EAED158E1}" srcOrd="1" destOrd="0" presId="urn:microsoft.com/office/officeart/2005/8/layout/process1"/>
    <dgm:cxn modelId="{2BBE9A61-FD2C-4D00-9952-FE92FE64F1E5}" type="presOf" srcId="{1DD1C80C-1375-46A5-BC2B-7A637F4DB999}" destId="{352EE328-4BC1-4F4B-A6C2-2AC7D7037746}" srcOrd="0" destOrd="0" presId="urn:microsoft.com/office/officeart/2005/8/layout/process1"/>
    <dgm:cxn modelId="{4F92CF4D-B70D-4437-990F-13C0E8B37DA1}" type="presOf" srcId="{CAB3AB0F-895E-454B-B3D3-1DBD618403EE}" destId="{8C7F58DE-7D66-4EA0-AF03-0B7A7FA8F1BA}" srcOrd="0" destOrd="0" presId="urn:microsoft.com/office/officeart/2005/8/layout/process1"/>
    <dgm:cxn modelId="{9723D373-847D-46E7-9917-AAC77B7A0320}" srcId="{6CB3DFA1-3EC8-4087-9179-68A463E7F3EA}" destId="{D290DBF4-3510-4869-9054-E54EBFFA4B79}" srcOrd="2" destOrd="0" parTransId="{46332E51-9654-432F-900D-2652C98DB386}" sibTransId="{F9BBCDB5-9CFB-44A1-BDB6-12FB309D742F}"/>
    <dgm:cxn modelId="{E68B2555-7004-454F-9ECD-70DECE513422}" srcId="{6CB3DFA1-3EC8-4087-9179-68A463E7F3EA}" destId="{1DD1C80C-1375-46A5-BC2B-7A637F4DB999}" srcOrd="1" destOrd="0" parTransId="{823CD6B1-00EB-4357-8F82-3615D915A7BA}" sibTransId="{E181CD8F-E001-48C0-A763-968ACD8C7873}"/>
    <dgm:cxn modelId="{B6182B55-B769-4F94-A0FD-C052FD42DE78}" type="presOf" srcId="{F9BBCDB5-9CFB-44A1-BDB6-12FB309D742F}" destId="{B871FE14-C039-45AC-B40D-69C18B09FD1D}" srcOrd="1" destOrd="0" presId="urn:microsoft.com/office/officeart/2005/8/layout/process1"/>
    <dgm:cxn modelId="{83CDE4A7-FDE3-4192-80E0-A0C575C54FE2}" type="presOf" srcId="{64AC4722-C473-439B-9F20-D7E7A3732792}" destId="{95E50781-E114-4005-837D-5061F1F9FAD1}" srcOrd="0" destOrd="0" presId="urn:microsoft.com/office/officeart/2005/8/layout/process1"/>
    <dgm:cxn modelId="{D16179DB-76D4-4508-B0AC-6A67BCD8D6DB}" type="presOf" srcId="{F9BBCDB5-9CFB-44A1-BDB6-12FB309D742F}" destId="{E31A1DEA-4E2B-4AB5-8095-287F2A027680}" srcOrd="0" destOrd="0" presId="urn:microsoft.com/office/officeart/2005/8/layout/process1"/>
    <dgm:cxn modelId="{3AFDBBF9-E413-4A29-BBE1-9707A5BCA300}" srcId="{6CB3DFA1-3EC8-4087-9179-68A463E7F3EA}" destId="{64AC4722-C473-439B-9F20-D7E7A3732792}" srcOrd="0" destOrd="0" parTransId="{B0E6562D-8781-4088-864A-1E13A81EF93D}" sibTransId="{278759EE-8C29-4759-B210-B52CBC326E9E}"/>
    <dgm:cxn modelId="{B05C960D-D028-413A-93B0-DBF6493B99F1}" type="presParOf" srcId="{0D51F6D3-392E-47FC-B5D2-A53423D89E43}" destId="{95E50781-E114-4005-837D-5061F1F9FAD1}" srcOrd="0" destOrd="0" presId="urn:microsoft.com/office/officeart/2005/8/layout/process1"/>
    <dgm:cxn modelId="{A6605DD6-76F1-4141-B517-8C7C83877025}" type="presParOf" srcId="{0D51F6D3-392E-47FC-B5D2-A53423D89E43}" destId="{06144734-2D52-4F59-A694-44282934413D}" srcOrd="1" destOrd="0" presId="urn:microsoft.com/office/officeart/2005/8/layout/process1"/>
    <dgm:cxn modelId="{BCECDC33-0D7A-4926-A7A5-1ACF83B47F14}" type="presParOf" srcId="{06144734-2D52-4F59-A694-44282934413D}" destId="{C9A4367A-A861-4428-8601-457EAED158E1}" srcOrd="0" destOrd="0" presId="urn:microsoft.com/office/officeart/2005/8/layout/process1"/>
    <dgm:cxn modelId="{7A9FB871-24CD-408C-B244-C93C0C7D0DC8}" type="presParOf" srcId="{0D51F6D3-392E-47FC-B5D2-A53423D89E43}" destId="{352EE328-4BC1-4F4B-A6C2-2AC7D7037746}" srcOrd="2" destOrd="0" presId="urn:microsoft.com/office/officeart/2005/8/layout/process1"/>
    <dgm:cxn modelId="{05AD6FB8-D3A0-4DBC-ABEE-BC1A9AFACE5E}" type="presParOf" srcId="{0D51F6D3-392E-47FC-B5D2-A53423D89E43}" destId="{37A66672-AF39-404C-927B-7BF9A866EFF9}" srcOrd="3" destOrd="0" presId="urn:microsoft.com/office/officeart/2005/8/layout/process1"/>
    <dgm:cxn modelId="{229F9D0E-2F00-4832-8ABD-2C8FC7AD526C}" type="presParOf" srcId="{37A66672-AF39-404C-927B-7BF9A866EFF9}" destId="{BE60533E-9B93-436A-8EF6-160A945AA4CA}" srcOrd="0" destOrd="0" presId="urn:microsoft.com/office/officeart/2005/8/layout/process1"/>
    <dgm:cxn modelId="{D428DBE5-3573-438F-8F59-8DA474D968A9}" type="presParOf" srcId="{0D51F6D3-392E-47FC-B5D2-A53423D89E43}" destId="{8030ADCA-353D-427B-9B3F-6A911B8A10E7}" srcOrd="4" destOrd="0" presId="urn:microsoft.com/office/officeart/2005/8/layout/process1"/>
    <dgm:cxn modelId="{D9C8F478-6585-4367-8415-EFBDDAC2FCB3}" type="presParOf" srcId="{0D51F6D3-392E-47FC-B5D2-A53423D89E43}" destId="{E31A1DEA-4E2B-4AB5-8095-287F2A027680}" srcOrd="5" destOrd="0" presId="urn:microsoft.com/office/officeart/2005/8/layout/process1"/>
    <dgm:cxn modelId="{406BEC90-0180-40D8-8D10-F8BA5F880F0E}" type="presParOf" srcId="{E31A1DEA-4E2B-4AB5-8095-287F2A027680}" destId="{B871FE14-C039-45AC-B40D-69C18B09FD1D}" srcOrd="0" destOrd="0" presId="urn:microsoft.com/office/officeart/2005/8/layout/process1"/>
    <dgm:cxn modelId="{CDF5C4C2-C534-4C15-A01B-7230AA1434AF}" type="presParOf" srcId="{0D51F6D3-392E-47FC-B5D2-A53423D89E43}" destId="{8C7F58DE-7D66-4EA0-AF03-0B7A7FA8F1B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3E705B0-57DF-4B4D-9A65-3EF63283BB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8517D7-250B-419E-BCF7-D51A369E071A}">
      <dgm:prSet/>
      <dgm:spPr/>
      <dgm:t>
        <a:bodyPr/>
        <a:lstStyle/>
        <a:p>
          <a:r>
            <a:rPr lang="uk-UA" b="0" i="0" baseline="0"/>
            <a:t>відкритою підтримкою УЦР селянських виступів і робітничих страйків.</a:t>
          </a:r>
          <a:endParaRPr lang="uk-UA"/>
        </a:p>
      </dgm:t>
    </dgm:pt>
    <dgm:pt modelId="{3CF03283-BB12-4F78-BB32-19B9E4D8C3F9}" type="parTrans" cxnId="{E61229DA-5896-4048-8C79-195D4BDDF3A1}">
      <dgm:prSet/>
      <dgm:spPr/>
      <dgm:t>
        <a:bodyPr/>
        <a:lstStyle/>
        <a:p>
          <a:endParaRPr lang="uk-UA"/>
        </a:p>
      </dgm:t>
    </dgm:pt>
    <dgm:pt modelId="{9CE85E37-9FB1-434B-8F08-A51A8C3BDB8A}" type="sibTrans" cxnId="{E61229DA-5896-4048-8C79-195D4BDDF3A1}">
      <dgm:prSet/>
      <dgm:spPr/>
      <dgm:t>
        <a:bodyPr/>
        <a:lstStyle/>
        <a:p>
          <a:endParaRPr lang="uk-UA"/>
        </a:p>
      </dgm:t>
    </dgm:pt>
    <dgm:pt modelId="{16422D4B-B607-48B7-A55A-24C75F10786E}">
      <dgm:prSet/>
      <dgm:spPr/>
      <dgm:t>
        <a:bodyPr/>
        <a:lstStyle/>
        <a:p>
          <a:r>
            <a:rPr lang="uk-UA" b="0" i="0" baseline="0"/>
            <a:t>відмовою УЦР від виконання умов Брест-Литовського мирного договору.</a:t>
          </a:r>
          <a:endParaRPr lang="uk-UA"/>
        </a:p>
      </dgm:t>
    </dgm:pt>
    <dgm:pt modelId="{31F71110-1DB5-4BD7-8941-5762576D9D2F}" type="parTrans" cxnId="{5BFE245F-7DD2-4A17-85DE-D1E0C8BC8119}">
      <dgm:prSet/>
      <dgm:spPr/>
      <dgm:t>
        <a:bodyPr/>
        <a:lstStyle/>
        <a:p>
          <a:endParaRPr lang="uk-UA"/>
        </a:p>
      </dgm:t>
    </dgm:pt>
    <dgm:pt modelId="{C512AFDE-53EA-4C59-AFC5-67207F0F19FA}" type="sibTrans" cxnId="{5BFE245F-7DD2-4A17-85DE-D1E0C8BC8119}">
      <dgm:prSet/>
      <dgm:spPr/>
      <dgm:t>
        <a:bodyPr/>
        <a:lstStyle/>
        <a:p>
          <a:endParaRPr lang="uk-UA"/>
        </a:p>
      </dgm:t>
    </dgm:pt>
    <dgm:pt modelId="{169D9C20-51F0-4D44-9C87-541E12A4159E}">
      <dgm:prSet/>
      <dgm:spPr/>
      <dgm:t>
        <a:bodyPr/>
        <a:lstStyle/>
        <a:p>
          <a:r>
            <a:rPr lang="uk-UA" b="0" i="0" baseline="0"/>
            <a:t>завершенням УЦР аграрної реформи та переданням землі в руки селян.</a:t>
          </a:r>
          <a:endParaRPr lang="uk-UA"/>
        </a:p>
      </dgm:t>
    </dgm:pt>
    <dgm:pt modelId="{937BBF15-49B0-4E8F-9B11-9D9D8B3D67E8}" type="parTrans" cxnId="{82728521-430B-4A19-B31F-7E79BF5B19BA}">
      <dgm:prSet/>
      <dgm:spPr/>
      <dgm:t>
        <a:bodyPr/>
        <a:lstStyle/>
        <a:p>
          <a:endParaRPr lang="uk-UA"/>
        </a:p>
      </dgm:t>
    </dgm:pt>
    <dgm:pt modelId="{A39536AA-D4EB-4B2D-AD5B-0C11C73295AE}" type="sibTrans" cxnId="{82728521-430B-4A19-B31F-7E79BF5B19BA}">
      <dgm:prSet/>
      <dgm:spPr/>
      <dgm:t>
        <a:bodyPr/>
        <a:lstStyle/>
        <a:p>
          <a:endParaRPr lang="uk-UA"/>
        </a:p>
      </dgm:t>
    </dgm:pt>
    <dgm:pt modelId="{3275EFB7-8347-4059-B942-D85A4C341824}">
      <dgm:prSet/>
      <dgm:spPr/>
      <dgm:t>
        <a:bodyPr/>
        <a:lstStyle/>
        <a:p>
          <a:r>
            <a:rPr lang="uk-UA" b="0" i="0" baseline="0"/>
            <a:t>загостренням відносин УЦР з німецьким і австро-угорським командуванням.</a:t>
          </a:r>
          <a:endParaRPr lang="uk-UA"/>
        </a:p>
      </dgm:t>
    </dgm:pt>
    <dgm:pt modelId="{15A137A1-1388-4909-8C52-4470B10CC9D2}" type="parTrans" cxnId="{CE2720DF-1E2F-4BE9-A9AE-0F7AA17CBB6C}">
      <dgm:prSet/>
      <dgm:spPr/>
      <dgm:t>
        <a:bodyPr/>
        <a:lstStyle/>
        <a:p>
          <a:endParaRPr lang="uk-UA"/>
        </a:p>
      </dgm:t>
    </dgm:pt>
    <dgm:pt modelId="{5133FF80-976C-4C4C-8AF2-D8C60CB04D61}" type="sibTrans" cxnId="{CE2720DF-1E2F-4BE9-A9AE-0F7AA17CBB6C}">
      <dgm:prSet/>
      <dgm:spPr/>
      <dgm:t>
        <a:bodyPr/>
        <a:lstStyle/>
        <a:p>
          <a:endParaRPr lang="uk-UA"/>
        </a:p>
      </dgm:t>
    </dgm:pt>
    <dgm:pt modelId="{D3FB80AE-D430-4319-A2C3-0A8BD80C2083}" type="pres">
      <dgm:prSet presAssocID="{33E705B0-57DF-4B4D-9A65-3EF63283BBB2}" presName="linear" presStyleCnt="0">
        <dgm:presLayoutVars>
          <dgm:animLvl val="lvl"/>
          <dgm:resizeHandles val="exact"/>
        </dgm:presLayoutVars>
      </dgm:prSet>
      <dgm:spPr/>
    </dgm:pt>
    <dgm:pt modelId="{3D6DA320-0A92-4947-A108-EFCC86EBB736}" type="pres">
      <dgm:prSet presAssocID="{738517D7-250B-419E-BCF7-D51A369E07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F47627-C4E1-4741-9630-C024B95A087E}" type="pres">
      <dgm:prSet presAssocID="{9CE85E37-9FB1-434B-8F08-A51A8C3BDB8A}" presName="spacer" presStyleCnt="0"/>
      <dgm:spPr/>
    </dgm:pt>
    <dgm:pt modelId="{684E715F-6AD1-42B5-A076-CEEA77604177}" type="pres">
      <dgm:prSet presAssocID="{16422D4B-B607-48B7-A55A-24C75F1078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A779C4-BCD0-4CCA-9B5C-E0BC5F50639E}" type="pres">
      <dgm:prSet presAssocID="{C512AFDE-53EA-4C59-AFC5-67207F0F19FA}" presName="spacer" presStyleCnt="0"/>
      <dgm:spPr/>
    </dgm:pt>
    <dgm:pt modelId="{D43D4517-8A51-4CA9-A1E4-3D3324CD2CBF}" type="pres">
      <dgm:prSet presAssocID="{169D9C20-51F0-4D44-9C87-541E12A415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FACFB3-7327-4E9F-B68F-AAF1C57A9761}" type="pres">
      <dgm:prSet presAssocID="{A39536AA-D4EB-4B2D-AD5B-0C11C73295AE}" presName="spacer" presStyleCnt="0"/>
      <dgm:spPr/>
    </dgm:pt>
    <dgm:pt modelId="{6C8164F5-09CE-4620-9661-B8C4E35C1FEC}" type="pres">
      <dgm:prSet presAssocID="{3275EFB7-8347-4059-B942-D85A4C3418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728521-430B-4A19-B31F-7E79BF5B19BA}" srcId="{33E705B0-57DF-4B4D-9A65-3EF63283BBB2}" destId="{169D9C20-51F0-4D44-9C87-541E12A4159E}" srcOrd="2" destOrd="0" parTransId="{937BBF15-49B0-4E8F-9B11-9D9D8B3D67E8}" sibTransId="{A39536AA-D4EB-4B2D-AD5B-0C11C73295AE}"/>
    <dgm:cxn modelId="{5BFE245F-7DD2-4A17-85DE-D1E0C8BC8119}" srcId="{33E705B0-57DF-4B4D-9A65-3EF63283BBB2}" destId="{16422D4B-B607-48B7-A55A-24C75F10786E}" srcOrd="1" destOrd="0" parTransId="{31F71110-1DB5-4BD7-8941-5762576D9D2F}" sibTransId="{C512AFDE-53EA-4C59-AFC5-67207F0F19FA}"/>
    <dgm:cxn modelId="{7832BD5F-64DA-4AF3-A876-FE57F64C442B}" type="presOf" srcId="{169D9C20-51F0-4D44-9C87-541E12A4159E}" destId="{D43D4517-8A51-4CA9-A1E4-3D3324CD2CBF}" srcOrd="0" destOrd="0" presId="urn:microsoft.com/office/officeart/2005/8/layout/vList2"/>
    <dgm:cxn modelId="{507CDAC1-939B-4C57-805D-B8EAD3F79DED}" type="presOf" srcId="{738517D7-250B-419E-BCF7-D51A369E071A}" destId="{3D6DA320-0A92-4947-A108-EFCC86EBB736}" srcOrd="0" destOrd="0" presId="urn:microsoft.com/office/officeart/2005/8/layout/vList2"/>
    <dgm:cxn modelId="{DF195DCC-13ED-49DE-A177-4FAFD926545F}" type="presOf" srcId="{16422D4B-B607-48B7-A55A-24C75F10786E}" destId="{684E715F-6AD1-42B5-A076-CEEA77604177}" srcOrd="0" destOrd="0" presId="urn:microsoft.com/office/officeart/2005/8/layout/vList2"/>
    <dgm:cxn modelId="{E61229DA-5896-4048-8C79-195D4BDDF3A1}" srcId="{33E705B0-57DF-4B4D-9A65-3EF63283BBB2}" destId="{738517D7-250B-419E-BCF7-D51A369E071A}" srcOrd="0" destOrd="0" parTransId="{3CF03283-BB12-4F78-BB32-19B9E4D8C3F9}" sibTransId="{9CE85E37-9FB1-434B-8F08-A51A8C3BDB8A}"/>
    <dgm:cxn modelId="{CE2720DF-1E2F-4BE9-A9AE-0F7AA17CBB6C}" srcId="{33E705B0-57DF-4B4D-9A65-3EF63283BBB2}" destId="{3275EFB7-8347-4059-B942-D85A4C341824}" srcOrd="3" destOrd="0" parTransId="{15A137A1-1388-4909-8C52-4470B10CC9D2}" sibTransId="{5133FF80-976C-4C4C-8AF2-D8C60CB04D61}"/>
    <dgm:cxn modelId="{B7C627E7-B043-45F3-A592-77DE9E272B28}" type="presOf" srcId="{3275EFB7-8347-4059-B942-D85A4C341824}" destId="{6C8164F5-09CE-4620-9661-B8C4E35C1FEC}" srcOrd="0" destOrd="0" presId="urn:microsoft.com/office/officeart/2005/8/layout/vList2"/>
    <dgm:cxn modelId="{55699BF1-4404-48C3-ADFD-A0F4617BF525}" type="presOf" srcId="{33E705B0-57DF-4B4D-9A65-3EF63283BBB2}" destId="{D3FB80AE-D430-4319-A2C3-0A8BD80C2083}" srcOrd="0" destOrd="0" presId="urn:microsoft.com/office/officeart/2005/8/layout/vList2"/>
    <dgm:cxn modelId="{94D552C5-D1BF-47A8-AD2B-DB4102AE096E}" type="presParOf" srcId="{D3FB80AE-D430-4319-A2C3-0A8BD80C2083}" destId="{3D6DA320-0A92-4947-A108-EFCC86EBB736}" srcOrd="0" destOrd="0" presId="urn:microsoft.com/office/officeart/2005/8/layout/vList2"/>
    <dgm:cxn modelId="{69EED322-7770-4F40-9215-FEB4D1DD80AA}" type="presParOf" srcId="{D3FB80AE-D430-4319-A2C3-0A8BD80C2083}" destId="{59F47627-C4E1-4741-9630-C024B95A087E}" srcOrd="1" destOrd="0" presId="urn:microsoft.com/office/officeart/2005/8/layout/vList2"/>
    <dgm:cxn modelId="{25605D3D-3849-40B5-BFAA-CADA620B6B12}" type="presParOf" srcId="{D3FB80AE-D430-4319-A2C3-0A8BD80C2083}" destId="{684E715F-6AD1-42B5-A076-CEEA77604177}" srcOrd="2" destOrd="0" presId="urn:microsoft.com/office/officeart/2005/8/layout/vList2"/>
    <dgm:cxn modelId="{7E861246-229F-4447-A87B-F4F697B4550C}" type="presParOf" srcId="{D3FB80AE-D430-4319-A2C3-0A8BD80C2083}" destId="{6DA779C4-BCD0-4CCA-9B5C-E0BC5F50639E}" srcOrd="3" destOrd="0" presId="urn:microsoft.com/office/officeart/2005/8/layout/vList2"/>
    <dgm:cxn modelId="{540E17A7-C56A-4ECB-A6B2-4BE525B89C7D}" type="presParOf" srcId="{D3FB80AE-D430-4319-A2C3-0A8BD80C2083}" destId="{D43D4517-8A51-4CA9-A1E4-3D3324CD2CBF}" srcOrd="4" destOrd="0" presId="urn:microsoft.com/office/officeart/2005/8/layout/vList2"/>
    <dgm:cxn modelId="{C7F5ACD4-2BEE-495E-B864-F226BBC9054C}" type="presParOf" srcId="{D3FB80AE-D430-4319-A2C3-0A8BD80C2083}" destId="{DEFACFB3-7327-4E9F-B68F-AAF1C57A9761}" srcOrd="5" destOrd="0" presId="urn:microsoft.com/office/officeart/2005/8/layout/vList2"/>
    <dgm:cxn modelId="{7E44DA96-9893-4A0D-82D9-661CF585C91D}" type="presParOf" srcId="{D3FB80AE-D430-4319-A2C3-0A8BD80C2083}" destId="{6C8164F5-09CE-4620-9661-B8C4E35C1F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FCEEE2E-4FB6-445F-A64F-484D6040AD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D774C4-2134-40CC-863B-140DA71F59CD}">
      <dgm:prSet/>
      <dgm:spPr/>
      <dgm:t>
        <a:bodyPr/>
        <a:lstStyle/>
        <a:p>
          <a:r>
            <a:rPr lang="uk-UA" b="0" i="0" baseline="0"/>
            <a:t>відмова УЦР від виконання умов Брест-Литовського мирного договору.</a:t>
          </a:r>
          <a:endParaRPr lang="uk-UA"/>
        </a:p>
      </dgm:t>
    </dgm:pt>
    <dgm:pt modelId="{695F152B-81E2-4F85-840A-8E7AD5286E0F}" type="parTrans" cxnId="{BEF8DF21-3548-4841-A52A-4395004BAE67}">
      <dgm:prSet/>
      <dgm:spPr/>
      <dgm:t>
        <a:bodyPr/>
        <a:lstStyle/>
        <a:p>
          <a:endParaRPr lang="uk-UA"/>
        </a:p>
      </dgm:t>
    </dgm:pt>
    <dgm:pt modelId="{328EF675-CF56-4F2B-B2DD-EC4628E1F7A2}" type="sibTrans" cxnId="{BEF8DF21-3548-4841-A52A-4395004BAE67}">
      <dgm:prSet/>
      <dgm:spPr/>
      <dgm:t>
        <a:bodyPr/>
        <a:lstStyle/>
        <a:p>
          <a:endParaRPr lang="uk-UA"/>
        </a:p>
      </dgm:t>
    </dgm:pt>
    <dgm:pt modelId="{342B54FB-503B-42E1-A51C-57BD36FA6276}">
      <dgm:prSet/>
      <dgm:spPr/>
      <dgm:t>
        <a:bodyPr/>
        <a:lstStyle/>
        <a:p>
          <a:r>
            <a:rPr lang="uk-UA" b="0" i="0" baseline="0"/>
            <a:t>відкрита підтримка УЦР селянських виступів і робітничих страйків.</a:t>
          </a:r>
          <a:endParaRPr lang="uk-UA"/>
        </a:p>
      </dgm:t>
    </dgm:pt>
    <dgm:pt modelId="{8F523842-C0F6-46B4-8626-5266DB419F9A}" type="parTrans" cxnId="{A4DDC3C3-97F8-4840-A899-FD866323EC85}">
      <dgm:prSet/>
      <dgm:spPr/>
      <dgm:t>
        <a:bodyPr/>
        <a:lstStyle/>
        <a:p>
          <a:endParaRPr lang="uk-UA"/>
        </a:p>
      </dgm:t>
    </dgm:pt>
    <dgm:pt modelId="{58904215-F5AC-4B73-8A94-85D8D4AFC9A6}" type="sibTrans" cxnId="{A4DDC3C3-97F8-4840-A899-FD866323EC85}">
      <dgm:prSet/>
      <dgm:spPr/>
      <dgm:t>
        <a:bodyPr/>
        <a:lstStyle/>
        <a:p>
          <a:endParaRPr lang="uk-UA"/>
        </a:p>
      </dgm:t>
    </dgm:pt>
    <dgm:pt modelId="{4FAA0996-B396-4EB3-8FC7-28E4932B61B3}">
      <dgm:prSet/>
      <dgm:spPr/>
      <dgm:t>
        <a:bodyPr/>
        <a:lstStyle/>
        <a:p>
          <a:r>
            <a:rPr lang="uk-UA" b="0" i="0" baseline="0"/>
            <a:t>проведена УЦР аграрна реформа та передання всієї землі селянам.</a:t>
          </a:r>
          <a:endParaRPr lang="uk-UA"/>
        </a:p>
      </dgm:t>
    </dgm:pt>
    <dgm:pt modelId="{8F853F9D-E154-437C-AC09-5B583DE41894}" type="parTrans" cxnId="{1879A889-3520-46CC-BA4E-6EF9211212A1}">
      <dgm:prSet/>
      <dgm:spPr/>
      <dgm:t>
        <a:bodyPr/>
        <a:lstStyle/>
        <a:p>
          <a:endParaRPr lang="uk-UA"/>
        </a:p>
      </dgm:t>
    </dgm:pt>
    <dgm:pt modelId="{AC5CCD39-E258-4B79-9743-65310DDB7332}" type="sibTrans" cxnId="{1879A889-3520-46CC-BA4E-6EF9211212A1}">
      <dgm:prSet/>
      <dgm:spPr/>
      <dgm:t>
        <a:bodyPr/>
        <a:lstStyle/>
        <a:p>
          <a:endParaRPr lang="uk-UA"/>
        </a:p>
      </dgm:t>
    </dgm:pt>
    <dgm:pt modelId="{08755362-C3FD-4860-B897-95008D9D5204}">
      <dgm:prSet/>
      <dgm:spPr/>
      <dgm:t>
        <a:bodyPr/>
        <a:lstStyle/>
        <a:p>
          <a:r>
            <a:rPr lang="uk-UA" b="0" i="0" baseline="0"/>
            <a:t>неспроможність УЦР налагодити систему державного управління.</a:t>
          </a:r>
          <a:endParaRPr lang="uk-UA"/>
        </a:p>
      </dgm:t>
    </dgm:pt>
    <dgm:pt modelId="{955A5C01-C179-44C4-837D-1001C57649C0}" type="parTrans" cxnId="{B38FA023-44E8-4CE6-87B9-32354544DDCE}">
      <dgm:prSet/>
      <dgm:spPr/>
      <dgm:t>
        <a:bodyPr/>
        <a:lstStyle/>
        <a:p>
          <a:endParaRPr lang="uk-UA"/>
        </a:p>
      </dgm:t>
    </dgm:pt>
    <dgm:pt modelId="{F98B5014-FD34-4110-A9C7-ADF036B3F62D}" type="sibTrans" cxnId="{B38FA023-44E8-4CE6-87B9-32354544DDCE}">
      <dgm:prSet/>
      <dgm:spPr/>
      <dgm:t>
        <a:bodyPr/>
        <a:lstStyle/>
        <a:p>
          <a:endParaRPr lang="uk-UA"/>
        </a:p>
      </dgm:t>
    </dgm:pt>
    <dgm:pt modelId="{D6EFE0C3-CBB7-4AF7-BE39-0D2419A1FA49}" type="pres">
      <dgm:prSet presAssocID="{6FCEEE2E-4FB6-445F-A64F-484D6040AD68}" presName="linear" presStyleCnt="0">
        <dgm:presLayoutVars>
          <dgm:animLvl val="lvl"/>
          <dgm:resizeHandles val="exact"/>
        </dgm:presLayoutVars>
      </dgm:prSet>
      <dgm:spPr/>
    </dgm:pt>
    <dgm:pt modelId="{75BB1AFA-924C-4921-9523-222CF2FAE263}" type="pres">
      <dgm:prSet presAssocID="{2DD774C4-2134-40CC-863B-140DA71F59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2EB55F-3095-4F30-8081-CC79639275B9}" type="pres">
      <dgm:prSet presAssocID="{328EF675-CF56-4F2B-B2DD-EC4628E1F7A2}" presName="spacer" presStyleCnt="0"/>
      <dgm:spPr/>
    </dgm:pt>
    <dgm:pt modelId="{4FA6AB9B-30ED-4D86-915C-319B8EF6595D}" type="pres">
      <dgm:prSet presAssocID="{342B54FB-503B-42E1-A51C-57BD36FA62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054ACE-A3FD-4C80-A06C-57446EB2849A}" type="pres">
      <dgm:prSet presAssocID="{58904215-F5AC-4B73-8A94-85D8D4AFC9A6}" presName="spacer" presStyleCnt="0"/>
      <dgm:spPr/>
    </dgm:pt>
    <dgm:pt modelId="{C1403CC3-23F9-4BCA-A4D3-FA9FAFD0B4B8}" type="pres">
      <dgm:prSet presAssocID="{4FAA0996-B396-4EB3-8FC7-28E4932B61B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E6D428-E802-40AC-8A88-B0C9E94D6C23}" type="pres">
      <dgm:prSet presAssocID="{AC5CCD39-E258-4B79-9743-65310DDB7332}" presName="spacer" presStyleCnt="0"/>
      <dgm:spPr/>
    </dgm:pt>
    <dgm:pt modelId="{A44736FE-500A-4376-A03F-6E0B1718ED5B}" type="pres">
      <dgm:prSet presAssocID="{08755362-C3FD-4860-B897-95008D9D52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EF8DF21-3548-4841-A52A-4395004BAE67}" srcId="{6FCEEE2E-4FB6-445F-A64F-484D6040AD68}" destId="{2DD774C4-2134-40CC-863B-140DA71F59CD}" srcOrd="0" destOrd="0" parTransId="{695F152B-81E2-4F85-840A-8E7AD5286E0F}" sibTransId="{328EF675-CF56-4F2B-B2DD-EC4628E1F7A2}"/>
    <dgm:cxn modelId="{B38FA023-44E8-4CE6-87B9-32354544DDCE}" srcId="{6FCEEE2E-4FB6-445F-A64F-484D6040AD68}" destId="{08755362-C3FD-4860-B897-95008D9D5204}" srcOrd="3" destOrd="0" parTransId="{955A5C01-C179-44C4-837D-1001C57649C0}" sibTransId="{F98B5014-FD34-4110-A9C7-ADF036B3F62D}"/>
    <dgm:cxn modelId="{34598435-A492-4416-ABDF-9A733C4FF409}" type="presOf" srcId="{6FCEEE2E-4FB6-445F-A64F-484D6040AD68}" destId="{D6EFE0C3-CBB7-4AF7-BE39-0D2419A1FA49}" srcOrd="0" destOrd="0" presId="urn:microsoft.com/office/officeart/2005/8/layout/vList2"/>
    <dgm:cxn modelId="{C281A862-7724-4CE8-A12B-4966A5165A22}" type="presOf" srcId="{2DD774C4-2134-40CC-863B-140DA71F59CD}" destId="{75BB1AFA-924C-4921-9523-222CF2FAE263}" srcOrd="0" destOrd="0" presId="urn:microsoft.com/office/officeart/2005/8/layout/vList2"/>
    <dgm:cxn modelId="{1879A889-3520-46CC-BA4E-6EF9211212A1}" srcId="{6FCEEE2E-4FB6-445F-A64F-484D6040AD68}" destId="{4FAA0996-B396-4EB3-8FC7-28E4932B61B3}" srcOrd="2" destOrd="0" parTransId="{8F853F9D-E154-437C-AC09-5B583DE41894}" sibTransId="{AC5CCD39-E258-4B79-9743-65310DDB7332}"/>
    <dgm:cxn modelId="{B16EDCA2-839B-404E-A0DD-C3E8DEC5D4E1}" type="presOf" srcId="{4FAA0996-B396-4EB3-8FC7-28E4932B61B3}" destId="{C1403CC3-23F9-4BCA-A4D3-FA9FAFD0B4B8}" srcOrd="0" destOrd="0" presId="urn:microsoft.com/office/officeart/2005/8/layout/vList2"/>
    <dgm:cxn modelId="{A4DDC3C3-97F8-4840-A899-FD866323EC85}" srcId="{6FCEEE2E-4FB6-445F-A64F-484D6040AD68}" destId="{342B54FB-503B-42E1-A51C-57BD36FA6276}" srcOrd="1" destOrd="0" parTransId="{8F523842-C0F6-46B4-8626-5266DB419F9A}" sibTransId="{58904215-F5AC-4B73-8A94-85D8D4AFC9A6}"/>
    <dgm:cxn modelId="{98AEB5CA-C9CA-4ADD-886A-81D61AF6D8EF}" type="presOf" srcId="{08755362-C3FD-4860-B897-95008D9D5204}" destId="{A44736FE-500A-4376-A03F-6E0B1718ED5B}" srcOrd="0" destOrd="0" presId="urn:microsoft.com/office/officeart/2005/8/layout/vList2"/>
    <dgm:cxn modelId="{CC4BCBD1-B898-4ADB-AB0D-FB504F799DD3}" type="presOf" srcId="{342B54FB-503B-42E1-A51C-57BD36FA6276}" destId="{4FA6AB9B-30ED-4D86-915C-319B8EF6595D}" srcOrd="0" destOrd="0" presId="urn:microsoft.com/office/officeart/2005/8/layout/vList2"/>
    <dgm:cxn modelId="{BA870F0D-4E40-4167-B413-3023931514F9}" type="presParOf" srcId="{D6EFE0C3-CBB7-4AF7-BE39-0D2419A1FA49}" destId="{75BB1AFA-924C-4921-9523-222CF2FAE263}" srcOrd="0" destOrd="0" presId="urn:microsoft.com/office/officeart/2005/8/layout/vList2"/>
    <dgm:cxn modelId="{F316A506-9E08-439D-A896-8B9CA9CDC118}" type="presParOf" srcId="{D6EFE0C3-CBB7-4AF7-BE39-0D2419A1FA49}" destId="{0F2EB55F-3095-4F30-8081-CC79639275B9}" srcOrd="1" destOrd="0" presId="urn:microsoft.com/office/officeart/2005/8/layout/vList2"/>
    <dgm:cxn modelId="{2A242064-3AC5-4695-A0EC-5E4F3A9A6DE7}" type="presParOf" srcId="{D6EFE0C3-CBB7-4AF7-BE39-0D2419A1FA49}" destId="{4FA6AB9B-30ED-4D86-915C-319B8EF6595D}" srcOrd="2" destOrd="0" presId="urn:microsoft.com/office/officeart/2005/8/layout/vList2"/>
    <dgm:cxn modelId="{90B303C0-835A-4011-A285-C6388DA60D41}" type="presParOf" srcId="{D6EFE0C3-CBB7-4AF7-BE39-0D2419A1FA49}" destId="{E5054ACE-A3FD-4C80-A06C-57446EB2849A}" srcOrd="3" destOrd="0" presId="urn:microsoft.com/office/officeart/2005/8/layout/vList2"/>
    <dgm:cxn modelId="{39A7EF31-7DA9-4D7C-998F-25A491589382}" type="presParOf" srcId="{D6EFE0C3-CBB7-4AF7-BE39-0D2419A1FA49}" destId="{C1403CC3-23F9-4BCA-A4D3-FA9FAFD0B4B8}" srcOrd="4" destOrd="0" presId="urn:microsoft.com/office/officeart/2005/8/layout/vList2"/>
    <dgm:cxn modelId="{6319534B-1120-4495-8F8E-57D8EBE62F03}" type="presParOf" srcId="{D6EFE0C3-CBB7-4AF7-BE39-0D2419A1FA49}" destId="{79E6D428-E802-40AC-8A88-B0C9E94D6C23}" srcOrd="5" destOrd="0" presId="urn:microsoft.com/office/officeart/2005/8/layout/vList2"/>
    <dgm:cxn modelId="{E6487607-865F-40B4-B43C-ADD79CD0EC47}" type="presParOf" srcId="{D6EFE0C3-CBB7-4AF7-BE39-0D2419A1FA49}" destId="{A44736FE-500A-4376-A03F-6E0B1718ED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A9E2C66-6F8E-43DA-906F-30BCAB9D30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348E38-1C62-406B-9EFD-D6F154817A29}">
      <dgm:prSet/>
      <dgm:spPr/>
      <dgm:t>
        <a:bodyPr/>
        <a:lstStyle/>
        <a:p>
          <a:r>
            <a:rPr lang="ru-RU" b="0" i="0" baseline="0"/>
            <a:t>призначення Генерального секретаріату</a:t>
          </a:r>
          <a:endParaRPr lang="uk-UA"/>
        </a:p>
      </dgm:t>
    </dgm:pt>
    <dgm:pt modelId="{14553520-B928-4F6C-A2A7-72E9F0A44825}" type="parTrans" cxnId="{7B2FA507-345F-4A7A-B5D5-266D7028D36C}">
      <dgm:prSet/>
      <dgm:spPr/>
      <dgm:t>
        <a:bodyPr/>
        <a:lstStyle/>
        <a:p>
          <a:endParaRPr lang="uk-UA"/>
        </a:p>
      </dgm:t>
    </dgm:pt>
    <dgm:pt modelId="{4F0FEFFB-4000-4352-B6ED-4D29919B1DAA}" type="sibTrans" cxnId="{7B2FA507-345F-4A7A-B5D5-266D7028D36C}">
      <dgm:prSet/>
      <dgm:spPr/>
      <dgm:t>
        <a:bodyPr/>
        <a:lstStyle/>
        <a:p>
          <a:endParaRPr lang="uk-UA"/>
        </a:p>
      </dgm:t>
    </dgm:pt>
    <dgm:pt modelId="{B148981C-A67B-4167-8FF2-480E3F768EB7}">
      <dgm:prSet/>
      <dgm:spPr/>
      <dgm:t>
        <a:bodyPr/>
        <a:lstStyle/>
        <a:p>
          <a:r>
            <a:rPr lang="ru-RU" b="0" i="0" baseline="0"/>
            <a:t>формування Вільного козацтва</a:t>
          </a:r>
          <a:endParaRPr lang="uk-UA"/>
        </a:p>
      </dgm:t>
    </dgm:pt>
    <dgm:pt modelId="{EB69E717-6AA6-42E3-8345-64665C3F4FCA}" type="parTrans" cxnId="{2BFFBC7C-29CC-44F7-AE39-528D924B1451}">
      <dgm:prSet/>
      <dgm:spPr/>
      <dgm:t>
        <a:bodyPr/>
        <a:lstStyle/>
        <a:p>
          <a:endParaRPr lang="uk-UA"/>
        </a:p>
      </dgm:t>
    </dgm:pt>
    <dgm:pt modelId="{5DC511EC-9EDD-4E74-8722-473AAE92C31F}" type="sibTrans" cxnId="{2BFFBC7C-29CC-44F7-AE39-528D924B1451}">
      <dgm:prSet/>
      <dgm:spPr/>
      <dgm:t>
        <a:bodyPr/>
        <a:lstStyle/>
        <a:p>
          <a:endParaRPr lang="uk-UA"/>
        </a:p>
      </dgm:t>
    </dgm:pt>
    <dgm:pt modelId="{2715BBB1-10B7-4976-866B-23D5B723BA0F}">
      <dgm:prSet/>
      <dgm:spPr/>
      <dgm:t>
        <a:bodyPr/>
        <a:lstStyle/>
        <a:p>
          <a:r>
            <a:rPr lang="ru-RU" b="0" i="0" baseline="0"/>
            <a:t>скликання З’їзду народів Росії</a:t>
          </a:r>
          <a:endParaRPr lang="uk-UA"/>
        </a:p>
      </dgm:t>
    </dgm:pt>
    <dgm:pt modelId="{7EF4A294-8103-4E1D-BDCC-19D981805C04}" type="parTrans" cxnId="{4F6CBF82-1C4C-437E-BFD3-2D229FA72E2B}">
      <dgm:prSet/>
      <dgm:spPr/>
      <dgm:t>
        <a:bodyPr/>
        <a:lstStyle/>
        <a:p>
          <a:endParaRPr lang="uk-UA"/>
        </a:p>
      </dgm:t>
    </dgm:pt>
    <dgm:pt modelId="{43A7699F-E056-4178-A755-F16C849EA1BC}" type="sibTrans" cxnId="{4F6CBF82-1C4C-437E-BFD3-2D229FA72E2B}">
      <dgm:prSet/>
      <dgm:spPr/>
      <dgm:t>
        <a:bodyPr/>
        <a:lstStyle/>
        <a:p>
          <a:endParaRPr lang="uk-UA"/>
        </a:p>
      </dgm:t>
    </dgm:pt>
    <dgm:pt modelId="{20F67446-6004-449D-B4C1-9EAF28F18908}">
      <dgm:prSet/>
      <dgm:spPr/>
      <dgm:t>
        <a:bodyPr/>
        <a:lstStyle/>
        <a:p>
          <a:r>
            <a:rPr lang="ru-RU" b="0" i="0" baseline="0"/>
            <a:t>збройний виступ самостійників</a:t>
          </a:r>
          <a:endParaRPr lang="uk-UA"/>
        </a:p>
      </dgm:t>
    </dgm:pt>
    <dgm:pt modelId="{39F18D3D-777C-4FBB-941C-25A3D9C43CB1}" type="parTrans" cxnId="{57C008D8-756B-4AC3-BA68-4F96B156336B}">
      <dgm:prSet/>
      <dgm:spPr/>
      <dgm:t>
        <a:bodyPr/>
        <a:lstStyle/>
        <a:p>
          <a:endParaRPr lang="uk-UA"/>
        </a:p>
      </dgm:t>
    </dgm:pt>
    <dgm:pt modelId="{A0C80B93-598A-473D-BE33-B45563682C27}" type="sibTrans" cxnId="{57C008D8-756B-4AC3-BA68-4F96B156336B}">
      <dgm:prSet/>
      <dgm:spPr/>
      <dgm:t>
        <a:bodyPr/>
        <a:lstStyle/>
        <a:p>
          <a:endParaRPr lang="uk-UA"/>
        </a:p>
      </dgm:t>
    </dgm:pt>
    <dgm:pt modelId="{78AF5D15-02F9-41BE-A410-002F6AF4DA83}" type="pres">
      <dgm:prSet presAssocID="{7A9E2C66-6F8E-43DA-906F-30BCAB9D3010}" presName="linear" presStyleCnt="0">
        <dgm:presLayoutVars>
          <dgm:animLvl val="lvl"/>
          <dgm:resizeHandles val="exact"/>
        </dgm:presLayoutVars>
      </dgm:prSet>
      <dgm:spPr/>
    </dgm:pt>
    <dgm:pt modelId="{F25E3AD4-A1FF-4B19-9391-20D526D9FE93}" type="pres">
      <dgm:prSet presAssocID="{B5348E38-1C62-406B-9EFD-D6F154817A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4AE2301-64AA-4CDF-8056-0C3B9C37D7D6}" type="pres">
      <dgm:prSet presAssocID="{4F0FEFFB-4000-4352-B6ED-4D29919B1DAA}" presName="spacer" presStyleCnt="0"/>
      <dgm:spPr/>
    </dgm:pt>
    <dgm:pt modelId="{9D03B9A7-FCBA-415B-A339-0E307F8DD836}" type="pres">
      <dgm:prSet presAssocID="{B148981C-A67B-4167-8FF2-480E3F768E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47B603-1042-48B0-B592-2808EF3208BC}" type="pres">
      <dgm:prSet presAssocID="{5DC511EC-9EDD-4E74-8722-473AAE92C31F}" presName="spacer" presStyleCnt="0"/>
      <dgm:spPr/>
    </dgm:pt>
    <dgm:pt modelId="{8070506F-119A-43D2-AC61-289D88F019DF}" type="pres">
      <dgm:prSet presAssocID="{2715BBB1-10B7-4976-866B-23D5B723BA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57E99F5-824B-428A-AB3C-8D1D7CEC6B60}" type="pres">
      <dgm:prSet presAssocID="{43A7699F-E056-4178-A755-F16C849EA1BC}" presName="spacer" presStyleCnt="0"/>
      <dgm:spPr/>
    </dgm:pt>
    <dgm:pt modelId="{42878D7A-EDEF-4557-9395-B8926E5C2C46}" type="pres">
      <dgm:prSet presAssocID="{20F67446-6004-449D-B4C1-9EAF28F189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2FA507-345F-4A7A-B5D5-266D7028D36C}" srcId="{7A9E2C66-6F8E-43DA-906F-30BCAB9D3010}" destId="{B5348E38-1C62-406B-9EFD-D6F154817A29}" srcOrd="0" destOrd="0" parTransId="{14553520-B928-4F6C-A2A7-72E9F0A44825}" sibTransId="{4F0FEFFB-4000-4352-B6ED-4D29919B1DAA}"/>
    <dgm:cxn modelId="{84B82036-8A6D-4139-BFAB-9DFD81EEBD8B}" type="presOf" srcId="{7A9E2C66-6F8E-43DA-906F-30BCAB9D3010}" destId="{78AF5D15-02F9-41BE-A410-002F6AF4DA83}" srcOrd="0" destOrd="0" presId="urn:microsoft.com/office/officeart/2005/8/layout/vList2"/>
    <dgm:cxn modelId="{1A2BA749-02C9-48BE-91BB-27CEEA0612E4}" type="presOf" srcId="{B5348E38-1C62-406B-9EFD-D6F154817A29}" destId="{F25E3AD4-A1FF-4B19-9391-20D526D9FE93}" srcOrd="0" destOrd="0" presId="urn:microsoft.com/office/officeart/2005/8/layout/vList2"/>
    <dgm:cxn modelId="{791F426F-8286-4AB0-B602-21331D9F491A}" type="presOf" srcId="{2715BBB1-10B7-4976-866B-23D5B723BA0F}" destId="{8070506F-119A-43D2-AC61-289D88F019DF}" srcOrd="0" destOrd="0" presId="urn:microsoft.com/office/officeart/2005/8/layout/vList2"/>
    <dgm:cxn modelId="{9BC67F50-9B4C-48F7-9924-DE95CB846974}" type="presOf" srcId="{B148981C-A67B-4167-8FF2-480E3F768EB7}" destId="{9D03B9A7-FCBA-415B-A339-0E307F8DD836}" srcOrd="0" destOrd="0" presId="urn:microsoft.com/office/officeart/2005/8/layout/vList2"/>
    <dgm:cxn modelId="{2BFFBC7C-29CC-44F7-AE39-528D924B1451}" srcId="{7A9E2C66-6F8E-43DA-906F-30BCAB9D3010}" destId="{B148981C-A67B-4167-8FF2-480E3F768EB7}" srcOrd="1" destOrd="0" parTransId="{EB69E717-6AA6-42E3-8345-64665C3F4FCA}" sibTransId="{5DC511EC-9EDD-4E74-8722-473AAE92C31F}"/>
    <dgm:cxn modelId="{4F6CBF82-1C4C-437E-BFD3-2D229FA72E2B}" srcId="{7A9E2C66-6F8E-43DA-906F-30BCAB9D3010}" destId="{2715BBB1-10B7-4976-866B-23D5B723BA0F}" srcOrd="2" destOrd="0" parTransId="{7EF4A294-8103-4E1D-BDCC-19D981805C04}" sibTransId="{43A7699F-E056-4178-A755-F16C849EA1BC}"/>
    <dgm:cxn modelId="{8B6B9AC2-F255-4B04-AE2E-0FC622E82722}" type="presOf" srcId="{20F67446-6004-449D-B4C1-9EAF28F18908}" destId="{42878D7A-EDEF-4557-9395-B8926E5C2C46}" srcOrd="0" destOrd="0" presId="urn:microsoft.com/office/officeart/2005/8/layout/vList2"/>
    <dgm:cxn modelId="{57C008D8-756B-4AC3-BA68-4F96B156336B}" srcId="{7A9E2C66-6F8E-43DA-906F-30BCAB9D3010}" destId="{20F67446-6004-449D-B4C1-9EAF28F18908}" srcOrd="3" destOrd="0" parTransId="{39F18D3D-777C-4FBB-941C-25A3D9C43CB1}" sibTransId="{A0C80B93-598A-473D-BE33-B45563682C27}"/>
    <dgm:cxn modelId="{64783A9E-5C3B-4A6F-B219-6488B3B55939}" type="presParOf" srcId="{78AF5D15-02F9-41BE-A410-002F6AF4DA83}" destId="{F25E3AD4-A1FF-4B19-9391-20D526D9FE93}" srcOrd="0" destOrd="0" presId="urn:microsoft.com/office/officeart/2005/8/layout/vList2"/>
    <dgm:cxn modelId="{8127C34B-F840-446F-AD97-C34AC2733E5C}" type="presParOf" srcId="{78AF5D15-02F9-41BE-A410-002F6AF4DA83}" destId="{74AE2301-64AA-4CDF-8056-0C3B9C37D7D6}" srcOrd="1" destOrd="0" presId="urn:microsoft.com/office/officeart/2005/8/layout/vList2"/>
    <dgm:cxn modelId="{24DE13E3-8D2F-4118-B468-D63C811CDC94}" type="presParOf" srcId="{78AF5D15-02F9-41BE-A410-002F6AF4DA83}" destId="{9D03B9A7-FCBA-415B-A339-0E307F8DD836}" srcOrd="2" destOrd="0" presId="urn:microsoft.com/office/officeart/2005/8/layout/vList2"/>
    <dgm:cxn modelId="{F57942D8-BCEF-4547-87CC-DC8B0C95A016}" type="presParOf" srcId="{78AF5D15-02F9-41BE-A410-002F6AF4DA83}" destId="{4947B603-1042-48B0-B592-2808EF3208BC}" srcOrd="3" destOrd="0" presId="urn:microsoft.com/office/officeart/2005/8/layout/vList2"/>
    <dgm:cxn modelId="{8D2B612C-80E1-4F1B-AF1C-F9B1246673A1}" type="presParOf" srcId="{78AF5D15-02F9-41BE-A410-002F6AF4DA83}" destId="{8070506F-119A-43D2-AC61-289D88F019DF}" srcOrd="4" destOrd="0" presId="urn:microsoft.com/office/officeart/2005/8/layout/vList2"/>
    <dgm:cxn modelId="{B600016F-D511-4F14-BC5C-DCF842F11269}" type="presParOf" srcId="{78AF5D15-02F9-41BE-A410-002F6AF4DA83}" destId="{457E99F5-824B-428A-AB3C-8D1D7CEC6B60}" srcOrd="5" destOrd="0" presId="urn:microsoft.com/office/officeart/2005/8/layout/vList2"/>
    <dgm:cxn modelId="{7B25AA62-4164-4FC7-A186-581A33EE6698}" type="presParOf" srcId="{78AF5D15-02F9-41BE-A410-002F6AF4DA83}" destId="{42878D7A-EDEF-4557-9395-B8926E5C2C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5F884-D118-403C-B662-B7698AE9BCB2}">
      <dsp:nvSpPr>
        <dsp:cNvPr id="0" name=""/>
        <dsp:cNvSpPr/>
      </dsp:nvSpPr>
      <dsp:spPr>
        <a:xfrm>
          <a:off x="0" y="191474"/>
          <a:ext cx="508653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березень — серпень 1917 р.</a:t>
          </a:r>
          <a:endParaRPr lang="uk-UA" sz="2800" kern="1200"/>
        </a:p>
      </dsp:txBody>
      <dsp:txXfrm>
        <a:off x="32784" y="224258"/>
        <a:ext cx="5020969" cy="606012"/>
      </dsp:txXfrm>
    </dsp:sp>
    <dsp:sp modelId="{FBC4ADEF-0AE6-4BF2-95F8-1F0A2DFF8D58}">
      <dsp:nvSpPr>
        <dsp:cNvPr id="0" name=""/>
        <dsp:cNvSpPr/>
      </dsp:nvSpPr>
      <dsp:spPr>
        <a:xfrm>
          <a:off x="0" y="943694"/>
          <a:ext cx="508653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серпень — листопад 1917 р.</a:t>
          </a:r>
          <a:endParaRPr lang="uk-UA" sz="2800" kern="1200"/>
        </a:p>
      </dsp:txBody>
      <dsp:txXfrm>
        <a:off x="32784" y="976478"/>
        <a:ext cx="5020969" cy="606012"/>
      </dsp:txXfrm>
    </dsp:sp>
    <dsp:sp modelId="{CE62501D-13AA-4CF4-88CF-6013517F48D6}">
      <dsp:nvSpPr>
        <dsp:cNvPr id="0" name=""/>
        <dsp:cNvSpPr/>
      </dsp:nvSpPr>
      <dsp:spPr>
        <a:xfrm>
          <a:off x="0" y="1695914"/>
          <a:ext cx="508653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листопад — грудень 1917 р.</a:t>
          </a:r>
          <a:endParaRPr lang="uk-UA" sz="2800" kern="1200"/>
        </a:p>
      </dsp:txBody>
      <dsp:txXfrm>
        <a:off x="32784" y="1728698"/>
        <a:ext cx="5020969" cy="606012"/>
      </dsp:txXfrm>
    </dsp:sp>
    <dsp:sp modelId="{6DD5FA7F-1173-47E6-B3B6-85513692E5BF}">
      <dsp:nvSpPr>
        <dsp:cNvPr id="0" name=""/>
        <dsp:cNvSpPr/>
      </dsp:nvSpPr>
      <dsp:spPr>
        <a:xfrm>
          <a:off x="0" y="2448134"/>
          <a:ext cx="508653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baseline="0"/>
            <a:t>грудень 1917 р. — січень 1918 р.</a:t>
          </a:r>
          <a:endParaRPr lang="uk-UA" sz="2800" kern="1200"/>
        </a:p>
      </dsp:txBody>
      <dsp:txXfrm>
        <a:off x="32784" y="2480918"/>
        <a:ext cx="5020969" cy="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1D1DE-F1E3-4513-B243-0CB2D52A6D35}">
      <dsp:nvSpPr>
        <dsp:cNvPr id="0" name=""/>
        <dsp:cNvSpPr/>
      </dsp:nvSpPr>
      <dsp:spPr>
        <a:xfrm rot="10800000">
          <a:off x="1021333" y="1166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Перший Універсал</a:t>
          </a:r>
          <a:endParaRPr lang="uk-UA" sz="2300" kern="1200"/>
        </a:p>
      </dsp:txBody>
      <dsp:txXfrm rot="10800000">
        <a:off x="1190306" y="1166"/>
        <a:ext cx="3215021" cy="675894"/>
      </dsp:txXfrm>
    </dsp:sp>
    <dsp:sp modelId="{B55F02DB-C7C4-4BC1-9746-A2D43409B557}">
      <dsp:nvSpPr>
        <dsp:cNvPr id="0" name=""/>
        <dsp:cNvSpPr/>
      </dsp:nvSpPr>
      <dsp:spPr>
        <a:xfrm>
          <a:off x="683385" y="1166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4862D-9960-4C4E-9A6C-9284A5EA284B}">
      <dsp:nvSpPr>
        <dsp:cNvPr id="0" name=""/>
        <dsp:cNvSpPr/>
      </dsp:nvSpPr>
      <dsp:spPr>
        <a:xfrm rot="10800000">
          <a:off x="1021333" y="878820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Другий Універсал</a:t>
          </a:r>
          <a:endParaRPr lang="uk-UA" sz="2300" kern="1200"/>
        </a:p>
      </dsp:txBody>
      <dsp:txXfrm rot="10800000">
        <a:off x="1190306" y="878820"/>
        <a:ext cx="3215021" cy="675894"/>
      </dsp:txXfrm>
    </dsp:sp>
    <dsp:sp modelId="{E8D1F0C1-45F0-4DB3-8488-40A68147EC21}">
      <dsp:nvSpPr>
        <dsp:cNvPr id="0" name=""/>
        <dsp:cNvSpPr/>
      </dsp:nvSpPr>
      <dsp:spPr>
        <a:xfrm>
          <a:off x="683385" y="878820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30210-2099-4118-B3C4-AD2C21667E5D}">
      <dsp:nvSpPr>
        <dsp:cNvPr id="0" name=""/>
        <dsp:cNvSpPr/>
      </dsp:nvSpPr>
      <dsp:spPr>
        <a:xfrm rot="10800000">
          <a:off x="1021333" y="1756474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Третій Універсал</a:t>
          </a:r>
          <a:endParaRPr lang="uk-UA" sz="2300" kern="1200"/>
        </a:p>
      </dsp:txBody>
      <dsp:txXfrm rot="10800000">
        <a:off x="1190306" y="1756474"/>
        <a:ext cx="3215021" cy="675894"/>
      </dsp:txXfrm>
    </dsp:sp>
    <dsp:sp modelId="{CFECFCD2-D35C-4D05-8FD2-5F9652BEB7D6}">
      <dsp:nvSpPr>
        <dsp:cNvPr id="0" name=""/>
        <dsp:cNvSpPr/>
      </dsp:nvSpPr>
      <dsp:spPr>
        <a:xfrm>
          <a:off x="683385" y="1756474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823A0-7F0C-4EB1-84E3-181521184657}">
      <dsp:nvSpPr>
        <dsp:cNvPr id="0" name=""/>
        <dsp:cNvSpPr/>
      </dsp:nvSpPr>
      <dsp:spPr>
        <a:xfrm rot="10800000">
          <a:off x="1021333" y="2634128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baseline="0"/>
            <a:t>Четвертий Універсал</a:t>
          </a:r>
          <a:endParaRPr lang="uk-UA" sz="2300" kern="1200"/>
        </a:p>
      </dsp:txBody>
      <dsp:txXfrm rot="10800000">
        <a:off x="1190306" y="2634128"/>
        <a:ext cx="3215021" cy="675894"/>
      </dsp:txXfrm>
    </dsp:sp>
    <dsp:sp modelId="{675D27B6-F068-40A5-9E34-1D99362DA86F}">
      <dsp:nvSpPr>
        <dsp:cNvPr id="0" name=""/>
        <dsp:cNvSpPr/>
      </dsp:nvSpPr>
      <dsp:spPr>
        <a:xfrm>
          <a:off x="683385" y="2634128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E0C78-E3C8-439F-AAAB-B5F96BC6AE0C}">
      <dsp:nvSpPr>
        <dsp:cNvPr id="0" name=""/>
        <dsp:cNvSpPr/>
      </dsp:nvSpPr>
      <dsp:spPr>
        <a:xfrm>
          <a:off x="0" y="182654"/>
          <a:ext cx="508653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Збройний виступ самостійників, поповнення складу Центральної Ради представниками національних меншин.</a:t>
          </a:r>
          <a:endParaRPr lang="uk-UA" sz="1400" kern="1200"/>
        </a:p>
      </dsp:txBody>
      <dsp:txXfrm>
        <a:off x="27187" y="209841"/>
        <a:ext cx="5032163" cy="502546"/>
      </dsp:txXfrm>
    </dsp:sp>
    <dsp:sp modelId="{9C36CFEC-34C2-462B-B6A1-50B568A367C5}">
      <dsp:nvSpPr>
        <dsp:cNvPr id="0" name=""/>
        <dsp:cNvSpPr/>
      </dsp:nvSpPr>
      <dsp:spPr>
        <a:xfrm>
          <a:off x="0" y="779894"/>
          <a:ext cx="508653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Створення Генерального секретаріату, загострення стосунків із Тимчасовим урядом Росії.</a:t>
          </a:r>
          <a:endParaRPr lang="uk-UA" sz="1400" kern="1200"/>
        </a:p>
      </dsp:txBody>
      <dsp:txXfrm>
        <a:off x="27187" y="807081"/>
        <a:ext cx="5032163" cy="502546"/>
      </dsp:txXfrm>
    </dsp:sp>
    <dsp:sp modelId="{D860BFF0-B20C-446B-A94D-E3E2F4401C47}">
      <dsp:nvSpPr>
        <dsp:cNvPr id="0" name=""/>
        <dsp:cNvSpPr/>
      </dsp:nvSpPr>
      <dsp:spPr>
        <a:xfrm>
          <a:off x="0" y="1377134"/>
          <a:ext cx="508653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Підписання Брест-Литовського мирного договору, вступ німецьких і австрійських військ на територію УНР.</a:t>
          </a:r>
          <a:endParaRPr lang="uk-UA" sz="1400" kern="1200"/>
        </a:p>
      </dsp:txBody>
      <dsp:txXfrm>
        <a:off x="27187" y="1404321"/>
        <a:ext cx="5032163" cy="502546"/>
      </dsp:txXfrm>
    </dsp:sp>
    <dsp:sp modelId="{C17B108F-709D-458C-A1F5-E0906D334FBF}">
      <dsp:nvSpPr>
        <dsp:cNvPr id="0" name=""/>
        <dsp:cNvSpPr/>
      </dsp:nvSpPr>
      <dsp:spPr>
        <a:xfrm>
          <a:off x="0" y="1974374"/>
          <a:ext cx="508653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Поширення влади Центральної Ради на 9 українських губерній (без Криму), початок соціально-економічних перетворень.</a:t>
          </a:r>
          <a:endParaRPr lang="uk-UA" sz="1400" kern="1200"/>
        </a:p>
      </dsp:txBody>
      <dsp:txXfrm>
        <a:off x="27187" y="2001561"/>
        <a:ext cx="5032163" cy="502546"/>
      </dsp:txXfrm>
    </dsp:sp>
    <dsp:sp modelId="{84CC9247-D930-471A-871A-AC9915728EA6}">
      <dsp:nvSpPr>
        <dsp:cNvPr id="0" name=""/>
        <dsp:cNvSpPr/>
      </dsp:nvSpPr>
      <dsp:spPr>
        <a:xfrm>
          <a:off x="0" y="2571614"/>
          <a:ext cx="5086537" cy="556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0" i="0" kern="1200" baseline="0"/>
            <a:t>Утворення Української Центральної Ради, початок Української революції</a:t>
          </a:r>
          <a:endParaRPr lang="uk-UA" sz="1400" kern="1200"/>
        </a:p>
      </dsp:txBody>
      <dsp:txXfrm>
        <a:off x="27187" y="2598801"/>
        <a:ext cx="5032163" cy="502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0FD88-D334-4B7E-B9D7-9681A71D883E}">
      <dsp:nvSpPr>
        <dsp:cNvPr id="0" name=""/>
        <dsp:cNvSpPr/>
      </dsp:nvSpPr>
      <dsp:spPr>
        <a:xfrm>
          <a:off x="0" y="609794"/>
          <a:ext cx="508653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успіхи російських військ у Галицькій битві</a:t>
          </a:r>
          <a:endParaRPr lang="uk-UA" sz="2000" kern="1200"/>
        </a:p>
      </dsp:txBody>
      <dsp:txXfrm>
        <a:off x="23417" y="633211"/>
        <a:ext cx="5039703" cy="432866"/>
      </dsp:txXfrm>
    </dsp:sp>
    <dsp:sp modelId="{41B2E672-048A-4295-9E9B-6618744C20CC}">
      <dsp:nvSpPr>
        <dsp:cNvPr id="0" name=""/>
        <dsp:cNvSpPr/>
      </dsp:nvSpPr>
      <dsp:spPr>
        <a:xfrm>
          <a:off x="0" y="1147094"/>
          <a:ext cx="508653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більшовицький переворот у Росії</a:t>
          </a:r>
          <a:endParaRPr lang="uk-UA" sz="2000" kern="1200"/>
        </a:p>
      </dsp:txBody>
      <dsp:txXfrm>
        <a:off x="23417" y="1170511"/>
        <a:ext cx="5039703" cy="432866"/>
      </dsp:txXfrm>
    </dsp:sp>
    <dsp:sp modelId="{0EA7B09C-A4EC-42E5-8024-0C87EF1C5C1C}">
      <dsp:nvSpPr>
        <dsp:cNvPr id="0" name=""/>
        <dsp:cNvSpPr/>
      </dsp:nvSpPr>
      <dsp:spPr>
        <a:xfrm>
          <a:off x="0" y="1684394"/>
          <a:ext cx="508653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проголошення УНР</a:t>
          </a:r>
          <a:endParaRPr lang="uk-UA" sz="2000" kern="1200"/>
        </a:p>
      </dsp:txBody>
      <dsp:txXfrm>
        <a:off x="23417" y="1707811"/>
        <a:ext cx="5039703" cy="432866"/>
      </dsp:txXfrm>
    </dsp:sp>
    <dsp:sp modelId="{00F8DE40-5505-4125-A8F3-896AAA3BB530}">
      <dsp:nvSpPr>
        <dsp:cNvPr id="0" name=""/>
        <dsp:cNvSpPr/>
      </dsp:nvSpPr>
      <dsp:spPr>
        <a:xfrm>
          <a:off x="0" y="2221694"/>
          <a:ext cx="5086537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baseline="0"/>
            <a:t>початок Української революції</a:t>
          </a:r>
          <a:endParaRPr lang="uk-UA" sz="2000" kern="1200"/>
        </a:p>
      </dsp:txBody>
      <dsp:txXfrm>
        <a:off x="23417" y="2245111"/>
        <a:ext cx="5039703" cy="432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E77E8-C73D-427C-AEFC-020759616208}">
      <dsp:nvSpPr>
        <dsp:cNvPr id="0" name=""/>
        <dsp:cNvSpPr/>
      </dsp:nvSpPr>
      <dsp:spPr>
        <a:xfrm rot="10800000">
          <a:off x="1021333" y="1166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березні 1917 р.</a:t>
          </a:r>
          <a:endParaRPr lang="uk-UA" sz="3100" kern="1200"/>
        </a:p>
      </dsp:txBody>
      <dsp:txXfrm rot="10800000">
        <a:off x="1190306" y="1166"/>
        <a:ext cx="3215021" cy="675894"/>
      </dsp:txXfrm>
    </dsp:sp>
    <dsp:sp modelId="{38E9514A-5B9F-43FB-BE6D-CC3F7A68DAE6}">
      <dsp:nvSpPr>
        <dsp:cNvPr id="0" name=""/>
        <dsp:cNvSpPr/>
      </dsp:nvSpPr>
      <dsp:spPr>
        <a:xfrm>
          <a:off x="683385" y="1166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C53CE-46D1-4516-A4CC-45066619340B}">
      <dsp:nvSpPr>
        <dsp:cNvPr id="0" name=""/>
        <dsp:cNvSpPr/>
      </dsp:nvSpPr>
      <dsp:spPr>
        <a:xfrm rot="10800000">
          <a:off x="1021333" y="878820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квітні 1917 р.</a:t>
          </a:r>
          <a:endParaRPr lang="uk-UA" sz="3100" kern="1200"/>
        </a:p>
      </dsp:txBody>
      <dsp:txXfrm rot="10800000">
        <a:off x="1190306" y="878820"/>
        <a:ext cx="3215021" cy="675894"/>
      </dsp:txXfrm>
    </dsp:sp>
    <dsp:sp modelId="{3BF1AF68-E209-41FB-B140-490D2E5CDEFD}">
      <dsp:nvSpPr>
        <dsp:cNvPr id="0" name=""/>
        <dsp:cNvSpPr/>
      </dsp:nvSpPr>
      <dsp:spPr>
        <a:xfrm>
          <a:off x="683385" y="878820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9052D-3C30-43F6-99AD-E2F87E8CA8C0}">
      <dsp:nvSpPr>
        <dsp:cNvPr id="0" name=""/>
        <dsp:cNvSpPr/>
      </dsp:nvSpPr>
      <dsp:spPr>
        <a:xfrm rot="10800000">
          <a:off x="1021333" y="1756474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червні 1917 р.</a:t>
          </a:r>
          <a:endParaRPr lang="uk-UA" sz="3100" kern="1200"/>
        </a:p>
      </dsp:txBody>
      <dsp:txXfrm rot="10800000">
        <a:off x="1190306" y="1756474"/>
        <a:ext cx="3215021" cy="675894"/>
      </dsp:txXfrm>
    </dsp:sp>
    <dsp:sp modelId="{4C5BA1AC-4288-4B86-BD41-C24D6F1405C8}">
      <dsp:nvSpPr>
        <dsp:cNvPr id="0" name=""/>
        <dsp:cNvSpPr/>
      </dsp:nvSpPr>
      <dsp:spPr>
        <a:xfrm>
          <a:off x="683385" y="1756474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3CB798-2CEF-40D6-8088-797C93B89520}">
      <dsp:nvSpPr>
        <dsp:cNvPr id="0" name=""/>
        <dsp:cNvSpPr/>
      </dsp:nvSpPr>
      <dsp:spPr>
        <a:xfrm rot="10800000">
          <a:off x="1021333" y="2634128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100" b="0" i="0" kern="1200" baseline="0"/>
            <a:t>липні 1917 р.</a:t>
          </a:r>
          <a:endParaRPr lang="uk-UA" sz="3100" kern="1200"/>
        </a:p>
      </dsp:txBody>
      <dsp:txXfrm rot="10800000">
        <a:off x="1190306" y="2634128"/>
        <a:ext cx="3215021" cy="675894"/>
      </dsp:txXfrm>
    </dsp:sp>
    <dsp:sp modelId="{90FCECDB-FA9C-4EFA-B70B-B0CB9E008CC2}">
      <dsp:nvSpPr>
        <dsp:cNvPr id="0" name=""/>
        <dsp:cNvSpPr/>
      </dsp:nvSpPr>
      <dsp:spPr>
        <a:xfrm>
          <a:off x="683385" y="2634128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92205-6B15-4B78-9C03-FA023F85FC0A}">
      <dsp:nvSpPr>
        <dsp:cNvPr id="0" name=""/>
        <dsp:cNvSpPr/>
      </dsp:nvSpPr>
      <dsp:spPr>
        <a:xfrm>
          <a:off x="-3742619" y="-574924"/>
          <a:ext cx="4461038" cy="4461038"/>
        </a:xfrm>
        <a:prstGeom prst="blockArc">
          <a:avLst>
            <a:gd name="adj1" fmla="val 18900000"/>
            <a:gd name="adj2" fmla="val 2700000"/>
            <a:gd name="adj3" fmla="val 48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4BD65A-B827-4AD0-B9AB-2216C0059066}">
      <dsp:nvSpPr>
        <dsp:cNvPr id="0" name=""/>
        <dsp:cNvSpPr/>
      </dsp:nvSpPr>
      <dsp:spPr>
        <a:xfrm>
          <a:off x="376562" y="254564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З'їзд народів Росії</a:t>
          </a:r>
          <a:endParaRPr lang="uk-UA" sz="2100" kern="1200"/>
        </a:p>
      </dsp:txBody>
      <dsp:txXfrm>
        <a:off x="376562" y="254564"/>
        <a:ext cx="4668855" cy="509393"/>
      </dsp:txXfrm>
    </dsp:sp>
    <dsp:sp modelId="{9B19E170-7076-42D9-AA8B-652AC34A328D}">
      <dsp:nvSpPr>
        <dsp:cNvPr id="0" name=""/>
        <dsp:cNvSpPr/>
      </dsp:nvSpPr>
      <dsp:spPr>
        <a:xfrm>
          <a:off x="58191" y="190890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E9ACAC-7411-4771-84FA-3CBBAC263BBC}">
      <dsp:nvSpPr>
        <dsp:cNvPr id="0" name=""/>
        <dsp:cNvSpPr/>
      </dsp:nvSpPr>
      <dsp:spPr>
        <a:xfrm>
          <a:off x="668608" y="1018786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Трудовий конгрес України</a:t>
          </a:r>
          <a:endParaRPr lang="uk-UA" sz="2100" kern="1200"/>
        </a:p>
      </dsp:txBody>
      <dsp:txXfrm>
        <a:off x="668608" y="1018786"/>
        <a:ext cx="4376808" cy="509393"/>
      </dsp:txXfrm>
    </dsp:sp>
    <dsp:sp modelId="{6214B5BA-EAF3-4705-9613-0506AD5F87B3}">
      <dsp:nvSpPr>
        <dsp:cNvPr id="0" name=""/>
        <dsp:cNvSpPr/>
      </dsp:nvSpPr>
      <dsp:spPr>
        <a:xfrm>
          <a:off x="350238" y="955112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ECB3A-E65A-45C8-A6AA-5E1373603DCC}">
      <dsp:nvSpPr>
        <dsp:cNvPr id="0" name=""/>
        <dsp:cNvSpPr/>
      </dsp:nvSpPr>
      <dsp:spPr>
        <a:xfrm>
          <a:off x="668608" y="1783009"/>
          <a:ext cx="4376808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Всеукраїнський з'їзд хліборобів</a:t>
          </a:r>
          <a:endParaRPr lang="uk-UA" sz="2100" kern="1200"/>
        </a:p>
      </dsp:txBody>
      <dsp:txXfrm>
        <a:off x="668608" y="1783009"/>
        <a:ext cx="4376808" cy="509393"/>
      </dsp:txXfrm>
    </dsp:sp>
    <dsp:sp modelId="{0734594D-AA75-4E61-93BA-7F5795E7DF85}">
      <dsp:nvSpPr>
        <dsp:cNvPr id="0" name=""/>
        <dsp:cNvSpPr/>
      </dsp:nvSpPr>
      <dsp:spPr>
        <a:xfrm>
          <a:off x="350238" y="1719334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F2C44-E9CD-4BC6-BAD5-12EDAAA50ACE}">
      <dsp:nvSpPr>
        <dsp:cNvPr id="0" name=""/>
        <dsp:cNvSpPr/>
      </dsp:nvSpPr>
      <dsp:spPr>
        <a:xfrm>
          <a:off x="376562" y="2547231"/>
          <a:ext cx="4668855" cy="5093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4331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baseline="0"/>
            <a:t>Український національний конгрес</a:t>
          </a:r>
          <a:endParaRPr lang="uk-UA" sz="2100" kern="1200"/>
        </a:p>
      </dsp:txBody>
      <dsp:txXfrm>
        <a:off x="376562" y="2547231"/>
        <a:ext cx="4668855" cy="509393"/>
      </dsp:txXfrm>
    </dsp:sp>
    <dsp:sp modelId="{5AEC4450-D69E-41ED-A3BB-C153F865D434}">
      <dsp:nvSpPr>
        <dsp:cNvPr id="0" name=""/>
        <dsp:cNvSpPr/>
      </dsp:nvSpPr>
      <dsp:spPr>
        <a:xfrm>
          <a:off x="58191" y="2483557"/>
          <a:ext cx="636741" cy="6367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FDC6D-C67D-4C71-B93C-EA606D733B66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ухвалення Першого Універсалу Української Центральної Ради</a:t>
          </a:r>
          <a:endParaRPr lang="uk-UA" sz="1900" kern="1200"/>
        </a:p>
      </dsp:txBody>
      <dsp:txXfrm>
        <a:off x="36896" y="98770"/>
        <a:ext cx="5012745" cy="682028"/>
      </dsp:txXfrm>
    </dsp:sp>
    <dsp:sp modelId="{0E2F7B50-9B51-4657-B199-0E62919A4065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скликання Всеукраїнського національного конгресу</a:t>
          </a:r>
          <a:endParaRPr lang="uk-UA" sz="1900" kern="1200"/>
        </a:p>
      </dsp:txBody>
      <dsp:txXfrm>
        <a:off x="36896" y="909310"/>
        <a:ext cx="5012745" cy="682028"/>
      </dsp:txXfrm>
    </dsp:sp>
    <dsp:sp modelId="{2247052B-05D9-425E-8B56-C8A9706B50FD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утворення Української Центральної Ради</a:t>
          </a:r>
          <a:endParaRPr lang="uk-UA" sz="1900" kern="1200"/>
        </a:p>
      </dsp:txBody>
      <dsp:txXfrm>
        <a:off x="36896" y="1719850"/>
        <a:ext cx="5012745" cy="682028"/>
      </dsp:txXfrm>
    </dsp:sp>
    <dsp:sp modelId="{4281330A-5454-426B-8412-10C27CE722E1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створення Генерального Секретаріату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7AD8E-A387-4E78-AFC2-30382BC731C6}">
      <dsp:nvSpPr>
        <dsp:cNvPr id="0" name=""/>
        <dsp:cNvSpPr/>
      </dsp:nvSpPr>
      <dsp:spPr>
        <a:xfrm>
          <a:off x="0" y="0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58CFF-C554-481D-B6E3-89EBF74A211F}">
      <dsp:nvSpPr>
        <dsp:cNvPr id="0" name=""/>
        <dsp:cNvSpPr/>
      </dsp:nvSpPr>
      <dsp:spPr>
        <a:xfrm>
          <a:off x="0" y="0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надання Українською Центральною Радою допомоги Тимчасовому уряду в боротьбі з більшовиками.</a:t>
          </a:r>
          <a:endParaRPr lang="uk-UA" sz="1600" kern="1200"/>
        </a:p>
      </dsp:txBody>
      <dsp:txXfrm>
        <a:off x="0" y="0"/>
        <a:ext cx="5086537" cy="827797"/>
      </dsp:txXfrm>
    </dsp:sp>
    <dsp:sp modelId="{0B738C26-4323-4CBB-A052-2868B51603DC}">
      <dsp:nvSpPr>
        <dsp:cNvPr id="0" name=""/>
        <dsp:cNvSpPr/>
      </dsp:nvSpPr>
      <dsp:spPr>
        <a:xfrm>
          <a:off x="0" y="827797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A5B85-16D2-4E09-9B4F-829472BB1514}">
      <dsp:nvSpPr>
        <dsp:cNvPr id="0" name=""/>
        <dsp:cNvSpPr/>
      </dsp:nvSpPr>
      <dsp:spPr>
        <a:xfrm>
          <a:off x="0" y="827797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оформлення компромісу між Українською Центральною Радою та Тимчасовим урядом у вигляді Другого Універсалу.</a:t>
          </a:r>
          <a:endParaRPr lang="uk-UA" sz="1600" kern="1200"/>
        </a:p>
      </dsp:txBody>
      <dsp:txXfrm>
        <a:off x="0" y="827797"/>
        <a:ext cx="5086537" cy="827797"/>
      </dsp:txXfrm>
    </dsp:sp>
    <dsp:sp modelId="{B508C85E-9B40-4E59-82C0-E929927B3B52}">
      <dsp:nvSpPr>
        <dsp:cNvPr id="0" name=""/>
        <dsp:cNvSpPr/>
      </dsp:nvSpPr>
      <dsp:spPr>
        <a:xfrm>
          <a:off x="0" y="1655594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CC2EC-3B4A-4387-AF48-7513647E34E4}">
      <dsp:nvSpPr>
        <dsp:cNvPr id="0" name=""/>
        <dsp:cNvSpPr/>
      </dsp:nvSpPr>
      <dsp:spPr>
        <a:xfrm>
          <a:off x="0" y="1655594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підтримки Українською Центральною Радою генерала Л. Корнілова - очільника заколоту проти Тимчасового уряду.</a:t>
          </a:r>
          <a:endParaRPr lang="uk-UA" sz="1600" kern="1200"/>
        </a:p>
      </dsp:txBody>
      <dsp:txXfrm>
        <a:off x="0" y="1655594"/>
        <a:ext cx="5086537" cy="827797"/>
      </dsp:txXfrm>
    </dsp:sp>
    <dsp:sp modelId="{0477C115-D866-4CD0-A1A8-D9B8FFB6064E}">
      <dsp:nvSpPr>
        <dsp:cNvPr id="0" name=""/>
        <dsp:cNvSpPr/>
      </dsp:nvSpPr>
      <dsp:spPr>
        <a:xfrm>
          <a:off x="0" y="2483391"/>
          <a:ext cx="50865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88BD4-6A67-482C-8FC6-186D83B1FC79}">
      <dsp:nvSpPr>
        <dsp:cNvPr id="0" name=""/>
        <dsp:cNvSpPr/>
      </dsp:nvSpPr>
      <dsp:spPr>
        <a:xfrm>
          <a:off x="0" y="2483391"/>
          <a:ext cx="5086537" cy="8277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загострення стосунків між Українською Центральною Радою та Тимчасовим урядом</a:t>
          </a:r>
          <a:endParaRPr lang="uk-UA" sz="1600" kern="1200"/>
        </a:p>
      </dsp:txBody>
      <dsp:txXfrm>
        <a:off x="0" y="2483391"/>
        <a:ext cx="5086537" cy="8277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A2358-8C17-4CAF-BCF8-05D615FD1CEE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оприлюднення Українською Центральною Радою Другого Універсалу</a:t>
          </a:r>
          <a:endParaRPr lang="uk-UA" sz="1900" kern="1200"/>
        </a:p>
      </dsp:txBody>
      <dsp:txXfrm>
        <a:off x="36896" y="98770"/>
        <a:ext cx="5012745" cy="682028"/>
      </dsp:txXfrm>
    </dsp:sp>
    <dsp:sp modelId="{08320360-AF45-441A-8045-A09E3B6DA643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укладення Брестського мирного договору</a:t>
          </a:r>
          <a:endParaRPr lang="uk-UA" sz="1900" kern="1200"/>
        </a:p>
      </dsp:txBody>
      <dsp:txXfrm>
        <a:off x="36896" y="909310"/>
        <a:ext cx="5012745" cy="682028"/>
      </dsp:txXfrm>
    </dsp:sp>
    <dsp:sp modelId="{0CD3FC48-D4E2-4033-905F-0C07BCAC18AC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початок корніловського заколоту в Росії</a:t>
          </a:r>
          <a:endParaRPr lang="uk-UA" sz="1900" kern="1200"/>
        </a:p>
      </dsp:txBody>
      <dsp:txXfrm>
        <a:off x="36896" y="1719850"/>
        <a:ext cx="5012745" cy="682028"/>
      </dsp:txXfrm>
    </dsp:sp>
    <dsp:sp modelId="{0CC3F62E-5390-4F6E-B212-4912A5855036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скликання Українського національного конгресу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E31A44-00C3-43D3-9354-8811843CA109}">
      <dsp:nvSpPr>
        <dsp:cNvPr id="0" name=""/>
        <dsp:cNvSpPr/>
      </dsp:nvSpPr>
      <dsp:spPr>
        <a:xfrm rot="10800000">
          <a:off x="1021333" y="1166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березні 1917 р.</a:t>
          </a:r>
          <a:endParaRPr lang="uk-UA" sz="2900" kern="1200"/>
        </a:p>
      </dsp:txBody>
      <dsp:txXfrm rot="10800000">
        <a:off x="1190306" y="1166"/>
        <a:ext cx="3215021" cy="675894"/>
      </dsp:txXfrm>
    </dsp:sp>
    <dsp:sp modelId="{5D3D8C66-B305-4B24-A6EF-48385D08090B}">
      <dsp:nvSpPr>
        <dsp:cNvPr id="0" name=""/>
        <dsp:cNvSpPr/>
      </dsp:nvSpPr>
      <dsp:spPr>
        <a:xfrm>
          <a:off x="683385" y="1166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A156C-4A19-4E08-AF2A-B64EBF38621C}">
      <dsp:nvSpPr>
        <dsp:cNvPr id="0" name=""/>
        <dsp:cNvSpPr/>
      </dsp:nvSpPr>
      <dsp:spPr>
        <a:xfrm rot="10800000">
          <a:off x="1021333" y="878820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червні 1917 р.</a:t>
          </a:r>
          <a:endParaRPr lang="uk-UA" sz="2900" kern="1200"/>
        </a:p>
      </dsp:txBody>
      <dsp:txXfrm rot="10800000">
        <a:off x="1190306" y="878820"/>
        <a:ext cx="3215021" cy="675894"/>
      </dsp:txXfrm>
    </dsp:sp>
    <dsp:sp modelId="{714D3AC7-62E8-4490-82AF-E6E3522FA041}">
      <dsp:nvSpPr>
        <dsp:cNvPr id="0" name=""/>
        <dsp:cNvSpPr/>
      </dsp:nvSpPr>
      <dsp:spPr>
        <a:xfrm>
          <a:off x="683385" y="878820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3EDE7-AED0-41B3-B52B-2C6FBF3A5AC6}">
      <dsp:nvSpPr>
        <dsp:cNvPr id="0" name=""/>
        <dsp:cNvSpPr/>
      </dsp:nvSpPr>
      <dsp:spPr>
        <a:xfrm rot="10800000">
          <a:off x="1021333" y="1756474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серпні 1917 р.</a:t>
          </a:r>
          <a:endParaRPr lang="uk-UA" sz="2900" kern="1200"/>
        </a:p>
      </dsp:txBody>
      <dsp:txXfrm rot="10800000">
        <a:off x="1190306" y="1756474"/>
        <a:ext cx="3215021" cy="675894"/>
      </dsp:txXfrm>
    </dsp:sp>
    <dsp:sp modelId="{53CAB61B-83DB-4A42-9BBA-F709B821AEA5}">
      <dsp:nvSpPr>
        <dsp:cNvPr id="0" name=""/>
        <dsp:cNvSpPr/>
      </dsp:nvSpPr>
      <dsp:spPr>
        <a:xfrm>
          <a:off x="683385" y="1756474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430AF-6F47-458F-B1C9-458E61C9C4A4}">
      <dsp:nvSpPr>
        <dsp:cNvPr id="0" name=""/>
        <dsp:cNvSpPr/>
      </dsp:nvSpPr>
      <dsp:spPr>
        <a:xfrm rot="10800000">
          <a:off x="1021333" y="2634128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листопаді 1917 р.</a:t>
          </a:r>
          <a:endParaRPr lang="uk-UA" sz="2900" kern="1200"/>
        </a:p>
      </dsp:txBody>
      <dsp:txXfrm rot="10800000">
        <a:off x="1190306" y="2634128"/>
        <a:ext cx="3215021" cy="675894"/>
      </dsp:txXfrm>
    </dsp:sp>
    <dsp:sp modelId="{FDA9287F-6111-4668-8696-58BCDA405174}">
      <dsp:nvSpPr>
        <dsp:cNvPr id="0" name=""/>
        <dsp:cNvSpPr/>
      </dsp:nvSpPr>
      <dsp:spPr>
        <a:xfrm>
          <a:off x="683385" y="2634128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DA6E0-5294-4F25-BA5A-0919E64729A2}">
      <dsp:nvSpPr>
        <dsp:cNvPr id="0" name=""/>
        <dsp:cNvSpPr/>
      </dsp:nvSpPr>
      <dsp:spPr>
        <a:xfrm>
          <a:off x="0" y="229634"/>
          <a:ext cx="5088714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намагалась знайти компроміс щодо термінів реалізації національних прав українського народу</a:t>
          </a:r>
          <a:endParaRPr lang="uk-UA" sz="1700" kern="1200"/>
        </a:p>
      </dsp:txBody>
      <dsp:txXfrm>
        <a:off x="33012" y="262646"/>
        <a:ext cx="5022690" cy="610236"/>
      </dsp:txXfrm>
    </dsp:sp>
    <dsp:sp modelId="{43574715-8853-4FE1-8F71-2A5D32AAA0F5}">
      <dsp:nvSpPr>
        <dsp:cNvPr id="0" name=""/>
        <dsp:cNvSpPr/>
      </dsp:nvSpPr>
      <dsp:spPr>
        <a:xfrm>
          <a:off x="0" y="954854"/>
          <a:ext cx="5088714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підбурювала неросійські народи до розвалу Російської імперії силовими методами</a:t>
          </a:r>
          <a:endParaRPr lang="uk-UA" sz="1700" kern="1200"/>
        </a:p>
      </dsp:txBody>
      <dsp:txXfrm>
        <a:off x="33012" y="987866"/>
        <a:ext cx="5022690" cy="610236"/>
      </dsp:txXfrm>
    </dsp:sp>
    <dsp:sp modelId="{9964EA2E-1CF5-4CC9-92F1-543602A407C6}">
      <dsp:nvSpPr>
        <dsp:cNvPr id="0" name=""/>
        <dsp:cNvSpPr/>
      </dsp:nvSpPr>
      <dsp:spPr>
        <a:xfrm>
          <a:off x="0" y="1680074"/>
          <a:ext cx="5088714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ігнорувала будь-які спроби Тимчасового уряду налагодити переговорний процес</a:t>
          </a:r>
          <a:endParaRPr lang="uk-UA" sz="1700" kern="1200"/>
        </a:p>
      </dsp:txBody>
      <dsp:txXfrm>
        <a:off x="33012" y="1713086"/>
        <a:ext cx="5022690" cy="610236"/>
      </dsp:txXfrm>
    </dsp:sp>
    <dsp:sp modelId="{7CBAD8DA-53B3-410C-BE3B-3A597FAB3CA6}">
      <dsp:nvSpPr>
        <dsp:cNvPr id="0" name=""/>
        <dsp:cNvSpPr/>
      </dsp:nvSpPr>
      <dsp:spPr>
        <a:xfrm>
          <a:off x="0" y="2405294"/>
          <a:ext cx="5088714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повністю підтримувала заходи Тимчасового уряду на придушення національних рухів</a:t>
          </a:r>
          <a:endParaRPr lang="uk-UA" sz="1700" kern="1200"/>
        </a:p>
      </dsp:txBody>
      <dsp:txXfrm>
        <a:off x="33012" y="2438306"/>
        <a:ext cx="5022690" cy="6102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80D84-730B-4AA9-A211-10F3C7A4939B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1905-1907 рр.</a:t>
          </a:r>
          <a:endParaRPr lang="uk-UA" sz="3100" kern="1200"/>
        </a:p>
      </dsp:txBody>
      <dsp:txXfrm rot="10800000">
        <a:off x="1189797" y="1873"/>
        <a:ext cx="3213646" cy="675605"/>
      </dsp:txXfrm>
    </dsp:sp>
    <dsp:sp modelId="{03AC766D-6415-4AC3-96C7-89C22E31977E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CD1CA-0020-401B-9961-E6E37954F0AA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1914-1916 рр.</a:t>
          </a:r>
          <a:endParaRPr lang="uk-UA" sz="3100" kern="1200"/>
        </a:p>
      </dsp:txBody>
      <dsp:txXfrm rot="10800000">
        <a:off x="1189797" y="879152"/>
        <a:ext cx="3213646" cy="675605"/>
      </dsp:txXfrm>
    </dsp:sp>
    <dsp:sp modelId="{0EBB00F0-E4AC-4D80-89BD-B4D92BC30429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36C6A-18F6-4767-9939-261BF57E1C94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1917-1918 рр.</a:t>
          </a:r>
          <a:endParaRPr lang="uk-UA" sz="3100" kern="1200"/>
        </a:p>
      </dsp:txBody>
      <dsp:txXfrm rot="10800000">
        <a:off x="1189797" y="1756431"/>
        <a:ext cx="3213646" cy="675605"/>
      </dsp:txXfrm>
    </dsp:sp>
    <dsp:sp modelId="{F11F632C-4170-4791-BB34-C755CF87CD32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5C621-3A87-4483-94D4-C4556F4AF5FA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1919-1922 рр.</a:t>
          </a:r>
          <a:endParaRPr lang="uk-UA" sz="3100" kern="1200"/>
        </a:p>
      </dsp:txBody>
      <dsp:txXfrm rot="10800000">
        <a:off x="1189797" y="2633709"/>
        <a:ext cx="3213646" cy="675605"/>
      </dsp:txXfrm>
    </dsp:sp>
    <dsp:sp modelId="{8C0DFE99-7F8E-433B-96AC-CB0B65302DE9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EAE99-3881-456E-84C5-5E95E7E364B5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проголошення Українською Центральною Радою незалежності УНР.</a:t>
          </a:r>
          <a:endParaRPr lang="uk-UA" sz="1900" kern="1200"/>
        </a:p>
      </dsp:txBody>
      <dsp:txXfrm>
        <a:off x="36896" y="98770"/>
        <a:ext cx="5012745" cy="682028"/>
      </dsp:txXfrm>
    </dsp:sp>
    <dsp:sp modelId="{814FAF12-238A-41E3-87E8-A056CB5CD4B8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оприлюднення Українською Центральною Радою Першого Універсалу.</a:t>
          </a:r>
          <a:endParaRPr lang="uk-UA" sz="1900" kern="1200"/>
        </a:p>
      </dsp:txBody>
      <dsp:txXfrm>
        <a:off x="36896" y="909310"/>
        <a:ext cx="5012745" cy="682028"/>
      </dsp:txXfrm>
    </dsp:sp>
    <dsp:sp modelId="{E5A0FE90-0A6E-4A4E-9067-1D063BE7F1E1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першої війни радянської Росії проти УНР.</a:t>
          </a:r>
          <a:endParaRPr lang="uk-UA" sz="1900" kern="1200"/>
        </a:p>
      </dsp:txBody>
      <dsp:txXfrm>
        <a:off x="36896" y="1719850"/>
        <a:ext cx="5012745" cy="682028"/>
      </dsp:txXfrm>
    </dsp:sp>
    <dsp:sp modelId="{88323965-821E-4420-AAE8-39EE237BC104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початку Української революції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CB877-4FA1-40E0-B862-8E4DDDE3B88A}">
      <dsp:nvSpPr>
        <dsp:cNvPr id="0" name=""/>
        <dsp:cNvSpPr/>
      </dsp:nvSpPr>
      <dsp:spPr>
        <a:xfrm>
          <a:off x="887674" y="0"/>
          <a:ext cx="3311189" cy="331118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F9D75-29C6-4B5A-B572-A85BC6EE48FF}">
      <dsp:nvSpPr>
        <dsp:cNvPr id="0" name=""/>
        <dsp:cNvSpPr/>
      </dsp:nvSpPr>
      <dsp:spPr>
        <a:xfrm>
          <a:off x="1202237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1917 р.</a:t>
          </a:r>
          <a:endParaRPr lang="uk-UA" sz="3200" kern="1200"/>
        </a:p>
      </dsp:txBody>
      <dsp:txXfrm>
        <a:off x="1265276" y="377601"/>
        <a:ext cx="1165285" cy="1165285"/>
      </dsp:txXfrm>
    </dsp:sp>
    <dsp:sp modelId="{C782E13D-F77F-44E6-A487-4AA2C77CD0BD}">
      <dsp:nvSpPr>
        <dsp:cNvPr id="0" name=""/>
        <dsp:cNvSpPr/>
      </dsp:nvSpPr>
      <dsp:spPr>
        <a:xfrm>
          <a:off x="2592936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1918 р.</a:t>
          </a:r>
          <a:endParaRPr lang="uk-UA" sz="3200" kern="1200"/>
        </a:p>
      </dsp:txBody>
      <dsp:txXfrm>
        <a:off x="2655975" y="377601"/>
        <a:ext cx="1165285" cy="1165285"/>
      </dsp:txXfrm>
    </dsp:sp>
    <dsp:sp modelId="{AE0E135F-C753-4E5C-9D28-22A466960E33}">
      <dsp:nvSpPr>
        <dsp:cNvPr id="0" name=""/>
        <dsp:cNvSpPr/>
      </dsp:nvSpPr>
      <dsp:spPr>
        <a:xfrm>
          <a:off x="1202237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 dirty="0"/>
            <a:t>1919 р.</a:t>
          </a:r>
          <a:endParaRPr lang="uk-UA" sz="3200" kern="1200" dirty="0"/>
        </a:p>
      </dsp:txBody>
      <dsp:txXfrm>
        <a:off x="1265276" y="1768301"/>
        <a:ext cx="1165285" cy="1165285"/>
      </dsp:txXfrm>
    </dsp:sp>
    <dsp:sp modelId="{5A313747-750D-431D-AB5F-D990BC7A0E32}">
      <dsp:nvSpPr>
        <dsp:cNvPr id="0" name=""/>
        <dsp:cNvSpPr/>
      </dsp:nvSpPr>
      <dsp:spPr>
        <a:xfrm>
          <a:off x="2592936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1920 р.</a:t>
          </a:r>
          <a:endParaRPr lang="uk-UA" sz="3200" kern="1200"/>
        </a:p>
      </dsp:txBody>
      <dsp:txXfrm>
        <a:off x="2655975" y="1768301"/>
        <a:ext cx="1165285" cy="116528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06188-EC65-43FE-ACD4-55E36A2AA4F8}">
      <dsp:nvSpPr>
        <dsp:cNvPr id="0" name=""/>
        <dsp:cNvSpPr/>
      </dsp:nvSpPr>
      <dsp:spPr>
        <a:xfrm>
          <a:off x="0" y="63958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визнання автономних прав України</a:t>
          </a:r>
          <a:endParaRPr lang="uk-UA" sz="1900" kern="1200"/>
        </a:p>
      </dsp:txBody>
      <dsp:txXfrm>
        <a:off x="36845" y="100803"/>
        <a:ext cx="5012847" cy="681087"/>
      </dsp:txXfrm>
    </dsp:sp>
    <dsp:sp modelId="{B9ABDB66-F15F-4467-88CF-4E10F2BB8EFB}">
      <dsp:nvSpPr>
        <dsp:cNvPr id="0" name=""/>
        <dsp:cNvSpPr/>
      </dsp:nvSpPr>
      <dsp:spPr>
        <a:xfrm>
          <a:off x="0" y="873456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затвердження права мати власні збройні сили</a:t>
          </a:r>
          <a:endParaRPr lang="uk-UA" sz="1900" kern="1200"/>
        </a:p>
      </dsp:txBody>
      <dsp:txXfrm>
        <a:off x="36845" y="910301"/>
        <a:ext cx="5012847" cy="681087"/>
      </dsp:txXfrm>
    </dsp:sp>
    <dsp:sp modelId="{677BB270-5B86-46FB-83F9-90C820CB2EAA}">
      <dsp:nvSpPr>
        <dsp:cNvPr id="0" name=""/>
        <dsp:cNvSpPr/>
      </dsp:nvSpPr>
      <dsp:spPr>
        <a:xfrm>
          <a:off x="0" y="1682954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конституційне закріплення прав і свобод людини</a:t>
          </a:r>
          <a:endParaRPr lang="uk-UA" sz="1900" kern="1200"/>
        </a:p>
      </dsp:txBody>
      <dsp:txXfrm>
        <a:off x="36845" y="1719799"/>
        <a:ext cx="5012847" cy="681087"/>
      </dsp:txXfrm>
    </dsp:sp>
    <dsp:sp modelId="{69F1D944-30F8-482B-982F-0C0CE0975B9D}">
      <dsp:nvSpPr>
        <dsp:cNvPr id="0" name=""/>
        <dsp:cNvSpPr/>
      </dsp:nvSpPr>
      <dsp:spPr>
        <a:xfrm>
          <a:off x="0" y="2492452"/>
          <a:ext cx="5086537" cy="754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надання незалежності Україні</a:t>
          </a:r>
          <a:endParaRPr lang="uk-UA" sz="1900" kern="1200"/>
        </a:p>
      </dsp:txBody>
      <dsp:txXfrm>
        <a:off x="36845" y="2529297"/>
        <a:ext cx="5012847" cy="68108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7F730-DB1F-4A3F-B14A-FD7AA79B3380}">
      <dsp:nvSpPr>
        <dsp:cNvPr id="0" name=""/>
        <dsp:cNvSpPr/>
      </dsp:nvSpPr>
      <dsp:spPr>
        <a:xfrm>
          <a:off x="0" y="243764"/>
          <a:ext cx="508871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«Уся влада Радам!»</a:t>
          </a:r>
          <a:endParaRPr lang="uk-UA" sz="2700" kern="1200"/>
        </a:p>
      </dsp:txBody>
      <dsp:txXfrm>
        <a:off x="31613" y="275377"/>
        <a:ext cx="5025488" cy="584369"/>
      </dsp:txXfrm>
    </dsp:sp>
    <dsp:sp modelId="{8D5CA1C9-D4C6-4474-9B01-0BC847663BF2}">
      <dsp:nvSpPr>
        <dsp:cNvPr id="0" name=""/>
        <dsp:cNvSpPr/>
      </dsp:nvSpPr>
      <dsp:spPr>
        <a:xfrm>
          <a:off x="0" y="969119"/>
          <a:ext cx="508871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«Автономію Україні!»</a:t>
          </a:r>
          <a:endParaRPr lang="uk-UA" sz="2700" kern="1200"/>
        </a:p>
      </dsp:txBody>
      <dsp:txXfrm>
        <a:off x="31613" y="1000732"/>
        <a:ext cx="5025488" cy="584369"/>
      </dsp:txXfrm>
    </dsp:sp>
    <dsp:sp modelId="{7F8536D2-23B0-4D5A-BFD1-D8AC980854F0}">
      <dsp:nvSpPr>
        <dsp:cNvPr id="0" name=""/>
        <dsp:cNvSpPr/>
      </dsp:nvSpPr>
      <dsp:spPr>
        <a:xfrm>
          <a:off x="0" y="1694474"/>
          <a:ext cx="508871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«Геть Тимчасовий уряд!»</a:t>
          </a:r>
          <a:endParaRPr lang="uk-UA" sz="2700" kern="1200"/>
        </a:p>
      </dsp:txBody>
      <dsp:txXfrm>
        <a:off x="31613" y="1726087"/>
        <a:ext cx="5025488" cy="584369"/>
      </dsp:txXfrm>
    </dsp:sp>
    <dsp:sp modelId="{FB7FDC62-BF09-470F-9ED2-07C4A5B777E4}">
      <dsp:nvSpPr>
        <dsp:cNvPr id="0" name=""/>
        <dsp:cNvSpPr/>
      </dsp:nvSpPr>
      <dsp:spPr>
        <a:xfrm>
          <a:off x="0" y="2419829"/>
          <a:ext cx="5088714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 baseline="0"/>
            <a:t>«Хай живе незалежна Україна!»</a:t>
          </a:r>
          <a:endParaRPr lang="uk-UA" sz="2700" kern="1200"/>
        </a:p>
      </dsp:txBody>
      <dsp:txXfrm>
        <a:off x="31613" y="2451442"/>
        <a:ext cx="5025488" cy="58436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B2E9C-89F7-4861-83D6-D48258B431E5}">
      <dsp:nvSpPr>
        <dsp:cNvPr id="0" name=""/>
        <dsp:cNvSpPr/>
      </dsp:nvSpPr>
      <dsp:spPr>
        <a:xfrm>
          <a:off x="887674" y="0"/>
          <a:ext cx="3311189" cy="3311189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0611F-DC3C-4EB1-836A-F20219BAE12F}">
      <dsp:nvSpPr>
        <dsp:cNvPr id="0" name=""/>
        <dsp:cNvSpPr/>
      </dsp:nvSpPr>
      <dsp:spPr>
        <a:xfrm>
          <a:off x="1202237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Першого</a:t>
          </a:r>
          <a:endParaRPr lang="uk-UA" sz="1600" kern="1200"/>
        </a:p>
      </dsp:txBody>
      <dsp:txXfrm>
        <a:off x="1265276" y="377601"/>
        <a:ext cx="1165285" cy="1165285"/>
      </dsp:txXfrm>
    </dsp:sp>
    <dsp:sp modelId="{6D2F74DB-7803-4B51-8DA3-B858651A58A8}">
      <dsp:nvSpPr>
        <dsp:cNvPr id="0" name=""/>
        <dsp:cNvSpPr/>
      </dsp:nvSpPr>
      <dsp:spPr>
        <a:xfrm>
          <a:off x="2592936" y="3145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Другого</a:t>
          </a:r>
          <a:endParaRPr lang="uk-UA" sz="1600" kern="1200"/>
        </a:p>
      </dsp:txBody>
      <dsp:txXfrm>
        <a:off x="2655975" y="377601"/>
        <a:ext cx="1165285" cy="1165285"/>
      </dsp:txXfrm>
    </dsp:sp>
    <dsp:sp modelId="{10B8B1B0-D0A3-4D59-BD50-28D6E2D15210}">
      <dsp:nvSpPr>
        <dsp:cNvPr id="0" name=""/>
        <dsp:cNvSpPr/>
      </dsp:nvSpPr>
      <dsp:spPr>
        <a:xfrm>
          <a:off x="1202237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Третього</a:t>
          </a:r>
          <a:endParaRPr lang="uk-UA" sz="1600" kern="1200"/>
        </a:p>
      </dsp:txBody>
      <dsp:txXfrm>
        <a:off x="1265276" y="1768301"/>
        <a:ext cx="1165285" cy="1165285"/>
      </dsp:txXfrm>
    </dsp:sp>
    <dsp:sp modelId="{B28B2837-478D-4599-B20B-220321141DF5}">
      <dsp:nvSpPr>
        <dsp:cNvPr id="0" name=""/>
        <dsp:cNvSpPr/>
      </dsp:nvSpPr>
      <dsp:spPr>
        <a:xfrm>
          <a:off x="2592936" y="1705262"/>
          <a:ext cx="1291363" cy="1291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baseline="0"/>
            <a:t>Четвертого</a:t>
          </a:r>
          <a:endParaRPr lang="uk-UA" sz="1600" kern="1200"/>
        </a:p>
      </dsp:txBody>
      <dsp:txXfrm>
        <a:off x="2655975" y="1768301"/>
        <a:ext cx="1165285" cy="116528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AC91E-8421-45D3-8CD7-19D5D4E61930}">
      <dsp:nvSpPr>
        <dsp:cNvPr id="0" name=""/>
        <dsp:cNvSpPr/>
      </dsp:nvSpPr>
      <dsp:spPr>
        <a:xfrm>
          <a:off x="0" y="229634"/>
          <a:ext cx="5086537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резолюцію Харківського з’їзду рад "Про організацію влади на Україні"</a:t>
          </a:r>
          <a:endParaRPr lang="uk-UA" sz="1700" kern="1200"/>
        </a:p>
      </dsp:txBody>
      <dsp:txXfrm>
        <a:off x="33012" y="262646"/>
        <a:ext cx="5020513" cy="610236"/>
      </dsp:txXfrm>
    </dsp:sp>
    <dsp:sp modelId="{2D8D3D34-22B9-4B49-BC6B-860E4575FBDA}">
      <dsp:nvSpPr>
        <dsp:cNvPr id="0" name=""/>
        <dsp:cNvSpPr/>
      </dsp:nvSpPr>
      <dsp:spPr>
        <a:xfrm>
          <a:off x="0" y="954854"/>
          <a:ext cx="5086537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постанову З’їзду народів Росії "Про федеративний устрій Російської держави"</a:t>
          </a:r>
          <a:endParaRPr lang="uk-UA" sz="1700" kern="1200"/>
        </a:p>
      </dsp:txBody>
      <dsp:txXfrm>
        <a:off x="33012" y="987866"/>
        <a:ext cx="5020513" cy="610236"/>
      </dsp:txXfrm>
    </dsp:sp>
    <dsp:sp modelId="{A87B4772-6928-4779-A980-9821DE081614}">
      <dsp:nvSpPr>
        <dsp:cNvPr id="0" name=""/>
        <dsp:cNvSpPr/>
      </dsp:nvSpPr>
      <dsp:spPr>
        <a:xfrm>
          <a:off x="0" y="1680074"/>
          <a:ext cx="5086537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"Тимчасову інструкцію Генеральному Секретаріату Тимчасового уряду на Україні"</a:t>
          </a:r>
          <a:endParaRPr lang="uk-UA" sz="1700" kern="1200"/>
        </a:p>
      </dsp:txBody>
      <dsp:txXfrm>
        <a:off x="33012" y="1713086"/>
        <a:ext cx="5020513" cy="610236"/>
      </dsp:txXfrm>
    </dsp:sp>
    <dsp:sp modelId="{6DD0C3E4-1D6F-452B-9769-4DF8F8B13D5E}">
      <dsp:nvSpPr>
        <dsp:cNvPr id="0" name=""/>
        <dsp:cNvSpPr/>
      </dsp:nvSpPr>
      <dsp:spPr>
        <a:xfrm>
          <a:off x="0" y="2405294"/>
          <a:ext cx="5086537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"Маніфест до українського народу з ультимативними вимогами до Української Ради"</a:t>
          </a:r>
          <a:endParaRPr lang="uk-UA" sz="1700" kern="1200"/>
        </a:p>
      </dsp:txBody>
      <dsp:txXfrm>
        <a:off x="33012" y="2438306"/>
        <a:ext cx="5020513" cy="61023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FE4F4-FCC5-4EE0-81B0-15F90E9C27D0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«Уся влада Радам!»</a:t>
          </a:r>
          <a:endParaRPr lang="uk-UA" sz="1900" kern="1200"/>
        </a:p>
      </dsp:txBody>
      <dsp:txXfrm rot="10800000">
        <a:off x="1189797" y="1873"/>
        <a:ext cx="3213646" cy="675605"/>
      </dsp:txXfrm>
    </dsp:sp>
    <dsp:sp modelId="{024BB0D7-8895-4E6B-AB10-8BE38DC46C8A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FFFE1-FEFA-4B02-B3CD-E832F1236962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«Автономію Україні!»</a:t>
          </a:r>
          <a:endParaRPr lang="uk-UA" sz="1900" kern="1200"/>
        </a:p>
      </dsp:txBody>
      <dsp:txXfrm rot="10800000">
        <a:off x="1189797" y="879152"/>
        <a:ext cx="3213646" cy="675605"/>
      </dsp:txXfrm>
    </dsp:sp>
    <dsp:sp modelId="{C6CF3898-C40D-4549-8E4B-7996E9F9C4E4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EE25D-D6B9-447B-A925-0BD069CCE377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«Геть Тимчасовий уряд!»</a:t>
          </a:r>
          <a:endParaRPr lang="uk-UA" sz="1900" kern="1200"/>
        </a:p>
      </dsp:txBody>
      <dsp:txXfrm rot="10800000">
        <a:off x="1189797" y="1756431"/>
        <a:ext cx="3213646" cy="675605"/>
      </dsp:txXfrm>
    </dsp:sp>
    <dsp:sp modelId="{DD8084C4-B14F-4555-8F70-738DAAF7C5D5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CCE87D-61E1-4457-9B4B-1FD4492F17BA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«Хай живе незалежна Україна!»</a:t>
          </a:r>
          <a:endParaRPr lang="uk-UA" sz="1900" kern="1200"/>
        </a:p>
      </dsp:txBody>
      <dsp:txXfrm rot="10800000">
        <a:off x="1189797" y="2633709"/>
        <a:ext cx="3213646" cy="675605"/>
      </dsp:txXfrm>
    </dsp:sp>
    <dsp:sp modelId="{071F69FE-706D-45C9-AA62-38713CAAF986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A70C7-DFB8-46D6-B53B-8B21E1192E4B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розпочати й довести до кінця переговори про мир із Німеччиною та її союзниками.</a:t>
          </a:r>
          <a:endParaRPr lang="uk-UA" sz="1900" kern="1200"/>
        </a:p>
      </dsp:txBody>
      <dsp:txXfrm>
        <a:off x="36896" y="98770"/>
        <a:ext cx="5012745" cy="682028"/>
      </dsp:txXfrm>
    </dsp:sp>
    <dsp:sp modelId="{2796CCB6-5C39-4C26-BD6B-21EB3346C2FD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установити державний контроль за продукцією, виготовленою в Україні.</a:t>
          </a:r>
          <a:endParaRPr lang="uk-UA" sz="1900" kern="1200"/>
        </a:p>
      </dsp:txBody>
      <dsp:txXfrm>
        <a:off x="36896" y="909310"/>
        <a:ext cx="5012745" cy="682028"/>
      </dsp:txXfrm>
    </dsp:sp>
    <dsp:sp modelId="{BD5413C5-B58E-44E1-A4F6-AC37C0E96EDC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підтримати Тимчасовий уряд у боротьбі з корніловським заколотом.</a:t>
          </a:r>
          <a:endParaRPr lang="uk-UA" sz="1900" kern="1200"/>
        </a:p>
      </dsp:txBody>
      <dsp:txXfrm>
        <a:off x="36896" y="1719850"/>
        <a:ext cx="5012745" cy="682028"/>
      </dsp:txXfrm>
    </dsp:sp>
    <dsp:sp modelId="{5D4029C1-B56E-454F-BB96-C9688EE840D4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поповнити свій склад представниками національних меншин.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8DBA5-F2F5-4258-AB72-74EF754FA952}">
      <dsp:nvSpPr>
        <dsp:cNvPr id="0" name=""/>
        <dsp:cNvSpPr/>
      </dsp:nvSpPr>
      <dsp:spPr>
        <a:xfrm>
          <a:off x="0" y="239796"/>
          <a:ext cx="5619544" cy="659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 baseline="0"/>
            <a:t>«…визнаючи, що доля всіх народів Росії міцно зв’язана, …ми рішуче ставимось проти замірів самовільного здійснення автономії України до Всеросійського Учредительного Зібрання…»</a:t>
          </a:r>
          <a:endParaRPr lang="uk-UA" sz="1200" kern="1200"/>
        </a:p>
      </dsp:txBody>
      <dsp:txXfrm>
        <a:off x="32213" y="272009"/>
        <a:ext cx="5555118" cy="595453"/>
      </dsp:txXfrm>
    </dsp:sp>
    <dsp:sp modelId="{9FE466F4-EB41-403F-83B1-EC5653943638}">
      <dsp:nvSpPr>
        <dsp:cNvPr id="0" name=""/>
        <dsp:cNvSpPr/>
      </dsp:nvSpPr>
      <dsp:spPr>
        <a:xfrm>
          <a:off x="0" y="934236"/>
          <a:ext cx="5619544" cy="659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 baseline="0"/>
            <a:t>«Однині Україна стає Українською Народною Республікою. Не відділяючись від Російської Республіки, ми твердо станемо на нашій землі, щоб помогти, аби уся Російська Республіка стала федерацією вільних народів…»</a:t>
          </a:r>
          <a:endParaRPr lang="uk-UA" sz="1200" kern="1200"/>
        </a:p>
      </dsp:txBody>
      <dsp:txXfrm>
        <a:off x="32213" y="966449"/>
        <a:ext cx="5555118" cy="59545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D052C-DD3A-43A8-ABF9-D8505B271096}">
      <dsp:nvSpPr>
        <dsp:cNvPr id="0" name=""/>
        <dsp:cNvSpPr/>
      </dsp:nvSpPr>
      <dsp:spPr>
        <a:xfrm>
          <a:off x="0" y="150460"/>
          <a:ext cx="5511800" cy="659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i="1" kern="1200" baseline="0"/>
            <a:t>«Влада на території Української республіки віднині належить виключно радам робітничих, солдатських і селянських депутатів; …в центрі — Всеукраїнському з’їздові рад… його Центральному виконавчому комітетові…»</a:t>
          </a:r>
          <a:endParaRPr lang="uk-UA" sz="1200" kern="1200"/>
        </a:p>
      </dsp:txBody>
      <dsp:txXfrm>
        <a:off x="32213" y="182673"/>
        <a:ext cx="5447374" cy="595453"/>
      </dsp:txXfrm>
    </dsp:sp>
    <dsp:sp modelId="{139CD4CC-90CE-4226-A576-8AD893D7DA6F}">
      <dsp:nvSpPr>
        <dsp:cNvPr id="0" name=""/>
        <dsp:cNvSpPr/>
      </dsp:nvSpPr>
      <dsp:spPr>
        <a:xfrm>
          <a:off x="0" y="844900"/>
          <a:ext cx="5511800" cy="659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 baseline="0"/>
            <a:t>«…на землі Республіки Української має бути забезпечено всі свободи, здобуті всеросійською революцією: свободу слова, друку, віри, зібрань, союзів, страйків, недоторканності особи…»</a:t>
          </a:r>
          <a:endParaRPr lang="uk-UA" sz="1200" kern="1200"/>
        </a:p>
      </dsp:txBody>
      <dsp:txXfrm>
        <a:off x="32213" y="877113"/>
        <a:ext cx="5447374" cy="59545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ACB23-394B-42F6-8388-FFDD67DAD63A}">
      <dsp:nvSpPr>
        <dsp:cNvPr id="0" name=""/>
        <dsp:cNvSpPr/>
      </dsp:nvSpPr>
      <dsp:spPr>
        <a:xfrm>
          <a:off x="0" y="6187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відповіддю УЦР на Ультиматум Раднаркому радянської Росії.</a:t>
          </a:r>
          <a:endParaRPr lang="uk-UA" sz="1900" kern="1200"/>
        </a:p>
      </dsp:txBody>
      <dsp:txXfrm>
        <a:off x="36896" y="98770"/>
        <a:ext cx="5014922" cy="682028"/>
      </dsp:txXfrm>
    </dsp:sp>
    <dsp:sp modelId="{779E77AC-FE90-4619-B3B7-519227D18C6D}">
      <dsp:nvSpPr>
        <dsp:cNvPr id="0" name=""/>
        <dsp:cNvSpPr/>
      </dsp:nvSpPr>
      <dsp:spPr>
        <a:xfrm>
          <a:off x="0" y="87241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компромісом між УЦР і делегацією міністрів Тимчасового уряду.</a:t>
          </a:r>
          <a:endParaRPr lang="uk-UA" sz="1900" kern="1200"/>
        </a:p>
      </dsp:txBody>
      <dsp:txXfrm>
        <a:off x="36896" y="909310"/>
        <a:ext cx="5014922" cy="682028"/>
      </dsp:txXfrm>
    </dsp:sp>
    <dsp:sp modelId="{BC8B0E67-C1E1-484F-87F1-ED96FD6F833A}">
      <dsp:nvSpPr>
        <dsp:cNvPr id="0" name=""/>
        <dsp:cNvSpPr/>
      </dsp:nvSpPr>
      <dsp:spPr>
        <a:xfrm>
          <a:off x="0" y="168295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декларацією УЦР основних засад соціально-економічних перетворень.</a:t>
          </a:r>
          <a:endParaRPr lang="uk-UA" sz="1900" kern="1200"/>
        </a:p>
      </dsp:txBody>
      <dsp:txXfrm>
        <a:off x="36896" y="1719850"/>
        <a:ext cx="5014922" cy="682028"/>
      </dsp:txXfrm>
    </dsp:sp>
    <dsp:sp modelId="{DF0312E3-23D9-4724-99BA-E5214112B2E6}">
      <dsp:nvSpPr>
        <dsp:cNvPr id="0" name=""/>
        <dsp:cNvSpPr/>
      </dsp:nvSpPr>
      <dsp:spPr>
        <a:xfrm>
          <a:off x="0" y="249349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закликом УЦР до українізованих частин не залишати позицій на фронті.</a:t>
          </a:r>
          <a:endParaRPr lang="uk-UA" sz="1900" kern="1200"/>
        </a:p>
      </dsp:txBody>
      <dsp:txXfrm>
        <a:off x="36896" y="2530390"/>
        <a:ext cx="5014922" cy="68202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28A7D9-897E-45BB-A6CB-421F53977474}">
      <dsp:nvSpPr>
        <dsp:cNvPr id="0" name=""/>
        <dsp:cNvSpPr/>
      </dsp:nvSpPr>
      <dsp:spPr>
        <a:xfrm>
          <a:off x="0" y="397394"/>
          <a:ext cx="5088714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baseline="0"/>
            <a:t>припинила українізацію військових частин російської армії.</a:t>
          </a:r>
          <a:endParaRPr lang="uk-UA" sz="1500" kern="1200"/>
        </a:p>
      </dsp:txBody>
      <dsp:txXfrm>
        <a:off x="29128" y="426522"/>
        <a:ext cx="5030458" cy="538444"/>
      </dsp:txXfrm>
    </dsp:sp>
    <dsp:sp modelId="{6859E607-303C-4E37-B1DA-6A8DBCAAA10B}">
      <dsp:nvSpPr>
        <dsp:cNvPr id="0" name=""/>
        <dsp:cNvSpPr/>
      </dsp:nvSpPr>
      <dsp:spPr>
        <a:xfrm>
          <a:off x="0" y="1037294"/>
          <a:ext cx="5088714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baseline="0"/>
            <a:t>включила до складу Генерального Секретаріату представників Тимчасового уряду.</a:t>
          </a:r>
          <a:endParaRPr lang="uk-UA" sz="1500" kern="1200"/>
        </a:p>
      </dsp:txBody>
      <dsp:txXfrm>
        <a:off x="29128" y="1066422"/>
        <a:ext cx="5030458" cy="538444"/>
      </dsp:txXfrm>
    </dsp:sp>
    <dsp:sp modelId="{BD6A29F2-1526-4CC2-8738-281C344C778B}">
      <dsp:nvSpPr>
        <dsp:cNvPr id="0" name=""/>
        <dsp:cNvSpPr/>
      </dsp:nvSpPr>
      <dsp:spPr>
        <a:xfrm>
          <a:off x="0" y="1677194"/>
          <a:ext cx="5088714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baseline="0"/>
            <a:t>призупинила конфіскацію та передання поміщицьких земель селянам.</a:t>
          </a:r>
          <a:endParaRPr lang="uk-UA" sz="1500" kern="1200"/>
        </a:p>
      </dsp:txBody>
      <dsp:txXfrm>
        <a:off x="29128" y="1706322"/>
        <a:ext cx="5030458" cy="538444"/>
      </dsp:txXfrm>
    </dsp:sp>
    <dsp:sp modelId="{06AD23BD-98B9-4F84-8D02-8BF39748BAA9}">
      <dsp:nvSpPr>
        <dsp:cNvPr id="0" name=""/>
        <dsp:cNvSpPr/>
      </dsp:nvSpPr>
      <dsp:spPr>
        <a:xfrm>
          <a:off x="0" y="2317094"/>
          <a:ext cx="5088714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baseline="0"/>
            <a:t>відмовилась від самочинного проголошення автономії до скликання Всеросійських установчих зборів</a:t>
          </a:r>
          <a:endParaRPr lang="uk-UA" sz="1500" kern="1200"/>
        </a:p>
      </dsp:txBody>
      <dsp:txXfrm>
        <a:off x="29128" y="2346222"/>
        <a:ext cx="5030458" cy="53844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ED789-EFEE-47AC-9B5C-044ABC04AE75}">
      <dsp:nvSpPr>
        <dsp:cNvPr id="0" name=""/>
        <dsp:cNvSpPr/>
      </dsp:nvSpPr>
      <dsp:spPr>
        <a:xfrm>
          <a:off x="0" y="139184"/>
          <a:ext cx="5088714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вересень – жовтень 1917 р.</a:t>
          </a:r>
          <a:endParaRPr lang="uk-UA" sz="2900" kern="1200"/>
        </a:p>
      </dsp:txBody>
      <dsp:txXfrm>
        <a:off x="33955" y="173139"/>
        <a:ext cx="5020804" cy="627655"/>
      </dsp:txXfrm>
    </dsp:sp>
    <dsp:sp modelId="{ECB35EAB-A5DA-4DD8-A28E-6A97CF3E0147}">
      <dsp:nvSpPr>
        <dsp:cNvPr id="0" name=""/>
        <dsp:cNvSpPr/>
      </dsp:nvSpPr>
      <dsp:spPr>
        <a:xfrm>
          <a:off x="0" y="918269"/>
          <a:ext cx="5088714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жовтень – листопад 1917 р.</a:t>
          </a:r>
          <a:endParaRPr lang="uk-UA" sz="2900" kern="1200"/>
        </a:p>
      </dsp:txBody>
      <dsp:txXfrm>
        <a:off x="33955" y="952224"/>
        <a:ext cx="5020804" cy="627655"/>
      </dsp:txXfrm>
    </dsp:sp>
    <dsp:sp modelId="{BC5DFB40-7DF2-47D2-8578-1950CB7FF5F0}">
      <dsp:nvSpPr>
        <dsp:cNvPr id="0" name=""/>
        <dsp:cNvSpPr/>
      </dsp:nvSpPr>
      <dsp:spPr>
        <a:xfrm>
          <a:off x="0" y="1697354"/>
          <a:ext cx="5088714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листопад – грудень 1917 р.</a:t>
          </a:r>
          <a:endParaRPr lang="uk-UA" sz="2900" kern="1200"/>
        </a:p>
      </dsp:txBody>
      <dsp:txXfrm>
        <a:off x="33955" y="1731309"/>
        <a:ext cx="5020804" cy="627655"/>
      </dsp:txXfrm>
    </dsp:sp>
    <dsp:sp modelId="{BE752F7F-5E67-48B7-AAF0-86BBF727E203}">
      <dsp:nvSpPr>
        <dsp:cNvPr id="0" name=""/>
        <dsp:cNvSpPr/>
      </dsp:nvSpPr>
      <dsp:spPr>
        <a:xfrm>
          <a:off x="0" y="2476439"/>
          <a:ext cx="5088714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 baseline="0"/>
            <a:t>грудень 1917 р. – січень 1918 р.</a:t>
          </a:r>
          <a:endParaRPr lang="uk-UA" sz="2900" kern="1200"/>
        </a:p>
      </dsp:txBody>
      <dsp:txXfrm>
        <a:off x="33955" y="2510394"/>
        <a:ext cx="5020804" cy="62765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F082F-B3B7-4F5F-BFE2-9B315701FC93}">
      <dsp:nvSpPr>
        <dsp:cNvPr id="0" name=""/>
        <dsp:cNvSpPr/>
      </dsp:nvSpPr>
      <dsp:spPr>
        <a:xfrm>
          <a:off x="0" y="505214"/>
          <a:ext cx="508653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baseline="0"/>
            <a:t>корніловський заколот</a:t>
          </a:r>
          <a:endParaRPr lang="uk-UA" sz="2200" kern="1200"/>
        </a:p>
      </dsp:txBody>
      <dsp:txXfrm>
        <a:off x="25759" y="530973"/>
        <a:ext cx="5035019" cy="476152"/>
      </dsp:txXfrm>
    </dsp:sp>
    <dsp:sp modelId="{66A08767-00DE-4368-B6A1-BEFD29B30645}">
      <dsp:nvSpPr>
        <dsp:cNvPr id="0" name=""/>
        <dsp:cNvSpPr/>
      </dsp:nvSpPr>
      <dsp:spPr>
        <a:xfrm>
          <a:off x="0" y="1096244"/>
          <a:ext cx="508653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baseline="0"/>
            <a:t>початок Лютневої революції</a:t>
          </a:r>
          <a:endParaRPr lang="uk-UA" sz="2200" kern="1200"/>
        </a:p>
      </dsp:txBody>
      <dsp:txXfrm>
        <a:off x="25759" y="1122003"/>
        <a:ext cx="5035019" cy="476152"/>
      </dsp:txXfrm>
    </dsp:sp>
    <dsp:sp modelId="{5A543789-E661-421E-A6B8-BB0CA91D485E}">
      <dsp:nvSpPr>
        <dsp:cNvPr id="0" name=""/>
        <dsp:cNvSpPr/>
      </dsp:nvSpPr>
      <dsp:spPr>
        <a:xfrm>
          <a:off x="0" y="1687274"/>
          <a:ext cx="508653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baseline="0"/>
            <a:t>липнева криза Тимчасового уряду</a:t>
          </a:r>
          <a:endParaRPr lang="uk-UA" sz="2200" kern="1200"/>
        </a:p>
      </dsp:txBody>
      <dsp:txXfrm>
        <a:off x="25759" y="1713033"/>
        <a:ext cx="5035019" cy="476152"/>
      </dsp:txXfrm>
    </dsp:sp>
    <dsp:sp modelId="{2E244367-598D-44E9-8550-06DC92F9A057}">
      <dsp:nvSpPr>
        <dsp:cNvPr id="0" name=""/>
        <dsp:cNvSpPr/>
      </dsp:nvSpPr>
      <dsp:spPr>
        <a:xfrm>
          <a:off x="0" y="2278304"/>
          <a:ext cx="5086537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baseline="0"/>
            <a:t>більшовицький переворот у Петрограді</a:t>
          </a:r>
          <a:endParaRPr lang="uk-UA" sz="2200" kern="1200"/>
        </a:p>
      </dsp:txBody>
      <dsp:txXfrm>
        <a:off x="25759" y="2304063"/>
        <a:ext cx="5035019" cy="47615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02696-BF6B-454D-AA75-1C2887C29F5D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baseline="0"/>
            <a:t>Першому</a:t>
          </a:r>
          <a:endParaRPr lang="uk-UA" sz="3000" kern="1200"/>
        </a:p>
      </dsp:txBody>
      <dsp:txXfrm rot="10800000">
        <a:off x="1189797" y="1873"/>
        <a:ext cx="3213646" cy="675605"/>
      </dsp:txXfrm>
    </dsp:sp>
    <dsp:sp modelId="{4B9DEE46-C1C5-41F7-821B-5174AD89DCF6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4E79C-6ECD-47B1-9AF8-8158EA88ABDD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baseline="0"/>
            <a:t>Другому</a:t>
          </a:r>
          <a:endParaRPr lang="uk-UA" sz="3000" kern="1200"/>
        </a:p>
      </dsp:txBody>
      <dsp:txXfrm rot="10800000">
        <a:off x="1189797" y="879152"/>
        <a:ext cx="3213646" cy="675605"/>
      </dsp:txXfrm>
    </dsp:sp>
    <dsp:sp modelId="{E671C973-AC7C-468E-8AA8-005D9E4F5631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8C82F-3476-466F-9692-A675ABB37267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baseline="0"/>
            <a:t>Третьому</a:t>
          </a:r>
          <a:endParaRPr lang="uk-UA" sz="3000" kern="1200"/>
        </a:p>
      </dsp:txBody>
      <dsp:txXfrm rot="10800000">
        <a:off x="1189797" y="1756431"/>
        <a:ext cx="3213646" cy="675605"/>
      </dsp:txXfrm>
    </dsp:sp>
    <dsp:sp modelId="{B8902F50-A186-495F-90DD-C1807AD27AE4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25F01-8C2C-4EE0-A53E-AFE7F7E5A61A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baseline="0"/>
            <a:t>Четвертому</a:t>
          </a:r>
          <a:endParaRPr lang="uk-UA" sz="3000" kern="1200"/>
        </a:p>
      </dsp:txBody>
      <dsp:txXfrm rot="10800000">
        <a:off x="1189797" y="2633709"/>
        <a:ext cx="3213646" cy="675605"/>
      </dsp:txXfrm>
    </dsp:sp>
    <dsp:sp modelId="{71A5363D-05AE-40B3-B236-4E7C526618D9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46A69-4222-4F20-BE45-266D21B6AD1B}">
      <dsp:nvSpPr>
        <dsp:cNvPr id="0" name=""/>
        <dsp:cNvSpPr/>
      </dsp:nvSpPr>
      <dsp:spPr>
        <a:xfrm rot="10800000">
          <a:off x="1021333" y="1166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baseline="0"/>
            <a:t>Перший Універсал</a:t>
          </a:r>
          <a:endParaRPr lang="uk-UA" sz="2300" kern="1200"/>
        </a:p>
      </dsp:txBody>
      <dsp:txXfrm rot="10800000">
        <a:off x="1190306" y="1166"/>
        <a:ext cx="3215021" cy="675894"/>
      </dsp:txXfrm>
    </dsp:sp>
    <dsp:sp modelId="{47190F83-5D0B-4ECA-914D-40F53E4882B7}">
      <dsp:nvSpPr>
        <dsp:cNvPr id="0" name=""/>
        <dsp:cNvSpPr/>
      </dsp:nvSpPr>
      <dsp:spPr>
        <a:xfrm>
          <a:off x="683385" y="1166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D4417-ED98-4BF7-8BB2-96AB70DD106D}">
      <dsp:nvSpPr>
        <dsp:cNvPr id="0" name=""/>
        <dsp:cNvSpPr/>
      </dsp:nvSpPr>
      <dsp:spPr>
        <a:xfrm rot="10800000">
          <a:off x="1021333" y="878820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baseline="0"/>
            <a:t>Другий Універсал</a:t>
          </a:r>
          <a:endParaRPr lang="uk-UA" sz="2300" kern="1200"/>
        </a:p>
      </dsp:txBody>
      <dsp:txXfrm rot="10800000">
        <a:off x="1190306" y="878820"/>
        <a:ext cx="3215021" cy="675894"/>
      </dsp:txXfrm>
    </dsp:sp>
    <dsp:sp modelId="{18C2224C-E5AE-406B-80CC-88EA963F087D}">
      <dsp:nvSpPr>
        <dsp:cNvPr id="0" name=""/>
        <dsp:cNvSpPr/>
      </dsp:nvSpPr>
      <dsp:spPr>
        <a:xfrm>
          <a:off x="683385" y="878820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C7F98-65F4-4B8F-99F2-396D88B5BEF1}">
      <dsp:nvSpPr>
        <dsp:cNvPr id="0" name=""/>
        <dsp:cNvSpPr/>
      </dsp:nvSpPr>
      <dsp:spPr>
        <a:xfrm rot="10800000">
          <a:off x="1021333" y="1756474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baseline="0"/>
            <a:t>Третій Універсал</a:t>
          </a:r>
          <a:endParaRPr lang="uk-UA" sz="2300" kern="1200"/>
        </a:p>
      </dsp:txBody>
      <dsp:txXfrm rot="10800000">
        <a:off x="1190306" y="1756474"/>
        <a:ext cx="3215021" cy="675894"/>
      </dsp:txXfrm>
    </dsp:sp>
    <dsp:sp modelId="{A7F0E119-0987-4A3C-A485-B18B1B4508EC}">
      <dsp:nvSpPr>
        <dsp:cNvPr id="0" name=""/>
        <dsp:cNvSpPr/>
      </dsp:nvSpPr>
      <dsp:spPr>
        <a:xfrm>
          <a:off x="683385" y="1756474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25699-8E98-4BD4-BC71-485C86097D9F}">
      <dsp:nvSpPr>
        <dsp:cNvPr id="0" name=""/>
        <dsp:cNvSpPr/>
      </dsp:nvSpPr>
      <dsp:spPr>
        <a:xfrm rot="10800000">
          <a:off x="1021333" y="2634128"/>
          <a:ext cx="3383994" cy="6758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051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baseline="0"/>
            <a:t>Четвертий Універсал</a:t>
          </a:r>
          <a:endParaRPr lang="uk-UA" sz="2300" kern="1200"/>
        </a:p>
      </dsp:txBody>
      <dsp:txXfrm rot="10800000">
        <a:off x="1190306" y="2634128"/>
        <a:ext cx="3215021" cy="675894"/>
      </dsp:txXfrm>
    </dsp:sp>
    <dsp:sp modelId="{0FE3FA71-E584-4A31-A0A3-6E0C8E93D626}">
      <dsp:nvSpPr>
        <dsp:cNvPr id="0" name=""/>
        <dsp:cNvSpPr/>
      </dsp:nvSpPr>
      <dsp:spPr>
        <a:xfrm>
          <a:off x="683385" y="2634128"/>
          <a:ext cx="675894" cy="6758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0C01D-D317-4595-BB25-65F59EA14BA0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«Хай живе самостійна Україна!»</a:t>
          </a:r>
          <a:endParaRPr lang="uk-UA" sz="1900" kern="1200"/>
        </a:p>
      </dsp:txBody>
      <dsp:txXfrm rot="10800000">
        <a:off x="1189797" y="1873"/>
        <a:ext cx="3213646" cy="675605"/>
      </dsp:txXfrm>
    </dsp:sp>
    <dsp:sp modelId="{43989909-A02C-4E7B-ABBB-B4D9C6753D09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14C04-FEC3-42C3-B5CC-5FD3B6995D8B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«Україна для українців!»</a:t>
          </a:r>
          <a:endParaRPr lang="uk-UA" sz="1900" kern="1200"/>
        </a:p>
      </dsp:txBody>
      <dsp:txXfrm rot="10800000">
        <a:off x="1189797" y="879152"/>
        <a:ext cx="3213646" cy="675605"/>
      </dsp:txXfrm>
    </dsp:sp>
    <dsp:sp modelId="{BBC5D22A-FCF3-4D7A-A4EC-3E023C926F74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13E927-D2A5-4EF7-9904-86414680C957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«Вся влада Радам!»</a:t>
          </a:r>
          <a:endParaRPr lang="uk-UA" sz="1900" kern="1200"/>
        </a:p>
      </dsp:txBody>
      <dsp:txXfrm rot="10800000">
        <a:off x="1189797" y="1756431"/>
        <a:ext cx="3213646" cy="675605"/>
      </dsp:txXfrm>
    </dsp:sp>
    <dsp:sp modelId="{1B606BC8-EC34-4068-9971-3633048BF66E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5C016-C954-4A2C-BA46-C8E7C7284BDF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baseline="0"/>
            <a:t>«Геть Тимчасовий уряд!»</a:t>
          </a:r>
          <a:endParaRPr lang="uk-UA" sz="1900" kern="1200"/>
        </a:p>
      </dsp:txBody>
      <dsp:txXfrm rot="10800000">
        <a:off x="1189797" y="2633709"/>
        <a:ext cx="3213646" cy="675605"/>
      </dsp:txXfrm>
    </dsp:sp>
    <dsp:sp modelId="{F94C33C3-59CC-4474-BE88-7D6F979F1F3C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C642C-C3AF-4461-A70F-1006477604F8}">
      <dsp:nvSpPr>
        <dsp:cNvPr id="0" name=""/>
        <dsp:cNvSpPr/>
      </dsp:nvSpPr>
      <dsp:spPr>
        <a:xfrm rot="10800000">
          <a:off x="1020896" y="1873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baseline="0"/>
            <a:t>липень 1917 р.</a:t>
          </a:r>
          <a:endParaRPr lang="uk-UA" sz="3000" kern="1200"/>
        </a:p>
      </dsp:txBody>
      <dsp:txXfrm rot="10800000">
        <a:off x="1189797" y="1873"/>
        <a:ext cx="3213646" cy="675605"/>
      </dsp:txXfrm>
    </dsp:sp>
    <dsp:sp modelId="{F76CB065-7984-4224-B592-562783DCAB6C}">
      <dsp:nvSpPr>
        <dsp:cNvPr id="0" name=""/>
        <dsp:cNvSpPr/>
      </dsp:nvSpPr>
      <dsp:spPr>
        <a:xfrm>
          <a:off x="683093" y="1873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E7851-FA20-4006-BB9F-90F7851503B6}">
      <dsp:nvSpPr>
        <dsp:cNvPr id="0" name=""/>
        <dsp:cNvSpPr/>
      </dsp:nvSpPr>
      <dsp:spPr>
        <a:xfrm rot="10800000">
          <a:off x="1020896" y="879152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baseline="0"/>
            <a:t>червень 1917 р.</a:t>
          </a:r>
          <a:endParaRPr lang="uk-UA" sz="3000" kern="1200"/>
        </a:p>
      </dsp:txBody>
      <dsp:txXfrm rot="10800000">
        <a:off x="1189797" y="879152"/>
        <a:ext cx="3213646" cy="675605"/>
      </dsp:txXfrm>
    </dsp:sp>
    <dsp:sp modelId="{D4A9C5B9-C585-4AFA-91C1-66ED0022944D}">
      <dsp:nvSpPr>
        <dsp:cNvPr id="0" name=""/>
        <dsp:cNvSpPr/>
      </dsp:nvSpPr>
      <dsp:spPr>
        <a:xfrm>
          <a:off x="683093" y="879152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CF03E-567C-4033-B185-F826478E8DC0}">
      <dsp:nvSpPr>
        <dsp:cNvPr id="0" name=""/>
        <dsp:cNvSpPr/>
      </dsp:nvSpPr>
      <dsp:spPr>
        <a:xfrm rot="10800000">
          <a:off x="1020896" y="1756431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baseline="0"/>
            <a:t>листопад 1917 р.</a:t>
          </a:r>
          <a:endParaRPr lang="uk-UA" sz="3000" kern="1200"/>
        </a:p>
      </dsp:txBody>
      <dsp:txXfrm rot="10800000">
        <a:off x="1189797" y="1756431"/>
        <a:ext cx="3213646" cy="675605"/>
      </dsp:txXfrm>
    </dsp:sp>
    <dsp:sp modelId="{A9FEDC71-1711-49F6-94ED-0D7FB6B1E3D6}">
      <dsp:nvSpPr>
        <dsp:cNvPr id="0" name=""/>
        <dsp:cNvSpPr/>
      </dsp:nvSpPr>
      <dsp:spPr>
        <a:xfrm>
          <a:off x="683093" y="1756431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9A7C2-E69F-4049-884B-B07AFC8D1F33}">
      <dsp:nvSpPr>
        <dsp:cNvPr id="0" name=""/>
        <dsp:cNvSpPr/>
      </dsp:nvSpPr>
      <dsp:spPr>
        <a:xfrm rot="10800000">
          <a:off x="1020896" y="2633709"/>
          <a:ext cx="3382547" cy="67560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792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baseline="0"/>
            <a:t>грудень 1917 р.</a:t>
          </a:r>
          <a:endParaRPr lang="uk-UA" sz="3000" kern="1200"/>
        </a:p>
      </dsp:txBody>
      <dsp:txXfrm rot="10800000">
        <a:off x="1189797" y="2633709"/>
        <a:ext cx="3213646" cy="675605"/>
      </dsp:txXfrm>
    </dsp:sp>
    <dsp:sp modelId="{65FFDB27-4804-44B3-A614-8F4A965D712F}">
      <dsp:nvSpPr>
        <dsp:cNvPr id="0" name=""/>
        <dsp:cNvSpPr/>
      </dsp:nvSpPr>
      <dsp:spPr>
        <a:xfrm>
          <a:off x="683093" y="2633709"/>
          <a:ext cx="675605" cy="67560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D432-1AD3-41C1-A4EC-7F1B51E0DBE0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Української Народної Республіки (листопад 1917 р.)</a:t>
          </a:r>
          <a:endParaRPr lang="uk-UA" sz="1900" kern="1200"/>
        </a:p>
      </dsp:txBody>
      <dsp:txXfrm>
        <a:off x="36896" y="98770"/>
        <a:ext cx="5012745" cy="682028"/>
      </dsp:txXfrm>
    </dsp:sp>
    <dsp:sp modelId="{7FF55601-50B2-4BB8-9139-CD04AB08FF38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Української Держави П. Скоропадського (квітень 1918 р.)</a:t>
          </a:r>
          <a:endParaRPr lang="uk-UA" sz="1900" kern="1200"/>
        </a:p>
      </dsp:txBody>
      <dsp:txXfrm>
        <a:off x="36896" y="909310"/>
        <a:ext cx="5012745" cy="682028"/>
      </dsp:txXfrm>
    </dsp:sp>
    <dsp:sp modelId="{EB2505E6-EA3E-4737-8623-EC4FAABE3D54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Української Народної Республіки (січень 1919 р.)</a:t>
          </a:r>
          <a:endParaRPr lang="uk-UA" sz="1900" kern="1200"/>
        </a:p>
      </dsp:txBody>
      <dsp:txXfrm>
        <a:off x="36896" y="1719850"/>
        <a:ext cx="5012745" cy="682028"/>
      </dsp:txXfrm>
    </dsp:sp>
    <dsp:sp modelId="{38F170E0-8D0A-4C8B-ABD3-ADD7ECEC7F79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Української Соціалістичної Радянської Республіки (березень 1921 р.)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D1F23-279B-4744-ACEF-3AC748668634}">
      <dsp:nvSpPr>
        <dsp:cNvPr id="0" name=""/>
        <dsp:cNvSpPr/>
      </dsp:nvSpPr>
      <dsp:spPr>
        <a:xfrm>
          <a:off x="0" y="404594"/>
          <a:ext cx="5088714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Українська Центральна Рада, підтримана українізованими військовими частинами</a:t>
          </a:r>
          <a:endParaRPr lang="uk-UA" sz="2000" kern="1200"/>
        </a:p>
      </dsp:txBody>
      <dsp:txXfrm>
        <a:off x="38838" y="443432"/>
        <a:ext cx="5011038" cy="717924"/>
      </dsp:txXfrm>
    </dsp:sp>
    <dsp:sp modelId="{4912D563-291C-4058-A6B3-416C50171AE1}">
      <dsp:nvSpPr>
        <dsp:cNvPr id="0" name=""/>
        <dsp:cNvSpPr/>
      </dsp:nvSpPr>
      <dsp:spPr>
        <a:xfrm>
          <a:off x="0" y="1257794"/>
          <a:ext cx="5088714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більшовики, що спиралися на ради робітничих і солдатських депутатів</a:t>
          </a:r>
          <a:endParaRPr lang="uk-UA" sz="2000" kern="1200"/>
        </a:p>
      </dsp:txBody>
      <dsp:txXfrm>
        <a:off x="38838" y="1296632"/>
        <a:ext cx="5011038" cy="717924"/>
      </dsp:txXfrm>
    </dsp:sp>
    <dsp:sp modelId="{79DB0A02-78E8-4AF6-8857-FE3F02F8419B}">
      <dsp:nvSpPr>
        <dsp:cNvPr id="0" name=""/>
        <dsp:cNvSpPr/>
      </dsp:nvSpPr>
      <dsp:spPr>
        <a:xfrm>
          <a:off x="0" y="2110994"/>
          <a:ext cx="5088714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baseline="0"/>
            <a:t>сердюцька дивізія гетьмана П. Скоропадського</a:t>
          </a:r>
          <a:endParaRPr lang="uk-UA" sz="2000" kern="1200"/>
        </a:p>
      </dsp:txBody>
      <dsp:txXfrm>
        <a:off x="38838" y="2149832"/>
        <a:ext cx="5011038" cy="71792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66C00-E2BB-42F0-98CB-3B342BB20A47}">
      <dsp:nvSpPr>
        <dsp:cNvPr id="0" name=""/>
        <dsp:cNvSpPr/>
      </dsp:nvSpPr>
      <dsp:spPr>
        <a:xfrm>
          <a:off x="0" y="231499"/>
          <a:ext cx="5086537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анархістські збройні загони Н. Махна</a:t>
          </a:r>
          <a:endParaRPr lang="uk-UA" sz="1700" kern="1200"/>
        </a:p>
      </dsp:txBody>
      <dsp:txXfrm>
        <a:off x="32967" y="264466"/>
        <a:ext cx="5020603" cy="609393"/>
      </dsp:txXfrm>
    </dsp:sp>
    <dsp:sp modelId="{593FA5E9-E742-4555-A8CD-0E830C401811}">
      <dsp:nvSpPr>
        <dsp:cNvPr id="0" name=""/>
        <dsp:cNvSpPr/>
      </dsp:nvSpPr>
      <dsp:spPr>
        <a:xfrm>
          <a:off x="0" y="955786"/>
          <a:ext cx="5086537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прихильники Тимчасового уряду Росії, згуртовані навколо штабу Київського військового округу</a:t>
          </a:r>
          <a:endParaRPr lang="uk-UA" sz="1700" kern="1200"/>
        </a:p>
      </dsp:txBody>
      <dsp:txXfrm>
        <a:off x="32967" y="988753"/>
        <a:ext cx="5020603" cy="609393"/>
      </dsp:txXfrm>
    </dsp:sp>
    <dsp:sp modelId="{39771C73-BAAB-4123-8B5C-03ED70F84238}">
      <dsp:nvSpPr>
        <dsp:cNvPr id="0" name=""/>
        <dsp:cNvSpPr/>
      </dsp:nvSpPr>
      <dsp:spPr>
        <a:xfrm>
          <a:off x="0" y="1680074"/>
          <a:ext cx="5086537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частини Добровольчої армії генерала А. Денікіна</a:t>
          </a:r>
          <a:endParaRPr lang="uk-UA" sz="1700" kern="1200"/>
        </a:p>
      </dsp:txBody>
      <dsp:txXfrm>
        <a:off x="32967" y="1713041"/>
        <a:ext cx="5020603" cy="609393"/>
      </dsp:txXfrm>
    </dsp:sp>
    <dsp:sp modelId="{41768FCF-8C4B-4326-A429-EC8E165D594D}">
      <dsp:nvSpPr>
        <dsp:cNvPr id="0" name=""/>
        <dsp:cNvSpPr/>
      </dsp:nvSpPr>
      <dsp:spPr>
        <a:xfrm>
          <a:off x="0" y="2404362"/>
          <a:ext cx="5086537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baseline="0"/>
            <a:t>підрозділи Головного отамана Армії УНР</a:t>
          </a:r>
          <a:endParaRPr lang="uk-UA" sz="1700" kern="1200"/>
        </a:p>
      </dsp:txBody>
      <dsp:txXfrm>
        <a:off x="32967" y="2437329"/>
        <a:ext cx="5020603" cy="60939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8349F-4E55-4D70-80D1-706487F9B576}">
      <dsp:nvSpPr>
        <dsp:cNvPr id="0" name=""/>
        <dsp:cNvSpPr/>
      </dsp:nvSpPr>
      <dsp:spPr>
        <a:xfrm>
          <a:off x="0" y="247274"/>
          <a:ext cx="5088714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baseline="0"/>
            <a:t>«На час до вирішення справи... Установчими Зборами по справах місцевого врядування Україною вищим органом Тимчасового уряду є Генеральний Секретаріат, котрого призначає ...уряд по пропозиціям Центральної Ради».</a:t>
          </a:r>
          <a:endParaRPr lang="uk-UA" sz="1600" kern="1200"/>
        </a:p>
      </dsp:txBody>
      <dsp:txXfrm>
        <a:off x="67624" y="314898"/>
        <a:ext cx="4953466" cy="1250031"/>
      </dsp:txXfrm>
    </dsp:sp>
    <dsp:sp modelId="{DEACE8E0-328C-4CAA-A5C5-4FD257223448}">
      <dsp:nvSpPr>
        <dsp:cNvPr id="0" name=""/>
        <dsp:cNvSpPr/>
      </dsp:nvSpPr>
      <dsp:spPr>
        <a:xfrm>
          <a:off x="0" y="1678634"/>
          <a:ext cx="5088714" cy="1385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1" kern="1200" baseline="0"/>
            <a:t>«Неможливо одночасно визнавати право на самовизначення і водночас робити грубий замах на це право, накидаючи свої форми політичного ладу, як це робить Рада Народних Комісарів Великоросії щодо Народної Української Республіки».</a:t>
          </a:r>
          <a:endParaRPr lang="uk-UA" sz="1600" kern="1200"/>
        </a:p>
      </dsp:txBody>
      <dsp:txXfrm>
        <a:off x="67624" y="1746258"/>
        <a:ext cx="4953466" cy="125003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851FB-ED0E-423D-8265-3D8F102C0292}">
      <dsp:nvSpPr>
        <dsp:cNvPr id="0" name=""/>
        <dsp:cNvSpPr/>
      </dsp:nvSpPr>
      <dsp:spPr>
        <a:xfrm>
          <a:off x="0" y="6569"/>
          <a:ext cx="5086537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baseline="0"/>
            <a:t>«...визнаючи, що доля всіх народів Росії міцно зв’язана..., ми рішуче ставимось проти замірів самовільного здійснення автономії України до Всеросійського Учредительного Зібрання».</a:t>
          </a:r>
          <a:endParaRPr lang="uk-UA" sz="1500" kern="1200"/>
        </a:p>
      </dsp:txBody>
      <dsp:txXfrm>
        <a:off x="52260" y="58829"/>
        <a:ext cx="4982017" cy="966030"/>
      </dsp:txXfrm>
    </dsp:sp>
    <dsp:sp modelId="{A4C79992-314C-4E71-9F51-1A0374F450A2}">
      <dsp:nvSpPr>
        <dsp:cNvPr id="0" name=""/>
        <dsp:cNvSpPr/>
      </dsp:nvSpPr>
      <dsp:spPr>
        <a:xfrm>
          <a:off x="0" y="1120319"/>
          <a:ext cx="5086537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baseline="0"/>
            <a:t>«У Петрограді зчинилися криваві події... Частина людності Петрограда за приводом більшовиків повстала озброєно проти Тимчасового правительства і хоче накинути свою волю всій Російській республіці».</a:t>
          </a:r>
          <a:endParaRPr lang="uk-UA" sz="1500" kern="1200"/>
        </a:p>
      </dsp:txBody>
      <dsp:txXfrm>
        <a:off x="52260" y="1172579"/>
        <a:ext cx="4982017" cy="966030"/>
      </dsp:txXfrm>
    </dsp:sp>
    <dsp:sp modelId="{3D1CEAB9-31AE-41AA-B444-F606D494885E}">
      <dsp:nvSpPr>
        <dsp:cNvPr id="0" name=""/>
        <dsp:cNvSpPr/>
      </dsp:nvSpPr>
      <dsp:spPr>
        <a:xfrm>
          <a:off x="0" y="2234069"/>
          <a:ext cx="5086537" cy="1070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1" kern="1200" baseline="0"/>
            <a:t>«Хай буде Україна вільною. Не одділяючись від всієї Росії, не розриваючи з державою Російською, хай народ український на своїй землі має право сам порядкувати своїм життям».</a:t>
          </a:r>
          <a:endParaRPr lang="uk-UA" sz="1500" kern="1200"/>
        </a:p>
      </dsp:txBody>
      <dsp:txXfrm>
        <a:off x="52260" y="2286329"/>
        <a:ext cx="4982017" cy="966030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E50781-E114-4005-837D-5061F1F9FAD1}">
      <dsp:nvSpPr>
        <dsp:cNvPr id="0" name=""/>
        <dsp:cNvSpPr/>
      </dsp:nvSpPr>
      <dsp:spPr>
        <a:xfrm>
          <a:off x="2236" y="257874"/>
          <a:ext cx="977738" cy="5866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1, 3</a:t>
          </a:r>
          <a:endParaRPr lang="uk-UA" sz="2500" kern="1200"/>
        </a:p>
      </dsp:txBody>
      <dsp:txXfrm>
        <a:off x="19418" y="275056"/>
        <a:ext cx="943374" cy="552279"/>
      </dsp:txXfrm>
    </dsp:sp>
    <dsp:sp modelId="{06144734-2D52-4F59-A694-44282934413D}">
      <dsp:nvSpPr>
        <dsp:cNvPr id="0" name=""/>
        <dsp:cNvSpPr/>
      </dsp:nvSpPr>
      <dsp:spPr>
        <a:xfrm>
          <a:off x="1077748" y="429956"/>
          <a:ext cx="207280" cy="242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000" kern="1200"/>
        </a:p>
      </dsp:txBody>
      <dsp:txXfrm>
        <a:off x="1077748" y="478452"/>
        <a:ext cx="145096" cy="145487"/>
      </dsp:txXfrm>
    </dsp:sp>
    <dsp:sp modelId="{352EE328-4BC1-4F4B-A6C2-2AC7D7037746}">
      <dsp:nvSpPr>
        <dsp:cNvPr id="0" name=""/>
        <dsp:cNvSpPr/>
      </dsp:nvSpPr>
      <dsp:spPr>
        <a:xfrm>
          <a:off x="1371070" y="257874"/>
          <a:ext cx="977738" cy="5866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2, 4</a:t>
          </a:r>
          <a:endParaRPr lang="uk-UA" sz="2500" kern="1200"/>
        </a:p>
      </dsp:txBody>
      <dsp:txXfrm>
        <a:off x="1388252" y="275056"/>
        <a:ext cx="943374" cy="552279"/>
      </dsp:txXfrm>
    </dsp:sp>
    <dsp:sp modelId="{37A66672-AF39-404C-927B-7BF9A866EFF9}">
      <dsp:nvSpPr>
        <dsp:cNvPr id="0" name=""/>
        <dsp:cNvSpPr/>
      </dsp:nvSpPr>
      <dsp:spPr>
        <a:xfrm>
          <a:off x="2446583" y="429956"/>
          <a:ext cx="207280" cy="242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000" kern="1200"/>
        </a:p>
      </dsp:txBody>
      <dsp:txXfrm>
        <a:off x="2446583" y="478452"/>
        <a:ext cx="145096" cy="145487"/>
      </dsp:txXfrm>
    </dsp:sp>
    <dsp:sp modelId="{8030ADCA-353D-427B-9B3F-6A911B8A10E7}">
      <dsp:nvSpPr>
        <dsp:cNvPr id="0" name=""/>
        <dsp:cNvSpPr/>
      </dsp:nvSpPr>
      <dsp:spPr>
        <a:xfrm>
          <a:off x="2739904" y="257874"/>
          <a:ext cx="977738" cy="5866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/>
            <a:t>1, 5</a:t>
          </a:r>
          <a:endParaRPr lang="uk-UA" sz="2500" kern="1200"/>
        </a:p>
      </dsp:txBody>
      <dsp:txXfrm>
        <a:off x="2757086" y="275056"/>
        <a:ext cx="943374" cy="552279"/>
      </dsp:txXfrm>
    </dsp:sp>
    <dsp:sp modelId="{E31A1DEA-4E2B-4AB5-8095-287F2A027680}">
      <dsp:nvSpPr>
        <dsp:cNvPr id="0" name=""/>
        <dsp:cNvSpPr/>
      </dsp:nvSpPr>
      <dsp:spPr>
        <a:xfrm>
          <a:off x="3815417" y="429956"/>
          <a:ext cx="207280" cy="242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000" kern="1200"/>
        </a:p>
      </dsp:txBody>
      <dsp:txXfrm>
        <a:off x="3815417" y="478452"/>
        <a:ext cx="145096" cy="145487"/>
      </dsp:txXfrm>
    </dsp:sp>
    <dsp:sp modelId="{8C7F58DE-7D66-4EA0-AF03-0B7A7FA8F1BA}">
      <dsp:nvSpPr>
        <dsp:cNvPr id="0" name=""/>
        <dsp:cNvSpPr/>
      </dsp:nvSpPr>
      <dsp:spPr>
        <a:xfrm>
          <a:off x="4108738" y="257874"/>
          <a:ext cx="977738" cy="5866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baseline="0" dirty="0"/>
            <a:t>3, 4</a:t>
          </a:r>
          <a:endParaRPr lang="uk-UA" sz="2500" kern="1200" dirty="0"/>
        </a:p>
      </dsp:txBody>
      <dsp:txXfrm>
        <a:off x="4125920" y="275056"/>
        <a:ext cx="943374" cy="55227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DA320-0A92-4947-A108-EFCC86EBB736}">
      <dsp:nvSpPr>
        <dsp:cNvPr id="0" name=""/>
        <dsp:cNvSpPr/>
      </dsp:nvSpPr>
      <dsp:spPr>
        <a:xfrm>
          <a:off x="0" y="6187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відкритою підтримкою УЦР селянських виступів і робітничих страйків.</a:t>
          </a:r>
          <a:endParaRPr lang="uk-UA" sz="1900" kern="1200"/>
        </a:p>
      </dsp:txBody>
      <dsp:txXfrm>
        <a:off x="36896" y="98770"/>
        <a:ext cx="5014922" cy="682028"/>
      </dsp:txXfrm>
    </dsp:sp>
    <dsp:sp modelId="{684E715F-6AD1-42B5-A076-CEEA77604177}">
      <dsp:nvSpPr>
        <dsp:cNvPr id="0" name=""/>
        <dsp:cNvSpPr/>
      </dsp:nvSpPr>
      <dsp:spPr>
        <a:xfrm>
          <a:off x="0" y="87241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відмовою УЦР від виконання умов Брест-Литовського мирного договору.</a:t>
          </a:r>
          <a:endParaRPr lang="uk-UA" sz="1900" kern="1200"/>
        </a:p>
      </dsp:txBody>
      <dsp:txXfrm>
        <a:off x="36896" y="909310"/>
        <a:ext cx="5014922" cy="682028"/>
      </dsp:txXfrm>
    </dsp:sp>
    <dsp:sp modelId="{D43D4517-8A51-4CA9-A1E4-3D3324CD2CBF}">
      <dsp:nvSpPr>
        <dsp:cNvPr id="0" name=""/>
        <dsp:cNvSpPr/>
      </dsp:nvSpPr>
      <dsp:spPr>
        <a:xfrm>
          <a:off x="0" y="168295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завершенням УЦР аграрної реформи та переданням землі в руки селян.</a:t>
          </a:r>
          <a:endParaRPr lang="uk-UA" sz="1900" kern="1200"/>
        </a:p>
      </dsp:txBody>
      <dsp:txXfrm>
        <a:off x="36896" y="1719850"/>
        <a:ext cx="5014922" cy="682028"/>
      </dsp:txXfrm>
    </dsp:sp>
    <dsp:sp modelId="{6C8164F5-09CE-4620-9661-B8C4E35C1FEC}">
      <dsp:nvSpPr>
        <dsp:cNvPr id="0" name=""/>
        <dsp:cNvSpPr/>
      </dsp:nvSpPr>
      <dsp:spPr>
        <a:xfrm>
          <a:off x="0" y="2493494"/>
          <a:ext cx="5088714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загостренням відносин УЦР з німецьким і австро-угорським командуванням.</a:t>
          </a:r>
          <a:endParaRPr lang="uk-UA" sz="1900" kern="1200"/>
        </a:p>
      </dsp:txBody>
      <dsp:txXfrm>
        <a:off x="36896" y="2530390"/>
        <a:ext cx="5014922" cy="68202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B1AFA-924C-4921-9523-222CF2FAE263}">
      <dsp:nvSpPr>
        <dsp:cNvPr id="0" name=""/>
        <dsp:cNvSpPr/>
      </dsp:nvSpPr>
      <dsp:spPr>
        <a:xfrm>
          <a:off x="0" y="6187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відмова УЦР від виконання умов Брест-Литовського мирного договору.</a:t>
          </a:r>
          <a:endParaRPr lang="uk-UA" sz="1900" kern="1200"/>
        </a:p>
      </dsp:txBody>
      <dsp:txXfrm>
        <a:off x="36896" y="98770"/>
        <a:ext cx="5012745" cy="682028"/>
      </dsp:txXfrm>
    </dsp:sp>
    <dsp:sp modelId="{4FA6AB9B-30ED-4D86-915C-319B8EF6595D}">
      <dsp:nvSpPr>
        <dsp:cNvPr id="0" name=""/>
        <dsp:cNvSpPr/>
      </dsp:nvSpPr>
      <dsp:spPr>
        <a:xfrm>
          <a:off x="0" y="87241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відкрита підтримка УЦР селянських виступів і робітничих страйків.</a:t>
          </a:r>
          <a:endParaRPr lang="uk-UA" sz="1900" kern="1200"/>
        </a:p>
      </dsp:txBody>
      <dsp:txXfrm>
        <a:off x="36896" y="909310"/>
        <a:ext cx="5012745" cy="682028"/>
      </dsp:txXfrm>
    </dsp:sp>
    <dsp:sp modelId="{C1403CC3-23F9-4BCA-A4D3-FA9FAFD0B4B8}">
      <dsp:nvSpPr>
        <dsp:cNvPr id="0" name=""/>
        <dsp:cNvSpPr/>
      </dsp:nvSpPr>
      <dsp:spPr>
        <a:xfrm>
          <a:off x="0" y="168295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проведена УЦР аграрна реформа та передання всієї землі селянам.</a:t>
          </a:r>
          <a:endParaRPr lang="uk-UA" sz="1900" kern="1200"/>
        </a:p>
      </dsp:txBody>
      <dsp:txXfrm>
        <a:off x="36896" y="1719850"/>
        <a:ext cx="5012745" cy="682028"/>
      </dsp:txXfrm>
    </dsp:sp>
    <dsp:sp modelId="{A44736FE-500A-4376-A03F-6E0B1718ED5B}">
      <dsp:nvSpPr>
        <dsp:cNvPr id="0" name=""/>
        <dsp:cNvSpPr/>
      </dsp:nvSpPr>
      <dsp:spPr>
        <a:xfrm>
          <a:off x="0" y="2493494"/>
          <a:ext cx="5086537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baseline="0"/>
            <a:t>неспроможність УЦР налагодити систему державного управління.</a:t>
          </a:r>
          <a:endParaRPr lang="uk-UA" sz="1900" kern="1200"/>
        </a:p>
      </dsp:txBody>
      <dsp:txXfrm>
        <a:off x="36896" y="2530390"/>
        <a:ext cx="5012745" cy="68202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E3AD4-A1FF-4B19-9391-20D526D9FE93}">
      <dsp:nvSpPr>
        <dsp:cNvPr id="0" name=""/>
        <dsp:cNvSpPr/>
      </dsp:nvSpPr>
      <dsp:spPr>
        <a:xfrm>
          <a:off x="0" y="621724"/>
          <a:ext cx="508653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призначення Генерального секретаріату</a:t>
          </a:r>
          <a:endParaRPr lang="uk-UA" sz="2100" kern="1200"/>
        </a:p>
      </dsp:txBody>
      <dsp:txXfrm>
        <a:off x="24588" y="646312"/>
        <a:ext cx="5037361" cy="454509"/>
      </dsp:txXfrm>
    </dsp:sp>
    <dsp:sp modelId="{9D03B9A7-FCBA-415B-A339-0E307F8DD836}">
      <dsp:nvSpPr>
        <dsp:cNvPr id="0" name=""/>
        <dsp:cNvSpPr/>
      </dsp:nvSpPr>
      <dsp:spPr>
        <a:xfrm>
          <a:off x="0" y="1185889"/>
          <a:ext cx="508653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формування Вільного козацтва</a:t>
          </a:r>
          <a:endParaRPr lang="uk-UA" sz="2100" kern="1200"/>
        </a:p>
      </dsp:txBody>
      <dsp:txXfrm>
        <a:off x="24588" y="1210477"/>
        <a:ext cx="5037361" cy="454509"/>
      </dsp:txXfrm>
    </dsp:sp>
    <dsp:sp modelId="{8070506F-119A-43D2-AC61-289D88F019DF}">
      <dsp:nvSpPr>
        <dsp:cNvPr id="0" name=""/>
        <dsp:cNvSpPr/>
      </dsp:nvSpPr>
      <dsp:spPr>
        <a:xfrm>
          <a:off x="0" y="1750054"/>
          <a:ext cx="508653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скликання З’їзду народів Росії</a:t>
          </a:r>
          <a:endParaRPr lang="uk-UA" sz="2100" kern="1200"/>
        </a:p>
      </dsp:txBody>
      <dsp:txXfrm>
        <a:off x="24588" y="1774642"/>
        <a:ext cx="5037361" cy="454509"/>
      </dsp:txXfrm>
    </dsp:sp>
    <dsp:sp modelId="{42878D7A-EDEF-4557-9395-B8926E5C2C46}">
      <dsp:nvSpPr>
        <dsp:cNvPr id="0" name=""/>
        <dsp:cNvSpPr/>
      </dsp:nvSpPr>
      <dsp:spPr>
        <a:xfrm>
          <a:off x="0" y="2314219"/>
          <a:ext cx="5086537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збройний виступ самостійників</a:t>
          </a:r>
          <a:endParaRPr lang="uk-UA" sz="2100" kern="1200"/>
        </a:p>
      </dsp:txBody>
      <dsp:txXfrm>
        <a:off x="24588" y="2338807"/>
        <a:ext cx="5037361" cy="454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2D0C8-5A3D-47CD-8FD2-34D09307B8CE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D5B7C-1C73-495B-9ECF-39E9CFB9543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448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9D5B7C-1C73-495B-9ECF-39E9CFB95438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414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120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639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4789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810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865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571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55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398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105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723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9993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07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04260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567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4619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9189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93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963987-76F4-4CD3-A182-025AC9E8E99A}" type="datetimeFigureOut">
              <a:rPr lang="uk-UA" smtClean="0"/>
              <a:t>04.01.2025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F80C899-4B22-4E25-9E8C-D4EE62B9D47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491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17.jpe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3.xml"/><Relationship Id="rId3" Type="http://schemas.openxmlformats.org/officeDocument/2006/relationships/diagramLayout" Target="../diagrams/layout32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11" Type="http://schemas.microsoft.com/office/2007/relationships/diagramDrawing" Target="../diagrams/drawing33.xml"/><Relationship Id="rId5" Type="http://schemas.openxmlformats.org/officeDocument/2006/relationships/diagramColors" Target="../diagrams/colors32.xml"/><Relationship Id="rId10" Type="http://schemas.openxmlformats.org/officeDocument/2006/relationships/diagramColors" Target="../diagrams/colors33.xml"/><Relationship Id="rId4" Type="http://schemas.openxmlformats.org/officeDocument/2006/relationships/diagramQuickStyle" Target="../diagrams/quickStyle32.xml"/><Relationship Id="rId9" Type="http://schemas.openxmlformats.org/officeDocument/2006/relationships/diagramQuickStyle" Target="../diagrams/quickStyle3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13" Type="http://schemas.openxmlformats.org/officeDocument/2006/relationships/diagramLayout" Target="../diagrams/layout36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12" Type="http://schemas.openxmlformats.org/officeDocument/2006/relationships/diagramData" Target="../diagrams/data36.xml"/><Relationship Id="rId2" Type="http://schemas.openxmlformats.org/officeDocument/2006/relationships/diagramData" Target="../diagrams/data34.xml"/><Relationship Id="rId16" Type="http://schemas.microsoft.com/office/2007/relationships/diagramDrawing" Target="../diagrams/drawing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5" Type="http://schemas.openxmlformats.org/officeDocument/2006/relationships/diagramColors" Target="../diagrams/colors36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Relationship Id="rId14" Type="http://schemas.openxmlformats.org/officeDocument/2006/relationships/diagramQuickStyle" Target="../diagrams/quickStyl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877FA-21FE-0620-D248-7C2CB8AA4D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Початок Української революції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9CD152F-F5E4-8EEF-7415-03BB57F2B1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Частина 1</a:t>
            </a:r>
          </a:p>
        </p:txBody>
      </p:sp>
    </p:spTree>
    <p:extLst>
      <p:ext uri="{BB962C8B-B14F-4D97-AF65-F5344CB8AC3E}">
        <p14:creationId xmlns:p14="http://schemas.microsoft.com/office/powerpoint/2010/main" val="99891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7A4031-9EEF-A21C-9912-6E0C4BA5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План лекції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A3292C8A-B1EB-D4ED-F523-99E2BC49C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677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88CC2-71C6-35F3-DF81-0C6502BB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Початок Української революції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5FDD16-7E22-43FB-5E89-55F172C86C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endParaRPr lang="uk-UA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Перша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світова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війна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стала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потужним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каталізатором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карколомних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ЗМІН;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зокрема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блискавичної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перемоги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Лютневої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революції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повалення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самодержавства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в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Росії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Кризове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становище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країни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зумовило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загострення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політичних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соціально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-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економічних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національних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проблем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активізацію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політичних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сил в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Поряд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 органами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Тимчасового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уряду; радами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робітничих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та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військових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депутатів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українці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створили свою;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альтернативну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Центральну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Раду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України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; яка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очолила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боротьбу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за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автономні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права </a:t>
            </a:r>
            <a:r>
              <a:rPr lang="ru-RU" sz="1800" b="0" i="1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українців</a:t>
            </a:r>
            <a:r>
              <a:rPr lang="ru-RU" sz="1800" b="0" i="1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. </a:t>
            </a:r>
            <a:endParaRPr lang="ru-R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623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07D191-4C77-A5C3-F086-3F1492361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33"/>
            <a:ext cx="2011680" cy="24066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62381-A130-DF56-9749-36DE816A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033"/>
            <a:ext cx="1947726" cy="24066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C7AF75-14D8-47F7-6ACF-9AB2FBD12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406" y="0"/>
            <a:ext cx="2327564" cy="23819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8D0C87-EE9F-725E-F125-65413DC1F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769" y="1"/>
            <a:ext cx="2013439" cy="23819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1100DB0-E065-6B8F-89E8-83818A840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007" y="0"/>
            <a:ext cx="2567542" cy="246619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F6F099F-EA78-BC75-77A2-6A48B419B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131" y="2381946"/>
            <a:ext cx="2637999" cy="318758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25AA15-E521-3186-B306-F4613D9AD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0065" y="2460676"/>
            <a:ext cx="3767962" cy="307737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17D8F73-8FED-374B-885E-DAA7DF6B6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097" y="2469067"/>
            <a:ext cx="3767963" cy="31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7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5D01A-EF36-EBD3-B2AD-FCB00BAD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Універсали Української Центральної Ради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54D78-B851-371E-944E-A8708428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1"/>
          <a:stretch/>
        </p:blipFill>
        <p:spPr>
          <a:xfrm>
            <a:off x="166043" y="1837765"/>
            <a:ext cx="2942918" cy="36581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73BE7E-31D5-89E8-90F0-DE2D1A2D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40" y="1837765"/>
            <a:ext cx="2611721" cy="36581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7A478E-F57D-BFC6-3A1E-C15229A2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730" y="1837765"/>
            <a:ext cx="2819794" cy="36581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1FC1F8-D827-A25D-A638-83A18F295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174" y="1837765"/>
            <a:ext cx="3112862" cy="365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A979950-7B11-15F6-5801-BC1FBD68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революції</a:t>
            </a:r>
            <a:r>
              <a:rPr lang="ru-RU" dirty="0"/>
              <a:t> </a:t>
            </a:r>
            <a:r>
              <a:rPr lang="ru-RU" dirty="0" err="1"/>
              <a:t>схвалено</a:t>
            </a:r>
            <a:r>
              <a:rPr lang="ru-RU" dirty="0"/>
              <a:t> </a:t>
            </a:r>
            <a:r>
              <a:rPr lang="ru-RU" dirty="0" err="1"/>
              <a:t>цитовані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8" name="Місце для вмісту 7">
            <a:extLst>
              <a:ext uri="{FF2B5EF4-FFF2-40B4-BE49-F238E27FC236}">
                <a16:creationId xmlns:a16="http://schemas.microsoft.com/office/drawing/2014/main" id="{17A9F539-7362-E9DB-9F85-685035140B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«Хай буде </a:t>
            </a:r>
            <a:r>
              <a:rPr lang="ru-RU" dirty="0" err="1"/>
              <a:t>Україна</a:t>
            </a:r>
            <a:r>
              <a:rPr lang="ru-RU" dirty="0"/>
              <a:t> </a:t>
            </a:r>
            <a:r>
              <a:rPr lang="ru-RU" dirty="0" err="1"/>
              <a:t>вільною</a:t>
            </a:r>
            <a:r>
              <a:rPr lang="ru-RU" dirty="0"/>
              <a:t>. ...Так сказали </a:t>
            </a:r>
            <a:r>
              <a:rPr lang="ru-RU" dirty="0" err="1"/>
              <a:t>виборні</a:t>
            </a:r>
            <a:r>
              <a:rPr lang="ru-RU" dirty="0"/>
              <a:t> люди з </a:t>
            </a:r>
            <a:r>
              <a:rPr lang="ru-RU" dirty="0" err="1"/>
              <a:t>усієї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. Сказавши так, вони </a:t>
            </a:r>
            <a:r>
              <a:rPr lang="ru-RU" dirty="0" err="1"/>
              <a:t>вибрали</a:t>
            </a:r>
            <a:r>
              <a:rPr lang="ru-RU" dirty="0"/>
              <a:t> з-</a:t>
            </a:r>
            <a:r>
              <a:rPr lang="ru-RU" dirty="0" err="1"/>
              <a:t>поміж</a:t>
            </a:r>
            <a:r>
              <a:rPr lang="ru-RU" dirty="0"/>
              <a:t> себе нас, </a:t>
            </a:r>
            <a:r>
              <a:rPr lang="ru-RU" dirty="0" err="1"/>
              <a:t>Українську</a:t>
            </a:r>
            <a:r>
              <a:rPr lang="ru-RU" dirty="0"/>
              <a:t> </a:t>
            </a:r>
            <a:r>
              <a:rPr lang="ru-RU" dirty="0" err="1"/>
              <a:t>Центральну</a:t>
            </a:r>
            <a:r>
              <a:rPr lang="ru-RU" dirty="0"/>
              <a:t> Раду, і наказали нам... </a:t>
            </a:r>
            <a:r>
              <a:rPr lang="ru-RU" dirty="0" err="1"/>
              <a:t>творити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лад </a:t>
            </a:r>
            <a:r>
              <a:rPr lang="ru-RU" dirty="0" err="1"/>
              <a:t>вільної</a:t>
            </a:r>
            <a:r>
              <a:rPr lang="ru-RU" dirty="0"/>
              <a:t> </a:t>
            </a:r>
            <a:r>
              <a:rPr lang="ru-RU" dirty="0" err="1"/>
              <a:t>автономної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».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«...На час до </a:t>
            </a:r>
            <a:r>
              <a:rPr lang="ru-RU" dirty="0" err="1"/>
              <a:t>вирішення</a:t>
            </a:r>
            <a:r>
              <a:rPr lang="ru-RU" dirty="0"/>
              <a:t> </a:t>
            </a:r>
            <a:r>
              <a:rPr lang="ru-RU" dirty="0" err="1"/>
              <a:t>справи</a:t>
            </a:r>
            <a:r>
              <a:rPr lang="ru-RU" dirty="0"/>
              <a:t> про </a:t>
            </a:r>
            <a:r>
              <a:rPr lang="ru-RU" dirty="0" err="1"/>
              <a:t>місцеве</a:t>
            </a:r>
            <a:r>
              <a:rPr lang="ru-RU" dirty="0"/>
              <a:t> </a:t>
            </a:r>
            <a:r>
              <a:rPr lang="ru-RU" dirty="0" err="1"/>
              <a:t>врядування</a:t>
            </a:r>
            <a:r>
              <a:rPr lang="ru-RU" dirty="0"/>
              <a:t> </a:t>
            </a:r>
            <a:r>
              <a:rPr lang="ru-RU" dirty="0" err="1"/>
              <a:t>Установчими</a:t>
            </a:r>
            <a:r>
              <a:rPr lang="ru-RU" dirty="0"/>
              <a:t> </a:t>
            </a:r>
            <a:r>
              <a:rPr lang="ru-RU" dirty="0" err="1"/>
              <a:t>Зборами</a:t>
            </a:r>
            <a:r>
              <a:rPr lang="ru-RU" dirty="0"/>
              <a:t> по справах </a:t>
            </a:r>
            <a:r>
              <a:rPr lang="ru-RU" dirty="0" err="1"/>
              <a:t>місцевого</a:t>
            </a:r>
            <a:r>
              <a:rPr lang="ru-RU" dirty="0"/>
              <a:t> </a:t>
            </a:r>
            <a:r>
              <a:rPr lang="ru-RU" dirty="0" err="1"/>
              <a:t>врядування</a:t>
            </a:r>
            <a:r>
              <a:rPr lang="ru-RU" dirty="0"/>
              <a:t> </a:t>
            </a:r>
            <a:r>
              <a:rPr lang="ru-RU" dirty="0" err="1"/>
              <a:t>Україною</a:t>
            </a:r>
            <a:r>
              <a:rPr lang="ru-RU" dirty="0"/>
              <a:t> </a:t>
            </a:r>
            <a:r>
              <a:rPr lang="ru-RU" dirty="0" err="1"/>
              <a:t>вищим</a:t>
            </a:r>
            <a:r>
              <a:rPr lang="ru-RU" dirty="0"/>
              <a:t> органом </a:t>
            </a:r>
            <a:r>
              <a:rPr lang="ru-RU" dirty="0" err="1"/>
              <a:t>Тимчасового</a:t>
            </a:r>
            <a:r>
              <a:rPr lang="ru-RU" dirty="0"/>
              <a:t> уряду є </a:t>
            </a:r>
            <a:r>
              <a:rPr lang="ru-RU" dirty="0" err="1"/>
              <a:t>Генеральний</a:t>
            </a:r>
            <a:r>
              <a:rPr lang="ru-RU" dirty="0"/>
              <a:t> </a:t>
            </a:r>
            <a:r>
              <a:rPr lang="ru-RU" dirty="0" err="1"/>
              <a:t>Секретаріат</a:t>
            </a:r>
            <a:r>
              <a:rPr lang="ru-RU" dirty="0"/>
              <a:t>, </a:t>
            </a:r>
            <a:r>
              <a:rPr lang="ru-RU" dirty="0" err="1"/>
              <a:t>котрого</a:t>
            </a:r>
            <a:r>
              <a:rPr lang="ru-RU" dirty="0"/>
              <a:t> </a:t>
            </a:r>
            <a:r>
              <a:rPr lang="ru-RU" dirty="0" err="1"/>
              <a:t>призначає</a:t>
            </a:r>
            <a:r>
              <a:rPr lang="ru-RU" dirty="0"/>
              <a:t> </a:t>
            </a:r>
            <a:r>
              <a:rPr lang="ru-RU" dirty="0" err="1"/>
              <a:t>Тимчасовий</a:t>
            </a:r>
            <a:r>
              <a:rPr lang="ru-RU" dirty="0"/>
              <a:t> уряд...».</a:t>
            </a:r>
            <a:endParaRPr lang="uk-UA" dirty="0"/>
          </a:p>
        </p:txBody>
      </p:sp>
      <p:graphicFrame>
        <p:nvGraphicFramePr>
          <p:cNvPr id="10" name="Місце для вмісту 9">
            <a:extLst>
              <a:ext uri="{FF2B5EF4-FFF2-40B4-BE49-F238E27FC236}">
                <a16:creationId xmlns:a16="http://schemas.microsoft.com/office/drawing/2014/main" id="{3E0142FC-BB3D-CE89-0763-0907853AE1C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7682199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168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B2C2E-4F38-6346-45D0-E899A693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Установіть</a:t>
            </a:r>
            <a:r>
              <a:rPr lang="ru-RU" sz="3600" dirty="0"/>
              <a:t> </a:t>
            </a:r>
            <a:r>
              <a:rPr lang="ru-RU" sz="3600" dirty="0" err="1"/>
              <a:t>відповідність</a:t>
            </a:r>
            <a:r>
              <a:rPr lang="ru-RU" sz="3600" dirty="0"/>
              <a:t> </a:t>
            </a:r>
            <a:r>
              <a:rPr lang="ru-RU" sz="3600" dirty="0" err="1"/>
              <a:t>між</a:t>
            </a:r>
            <a:r>
              <a:rPr lang="ru-RU" sz="3600" dirty="0"/>
              <a:t> </a:t>
            </a:r>
            <a:r>
              <a:rPr lang="ru-RU" sz="3600" dirty="0" err="1"/>
              <a:t>назвами</a:t>
            </a:r>
            <a:r>
              <a:rPr lang="ru-RU" sz="3600" dirty="0"/>
              <a:t> </a:t>
            </a:r>
            <a:r>
              <a:rPr lang="ru-RU" sz="3600" dirty="0" err="1"/>
              <a:t>документів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Центральної</a:t>
            </a:r>
            <a:r>
              <a:rPr lang="ru-RU" sz="3600" dirty="0"/>
              <a:t> Ради та </a:t>
            </a:r>
            <a:r>
              <a:rPr lang="ru-RU" sz="3600" dirty="0" err="1"/>
              <a:t>наслідками</a:t>
            </a:r>
            <a:r>
              <a:rPr lang="ru-RU" sz="3600" dirty="0"/>
              <a:t> </a:t>
            </a:r>
            <a:r>
              <a:rPr lang="ru-RU" sz="3600" dirty="0" err="1"/>
              <a:t>їхнього</a:t>
            </a:r>
            <a:r>
              <a:rPr lang="ru-RU" sz="3600" dirty="0"/>
              <a:t> </a:t>
            </a:r>
            <a:r>
              <a:rPr lang="ru-RU" sz="3600" dirty="0" err="1"/>
              <a:t>оприлюднення</a:t>
            </a:r>
            <a:r>
              <a:rPr lang="ru-RU" sz="3600" dirty="0"/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5A05E2-89F4-8A81-AFE9-F5DA3A099EB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51843509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CF3FED8-DE09-2D14-668B-9D02CFB1EE4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524998429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5275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2FF745-675B-8E38-EFE1-BF794EB5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події початку Української революції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E8A78F7-E42B-A200-C2F2-44FD32393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89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DB8A8-5DFF-FCE1-8DA7-A665AD32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Що</a:t>
            </a:r>
            <a:r>
              <a:rPr lang="ru-RU" sz="4000" dirty="0"/>
              <a:t> </a:t>
            </a:r>
            <a:r>
              <a:rPr lang="ru-RU" sz="4000" dirty="0" err="1"/>
              <a:t>зумовило</a:t>
            </a:r>
            <a:r>
              <a:rPr lang="ru-RU" sz="4000" dirty="0"/>
              <a:t> </a:t>
            </a:r>
            <a:r>
              <a:rPr lang="ru-RU" sz="4000" dirty="0" err="1"/>
              <a:t>появу</a:t>
            </a:r>
            <a:r>
              <a:rPr lang="ru-RU" sz="4000" dirty="0"/>
              <a:t> газетного </a:t>
            </a:r>
            <a:r>
              <a:rPr lang="ru-RU" sz="4000" dirty="0" err="1"/>
              <a:t>повідомлення</a:t>
            </a:r>
            <a:r>
              <a:rPr lang="ru-RU" sz="4000" dirty="0"/>
              <a:t>, </a:t>
            </a:r>
            <a:r>
              <a:rPr lang="ru-RU" sz="4000" dirty="0" err="1"/>
              <a:t>уривок</a:t>
            </a:r>
            <a:r>
              <a:rPr lang="ru-RU" sz="4000" dirty="0"/>
              <a:t> з </a:t>
            </a:r>
            <a:r>
              <a:rPr lang="ru-RU" sz="4000" dirty="0" err="1"/>
              <a:t>якого</a:t>
            </a:r>
            <a:r>
              <a:rPr lang="ru-RU" sz="4000" dirty="0"/>
              <a:t> наведено: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405E51-96F9-FB78-BDDD-7237A9D505E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«У Київ очікується приїзд професора М. Грушевського, засланого в адміністративному порядку в Симбірськ, за межі Київського військового округу. Ужиті заходи зі звільнення греко-католицького митрополита Шептицького, а також із повернення з Далекого Сходу всіх українців-галичан. Відновлюється закрите адміністрацією українське товариство “Просвіта”…»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30CA69A0-7DF7-525B-2C34-3360A409A4D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98424546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98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CAC76-7271-1302-0FE7-C50E93EC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Установіть</a:t>
            </a:r>
            <a:r>
              <a:rPr lang="ru-RU" sz="4000" dirty="0"/>
              <a:t> </a:t>
            </a:r>
            <a:r>
              <a:rPr lang="ru-RU" sz="4000" dirty="0" err="1"/>
              <a:t>послідовність</a:t>
            </a:r>
            <a:r>
              <a:rPr lang="ru-RU" sz="4000" dirty="0"/>
              <a:t> </a:t>
            </a:r>
            <a:r>
              <a:rPr lang="ru-RU" sz="4000" dirty="0" err="1"/>
              <a:t>подій</a:t>
            </a:r>
            <a:r>
              <a:rPr lang="ru-RU" sz="4000" dirty="0"/>
              <a:t>, </a:t>
            </a:r>
            <a:r>
              <a:rPr lang="ru-RU" sz="4000" dirty="0" err="1"/>
              <a:t>описаних</a:t>
            </a:r>
            <a:r>
              <a:rPr lang="ru-RU" sz="4000" dirty="0"/>
              <a:t> в </a:t>
            </a:r>
            <a:r>
              <a:rPr lang="ru-RU" sz="4000" dirty="0" err="1"/>
              <a:t>уривках</a:t>
            </a:r>
            <a:r>
              <a:rPr lang="ru-RU" sz="4000" dirty="0"/>
              <a:t> з </a:t>
            </a:r>
            <a:r>
              <a:rPr lang="ru-RU" sz="4000" dirty="0" err="1"/>
              <a:t>історичних</a:t>
            </a:r>
            <a:r>
              <a:rPr lang="ru-RU" sz="4000" dirty="0"/>
              <a:t> </a:t>
            </a:r>
            <a:r>
              <a:rPr lang="ru-RU" sz="4000" dirty="0" err="1"/>
              <a:t>джерел</a:t>
            </a:r>
            <a:r>
              <a:rPr lang="ru-RU" sz="4000" dirty="0"/>
              <a:t>.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F04F731-5BBC-468E-B329-F9AA1E4E75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i="1" dirty="0">
                <a:latin typeface="Aptos Display" panose="020B0004020202020204" pitchFamily="34" charset="0"/>
              </a:rPr>
              <a:t>«У </a:t>
            </a:r>
            <a:r>
              <a:rPr lang="ru-RU" i="1" dirty="0" err="1">
                <a:latin typeface="Aptos Display" panose="020B0004020202020204" pitchFamily="34" charset="0"/>
              </a:rPr>
              <a:t>Петрограді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зчинилися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криваві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події</a:t>
            </a:r>
            <a:r>
              <a:rPr lang="ru-RU" i="1" dirty="0">
                <a:latin typeface="Aptos Display" panose="020B0004020202020204" pitchFamily="34" charset="0"/>
              </a:rPr>
              <a:t>… </a:t>
            </a:r>
            <a:r>
              <a:rPr lang="ru-RU" i="1" dirty="0" err="1">
                <a:latin typeface="Aptos Display" panose="020B0004020202020204" pitchFamily="34" charset="0"/>
              </a:rPr>
              <a:t>Частина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людності</a:t>
            </a:r>
            <a:r>
              <a:rPr lang="ru-RU" i="1" dirty="0">
                <a:latin typeface="Aptos Display" panose="020B0004020202020204" pitchFamily="34" charset="0"/>
              </a:rPr>
              <a:t> Петрограда за </a:t>
            </a:r>
            <a:r>
              <a:rPr lang="ru-RU" i="1" dirty="0" err="1">
                <a:latin typeface="Aptos Display" panose="020B0004020202020204" pitchFamily="34" charset="0"/>
              </a:rPr>
              <a:t>керівництва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більшовиків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повстала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озброєно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проти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Тимчасового</a:t>
            </a:r>
            <a:r>
              <a:rPr lang="ru-RU" i="1" dirty="0">
                <a:latin typeface="Aptos Display" panose="020B0004020202020204" pitchFamily="34" charset="0"/>
              </a:rPr>
              <a:t> правительства і </a:t>
            </a:r>
            <a:r>
              <a:rPr lang="ru-RU" i="1" dirty="0" err="1">
                <a:latin typeface="Aptos Display" panose="020B0004020202020204" pitchFamily="34" charset="0"/>
              </a:rPr>
              <a:t>хоче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накинути</a:t>
            </a:r>
            <a:r>
              <a:rPr lang="ru-RU" i="1" dirty="0">
                <a:latin typeface="Aptos Display" panose="020B0004020202020204" pitchFamily="34" charset="0"/>
              </a:rPr>
              <a:t> свою волю </a:t>
            </a:r>
            <a:r>
              <a:rPr lang="ru-RU" i="1" dirty="0" err="1">
                <a:latin typeface="Aptos Display" panose="020B0004020202020204" pitchFamily="34" charset="0"/>
              </a:rPr>
              <a:t>всій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Російській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республіці</a:t>
            </a:r>
            <a:r>
              <a:rPr lang="ru-RU" i="1" dirty="0">
                <a:latin typeface="Aptos Display" panose="020B0004020202020204" pitchFamily="34" charset="0"/>
              </a:rPr>
              <a:t>…»</a:t>
            </a:r>
          </a:p>
          <a:p>
            <a:r>
              <a:rPr lang="ru-RU" i="1" dirty="0">
                <a:latin typeface="Aptos Display" panose="020B0004020202020204" pitchFamily="34" charset="0"/>
              </a:rPr>
              <a:t>«На час до </a:t>
            </a:r>
            <a:r>
              <a:rPr lang="ru-RU" i="1" dirty="0" err="1">
                <a:latin typeface="Aptos Display" panose="020B0004020202020204" pitchFamily="34" charset="0"/>
              </a:rPr>
              <a:t>вирішення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справи</a:t>
            </a:r>
            <a:r>
              <a:rPr lang="ru-RU" i="1" dirty="0">
                <a:latin typeface="Aptos Display" panose="020B0004020202020204" pitchFamily="34" charset="0"/>
              </a:rPr>
              <a:t>… </a:t>
            </a:r>
            <a:r>
              <a:rPr lang="ru-RU" i="1" dirty="0" err="1">
                <a:latin typeface="Aptos Display" panose="020B0004020202020204" pitchFamily="34" charset="0"/>
              </a:rPr>
              <a:t>Установчими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Зборами</a:t>
            </a:r>
            <a:r>
              <a:rPr lang="ru-RU" i="1" dirty="0">
                <a:latin typeface="Aptos Display" panose="020B0004020202020204" pitchFamily="34" charset="0"/>
              </a:rPr>
              <a:t> у справах </a:t>
            </a:r>
            <a:r>
              <a:rPr lang="ru-RU" i="1" dirty="0" err="1">
                <a:latin typeface="Aptos Display" panose="020B0004020202020204" pitchFamily="34" charset="0"/>
              </a:rPr>
              <a:t>місцевого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врядування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Україною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вищим</a:t>
            </a:r>
            <a:r>
              <a:rPr lang="ru-RU" i="1" dirty="0">
                <a:latin typeface="Aptos Display" panose="020B0004020202020204" pitchFamily="34" charset="0"/>
              </a:rPr>
              <a:t> органом </a:t>
            </a:r>
            <a:r>
              <a:rPr lang="ru-RU" i="1" dirty="0" err="1">
                <a:latin typeface="Aptos Display" panose="020B0004020202020204" pitchFamily="34" charset="0"/>
              </a:rPr>
              <a:t>Тимчасового</a:t>
            </a:r>
            <a:r>
              <a:rPr lang="ru-RU" i="1" dirty="0">
                <a:latin typeface="Aptos Display" panose="020B0004020202020204" pitchFamily="34" charset="0"/>
              </a:rPr>
              <a:t> уряду є </a:t>
            </a:r>
            <a:r>
              <a:rPr lang="ru-RU" i="1" dirty="0" err="1">
                <a:latin typeface="Aptos Display" panose="020B0004020202020204" pitchFamily="34" charset="0"/>
              </a:rPr>
              <a:t>Генеральний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Секретаріат</a:t>
            </a:r>
            <a:r>
              <a:rPr lang="ru-RU" i="1" dirty="0">
                <a:latin typeface="Aptos Display" panose="020B0004020202020204" pitchFamily="34" charset="0"/>
              </a:rPr>
              <a:t>, </a:t>
            </a:r>
            <a:r>
              <a:rPr lang="ru-RU" i="1" dirty="0" err="1">
                <a:latin typeface="Aptos Display" panose="020B0004020202020204" pitchFamily="34" charset="0"/>
              </a:rPr>
              <a:t>котрого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призначає</a:t>
            </a:r>
            <a:r>
              <a:rPr lang="ru-RU" i="1" dirty="0">
                <a:latin typeface="Aptos Display" panose="020B0004020202020204" pitchFamily="34" charset="0"/>
              </a:rPr>
              <a:t> …уряд по </a:t>
            </a:r>
            <a:r>
              <a:rPr lang="ru-RU" i="1" dirty="0" err="1">
                <a:latin typeface="Aptos Display" panose="020B0004020202020204" pitchFamily="34" charset="0"/>
              </a:rPr>
              <a:t>пропозиціям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Центральної</a:t>
            </a:r>
            <a:r>
              <a:rPr lang="ru-RU" i="1" dirty="0">
                <a:latin typeface="Aptos Display" panose="020B0004020202020204" pitchFamily="34" charset="0"/>
              </a:rPr>
              <a:t> Ради…»</a:t>
            </a:r>
            <a:endParaRPr lang="uk-UA" i="1" dirty="0">
              <a:latin typeface="Aptos Display" panose="020B0004020202020204" pitchFamily="34" charset="0"/>
            </a:endParaRP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391B162-6301-2809-5432-34A744E5C93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i="1" dirty="0">
                <a:latin typeface="Aptos Display" panose="020B0004020202020204" pitchFamily="34" charset="0"/>
              </a:rPr>
              <a:t>«</a:t>
            </a:r>
            <a:r>
              <a:rPr lang="ru-RU" i="1" dirty="0" err="1">
                <a:latin typeface="Aptos Display" panose="020B0004020202020204" pitchFamily="34" charset="0"/>
              </a:rPr>
              <a:t>Неможливо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одночасно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визнавати</a:t>
            </a:r>
            <a:r>
              <a:rPr lang="ru-RU" i="1" dirty="0">
                <a:latin typeface="Aptos Display" panose="020B0004020202020204" pitchFamily="34" charset="0"/>
              </a:rPr>
              <a:t> право на </a:t>
            </a:r>
            <a:r>
              <a:rPr lang="ru-RU" i="1" dirty="0" err="1">
                <a:latin typeface="Aptos Display" panose="020B0004020202020204" pitchFamily="34" charset="0"/>
              </a:rPr>
              <a:t>самовизначення</a:t>
            </a:r>
            <a:r>
              <a:rPr lang="ru-RU" i="1" dirty="0">
                <a:latin typeface="Aptos Display" panose="020B0004020202020204" pitchFamily="34" charset="0"/>
              </a:rPr>
              <a:t> й </a:t>
            </a:r>
            <a:r>
              <a:rPr lang="ru-RU" i="1" dirty="0" err="1">
                <a:latin typeface="Aptos Display" panose="020B0004020202020204" pitchFamily="34" charset="0"/>
              </a:rPr>
              <a:t>водночас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робити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грубий</a:t>
            </a:r>
            <a:r>
              <a:rPr lang="ru-RU" i="1" dirty="0">
                <a:latin typeface="Aptos Display" panose="020B0004020202020204" pitchFamily="34" charset="0"/>
              </a:rPr>
              <a:t> замах на </a:t>
            </a:r>
            <a:r>
              <a:rPr lang="ru-RU" i="1" dirty="0" err="1">
                <a:latin typeface="Aptos Display" panose="020B0004020202020204" pitchFamily="34" charset="0"/>
              </a:rPr>
              <a:t>це</a:t>
            </a:r>
            <a:r>
              <a:rPr lang="ru-RU" i="1" dirty="0">
                <a:latin typeface="Aptos Display" panose="020B0004020202020204" pitchFamily="34" charset="0"/>
              </a:rPr>
              <a:t> право, </a:t>
            </a:r>
            <a:r>
              <a:rPr lang="ru-RU" i="1" dirty="0" err="1">
                <a:latin typeface="Aptos Display" panose="020B0004020202020204" pitchFamily="34" charset="0"/>
              </a:rPr>
              <a:t>накидаючи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свої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форми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політичного</a:t>
            </a:r>
            <a:r>
              <a:rPr lang="ru-RU" i="1" dirty="0">
                <a:latin typeface="Aptos Display" panose="020B0004020202020204" pitchFamily="34" charset="0"/>
              </a:rPr>
              <a:t> ладу, як </a:t>
            </a:r>
            <a:r>
              <a:rPr lang="ru-RU" i="1" dirty="0" err="1">
                <a:latin typeface="Aptos Display" panose="020B0004020202020204" pitchFamily="34" charset="0"/>
              </a:rPr>
              <a:t>це</a:t>
            </a:r>
            <a:r>
              <a:rPr lang="ru-RU" i="1" dirty="0">
                <a:latin typeface="Aptos Display" panose="020B0004020202020204" pitchFamily="34" charset="0"/>
              </a:rPr>
              <a:t> робить Рада </a:t>
            </a:r>
            <a:r>
              <a:rPr lang="ru-RU" i="1" dirty="0" err="1">
                <a:latin typeface="Aptos Display" panose="020B0004020202020204" pitchFamily="34" charset="0"/>
              </a:rPr>
              <a:t>Народних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Комісарів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Великоросії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щодо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Народної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Української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Республіки</a:t>
            </a:r>
            <a:r>
              <a:rPr lang="ru-RU" i="1" dirty="0">
                <a:latin typeface="Aptos Display" panose="020B0004020202020204" pitchFamily="34" charset="0"/>
              </a:rPr>
              <a:t>…»</a:t>
            </a:r>
          </a:p>
          <a:p>
            <a:r>
              <a:rPr lang="ru-RU" i="1" dirty="0">
                <a:latin typeface="Aptos Display" panose="020B0004020202020204" pitchFamily="34" charset="0"/>
              </a:rPr>
              <a:t>…</a:t>
            </a:r>
            <a:r>
              <a:rPr lang="ru-RU" i="1" dirty="0" err="1">
                <a:latin typeface="Aptos Display" panose="020B0004020202020204" pitchFamily="34" charset="0"/>
              </a:rPr>
              <a:t>визнаючи</a:t>
            </a:r>
            <a:r>
              <a:rPr lang="ru-RU" i="1" dirty="0">
                <a:latin typeface="Aptos Display" panose="020B0004020202020204" pitchFamily="34" charset="0"/>
              </a:rPr>
              <a:t>, </a:t>
            </a:r>
            <a:r>
              <a:rPr lang="ru-RU" i="1" dirty="0" err="1">
                <a:latin typeface="Aptos Display" panose="020B0004020202020204" pitchFamily="34" charset="0"/>
              </a:rPr>
              <a:t>що</a:t>
            </a:r>
            <a:r>
              <a:rPr lang="ru-RU" i="1" dirty="0">
                <a:latin typeface="Aptos Display" panose="020B0004020202020204" pitchFamily="34" charset="0"/>
              </a:rPr>
              <a:t> доля </a:t>
            </a:r>
            <a:r>
              <a:rPr lang="ru-RU" i="1" dirty="0" err="1">
                <a:latin typeface="Aptos Display" panose="020B0004020202020204" pitchFamily="34" charset="0"/>
              </a:rPr>
              <a:t>всіх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народів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Росії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міцно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пов’язана</a:t>
            </a:r>
            <a:r>
              <a:rPr lang="ru-RU" i="1" dirty="0">
                <a:latin typeface="Aptos Display" panose="020B0004020202020204" pitchFamily="34" charset="0"/>
              </a:rPr>
              <a:t>.., ми </a:t>
            </a:r>
            <a:r>
              <a:rPr lang="ru-RU" i="1" dirty="0" err="1">
                <a:latin typeface="Aptos Display" panose="020B0004020202020204" pitchFamily="34" charset="0"/>
              </a:rPr>
              <a:t>рішуче</a:t>
            </a:r>
            <a:r>
              <a:rPr lang="ru-RU" i="1" dirty="0">
                <a:latin typeface="Aptos Display" panose="020B0004020202020204" pitchFamily="34" charset="0"/>
              </a:rPr>
              <a:t> «</a:t>
            </a:r>
            <a:r>
              <a:rPr lang="ru-RU" i="1" dirty="0" err="1">
                <a:latin typeface="Aptos Display" panose="020B0004020202020204" pitchFamily="34" charset="0"/>
              </a:rPr>
              <a:t>ставимось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проти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замірів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самовільного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здійснення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автономії</a:t>
            </a:r>
            <a:r>
              <a:rPr lang="ru-RU" i="1" dirty="0">
                <a:latin typeface="Aptos Display" panose="020B0004020202020204" pitchFamily="34" charset="0"/>
              </a:rPr>
              <a:t> </a:t>
            </a:r>
            <a:r>
              <a:rPr lang="ru-RU" i="1" dirty="0" err="1">
                <a:latin typeface="Aptos Display" panose="020B0004020202020204" pitchFamily="34" charset="0"/>
              </a:rPr>
              <a:t>України</a:t>
            </a:r>
            <a:r>
              <a:rPr lang="ru-RU" i="1" dirty="0">
                <a:latin typeface="Aptos Display" panose="020B0004020202020204" pitchFamily="34" charset="0"/>
              </a:rPr>
              <a:t> до </a:t>
            </a:r>
            <a:r>
              <a:rPr lang="ru-RU" i="1" dirty="0" err="1">
                <a:latin typeface="Aptos Display" panose="020B0004020202020204" pitchFamily="34" charset="0"/>
              </a:rPr>
              <a:t>Всеросійського</a:t>
            </a:r>
            <a:r>
              <a:rPr lang="ru-RU" i="1" dirty="0">
                <a:latin typeface="Aptos Display" panose="020B0004020202020204" pitchFamily="34" charset="0"/>
              </a:rPr>
              <a:t> Учредительного </a:t>
            </a:r>
            <a:r>
              <a:rPr lang="ru-RU" i="1" dirty="0" err="1">
                <a:latin typeface="Aptos Display" panose="020B0004020202020204" pitchFamily="34" charset="0"/>
              </a:rPr>
              <a:t>Зібрання</a:t>
            </a:r>
            <a:r>
              <a:rPr lang="ru-RU" i="1" dirty="0">
                <a:latin typeface="Aptos Display" panose="020B0004020202020204" pitchFamily="34" charset="0"/>
              </a:rPr>
              <a:t>…»</a:t>
            </a:r>
            <a:endParaRPr lang="uk-UA" i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820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998A8-7E09-C8F7-AB7A-CDC861ECC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Всеукраїнський</a:t>
            </a:r>
            <a:r>
              <a:rPr lang="ru-RU" dirty="0"/>
              <a:t> </a:t>
            </a:r>
            <a:r>
              <a:rPr lang="ru-RU" dirty="0" err="1"/>
              <a:t>національний</a:t>
            </a:r>
            <a:r>
              <a:rPr lang="ru-RU" dirty="0"/>
              <a:t> </a:t>
            </a:r>
            <a:r>
              <a:rPr lang="ru-RU" dirty="0" err="1"/>
              <a:t>конгрес</a:t>
            </a:r>
            <a:r>
              <a:rPr lang="ru-RU" dirty="0"/>
              <a:t> </a:t>
            </a:r>
            <a:r>
              <a:rPr lang="ru-RU" dirty="0" err="1"/>
              <a:t>відбувся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46FB703-902E-0A9C-5103-8548F59D0DD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62065376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6D23238-A7EF-4C51-A0DC-D46364C2AC8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578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95152-603B-14C9-B963-DDCB16A6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</a:t>
            </a:r>
            <a:r>
              <a:rPr lang="ru-RU" dirty="0" err="1"/>
              <a:t>інституцію</a:t>
            </a:r>
            <a:r>
              <a:rPr lang="ru-RU" dirty="0"/>
              <a:t> В. Винниченко писав: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55EAAA-66DB-7BDB-141A-5F7C83CAE2E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0148368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150C5D1-865D-C2D4-F150-4ED82240193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uk-UA" dirty="0"/>
              <a:t>«…[його скликання] стало першим кроком відродження нації на шляху державності. Будучи одночасно сильним організуючим і агітаційним засобом, він став першим підготовчим етапом у творенні як ідеї Української держави, так і в частковому втіленні її в життя»</a:t>
            </a:r>
          </a:p>
        </p:txBody>
      </p:sp>
    </p:spTree>
    <p:extLst>
      <p:ext uri="{BB962C8B-B14F-4D97-AF65-F5344CB8AC3E}">
        <p14:creationId xmlns:p14="http://schemas.microsoft.com/office/powerpoint/2010/main" val="546781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AF6F24-FCE2-7903-2796-C66EC81A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800" dirty="0"/>
              <a:t>Установіть послідовність подій Української революції (1917–1918 рр.).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6E5ED36-8E0E-DDB8-BA6A-EEEB8BE7D0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A93859-446E-2933-F421-E3ADD505917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503792526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612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39AA4-CA52-DC07-C8C9-968222529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Поява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 </a:t>
            </a:r>
            <a:r>
              <a:rPr lang="ru-RU" dirty="0" err="1"/>
              <a:t>призвела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C589EE-7A3B-3C59-DDCC-3D848D04D4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«На час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справи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місцеве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врядування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Установчими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Зборами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 справах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місцевого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врядування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вищим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органом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Тимчасового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уряду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Секретаріат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призначає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Тимчасовий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уряд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пропозицією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Повноваження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Генерального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Секретаріату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поширюються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губернії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Волинську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Подільську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Полтавську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Чернігівську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DD3BEC-7B81-7E52-2D53-47195FC2F21A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53716584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04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40DC9-A8C2-A68E-4064-1D4489DA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Яка </a:t>
            </a:r>
            <a:r>
              <a:rPr lang="ru-RU" sz="3600" dirty="0" err="1"/>
              <a:t>подія</a:t>
            </a:r>
            <a:r>
              <a:rPr lang="ru-RU" sz="3600" dirty="0"/>
              <a:t> стала </a:t>
            </a:r>
            <a:r>
              <a:rPr lang="ru-RU" sz="3600" dirty="0" err="1"/>
              <a:t>однією</a:t>
            </a:r>
            <a:r>
              <a:rPr lang="ru-RU" sz="3600" dirty="0"/>
              <a:t> з причин </a:t>
            </a:r>
            <a:r>
              <a:rPr lang="ru-RU" sz="3600" dirty="0" err="1"/>
              <a:t>збройного</a:t>
            </a:r>
            <a:r>
              <a:rPr lang="ru-RU" sz="3600" dirty="0"/>
              <a:t> </a:t>
            </a:r>
            <a:r>
              <a:rPr lang="ru-RU" sz="3600" dirty="0" err="1"/>
              <a:t>виступу</a:t>
            </a:r>
            <a:r>
              <a:rPr lang="ru-RU" sz="3600" dirty="0"/>
              <a:t> </a:t>
            </a:r>
            <a:r>
              <a:rPr lang="ru-RU" sz="3600" dirty="0" err="1"/>
              <a:t>самостійників</a:t>
            </a:r>
            <a:r>
              <a:rPr lang="ru-RU" sz="3600" dirty="0"/>
              <a:t> у </a:t>
            </a:r>
            <a:r>
              <a:rPr lang="ru-RU" sz="3600" dirty="0" err="1"/>
              <a:t>Києві</a:t>
            </a:r>
            <a:r>
              <a:rPr lang="ru-RU" sz="3600" dirty="0"/>
              <a:t> (липень 1917 р.)?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0C2130C-2873-E52F-886E-40ACA1B655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EC1EADE-C2B3-3E09-433C-DF16D44CCF1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80662242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956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0A0C1-7A83-B16D-D788-85D5BF1D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Українська</a:t>
            </a:r>
            <a:r>
              <a:rPr lang="ru-RU" dirty="0"/>
              <a:t> Центральна Рада створена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199FE5F-36C9-AE1E-F5A2-2ECBCD6302E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61114744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59CDE9A-8DD5-499D-78ED-04F0A229EF3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5919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9EEC1-FF86-78EF-1DC2-9846095D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Яку </a:t>
            </a:r>
            <a:r>
              <a:rPr lang="ru-RU" sz="4000" dirty="0" err="1"/>
              <a:t>позицію</a:t>
            </a:r>
            <a:r>
              <a:rPr lang="ru-RU" sz="4000" dirty="0"/>
              <a:t> </a:t>
            </a:r>
            <a:r>
              <a:rPr lang="ru-RU" sz="4000" dirty="0" err="1"/>
              <a:t>займала</a:t>
            </a:r>
            <a:r>
              <a:rPr lang="ru-RU" sz="4000" dirty="0"/>
              <a:t> </a:t>
            </a:r>
            <a:r>
              <a:rPr lang="ru-RU" sz="4000" dirty="0" err="1"/>
              <a:t>Українська</a:t>
            </a:r>
            <a:r>
              <a:rPr lang="ru-RU" sz="4000" dirty="0"/>
              <a:t> Центральна Рада у </a:t>
            </a:r>
            <a:r>
              <a:rPr lang="ru-RU" sz="4000" dirty="0" err="1"/>
              <a:t>відносинах</a:t>
            </a:r>
            <a:r>
              <a:rPr lang="ru-RU" sz="4000" dirty="0"/>
              <a:t> з </a:t>
            </a:r>
            <a:r>
              <a:rPr lang="ru-RU" sz="4000" dirty="0" err="1"/>
              <a:t>Тимчасовим</a:t>
            </a:r>
            <a:r>
              <a:rPr lang="ru-RU" sz="4000" dirty="0"/>
              <a:t> урядом </a:t>
            </a:r>
            <a:r>
              <a:rPr lang="ru-RU" sz="4000" dirty="0" err="1"/>
              <a:t>Росії</a:t>
            </a:r>
            <a:r>
              <a:rPr lang="ru-RU" sz="4000" dirty="0"/>
              <a:t>?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B8DAFC8-C47A-B000-22CF-9233FDFCB4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48643749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4CE869FC-3F41-E25A-015B-F50C5E38CFE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95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EB7F2-2EC4-EC68-1C89-E281C410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На карті заштриховано територію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1813F02-EB51-0CF4-0C27-2C494076342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поширення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повноважень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Генерального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секретаріату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Тимчасової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інструкції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Генеральному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секретаріатові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Тимчасового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уряду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секретаріат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поширив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падіння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Тимчасового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уряду.</a:t>
            </a:r>
          </a:p>
          <a:p>
            <a:pPr algn="l">
              <a:buFont typeface="+mj-lt"/>
              <a:buAutoNum type="arabicPeriod"/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Народній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Республіці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умовами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Брест-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Литовського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мирного договору.</a:t>
            </a:r>
          </a:p>
          <a:p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D1FDF3-71E1-40F4-C6E0-AF8C46485E2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79" y="2063750"/>
            <a:ext cx="3604580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81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10203-341F-605D-A546-5FEAE660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Упродовж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існувала</a:t>
            </a:r>
            <a:r>
              <a:rPr lang="ru-RU" dirty="0"/>
              <a:t> </a:t>
            </a:r>
            <a:r>
              <a:rPr lang="ru-RU" dirty="0" err="1"/>
              <a:t>Українська</a:t>
            </a:r>
            <a:r>
              <a:rPr lang="ru-RU" dirty="0"/>
              <a:t> Центральна Рада?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6B95ED-0F51-0A3A-1F98-6C8BA9C2CD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5E1EA81-DD92-6ED7-7AE4-0694C5D7FAA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347203845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4397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0BF4CFF-DB10-645E-9661-88CF8B83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Універсали Української центральної ради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93DD4B1F-B9FE-56E8-99AF-32B2F9907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0863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8295-0993-C1FF-ACDE-D27FCBCE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E4153-D7D3-46B9-D519-7D6A6E0B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Описана в </a:t>
            </a:r>
            <a:r>
              <a:rPr lang="ru-RU" dirty="0" err="1"/>
              <a:t>джерелі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 стала приводом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36CF85-A097-1796-4DE4-F1A8ABC4ED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Пробувши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кілька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тижнів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Петрограді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втративши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надію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Временного Правительства,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Делегація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принижень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передпокоях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міністерських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робітничих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депутатів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офіційної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в той час… Правительство,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нарешті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одкинути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домагання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Ради».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38D631A-0FE7-0F22-DDFB-68214AF5E75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36781945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0239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B01FA-658B-0505-A47F-798B4C7E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описана в </a:t>
            </a:r>
            <a:r>
              <a:rPr lang="ru-RU" dirty="0" err="1"/>
              <a:t>джерелі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7CCFA1A-EA7A-648B-7E3A-B085B7A389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Пробувши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кілька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тижнів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Петрограді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втративши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надію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Временного Правительства,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Делегація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принижень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передпокоях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міністерських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робітничих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депутатів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офіційної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в той час… Правительство,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нарешті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одкинути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домагання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58D2B9-8BE2-1FD4-7E6C-58D80B8923D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775908181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5708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B2D3-BE6E-E423-5E80-33C23CF4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B06FF-10EA-9170-45B3-F4C5DA43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головна</a:t>
            </a:r>
            <a:r>
              <a:rPr lang="ru-RU" dirty="0"/>
              <a:t> </a:t>
            </a:r>
            <a:r>
              <a:rPr lang="ru-RU" dirty="0" err="1"/>
              <a:t>вимога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делегації</a:t>
            </a:r>
            <a:r>
              <a:rPr lang="ru-RU" dirty="0"/>
              <a:t> в </a:t>
            </a:r>
            <a:r>
              <a:rPr lang="ru-RU" dirty="0" err="1"/>
              <a:t>Петрограді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759026-8F55-FC2C-57C0-C2A9752073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Пробувши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кілька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тижнів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Петрограді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втративши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надію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Временного Правительства,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Делегація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принижень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передпокоях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міністерських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робітничих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депутатів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офіційної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в той час… Правительство,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нарешті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одкинути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домагання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F86845E-7E78-93B7-A261-2FBCA4F4571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60147435"/>
              </p:ext>
            </p:extLst>
          </p:nvPr>
        </p:nvGraphicFramePr>
        <p:xfrm>
          <a:off x="5996145" y="2057807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09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7D4D4-49A2-1976-CFDC-90C3A4CF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Яке гасло </a:t>
            </a:r>
            <a:r>
              <a:rPr lang="ru-RU" sz="3600" dirty="0" err="1"/>
              <a:t>українського</a:t>
            </a:r>
            <a:r>
              <a:rPr lang="ru-RU" sz="3600" dirty="0"/>
              <a:t> </a:t>
            </a:r>
            <a:r>
              <a:rPr lang="ru-RU" sz="3600" dirty="0" err="1"/>
              <a:t>національно-визвольного</a:t>
            </a:r>
            <a:r>
              <a:rPr lang="ru-RU" sz="3600" dirty="0"/>
              <a:t> руху </a:t>
            </a:r>
            <a:r>
              <a:rPr lang="ru-RU" sz="3600" dirty="0" err="1"/>
              <a:t>відповідає</a:t>
            </a:r>
            <a:r>
              <a:rPr lang="ru-RU" sz="3600" dirty="0"/>
              <a:t> </a:t>
            </a:r>
            <a:r>
              <a:rPr lang="ru-RU" sz="3600" dirty="0" err="1"/>
              <a:t>змісту</a:t>
            </a:r>
            <a:r>
              <a:rPr lang="ru-RU" sz="3600" dirty="0"/>
              <a:t> </a:t>
            </a:r>
            <a:r>
              <a:rPr lang="ru-RU" sz="3600" dirty="0" err="1"/>
              <a:t>Першого</a:t>
            </a:r>
            <a:r>
              <a:rPr lang="ru-RU" sz="3600" dirty="0"/>
              <a:t> </a:t>
            </a:r>
            <a:r>
              <a:rPr lang="ru-RU" sz="3600" dirty="0" err="1"/>
              <a:t>Універсалу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Центральної</a:t>
            </a:r>
            <a:r>
              <a:rPr lang="ru-RU" sz="3600" dirty="0"/>
              <a:t> Ради?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30686FE-DB19-56CC-A83E-91E37D20FAA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12599514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98DEB9E-2C5E-F88B-E4B5-717FA6B132D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867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5DA43-AFCE-75A6-0189-09AE1F44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Ухвалення</a:t>
            </a:r>
            <a:r>
              <a:rPr lang="ru-RU" sz="4000" dirty="0"/>
              <a:t> </a:t>
            </a:r>
            <a:r>
              <a:rPr lang="ru-RU" sz="4000" dirty="0" err="1"/>
              <a:t>якого</a:t>
            </a:r>
            <a:r>
              <a:rPr lang="ru-RU" sz="4000" dirty="0"/>
              <a:t> </a:t>
            </a:r>
            <a:r>
              <a:rPr lang="ru-RU" sz="4000" dirty="0" err="1"/>
              <a:t>Універсалу</a:t>
            </a:r>
            <a:r>
              <a:rPr lang="ru-RU" sz="4000" dirty="0"/>
              <a:t>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Центральної</a:t>
            </a:r>
            <a:r>
              <a:rPr lang="ru-RU" sz="4000" dirty="0"/>
              <a:t> Ради дало </a:t>
            </a:r>
            <a:r>
              <a:rPr lang="ru-RU" sz="4000" dirty="0" err="1"/>
              <a:t>поштовх</a:t>
            </a:r>
            <a:r>
              <a:rPr lang="ru-RU" sz="4000" dirty="0"/>
              <a:t> до </a:t>
            </a:r>
            <a:r>
              <a:rPr lang="ru-RU" sz="4000" dirty="0" err="1"/>
              <a:t>створення</a:t>
            </a:r>
            <a:r>
              <a:rPr lang="ru-RU" sz="4000" dirty="0"/>
              <a:t> Генерального </a:t>
            </a:r>
            <a:r>
              <a:rPr lang="ru-RU" sz="4000" dirty="0" err="1"/>
              <a:t>Секретаріату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5D3550-F8F4-B30D-F43D-C7737AB067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F481F5-71A4-34BD-0175-4A6064C2CA7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68291130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8257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F6F30-D05A-341F-C4A0-1634B94C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документ В. Винниченко назвав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783A89E-FAEE-CA0D-1EAE-EA701A43BF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«...не чим іншим, як цинічним і провокаційним порушенням угоди 16 липня й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одвертим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бажанням видерти з рук українства всі його революційні здобутки...»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C580E2-584B-176F-1A41-59E6A442809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604719951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2929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7A3B2-975E-39C5-B814-17E9A538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Яке гасло </a:t>
            </a:r>
            <a:r>
              <a:rPr lang="ru-RU" sz="3600" dirty="0" err="1"/>
              <a:t>українського</a:t>
            </a:r>
            <a:r>
              <a:rPr lang="ru-RU" sz="3600" dirty="0"/>
              <a:t> </a:t>
            </a:r>
            <a:r>
              <a:rPr lang="ru-RU" sz="3600" dirty="0" err="1"/>
              <a:t>національно-визвольного</a:t>
            </a:r>
            <a:r>
              <a:rPr lang="ru-RU" sz="3600" dirty="0"/>
              <a:t> руху </a:t>
            </a:r>
            <a:r>
              <a:rPr lang="ru-RU" sz="3600" dirty="0" err="1"/>
              <a:t>відповідає</a:t>
            </a:r>
            <a:r>
              <a:rPr lang="ru-RU" sz="3600" dirty="0"/>
              <a:t> </a:t>
            </a:r>
            <a:r>
              <a:rPr lang="ru-RU" sz="3600" dirty="0" err="1"/>
              <a:t>змісту</a:t>
            </a:r>
            <a:r>
              <a:rPr lang="ru-RU" sz="3600" dirty="0"/>
              <a:t> </a:t>
            </a:r>
            <a:r>
              <a:rPr lang="ru-RU" sz="3600" dirty="0" err="1"/>
              <a:t>Першого</a:t>
            </a:r>
            <a:r>
              <a:rPr lang="ru-RU" sz="3600" dirty="0"/>
              <a:t> </a:t>
            </a:r>
            <a:r>
              <a:rPr lang="ru-RU" sz="3600" dirty="0" err="1"/>
              <a:t>Універсалу</a:t>
            </a:r>
            <a:r>
              <a:rPr lang="ru-RU" sz="3600" dirty="0"/>
              <a:t> </a:t>
            </a:r>
            <a:r>
              <a:rPr lang="ru-RU" sz="3600" dirty="0" err="1"/>
              <a:t>Української</a:t>
            </a:r>
            <a:r>
              <a:rPr lang="ru-RU" sz="3600" dirty="0"/>
              <a:t> </a:t>
            </a:r>
            <a:r>
              <a:rPr lang="ru-RU" sz="3600" dirty="0" err="1"/>
              <a:t>Центральної</a:t>
            </a:r>
            <a:r>
              <a:rPr lang="ru-RU" sz="3600" dirty="0"/>
              <a:t> Ради?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EED6320-8A34-495B-788D-C95E27E7D7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BDC4637-CC97-3752-C53E-3F28AC413AB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03624053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2445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CCC8D-87F4-437B-04EA-4B3D23B6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 err="1"/>
              <a:t>Ухваливши</a:t>
            </a:r>
            <a:r>
              <a:rPr lang="ru-RU" sz="4400" dirty="0"/>
              <a:t> </a:t>
            </a:r>
            <a:r>
              <a:rPr lang="ru-RU" sz="4400" dirty="0" err="1"/>
              <a:t>Другий</a:t>
            </a:r>
            <a:r>
              <a:rPr lang="ru-RU" sz="4400" dirty="0"/>
              <a:t> </a:t>
            </a:r>
            <a:r>
              <a:rPr lang="ru-RU" sz="4400" dirty="0" err="1"/>
              <a:t>Універсал</a:t>
            </a:r>
            <a:r>
              <a:rPr lang="ru-RU" sz="4400" dirty="0"/>
              <a:t>, </a:t>
            </a:r>
            <a:r>
              <a:rPr lang="ru-RU" sz="4400" dirty="0" err="1"/>
              <a:t>Українська</a:t>
            </a:r>
            <a:r>
              <a:rPr lang="ru-RU" sz="4400" dirty="0"/>
              <a:t> Центральна Рада </a:t>
            </a:r>
            <a:r>
              <a:rPr lang="ru-RU" sz="4400" dirty="0" err="1"/>
              <a:t>зобов’язалася</a:t>
            </a:r>
            <a:endParaRPr lang="uk-UA" sz="4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652FCC-4958-37E9-B9DD-F89A32D81F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EE7C35-ED0B-03E1-8717-4CF4B351E175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9534664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3752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D455D-C133-32BB-5700-A2638115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Наприкінці</a:t>
            </a:r>
            <a:r>
              <a:rPr lang="ru-RU" sz="4000" dirty="0"/>
              <a:t> червня 1917 р. до </a:t>
            </a:r>
            <a:r>
              <a:rPr lang="ru-RU" sz="4000" dirty="0" err="1"/>
              <a:t>Києва</a:t>
            </a:r>
            <a:r>
              <a:rPr lang="ru-RU" sz="4000" dirty="0"/>
              <a:t> </a:t>
            </a:r>
            <a:r>
              <a:rPr lang="ru-RU" sz="4000" dirty="0" err="1"/>
              <a:t>прибула</a:t>
            </a:r>
            <a:r>
              <a:rPr lang="ru-RU" sz="4000" dirty="0"/>
              <a:t> </a:t>
            </a:r>
            <a:r>
              <a:rPr lang="ru-RU" sz="4000" dirty="0" err="1"/>
              <a:t>делегація</a:t>
            </a:r>
            <a:r>
              <a:rPr lang="ru-RU" sz="4000" dirty="0"/>
              <a:t> </a:t>
            </a:r>
            <a:r>
              <a:rPr lang="ru-RU" sz="4000" dirty="0" err="1"/>
              <a:t>міністрів</a:t>
            </a:r>
            <a:r>
              <a:rPr lang="ru-RU" sz="4000" dirty="0"/>
              <a:t> </a:t>
            </a:r>
            <a:r>
              <a:rPr lang="ru-RU" sz="4000" dirty="0" err="1"/>
              <a:t>Тимчасового</a:t>
            </a:r>
            <a:r>
              <a:rPr lang="ru-RU" sz="4000" dirty="0"/>
              <a:t> уряду.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E496DA-FA43-627D-9176-479B6AF381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переговорів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представниками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Центральної</a:t>
            </a:r>
            <a:r>
              <a:rPr lang="ru-RU" dirty="0"/>
              <a:t> Ради </a:t>
            </a:r>
            <a:r>
              <a:rPr lang="ru-RU" dirty="0" err="1"/>
              <a:t>сторони</a:t>
            </a:r>
            <a:r>
              <a:rPr lang="ru-RU" dirty="0"/>
              <a:t> </a:t>
            </a:r>
            <a:r>
              <a:rPr lang="ru-RU" dirty="0" err="1"/>
              <a:t>дійшли</a:t>
            </a:r>
            <a:r>
              <a:rPr lang="ru-RU" dirty="0"/>
              <a:t> </a:t>
            </a:r>
            <a:r>
              <a:rPr lang="ru-RU" dirty="0" err="1"/>
              <a:t>компромісу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зафіксовано</a:t>
            </a:r>
            <a:r>
              <a:rPr lang="ru-RU" dirty="0"/>
              <a:t> одну з умов </a:t>
            </a:r>
            <a:r>
              <a:rPr lang="ru-RU" dirty="0" err="1"/>
              <a:t>досягнутого</a:t>
            </a:r>
            <a:r>
              <a:rPr lang="ru-RU" dirty="0"/>
              <a:t> </a:t>
            </a:r>
            <a:r>
              <a:rPr lang="ru-RU" dirty="0" err="1"/>
              <a:t>компромісу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45A82FF-6F2C-AD70-17C8-9EC95E24D3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938241"/>
              </p:ext>
            </p:extLst>
          </p:nvPr>
        </p:nvGraphicFramePr>
        <p:xfrm>
          <a:off x="5886656" y="3718991"/>
          <a:ext cx="5619544" cy="1833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Місце для вмісту 10">
            <a:extLst>
              <a:ext uri="{FF2B5EF4-FFF2-40B4-BE49-F238E27FC236}">
                <a16:creationId xmlns:a16="http://schemas.microsoft.com/office/drawing/2014/main" id="{027650D9-A7AE-EFB1-1EEC-4EA91B328E2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3651209"/>
              </p:ext>
            </p:extLst>
          </p:nvPr>
        </p:nvGraphicFramePr>
        <p:xfrm>
          <a:off x="5994400" y="2063751"/>
          <a:ext cx="5511800" cy="1655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92546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DA79C-F770-AE9F-96F7-D5C67BE6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Положення</a:t>
            </a:r>
            <a:r>
              <a:rPr lang="ru-RU" sz="4000" dirty="0"/>
              <a:t> Другого </a:t>
            </a:r>
            <a:r>
              <a:rPr lang="ru-RU" sz="4000" dirty="0" err="1"/>
              <a:t>Універсалу</a:t>
            </a:r>
            <a:r>
              <a:rPr lang="ru-RU" sz="4000" dirty="0"/>
              <a:t> та </a:t>
            </a:r>
            <a:r>
              <a:rPr lang="ru-RU" sz="4000" dirty="0" err="1"/>
              <a:t>їх</a:t>
            </a:r>
            <a:r>
              <a:rPr lang="ru-RU" sz="4000" dirty="0"/>
              <a:t> </a:t>
            </a:r>
            <a:r>
              <a:rPr lang="ru-RU" sz="4000" dirty="0" err="1"/>
              <a:t>оприлюднення</a:t>
            </a:r>
            <a:r>
              <a:rPr lang="ru-RU" sz="4000" dirty="0"/>
              <a:t> </a:t>
            </a:r>
            <a:r>
              <a:rPr lang="ru-RU" sz="4000" dirty="0" err="1"/>
              <a:t>Українською</a:t>
            </a:r>
            <a:r>
              <a:rPr lang="ru-RU" sz="4000" dirty="0"/>
              <a:t> Центральною Радою (УЦР) були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6C47B42-AA9D-EE84-49FC-7C3DC61458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28701209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CAC3243-631D-DFB7-C4B1-F888BAFF312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7665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7B3ED-5CA4-B76D-1CBE-154D0D5D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Ухваливши</a:t>
            </a:r>
            <a:r>
              <a:rPr lang="ru-RU" dirty="0"/>
              <a:t> </a:t>
            </a:r>
            <a:r>
              <a:rPr lang="ru-RU" dirty="0" err="1"/>
              <a:t>Другий</a:t>
            </a:r>
            <a:r>
              <a:rPr lang="ru-RU" dirty="0"/>
              <a:t> </a:t>
            </a:r>
            <a:r>
              <a:rPr lang="ru-RU" dirty="0" err="1"/>
              <a:t>Універсал</a:t>
            </a:r>
            <a:r>
              <a:rPr lang="ru-RU" dirty="0"/>
              <a:t>, </a:t>
            </a:r>
            <a:r>
              <a:rPr lang="ru-RU" dirty="0" err="1"/>
              <a:t>Українська</a:t>
            </a:r>
            <a:r>
              <a:rPr lang="ru-RU" dirty="0"/>
              <a:t> Центральна Рада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C3E414-ECF6-C0C0-3E71-BA7C9142933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16514936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751DEEA-D6E2-2B15-6B0B-497A995CA60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6141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ECE71-DEFD-BB93-D8DC-5D6AAC4A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До </a:t>
            </a:r>
            <a:r>
              <a:rPr lang="ru-RU" sz="4000" dirty="0" err="1"/>
              <a:t>якого</a:t>
            </a:r>
            <a:r>
              <a:rPr lang="ru-RU" sz="4000" dirty="0"/>
              <a:t> </a:t>
            </a:r>
            <a:r>
              <a:rPr lang="ru-RU" sz="4000" dirty="0" err="1"/>
              <a:t>періоду</a:t>
            </a:r>
            <a:r>
              <a:rPr lang="ru-RU" sz="4000" dirty="0"/>
              <a:t>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революції</a:t>
            </a:r>
            <a:r>
              <a:rPr lang="ru-RU" sz="4000" dirty="0"/>
              <a:t> належать </a:t>
            </a:r>
            <a:r>
              <a:rPr lang="ru-RU" sz="4000" dirty="0" err="1"/>
              <a:t>цитовані</a:t>
            </a:r>
            <a:r>
              <a:rPr lang="ru-RU" sz="4000" dirty="0"/>
              <a:t> </a:t>
            </a:r>
            <a:r>
              <a:rPr lang="ru-RU" sz="4000" dirty="0" err="1"/>
              <a:t>документи</a:t>
            </a:r>
            <a:r>
              <a:rPr lang="ru-RU" sz="4000" dirty="0"/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4A5B9B-CC8D-49F1-7682-958909DBEF3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99725781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B935487-04EA-B449-0A5B-083C8CD2651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«Однині Україна стає Українською Народною Республікою. Не відділяючись від республіки Російської і зберігаючи єдність її, ми твердо станемо на нашій землі, щоб силами нашими помогти, щоб уся Республіка Російська стала федерацією рівних і вільних народів».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«Влада на території Української республіки віднині належить виключно радам робітничих, солдатських і селянських депутатів; ...в центрі – Всеукраїнському з’їздові рад..., його Центральному виконавчому комітетові... Україна проголошується республікою рад».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29296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D627A-49C3-FA8E-E0A7-C9ADCD70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Яка </a:t>
            </a:r>
            <a:r>
              <a:rPr lang="ru-RU" sz="4000" dirty="0" err="1"/>
              <a:t>подія</a:t>
            </a:r>
            <a:r>
              <a:rPr lang="ru-RU" sz="4000" dirty="0"/>
              <a:t> </a:t>
            </a:r>
            <a:r>
              <a:rPr lang="ru-RU" sz="4000" dirty="0" err="1"/>
              <a:t>вплинула</a:t>
            </a:r>
            <a:r>
              <a:rPr lang="ru-RU" sz="4000" dirty="0"/>
              <a:t> на </a:t>
            </a:r>
            <a:r>
              <a:rPr lang="ru-RU" sz="4000" dirty="0" err="1"/>
              <a:t>рішення</a:t>
            </a:r>
            <a:r>
              <a:rPr lang="ru-RU" sz="4000" dirty="0"/>
              <a:t>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Центральної</a:t>
            </a:r>
            <a:r>
              <a:rPr lang="ru-RU" sz="4000" dirty="0"/>
              <a:t> Ради </a:t>
            </a:r>
            <a:r>
              <a:rPr lang="ru-RU" sz="4000" dirty="0" err="1"/>
              <a:t>ухвалити</a:t>
            </a:r>
            <a:r>
              <a:rPr lang="ru-RU" sz="4000" dirty="0"/>
              <a:t> </a:t>
            </a:r>
            <a:r>
              <a:rPr lang="ru-RU" sz="4000" dirty="0" err="1"/>
              <a:t>Третій</a:t>
            </a:r>
            <a:r>
              <a:rPr lang="ru-RU" sz="4000" dirty="0"/>
              <a:t> </a:t>
            </a:r>
            <a:r>
              <a:rPr lang="ru-RU" sz="4000" dirty="0" err="1"/>
              <a:t>Універсал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90B99F-B99B-3F58-4C5E-2CDC28235C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11F9FA7-4E4F-A57D-0BE1-00C070B1618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82458906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0580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68241-2567-84CF-79A1-5A13C0AB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У </a:t>
            </a:r>
            <a:r>
              <a:rPr lang="ru-RU" sz="4000" dirty="0" err="1"/>
              <a:t>якому</a:t>
            </a:r>
            <a:r>
              <a:rPr lang="ru-RU" sz="4000" dirty="0"/>
              <a:t> </a:t>
            </a:r>
            <a:r>
              <a:rPr lang="ru-RU" sz="4000" dirty="0" err="1"/>
              <a:t>Універсалі</a:t>
            </a:r>
            <a:r>
              <a:rPr lang="ru-RU" sz="4000" dirty="0"/>
              <a:t>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Центральної</a:t>
            </a:r>
            <a:r>
              <a:rPr lang="ru-RU" sz="4000" dirty="0"/>
              <a:t> Ради </a:t>
            </a:r>
            <a:r>
              <a:rPr lang="ru-RU" sz="4000" dirty="0" err="1"/>
              <a:t>проголошувалося</a:t>
            </a:r>
            <a:r>
              <a:rPr lang="ru-RU" sz="4000" dirty="0"/>
              <a:t> </a:t>
            </a:r>
            <a:r>
              <a:rPr lang="ru-RU" sz="4000" dirty="0" err="1"/>
              <a:t>створення</a:t>
            </a:r>
            <a:r>
              <a:rPr lang="ru-RU" sz="4000" dirty="0"/>
              <a:t> </a:t>
            </a:r>
            <a:r>
              <a:rPr lang="ru-RU" sz="4000" dirty="0" err="1"/>
              <a:t>Української</a:t>
            </a:r>
            <a:r>
              <a:rPr lang="ru-RU" sz="4000" dirty="0"/>
              <a:t> </a:t>
            </a:r>
            <a:r>
              <a:rPr lang="ru-RU" sz="4000" dirty="0" err="1"/>
              <a:t>Народної</a:t>
            </a:r>
            <a:r>
              <a:rPr lang="ru-RU" sz="4000" dirty="0"/>
              <a:t> </a:t>
            </a:r>
            <a:r>
              <a:rPr lang="ru-RU" sz="4000" dirty="0" err="1"/>
              <a:t>Республіки</a:t>
            </a:r>
            <a:r>
              <a:rPr lang="ru-RU" sz="4000" dirty="0"/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4A0332F-25A2-6746-7E8D-27CD232771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89629B-691F-FF8A-6564-DCA41EBEF65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33480767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0513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EFE53-8C5A-7B26-525B-F2E0C838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Укажіть</a:t>
            </a:r>
            <a:r>
              <a:rPr lang="ru-RU" sz="3600" dirty="0"/>
              <a:t> документ, у </a:t>
            </a:r>
            <a:r>
              <a:rPr lang="ru-RU" sz="3600" dirty="0" err="1"/>
              <a:t>якому</a:t>
            </a:r>
            <a:r>
              <a:rPr lang="ru-RU" sz="3600" dirty="0"/>
              <a:t> </a:t>
            </a:r>
            <a:r>
              <a:rPr lang="ru-RU" sz="3600" dirty="0" err="1"/>
              <a:t>Українська</a:t>
            </a:r>
            <a:r>
              <a:rPr lang="ru-RU" sz="3600" dirty="0"/>
              <a:t> Центральна Рада </a:t>
            </a:r>
            <a:r>
              <a:rPr lang="ru-RU" sz="3600" dirty="0" err="1"/>
              <a:t>вперше</a:t>
            </a:r>
            <a:r>
              <a:rPr lang="ru-RU" sz="3600" dirty="0"/>
              <a:t> </a:t>
            </a:r>
            <a:r>
              <a:rPr lang="ru-RU" sz="3600" dirty="0" err="1"/>
              <a:t>сформулювала</a:t>
            </a:r>
            <a:r>
              <a:rPr lang="ru-RU" sz="3600" dirty="0"/>
              <a:t> </a:t>
            </a:r>
            <a:r>
              <a:rPr lang="ru-RU" sz="3600" dirty="0" err="1"/>
              <a:t>широку</a:t>
            </a:r>
            <a:r>
              <a:rPr lang="ru-RU" sz="3600" dirty="0"/>
              <a:t> </a:t>
            </a:r>
            <a:r>
              <a:rPr lang="ru-RU" sz="3600" dirty="0" err="1"/>
              <a:t>програму</a:t>
            </a:r>
            <a:r>
              <a:rPr lang="ru-RU" sz="3600" dirty="0"/>
              <a:t> </a:t>
            </a:r>
            <a:r>
              <a:rPr lang="ru-RU" sz="3600" dirty="0" err="1"/>
              <a:t>соціально-економічних</a:t>
            </a:r>
            <a:r>
              <a:rPr lang="ru-RU" sz="3600" dirty="0"/>
              <a:t> </a:t>
            </a:r>
            <a:r>
              <a:rPr lang="ru-RU" sz="3600" dirty="0" err="1"/>
              <a:t>перетворень</a:t>
            </a:r>
            <a:r>
              <a:rPr lang="ru-RU" sz="3600" dirty="0"/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DE45E7-D335-37D0-46FA-3B6FB154451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7175949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58E2FE6-3051-410F-A713-539922DCEFC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96845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E2400-309E-CB20-6290-8A611B21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Яке гасло </a:t>
            </a:r>
            <a:r>
              <a:rPr lang="ru-RU" sz="3200" dirty="0" err="1"/>
              <a:t>українського</a:t>
            </a:r>
            <a:r>
              <a:rPr lang="ru-RU" sz="3200" dirty="0"/>
              <a:t> </a:t>
            </a:r>
            <a:r>
              <a:rPr lang="ru-RU" sz="3200" dirty="0" err="1"/>
              <a:t>національно-визвольного</a:t>
            </a:r>
            <a:r>
              <a:rPr lang="ru-RU" sz="3200" dirty="0"/>
              <a:t> руху </a:t>
            </a:r>
            <a:r>
              <a:rPr lang="ru-RU" sz="3200" dirty="0" err="1"/>
              <a:t>відповідає</a:t>
            </a:r>
            <a:r>
              <a:rPr lang="ru-RU" sz="3200" dirty="0"/>
              <a:t> </a:t>
            </a:r>
            <a:r>
              <a:rPr lang="ru-RU" sz="3200" dirty="0" err="1"/>
              <a:t>змісту</a:t>
            </a:r>
            <a:r>
              <a:rPr lang="ru-RU" sz="3200" dirty="0"/>
              <a:t> Четвертого </a:t>
            </a:r>
            <a:r>
              <a:rPr lang="ru-RU" sz="3200" dirty="0" err="1"/>
              <a:t>Універсалу</a:t>
            </a:r>
            <a:r>
              <a:rPr lang="ru-RU" sz="3200" dirty="0"/>
              <a:t> </a:t>
            </a:r>
            <a:r>
              <a:rPr lang="ru-RU" sz="3200" dirty="0" err="1"/>
              <a:t>Української</a:t>
            </a:r>
            <a:r>
              <a:rPr lang="ru-RU" sz="3200" dirty="0"/>
              <a:t> </a:t>
            </a:r>
            <a:r>
              <a:rPr lang="ru-RU" sz="3200" dirty="0" err="1"/>
              <a:t>Центральної</a:t>
            </a:r>
            <a:r>
              <a:rPr lang="ru-RU" sz="3200" dirty="0"/>
              <a:t> Ради (УЦР)?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362B78-B4D6-2FDC-70A2-AF8870C62C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8846B96-91A8-2564-D492-CE38C15074C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04604568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250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5F4B5-DD97-51D3-EFBE-F6C9B6B2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ухвалено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1B0FE9-EE58-248C-92F8-D2A8F162F0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dirty="0"/>
              <a:t>«Однині Україна стає Українською Народною Республікою.</a:t>
            </a:r>
          </a:p>
          <a:p>
            <a:r>
              <a:rPr lang="uk-UA" dirty="0"/>
              <a:t>Не відділяючись від республіки Російської і зберігаючи єдність її, ми твердо станемо на нашій землі...</a:t>
            </a:r>
          </a:p>
          <a:p>
            <a:r>
              <a:rPr lang="uk-UA" dirty="0"/>
              <a:t>До Установчих Зборів України вся власть творити лад на землях наших, давати закони й правити належить нам, Українській Центральний Раді...»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189257-7831-6CD5-1C82-8D84182B16B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6662261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350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4C8B9-2A87-3342-000A-32D2C184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 err="1"/>
              <a:t>Територію</a:t>
            </a:r>
            <a:r>
              <a:rPr lang="ru-RU" sz="4400" dirty="0"/>
              <a:t> </a:t>
            </a:r>
            <a:r>
              <a:rPr lang="ru-RU" sz="4400" dirty="0" err="1"/>
              <a:t>якого</a:t>
            </a:r>
            <a:r>
              <a:rPr lang="ru-RU" sz="4400" dirty="0"/>
              <a:t> державного </a:t>
            </a:r>
            <a:r>
              <a:rPr lang="ru-RU" sz="4400" dirty="0" err="1"/>
              <a:t>утворення</a:t>
            </a:r>
            <a:r>
              <a:rPr lang="ru-RU" sz="4400" dirty="0"/>
              <a:t> </a:t>
            </a:r>
            <a:r>
              <a:rPr lang="ru-RU" sz="4400" dirty="0" err="1"/>
              <a:t>позначено</a:t>
            </a:r>
            <a:r>
              <a:rPr lang="ru-RU" sz="4400" dirty="0"/>
              <a:t> на </a:t>
            </a:r>
            <a:r>
              <a:rPr lang="ru-RU" sz="4400" dirty="0" err="1"/>
              <a:t>карті</a:t>
            </a:r>
            <a:r>
              <a:rPr lang="ru-RU" sz="4400" dirty="0"/>
              <a:t> жирною </a:t>
            </a:r>
            <a:r>
              <a:rPr lang="ru-RU" sz="4400" dirty="0" err="1"/>
              <a:t>лінією</a:t>
            </a:r>
            <a:r>
              <a:rPr lang="ru-RU" sz="4400" dirty="0"/>
              <a:t>?</a:t>
            </a:r>
            <a:endParaRPr lang="uk-UA" sz="4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B53C69-E14C-F6D6-1A46-8DFCE5756464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809146928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CBFA5EE9-62CC-7867-9EEA-59DDB76C9864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08332"/>
            <a:ext cx="5087938" cy="322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752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D1963-0F6D-0FF6-6E63-008C22AE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Які</a:t>
            </a:r>
            <a:r>
              <a:rPr lang="ru-RU" sz="4000" dirty="0"/>
              <a:t> </a:t>
            </a:r>
            <a:r>
              <a:rPr lang="ru-RU" sz="4000" dirty="0" err="1"/>
              <a:t>політичні</a:t>
            </a:r>
            <a:r>
              <a:rPr lang="ru-RU" sz="4000" dirty="0"/>
              <a:t> сили </a:t>
            </a:r>
            <a:r>
              <a:rPr lang="ru-RU" sz="4000" dirty="0" err="1"/>
              <a:t>наприкінці</a:t>
            </a:r>
            <a:r>
              <a:rPr lang="ru-RU" sz="4000" dirty="0"/>
              <a:t> </a:t>
            </a:r>
            <a:r>
              <a:rPr lang="ru-RU" sz="4000" dirty="0" err="1"/>
              <a:t>жовтня</a:t>
            </a:r>
            <a:r>
              <a:rPr lang="ru-RU" sz="4000" dirty="0"/>
              <a:t> — початку листопада 1917 р. вели </a:t>
            </a:r>
            <a:r>
              <a:rPr lang="ru-RU" sz="4000" dirty="0" err="1"/>
              <a:t>збройну</a:t>
            </a:r>
            <a:r>
              <a:rPr lang="ru-RU" sz="4000" dirty="0"/>
              <a:t> </a:t>
            </a:r>
            <a:r>
              <a:rPr lang="ru-RU" sz="4000" dirty="0" err="1"/>
              <a:t>боротьбу</a:t>
            </a:r>
            <a:r>
              <a:rPr lang="ru-RU" sz="4000" dirty="0"/>
              <a:t> за </a:t>
            </a:r>
            <a:r>
              <a:rPr lang="ru-RU" sz="4000" dirty="0" err="1"/>
              <a:t>владу</a:t>
            </a:r>
            <a:r>
              <a:rPr lang="ru-RU" sz="4000" dirty="0"/>
              <a:t> в </a:t>
            </a:r>
            <a:r>
              <a:rPr lang="ru-RU" sz="4000" dirty="0" err="1"/>
              <a:t>Києві</a:t>
            </a:r>
            <a:r>
              <a:rPr lang="ru-RU" sz="4000" dirty="0"/>
              <a:t>?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D4BC624-D56F-30F6-8D72-4ECB9677E5A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0218046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15DE40-DB73-3C00-F771-5EDF26E92C2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77210717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003255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9FAF5-D4F1-3F29-45D2-59993C92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, </a:t>
            </a:r>
            <a:r>
              <a:rPr lang="ru-RU" dirty="0" err="1"/>
              <a:t>цитовані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, були </a:t>
            </a:r>
            <a:r>
              <a:rPr lang="ru-RU" dirty="0" err="1"/>
              <a:t>оприлюднені</a:t>
            </a:r>
            <a:r>
              <a:rPr lang="ru-RU" dirty="0"/>
              <a:t> у </a:t>
            </a:r>
            <a:r>
              <a:rPr lang="ru-RU" dirty="0" err="1"/>
              <a:t>липні-серпні</a:t>
            </a:r>
            <a:r>
              <a:rPr lang="ru-RU" dirty="0"/>
              <a:t> 1917 р.?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2C7136E-FE49-EAC2-EB4A-796E441539B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93973093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6E5B467-F54B-AE18-D759-B2967EF8BC0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00731893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29F5E9A0-A18B-5C3D-FDA2-66ECCADFE6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611589"/>
              </p:ext>
            </p:extLst>
          </p:nvPr>
        </p:nvGraphicFramePr>
        <p:xfrm>
          <a:off x="685800" y="5374585"/>
          <a:ext cx="5088714" cy="1102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408764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E8195-C35E-67CF-E56F-861F8120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Падіння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Центральної</a:t>
            </a:r>
            <a:r>
              <a:rPr lang="ru-RU" dirty="0"/>
              <a:t> Ради (УЦР) </a:t>
            </a:r>
            <a:r>
              <a:rPr lang="ru-RU" dirty="0" err="1"/>
              <a:t>спричинено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636A4FB-E983-4053-CCDC-7D34DCF59D7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95047774"/>
              </p:ext>
            </p:extLst>
          </p:nvPr>
        </p:nvGraphicFramePr>
        <p:xfrm>
          <a:off x="685800" y="2063396"/>
          <a:ext cx="5088714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1D04799-C312-A4BB-045C-40994D2FD08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5180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11291-23D3-5BD8-09DA-39482068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 err="1"/>
              <a:t>Однією</a:t>
            </a:r>
            <a:r>
              <a:rPr lang="ru-RU" sz="4400" dirty="0"/>
              <a:t> з причин </a:t>
            </a:r>
            <a:r>
              <a:rPr lang="ru-RU" sz="4400" dirty="0" err="1"/>
              <a:t>падіння</a:t>
            </a:r>
            <a:r>
              <a:rPr lang="ru-RU" sz="4400" dirty="0"/>
              <a:t> </a:t>
            </a:r>
            <a:r>
              <a:rPr lang="ru-RU" sz="4400" dirty="0" err="1"/>
              <a:t>Українськоі</a:t>
            </a:r>
            <a:r>
              <a:rPr lang="ru-RU" sz="4400" dirty="0"/>
              <a:t>̈ </a:t>
            </a:r>
            <a:r>
              <a:rPr lang="ru-RU" sz="4400" dirty="0" err="1"/>
              <a:t>Центральноі</a:t>
            </a:r>
            <a:r>
              <a:rPr lang="ru-RU" sz="4400" dirty="0"/>
              <a:t>̈ Ради (УЦР) </a:t>
            </a:r>
            <a:r>
              <a:rPr lang="ru-RU" sz="4400" dirty="0" err="1"/>
              <a:t>була</a:t>
            </a:r>
            <a:endParaRPr lang="uk-UA" sz="4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91C638-ABE3-595A-7416-992C2970F4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4405D74-369B-1B54-9B1B-4B72891F242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56357399"/>
              </p:ext>
            </p:extLst>
          </p:nvPr>
        </p:nvGraphicFramePr>
        <p:xfrm>
          <a:off x="5993971" y="2063396"/>
          <a:ext cx="5086538" cy="3311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7287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D6A045-B57A-BBC2-0FF7-17E74F72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Особистості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66389C0-F07F-7B7E-7CDE-67C12B2E2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754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4A909-E4A4-AD30-E13D-6ED8463E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діяча</a:t>
            </a:r>
            <a:r>
              <a:rPr lang="ru-RU" dirty="0"/>
              <a:t>, 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2FE283-EA57-9980-72F7-61E0738689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«Він залишався романтиком, навіть очолюючи перший український уряд — Генеральний секретаріат, він жив більше емоціями та образами, ніж реаліями повсякденного життя. Пафосом, його революційним ідеалізмом були просякнуті навіть акти державної ваги — Універсали Центральної Ради, до творення яких він мав безпосереднє відношення»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2BE1AC-361C-856F-DFEE-63EBE664FFEA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928" y="3326048"/>
            <a:ext cx="1630605" cy="221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640C727-B708-707A-44F7-0F6656DA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3941" y="2211185"/>
            <a:ext cx="1612331" cy="219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EF705E1-E2DA-A757-E45A-0B28BBC96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115" y="2211187"/>
            <a:ext cx="1612331" cy="219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B46FEEF-82D3-6CD2-5D68-5162D5D5B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028" y="3455787"/>
            <a:ext cx="1612331" cy="219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5429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576CD-22F1-8353-1190-0C9EE77A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0DFDDB-F9AB-3506-A6CE-4AD17796FF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859342B-BDD8-3FB1-3805-89339737287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4034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E1A9-F5C5-8C5A-C69B-777350D7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7F8F7-CAF0-B147-B3A4-8E89A837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описана в </a:t>
            </a:r>
            <a:r>
              <a:rPr lang="ru-RU" dirty="0" err="1"/>
              <a:t>джерелі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2FECECB-57F6-E7DA-CDE2-CE165F4B72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Пробувши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кілька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тижнів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Петрограді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втративши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надію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Временного Правительства,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Делегація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тих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принижень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передпокоях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міністерських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Ради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робітничих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депутатів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повернулася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всякої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офіційної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в той час… Правительство,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нарешті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ухвалило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одкинути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домагання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Центральної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Ради».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55DE78E-8443-30C3-63A0-564C0903B2D2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81"/>
          <a:stretch/>
        </p:blipFill>
        <p:spPr bwMode="auto">
          <a:xfrm>
            <a:off x="5884242" y="3108680"/>
            <a:ext cx="1453804" cy="209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DE5339D-0637-2F89-531B-E66EB97DF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8" r="49763"/>
          <a:stretch/>
        </p:blipFill>
        <p:spPr bwMode="auto">
          <a:xfrm>
            <a:off x="7361174" y="1843940"/>
            <a:ext cx="1453804" cy="209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138A191-9660-8C0B-D1AA-7160DDBA0C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7" r="25194"/>
          <a:stretch/>
        </p:blipFill>
        <p:spPr bwMode="auto">
          <a:xfrm>
            <a:off x="8814978" y="3284014"/>
            <a:ext cx="1453804" cy="209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25C0215-0594-E74D-7B92-6B23AEA7B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11" r="870"/>
          <a:stretch/>
        </p:blipFill>
        <p:spPr bwMode="auto">
          <a:xfrm>
            <a:off x="10268782" y="1843939"/>
            <a:ext cx="1453804" cy="209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03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9696B45-9F4E-D4BC-073B-D39DFFD6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dirty="0" err="1"/>
              <a:t>Що</a:t>
            </a:r>
            <a:r>
              <a:rPr lang="ru-RU" sz="4800" dirty="0"/>
              <a:t> стало </a:t>
            </a:r>
            <a:r>
              <a:rPr lang="ru-RU" sz="4800" dirty="0" err="1"/>
              <a:t>безпосереднім</a:t>
            </a:r>
            <a:r>
              <a:rPr lang="ru-RU" sz="4800" dirty="0"/>
              <a:t> </a:t>
            </a:r>
            <a:r>
              <a:rPr lang="ru-RU" sz="4800" dirty="0" err="1"/>
              <a:t>наслідком</a:t>
            </a:r>
            <a:r>
              <a:rPr lang="ru-RU" sz="4800" dirty="0"/>
              <a:t> </a:t>
            </a:r>
            <a:r>
              <a:rPr lang="ru-RU" sz="4800" dirty="0" err="1"/>
              <a:t>оприлюднення</a:t>
            </a:r>
            <a:r>
              <a:rPr lang="ru-RU" sz="4800" dirty="0"/>
              <a:t> </a:t>
            </a:r>
            <a:r>
              <a:rPr lang="ru-RU" sz="4800" dirty="0" err="1"/>
              <a:t>цитованого</a:t>
            </a:r>
            <a:r>
              <a:rPr lang="ru-RU" sz="4800" dirty="0"/>
              <a:t> документа?</a:t>
            </a:r>
            <a:endParaRPr lang="uk-UA" sz="4800" dirty="0"/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E32AAD49-D775-7AA6-84D5-AE04D14764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312778"/>
            <a:ext cx="5088714" cy="3311189"/>
          </a:xfrm>
        </p:spPr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визнаючи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народів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Росії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міцно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зв’язана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ми [Центральна Рада]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рішуче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ставимось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замірів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самовільного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автономії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Всеросійського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Учредительного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Зібрання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F20CF9F5-DDF0-C696-9F1C-9AA67B57011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712377024"/>
              </p:ext>
            </p:extLst>
          </p:nvPr>
        </p:nvGraphicFramePr>
        <p:xfrm>
          <a:off x="5993971" y="2063396"/>
          <a:ext cx="5086538" cy="3439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69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сновна подія">
  <a:themeElements>
    <a:clrScheme name="Основна подія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Основна подія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сновна поді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Основна подія</Template>
  <TotalTime>894</TotalTime>
  <Words>2449</Words>
  <Application>Microsoft Office PowerPoint</Application>
  <PresentationFormat>Широкий екран</PresentationFormat>
  <Paragraphs>227</Paragraphs>
  <Slides>47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47</vt:i4>
      </vt:variant>
    </vt:vector>
  </HeadingPairs>
  <TitlesOfParts>
    <vt:vector size="53" baseType="lpstr">
      <vt:lpstr>Aptos Display</vt:lpstr>
      <vt:lpstr>Arial</vt:lpstr>
      <vt:lpstr>Calibri</vt:lpstr>
      <vt:lpstr>Century Gothic</vt:lpstr>
      <vt:lpstr>Impact</vt:lpstr>
      <vt:lpstr>Основна подія</vt:lpstr>
      <vt:lpstr>Початок Української революції</vt:lpstr>
      <vt:lpstr>План лекції</vt:lpstr>
      <vt:lpstr>Початок Української революції</vt:lpstr>
      <vt:lpstr>Презентація PowerPoint</vt:lpstr>
      <vt:lpstr>Універсали Української Центральної Ради</vt:lpstr>
      <vt:lpstr>У який період Української революції схвалено цитовані документи?</vt:lpstr>
      <vt:lpstr>Установіть відповідність між назвами документів Української Центральної Ради та наслідками їхнього оприлюднення.</vt:lpstr>
      <vt:lpstr>Основні події початку Української революції</vt:lpstr>
      <vt:lpstr>Що зумовило появу газетного повідомлення, уривок з якого наведено:</vt:lpstr>
      <vt:lpstr>Установіть послідовність подій, описаних в уривках з історичних джерел.</vt:lpstr>
      <vt:lpstr>Всеукраїнський національний конгрес відбувся в</vt:lpstr>
      <vt:lpstr>Про яку інституцію В. Винниченко писав:</vt:lpstr>
      <vt:lpstr>Установіть послідовність подій Української революції (1917–1918 рр.).</vt:lpstr>
      <vt:lpstr>Поява цитованого документа призвела до</vt:lpstr>
      <vt:lpstr>Яка подія стала однією з причин збройного виступу самостійників у Києві (липень 1917 р.)?</vt:lpstr>
      <vt:lpstr>Українська Центральна Рада створена в</vt:lpstr>
      <vt:lpstr>Яку позицію займала Українська Центральна Рада у відносинах з Тимчасовим урядом Росії?</vt:lpstr>
      <vt:lpstr>На карті заштриховано територію</vt:lpstr>
      <vt:lpstr>Упродовж якого періоду існувала Українська Центральна Рада?</vt:lpstr>
      <vt:lpstr>Універсали Української центральної ради</vt:lpstr>
      <vt:lpstr>Описана в джерелі подія стала приводом до</vt:lpstr>
      <vt:lpstr>У якому році відбулася подія, описана в джерелі?</vt:lpstr>
      <vt:lpstr>Якою була головна вимога української делегації в Петрограді?</vt:lpstr>
      <vt:lpstr>Яке гасло українського національно-визвольного руху відповідає змісту Першого Універсалу Української Центральної Ради?</vt:lpstr>
      <vt:lpstr>Ухвалення якого Універсалу Української Центральної Ради дало поштовх до створення Генерального Секретаріату?</vt:lpstr>
      <vt:lpstr>Який документ В. Винниченко назвав</vt:lpstr>
      <vt:lpstr>Яке гасло українського національно-визвольного руху відповідає змісту Першого Універсалу Української Центральної Ради?</vt:lpstr>
      <vt:lpstr>Ухваливши Другий Універсал, Українська Центральна Рада зобов’язалася</vt:lpstr>
      <vt:lpstr>Наприкінці червня 1917 р. до Києва прибула делегація міністрів Тимчасового уряду.</vt:lpstr>
      <vt:lpstr>Положення Другого Універсалу та їх оприлюднення Українською Центральною Радою (УЦР) були</vt:lpstr>
      <vt:lpstr>Ухваливши Другий Універсал, Українська Центральна Рада</vt:lpstr>
      <vt:lpstr>До якого періоду Української революції належать цитовані документи?</vt:lpstr>
      <vt:lpstr>Яка подія вплинула на рішення Української Центральної Ради ухвалити Третій Універсал?</vt:lpstr>
      <vt:lpstr>У якому Універсалі Української Центральної Ради проголошувалося створення Української Народної Республіки?</vt:lpstr>
      <vt:lpstr>Укажіть документ, у якому Українська Центральна Рада вперше сформулювала широку програму соціально-економічних перетворень.</vt:lpstr>
      <vt:lpstr>Яке гасло українського національно-визвольного руху відповідає змісту Четвертого Універсалу Української Центральної Ради (УЦР)?</vt:lpstr>
      <vt:lpstr>Коли було ухвалено цитований документ?</vt:lpstr>
      <vt:lpstr>Територію якого державного утворення позначено на карті жирною лінією?</vt:lpstr>
      <vt:lpstr>Які політичні сили наприкінці жовтня — початку листопада 1917 р. вели збройну боротьбу за владу в Києві?</vt:lpstr>
      <vt:lpstr>Які документи, цитовані нижче, були оприлюднені у липні-серпні 1917 р.?</vt:lpstr>
      <vt:lpstr>Падіння Української Центральної Ради (УЦР) спричинено</vt:lpstr>
      <vt:lpstr>Однією з причин падіння Української Центральної Ради (УЦР) була</vt:lpstr>
      <vt:lpstr>Особистості</vt:lpstr>
      <vt:lpstr>Укажіть портрет діяча, про якого йдеться в цитованому документі:</vt:lpstr>
      <vt:lpstr>Презентація PowerPoint</vt:lpstr>
      <vt:lpstr>У якому році відбулася подія, описана в джерелі?</vt:lpstr>
      <vt:lpstr>Що стало безпосереднім наслідком оприлюднення цитованого документа?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12</cp:revision>
  <dcterms:created xsi:type="dcterms:W3CDTF">2025-01-03T13:45:19Z</dcterms:created>
  <dcterms:modified xsi:type="dcterms:W3CDTF">2025-01-04T21:20:14Z</dcterms:modified>
</cp:coreProperties>
</file>