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14" r:id="rId2"/>
    <p:sldMasterId id="2147483768" r:id="rId3"/>
  </p:sldMasterIdLst>
  <p:sldIdLst>
    <p:sldId id="256" r:id="rId4"/>
    <p:sldId id="257" r:id="rId5"/>
    <p:sldId id="298" r:id="rId6"/>
    <p:sldId id="301" r:id="rId7"/>
    <p:sldId id="302" r:id="rId8"/>
    <p:sldId id="304" r:id="rId9"/>
    <p:sldId id="261" r:id="rId10"/>
    <p:sldId id="260" r:id="rId11"/>
    <p:sldId id="331" r:id="rId12"/>
    <p:sldId id="349" r:id="rId13"/>
    <p:sldId id="319" r:id="rId14"/>
    <p:sldId id="259" r:id="rId15"/>
    <p:sldId id="312" r:id="rId16"/>
    <p:sldId id="317" r:id="rId17"/>
    <p:sldId id="321" r:id="rId18"/>
    <p:sldId id="346" r:id="rId19"/>
    <p:sldId id="313" r:id="rId20"/>
    <p:sldId id="308" r:id="rId21"/>
    <p:sldId id="309" r:id="rId22"/>
    <p:sldId id="356" r:id="rId23"/>
    <p:sldId id="310" r:id="rId24"/>
    <p:sldId id="305" r:id="rId25"/>
    <p:sldId id="307" r:id="rId26"/>
    <p:sldId id="318" r:id="rId27"/>
    <p:sldId id="306" r:id="rId28"/>
    <p:sldId id="342" r:id="rId29"/>
    <p:sldId id="343" r:id="rId30"/>
    <p:sldId id="344" r:id="rId31"/>
    <p:sldId id="339" r:id="rId32"/>
    <p:sldId id="340" r:id="rId33"/>
    <p:sldId id="341" r:id="rId34"/>
    <p:sldId id="345" r:id="rId35"/>
    <p:sldId id="320" r:id="rId36"/>
    <p:sldId id="322" r:id="rId37"/>
    <p:sldId id="316" r:id="rId38"/>
    <p:sldId id="311" r:id="rId39"/>
    <p:sldId id="355" r:id="rId40"/>
    <p:sldId id="324" r:id="rId41"/>
    <p:sldId id="326" r:id="rId42"/>
    <p:sldId id="350" r:id="rId43"/>
    <p:sldId id="353" r:id="rId44"/>
    <p:sldId id="327" r:id="rId45"/>
    <p:sldId id="323" r:id="rId46"/>
    <p:sldId id="332" r:id="rId47"/>
    <p:sldId id="333" r:id="rId48"/>
    <p:sldId id="334" r:id="rId49"/>
    <p:sldId id="325" r:id="rId50"/>
    <p:sldId id="348" r:id="rId51"/>
    <p:sldId id="352" r:id="rId52"/>
    <p:sldId id="328" r:id="rId53"/>
    <p:sldId id="329" r:id="rId54"/>
    <p:sldId id="314" r:id="rId55"/>
    <p:sldId id="315" r:id="rId56"/>
    <p:sldId id="351" r:id="rId57"/>
    <p:sldId id="347" r:id="rId58"/>
    <p:sldId id="336" r:id="rId59"/>
    <p:sldId id="330" r:id="rId60"/>
    <p:sldId id="335" r:id="rId61"/>
    <p:sldId id="337" r:id="rId62"/>
    <p:sldId id="338" r:id="rId63"/>
    <p:sldId id="354" r:id="rId6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29F14D5C-F7F5-4CE5-A57D-C75D99E45A70}">
          <p14:sldIdLst>
            <p14:sldId id="256"/>
          </p14:sldIdLst>
        </p14:section>
        <p14:section name="Короткий зміст попередньої лекції" id="{4E485964-3A01-4019-B010-B0C04F69DE55}">
          <p14:sldIdLst>
            <p14:sldId id="257"/>
            <p14:sldId id="298"/>
            <p14:sldId id="301"/>
            <p14:sldId id="302"/>
            <p14:sldId id="304"/>
            <p14:sldId id="261"/>
          </p14:sldIdLst>
        </p14:section>
        <p14:section name="Передумови Гетьманського перевороту" id="{EBF7DE9B-ED9F-4207-B633-B06BA60E155D}">
          <p14:sldIdLst>
            <p14:sldId id="260"/>
            <p14:sldId id="331"/>
            <p14:sldId id="349"/>
            <p14:sldId id="319"/>
            <p14:sldId id="259"/>
            <p14:sldId id="312"/>
            <p14:sldId id="317"/>
            <p14:sldId id="321"/>
            <p14:sldId id="346"/>
            <p14:sldId id="313"/>
            <p14:sldId id="308"/>
            <p14:sldId id="309"/>
            <p14:sldId id="356"/>
            <p14:sldId id="310"/>
          </p14:sldIdLst>
        </p14:section>
        <p14:section name="Українська держава" id="{A5F67FAB-19E2-4268-B98B-94E1DB7C654E}">
          <p14:sldIdLst>
            <p14:sldId id="305"/>
            <p14:sldId id="307"/>
            <p14:sldId id="318"/>
            <p14:sldId id="306"/>
            <p14:sldId id="342"/>
            <p14:sldId id="343"/>
            <p14:sldId id="344"/>
            <p14:sldId id="339"/>
            <p14:sldId id="340"/>
            <p14:sldId id="341"/>
            <p14:sldId id="345"/>
            <p14:sldId id="320"/>
            <p14:sldId id="322"/>
            <p14:sldId id="316"/>
            <p14:sldId id="311"/>
            <p14:sldId id="355"/>
            <p14:sldId id="324"/>
            <p14:sldId id="326"/>
            <p14:sldId id="350"/>
            <p14:sldId id="353"/>
            <p14:sldId id="327"/>
            <p14:sldId id="323"/>
            <p14:sldId id="332"/>
            <p14:sldId id="333"/>
            <p14:sldId id="334"/>
            <p14:sldId id="325"/>
            <p14:sldId id="348"/>
            <p14:sldId id="352"/>
            <p14:sldId id="328"/>
            <p14:sldId id="329"/>
          </p14:sldIdLst>
        </p14:section>
        <p14:section name="ЗУНР" id="{11FD93EA-5C81-465B-9289-FA73F226F6E6}">
          <p14:sldIdLst>
            <p14:sldId id="314"/>
            <p14:sldId id="315"/>
            <p14:sldId id="351"/>
            <p14:sldId id="347"/>
            <p14:sldId id="336"/>
            <p14:sldId id="330"/>
            <p14:sldId id="335"/>
            <p14:sldId id="337"/>
            <p14:sldId id="338"/>
            <p14:sldId id="35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4FF7E7-8B7A-4EC6-BF55-D6CA4106A3D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EBABAD90-C469-44B0-8AB2-988AA38D3B97}">
      <dgm:prSet/>
      <dgm:spPr/>
      <dgm:t>
        <a:bodyPr/>
        <a:lstStyle/>
        <a:p>
          <a:pPr algn="ctr"/>
          <a:r>
            <a:rPr lang="ru-RU" b="0" i="1" baseline="0" dirty="0" err="1"/>
            <a:t>Відсутність</a:t>
          </a:r>
          <a:r>
            <a:rPr lang="ru-RU" b="0" i="1" baseline="0" dirty="0"/>
            <a:t> у </a:t>
          </a:r>
          <a:r>
            <a:rPr lang="ru-RU" b="0" i="1" baseline="0" dirty="0" err="1"/>
            <a:t>керівництва</a:t>
          </a:r>
          <a:r>
            <a:rPr lang="ru-RU" b="0" i="1" baseline="0" dirty="0"/>
            <a:t> УЦР </a:t>
          </a:r>
          <a:r>
            <a:rPr lang="ru-RU" b="0" i="1" baseline="0" dirty="0" err="1"/>
            <a:t>чіткої</a:t>
          </a:r>
          <a:r>
            <a:rPr lang="ru-RU" b="0" i="1" baseline="0" dirty="0"/>
            <a:t> </a:t>
          </a:r>
          <a:r>
            <a:rPr lang="ru-RU" b="0" i="1" baseline="0" dirty="0" err="1"/>
            <a:t>програми</a:t>
          </a:r>
          <a:r>
            <a:rPr lang="ru-RU" b="0" i="1" baseline="0" dirty="0"/>
            <a:t>, брак </a:t>
          </a:r>
          <a:r>
            <a:rPr lang="ru-RU" b="0" i="1" baseline="0" dirty="0" err="1"/>
            <a:t>політичного</a:t>
          </a:r>
          <a:r>
            <a:rPr lang="ru-RU" b="0" i="1" baseline="0" dirty="0"/>
            <a:t> </a:t>
          </a:r>
          <a:r>
            <a:rPr lang="ru-RU" b="0" i="1" baseline="0" dirty="0" err="1"/>
            <a:t>досвіду</a:t>
          </a:r>
          <a:r>
            <a:rPr lang="ru-RU" b="0" i="1" baseline="0" dirty="0"/>
            <a:t> </a:t>
          </a:r>
          <a:r>
            <a:rPr lang="ru-RU" b="0" i="1" baseline="0" dirty="0" err="1"/>
            <a:t>уповільнювали</a:t>
          </a:r>
          <a:r>
            <a:rPr lang="ru-RU" b="0" i="1" baseline="0" dirty="0"/>
            <a:t> </a:t>
          </a:r>
          <a:r>
            <a:rPr lang="ru-RU" b="0" i="1" baseline="0" dirty="0" err="1"/>
            <a:t>здійснення</a:t>
          </a:r>
          <a:r>
            <a:rPr lang="ru-RU" b="0" i="1" baseline="0" dirty="0"/>
            <a:t> реформ. </a:t>
          </a:r>
          <a:endParaRPr lang="uk-UA" dirty="0"/>
        </a:p>
      </dgm:t>
    </dgm:pt>
    <dgm:pt modelId="{C820D974-5930-4AE4-98EC-F84A109DF7A2}" type="parTrans" cxnId="{EE355384-52B1-499A-A7CD-730D52BBFF07}">
      <dgm:prSet/>
      <dgm:spPr/>
      <dgm:t>
        <a:bodyPr/>
        <a:lstStyle/>
        <a:p>
          <a:pPr algn="ctr"/>
          <a:endParaRPr lang="uk-UA"/>
        </a:p>
      </dgm:t>
    </dgm:pt>
    <dgm:pt modelId="{C8399288-48B5-4517-9480-966F19CC2CE8}" type="sibTrans" cxnId="{EE355384-52B1-499A-A7CD-730D52BBFF07}">
      <dgm:prSet/>
      <dgm:spPr/>
      <dgm:t>
        <a:bodyPr/>
        <a:lstStyle/>
        <a:p>
          <a:pPr algn="ctr"/>
          <a:endParaRPr lang="uk-UA"/>
        </a:p>
      </dgm:t>
    </dgm:pt>
    <dgm:pt modelId="{0AD22EEC-54C8-4F4A-B4CC-E5E0CBF640C8}">
      <dgm:prSet/>
      <dgm:spPr/>
      <dgm:t>
        <a:bodyPr/>
        <a:lstStyle/>
        <a:p>
          <a:pPr algn="ctr"/>
          <a:r>
            <a:rPr lang="ru-RU" b="0" i="1" baseline="0"/>
            <a:t>УЦР втратила час, вагаючись між автономією та незалежністю. </a:t>
          </a:r>
          <a:endParaRPr lang="uk-UA"/>
        </a:p>
      </dgm:t>
    </dgm:pt>
    <dgm:pt modelId="{7CD4DA04-0AFE-4C2F-AE93-A76738984529}" type="parTrans" cxnId="{37BB6FCF-7131-4C42-A2A6-6BD52BFE8B4B}">
      <dgm:prSet/>
      <dgm:spPr/>
      <dgm:t>
        <a:bodyPr/>
        <a:lstStyle/>
        <a:p>
          <a:pPr algn="ctr"/>
          <a:endParaRPr lang="uk-UA"/>
        </a:p>
      </dgm:t>
    </dgm:pt>
    <dgm:pt modelId="{462126F9-2E2F-4F34-9C4B-16957C57AD60}" type="sibTrans" cxnId="{37BB6FCF-7131-4C42-A2A6-6BD52BFE8B4B}">
      <dgm:prSet/>
      <dgm:spPr/>
      <dgm:t>
        <a:bodyPr/>
        <a:lstStyle/>
        <a:p>
          <a:pPr algn="ctr"/>
          <a:endParaRPr lang="uk-UA"/>
        </a:p>
      </dgm:t>
    </dgm:pt>
    <dgm:pt modelId="{9F73A008-26F8-478C-8D73-8BED435F6B89}">
      <dgm:prSet/>
      <dgm:spPr/>
      <dgm:t>
        <a:bodyPr/>
        <a:lstStyle/>
        <a:p>
          <a:pPr algn="ctr"/>
          <a:r>
            <a:rPr lang="ru-RU" b="0" i="1" baseline="0"/>
            <a:t>Суперечки всередині УЦР блокували державотворчу діяльність. </a:t>
          </a:r>
          <a:endParaRPr lang="uk-UA"/>
        </a:p>
      </dgm:t>
    </dgm:pt>
    <dgm:pt modelId="{F256232F-F7E1-4894-A9AC-2A20D5CD6AAC}" type="parTrans" cxnId="{5AEAB883-FF55-4F88-9B5D-21AA1057A732}">
      <dgm:prSet/>
      <dgm:spPr/>
      <dgm:t>
        <a:bodyPr/>
        <a:lstStyle/>
        <a:p>
          <a:pPr algn="ctr"/>
          <a:endParaRPr lang="uk-UA"/>
        </a:p>
      </dgm:t>
    </dgm:pt>
    <dgm:pt modelId="{4A466BEC-BAE2-432C-A615-B3A07A312A67}" type="sibTrans" cxnId="{5AEAB883-FF55-4F88-9B5D-21AA1057A732}">
      <dgm:prSet/>
      <dgm:spPr/>
      <dgm:t>
        <a:bodyPr/>
        <a:lstStyle/>
        <a:p>
          <a:pPr algn="ctr"/>
          <a:endParaRPr lang="uk-UA"/>
        </a:p>
      </dgm:t>
    </dgm:pt>
    <dgm:pt modelId="{0E92BF18-2EAB-453E-ADE1-F164509E1FCA}">
      <dgm:prSet/>
      <dgm:spPr/>
      <dgm:t>
        <a:bodyPr/>
        <a:lstStyle/>
        <a:p>
          <a:pPr algn="ctr"/>
          <a:r>
            <a:rPr lang="uk-UA" b="0" i="1" baseline="0"/>
            <a:t>Військове втручання більшовицької Росії посилило дестабілізацію</a:t>
          </a:r>
          <a:endParaRPr lang="uk-UA"/>
        </a:p>
      </dgm:t>
    </dgm:pt>
    <dgm:pt modelId="{AC92E690-8113-4E0A-B26E-CACF94FB4B8A}" type="parTrans" cxnId="{F3322573-5299-44FA-A94B-B45438B75D43}">
      <dgm:prSet/>
      <dgm:spPr/>
      <dgm:t>
        <a:bodyPr/>
        <a:lstStyle/>
        <a:p>
          <a:pPr algn="ctr"/>
          <a:endParaRPr lang="uk-UA"/>
        </a:p>
      </dgm:t>
    </dgm:pt>
    <dgm:pt modelId="{48067BE9-03E9-4D84-8EDC-CF28D9DB5BAB}" type="sibTrans" cxnId="{F3322573-5299-44FA-A94B-B45438B75D43}">
      <dgm:prSet/>
      <dgm:spPr/>
      <dgm:t>
        <a:bodyPr/>
        <a:lstStyle/>
        <a:p>
          <a:pPr algn="ctr"/>
          <a:endParaRPr lang="uk-UA"/>
        </a:p>
      </dgm:t>
    </dgm:pt>
    <dgm:pt modelId="{9C11FE1B-BA89-4B6F-9CD6-F924E357EEE9}" type="pres">
      <dgm:prSet presAssocID="{A14FF7E7-8B7A-4EC6-BF55-D6CA4106A3DE}" presName="vert0" presStyleCnt="0">
        <dgm:presLayoutVars>
          <dgm:dir/>
          <dgm:animOne val="branch"/>
          <dgm:animLvl val="lvl"/>
        </dgm:presLayoutVars>
      </dgm:prSet>
      <dgm:spPr/>
    </dgm:pt>
    <dgm:pt modelId="{363AC316-EA80-47E8-B3B9-E33A92B2C467}" type="pres">
      <dgm:prSet presAssocID="{EBABAD90-C469-44B0-8AB2-988AA38D3B97}" presName="thickLine" presStyleLbl="alignNode1" presStyleIdx="0" presStyleCnt="4"/>
      <dgm:spPr/>
    </dgm:pt>
    <dgm:pt modelId="{B8168EF0-E685-47C1-BB48-6016C2F2475F}" type="pres">
      <dgm:prSet presAssocID="{EBABAD90-C469-44B0-8AB2-988AA38D3B97}" presName="horz1" presStyleCnt="0"/>
      <dgm:spPr/>
    </dgm:pt>
    <dgm:pt modelId="{E19EAB9A-628D-43AE-AF73-2B315FDF21A9}" type="pres">
      <dgm:prSet presAssocID="{EBABAD90-C469-44B0-8AB2-988AA38D3B97}" presName="tx1" presStyleLbl="revTx" presStyleIdx="0" presStyleCnt="4"/>
      <dgm:spPr/>
    </dgm:pt>
    <dgm:pt modelId="{5C62464D-4ACA-459D-B714-ABE9C3615C67}" type="pres">
      <dgm:prSet presAssocID="{EBABAD90-C469-44B0-8AB2-988AA38D3B97}" presName="vert1" presStyleCnt="0"/>
      <dgm:spPr/>
    </dgm:pt>
    <dgm:pt modelId="{BC255631-1FDF-4060-B820-20C475A4389B}" type="pres">
      <dgm:prSet presAssocID="{0AD22EEC-54C8-4F4A-B4CC-E5E0CBF640C8}" presName="thickLine" presStyleLbl="alignNode1" presStyleIdx="1" presStyleCnt="4"/>
      <dgm:spPr/>
    </dgm:pt>
    <dgm:pt modelId="{A54969B2-E7C8-42A7-A479-89F816BD8B9C}" type="pres">
      <dgm:prSet presAssocID="{0AD22EEC-54C8-4F4A-B4CC-E5E0CBF640C8}" presName="horz1" presStyleCnt="0"/>
      <dgm:spPr/>
    </dgm:pt>
    <dgm:pt modelId="{3AC15B8C-300C-4E9E-BDEC-25F08505566A}" type="pres">
      <dgm:prSet presAssocID="{0AD22EEC-54C8-4F4A-B4CC-E5E0CBF640C8}" presName="tx1" presStyleLbl="revTx" presStyleIdx="1" presStyleCnt="4"/>
      <dgm:spPr/>
    </dgm:pt>
    <dgm:pt modelId="{B0F2AEDD-3B10-4D4F-B7B0-BB3722BD8342}" type="pres">
      <dgm:prSet presAssocID="{0AD22EEC-54C8-4F4A-B4CC-E5E0CBF640C8}" presName="vert1" presStyleCnt="0"/>
      <dgm:spPr/>
    </dgm:pt>
    <dgm:pt modelId="{B5E1A99F-3C24-4C44-84FB-36ED1E507033}" type="pres">
      <dgm:prSet presAssocID="{9F73A008-26F8-478C-8D73-8BED435F6B89}" presName="thickLine" presStyleLbl="alignNode1" presStyleIdx="2" presStyleCnt="4"/>
      <dgm:spPr/>
    </dgm:pt>
    <dgm:pt modelId="{176F4D12-2A91-46DF-AA60-A9B679682B17}" type="pres">
      <dgm:prSet presAssocID="{9F73A008-26F8-478C-8D73-8BED435F6B89}" presName="horz1" presStyleCnt="0"/>
      <dgm:spPr/>
    </dgm:pt>
    <dgm:pt modelId="{B233166A-7ADA-4800-96DE-1EA4493F22E1}" type="pres">
      <dgm:prSet presAssocID="{9F73A008-26F8-478C-8D73-8BED435F6B89}" presName="tx1" presStyleLbl="revTx" presStyleIdx="2" presStyleCnt="4"/>
      <dgm:spPr/>
    </dgm:pt>
    <dgm:pt modelId="{0F5B06C3-0C78-4BB4-B647-31EF10FC7566}" type="pres">
      <dgm:prSet presAssocID="{9F73A008-26F8-478C-8D73-8BED435F6B89}" presName="vert1" presStyleCnt="0"/>
      <dgm:spPr/>
    </dgm:pt>
    <dgm:pt modelId="{9435975D-33EF-4A4B-8772-319790DC148C}" type="pres">
      <dgm:prSet presAssocID="{0E92BF18-2EAB-453E-ADE1-F164509E1FCA}" presName="thickLine" presStyleLbl="alignNode1" presStyleIdx="3" presStyleCnt="4"/>
      <dgm:spPr/>
    </dgm:pt>
    <dgm:pt modelId="{E04A6564-6FDF-4E5F-81C3-96AF1570D8BB}" type="pres">
      <dgm:prSet presAssocID="{0E92BF18-2EAB-453E-ADE1-F164509E1FCA}" presName="horz1" presStyleCnt="0"/>
      <dgm:spPr/>
    </dgm:pt>
    <dgm:pt modelId="{D702A448-F20C-4726-9112-EBDD234C936D}" type="pres">
      <dgm:prSet presAssocID="{0E92BF18-2EAB-453E-ADE1-F164509E1FCA}" presName="tx1" presStyleLbl="revTx" presStyleIdx="3" presStyleCnt="4"/>
      <dgm:spPr/>
    </dgm:pt>
    <dgm:pt modelId="{69EEEB89-53DE-40DC-A704-4A5223E99B76}" type="pres">
      <dgm:prSet presAssocID="{0E92BF18-2EAB-453E-ADE1-F164509E1FCA}" presName="vert1" presStyleCnt="0"/>
      <dgm:spPr/>
    </dgm:pt>
  </dgm:ptLst>
  <dgm:cxnLst>
    <dgm:cxn modelId="{6A87DF0A-831A-4A8D-B5F3-B80CEC76FDA0}" type="presOf" srcId="{0AD22EEC-54C8-4F4A-B4CC-E5E0CBF640C8}" destId="{3AC15B8C-300C-4E9E-BDEC-25F08505566A}" srcOrd="0" destOrd="0" presId="urn:microsoft.com/office/officeart/2008/layout/LinedList"/>
    <dgm:cxn modelId="{F8EA0212-8EF1-4B37-BF9C-7774328F3554}" type="presOf" srcId="{0E92BF18-2EAB-453E-ADE1-F164509E1FCA}" destId="{D702A448-F20C-4726-9112-EBDD234C936D}" srcOrd="0" destOrd="0" presId="urn:microsoft.com/office/officeart/2008/layout/LinedList"/>
    <dgm:cxn modelId="{F3322573-5299-44FA-A94B-B45438B75D43}" srcId="{A14FF7E7-8B7A-4EC6-BF55-D6CA4106A3DE}" destId="{0E92BF18-2EAB-453E-ADE1-F164509E1FCA}" srcOrd="3" destOrd="0" parTransId="{AC92E690-8113-4E0A-B26E-CACF94FB4B8A}" sibTransId="{48067BE9-03E9-4D84-8EDC-CF28D9DB5BAB}"/>
    <dgm:cxn modelId="{5AEAB883-FF55-4F88-9B5D-21AA1057A732}" srcId="{A14FF7E7-8B7A-4EC6-BF55-D6CA4106A3DE}" destId="{9F73A008-26F8-478C-8D73-8BED435F6B89}" srcOrd="2" destOrd="0" parTransId="{F256232F-F7E1-4894-A9AC-2A20D5CD6AAC}" sibTransId="{4A466BEC-BAE2-432C-A615-B3A07A312A67}"/>
    <dgm:cxn modelId="{EE355384-52B1-499A-A7CD-730D52BBFF07}" srcId="{A14FF7E7-8B7A-4EC6-BF55-D6CA4106A3DE}" destId="{EBABAD90-C469-44B0-8AB2-988AA38D3B97}" srcOrd="0" destOrd="0" parTransId="{C820D974-5930-4AE4-98EC-F84A109DF7A2}" sibTransId="{C8399288-48B5-4517-9480-966F19CC2CE8}"/>
    <dgm:cxn modelId="{37BB6FCF-7131-4C42-A2A6-6BD52BFE8B4B}" srcId="{A14FF7E7-8B7A-4EC6-BF55-D6CA4106A3DE}" destId="{0AD22EEC-54C8-4F4A-B4CC-E5E0CBF640C8}" srcOrd="1" destOrd="0" parTransId="{7CD4DA04-0AFE-4C2F-AE93-A76738984529}" sibTransId="{462126F9-2E2F-4F34-9C4B-16957C57AD60}"/>
    <dgm:cxn modelId="{5014A1D3-CBAF-400E-B9A1-A89701DAB340}" type="presOf" srcId="{A14FF7E7-8B7A-4EC6-BF55-D6CA4106A3DE}" destId="{9C11FE1B-BA89-4B6F-9CD6-F924E357EEE9}" srcOrd="0" destOrd="0" presId="urn:microsoft.com/office/officeart/2008/layout/LinedList"/>
    <dgm:cxn modelId="{F81A8CE1-2335-4E0D-A9CB-6E17D59C8357}" type="presOf" srcId="{EBABAD90-C469-44B0-8AB2-988AA38D3B97}" destId="{E19EAB9A-628D-43AE-AF73-2B315FDF21A9}" srcOrd="0" destOrd="0" presId="urn:microsoft.com/office/officeart/2008/layout/LinedList"/>
    <dgm:cxn modelId="{083011EA-0DB5-4049-B43C-3BC7B6ABE970}" type="presOf" srcId="{9F73A008-26F8-478C-8D73-8BED435F6B89}" destId="{B233166A-7ADA-4800-96DE-1EA4493F22E1}" srcOrd="0" destOrd="0" presId="urn:microsoft.com/office/officeart/2008/layout/LinedList"/>
    <dgm:cxn modelId="{6BC33673-2D74-44EB-A731-76FCFD5E8540}" type="presParOf" srcId="{9C11FE1B-BA89-4B6F-9CD6-F924E357EEE9}" destId="{363AC316-EA80-47E8-B3B9-E33A92B2C467}" srcOrd="0" destOrd="0" presId="urn:microsoft.com/office/officeart/2008/layout/LinedList"/>
    <dgm:cxn modelId="{A8B55EB5-8A21-4157-9BCE-9EF36003A88E}" type="presParOf" srcId="{9C11FE1B-BA89-4B6F-9CD6-F924E357EEE9}" destId="{B8168EF0-E685-47C1-BB48-6016C2F2475F}" srcOrd="1" destOrd="0" presId="urn:microsoft.com/office/officeart/2008/layout/LinedList"/>
    <dgm:cxn modelId="{3D25FA7F-7E35-42E9-B1C8-D632195825F5}" type="presParOf" srcId="{B8168EF0-E685-47C1-BB48-6016C2F2475F}" destId="{E19EAB9A-628D-43AE-AF73-2B315FDF21A9}" srcOrd="0" destOrd="0" presId="urn:microsoft.com/office/officeart/2008/layout/LinedList"/>
    <dgm:cxn modelId="{850258DC-C250-4558-B0BE-947B30E894C0}" type="presParOf" srcId="{B8168EF0-E685-47C1-BB48-6016C2F2475F}" destId="{5C62464D-4ACA-459D-B714-ABE9C3615C67}" srcOrd="1" destOrd="0" presId="urn:microsoft.com/office/officeart/2008/layout/LinedList"/>
    <dgm:cxn modelId="{8CD3FA41-4127-4146-ABEB-9F5B5034A157}" type="presParOf" srcId="{9C11FE1B-BA89-4B6F-9CD6-F924E357EEE9}" destId="{BC255631-1FDF-4060-B820-20C475A4389B}" srcOrd="2" destOrd="0" presId="urn:microsoft.com/office/officeart/2008/layout/LinedList"/>
    <dgm:cxn modelId="{E35C3239-EEEC-4B9A-B487-701378585273}" type="presParOf" srcId="{9C11FE1B-BA89-4B6F-9CD6-F924E357EEE9}" destId="{A54969B2-E7C8-42A7-A479-89F816BD8B9C}" srcOrd="3" destOrd="0" presId="urn:microsoft.com/office/officeart/2008/layout/LinedList"/>
    <dgm:cxn modelId="{B4466474-FAA9-4620-A731-FDFFFDCAE7BA}" type="presParOf" srcId="{A54969B2-E7C8-42A7-A479-89F816BD8B9C}" destId="{3AC15B8C-300C-4E9E-BDEC-25F08505566A}" srcOrd="0" destOrd="0" presId="urn:microsoft.com/office/officeart/2008/layout/LinedList"/>
    <dgm:cxn modelId="{6F489770-E717-4BD6-949E-3FA3AAC5FD84}" type="presParOf" srcId="{A54969B2-E7C8-42A7-A479-89F816BD8B9C}" destId="{B0F2AEDD-3B10-4D4F-B7B0-BB3722BD8342}" srcOrd="1" destOrd="0" presId="urn:microsoft.com/office/officeart/2008/layout/LinedList"/>
    <dgm:cxn modelId="{6D1D4C7A-C0E3-4173-8DD2-C1CD32B07830}" type="presParOf" srcId="{9C11FE1B-BA89-4B6F-9CD6-F924E357EEE9}" destId="{B5E1A99F-3C24-4C44-84FB-36ED1E507033}" srcOrd="4" destOrd="0" presId="urn:microsoft.com/office/officeart/2008/layout/LinedList"/>
    <dgm:cxn modelId="{EBFF8532-4CDF-43D6-83A2-C8F6C4CC0716}" type="presParOf" srcId="{9C11FE1B-BA89-4B6F-9CD6-F924E357EEE9}" destId="{176F4D12-2A91-46DF-AA60-A9B679682B17}" srcOrd="5" destOrd="0" presId="urn:microsoft.com/office/officeart/2008/layout/LinedList"/>
    <dgm:cxn modelId="{19D66AAC-EFF9-4DC8-AFAB-6F77EC501BA9}" type="presParOf" srcId="{176F4D12-2A91-46DF-AA60-A9B679682B17}" destId="{B233166A-7ADA-4800-96DE-1EA4493F22E1}" srcOrd="0" destOrd="0" presId="urn:microsoft.com/office/officeart/2008/layout/LinedList"/>
    <dgm:cxn modelId="{A76C1906-8035-4B32-A45D-1695B41642C8}" type="presParOf" srcId="{176F4D12-2A91-46DF-AA60-A9B679682B17}" destId="{0F5B06C3-0C78-4BB4-B647-31EF10FC7566}" srcOrd="1" destOrd="0" presId="urn:microsoft.com/office/officeart/2008/layout/LinedList"/>
    <dgm:cxn modelId="{A327B502-6E52-4432-A6A5-317CD20D8C4B}" type="presParOf" srcId="{9C11FE1B-BA89-4B6F-9CD6-F924E357EEE9}" destId="{9435975D-33EF-4A4B-8772-319790DC148C}" srcOrd="6" destOrd="0" presId="urn:microsoft.com/office/officeart/2008/layout/LinedList"/>
    <dgm:cxn modelId="{C7754D49-4C06-42C2-A65B-A2A0967FCC90}" type="presParOf" srcId="{9C11FE1B-BA89-4B6F-9CD6-F924E357EEE9}" destId="{E04A6564-6FDF-4E5F-81C3-96AF1570D8BB}" srcOrd="7" destOrd="0" presId="urn:microsoft.com/office/officeart/2008/layout/LinedList"/>
    <dgm:cxn modelId="{E812B25B-BFAF-4074-BE8D-883C5F5D5CB8}" type="presParOf" srcId="{E04A6564-6FDF-4E5F-81C3-96AF1570D8BB}" destId="{D702A448-F20C-4726-9112-EBDD234C936D}" srcOrd="0" destOrd="0" presId="urn:microsoft.com/office/officeart/2008/layout/LinedList"/>
    <dgm:cxn modelId="{3D381909-5FE1-425C-A4DF-533CB1D86B9C}" type="presParOf" srcId="{E04A6564-6FDF-4E5F-81C3-96AF1570D8BB}" destId="{69EEEB89-53DE-40DC-A704-4A5223E99B7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28C05D-5335-41AF-B796-D587765C628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509D348-60B2-407B-9825-DBD6C89EB690}">
      <dgm:prSet/>
      <dgm:spPr/>
      <dgm:t>
        <a:bodyPr/>
        <a:lstStyle/>
        <a:p>
          <a:r>
            <a:rPr lang="uk-UA" b="0" i="0"/>
            <a:t>проведення в Києві Всеукраїнського хліборобського конгресу</a:t>
          </a:r>
          <a:endParaRPr lang="uk-UA"/>
        </a:p>
      </dgm:t>
    </dgm:pt>
    <dgm:pt modelId="{F31AB4C2-7DC7-4EE3-AAA8-9F9F2A3F0A85}" type="parTrans" cxnId="{19CA9C12-7014-4868-9631-E687C21E14BB}">
      <dgm:prSet/>
      <dgm:spPr/>
      <dgm:t>
        <a:bodyPr/>
        <a:lstStyle/>
        <a:p>
          <a:endParaRPr lang="uk-UA"/>
        </a:p>
      </dgm:t>
    </dgm:pt>
    <dgm:pt modelId="{8522F719-9E99-4254-AF7D-5F4E1E321F22}" type="sibTrans" cxnId="{19CA9C12-7014-4868-9631-E687C21E14BB}">
      <dgm:prSet/>
      <dgm:spPr/>
      <dgm:t>
        <a:bodyPr/>
        <a:lstStyle/>
        <a:p>
          <a:endParaRPr lang="uk-UA"/>
        </a:p>
      </dgm:t>
    </dgm:pt>
    <dgm:pt modelId="{F01F2C49-3386-4556-83F6-0EF8A37B825D}">
      <dgm:prSet/>
      <dgm:spPr/>
      <dgm:t>
        <a:bodyPr/>
        <a:lstStyle/>
        <a:p>
          <a:r>
            <a:rPr lang="uk-UA" b="0" i="0"/>
            <a:t>оприлюднення Українською Центральною Радою Першого Універсалу</a:t>
          </a:r>
          <a:endParaRPr lang="uk-UA"/>
        </a:p>
      </dgm:t>
    </dgm:pt>
    <dgm:pt modelId="{0C20F292-152A-4F87-B719-21E931A5EA10}" type="parTrans" cxnId="{61F9B335-79FA-4566-802E-87755F397888}">
      <dgm:prSet/>
      <dgm:spPr/>
      <dgm:t>
        <a:bodyPr/>
        <a:lstStyle/>
        <a:p>
          <a:endParaRPr lang="uk-UA"/>
        </a:p>
      </dgm:t>
    </dgm:pt>
    <dgm:pt modelId="{D8A017C8-7F43-40D0-88C3-3A6A3630848C}" type="sibTrans" cxnId="{61F9B335-79FA-4566-802E-87755F397888}">
      <dgm:prSet/>
      <dgm:spPr/>
      <dgm:t>
        <a:bodyPr/>
        <a:lstStyle/>
        <a:p>
          <a:endParaRPr lang="uk-UA"/>
        </a:p>
      </dgm:t>
    </dgm:pt>
    <dgm:pt modelId="{5A78654E-760A-4BB6-9BA6-0EAC53CD6096}">
      <dgm:prSet/>
      <dgm:spPr/>
      <dgm:t>
        <a:bodyPr/>
        <a:lstStyle/>
        <a:p>
          <a:r>
            <a:rPr lang="uk-UA" b="0" i="0"/>
            <a:t>збройна боротьба за владу в Києві між більшовиками, прихильниками Тимчасового уряду Росії та Української Центральної Ради</a:t>
          </a:r>
          <a:endParaRPr lang="uk-UA"/>
        </a:p>
      </dgm:t>
    </dgm:pt>
    <dgm:pt modelId="{983C832B-71BC-4B37-995D-EE2A1ABD0623}" type="parTrans" cxnId="{99A7A54E-C83C-42F1-8B9F-4F97E48D2D88}">
      <dgm:prSet/>
      <dgm:spPr/>
      <dgm:t>
        <a:bodyPr/>
        <a:lstStyle/>
        <a:p>
          <a:endParaRPr lang="uk-UA"/>
        </a:p>
      </dgm:t>
    </dgm:pt>
    <dgm:pt modelId="{D9E0827B-7392-4576-8EE8-5459361A8688}" type="sibTrans" cxnId="{99A7A54E-C83C-42F1-8B9F-4F97E48D2D88}">
      <dgm:prSet/>
      <dgm:spPr/>
      <dgm:t>
        <a:bodyPr/>
        <a:lstStyle/>
        <a:p>
          <a:endParaRPr lang="uk-UA"/>
        </a:p>
      </dgm:t>
    </dgm:pt>
    <dgm:pt modelId="{6C559015-EBB9-4A57-8553-2F002C16D9D8}">
      <dgm:prSet/>
      <dgm:spPr/>
      <dgm:t>
        <a:bodyPr/>
        <a:lstStyle/>
        <a:p>
          <a:r>
            <a:rPr lang="uk-UA" b="0" i="0"/>
            <a:t>ультиматум Ради народних комісарів РСФРР Українській Центральній Раді</a:t>
          </a:r>
          <a:endParaRPr lang="uk-UA"/>
        </a:p>
      </dgm:t>
    </dgm:pt>
    <dgm:pt modelId="{78EECC95-7467-4D7C-A519-4141C1B5D44F}" type="parTrans" cxnId="{E2590D77-E5EC-44B2-B4AA-90F9D1271339}">
      <dgm:prSet/>
      <dgm:spPr/>
      <dgm:t>
        <a:bodyPr/>
        <a:lstStyle/>
        <a:p>
          <a:endParaRPr lang="uk-UA"/>
        </a:p>
      </dgm:t>
    </dgm:pt>
    <dgm:pt modelId="{7F878B79-2CB3-41C7-9C79-960FD2A7C490}" type="sibTrans" cxnId="{E2590D77-E5EC-44B2-B4AA-90F9D1271339}">
      <dgm:prSet/>
      <dgm:spPr/>
      <dgm:t>
        <a:bodyPr/>
        <a:lstStyle/>
        <a:p>
          <a:endParaRPr lang="uk-UA"/>
        </a:p>
      </dgm:t>
    </dgm:pt>
    <dgm:pt modelId="{BF0C4748-7A73-4BFA-BD04-5EFC19C11385}" type="pres">
      <dgm:prSet presAssocID="{C528C05D-5335-41AF-B796-D587765C6284}" presName="vert0" presStyleCnt="0">
        <dgm:presLayoutVars>
          <dgm:dir/>
          <dgm:animOne val="branch"/>
          <dgm:animLvl val="lvl"/>
        </dgm:presLayoutVars>
      </dgm:prSet>
      <dgm:spPr/>
    </dgm:pt>
    <dgm:pt modelId="{EFD00FE7-3825-4D79-8D22-2813E0085936}" type="pres">
      <dgm:prSet presAssocID="{8509D348-60B2-407B-9825-DBD6C89EB690}" presName="thickLine" presStyleLbl="alignNode1" presStyleIdx="0" presStyleCnt="4"/>
      <dgm:spPr/>
    </dgm:pt>
    <dgm:pt modelId="{7FD68DFF-98ED-4A6D-9CE3-02A2C5D2330D}" type="pres">
      <dgm:prSet presAssocID="{8509D348-60B2-407B-9825-DBD6C89EB690}" presName="horz1" presStyleCnt="0"/>
      <dgm:spPr/>
    </dgm:pt>
    <dgm:pt modelId="{8F822C41-B36F-474B-8DA5-43D0ABBD4FA4}" type="pres">
      <dgm:prSet presAssocID="{8509D348-60B2-407B-9825-DBD6C89EB690}" presName="tx1" presStyleLbl="revTx" presStyleIdx="0" presStyleCnt="4"/>
      <dgm:spPr/>
    </dgm:pt>
    <dgm:pt modelId="{AEC7B6F3-383B-4BBF-B56C-D21B7714D5ED}" type="pres">
      <dgm:prSet presAssocID="{8509D348-60B2-407B-9825-DBD6C89EB690}" presName="vert1" presStyleCnt="0"/>
      <dgm:spPr/>
    </dgm:pt>
    <dgm:pt modelId="{F95829B3-F938-43C6-BE9E-1764B7FCBCC0}" type="pres">
      <dgm:prSet presAssocID="{F01F2C49-3386-4556-83F6-0EF8A37B825D}" presName="thickLine" presStyleLbl="alignNode1" presStyleIdx="1" presStyleCnt="4"/>
      <dgm:spPr/>
    </dgm:pt>
    <dgm:pt modelId="{50195EAB-67BA-4675-9FC0-8E007DD83D5F}" type="pres">
      <dgm:prSet presAssocID="{F01F2C49-3386-4556-83F6-0EF8A37B825D}" presName="horz1" presStyleCnt="0"/>
      <dgm:spPr/>
    </dgm:pt>
    <dgm:pt modelId="{0697C18E-0EAC-468C-8D59-3B35CD7CC2EB}" type="pres">
      <dgm:prSet presAssocID="{F01F2C49-3386-4556-83F6-0EF8A37B825D}" presName="tx1" presStyleLbl="revTx" presStyleIdx="1" presStyleCnt="4"/>
      <dgm:spPr/>
    </dgm:pt>
    <dgm:pt modelId="{191557D9-A138-4223-95EE-98B0B709C153}" type="pres">
      <dgm:prSet presAssocID="{F01F2C49-3386-4556-83F6-0EF8A37B825D}" presName="vert1" presStyleCnt="0"/>
      <dgm:spPr/>
    </dgm:pt>
    <dgm:pt modelId="{25A51B92-3B70-44CB-BC2B-718B9234244B}" type="pres">
      <dgm:prSet presAssocID="{5A78654E-760A-4BB6-9BA6-0EAC53CD6096}" presName="thickLine" presStyleLbl="alignNode1" presStyleIdx="2" presStyleCnt="4"/>
      <dgm:spPr/>
    </dgm:pt>
    <dgm:pt modelId="{134143C3-7F87-44A7-97CF-1013B89F56E0}" type="pres">
      <dgm:prSet presAssocID="{5A78654E-760A-4BB6-9BA6-0EAC53CD6096}" presName="horz1" presStyleCnt="0"/>
      <dgm:spPr/>
    </dgm:pt>
    <dgm:pt modelId="{6161C522-AC4E-4CB4-8DF8-CF488AD55F3F}" type="pres">
      <dgm:prSet presAssocID="{5A78654E-760A-4BB6-9BA6-0EAC53CD6096}" presName="tx1" presStyleLbl="revTx" presStyleIdx="2" presStyleCnt="4"/>
      <dgm:spPr/>
    </dgm:pt>
    <dgm:pt modelId="{128CFC32-2BB9-444F-920D-4190093DAD5F}" type="pres">
      <dgm:prSet presAssocID="{5A78654E-760A-4BB6-9BA6-0EAC53CD6096}" presName="vert1" presStyleCnt="0"/>
      <dgm:spPr/>
    </dgm:pt>
    <dgm:pt modelId="{BD411821-6AAF-4A9F-AEFF-5E8C79FFC959}" type="pres">
      <dgm:prSet presAssocID="{6C559015-EBB9-4A57-8553-2F002C16D9D8}" presName="thickLine" presStyleLbl="alignNode1" presStyleIdx="3" presStyleCnt="4"/>
      <dgm:spPr/>
    </dgm:pt>
    <dgm:pt modelId="{36ABF97A-6749-4EB8-B517-A74C71AED304}" type="pres">
      <dgm:prSet presAssocID="{6C559015-EBB9-4A57-8553-2F002C16D9D8}" presName="horz1" presStyleCnt="0"/>
      <dgm:spPr/>
    </dgm:pt>
    <dgm:pt modelId="{1FC59E8B-AAC6-43A2-873C-2FD57AB21B28}" type="pres">
      <dgm:prSet presAssocID="{6C559015-EBB9-4A57-8553-2F002C16D9D8}" presName="tx1" presStyleLbl="revTx" presStyleIdx="3" presStyleCnt="4"/>
      <dgm:spPr/>
    </dgm:pt>
    <dgm:pt modelId="{E63FF469-E0E6-44D6-8153-9BEA64A71E63}" type="pres">
      <dgm:prSet presAssocID="{6C559015-EBB9-4A57-8553-2F002C16D9D8}" presName="vert1" presStyleCnt="0"/>
      <dgm:spPr/>
    </dgm:pt>
  </dgm:ptLst>
  <dgm:cxnLst>
    <dgm:cxn modelId="{0822E508-8587-4F9B-ADEE-E5C807D2F0D2}" type="presOf" srcId="{F01F2C49-3386-4556-83F6-0EF8A37B825D}" destId="{0697C18E-0EAC-468C-8D59-3B35CD7CC2EB}" srcOrd="0" destOrd="0" presId="urn:microsoft.com/office/officeart/2008/layout/LinedList"/>
    <dgm:cxn modelId="{19CA9C12-7014-4868-9631-E687C21E14BB}" srcId="{C528C05D-5335-41AF-B796-D587765C6284}" destId="{8509D348-60B2-407B-9825-DBD6C89EB690}" srcOrd="0" destOrd="0" parTransId="{F31AB4C2-7DC7-4EE3-AAA8-9F9F2A3F0A85}" sibTransId="{8522F719-9E99-4254-AF7D-5F4E1E321F22}"/>
    <dgm:cxn modelId="{4D895B21-FD4A-4A9A-97FC-FCE0E309389D}" type="presOf" srcId="{6C559015-EBB9-4A57-8553-2F002C16D9D8}" destId="{1FC59E8B-AAC6-43A2-873C-2FD57AB21B28}" srcOrd="0" destOrd="0" presId="urn:microsoft.com/office/officeart/2008/layout/LinedList"/>
    <dgm:cxn modelId="{61F9B335-79FA-4566-802E-87755F397888}" srcId="{C528C05D-5335-41AF-B796-D587765C6284}" destId="{F01F2C49-3386-4556-83F6-0EF8A37B825D}" srcOrd="1" destOrd="0" parTransId="{0C20F292-152A-4F87-B719-21E931A5EA10}" sibTransId="{D8A017C8-7F43-40D0-88C3-3A6A3630848C}"/>
    <dgm:cxn modelId="{55B9744B-5291-4847-A5C9-1B1EFD9BF7E4}" type="presOf" srcId="{8509D348-60B2-407B-9825-DBD6C89EB690}" destId="{8F822C41-B36F-474B-8DA5-43D0ABBD4FA4}" srcOrd="0" destOrd="0" presId="urn:microsoft.com/office/officeart/2008/layout/LinedList"/>
    <dgm:cxn modelId="{99A7A54E-C83C-42F1-8B9F-4F97E48D2D88}" srcId="{C528C05D-5335-41AF-B796-D587765C6284}" destId="{5A78654E-760A-4BB6-9BA6-0EAC53CD6096}" srcOrd="2" destOrd="0" parTransId="{983C832B-71BC-4B37-995D-EE2A1ABD0623}" sibTransId="{D9E0827B-7392-4576-8EE8-5459361A8688}"/>
    <dgm:cxn modelId="{E2590D77-E5EC-44B2-B4AA-90F9D1271339}" srcId="{C528C05D-5335-41AF-B796-D587765C6284}" destId="{6C559015-EBB9-4A57-8553-2F002C16D9D8}" srcOrd="3" destOrd="0" parTransId="{78EECC95-7467-4D7C-A519-4141C1B5D44F}" sibTransId="{7F878B79-2CB3-41C7-9C79-960FD2A7C490}"/>
    <dgm:cxn modelId="{410DAB95-A086-43BE-887B-184D2E7A5FBE}" type="presOf" srcId="{5A78654E-760A-4BB6-9BA6-0EAC53CD6096}" destId="{6161C522-AC4E-4CB4-8DF8-CF488AD55F3F}" srcOrd="0" destOrd="0" presId="urn:microsoft.com/office/officeart/2008/layout/LinedList"/>
    <dgm:cxn modelId="{D747CAA2-4E91-4881-A759-98E319972D2F}" type="presOf" srcId="{C528C05D-5335-41AF-B796-D587765C6284}" destId="{BF0C4748-7A73-4BFA-BD04-5EFC19C11385}" srcOrd="0" destOrd="0" presId="urn:microsoft.com/office/officeart/2008/layout/LinedList"/>
    <dgm:cxn modelId="{CF7D5AFD-F2DF-4095-A3DB-AC2D44BC6CB4}" type="presParOf" srcId="{BF0C4748-7A73-4BFA-BD04-5EFC19C11385}" destId="{EFD00FE7-3825-4D79-8D22-2813E0085936}" srcOrd="0" destOrd="0" presId="urn:microsoft.com/office/officeart/2008/layout/LinedList"/>
    <dgm:cxn modelId="{94694CDE-7467-4763-B7E4-80CFA8145AB0}" type="presParOf" srcId="{BF0C4748-7A73-4BFA-BD04-5EFC19C11385}" destId="{7FD68DFF-98ED-4A6D-9CE3-02A2C5D2330D}" srcOrd="1" destOrd="0" presId="urn:microsoft.com/office/officeart/2008/layout/LinedList"/>
    <dgm:cxn modelId="{7D665AFF-6529-4605-8FAE-7C10F730DBFA}" type="presParOf" srcId="{7FD68DFF-98ED-4A6D-9CE3-02A2C5D2330D}" destId="{8F822C41-B36F-474B-8DA5-43D0ABBD4FA4}" srcOrd="0" destOrd="0" presId="urn:microsoft.com/office/officeart/2008/layout/LinedList"/>
    <dgm:cxn modelId="{828D44E4-7A5C-4E69-80AD-43D638D4532C}" type="presParOf" srcId="{7FD68DFF-98ED-4A6D-9CE3-02A2C5D2330D}" destId="{AEC7B6F3-383B-4BBF-B56C-D21B7714D5ED}" srcOrd="1" destOrd="0" presId="urn:microsoft.com/office/officeart/2008/layout/LinedList"/>
    <dgm:cxn modelId="{9A0141C8-6E22-47EC-96A7-8A5A91996968}" type="presParOf" srcId="{BF0C4748-7A73-4BFA-BD04-5EFC19C11385}" destId="{F95829B3-F938-43C6-BE9E-1764B7FCBCC0}" srcOrd="2" destOrd="0" presId="urn:microsoft.com/office/officeart/2008/layout/LinedList"/>
    <dgm:cxn modelId="{495D7808-F506-4DF3-9841-68E03A4A68DC}" type="presParOf" srcId="{BF0C4748-7A73-4BFA-BD04-5EFC19C11385}" destId="{50195EAB-67BA-4675-9FC0-8E007DD83D5F}" srcOrd="3" destOrd="0" presId="urn:microsoft.com/office/officeart/2008/layout/LinedList"/>
    <dgm:cxn modelId="{102A6C97-D41E-4039-A279-8E0733EE6DEB}" type="presParOf" srcId="{50195EAB-67BA-4675-9FC0-8E007DD83D5F}" destId="{0697C18E-0EAC-468C-8D59-3B35CD7CC2EB}" srcOrd="0" destOrd="0" presId="urn:microsoft.com/office/officeart/2008/layout/LinedList"/>
    <dgm:cxn modelId="{64F926A5-1C9A-46D2-B1E2-1455FD8CF28E}" type="presParOf" srcId="{50195EAB-67BA-4675-9FC0-8E007DD83D5F}" destId="{191557D9-A138-4223-95EE-98B0B709C153}" srcOrd="1" destOrd="0" presId="urn:microsoft.com/office/officeart/2008/layout/LinedList"/>
    <dgm:cxn modelId="{54B5833A-B3A6-4992-8D8D-F0550D6EE421}" type="presParOf" srcId="{BF0C4748-7A73-4BFA-BD04-5EFC19C11385}" destId="{25A51B92-3B70-44CB-BC2B-718B9234244B}" srcOrd="4" destOrd="0" presId="urn:microsoft.com/office/officeart/2008/layout/LinedList"/>
    <dgm:cxn modelId="{713AB2BE-FDCC-4630-A8DC-FA05E09B2CF0}" type="presParOf" srcId="{BF0C4748-7A73-4BFA-BD04-5EFC19C11385}" destId="{134143C3-7F87-44A7-97CF-1013B89F56E0}" srcOrd="5" destOrd="0" presId="urn:microsoft.com/office/officeart/2008/layout/LinedList"/>
    <dgm:cxn modelId="{15C58AF7-1E8F-45F1-857A-22888658D16A}" type="presParOf" srcId="{134143C3-7F87-44A7-97CF-1013B89F56E0}" destId="{6161C522-AC4E-4CB4-8DF8-CF488AD55F3F}" srcOrd="0" destOrd="0" presId="urn:microsoft.com/office/officeart/2008/layout/LinedList"/>
    <dgm:cxn modelId="{0F46F644-C0C4-41DB-A8BD-CCC6F3B0A40F}" type="presParOf" srcId="{134143C3-7F87-44A7-97CF-1013B89F56E0}" destId="{128CFC32-2BB9-444F-920D-4190093DAD5F}" srcOrd="1" destOrd="0" presId="urn:microsoft.com/office/officeart/2008/layout/LinedList"/>
    <dgm:cxn modelId="{FDC0E3C7-6BD5-4857-BF1C-53F59E5F9FC2}" type="presParOf" srcId="{BF0C4748-7A73-4BFA-BD04-5EFC19C11385}" destId="{BD411821-6AAF-4A9F-AEFF-5E8C79FFC959}" srcOrd="6" destOrd="0" presId="urn:microsoft.com/office/officeart/2008/layout/LinedList"/>
    <dgm:cxn modelId="{A0832912-0C54-4808-BB52-B8C5896CEE49}" type="presParOf" srcId="{BF0C4748-7A73-4BFA-BD04-5EFC19C11385}" destId="{36ABF97A-6749-4EB8-B517-A74C71AED304}" srcOrd="7" destOrd="0" presId="urn:microsoft.com/office/officeart/2008/layout/LinedList"/>
    <dgm:cxn modelId="{2AA748C0-79A0-4E0F-9B08-C243F1AB76BF}" type="presParOf" srcId="{36ABF97A-6749-4EB8-B517-A74C71AED304}" destId="{1FC59E8B-AAC6-43A2-873C-2FD57AB21B28}" srcOrd="0" destOrd="0" presId="urn:microsoft.com/office/officeart/2008/layout/LinedList"/>
    <dgm:cxn modelId="{93848FAF-2691-430A-B934-253C37CC9A65}" type="presParOf" srcId="{36ABF97A-6749-4EB8-B517-A74C71AED304}" destId="{E63FF469-E0E6-44D6-8153-9BEA64A71E6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4868561-81FD-469F-BCA7-B052DB65020E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717B522-188D-4F8E-9437-A3ED231686B2}">
      <dgm:prSet/>
      <dgm:spPr/>
      <dgm:t>
        <a:bodyPr/>
        <a:lstStyle/>
        <a:p>
          <a:r>
            <a:rPr lang="uk-UA" b="0" i="0"/>
            <a:t>збройна агресія радянської Росії проти України</a:t>
          </a:r>
          <a:endParaRPr lang="uk-UA"/>
        </a:p>
      </dgm:t>
    </dgm:pt>
    <dgm:pt modelId="{B1FB2526-DE54-4162-9B60-76EAA83152C2}" type="parTrans" cxnId="{7DD5E76F-2649-4F55-AD59-A78D056B4457}">
      <dgm:prSet/>
      <dgm:spPr/>
      <dgm:t>
        <a:bodyPr/>
        <a:lstStyle/>
        <a:p>
          <a:endParaRPr lang="uk-UA"/>
        </a:p>
      </dgm:t>
    </dgm:pt>
    <dgm:pt modelId="{DAA1BCAE-64F1-42FC-BB67-A4390A84ABE0}" type="sibTrans" cxnId="{7DD5E76F-2649-4F55-AD59-A78D056B4457}">
      <dgm:prSet/>
      <dgm:spPr/>
      <dgm:t>
        <a:bodyPr/>
        <a:lstStyle/>
        <a:p>
          <a:endParaRPr lang="uk-UA"/>
        </a:p>
      </dgm:t>
    </dgm:pt>
    <dgm:pt modelId="{EB9B0550-D0D3-4F09-9314-B8A6563F97F6}">
      <dgm:prSet/>
      <dgm:spPr/>
      <dgm:t>
        <a:bodyPr/>
        <a:lstStyle/>
        <a:p>
          <a:r>
            <a:rPr lang="uk-UA" b="0" i="0"/>
            <a:t>створення Генерального секретаріату</a:t>
          </a:r>
          <a:endParaRPr lang="uk-UA"/>
        </a:p>
      </dgm:t>
    </dgm:pt>
    <dgm:pt modelId="{BE804CEE-9273-49B6-9904-9CD0372F1690}" type="parTrans" cxnId="{DAFA71FA-9EA4-4F78-9C93-158E4BAFC24A}">
      <dgm:prSet/>
      <dgm:spPr/>
      <dgm:t>
        <a:bodyPr/>
        <a:lstStyle/>
        <a:p>
          <a:endParaRPr lang="uk-UA"/>
        </a:p>
      </dgm:t>
    </dgm:pt>
    <dgm:pt modelId="{BA71F465-A38F-4414-8A56-765843FE4E07}" type="sibTrans" cxnId="{DAFA71FA-9EA4-4F78-9C93-158E4BAFC24A}">
      <dgm:prSet/>
      <dgm:spPr/>
      <dgm:t>
        <a:bodyPr/>
        <a:lstStyle/>
        <a:p>
          <a:endParaRPr lang="uk-UA"/>
        </a:p>
      </dgm:t>
    </dgm:pt>
    <dgm:pt modelId="{6B75B5BB-C2DA-4599-A398-4832C96FB691}">
      <dgm:prSet/>
      <dgm:spPr/>
      <dgm:t>
        <a:bodyPr/>
        <a:lstStyle/>
        <a:p>
          <a:r>
            <a:rPr lang="uk-UA" b="0" i="0"/>
            <a:t>прихід до влади гетьмана П. Скоропадського</a:t>
          </a:r>
          <a:endParaRPr lang="uk-UA"/>
        </a:p>
      </dgm:t>
    </dgm:pt>
    <dgm:pt modelId="{77DA08D5-8F86-43DD-947E-55CF3EE43CD7}" type="parTrans" cxnId="{4A185B60-9C29-4EA8-A5EC-2F44760E685F}">
      <dgm:prSet/>
      <dgm:spPr/>
      <dgm:t>
        <a:bodyPr/>
        <a:lstStyle/>
        <a:p>
          <a:endParaRPr lang="uk-UA"/>
        </a:p>
      </dgm:t>
    </dgm:pt>
    <dgm:pt modelId="{BB8F4312-3B2A-4D64-B38E-909EEDE65565}" type="sibTrans" cxnId="{4A185B60-9C29-4EA8-A5EC-2F44760E685F}">
      <dgm:prSet/>
      <dgm:spPr/>
      <dgm:t>
        <a:bodyPr/>
        <a:lstStyle/>
        <a:p>
          <a:endParaRPr lang="uk-UA"/>
        </a:p>
      </dgm:t>
    </dgm:pt>
    <dgm:pt modelId="{AE47AF43-3472-4C3A-A922-A087BD99A58F}">
      <dgm:prSet/>
      <dgm:spPr/>
      <dgm:t>
        <a:bodyPr/>
        <a:lstStyle/>
        <a:p>
          <a:r>
            <a:rPr lang="uk-UA" b="0" i="0"/>
            <a:t>корніловський заколот в Росії</a:t>
          </a:r>
          <a:endParaRPr lang="uk-UA"/>
        </a:p>
      </dgm:t>
    </dgm:pt>
    <dgm:pt modelId="{EF3AADC6-386D-4717-A81A-A206F894471E}" type="parTrans" cxnId="{1F9E6A82-45D0-4855-84C1-A1B48FE06CAA}">
      <dgm:prSet/>
      <dgm:spPr/>
      <dgm:t>
        <a:bodyPr/>
        <a:lstStyle/>
        <a:p>
          <a:endParaRPr lang="uk-UA"/>
        </a:p>
      </dgm:t>
    </dgm:pt>
    <dgm:pt modelId="{170219D4-7A6F-46B5-83EC-EE8553ACA12F}" type="sibTrans" cxnId="{1F9E6A82-45D0-4855-84C1-A1B48FE06CAA}">
      <dgm:prSet/>
      <dgm:spPr/>
      <dgm:t>
        <a:bodyPr/>
        <a:lstStyle/>
        <a:p>
          <a:endParaRPr lang="uk-UA"/>
        </a:p>
      </dgm:t>
    </dgm:pt>
    <dgm:pt modelId="{A07ED74B-8AFC-4DDC-82D5-E7AE6B93B949}">
      <dgm:prSet/>
      <dgm:spPr/>
      <dgm:t>
        <a:bodyPr/>
        <a:lstStyle/>
        <a:p>
          <a:r>
            <a:rPr lang="uk-UA" b="0" i="0"/>
            <a:t>проголошення Української Народної Республіки</a:t>
          </a:r>
          <a:endParaRPr lang="uk-UA"/>
        </a:p>
      </dgm:t>
    </dgm:pt>
    <dgm:pt modelId="{EB3AA1F6-993D-4EBD-A632-26585AB5F331}" type="parTrans" cxnId="{2D37A7AA-B58B-4816-B01F-A7B3ADB47CB6}">
      <dgm:prSet/>
      <dgm:spPr/>
      <dgm:t>
        <a:bodyPr/>
        <a:lstStyle/>
        <a:p>
          <a:endParaRPr lang="uk-UA"/>
        </a:p>
      </dgm:t>
    </dgm:pt>
    <dgm:pt modelId="{051185AE-976A-49AC-8A67-D295EC38A829}" type="sibTrans" cxnId="{2D37A7AA-B58B-4816-B01F-A7B3ADB47CB6}">
      <dgm:prSet/>
      <dgm:spPr/>
      <dgm:t>
        <a:bodyPr/>
        <a:lstStyle/>
        <a:p>
          <a:endParaRPr lang="uk-UA"/>
        </a:p>
      </dgm:t>
    </dgm:pt>
    <dgm:pt modelId="{3ADC1818-69F3-4ECC-AD4A-B2FC5A652FE9}" type="pres">
      <dgm:prSet presAssocID="{84868561-81FD-469F-BCA7-B052DB65020E}" presName="linearFlow" presStyleCnt="0">
        <dgm:presLayoutVars>
          <dgm:dir/>
          <dgm:resizeHandles val="exact"/>
        </dgm:presLayoutVars>
      </dgm:prSet>
      <dgm:spPr/>
    </dgm:pt>
    <dgm:pt modelId="{2D05A401-1A24-46EE-ABEF-1ABCE53605E4}" type="pres">
      <dgm:prSet presAssocID="{1717B522-188D-4F8E-9437-A3ED231686B2}" presName="composite" presStyleCnt="0"/>
      <dgm:spPr/>
    </dgm:pt>
    <dgm:pt modelId="{847C44C6-1697-49BF-97F2-096E541462F6}" type="pres">
      <dgm:prSet presAssocID="{1717B522-188D-4F8E-9437-A3ED231686B2}" presName="imgShp" presStyleLbl="fgImgPlace1" presStyleIdx="0" presStyleCnt="5"/>
      <dgm:spPr/>
    </dgm:pt>
    <dgm:pt modelId="{3F571DDA-F832-4FB9-A643-C46F911C903A}" type="pres">
      <dgm:prSet presAssocID="{1717B522-188D-4F8E-9437-A3ED231686B2}" presName="txShp" presStyleLbl="node1" presStyleIdx="0" presStyleCnt="5">
        <dgm:presLayoutVars>
          <dgm:bulletEnabled val="1"/>
        </dgm:presLayoutVars>
      </dgm:prSet>
      <dgm:spPr/>
    </dgm:pt>
    <dgm:pt modelId="{F50F4BD7-4D88-4374-9B4D-FB4373E32C7B}" type="pres">
      <dgm:prSet presAssocID="{DAA1BCAE-64F1-42FC-BB67-A4390A84ABE0}" presName="spacing" presStyleCnt="0"/>
      <dgm:spPr/>
    </dgm:pt>
    <dgm:pt modelId="{7FD0EF5F-D819-4949-9E97-4EA22F9A119F}" type="pres">
      <dgm:prSet presAssocID="{EB9B0550-D0D3-4F09-9314-B8A6563F97F6}" presName="composite" presStyleCnt="0"/>
      <dgm:spPr/>
    </dgm:pt>
    <dgm:pt modelId="{4B69E673-603C-49C1-949D-07BD25545C2D}" type="pres">
      <dgm:prSet presAssocID="{EB9B0550-D0D3-4F09-9314-B8A6563F97F6}" presName="imgShp" presStyleLbl="fgImgPlace1" presStyleIdx="1" presStyleCnt="5"/>
      <dgm:spPr/>
    </dgm:pt>
    <dgm:pt modelId="{77BD00B0-566D-4A6A-B190-4DFCE4547549}" type="pres">
      <dgm:prSet presAssocID="{EB9B0550-D0D3-4F09-9314-B8A6563F97F6}" presName="txShp" presStyleLbl="node1" presStyleIdx="1" presStyleCnt="5">
        <dgm:presLayoutVars>
          <dgm:bulletEnabled val="1"/>
        </dgm:presLayoutVars>
      </dgm:prSet>
      <dgm:spPr/>
    </dgm:pt>
    <dgm:pt modelId="{764911D8-AA8A-4D2C-A792-F91EBB6D99A8}" type="pres">
      <dgm:prSet presAssocID="{BA71F465-A38F-4414-8A56-765843FE4E07}" presName="spacing" presStyleCnt="0"/>
      <dgm:spPr/>
    </dgm:pt>
    <dgm:pt modelId="{8194AEF0-B0C4-430B-BA9C-43C34A7DB71B}" type="pres">
      <dgm:prSet presAssocID="{6B75B5BB-C2DA-4599-A398-4832C96FB691}" presName="composite" presStyleCnt="0"/>
      <dgm:spPr/>
    </dgm:pt>
    <dgm:pt modelId="{25E8FCF5-3F33-4C46-91B1-3BD641133BA3}" type="pres">
      <dgm:prSet presAssocID="{6B75B5BB-C2DA-4599-A398-4832C96FB691}" presName="imgShp" presStyleLbl="fgImgPlace1" presStyleIdx="2" presStyleCnt="5"/>
      <dgm:spPr/>
    </dgm:pt>
    <dgm:pt modelId="{3CCDAC32-1EC6-49BB-85FB-71C3A3826B0E}" type="pres">
      <dgm:prSet presAssocID="{6B75B5BB-C2DA-4599-A398-4832C96FB691}" presName="txShp" presStyleLbl="node1" presStyleIdx="2" presStyleCnt="5">
        <dgm:presLayoutVars>
          <dgm:bulletEnabled val="1"/>
        </dgm:presLayoutVars>
      </dgm:prSet>
      <dgm:spPr/>
    </dgm:pt>
    <dgm:pt modelId="{638FBAF3-5B6A-44D9-A768-CD283137E4D0}" type="pres">
      <dgm:prSet presAssocID="{BB8F4312-3B2A-4D64-B38E-909EEDE65565}" presName="spacing" presStyleCnt="0"/>
      <dgm:spPr/>
    </dgm:pt>
    <dgm:pt modelId="{19155CC6-698F-4F8E-868B-D811A8EF7379}" type="pres">
      <dgm:prSet presAssocID="{AE47AF43-3472-4C3A-A922-A087BD99A58F}" presName="composite" presStyleCnt="0"/>
      <dgm:spPr/>
    </dgm:pt>
    <dgm:pt modelId="{A8EDA94C-1F99-41AB-A0D6-A3E1E196FF77}" type="pres">
      <dgm:prSet presAssocID="{AE47AF43-3472-4C3A-A922-A087BD99A58F}" presName="imgShp" presStyleLbl="fgImgPlace1" presStyleIdx="3" presStyleCnt="5"/>
      <dgm:spPr/>
    </dgm:pt>
    <dgm:pt modelId="{037D23C1-3AC6-481E-8F2E-78A4CE40B458}" type="pres">
      <dgm:prSet presAssocID="{AE47AF43-3472-4C3A-A922-A087BD99A58F}" presName="txShp" presStyleLbl="node1" presStyleIdx="3" presStyleCnt="5">
        <dgm:presLayoutVars>
          <dgm:bulletEnabled val="1"/>
        </dgm:presLayoutVars>
      </dgm:prSet>
      <dgm:spPr/>
    </dgm:pt>
    <dgm:pt modelId="{A782A7A4-B555-4E0D-95B7-661942455198}" type="pres">
      <dgm:prSet presAssocID="{170219D4-7A6F-46B5-83EC-EE8553ACA12F}" presName="spacing" presStyleCnt="0"/>
      <dgm:spPr/>
    </dgm:pt>
    <dgm:pt modelId="{161A15F3-8731-4C2F-94A3-84BD4C327A22}" type="pres">
      <dgm:prSet presAssocID="{A07ED74B-8AFC-4DDC-82D5-E7AE6B93B949}" presName="composite" presStyleCnt="0"/>
      <dgm:spPr/>
    </dgm:pt>
    <dgm:pt modelId="{BECD6D0B-A68B-4DB6-AFDE-3F62FC5866E2}" type="pres">
      <dgm:prSet presAssocID="{A07ED74B-8AFC-4DDC-82D5-E7AE6B93B949}" presName="imgShp" presStyleLbl="fgImgPlace1" presStyleIdx="4" presStyleCnt="5"/>
      <dgm:spPr/>
    </dgm:pt>
    <dgm:pt modelId="{CC9606CC-F195-40D8-9518-AA3C6C43500E}" type="pres">
      <dgm:prSet presAssocID="{A07ED74B-8AFC-4DDC-82D5-E7AE6B93B949}" presName="txShp" presStyleLbl="node1" presStyleIdx="4" presStyleCnt="5">
        <dgm:presLayoutVars>
          <dgm:bulletEnabled val="1"/>
        </dgm:presLayoutVars>
      </dgm:prSet>
      <dgm:spPr/>
    </dgm:pt>
  </dgm:ptLst>
  <dgm:cxnLst>
    <dgm:cxn modelId="{8CBDD935-C07C-4808-A08B-BCAE7D3B5FC8}" type="presOf" srcId="{EB9B0550-D0D3-4F09-9314-B8A6563F97F6}" destId="{77BD00B0-566D-4A6A-B190-4DFCE4547549}" srcOrd="0" destOrd="0" presId="urn:microsoft.com/office/officeart/2005/8/layout/vList3"/>
    <dgm:cxn modelId="{4A185B60-9C29-4EA8-A5EC-2F44760E685F}" srcId="{84868561-81FD-469F-BCA7-B052DB65020E}" destId="{6B75B5BB-C2DA-4599-A398-4832C96FB691}" srcOrd="2" destOrd="0" parTransId="{77DA08D5-8F86-43DD-947E-55CF3EE43CD7}" sibTransId="{BB8F4312-3B2A-4D64-B38E-909EEDE65565}"/>
    <dgm:cxn modelId="{7DD5E76F-2649-4F55-AD59-A78D056B4457}" srcId="{84868561-81FD-469F-BCA7-B052DB65020E}" destId="{1717B522-188D-4F8E-9437-A3ED231686B2}" srcOrd="0" destOrd="0" parTransId="{B1FB2526-DE54-4162-9B60-76EAA83152C2}" sibTransId="{DAA1BCAE-64F1-42FC-BB67-A4390A84ABE0}"/>
    <dgm:cxn modelId="{FFEC9C59-0D2E-4FF8-A841-08537D4691F5}" type="presOf" srcId="{AE47AF43-3472-4C3A-A922-A087BD99A58F}" destId="{037D23C1-3AC6-481E-8F2E-78A4CE40B458}" srcOrd="0" destOrd="0" presId="urn:microsoft.com/office/officeart/2005/8/layout/vList3"/>
    <dgm:cxn modelId="{1F9E6A82-45D0-4855-84C1-A1B48FE06CAA}" srcId="{84868561-81FD-469F-BCA7-B052DB65020E}" destId="{AE47AF43-3472-4C3A-A922-A087BD99A58F}" srcOrd="3" destOrd="0" parTransId="{EF3AADC6-386D-4717-A81A-A206F894471E}" sibTransId="{170219D4-7A6F-46B5-83EC-EE8553ACA12F}"/>
    <dgm:cxn modelId="{2D37A7AA-B58B-4816-B01F-A7B3ADB47CB6}" srcId="{84868561-81FD-469F-BCA7-B052DB65020E}" destId="{A07ED74B-8AFC-4DDC-82D5-E7AE6B93B949}" srcOrd="4" destOrd="0" parTransId="{EB3AA1F6-993D-4EBD-A632-26585AB5F331}" sibTransId="{051185AE-976A-49AC-8A67-D295EC38A829}"/>
    <dgm:cxn modelId="{30F105B0-F4DD-4F5E-A051-450F9C4DAFF0}" type="presOf" srcId="{84868561-81FD-469F-BCA7-B052DB65020E}" destId="{3ADC1818-69F3-4ECC-AD4A-B2FC5A652FE9}" srcOrd="0" destOrd="0" presId="urn:microsoft.com/office/officeart/2005/8/layout/vList3"/>
    <dgm:cxn modelId="{2E8B90E3-9254-4B0B-8E38-F2C1AAD8F259}" type="presOf" srcId="{A07ED74B-8AFC-4DDC-82D5-E7AE6B93B949}" destId="{CC9606CC-F195-40D8-9518-AA3C6C43500E}" srcOrd="0" destOrd="0" presId="urn:microsoft.com/office/officeart/2005/8/layout/vList3"/>
    <dgm:cxn modelId="{8BC93DE8-EC56-4E4B-B7C8-12EFC40CDD23}" type="presOf" srcId="{6B75B5BB-C2DA-4599-A398-4832C96FB691}" destId="{3CCDAC32-1EC6-49BB-85FB-71C3A3826B0E}" srcOrd="0" destOrd="0" presId="urn:microsoft.com/office/officeart/2005/8/layout/vList3"/>
    <dgm:cxn modelId="{3FE9DAEB-708F-4D37-A599-DFBF863E73A3}" type="presOf" srcId="{1717B522-188D-4F8E-9437-A3ED231686B2}" destId="{3F571DDA-F832-4FB9-A643-C46F911C903A}" srcOrd="0" destOrd="0" presId="urn:microsoft.com/office/officeart/2005/8/layout/vList3"/>
    <dgm:cxn modelId="{DAFA71FA-9EA4-4F78-9C93-158E4BAFC24A}" srcId="{84868561-81FD-469F-BCA7-B052DB65020E}" destId="{EB9B0550-D0D3-4F09-9314-B8A6563F97F6}" srcOrd="1" destOrd="0" parTransId="{BE804CEE-9273-49B6-9904-9CD0372F1690}" sibTransId="{BA71F465-A38F-4414-8A56-765843FE4E07}"/>
    <dgm:cxn modelId="{5928A6E8-31B1-4686-8467-0D4DB44B3D07}" type="presParOf" srcId="{3ADC1818-69F3-4ECC-AD4A-B2FC5A652FE9}" destId="{2D05A401-1A24-46EE-ABEF-1ABCE53605E4}" srcOrd="0" destOrd="0" presId="urn:microsoft.com/office/officeart/2005/8/layout/vList3"/>
    <dgm:cxn modelId="{CCEF51CE-7160-4F40-B549-AAD27B293E8D}" type="presParOf" srcId="{2D05A401-1A24-46EE-ABEF-1ABCE53605E4}" destId="{847C44C6-1697-49BF-97F2-096E541462F6}" srcOrd="0" destOrd="0" presId="urn:microsoft.com/office/officeart/2005/8/layout/vList3"/>
    <dgm:cxn modelId="{A47D360C-FEFF-49A6-B43C-A4264147354A}" type="presParOf" srcId="{2D05A401-1A24-46EE-ABEF-1ABCE53605E4}" destId="{3F571DDA-F832-4FB9-A643-C46F911C903A}" srcOrd="1" destOrd="0" presId="urn:microsoft.com/office/officeart/2005/8/layout/vList3"/>
    <dgm:cxn modelId="{842203EB-1790-4490-9863-648F2AD5900D}" type="presParOf" srcId="{3ADC1818-69F3-4ECC-AD4A-B2FC5A652FE9}" destId="{F50F4BD7-4D88-4374-9B4D-FB4373E32C7B}" srcOrd="1" destOrd="0" presId="urn:microsoft.com/office/officeart/2005/8/layout/vList3"/>
    <dgm:cxn modelId="{58EE110B-7F0E-4E92-A95E-FF0F938259B4}" type="presParOf" srcId="{3ADC1818-69F3-4ECC-AD4A-B2FC5A652FE9}" destId="{7FD0EF5F-D819-4949-9E97-4EA22F9A119F}" srcOrd="2" destOrd="0" presId="urn:microsoft.com/office/officeart/2005/8/layout/vList3"/>
    <dgm:cxn modelId="{1C26118B-953A-48E1-8FC0-37A54FEAF932}" type="presParOf" srcId="{7FD0EF5F-D819-4949-9E97-4EA22F9A119F}" destId="{4B69E673-603C-49C1-949D-07BD25545C2D}" srcOrd="0" destOrd="0" presId="urn:microsoft.com/office/officeart/2005/8/layout/vList3"/>
    <dgm:cxn modelId="{F18199C2-E9EB-4D28-B1ED-A59FC1605E49}" type="presParOf" srcId="{7FD0EF5F-D819-4949-9E97-4EA22F9A119F}" destId="{77BD00B0-566D-4A6A-B190-4DFCE4547549}" srcOrd="1" destOrd="0" presId="urn:microsoft.com/office/officeart/2005/8/layout/vList3"/>
    <dgm:cxn modelId="{64BEA2B9-BC30-4080-979E-5678F45E8E2A}" type="presParOf" srcId="{3ADC1818-69F3-4ECC-AD4A-B2FC5A652FE9}" destId="{764911D8-AA8A-4D2C-A792-F91EBB6D99A8}" srcOrd="3" destOrd="0" presId="urn:microsoft.com/office/officeart/2005/8/layout/vList3"/>
    <dgm:cxn modelId="{55C7AE7E-8417-4CDE-BF44-7CF6006DF5C8}" type="presParOf" srcId="{3ADC1818-69F3-4ECC-AD4A-B2FC5A652FE9}" destId="{8194AEF0-B0C4-430B-BA9C-43C34A7DB71B}" srcOrd="4" destOrd="0" presId="urn:microsoft.com/office/officeart/2005/8/layout/vList3"/>
    <dgm:cxn modelId="{D86585EF-2C5A-455C-A6B4-AEAE345C9F00}" type="presParOf" srcId="{8194AEF0-B0C4-430B-BA9C-43C34A7DB71B}" destId="{25E8FCF5-3F33-4C46-91B1-3BD641133BA3}" srcOrd="0" destOrd="0" presId="urn:microsoft.com/office/officeart/2005/8/layout/vList3"/>
    <dgm:cxn modelId="{823C813F-B2DE-47B8-9E5B-9E5D660CADC3}" type="presParOf" srcId="{8194AEF0-B0C4-430B-BA9C-43C34A7DB71B}" destId="{3CCDAC32-1EC6-49BB-85FB-71C3A3826B0E}" srcOrd="1" destOrd="0" presId="urn:microsoft.com/office/officeart/2005/8/layout/vList3"/>
    <dgm:cxn modelId="{B50B393A-3C0C-46BA-9BE2-8F3ED831EAA8}" type="presParOf" srcId="{3ADC1818-69F3-4ECC-AD4A-B2FC5A652FE9}" destId="{638FBAF3-5B6A-44D9-A768-CD283137E4D0}" srcOrd="5" destOrd="0" presId="urn:microsoft.com/office/officeart/2005/8/layout/vList3"/>
    <dgm:cxn modelId="{3928E3B3-61BA-427A-83CC-888EE7EFC6E8}" type="presParOf" srcId="{3ADC1818-69F3-4ECC-AD4A-B2FC5A652FE9}" destId="{19155CC6-698F-4F8E-868B-D811A8EF7379}" srcOrd="6" destOrd="0" presId="urn:microsoft.com/office/officeart/2005/8/layout/vList3"/>
    <dgm:cxn modelId="{C26FE347-4301-4A09-B04D-7C888AB3F579}" type="presParOf" srcId="{19155CC6-698F-4F8E-868B-D811A8EF7379}" destId="{A8EDA94C-1F99-41AB-A0D6-A3E1E196FF77}" srcOrd="0" destOrd="0" presId="urn:microsoft.com/office/officeart/2005/8/layout/vList3"/>
    <dgm:cxn modelId="{E3C519D0-D12B-4283-9218-30FF08F5590D}" type="presParOf" srcId="{19155CC6-698F-4F8E-868B-D811A8EF7379}" destId="{037D23C1-3AC6-481E-8F2E-78A4CE40B458}" srcOrd="1" destOrd="0" presId="urn:microsoft.com/office/officeart/2005/8/layout/vList3"/>
    <dgm:cxn modelId="{E7283A6B-5542-4B34-91AB-EDA538904EAD}" type="presParOf" srcId="{3ADC1818-69F3-4ECC-AD4A-B2FC5A652FE9}" destId="{A782A7A4-B555-4E0D-95B7-661942455198}" srcOrd="7" destOrd="0" presId="urn:microsoft.com/office/officeart/2005/8/layout/vList3"/>
    <dgm:cxn modelId="{462D692E-49BD-436B-BB46-E84B24AEBCA4}" type="presParOf" srcId="{3ADC1818-69F3-4ECC-AD4A-B2FC5A652FE9}" destId="{161A15F3-8731-4C2F-94A3-84BD4C327A22}" srcOrd="8" destOrd="0" presId="urn:microsoft.com/office/officeart/2005/8/layout/vList3"/>
    <dgm:cxn modelId="{D234EFC6-8169-47EC-899F-56C12675B9A6}" type="presParOf" srcId="{161A15F3-8731-4C2F-94A3-84BD4C327A22}" destId="{BECD6D0B-A68B-4DB6-AFDE-3F62FC5866E2}" srcOrd="0" destOrd="0" presId="urn:microsoft.com/office/officeart/2005/8/layout/vList3"/>
    <dgm:cxn modelId="{369B946C-F00E-440C-8E11-00AE61993662}" type="presParOf" srcId="{161A15F3-8731-4C2F-94A3-84BD4C327A22}" destId="{CC9606CC-F195-40D8-9518-AA3C6C43500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AEC919C-900F-4E03-B972-1C4DB334C65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55A71BF-7B2E-4538-9740-306AA8BF6E34}">
      <dgm:prSet/>
      <dgm:spPr/>
      <dgm:t>
        <a:bodyPr/>
        <a:lstStyle/>
        <a:p>
          <a:r>
            <a:rPr lang="ru-RU" b="0" i="0"/>
            <a:t>М. Міхновський</a:t>
          </a:r>
          <a:endParaRPr lang="uk-UA"/>
        </a:p>
      </dgm:t>
    </dgm:pt>
    <dgm:pt modelId="{0CA86CB8-7B9A-486A-83E4-0C502C4C25A8}" type="parTrans" cxnId="{23F71022-7655-42DA-B7B1-D6341BA46384}">
      <dgm:prSet/>
      <dgm:spPr/>
      <dgm:t>
        <a:bodyPr/>
        <a:lstStyle/>
        <a:p>
          <a:endParaRPr lang="uk-UA"/>
        </a:p>
      </dgm:t>
    </dgm:pt>
    <dgm:pt modelId="{1A29F43F-4832-4B54-B450-0ED109F02755}" type="sibTrans" cxnId="{23F71022-7655-42DA-B7B1-D6341BA46384}">
      <dgm:prSet/>
      <dgm:spPr/>
      <dgm:t>
        <a:bodyPr/>
        <a:lstStyle/>
        <a:p>
          <a:endParaRPr lang="uk-UA"/>
        </a:p>
      </dgm:t>
    </dgm:pt>
    <dgm:pt modelId="{49A59449-1EC3-4447-85F8-0FF2A0E8DB4E}">
      <dgm:prSet/>
      <dgm:spPr/>
      <dgm:t>
        <a:bodyPr/>
        <a:lstStyle/>
        <a:p>
          <a:r>
            <a:rPr lang="ru-RU" b="0" i="0"/>
            <a:t>Є. Чикаленко</a:t>
          </a:r>
          <a:endParaRPr lang="uk-UA"/>
        </a:p>
      </dgm:t>
    </dgm:pt>
    <dgm:pt modelId="{942B918D-31A1-4B90-A233-6C9A9C609265}" type="parTrans" cxnId="{E40B8D4F-AD49-462E-B800-BD4627EEE83E}">
      <dgm:prSet/>
      <dgm:spPr/>
      <dgm:t>
        <a:bodyPr/>
        <a:lstStyle/>
        <a:p>
          <a:endParaRPr lang="uk-UA"/>
        </a:p>
      </dgm:t>
    </dgm:pt>
    <dgm:pt modelId="{93344D7A-AAD3-4C3F-B85A-B0DFEAA51142}" type="sibTrans" cxnId="{E40B8D4F-AD49-462E-B800-BD4627EEE83E}">
      <dgm:prSet/>
      <dgm:spPr/>
      <dgm:t>
        <a:bodyPr/>
        <a:lstStyle/>
        <a:p>
          <a:endParaRPr lang="uk-UA"/>
        </a:p>
      </dgm:t>
    </dgm:pt>
    <dgm:pt modelId="{DE0A6556-0CF6-424D-B41A-37D23A8FB4A8}">
      <dgm:prSet/>
      <dgm:spPr/>
      <dgm:t>
        <a:bodyPr/>
        <a:lstStyle/>
        <a:p>
          <a:r>
            <a:rPr lang="ru-RU" b="0" i="0"/>
            <a:t>В. Винниченко</a:t>
          </a:r>
          <a:endParaRPr lang="uk-UA"/>
        </a:p>
      </dgm:t>
    </dgm:pt>
    <dgm:pt modelId="{6A2D058A-E612-4C35-BC25-62975FC10DCE}" type="parTrans" cxnId="{5BEB0DA2-5A3B-416C-8142-6FDD1B1CFDBB}">
      <dgm:prSet/>
      <dgm:spPr/>
      <dgm:t>
        <a:bodyPr/>
        <a:lstStyle/>
        <a:p>
          <a:endParaRPr lang="uk-UA"/>
        </a:p>
      </dgm:t>
    </dgm:pt>
    <dgm:pt modelId="{8789DF9F-685B-4EDE-A02F-21C58E1C7F4E}" type="sibTrans" cxnId="{5BEB0DA2-5A3B-416C-8142-6FDD1B1CFDBB}">
      <dgm:prSet/>
      <dgm:spPr/>
      <dgm:t>
        <a:bodyPr/>
        <a:lstStyle/>
        <a:p>
          <a:endParaRPr lang="uk-UA"/>
        </a:p>
      </dgm:t>
    </dgm:pt>
    <dgm:pt modelId="{B06DE42F-0773-4693-AB66-41C6A781CA7E}">
      <dgm:prSet/>
      <dgm:spPr/>
      <dgm:t>
        <a:bodyPr/>
        <a:lstStyle/>
        <a:p>
          <a:r>
            <a:rPr lang="ru-RU" b="0" i="0"/>
            <a:t>І. Шраг</a:t>
          </a:r>
          <a:endParaRPr lang="uk-UA"/>
        </a:p>
      </dgm:t>
    </dgm:pt>
    <dgm:pt modelId="{31898F48-6F65-4EB1-82A9-343D7CAC6BAE}" type="parTrans" cxnId="{3ED59E97-D52D-4886-AACA-EB7C7D384F9F}">
      <dgm:prSet/>
      <dgm:spPr/>
      <dgm:t>
        <a:bodyPr/>
        <a:lstStyle/>
        <a:p>
          <a:endParaRPr lang="uk-UA"/>
        </a:p>
      </dgm:t>
    </dgm:pt>
    <dgm:pt modelId="{25C37F1F-B42B-4680-9978-04A8322D119A}" type="sibTrans" cxnId="{3ED59E97-D52D-4886-AACA-EB7C7D384F9F}">
      <dgm:prSet/>
      <dgm:spPr/>
      <dgm:t>
        <a:bodyPr/>
        <a:lstStyle/>
        <a:p>
          <a:endParaRPr lang="uk-UA"/>
        </a:p>
      </dgm:t>
    </dgm:pt>
    <dgm:pt modelId="{268D136E-D0FE-4638-BFA6-A791F8CFB193}" type="pres">
      <dgm:prSet presAssocID="{FAEC919C-900F-4E03-B972-1C4DB334C654}" presName="linearFlow" presStyleCnt="0">
        <dgm:presLayoutVars>
          <dgm:dir/>
          <dgm:resizeHandles val="exact"/>
        </dgm:presLayoutVars>
      </dgm:prSet>
      <dgm:spPr/>
    </dgm:pt>
    <dgm:pt modelId="{D17B2491-260A-48C2-BEF6-CD427A6DA0C1}" type="pres">
      <dgm:prSet presAssocID="{D55A71BF-7B2E-4538-9740-306AA8BF6E34}" presName="composite" presStyleCnt="0"/>
      <dgm:spPr/>
    </dgm:pt>
    <dgm:pt modelId="{2C01ABD7-884E-44E6-A6BF-0959334FDACC}" type="pres">
      <dgm:prSet presAssocID="{D55A71BF-7B2E-4538-9740-306AA8BF6E34}" presName="imgShp" presStyleLbl="fgImgPlace1" presStyleIdx="0" presStyleCnt="4"/>
      <dgm:spPr/>
    </dgm:pt>
    <dgm:pt modelId="{CC17F155-7EDB-4B03-ADBE-13E29EF706E1}" type="pres">
      <dgm:prSet presAssocID="{D55A71BF-7B2E-4538-9740-306AA8BF6E34}" presName="txShp" presStyleLbl="node1" presStyleIdx="0" presStyleCnt="4">
        <dgm:presLayoutVars>
          <dgm:bulletEnabled val="1"/>
        </dgm:presLayoutVars>
      </dgm:prSet>
      <dgm:spPr/>
    </dgm:pt>
    <dgm:pt modelId="{AE17EEA0-380C-4CB5-9826-73915458CEFA}" type="pres">
      <dgm:prSet presAssocID="{1A29F43F-4832-4B54-B450-0ED109F02755}" presName="spacing" presStyleCnt="0"/>
      <dgm:spPr/>
    </dgm:pt>
    <dgm:pt modelId="{7067D82E-C82D-47DC-A0EC-F194105539D1}" type="pres">
      <dgm:prSet presAssocID="{49A59449-1EC3-4447-85F8-0FF2A0E8DB4E}" presName="composite" presStyleCnt="0"/>
      <dgm:spPr/>
    </dgm:pt>
    <dgm:pt modelId="{A996572D-0D84-4816-9DF4-F16734DA7161}" type="pres">
      <dgm:prSet presAssocID="{49A59449-1EC3-4447-85F8-0FF2A0E8DB4E}" presName="imgShp" presStyleLbl="fgImgPlace1" presStyleIdx="1" presStyleCnt="4"/>
      <dgm:spPr/>
    </dgm:pt>
    <dgm:pt modelId="{A67F77D3-DF7F-443A-89CA-0C5F6034FCA1}" type="pres">
      <dgm:prSet presAssocID="{49A59449-1EC3-4447-85F8-0FF2A0E8DB4E}" presName="txShp" presStyleLbl="node1" presStyleIdx="1" presStyleCnt="4">
        <dgm:presLayoutVars>
          <dgm:bulletEnabled val="1"/>
        </dgm:presLayoutVars>
      </dgm:prSet>
      <dgm:spPr/>
    </dgm:pt>
    <dgm:pt modelId="{3A8CEB2E-22C6-49E2-B5D3-3F8D6395F391}" type="pres">
      <dgm:prSet presAssocID="{93344D7A-AAD3-4C3F-B85A-B0DFEAA51142}" presName="spacing" presStyleCnt="0"/>
      <dgm:spPr/>
    </dgm:pt>
    <dgm:pt modelId="{8150B9EC-0DB7-4699-93CE-61F8443ACE6F}" type="pres">
      <dgm:prSet presAssocID="{DE0A6556-0CF6-424D-B41A-37D23A8FB4A8}" presName="composite" presStyleCnt="0"/>
      <dgm:spPr/>
    </dgm:pt>
    <dgm:pt modelId="{60192A8E-F72E-473C-A396-EE8B66CFC8BD}" type="pres">
      <dgm:prSet presAssocID="{DE0A6556-0CF6-424D-B41A-37D23A8FB4A8}" presName="imgShp" presStyleLbl="fgImgPlace1" presStyleIdx="2" presStyleCnt="4"/>
      <dgm:spPr/>
    </dgm:pt>
    <dgm:pt modelId="{F1246EED-E36A-482F-B339-29C444E2B5FF}" type="pres">
      <dgm:prSet presAssocID="{DE0A6556-0CF6-424D-B41A-37D23A8FB4A8}" presName="txShp" presStyleLbl="node1" presStyleIdx="2" presStyleCnt="4">
        <dgm:presLayoutVars>
          <dgm:bulletEnabled val="1"/>
        </dgm:presLayoutVars>
      </dgm:prSet>
      <dgm:spPr/>
    </dgm:pt>
    <dgm:pt modelId="{7459BB98-004A-4BE6-948F-D76A5AC2B01E}" type="pres">
      <dgm:prSet presAssocID="{8789DF9F-685B-4EDE-A02F-21C58E1C7F4E}" presName="spacing" presStyleCnt="0"/>
      <dgm:spPr/>
    </dgm:pt>
    <dgm:pt modelId="{EA4249A2-C86A-456F-B1D7-181F306FC63A}" type="pres">
      <dgm:prSet presAssocID="{B06DE42F-0773-4693-AB66-41C6A781CA7E}" presName="composite" presStyleCnt="0"/>
      <dgm:spPr/>
    </dgm:pt>
    <dgm:pt modelId="{40502DFD-C510-45E5-90D1-4FA2A68C4116}" type="pres">
      <dgm:prSet presAssocID="{B06DE42F-0773-4693-AB66-41C6A781CA7E}" presName="imgShp" presStyleLbl="fgImgPlace1" presStyleIdx="3" presStyleCnt="4"/>
      <dgm:spPr/>
    </dgm:pt>
    <dgm:pt modelId="{808F7FF6-58EB-4786-9F90-27808CA2E2A3}" type="pres">
      <dgm:prSet presAssocID="{B06DE42F-0773-4693-AB66-41C6A781CA7E}" presName="txShp" presStyleLbl="node1" presStyleIdx="3" presStyleCnt="4">
        <dgm:presLayoutVars>
          <dgm:bulletEnabled val="1"/>
        </dgm:presLayoutVars>
      </dgm:prSet>
      <dgm:spPr/>
    </dgm:pt>
  </dgm:ptLst>
  <dgm:cxnLst>
    <dgm:cxn modelId="{FF1D9414-CAEE-4F02-B979-AB54DD7D7528}" type="presOf" srcId="{B06DE42F-0773-4693-AB66-41C6A781CA7E}" destId="{808F7FF6-58EB-4786-9F90-27808CA2E2A3}" srcOrd="0" destOrd="0" presId="urn:microsoft.com/office/officeart/2005/8/layout/vList3"/>
    <dgm:cxn modelId="{23F71022-7655-42DA-B7B1-D6341BA46384}" srcId="{FAEC919C-900F-4E03-B972-1C4DB334C654}" destId="{D55A71BF-7B2E-4538-9740-306AA8BF6E34}" srcOrd="0" destOrd="0" parTransId="{0CA86CB8-7B9A-486A-83E4-0C502C4C25A8}" sibTransId="{1A29F43F-4832-4B54-B450-0ED109F02755}"/>
    <dgm:cxn modelId="{E40B8D4F-AD49-462E-B800-BD4627EEE83E}" srcId="{FAEC919C-900F-4E03-B972-1C4DB334C654}" destId="{49A59449-1EC3-4447-85F8-0FF2A0E8DB4E}" srcOrd="1" destOrd="0" parTransId="{942B918D-31A1-4B90-A233-6C9A9C609265}" sibTransId="{93344D7A-AAD3-4C3F-B85A-B0DFEAA51142}"/>
    <dgm:cxn modelId="{A5F75670-E402-47D7-AA8B-82854ED3E9AA}" type="presOf" srcId="{D55A71BF-7B2E-4538-9740-306AA8BF6E34}" destId="{CC17F155-7EDB-4B03-ADBE-13E29EF706E1}" srcOrd="0" destOrd="0" presId="urn:microsoft.com/office/officeart/2005/8/layout/vList3"/>
    <dgm:cxn modelId="{3ED59E97-D52D-4886-AACA-EB7C7D384F9F}" srcId="{FAEC919C-900F-4E03-B972-1C4DB334C654}" destId="{B06DE42F-0773-4693-AB66-41C6A781CA7E}" srcOrd="3" destOrd="0" parTransId="{31898F48-6F65-4EB1-82A9-343D7CAC6BAE}" sibTransId="{25C37F1F-B42B-4680-9978-04A8322D119A}"/>
    <dgm:cxn modelId="{5BEB0DA2-5A3B-416C-8142-6FDD1B1CFDBB}" srcId="{FAEC919C-900F-4E03-B972-1C4DB334C654}" destId="{DE0A6556-0CF6-424D-B41A-37D23A8FB4A8}" srcOrd="2" destOrd="0" parTransId="{6A2D058A-E612-4C35-BC25-62975FC10DCE}" sibTransId="{8789DF9F-685B-4EDE-A02F-21C58E1C7F4E}"/>
    <dgm:cxn modelId="{175272B4-6A4C-490C-AF98-549E66B4C032}" type="presOf" srcId="{DE0A6556-0CF6-424D-B41A-37D23A8FB4A8}" destId="{F1246EED-E36A-482F-B339-29C444E2B5FF}" srcOrd="0" destOrd="0" presId="urn:microsoft.com/office/officeart/2005/8/layout/vList3"/>
    <dgm:cxn modelId="{239CEDEE-7830-4DA5-9475-055B13A38072}" type="presOf" srcId="{FAEC919C-900F-4E03-B972-1C4DB334C654}" destId="{268D136E-D0FE-4638-BFA6-A791F8CFB193}" srcOrd="0" destOrd="0" presId="urn:microsoft.com/office/officeart/2005/8/layout/vList3"/>
    <dgm:cxn modelId="{3CAA2DF8-77E1-402D-ABE5-B0F0B2298940}" type="presOf" srcId="{49A59449-1EC3-4447-85F8-0FF2A0E8DB4E}" destId="{A67F77D3-DF7F-443A-89CA-0C5F6034FCA1}" srcOrd="0" destOrd="0" presId="urn:microsoft.com/office/officeart/2005/8/layout/vList3"/>
    <dgm:cxn modelId="{E303A98A-4748-47B5-9581-69BB009593E1}" type="presParOf" srcId="{268D136E-D0FE-4638-BFA6-A791F8CFB193}" destId="{D17B2491-260A-48C2-BEF6-CD427A6DA0C1}" srcOrd="0" destOrd="0" presId="urn:microsoft.com/office/officeart/2005/8/layout/vList3"/>
    <dgm:cxn modelId="{7E8D3E8C-3401-49A6-B16E-BE322E3550D6}" type="presParOf" srcId="{D17B2491-260A-48C2-BEF6-CD427A6DA0C1}" destId="{2C01ABD7-884E-44E6-A6BF-0959334FDACC}" srcOrd="0" destOrd="0" presId="urn:microsoft.com/office/officeart/2005/8/layout/vList3"/>
    <dgm:cxn modelId="{509B87FF-B7A1-4E1A-94D8-4B8F92609E4D}" type="presParOf" srcId="{D17B2491-260A-48C2-BEF6-CD427A6DA0C1}" destId="{CC17F155-7EDB-4B03-ADBE-13E29EF706E1}" srcOrd="1" destOrd="0" presId="urn:microsoft.com/office/officeart/2005/8/layout/vList3"/>
    <dgm:cxn modelId="{5D4F3CF6-8276-4FBF-8406-D116210051F9}" type="presParOf" srcId="{268D136E-D0FE-4638-BFA6-A791F8CFB193}" destId="{AE17EEA0-380C-4CB5-9826-73915458CEFA}" srcOrd="1" destOrd="0" presId="urn:microsoft.com/office/officeart/2005/8/layout/vList3"/>
    <dgm:cxn modelId="{52F54CA7-CF7D-4095-9211-D8218AAFA010}" type="presParOf" srcId="{268D136E-D0FE-4638-BFA6-A791F8CFB193}" destId="{7067D82E-C82D-47DC-A0EC-F194105539D1}" srcOrd="2" destOrd="0" presId="urn:microsoft.com/office/officeart/2005/8/layout/vList3"/>
    <dgm:cxn modelId="{B4544E61-DB16-4948-B020-D06D823A3D44}" type="presParOf" srcId="{7067D82E-C82D-47DC-A0EC-F194105539D1}" destId="{A996572D-0D84-4816-9DF4-F16734DA7161}" srcOrd="0" destOrd="0" presId="urn:microsoft.com/office/officeart/2005/8/layout/vList3"/>
    <dgm:cxn modelId="{E60594D0-8E8D-44AE-9DF6-090BA0D47059}" type="presParOf" srcId="{7067D82E-C82D-47DC-A0EC-F194105539D1}" destId="{A67F77D3-DF7F-443A-89CA-0C5F6034FCA1}" srcOrd="1" destOrd="0" presId="urn:microsoft.com/office/officeart/2005/8/layout/vList3"/>
    <dgm:cxn modelId="{AEABA6F4-BB83-48A5-96D1-E34AA436E984}" type="presParOf" srcId="{268D136E-D0FE-4638-BFA6-A791F8CFB193}" destId="{3A8CEB2E-22C6-49E2-B5D3-3F8D6395F391}" srcOrd="3" destOrd="0" presId="urn:microsoft.com/office/officeart/2005/8/layout/vList3"/>
    <dgm:cxn modelId="{488D78B1-1EEE-49F3-BD00-B1EF62BB2172}" type="presParOf" srcId="{268D136E-D0FE-4638-BFA6-A791F8CFB193}" destId="{8150B9EC-0DB7-4699-93CE-61F8443ACE6F}" srcOrd="4" destOrd="0" presId="urn:microsoft.com/office/officeart/2005/8/layout/vList3"/>
    <dgm:cxn modelId="{2F485B39-0EE3-4E3B-99BF-FD91560702EE}" type="presParOf" srcId="{8150B9EC-0DB7-4699-93CE-61F8443ACE6F}" destId="{60192A8E-F72E-473C-A396-EE8B66CFC8BD}" srcOrd="0" destOrd="0" presId="urn:microsoft.com/office/officeart/2005/8/layout/vList3"/>
    <dgm:cxn modelId="{9B072065-E516-4501-A3F4-358BF7279338}" type="presParOf" srcId="{8150B9EC-0DB7-4699-93CE-61F8443ACE6F}" destId="{F1246EED-E36A-482F-B339-29C444E2B5FF}" srcOrd="1" destOrd="0" presId="urn:microsoft.com/office/officeart/2005/8/layout/vList3"/>
    <dgm:cxn modelId="{0009FBB2-56B3-45F7-A659-8B4AEE1068F4}" type="presParOf" srcId="{268D136E-D0FE-4638-BFA6-A791F8CFB193}" destId="{7459BB98-004A-4BE6-948F-D76A5AC2B01E}" srcOrd="5" destOrd="0" presId="urn:microsoft.com/office/officeart/2005/8/layout/vList3"/>
    <dgm:cxn modelId="{79A7969C-A7D9-4151-8249-4FD4415850C2}" type="presParOf" srcId="{268D136E-D0FE-4638-BFA6-A791F8CFB193}" destId="{EA4249A2-C86A-456F-B1D7-181F306FC63A}" srcOrd="6" destOrd="0" presId="urn:microsoft.com/office/officeart/2005/8/layout/vList3"/>
    <dgm:cxn modelId="{B2A9C37D-4655-4020-A7B7-DEB2D92EEB7E}" type="presParOf" srcId="{EA4249A2-C86A-456F-B1D7-181F306FC63A}" destId="{40502DFD-C510-45E5-90D1-4FA2A68C4116}" srcOrd="0" destOrd="0" presId="urn:microsoft.com/office/officeart/2005/8/layout/vList3"/>
    <dgm:cxn modelId="{093A83DA-A614-471D-9F18-1327A9D53D9C}" type="presParOf" srcId="{EA4249A2-C86A-456F-B1D7-181F306FC63A}" destId="{808F7FF6-58EB-4786-9F90-27808CA2E2A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BE5DC65-E541-4729-81DE-DF844F7829F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FD72E03-AFCE-48AC-9071-71D36E016209}">
      <dgm:prSet/>
      <dgm:spPr/>
      <dgm:t>
        <a:bodyPr/>
        <a:lstStyle/>
        <a:p>
          <a:r>
            <a:rPr lang="uk-UA" b="0" i="0"/>
            <a:t>ініціювання створення Товариства українських поступовців</a:t>
          </a:r>
          <a:endParaRPr lang="uk-UA"/>
        </a:p>
      </dgm:t>
    </dgm:pt>
    <dgm:pt modelId="{0C7CA486-ADC6-4DC7-B46F-3D508A352012}" type="parTrans" cxnId="{4543607D-D444-4F65-A4E8-48CA493C7CB1}">
      <dgm:prSet/>
      <dgm:spPr/>
      <dgm:t>
        <a:bodyPr/>
        <a:lstStyle/>
        <a:p>
          <a:endParaRPr lang="uk-UA"/>
        </a:p>
      </dgm:t>
    </dgm:pt>
    <dgm:pt modelId="{38E19D0E-2EC2-48EB-8856-A0C1613BD963}" type="sibTrans" cxnId="{4543607D-D444-4F65-A4E8-48CA493C7CB1}">
      <dgm:prSet/>
      <dgm:spPr/>
      <dgm:t>
        <a:bodyPr/>
        <a:lstStyle/>
        <a:p>
          <a:endParaRPr lang="uk-UA"/>
        </a:p>
      </dgm:t>
    </dgm:pt>
    <dgm:pt modelId="{8A322C31-DBB1-42FD-85DF-6D4A65A35CC6}">
      <dgm:prSet/>
      <dgm:spPr/>
      <dgm:t>
        <a:bodyPr/>
        <a:lstStyle/>
        <a:p>
          <a:r>
            <a:rPr lang="uk-UA" b="0" i="0"/>
            <a:t>створення програми Української революційної партії</a:t>
          </a:r>
          <a:endParaRPr lang="uk-UA"/>
        </a:p>
      </dgm:t>
    </dgm:pt>
    <dgm:pt modelId="{6CD41920-CECE-4391-9B5B-0E107EC93F07}" type="parTrans" cxnId="{EF23B24F-3DBC-4F7C-B5F2-7E170381CC0B}">
      <dgm:prSet/>
      <dgm:spPr/>
      <dgm:t>
        <a:bodyPr/>
        <a:lstStyle/>
        <a:p>
          <a:endParaRPr lang="uk-UA"/>
        </a:p>
      </dgm:t>
    </dgm:pt>
    <dgm:pt modelId="{C235FADD-193D-4A41-9AAA-AD67C9E69C16}" type="sibTrans" cxnId="{EF23B24F-3DBC-4F7C-B5F2-7E170381CC0B}">
      <dgm:prSet/>
      <dgm:spPr/>
      <dgm:t>
        <a:bodyPr/>
        <a:lstStyle/>
        <a:p>
          <a:endParaRPr lang="uk-UA"/>
        </a:p>
      </dgm:t>
    </dgm:pt>
    <dgm:pt modelId="{05AB3F0B-B140-4261-AE9D-00585B7047B7}">
      <dgm:prSet/>
      <dgm:spPr/>
      <dgm:t>
        <a:bodyPr/>
        <a:lstStyle/>
        <a:p>
          <a:r>
            <a:rPr lang="uk-UA" b="0" i="0"/>
            <a:t>заснування української парламентської громади в </a:t>
          </a:r>
          <a:r>
            <a:rPr lang="en-US" b="0" i="0"/>
            <a:t>I </a:t>
          </a:r>
          <a:r>
            <a:rPr lang="uk-UA" b="0" i="0"/>
            <a:t>Державній Думі Росії</a:t>
          </a:r>
          <a:endParaRPr lang="uk-UA"/>
        </a:p>
      </dgm:t>
    </dgm:pt>
    <dgm:pt modelId="{B98EF988-0EBF-43C7-B02C-2924F87F9D7B}" type="parTrans" cxnId="{E66E6259-AB97-43A9-A094-ED1F47756D42}">
      <dgm:prSet/>
      <dgm:spPr/>
      <dgm:t>
        <a:bodyPr/>
        <a:lstStyle/>
        <a:p>
          <a:endParaRPr lang="uk-UA"/>
        </a:p>
      </dgm:t>
    </dgm:pt>
    <dgm:pt modelId="{9841A006-47CC-477B-AFAC-F8292D6A4479}" type="sibTrans" cxnId="{E66E6259-AB97-43A9-A094-ED1F47756D42}">
      <dgm:prSet/>
      <dgm:spPr/>
      <dgm:t>
        <a:bodyPr/>
        <a:lstStyle/>
        <a:p>
          <a:endParaRPr lang="uk-UA"/>
        </a:p>
      </dgm:t>
    </dgm:pt>
    <dgm:pt modelId="{AB0BA857-4B1E-49E1-A17F-C6CEE17DF43A}">
      <dgm:prSet/>
      <dgm:spPr/>
      <dgm:t>
        <a:bodyPr/>
        <a:lstStyle/>
        <a:p>
          <a:r>
            <a:rPr lang="uk-UA" b="0" i="0"/>
            <a:t>утворення Директорії Української Народної Республіки</a:t>
          </a:r>
          <a:endParaRPr lang="uk-UA"/>
        </a:p>
      </dgm:t>
    </dgm:pt>
    <dgm:pt modelId="{511C7EA4-D3A0-4D5F-BDC0-C3331D44B80D}" type="parTrans" cxnId="{435CCD81-7C3B-429C-B719-AAF11F6DFF27}">
      <dgm:prSet/>
      <dgm:spPr/>
      <dgm:t>
        <a:bodyPr/>
        <a:lstStyle/>
        <a:p>
          <a:endParaRPr lang="uk-UA"/>
        </a:p>
      </dgm:t>
    </dgm:pt>
    <dgm:pt modelId="{26BE2D54-AAC8-4DA6-9648-5CF130A8ECCC}" type="sibTrans" cxnId="{435CCD81-7C3B-429C-B719-AAF11F6DFF27}">
      <dgm:prSet/>
      <dgm:spPr/>
      <dgm:t>
        <a:bodyPr/>
        <a:lstStyle/>
        <a:p>
          <a:endParaRPr lang="uk-UA"/>
        </a:p>
      </dgm:t>
    </dgm:pt>
    <dgm:pt modelId="{564EE191-3031-4E6B-BA81-7EEE44025CED}">
      <dgm:prSet/>
      <dgm:spPr/>
      <dgm:t>
        <a:bodyPr/>
        <a:lstStyle/>
        <a:p>
          <a:r>
            <a:rPr lang="uk-UA" b="0" i="0"/>
            <a:t>формування легіону Українських січових стрільців</a:t>
          </a:r>
          <a:endParaRPr lang="uk-UA"/>
        </a:p>
      </dgm:t>
    </dgm:pt>
    <dgm:pt modelId="{BA0808C0-DCF7-4343-B28C-E41A056B6163}" type="parTrans" cxnId="{F9C3109A-EE80-403B-B3C4-77C70082DE8A}">
      <dgm:prSet/>
      <dgm:spPr/>
      <dgm:t>
        <a:bodyPr/>
        <a:lstStyle/>
        <a:p>
          <a:endParaRPr lang="uk-UA"/>
        </a:p>
      </dgm:t>
    </dgm:pt>
    <dgm:pt modelId="{9436F010-09B0-44DC-BCCE-D024977ACE52}" type="sibTrans" cxnId="{F9C3109A-EE80-403B-B3C4-77C70082DE8A}">
      <dgm:prSet/>
      <dgm:spPr/>
      <dgm:t>
        <a:bodyPr/>
        <a:lstStyle/>
        <a:p>
          <a:endParaRPr lang="uk-UA"/>
        </a:p>
      </dgm:t>
    </dgm:pt>
    <dgm:pt modelId="{8AF62CA1-3907-4F80-8C30-F11B8F16A95E}" type="pres">
      <dgm:prSet presAssocID="{0BE5DC65-E541-4729-81DE-DF844F7829FE}" presName="linear" presStyleCnt="0">
        <dgm:presLayoutVars>
          <dgm:animLvl val="lvl"/>
          <dgm:resizeHandles val="exact"/>
        </dgm:presLayoutVars>
      </dgm:prSet>
      <dgm:spPr/>
    </dgm:pt>
    <dgm:pt modelId="{BD0144FD-1F81-4759-8471-F717C473D4E1}" type="pres">
      <dgm:prSet presAssocID="{CFD72E03-AFCE-48AC-9071-71D36E01620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B3C9669-D4BD-40A0-8AA8-DE46980A5D9B}" type="pres">
      <dgm:prSet presAssocID="{38E19D0E-2EC2-48EB-8856-A0C1613BD963}" presName="spacer" presStyleCnt="0"/>
      <dgm:spPr/>
    </dgm:pt>
    <dgm:pt modelId="{E19AB7F8-D409-4F89-B270-DA59BA23C293}" type="pres">
      <dgm:prSet presAssocID="{8A322C31-DBB1-42FD-85DF-6D4A65A35CC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CCC2C3C-E128-49F9-9437-09712B7F7F09}" type="pres">
      <dgm:prSet presAssocID="{C235FADD-193D-4A41-9AAA-AD67C9E69C16}" presName="spacer" presStyleCnt="0"/>
      <dgm:spPr/>
    </dgm:pt>
    <dgm:pt modelId="{22D5CD2F-D866-4538-BD53-D3878A6E7C10}" type="pres">
      <dgm:prSet presAssocID="{05AB3F0B-B140-4261-AE9D-00585B7047B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14B66D6-8301-46D4-BD2C-CF64944C802E}" type="pres">
      <dgm:prSet presAssocID="{9841A006-47CC-477B-AFAC-F8292D6A4479}" presName="spacer" presStyleCnt="0"/>
      <dgm:spPr/>
    </dgm:pt>
    <dgm:pt modelId="{B0CC9E57-E266-4E30-A291-FD1E836CD61A}" type="pres">
      <dgm:prSet presAssocID="{AB0BA857-4B1E-49E1-A17F-C6CEE17DF43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C3EBE01-EF55-49A7-B345-D0D76A0B568E}" type="pres">
      <dgm:prSet presAssocID="{26BE2D54-AAC8-4DA6-9648-5CF130A8ECCC}" presName="spacer" presStyleCnt="0"/>
      <dgm:spPr/>
    </dgm:pt>
    <dgm:pt modelId="{0A919568-EDEE-4E05-A467-BAC3672C8100}" type="pres">
      <dgm:prSet presAssocID="{564EE191-3031-4E6B-BA81-7EEE44025CE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6588E00-1EE6-4262-89A6-512EC87DA8AA}" type="presOf" srcId="{8A322C31-DBB1-42FD-85DF-6D4A65A35CC6}" destId="{E19AB7F8-D409-4F89-B270-DA59BA23C293}" srcOrd="0" destOrd="0" presId="urn:microsoft.com/office/officeart/2005/8/layout/vList2"/>
    <dgm:cxn modelId="{B7A42C01-14BA-479B-BF08-8F218E7C41A1}" type="presOf" srcId="{CFD72E03-AFCE-48AC-9071-71D36E016209}" destId="{BD0144FD-1F81-4759-8471-F717C473D4E1}" srcOrd="0" destOrd="0" presId="urn:microsoft.com/office/officeart/2005/8/layout/vList2"/>
    <dgm:cxn modelId="{E45AFA5D-AD3F-4AC8-A530-66786252F076}" type="presOf" srcId="{0BE5DC65-E541-4729-81DE-DF844F7829FE}" destId="{8AF62CA1-3907-4F80-8C30-F11B8F16A95E}" srcOrd="0" destOrd="0" presId="urn:microsoft.com/office/officeart/2005/8/layout/vList2"/>
    <dgm:cxn modelId="{EF23B24F-3DBC-4F7C-B5F2-7E170381CC0B}" srcId="{0BE5DC65-E541-4729-81DE-DF844F7829FE}" destId="{8A322C31-DBB1-42FD-85DF-6D4A65A35CC6}" srcOrd="1" destOrd="0" parTransId="{6CD41920-CECE-4391-9B5B-0E107EC93F07}" sibTransId="{C235FADD-193D-4A41-9AAA-AD67C9E69C16}"/>
    <dgm:cxn modelId="{E66E6259-AB97-43A9-A094-ED1F47756D42}" srcId="{0BE5DC65-E541-4729-81DE-DF844F7829FE}" destId="{05AB3F0B-B140-4261-AE9D-00585B7047B7}" srcOrd="2" destOrd="0" parTransId="{B98EF988-0EBF-43C7-B02C-2924F87F9D7B}" sibTransId="{9841A006-47CC-477B-AFAC-F8292D6A4479}"/>
    <dgm:cxn modelId="{4543607D-D444-4F65-A4E8-48CA493C7CB1}" srcId="{0BE5DC65-E541-4729-81DE-DF844F7829FE}" destId="{CFD72E03-AFCE-48AC-9071-71D36E016209}" srcOrd="0" destOrd="0" parTransId="{0C7CA486-ADC6-4DC7-B46F-3D508A352012}" sibTransId="{38E19D0E-2EC2-48EB-8856-A0C1613BD963}"/>
    <dgm:cxn modelId="{435CCD81-7C3B-429C-B719-AAF11F6DFF27}" srcId="{0BE5DC65-E541-4729-81DE-DF844F7829FE}" destId="{AB0BA857-4B1E-49E1-A17F-C6CEE17DF43A}" srcOrd="3" destOrd="0" parTransId="{511C7EA4-D3A0-4D5F-BDC0-C3331D44B80D}" sibTransId="{26BE2D54-AAC8-4DA6-9648-5CF130A8ECCC}"/>
    <dgm:cxn modelId="{CC10FA97-DB3F-4E79-8669-897CBBC1AFC2}" type="presOf" srcId="{564EE191-3031-4E6B-BA81-7EEE44025CED}" destId="{0A919568-EDEE-4E05-A467-BAC3672C8100}" srcOrd="0" destOrd="0" presId="urn:microsoft.com/office/officeart/2005/8/layout/vList2"/>
    <dgm:cxn modelId="{F9C3109A-EE80-403B-B3C4-77C70082DE8A}" srcId="{0BE5DC65-E541-4729-81DE-DF844F7829FE}" destId="{564EE191-3031-4E6B-BA81-7EEE44025CED}" srcOrd="4" destOrd="0" parTransId="{BA0808C0-DCF7-4343-B28C-E41A056B6163}" sibTransId="{9436F010-09B0-44DC-BCCE-D024977ACE52}"/>
    <dgm:cxn modelId="{8E3410D3-3CBC-4ABF-A9C1-FE8F1D93358E}" type="presOf" srcId="{AB0BA857-4B1E-49E1-A17F-C6CEE17DF43A}" destId="{B0CC9E57-E266-4E30-A291-FD1E836CD61A}" srcOrd="0" destOrd="0" presId="urn:microsoft.com/office/officeart/2005/8/layout/vList2"/>
    <dgm:cxn modelId="{9A9AA6E9-30FD-4390-9DDE-AB3C862F81D9}" type="presOf" srcId="{05AB3F0B-B140-4261-AE9D-00585B7047B7}" destId="{22D5CD2F-D866-4538-BD53-D3878A6E7C10}" srcOrd="0" destOrd="0" presId="urn:microsoft.com/office/officeart/2005/8/layout/vList2"/>
    <dgm:cxn modelId="{A4D4CFEF-0907-4CBC-B4A2-0D39D28CAD07}" type="presParOf" srcId="{8AF62CA1-3907-4F80-8C30-F11B8F16A95E}" destId="{BD0144FD-1F81-4759-8471-F717C473D4E1}" srcOrd="0" destOrd="0" presId="urn:microsoft.com/office/officeart/2005/8/layout/vList2"/>
    <dgm:cxn modelId="{A58A82EA-D546-459B-8BA4-D0B3E485DDE4}" type="presParOf" srcId="{8AF62CA1-3907-4F80-8C30-F11B8F16A95E}" destId="{5B3C9669-D4BD-40A0-8AA8-DE46980A5D9B}" srcOrd="1" destOrd="0" presId="urn:microsoft.com/office/officeart/2005/8/layout/vList2"/>
    <dgm:cxn modelId="{C04AA40A-94E6-4DDD-914D-F418F691A718}" type="presParOf" srcId="{8AF62CA1-3907-4F80-8C30-F11B8F16A95E}" destId="{E19AB7F8-D409-4F89-B270-DA59BA23C293}" srcOrd="2" destOrd="0" presId="urn:microsoft.com/office/officeart/2005/8/layout/vList2"/>
    <dgm:cxn modelId="{F8918D66-3EB5-488D-BDCF-CA23A5DE0532}" type="presParOf" srcId="{8AF62CA1-3907-4F80-8C30-F11B8F16A95E}" destId="{0CCC2C3C-E128-49F9-9437-09712B7F7F09}" srcOrd="3" destOrd="0" presId="urn:microsoft.com/office/officeart/2005/8/layout/vList2"/>
    <dgm:cxn modelId="{BE06F082-2CBC-4AED-AC6F-B9926D465522}" type="presParOf" srcId="{8AF62CA1-3907-4F80-8C30-F11B8F16A95E}" destId="{22D5CD2F-D866-4538-BD53-D3878A6E7C10}" srcOrd="4" destOrd="0" presId="urn:microsoft.com/office/officeart/2005/8/layout/vList2"/>
    <dgm:cxn modelId="{01D80F0A-0815-40BF-B4C3-A8CAEB362F4B}" type="presParOf" srcId="{8AF62CA1-3907-4F80-8C30-F11B8F16A95E}" destId="{414B66D6-8301-46D4-BD2C-CF64944C802E}" srcOrd="5" destOrd="0" presId="urn:microsoft.com/office/officeart/2005/8/layout/vList2"/>
    <dgm:cxn modelId="{45B51C59-D78D-4A90-87C5-8BDEEC20469B}" type="presParOf" srcId="{8AF62CA1-3907-4F80-8C30-F11B8F16A95E}" destId="{B0CC9E57-E266-4E30-A291-FD1E836CD61A}" srcOrd="6" destOrd="0" presId="urn:microsoft.com/office/officeart/2005/8/layout/vList2"/>
    <dgm:cxn modelId="{E12F4647-D019-4C96-B833-10E70A41C464}" type="presParOf" srcId="{8AF62CA1-3907-4F80-8C30-F11B8F16A95E}" destId="{2C3EBE01-EF55-49A7-B345-D0D76A0B568E}" srcOrd="7" destOrd="0" presId="urn:microsoft.com/office/officeart/2005/8/layout/vList2"/>
    <dgm:cxn modelId="{C7279728-D561-47CD-8EC6-FD44B48D3B83}" type="presParOf" srcId="{8AF62CA1-3907-4F80-8C30-F11B8F16A95E}" destId="{0A919568-EDEE-4E05-A467-BAC3672C810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1D5FCE9-4BCF-4D3C-A001-5D9080F143E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0989279-831A-492D-87E5-1DB2B64F5FD3}">
      <dgm:prSet/>
      <dgm:spPr/>
      <dgm:t>
        <a:bodyPr/>
        <a:lstStyle/>
        <a:p>
          <a:r>
            <a:rPr lang="uk-UA" b="0" i="1"/>
            <a:t>«Селянство відповіло повстанням і терором проти поміщиків.., що вибирали Гетьмана. Піднімались цілі села, викопували принесені з фронтів рушниці й виступали проти урядових сотень.., палили дворища гетьманців...»</a:t>
          </a:r>
          <a:endParaRPr lang="uk-UA"/>
        </a:p>
      </dgm:t>
    </dgm:pt>
    <dgm:pt modelId="{BE0F3342-2988-4D24-92AA-6CE3BE64FC25}" type="parTrans" cxnId="{24EA19EF-55B6-4D9E-8C0E-4806B81421D3}">
      <dgm:prSet/>
      <dgm:spPr/>
      <dgm:t>
        <a:bodyPr/>
        <a:lstStyle/>
        <a:p>
          <a:endParaRPr lang="uk-UA"/>
        </a:p>
      </dgm:t>
    </dgm:pt>
    <dgm:pt modelId="{D977E12C-E65E-4500-8A60-F763D7BDBF0A}" type="sibTrans" cxnId="{24EA19EF-55B6-4D9E-8C0E-4806B81421D3}">
      <dgm:prSet/>
      <dgm:spPr/>
      <dgm:t>
        <a:bodyPr/>
        <a:lstStyle/>
        <a:p>
          <a:endParaRPr lang="uk-UA"/>
        </a:p>
      </dgm:t>
    </dgm:pt>
    <dgm:pt modelId="{7E73DC76-A83E-4072-B73A-573BD7965DD6}">
      <dgm:prSet/>
      <dgm:spPr/>
      <dgm:t>
        <a:bodyPr/>
        <a:lstStyle/>
        <a:p>
          <a:r>
            <a:rPr lang="uk-UA" b="0" i="1"/>
            <a:t>«Більшовики, що були на з’їзді... переїхали до Харкова, улаштували там свій з’їзд і на ньому вибрали Український Радянський Уряд.., оголосивши себе єдиним робітничо-селянським Правительством на всю Україну...»</a:t>
          </a:r>
          <a:endParaRPr lang="uk-UA"/>
        </a:p>
      </dgm:t>
    </dgm:pt>
    <dgm:pt modelId="{09B18747-4A59-4810-8E44-96079D3B3654}" type="parTrans" cxnId="{6191C3FA-EF94-4BD8-98CF-5AFDDE489C21}">
      <dgm:prSet/>
      <dgm:spPr/>
      <dgm:t>
        <a:bodyPr/>
        <a:lstStyle/>
        <a:p>
          <a:endParaRPr lang="uk-UA"/>
        </a:p>
      </dgm:t>
    </dgm:pt>
    <dgm:pt modelId="{DD84C00A-7291-4879-8799-DB16A25D6685}" type="sibTrans" cxnId="{6191C3FA-EF94-4BD8-98CF-5AFDDE489C21}">
      <dgm:prSet/>
      <dgm:spPr/>
      <dgm:t>
        <a:bodyPr/>
        <a:lstStyle/>
        <a:p>
          <a:endParaRPr lang="uk-UA"/>
        </a:p>
      </dgm:t>
    </dgm:pt>
    <dgm:pt modelId="{CAB5E69A-7F94-4962-9CF2-C44BFAEF4D14}" type="pres">
      <dgm:prSet presAssocID="{C1D5FCE9-4BCF-4D3C-A001-5D9080F143E8}" presName="linear" presStyleCnt="0">
        <dgm:presLayoutVars>
          <dgm:animLvl val="lvl"/>
          <dgm:resizeHandles val="exact"/>
        </dgm:presLayoutVars>
      </dgm:prSet>
      <dgm:spPr/>
    </dgm:pt>
    <dgm:pt modelId="{B5F29F3C-48C2-4741-B6AE-9A7A964E85C6}" type="pres">
      <dgm:prSet presAssocID="{50989279-831A-492D-87E5-1DB2B64F5FD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43CD162-6F51-477C-B4CA-B4354B16F311}" type="pres">
      <dgm:prSet presAssocID="{D977E12C-E65E-4500-8A60-F763D7BDBF0A}" presName="spacer" presStyleCnt="0"/>
      <dgm:spPr/>
    </dgm:pt>
    <dgm:pt modelId="{266CD599-22B4-447E-94B7-FA9B0BD21247}" type="pres">
      <dgm:prSet presAssocID="{7E73DC76-A83E-4072-B73A-573BD7965DD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A310105-6AF8-4DBC-9F1E-1132DD22E58A}" type="presOf" srcId="{7E73DC76-A83E-4072-B73A-573BD7965DD6}" destId="{266CD599-22B4-447E-94B7-FA9B0BD21247}" srcOrd="0" destOrd="0" presId="urn:microsoft.com/office/officeart/2005/8/layout/vList2"/>
    <dgm:cxn modelId="{6455512F-961F-4540-A78B-1694035AB705}" type="presOf" srcId="{50989279-831A-492D-87E5-1DB2B64F5FD3}" destId="{B5F29F3C-48C2-4741-B6AE-9A7A964E85C6}" srcOrd="0" destOrd="0" presId="urn:microsoft.com/office/officeart/2005/8/layout/vList2"/>
    <dgm:cxn modelId="{22A1EFC8-2167-4717-AA52-D4F9BAFF551C}" type="presOf" srcId="{C1D5FCE9-4BCF-4D3C-A001-5D9080F143E8}" destId="{CAB5E69A-7F94-4962-9CF2-C44BFAEF4D14}" srcOrd="0" destOrd="0" presId="urn:microsoft.com/office/officeart/2005/8/layout/vList2"/>
    <dgm:cxn modelId="{24EA19EF-55B6-4D9E-8C0E-4806B81421D3}" srcId="{C1D5FCE9-4BCF-4D3C-A001-5D9080F143E8}" destId="{50989279-831A-492D-87E5-1DB2B64F5FD3}" srcOrd="0" destOrd="0" parTransId="{BE0F3342-2988-4D24-92AA-6CE3BE64FC25}" sibTransId="{D977E12C-E65E-4500-8A60-F763D7BDBF0A}"/>
    <dgm:cxn modelId="{6191C3FA-EF94-4BD8-98CF-5AFDDE489C21}" srcId="{C1D5FCE9-4BCF-4D3C-A001-5D9080F143E8}" destId="{7E73DC76-A83E-4072-B73A-573BD7965DD6}" srcOrd="1" destOrd="0" parTransId="{09B18747-4A59-4810-8E44-96079D3B3654}" sibTransId="{DD84C00A-7291-4879-8799-DB16A25D6685}"/>
    <dgm:cxn modelId="{83E977A5-36B6-4C6C-84CC-0870AB96A217}" type="presParOf" srcId="{CAB5E69A-7F94-4962-9CF2-C44BFAEF4D14}" destId="{B5F29F3C-48C2-4741-B6AE-9A7A964E85C6}" srcOrd="0" destOrd="0" presId="urn:microsoft.com/office/officeart/2005/8/layout/vList2"/>
    <dgm:cxn modelId="{DAD0257F-BCE1-4F0E-827C-6177590D126D}" type="presParOf" srcId="{CAB5E69A-7F94-4962-9CF2-C44BFAEF4D14}" destId="{743CD162-6F51-477C-B4CA-B4354B16F311}" srcOrd="1" destOrd="0" presId="urn:microsoft.com/office/officeart/2005/8/layout/vList2"/>
    <dgm:cxn modelId="{3CE5C5B9-EEF8-43E2-A321-DC69173730CC}" type="presParOf" srcId="{CAB5E69A-7F94-4962-9CF2-C44BFAEF4D14}" destId="{266CD599-22B4-447E-94B7-FA9B0BD2124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F65B4C1-8F2D-4038-A6BD-CF8B7F3D91B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06C006B-222D-412A-89C3-0F2BFF0E9057}">
      <dgm:prSet/>
      <dgm:spPr/>
      <dgm:t>
        <a:bodyPr/>
        <a:lstStyle/>
        <a:p>
          <a:r>
            <a:rPr lang="uk-UA" b="0" i="1"/>
            <a:t>«А наступними днями, як виплив з Універсалу, як логічне переведення його в життя було засновано Генеральний Секретаріат Української Центральної Ради, інститут, який мав реалізувати виставлені в Універсалі тези...»</a:t>
          </a:r>
          <a:endParaRPr lang="uk-UA"/>
        </a:p>
      </dgm:t>
    </dgm:pt>
    <dgm:pt modelId="{E1B58D9D-730F-403E-8F7D-234969536E7D}" type="parTrans" cxnId="{5E196CC8-ECAE-4DD5-B9BC-0440C1E18EA8}">
      <dgm:prSet/>
      <dgm:spPr/>
      <dgm:t>
        <a:bodyPr/>
        <a:lstStyle/>
        <a:p>
          <a:endParaRPr lang="uk-UA"/>
        </a:p>
      </dgm:t>
    </dgm:pt>
    <dgm:pt modelId="{5F6930B3-9886-41BB-9AFF-93481F40136E}" type="sibTrans" cxnId="{5E196CC8-ECAE-4DD5-B9BC-0440C1E18EA8}">
      <dgm:prSet/>
      <dgm:spPr/>
      <dgm:t>
        <a:bodyPr/>
        <a:lstStyle/>
        <a:p>
          <a:endParaRPr lang="uk-UA"/>
        </a:p>
      </dgm:t>
    </dgm:pt>
    <dgm:pt modelId="{EAB99823-CF69-46D8-B0ED-F2025CCA6807}">
      <dgm:prSet/>
      <dgm:spPr/>
      <dgm:t>
        <a:bodyPr/>
        <a:lstStyle/>
        <a:p>
          <a:r>
            <a:rPr lang="uk-UA" b="0" i="1"/>
            <a:t>«Українська Центральна Рада із задоволенням взяла до відома заяву вищої команди в справі формування першого українського полку, як визнання українізації армії.., підтримує... виокремлення українців в окремі відділи...»</a:t>
          </a:r>
          <a:endParaRPr lang="uk-UA"/>
        </a:p>
      </dgm:t>
    </dgm:pt>
    <dgm:pt modelId="{8B44F25F-A286-4D25-8278-460CCC00EDA5}" type="parTrans" cxnId="{FC37AEC8-8CFC-46B5-B112-212F89F8896A}">
      <dgm:prSet/>
      <dgm:spPr/>
      <dgm:t>
        <a:bodyPr/>
        <a:lstStyle/>
        <a:p>
          <a:endParaRPr lang="uk-UA"/>
        </a:p>
      </dgm:t>
    </dgm:pt>
    <dgm:pt modelId="{568A37C8-E0C2-4AEC-B6BC-24F9E41785AC}" type="sibTrans" cxnId="{FC37AEC8-8CFC-46B5-B112-212F89F8896A}">
      <dgm:prSet/>
      <dgm:spPr/>
      <dgm:t>
        <a:bodyPr/>
        <a:lstStyle/>
        <a:p>
          <a:endParaRPr lang="uk-UA"/>
        </a:p>
      </dgm:t>
    </dgm:pt>
    <dgm:pt modelId="{88265F6E-3CE7-4C4A-8F19-4BB48BBFBC75}" type="pres">
      <dgm:prSet presAssocID="{DF65B4C1-8F2D-4038-A6BD-CF8B7F3D91BE}" presName="linear" presStyleCnt="0">
        <dgm:presLayoutVars>
          <dgm:animLvl val="lvl"/>
          <dgm:resizeHandles val="exact"/>
        </dgm:presLayoutVars>
      </dgm:prSet>
      <dgm:spPr/>
    </dgm:pt>
    <dgm:pt modelId="{A132AC57-9488-4C80-AE58-E5B180FC257F}" type="pres">
      <dgm:prSet presAssocID="{E06C006B-222D-412A-89C3-0F2BFF0E905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88CD8DA-EC3E-4F13-ABA3-2AC1985E2C7C}" type="pres">
      <dgm:prSet presAssocID="{5F6930B3-9886-41BB-9AFF-93481F40136E}" presName="spacer" presStyleCnt="0"/>
      <dgm:spPr/>
    </dgm:pt>
    <dgm:pt modelId="{ADDF930A-D4B7-481A-8A1D-E78B85C39741}" type="pres">
      <dgm:prSet presAssocID="{EAB99823-CF69-46D8-B0ED-F2025CCA680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4912708-63F6-44C1-B496-71BEF2E503EC}" type="presOf" srcId="{EAB99823-CF69-46D8-B0ED-F2025CCA6807}" destId="{ADDF930A-D4B7-481A-8A1D-E78B85C39741}" srcOrd="0" destOrd="0" presId="urn:microsoft.com/office/officeart/2005/8/layout/vList2"/>
    <dgm:cxn modelId="{8031A29D-A604-4F85-BE95-1FDEFE2E582F}" type="presOf" srcId="{DF65B4C1-8F2D-4038-A6BD-CF8B7F3D91BE}" destId="{88265F6E-3CE7-4C4A-8F19-4BB48BBFBC75}" srcOrd="0" destOrd="0" presId="urn:microsoft.com/office/officeart/2005/8/layout/vList2"/>
    <dgm:cxn modelId="{5E196CC8-ECAE-4DD5-B9BC-0440C1E18EA8}" srcId="{DF65B4C1-8F2D-4038-A6BD-CF8B7F3D91BE}" destId="{E06C006B-222D-412A-89C3-0F2BFF0E9057}" srcOrd="0" destOrd="0" parTransId="{E1B58D9D-730F-403E-8F7D-234969536E7D}" sibTransId="{5F6930B3-9886-41BB-9AFF-93481F40136E}"/>
    <dgm:cxn modelId="{FC37AEC8-8CFC-46B5-B112-212F89F8896A}" srcId="{DF65B4C1-8F2D-4038-A6BD-CF8B7F3D91BE}" destId="{EAB99823-CF69-46D8-B0ED-F2025CCA6807}" srcOrd="1" destOrd="0" parTransId="{8B44F25F-A286-4D25-8278-460CCC00EDA5}" sibTransId="{568A37C8-E0C2-4AEC-B6BC-24F9E41785AC}"/>
    <dgm:cxn modelId="{F7F2F1D5-0700-408B-BF2D-2D7857E0F925}" type="presOf" srcId="{E06C006B-222D-412A-89C3-0F2BFF0E9057}" destId="{A132AC57-9488-4C80-AE58-E5B180FC257F}" srcOrd="0" destOrd="0" presId="urn:microsoft.com/office/officeart/2005/8/layout/vList2"/>
    <dgm:cxn modelId="{149E2C22-DEE7-43B1-B6F7-84CB569BF029}" type="presParOf" srcId="{88265F6E-3CE7-4C4A-8F19-4BB48BBFBC75}" destId="{A132AC57-9488-4C80-AE58-E5B180FC257F}" srcOrd="0" destOrd="0" presId="urn:microsoft.com/office/officeart/2005/8/layout/vList2"/>
    <dgm:cxn modelId="{780EF65D-52A5-425F-9D95-52B12144FF8F}" type="presParOf" srcId="{88265F6E-3CE7-4C4A-8F19-4BB48BBFBC75}" destId="{D88CD8DA-EC3E-4F13-ABA3-2AC1985E2C7C}" srcOrd="1" destOrd="0" presId="urn:microsoft.com/office/officeart/2005/8/layout/vList2"/>
    <dgm:cxn modelId="{058965D4-0D19-411E-9AEE-23BC617D4C42}" type="presParOf" srcId="{88265F6E-3CE7-4C4A-8F19-4BB48BBFBC75}" destId="{ADDF930A-D4B7-481A-8A1D-E78B85C3974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5710EA1-38A8-4B9A-BD40-4DEE38A324D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2BCE2D-6297-46A9-BCAB-16D099C78C44}">
      <dgm:prSet/>
      <dgm:spPr/>
      <dgm:t>
        <a:bodyPr/>
        <a:lstStyle/>
        <a:p>
          <a:r>
            <a:rPr lang="uk-UA" b="0" i="0"/>
            <a:t>окупація території України німецькими та австро-угорськими військами</a:t>
          </a:r>
          <a:endParaRPr lang="uk-UA"/>
        </a:p>
      </dgm:t>
    </dgm:pt>
    <dgm:pt modelId="{86781DDE-A8DE-4779-9B4F-36B021B924CC}" type="parTrans" cxnId="{C49D9039-7676-429F-9CCD-93CE9A0D6318}">
      <dgm:prSet/>
      <dgm:spPr/>
      <dgm:t>
        <a:bodyPr/>
        <a:lstStyle/>
        <a:p>
          <a:endParaRPr lang="uk-UA"/>
        </a:p>
      </dgm:t>
    </dgm:pt>
    <dgm:pt modelId="{33EAC776-41FA-49A3-84D7-B407D756E7D1}" type="sibTrans" cxnId="{C49D9039-7676-429F-9CCD-93CE9A0D6318}">
      <dgm:prSet/>
      <dgm:spPr/>
      <dgm:t>
        <a:bodyPr/>
        <a:lstStyle/>
        <a:p>
          <a:endParaRPr lang="uk-UA"/>
        </a:p>
      </dgm:t>
    </dgm:pt>
    <dgm:pt modelId="{28DBCDF3-4CAE-4DF1-A9E2-5BBC8672DDCB}">
      <dgm:prSet/>
      <dgm:spPr/>
      <dgm:t>
        <a:bodyPr/>
        <a:lstStyle/>
        <a:p>
          <a:r>
            <a:rPr lang="uk-UA" b="0" i="0"/>
            <a:t>висадка військ Антанти на Півдні України</a:t>
          </a:r>
          <a:endParaRPr lang="uk-UA"/>
        </a:p>
      </dgm:t>
    </dgm:pt>
    <dgm:pt modelId="{CA73FAB7-8C83-4F04-A556-69E78CE15282}" type="parTrans" cxnId="{46F972D1-EF0D-4A68-B94B-8C9BFB73361B}">
      <dgm:prSet/>
      <dgm:spPr/>
      <dgm:t>
        <a:bodyPr/>
        <a:lstStyle/>
        <a:p>
          <a:endParaRPr lang="uk-UA"/>
        </a:p>
      </dgm:t>
    </dgm:pt>
    <dgm:pt modelId="{6D1B6EC4-D8C9-4939-945F-5E3DA899FD88}" type="sibTrans" cxnId="{46F972D1-EF0D-4A68-B94B-8C9BFB73361B}">
      <dgm:prSet/>
      <dgm:spPr/>
      <dgm:t>
        <a:bodyPr/>
        <a:lstStyle/>
        <a:p>
          <a:endParaRPr lang="uk-UA"/>
        </a:p>
      </dgm:t>
    </dgm:pt>
    <dgm:pt modelId="{8110429B-610D-492F-B8EA-E28A7BFB661E}">
      <dgm:prSet/>
      <dgm:spPr/>
      <dgm:t>
        <a:bodyPr/>
        <a:lstStyle/>
        <a:p>
          <a:r>
            <a:rPr lang="uk-UA" b="0" i="0"/>
            <a:t>селянський повстанський рух проти політики «воєнного комунізму»</a:t>
          </a:r>
          <a:endParaRPr lang="uk-UA"/>
        </a:p>
      </dgm:t>
    </dgm:pt>
    <dgm:pt modelId="{66506CD2-B882-41D4-BD06-7E2066F48512}" type="parTrans" cxnId="{D959CA1E-B647-490F-B2C3-50B967DB08DD}">
      <dgm:prSet/>
      <dgm:spPr/>
      <dgm:t>
        <a:bodyPr/>
        <a:lstStyle/>
        <a:p>
          <a:endParaRPr lang="uk-UA"/>
        </a:p>
      </dgm:t>
    </dgm:pt>
    <dgm:pt modelId="{BCDF0E19-8638-47B8-8178-123134497477}" type="sibTrans" cxnId="{D959CA1E-B647-490F-B2C3-50B967DB08DD}">
      <dgm:prSet/>
      <dgm:spPr/>
      <dgm:t>
        <a:bodyPr/>
        <a:lstStyle/>
        <a:p>
          <a:endParaRPr lang="uk-UA"/>
        </a:p>
      </dgm:t>
    </dgm:pt>
    <dgm:pt modelId="{307F701D-9E64-41D7-A99C-A5FADE210AF8}">
      <dgm:prSet/>
      <dgm:spPr/>
      <dgm:t>
        <a:bodyPr/>
        <a:lstStyle/>
        <a:p>
          <a:r>
            <a:rPr lang="uk-UA" b="0" i="0"/>
            <a:t>спільний наступ об’єднананих Армій УНР та УГА на Київ</a:t>
          </a:r>
          <a:endParaRPr lang="uk-UA"/>
        </a:p>
      </dgm:t>
    </dgm:pt>
    <dgm:pt modelId="{F1D9A57F-0D16-4A0B-B85E-B14478F757A5}" type="parTrans" cxnId="{E5F8AE58-5913-4076-9CA6-89A67CAC3AF4}">
      <dgm:prSet/>
      <dgm:spPr/>
      <dgm:t>
        <a:bodyPr/>
        <a:lstStyle/>
        <a:p>
          <a:endParaRPr lang="uk-UA"/>
        </a:p>
      </dgm:t>
    </dgm:pt>
    <dgm:pt modelId="{C6648F0E-AA10-4863-9C3A-D94A32697F8A}" type="sibTrans" cxnId="{E5F8AE58-5913-4076-9CA6-89A67CAC3AF4}">
      <dgm:prSet/>
      <dgm:spPr/>
      <dgm:t>
        <a:bodyPr/>
        <a:lstStyle/>
        <a:p>
          <a:endParaRPr lang="uk-UA"/>
        </a:p>
      </dgm:t>
    </dgm:pt>
    <dgm:pt modelId="{05C27E06-FA3A-48E9-A412-3DE3C37DDC83}" type="pres">
      <dgm:prSet presAssocID="{45710EA1-38A8-4B9A-BD40-4DEE38A324DD}" presName="linear" presStyleCnt="0">
        <dgm:presLayoutVars>
          <dgm:animLvl val="lvl"/>
          <dgm:resizeHandles val="exact"/>
        </dgm:presLayoutVars>
      </dgm:prSet>
      <dgm:spPr/>
    </dgm:pt>
    <dgm:pt modelId="{6E29B599-A26D-43BF-A060-B96A2475F765}" type="pres">
      <dgm:prSet presAssocID="{9D2BCE2D-6297-46A9-BCAB-16D099C78C4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213B46B-1395-4A94-8F80-B070B9D5E600}" type="pres">
      <dgm:prSet presAssocID="{33EAC776-41FA-49A3-84D7-B407D756E7D1}" presName="spacer" presStyleCnt="0"/>
      <dgm:spPr/>
    </dgm:pt>
    <dgm:pt modelId="{E031EB47-F4B5-4274-BFD6-A23E37915E62}" type="pres">
      <dgm:prSet presAssocID="{28DBCDF3-4CAE-4DF1-A9E2-5BBC8672DDC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E2DAC7E-66B8-46FF-9BB4-22A674E0AAD3}" type="pres">
      <dgm:prSet presAssocID="{6D1B6EC4-D8C9-4939-945F-5E3DA899FD88}" presName="spacer" presStyleCnt="0"/>
      <dgm:spPr/>
    </dgm:pt>
    <dgm:pt modelId="{F7CB72B0-3C0D-4FAD-9D91-9314AEF5FEB2}" type="pres">
      <dgm:prSet presAssocID="{8110429B-610D-492F-B8EA-E28A7BFB661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3CADB01-6B24-4F68-BEA6-57807403D518}" type="pres">
      <dgm:prSet presAssocID="{BCDF0E19-8638-47B8-8178-123134497477}" presName="spacer" presStyleCnt="0"/>
      <dgm:spPr/>
    </dgm:pt>
    <dgm:pt modelId="{84842043-A6F6-42EB-94F0-9AC1792C5C55}" type="pres">
      <dgm:prSet presAssocID="{307F701D-9E64-41D7-A99C-A5FADE210AF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A1AB003-B8FC-4380-B968-D9318A250D91}" type="presOf" srcId="{9D2BCE2D-6297-46A9-BCAB-16D099C78C44}" destId="{6E29B599-A26D-43BF-A060-B96A2475F765}" srcOrd="0" destOrd="0" presId="urn:microsoft.com/office/officeart/2005/8/layout/vList2"/>
    <dgm:cxn modelId="{D959CA1E-B647-490F-B2C3-50B967DB08DD}" srcId="{45710EA1-38A8-4B9A-BD40-4DEE38A324DD}" destId="{8110429B-610D-492F-B8EA-E28A7BFB661E}" srcOrd="2" destOrd="0" parTransId="{66506CD2-B882-41D4-BD06-7E2066F48512}" sibTransId="{BCDF0E19-8638-47B8-8178-123134497477}"/>
    <dgm:cxn modelId="{C49D9039-7676-429F-9CCD-93CE9A0D6318}" srcId="{45710EA1-38A8-4B9A-BD40-4DEE38A324DD}" destId="{9D2BCE2D-6297-46A9-BCAB-16D099C78C44}" srcOrd="0" destOrd="0" parTransId="{86781DDE-A8DE-4779-9B4F-36B021B924CC}" sibTransId="{33EAC776-41FA-49A3-84D7-B407D756E7D1}"/>
    <dgm:cxn modelId="{E5F8AE58-5913-4076-9CA6-89A67CAC3AF4}" srcId="{45710EA1-38A8-4B9A-BD40-4DEE38A324DD}" destId="{307F701D-9E64-41D7-A99C-A5FADE210AF8}" srcOrd="3" destOrd="0" parTransId="{F1D9A57F-0D16-4A0B-B85E-B14478F757A5}" sibTransId="{C6648F0E-AA10-4863-9C3A-D94A32697F8A}"/>
    <dgm:cxn modelId="{3A84A6AD-AA7B-4C09-8299-68974E70DA86}" type="presOf" srcId="{307F701D-9E64-41D7-A99C-A5FADE210AF8}" destId="{84842043-A6F6-42EB-94F0-9AC1792C5C55}" srcOrd="0" destOrd="0" presId="urn:microsoft.com/office/officeart/2005/8/layout/vList2"/>
    <dgm:cxn modelId="{7994E1B8-5C79-492A-92BC-56AF7BE57F27}" type="presOf" srcId="{45710EA1-38A8-4B9A-BD40-4DEE38A324DD}" destId="{05C27E06-FA3A-48E9-A412-3DE3C37DDC83}" srcOrd="0" destOrd="0" presId="urn:microsoft.com/office/officeart/2005/8/layout/vList2"/>
    <dgm:cxn modelId="{C9757BC5-AF59-426E-9882-68A7CF50186E}" type="presOf" srcId="{8110429B-610D-492F-B8EA-E28A7BFB661E}" destId="{F7CB72B0-3C0D-4FAD-9D91-9314AEF5FEB2}" srcOrd="0" destOrd="0" presId="urn:microsoft.com/office/officeart/2005/8/layout/vList2"/>
    <dgm:cxn modelId="{9129E7CD-4BC2-4275-BB45-D9C1B49901E7}" type="presOf" srcId="{28DBCDF3-4CAE-4DF1-A9E2-5BBC8672DDCB}" destId="{E031EB47-F4B5-4274-BFD6-A23E37915E62}" srcOrd="0" destOrd="0" presId="urn:microsoft.com/office/officeart/2005/8/layout/vList2"/>
    <dgm:cxn modelId="{46F972D1-EF0D-4A68-B94B-8C9BFB73361B}" srcId="{45710EA1-38A8-4B9A-BD40-4DEE38A324DD}" destId="{28DBCDF3-4CAE-4DF1-A9E2-5BBC8672DDCB}" srcOrd="1" destOrd="0" parTransId="{CA73FAB7-8C83-4F04-A556-69E78CE15282}" sibTransId="{6D1B6EC4-D8C9-4939-945F-5E3DA899FD88}"/>
    <dgm:cxn modelId="{57B62E4D-F3A4-41F1-AE9E-F817F47DF27F}" type="presParOf" srcId="{05C27E06-FA3A-48E9-A412-3DE3C37DDC83}" destId="{6E29B599-A26D-43BF-A060-B96A2475F765}" srcOrd="0" destOrd="0" presId="urn:microsoft.com/office/officeart/2005/8/layout/vList2"/>
    <dgm:cxn modelId="{7435D042-9671-4ED2-B5DB-BD8E119BE0A9}" type="presParOf" srcId="{05C27E06-FA3A-48E9-A412-3DE3C37DDC83}" destId="{8213B46B-1395-4A94-8F80-B070B9D5E600}" srcOrd="1" destOrd="0" presId="urn:microsoft.com/office/officeart/2005/8/layout/vList2"/>
    <dgm:cxn modelId="{E65336A3-7F1D-48A7-9B9A-74FFF81120F9}" type="presParOf" srcId="{05C27E06-FA3A-48E9-A412-3DE3C37DDC83}" destId="{E031EB47-F4B5-4274-BFD6-A23E37915E62}" srcOrd="2" destOrd="0" presId="urn:microsoft.com/office/officeart/2005/8/layout/vList2"/>
    <dgm:cxn modelId="{36F45B2D-DBAB-477E-8974-0530AD1EDBB5}" type="presParOf" srcId="{05C27E06-FA3A-48E9-A412-3DE3C37DDC83}" destId="{3E2DAC7E-66B8-46FF-9BB4-22A674E0AAD3}" srcOrd="3" destOrd="0" presId="urn:microsoft.com/office/officeart/2005/8/layout/vList2"/>
    <dgm:cxn modelId="{378BB339-64ED-4BA7-BEFC-560DE22AC6DA}" type="presParOf" srcId="{05C27E06-FA3A-48E9-A412-3DE3C37DDC83}" destId="{F7CB72B0-3C0D-4FAD-9D91-9314AEF5FEB2}" srcOrd="4" destOrd="0" presId="urn:microsoft.com/office/officeart/2005/8/layout/vList2"/>
    <dgm:cxn modelId="{C7C6F48D-1CBF-4C88-9009-C8409DD9DBB9}" type="presParOf" srcId="{05C27E06-FA3A-48E9-A412-3DE3C37DDC83}" destId="{B3CADB01-6B24-4F68-BEA6-57807403D518}" srcOrd="5" destOrd="0" presId="urn:microsoft.com/office/officeart/2005/8/layout/vList2"/>
    <dgm:cxn modelId="{5599A3DD-4142-4D9E-8BF7-C9B73B61599C}" type="presParOf" srcId="{05C27E06-FA3A-48E9-A412-3DE3C37DDC83}" destId="{84842043-A6F6-42EB-94F0-9AC1792C5C5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A12072F-FC7F-4840-83A1-B254D143A5D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0D5B2DE-C2FA-43C4-90CE-53A977EC8638}">
      <dgm:prSet/>
      <dgm:spPr/>
      <dgm:t>
        <a:bodyPr/>
        <a:lstStyle/>
        <a:p>
          <a:r>
            <a:rPr lang="uk-UA" b="0" i="0"/>
            <a:t>Варшавського договору між Директорією УНР і Польською Республікою.</a:t>
          </a:r>
          <a:endParaRPr lang="uk-UA"/>
        </a:p>
      </dgm:t>
    </dgm:pt>
    <dgm:pt modelId="{320E14BA-8461-4036-A3F2-A54C5EA916E6}" type="parTrans" cxnId="{64EDF8D1-F34B-4870-86B3-0AE00DD0C8F1}">
      <dgm:prSet/>
      <dgm:spPr/>
      <dgm:t>
        <a:bodyPr/>
        <a:lstStyle/>
        <a:p>
          <a:endParaRPr lang="uk-UA"/>
        </a:p>
      </dgm:t>
    </dgm:pt>
    <dgm:pt modelId="{963D2CCE-FC0F-480A-B613-5CDFFACDF3D1}" type="sibTrans" cxnId="{64EDF8D1-F34B-4870-86B3-0AE00DD0C8F1}">
      <dgm:prSet/>
      <dgm:spPr/>
      <dgm:t>
        <a:bodyPr/>
        <a:lstStyle/>
        <a:p>
          <a:endParaRPr lang="uk-UA"/>
        </a:p>
      </dgm:t>
    </dgm:pt>
    <dgm:pt modelId="{38C87AC7-C084-461F-A132-CA630D4A2E9A}">
      <dgm:prSet/>
      <dgm:spPr/>
      <dgm:t>
        <a:bodyPr/>
        <a:lstStyle/>
        <a:p>
          <a:r>
            <a:rPr lang="uk-UA" b="0" i="0"/>
            <a:t>Мюнхенського договору між Німеччиною й Великобританією, Францією, Італією.</a:t>
          </a:r>
          <a:endParaRPr lang="uk-UA"/>
        </a:p>
      </dgm:t>
    </dgm:pt>
    <dgm:pt modelId="{98B910C9-A7AF-4DD5-9333-48666C32FC8C}" type="parTrans" cxnId="{C09A8FAE-FF51-4163-86B8-87B0827875DC}">
      <dgm:prSet/>
      <dgm:spPr/>
      <dgm:t>
        <a:bodyPr/>
        <a:lstStyle/>
        <a:p>
          <a:endParaRPr lang="uk-UA"/>
        </a:p>
      </dgm:t>
    </dgm:pt>
    <dgm:pt modelId="{B2507FEB-E07A-4126-BBD3-FA1F2ACD02E0}" type="sibTrans" cxnId="{C09A8FAE-FF51-4163-86B8-87B0827875DC}">
      <dgm:prSet/>
      <dgm:spPr/>
      <dgm:t>
        <a:bodyPr/>
        <a:lstStyle/>
        <a:p>
          <a:endParaRPr lang="uk-UA"/>
        </a:p>
      </dgm:t>
    </dgm:pt>
    <dgm:pt modelId="{14460783-5BEE-4625-8CC4-19E809A8F0E1}">
      <dgm:prSet/>
      <dgm:spPr/>
      <dgm:t>
        <a:bodyPr/>
        <a:lstStyle/>
        <a:p>
          <a:r>
            <a:rPr lang="uk-UA" b="0" i="0"/>
            <a:t>Брест-Литовського договору між УНР, Німеччиною та її союзниками.</a:t>
          </a:r>
          <a:endParaRPr lang="uk-UA"/>
        </a:p>
      </dgm:t>
    </dgm:pt>
    <dgm:pt modelId="{F36ACB52-1FBF-479C-8661-6CE619433EF7}" type="parTrans" cxnId="{09FE47D6-9330-4D49-889D-CFCF4A8F6006}">
      <dgm:prSet/>
      <dgm:spPr/>
      <dgm:t>
        <a:bodyPr/>
        <a:lstStyle/>
        <a:p>
          <a:endParaRPr lang="uk-UA"/>
        </a:p>
      </dgm:t>
    </dgm:pt>
    <dgm:pt modelId="{34D890A8-32AC-41C1-AAD4-DB57D170868B}" type="sibTrans" cxnId="{09FE47D6-9330-4D49-889D-CFCF4A8F6006}">
      <dgm:prSet/>
      <dgm:spPr/>
      <dgm:t>
        <a:bodyPr/>
        <a:lstStyle/>
        <a:p>
          <a:endParaRPr lang="uk-UA"/>
        </a:p>
      </dgm:t>
    </dgm:pt>
    <dgm:pt modelId="{F918FEF4-7682-4F1A-94DF-4070E3246329}">
      <dgm:prSet/>
      <dgm:spPr/>
      <dgm:t>
        <a:bodyPr/>
        <a:lstStyle/>
        <a:p>
          <a:r>
            <a:rPr lang="uk-UA" b="0" i="0"/>
            <a:t>Договору між Українською Державою та Великим Військом Донським.</a:t>
          </a:r>
          <a:endParaRPr lang="uk-UA"/>
        </a:p>
      </dgm:t>
    </dgm:pt>
    <dgm:pt modelId="{350F87DC-3A1A-4D9A-B947-BA5C331DAE66}" type="parTrans" cxnId="{3BB7D963-07E6-463A-A724-4B159870EE9E}">
      <dgm:prSet/>
      <dgm:spPr/>
      <dgm:t>
        <a:bodyPr/>
        <a:lstStyle/>
        <a:p>
          <a:endParaRPr lang="uk-UA"/>
        </a:p>
      </dgm:t>
    </dgm:pt>
    <dgm:pt modelId="{4428379A-127D-44B8-A15C-75FD4D7FBA6E}" type="sibTrans" cxnId="{3BB7D963-07E6-463A-A724-4B159870EE9E}">
      <dgm:prSet/>
      <dgm:spPr/>
      <dgm:t>
        <a:bodyPr/>
        <a:lstStyle/>
        <a:p>
          <a:endParaRPr lang="uk-UA"/>
        </a:p>
      </dgm:t>
    </dgm:pt>
    <dgm:pt modelId="{B8FB696F-4CBC-40BB-B63F-11971E15400A}" type="pres">
      <dgm:prSet presAssocID="{0A12072F-FC7F-4840-83A1-B254D143A5D7}" presName="linear" presStyleCnt="0">
        <dgm:presLayoutVars>
          <dgm:animLvl val="lvl"/>
          <dgm:resizeHandles val="exact"/>
        </dgm:presLayoutVars>
      </dgm:prSet>
      <dgm:spPr/>
    </dgm:pt>
    <dgm:pt modelId="{F8F0B7AE-E856-45ED-AB73-303A1088B58D}" type="pres">
      <dgm:prSet presAssocID="{C0D5B2DE-C2FA-43C4-90CE-53A977EC863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76D3190-E17A-4761-83EC-1ACE5FBE324D}" type="pres">
      <dgm:prSet presAssocID="{963D2CCE-FC0F-480A-B613-5CDFFACDF3D1}" presName="spacer" presStyleCnt="0"/>
      <dgm:spPr/>
    </dgm:pt>
    <dgm:pt modelId="{CC852070-C66E-424D-97C0-6D4460E7CE33}" type="pres">
      <dgm:prSet presAssocID="{38C87AC7-C084-461F-A132-CA630D4A2E9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8DEE9E6-13AE-4917-9D11-D5EF05B1DA99}" type="pres">
      <dgm:prSet presAssocID="{B2507FEB-E07A-4126-BBD3-FA1F2ACD02E0}" presName="spacer" presStyleCnt="0"/>
      <dgm:spPr/>
    </dgm:pt>
    <dgm:pt modelId="{92E02FA8-ECB1-4034-9B3D-3093E91CDEEA}" type="pres">
      <dgm:prSet presAssocID="{14460783-5BEE-4625-8CC4-19E809A8F0E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551F14D-5048-44B1-BD16-E3987D0736C8}" type="pres">
      <dgm:prSet presAssocID="{34D890A8-32AC-41C1-AAD4-DB57D170868B}" presName="spacer" presStyleCnt="0"/>
      <dgm:spPr/>
    </dgm:pt>
    <dgm:pt modelId="{2A41A397-2663-4E41-AA1C-26FDC1B6B938}" type="pres">
      <dgm:prSet presAssocID="{F918FEF4-7682-4F1A-94DF-4070E324632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727D825-ECB6-4E90-90B1-320E69A771F5}" type="presOf" srcId="{F918FEF4-7682-4F1A-94DF-4070E3246329}" destId="{2A41A397-2663-4E41-AA1C-26FDC1B6B938}" srcOrd="0" destOrd="0" presId="urn:microsoft.com/office/officeart/2005/8/layout/vList2"/>
    <dgm:cxn modelId="{AE27903B-C41B-4E5B-A969-9C4B86DB37A3}" type="presOf" srcId="{0A12072F-FC7F-4840-83A1-B254D143A5D7}" destId="{B8FB696F-4CBC-40BB-B63F-11971E15400A}" srcOrd="0" destOrd="0" presId="urn:microsoft.com/office/officeart/2005/8/layout/vList2"/>
    <dgm:cxn modelId="{3BB7D963-07E6-463A-A724-4B159870EE9E}" srcId="{0A12072F-FC7F-4840-83A1-B254D143A5D7}" destId="{F918FEF4-7682-4F1A-94DF-4070E3246329}" srcOrd="3" destOrd="0" parTransId="{350F87DC-3A1A-4D9A-B947-BA5C331DAE66}" sibTransId="{4428379A-127D-44B8-A15C-75FD4D7FBA6E}"/>
    <dgm:cxn modelId="{913CE094-7B47-4594-8F15-1C9D2D0E77F3}" type="presOf" srcId="{14460783-5BEE-4625-8CC4-19E809A8F0E1}" destId="{92E02FA8-ECB1-4034-9B3D-3093E91CDEEA}" srcOrd="0" destOrd="0" presId="urn:microsoft.com/office/officeart/2005/8/layout/vList2"/>
    <dgm:cxn modelId="{C09A8FAE-FF51-4163-86B8-87B0827875DC}" srcId="{0A12072F-FC7F-4840-83A1-B254D143A5D7}" destId="{38C87AC7-C084-461F-A132-CA630D4A2E9A}" srcOrd="1" destOrd="0" parTransId="{98B910C9-A7AF-4DD5-9333-48666C32FC8C}" sibTransId="{B2507FEB-E07A-4126-BBD3-FA1F2ACD02E0}"/>
    <dgm:cxn modelId="{64EDF8D1-F34B-4870-86B3-0AE00DD0C8F1}" srcId="{0A12072F-FC7F-4840-83A1-B254D143A5D7}" destId="{C0D5B2DE-C2FA-43C4-90CE-53A977EC8638}" srcOrd="0" destOrd="0" parTransId="{320E14BA-8461-4036-A3F2-A54C5EA916E6}" sibTransId="{963D2CCE-FC0F-480A-B613-5CDFFACDF3D1}"/>
    <dgm:cxn modelId="{09FE47D6-9330-4D49-889D-CFCF4A8F6006}" srcId="{0A12072F-FC7F-4840-83A1-B254D143A5D7}" destId="{14460783-5BEE-4625-8CC4-19E809A8F0E1}" srcOrd="2" destOrd="0" parTransId="{F36ACB52-1FBF-479C-8661-6CE619433EF7}" sibTransId="{34D890A8-32AC-41C1-AAD4-DB57D170868B}"/>
    <dgm:cxn modelId="{D2FDE0DC-D1A8-4AAA-ABDC-EF1094D4DFD9}" type="presOf" srcId="{38C87AC7-C084-461F-A132-CA630D4A2E9A}" destId="{CC852070-C66E-424D-97C0-6D4460E7CE33}" srcOrd="0" destOrd="0" presId="urn:microsoft.com/office/officeart/2005/8/layout/vList2"/>
    <dgm:cxn modelId="{175135FE-7D04-4384-8F31-5E3342B933DD}" type="presOf" srcId="{C0D5B2DE-C2FA-43C4-90CE-53A977EC8638}" destId="{F8F0B7AE-E856-45ED-AB73-303A1088B58D}" srcOrd="0" destOrd="0" presId="urn:microsoft.com/office/officeart/2005/8/layout/vList2"/>
    <dgm:cxn modelId="{53584526-C368-49F2-93CB-3F4650CB4101}" type="presParOf" srcId="{B8FB696F-4CBC-40BB-B63F-11971E15400A}" destId="{F8F0B7AE-E856-45ED-AB73-303A1088B58D}" srcOrd="0" destOrd="0" presId="urn:microsoft.com/office/officeart/2005/8/layout/vList2"/>
    <dgm:cxn modelId="{CE19F64C-0D5D-4F86-AB2B-B5EA7FAEE5D9}" type="presParOf" srcId="{B8FB696F-4CBC-40BB-B63F-11971E15400A}" destId="{C76D3190-E17A-4761-83EC-1ACE5FBE324D}" srcOrd="1" destOrd="0" presId="urn:microsoft.com/office/officeart/2005/8/layout/vList2"/>
    <dgm:cxn modelId="{6CA7881A-3D48-4012-B59E-0667BDEA03F3}" type="presParOf" srcId="{B8FB696F-4CBC-40BB-B63F-11971E15400A}" destId="{CC852070-C66E-424D-97C0-6D4460E7CE33}" srcOrd="2" destOrd="0" presId="urn:microsoft.com/office/officeart/2005/8/layout/vList2"/>
    <dgm:cxn modelId="{1DFCA2DC-891D-407B-9194-6DE2F55AC511}" type="presParOf" srcId="{B8FB696F-4CBC-40BB-B63F-11971E15400A}" destId="{E8DEE9E6-13AE-4917-9D11-D5EF05B1DA99}" srcOrd="3" destOrd="0" presId="urn:microsoft.com/office/officeart/2005/8/layout/vList2"/>
    <dgm:cxn modelId="{48BF5227-126F-4958-8235-E0311C4D56B0}" type="presParOf" srcId="{B8FB696F-4CBC-40BB-B63F-11971E15400A}" destId="{92E02FA8-ECB1-4034-9B3D-3093E91CDEEA}" srcOrd="4" destOrd="0" presId="urn:microsoft.com/office/officeart/2005/8/layout/vList2"/>
    <dgm:cxn modelId="{B1D10B1D-0678-4423-A54A-FE779B9DF0B9}" type="presParOf" srcId="{B8FB696F-4CBC-40BB-B63F-11971E15400A}" destId="{3551F14D-5048-44B1-BD16-E3987D0736C8}" srcOrd="5" destOrd="0" presId="urn:microsoft.com/office/officeart/2005/8/layout/vList2"/>
    <dgm:cxn modelId="{81F28CA5-52EB-4116-8559-E2A1AE2FD8F5}" type="presParOf" srcId="{B8FB696F-4CBC-40BB-B63F-11971E15400A}" destId="{2A41A397-2663-4E41-AA1C-26FDC1B6B93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0D5DE3E-DCA9-4B0F-8580-D4283E01DD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2C12FC9-4ABA-4F5A-972F-61C6D7EEC423}">
      <dgm:prSet/>
      <dgm:spPr/>
      <dgm:t>
        <a:bodyPr/>
        <a:lstStyle/>
        <a:p>
          <a:r>
            <a:rPr lang="uk-UA" b="0" i="0"/>
            <a:t>Створити міцний, дієвий бар’єр проти проникнення більшовизму в Європу.</a:t>
          </a:r>
          <a:endParaRPr lang="uk-UA"/>
        </a:p>
      </dgm:t>
    </dgm:pt>
    <dgm:pt modelId="{BBE00999-D4E5-4F0C-AF2B-0A5DCFF64DA0}" type="parTrans" cxnId="{01FC408E-32DC-422C-A6E7-A4D3A03184B7}">
      <dgm:prSet/>
      <dgm:spPr/>
      <dgm:t>
        <a:bodyPr/>
        <a:lstStyle/>
        <a:p>
          <a:endParaRPr lang="uk-UA"/>
        </a:p>
      </dgm:t>
    </dgm:pt>
    <dgm:pt modelId="{27905CBC-E678-4006-BDFB-ECD00DF9C83A}" type="sibTrans" cxnId="{01FC408E-32DC-422C-A6E7-A4D3A03184B7}">
      <dgm:prSet/>
      <dgm:spPr/>
      <dgm:t>
        <a:bodyPr/>
        <a:lstStyle/>
        <a:p>
          <a:endParaRPr lang="uk-UA"/>
        </a:p>
      </dgm:t>
    </dgm:pt>
    <dgm:pt modelId="{6E28C304-0AD2-464C-A781-7F5010B3BCD5}">
      <dgm:prSet/>
      <dgm:spPr/>
      <dgm:t>
        <a:bodyPr/>
        <a:lstStyle/>
        <a:p>
          <a:r>
            <a:rPr lang="uk-UA" b="0" i="0"/>
            <a:t>Включити молоду, незміцнілу державу Україна до складу Четверного союзу.</a:t>
          </a:r>
          <a:endParaRPr lang="uk-UA"/>
        </a:p>
      </dgm:t>
    </dgm:pt>
    <dgm:pt modelId="{FE0F8BA4-14A9-4504-B6AB-9E020CB4D147}" type="parTrans" cxnId="{2BF51669-27B0-4A62-8F2A-8BE2BDCC1C7C}">
      <dgm:prSet/>
      <dgm:spPr/>
      <dgm:t>
        <a:bodyPr/>
        <a:lstStyle/>
        <a:p>
          <a:endParaRPr lang="uk-UA"/>
        </a:p>
      </dgm:t>
    </dgm:pt>
    <dgm:pt modelId="{DC79DEB2-2DFE-4712-8107-CA12E5F348E7}" type="sibTrans" cxnId="{2BF51669-27B0-4A62-8F2A-8BE2BDCC1C7C}">
      <dgm:prSet/>
      <dgm:spPr/>
      <dgm:t>
        <a:bodyPr/>
        <a:lstStyle/>
        <a:p>
          <a:endParaRPr lang="uk-UA"/>
        </a:p>
      </dgm:t>
    </dgm:pt>
    <dgm:pt modelId="{EDCADFE7-C8D7-494B-ACE9-A0503004724E}">
      <dgm:prSet/>
      <dgm:spPr/>
      <dgm:t>
        <a:bodyPr/>
        <a:lstStyle/>
        <a:p>
          <a:r>
            <a:rPr lang="uk-UA" b="0" i="0"/>
            <a:t>Використати людські ресурси, щоб компенсувати власні людські втрати у війні.</a:t>
          </a:r>
          <a:endParaRPr lang="uk-UA"/>
        </a:p>
      </dgm:t>
    </dgm:pt>
    <dgm:pt modelId="{EE188880-EF08-48C3-A2B6-F4CDBC6F71A2}" type="parTrans" cxnId="{6BABEAA8-448A-40BA-882D-7D380AEA511B}">
      <dgm:prSet/>
      <dgm:spPr/>
      <dgm:t>
        <a:bodyPr/>
        <a:lstStyle/>
        <a:p>
          <a:endParaRPr lang="uk-UA"/>
        </a:p>
      </dgm:t>
    </dgm:pt>
    <dgm:pt modelId="{BCE4AEFA-DD48-40AA-97B2-D650EED12645}" type="sibTrans" cxnId="{6BABEAA8-448A-40BA-882D-7D380AEA511B}">
      <dgm:prSet/>
      <dgm:spPr/>
      <dgm:t>
        <a:bodyPr/>
        <a:lstStyle/>
        <a:p>
          <a:endParaRPr lang="uk-UA"/>
        </a:p>
      </dgm:t>
    </dgm:pt>
    <dgm:pt modelId="{ECF73937-FC83-4692-B926-152CADFC1F68}">
      <dgm:prSet/>
      <dgm:spPr/>
      <dgm:t>
        <a:bodyPr/>
        <a:lstStyle/>
        <a:p>
          <a:r>
            <a:rPr lang="uk-UA" b="0" i="0"/>
            <a:t>Забезпечити продовольчими й сировинними ресурсами власні виснажені економіки.</a:t>
          </a:r>
          <a:endParaRPr lang="uk-UA"/>
        </a:p>
      </dgm:t>
    </dgm:pt>
    <dgm:pt modelId="{DF9F094D-08BA-4D2E-84EF-351A97895DBA}" type="parTrans" cxnId="{705A4230-AC1C-40D7-8173-80C20A357B5A}">
      <dgm:prSet/>
      <dgm:spPr/>
      <dgm:t>
        <a:bodyPr/>
        <a:lstStyle/>
        <a:p>
          <a:endParaRPr lang="uk-UA"/>
        </a:p>
      </dgm:t>
    </dgm:pt>
    <dgm:pt modelId="{9204CACE-5D67-45EA-B0A9-964172A8F84A}" type="sibTrans" cxnId="{705A4230-AC1C-40D7-8173-80C20A357B5A}">
      <dgm:prSet/>
      <dgm:spPr/>
      <dgm:t>
        <a:bodyPr/>
        <a:lstStyle/>
        <a:p>
          <a:endParaRPr lang="uk-UA"/>
        </a:p>
      </dgm:t>
    </dgm:pt>
    <dgm:pt modelId="{6300E614-4DA6-4A98-A5F8-1ADCB6767FB1}" type="pres">
      <dgm:prSet presAssocID="{D0D5DE3E-DCA9-4B0F-8580-D4283E01DDA6}" presName="linear" presStyleCnt="0">
        <dgm:presLayoutVars>
          <dgm:animLvl val="lvl"/>
          <dgm:resizeHandles val="exact"/>
        </dgm:presLayoutVars>
      </dgm:prSet>
      <dgm:spPr/>
    </dgm:pt>
    <dgm:pt modelId="{515D42C5-166D-4D0D-9B03-0E18319476AC}" type="pres">
      <dgm:prSet presAssocID="{12C12FC9-4ABA-4F5A-972F-61C6D7EEC42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3F9CB81-EF6E-4233-8213-C0A96646D04F}" type="pres">
      <dgm:prSet presAssocID="{27905CBC-E678-4006-BDFB-ECD00DF9C83A}" presName="spacer" presStyleCnt="0"/>
      <dgm:spPr/>
    </dgm:pt>
    <dgm:pt modelId="{BDDCE1CC-14F2-4E01-8E9B-82FD412BAE77}" type="pres">
      <dgm:prSet presAssocID="{6E28C304-0AD2-464C-A781-7F5010B3BCD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7461498-7810-4C71-A1E2-3C91D5027DC2}" type="pres">
      <dgm:prSet presAssocID="{DC79DEB2-2DFE-4712-8107-CA12E5F348E7}" presName="spacer" presStyleCnt="0"/>
      <dgm:spPr/>
    </dgm:pt>
    <dgm:pt modelId="{886524B4-18C7-4846-BCA6-E5A88CAB3F1E}" type="pres">
      <dgm:prSet presAssocID="{EDCADFE7-C8D7-494B-ACE9-A0503004724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D26FA90-D837-4123-A418-43E990ECE76D}" type="pres">
      <dgm:prSet presAssocID="{BCE4AEFA-DD48-40AA-97B2-D650EED12645}" presName="spacer" presStyleCnt="0"/>
      <dgm:spPr/>
    </dgm:pt>
    <dgm:pt modelId="{4926ED05-7F7F-4C07-89DE-B9A5838FFAAE}" type="pres">
      <dgm:prSet presAssocID="{ECF73937-FC83-4692-B926-152CADFC1F6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05A4230-AC1C-40D7-8173-80C20A357B5A}" srcId="{D0D5DE3E-DCA9-4B0F-8580-D4283E01DDA6}" destId="{ECF73937-FC83-4692-B926-152CADFC1F68}" srcOrd="3" destOrd="0" parTransId="{DF9F094D-08BA-4D2E-84EF-351A97895DBA}" sibTransId="{9204CACE-5D67-45EA-B0A9-964172A8F84A}"/>
    <dgm:cxn modelId="{7AE15660-6B66-4809-9473-E4CBDD19FD91}" type="presOf" srcId="{D0D5DE3E-DCA9-4B0F-8580-D4283E01DDA6}" destId="{6300E614-4DA6-4A98-A5F8-1ADCB6767FB1}" srcOrd="0" destOrd="0" presId="urn:microsoft.com/office/officeart/2005/8/layout/vList2"/>
    <dgm:cxn modelId="{2BF51669-27B0-4A62-8F2A-8BE2BDCC1C7C}" srcId="{D0D5DE3E-DCA9-4B0F-8580-D4283E01DDA6}" destId="{6E28C304-0AD2-464C-A781-7F5010B3BCD5}" srcOrd="1" destOrd="0" parTransId="{FE0F8BA4-14A9-4504-B6AB-9E020CB4D147}" sibTransId="{DC79DEB2-2DFE-4712-8107-CA12E5F348E7}"/>
    <dgm:cxn modelId="{6117F058-A95A-4037-9236-2AD544116B6E}" type="presOf" srcId="{ECF73937-FC83-4692-B926-152CADFC1F68}" destId="{4926ED05-7F7F-4C07-89DE-B9A5838FFAAE}" srcOrd="0" destOrd="0" presId="urn:microsoft.com/office/officeart/2005/8/layout/vList2"/>
    <dgm:cxn modelId="{01FC408E-32DC-422C-A6E7-A4D3A03184B7}" srcId="{D0D5DE3E-DCA9-4B0F-8580-D4283E01DDA6}" destId="{12C12FC9-4ABA-4F5A-972F-61C6D7EEC423}" srcOrd="0" destOrd="0" parTransId="{BBE00999-D4E5-4F0C-AF2B-0A5DCFF64DA0}" sibTransId="{27905CBC-E678-4006-BDFB-ECD00DF9C83A}"/>
    <dgm:cxn modelId="{1A6A4691-3B2E-4500-BD33-CA150E9F94F8}" type="presOf" srcId="{12C12FC9-4ABA-4F5A-972F-61C6D7EEC423}" destId="{515D42C5-166D-4D0D-9B03-0E18319476AC}" srcOrd="0" destOrd="0" presId="urn:microsoft.com/office/officeart/2005/8/layout/vList2"/>
    <dgm:cxn modelId="{6BABEAA8-448A-40BA-882D-7D380AEA511B}" srcId="{D0D5DE3E-DCA9-4B0F-8580-D4283E01DDA6}" destId="{EDCADFE7-C8D7-494B-ACE9-A0503004724E}" srcOrd="2" destOrd="0" parTransId="{EE188880-EF08-48C3-A2B6-F4CDBC6F71A2}" sibTransId="{BCE4AEFA-DD48-40AA-97B2-D650EED12645}"/>
    <dgm:cxn modelId="{F12EE4A9-0A4C-45E7-B4F7-4FD9E76964CE}" type="presOf" srcId="{EDCADFE7-C8D7-494B-ACE9-A0503004724E}" destId="{886524B4-18C7-4846-BCA6-E5A88CAB3F1E}" srcOrd="0" destOrd="0" presId="urn:microsoft.com/office/officeart/2005/8/layout/vList2"/>
    <dgm:cxn modelId="{B91BB1F1-4F2D-4260-BD6D-9B815DE5C1F3}" type="presOf" srcId="{6E28C304-0AD2-464C-A781-7F5010B3BCD5}" destId="{BDDCE1CC-14F2-4E01-8E9B-82FD412BAE77}" srcOrd="0" destOrd="0" presId="urn:microsoft.com/office/officeart/2005/8/layout/vList2"/>
    <dgm:cxn modelId="{FE249344-A489-4A8C-90C3-AE7787E5C8BE}" type="presParOf" srcId="{6300E614-4DA6-4A98-A5F8-1ADCB6767FB1}" destId="{515D42C5-166D-4D0D-9B03-0E18319476AC}" srcOrd="0" destOrd="0" presId="urn:microsoft.com/office/officeart/2005/8/layout/vList2"/>
    <dgm:cxn modelId="{FE3A3B14-1069-4DCB-80EA-65B7A777C810}" type="presParOf" srcId="{6300E614-4DA6-4A98-A5F8-1ADCB6767FB1}" destId="{43F9CB81-EF6E-4233-8213-C0A96646D04F}" srcOrd="1" destOrd="0" presId="urn:microsoft.com/office/officeart/2005/8/layout/vList2"/>
    <dgm:cxn modelId="{AD899E53-2B52-4D1A-928D-896DE5169418}" type="presParOf" srcId="{6300E614-4DA6-4A98-A5F8-1ADCB6767FB1}" destId="{BDDCE1CC-14F2-4E01-8E9B-82FD412BAE77}" srcOrd="2" destOrd="0" presId="urn:microsoft.com/office/officeart/2005/8/layout/vList2"/>
    <dgm:cxn modelId="{CFB7F0F6-3873-4A34-A455-0CE47A4F8136}" type="presParOf" srcId="{6300E614-4DA6-4A98-A5F8-1ADCB6767FB1}" destId="{E7461498-7810-4C71-A1E2-3C91D5027DC2}" srcOrd="3" destOrd="0" presId="urn:microsoft.com/office/officeart/2005/8/layout/vList2"/>
    <dgm:cxn modelId="{8D16EBFF-471C-4ADA-9A33-692A4B5DC89E}" type="presParOf" srcId="{6300E614-4DA6-4A98-A5F8-1ADCB6767FB1}" destId="{886524B4-18C7-4846-BCA6-E5A88CAB3F1E}" srcOrd="4" destOrd="0" presId="urn:microsoft.com/office/officeart/2005/8/layout/vList2"/>
    <dgm:cxn modelId="{E6D04D41-3C43-44B4-A8DF-AE1412F947F5}" type="presParOf" srcId="{6300E614-4DA6-4A98-A5F8-1ADCB6767FB1}" destId="{AD26FA90-D837-4123-A418-43E990ECE76D}" srcOrd="5" destOrd="0" presId="urn:microsoft.com/office/officeart/2005/8/layout/vList2"/>
    <dgm:cxn modelId="{65814CBF-297E-42C6-BAD6-4EB1D3B97C3C}" type="presParOf" srcId="{6300E614-4DA6-4A98-A5F8-1ADCB6767FB1}" destId="{4926ED05-7F7F-4C07-89DE-B9A5838FFAA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EF75ADB-5679-498B-B0FB-460FFE60ACF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F9B2564-4D1E-4D32-A180-E0F502CAB41F}">
      <dgm:prSet/>
      <dgm:spPr/>
      <dgm:t>
        <a:bodyPr/>
        <a:lstStyle/>
        <a:p>
          <a:r>
            <a:rPr lang="uk-UA" b="0" i="0"/>
            <a:t>Ризького</a:t>
          </a:r>
          <a:endParaRPr lang="uk-UA"/>
        </a:p>
      </dgm:t>
    </dgm:pt>
    <dgm:pt modelId="{5F26BA68-BE2E-401F-ACE9-5E26F779C3C4}" type="parTrans" cxnId="{2BD73DD5-41A4-4789-A1CB-4DADA771F451}">
      <dgm:prSet/>
      <dgm:spPr/>
      <dgm:t>
        <a:bodyPr/>
        <a:lstStyle/>
        <a:p>
          <a:endParaRPr lang="uk-UA"/>
        </a:p>
      </dgm:t>
    </dgm:pt>
    <dgm:pt modelId="{6FA564C0-B996-4644-986B-6B7FF9894D1C}" type="sibTrans" cxnId="{2BD73DD5-41A4-4789-A1CB-4DADA771F451}">
      <dgm:prSet/>
      <dgm:spPr/>
      <dgm:t>
        <a:bodyPr/>
        <a:lstStyle/>
        <a:p>
          <a:endParaRPr lang="uk-UA"/>
        </a:p>
      </dgm:t>
    </dgm:pt>
    <dgm:pt modelId="{016DA4E9-4A2C-488D-B39F-FA48554129E7}">
      <dgm:prSet/>
      <dgm:spPr/>
      <dgm:t>
        <a:bodyPr/>
        <a:lstStyle/>
        <a:p>
          <a:r>
            <a:rPr lang="uk-UA" b="0" i="0"/>
            <a:t>Брестського</a:t>
          </a:r>
          <a:endParaRPr lang="uk-UA"/>
        </a:p>
      </dgm:t>
    </dgm:pt>
    <dgm:pt modelId="{A6E677E6-9FF1-49A6-BBB9-E9C693F1C449}" type="parTrans" cxnId="{CC4C18A2-0280-4974-B6F6-C52D2E58FFEE}">
      <dgm:prSet/>
      <dgm:spPr/>
      <dgm:t>
        <a:bodyPr/>
        <a:lstStyle/>
        <a:p>
          <a:endParaRPr lang="uk-UA"/>
        </a:p>
      </dgm:t>
    </dgm:pt>
    <dgm:pt modelId="{601AB880-BCB9-49FB-AEB6-45F6DA3D82B8}" type="sibTrans" cxnId="{CC4C18A2-0280-4974-B6F6-C52D2E58FFEE}">
      <dgm:prSet/>
      <dgm:spPr/>
      <dgm:t>
        <a:bodyPr/>
        <a:lstStyle/>
        <a:p>
          <a:endParaRPr lang="uk-UA"/>
        </a:p>
      </dgm:t>
    </dgm:pt>
    <dgm:pt modelId="{99278462-EC50-489F-BE70-35CEDF930C56}">
      <dgm:prSet/>
      <dgm:spPr/>
      <dgm:t>
        <a:bodyPr/>
        <a:lstStyle/>
        <a:p>
          <a:r>
            <a:rPr lang="uk-UA" b="0" i="0"/>
            <a:t>Сен-Жерменського</a:t>
          </a:r>
          <a:endParaRPr lang="uk-UA"/>
        </a:p>
      </dgm:t>
    </dgm:pt>
    <dgm:pt modelId="{6E880CE4-3F00-4F62-8A83-828659834113}" type="parTrans" cxnId="{0D1435B5-7B82-4CCD-A2BB-7AA5F6D315E3}">
      <dgm:prSet/>
      <dgm:spPr/>
      <dgm:t>
        <a:bodyPr/>
        <a:lstStyle/>
        <a:p>
          <a:endParaRPr lang="uk-UA"/>
        </a:p>
      </dgm:t>
    </dgm:pt>
    <dgm:pt modelId="{EB42CF2B-1398-4078-8DF6-0F1485A32172}" type="sibTrans" cxnId="{0D1435B5-7B82-4CCD-A2BB-7AA5F6D315E3}">
      <dgm:prSet/>
      <dgm:spPr/>
      <dgm:t>
        <a:bodyPr/>
        <a:lstStyle/>
        <a:p>
          <a:endParaRPr lang="uk-UA"/>
        </a:p>
      </dgm:t>
    </dgm:pt>
    <dgm:pt modelId="{B2A36C67-E430-4A60-99E6-3B58FB9A9464}">
      <dgm:prSet/>
      <dgm:spPr/>
      <dgm:t>
        <a:bodyPr/>
        <a:lstStyle/>
        <a:p>
          <a:r>
            <a:rPr lang="uk-UA" b="0" i="0"/>
            <a:t>Версальського</a:t>
          </a:r>
          <a:endParaRPr lang="uk-UA"/>
        </a:p>
      </dgm:t>
    </dgm:pt>
    <dgm:pt modelId="{F7F85D25-9C5D-45C2-BB9E-68E36D98169F}" type="parTrans" cxnId="{2F272EF2-73E3-43A5-9EC8-05BA56A378BF}">
      <dgm:prSet/>
      <dgm:spPr/>
      <dgm:t>
        <a:bodyPr/>
        <a:lstStyle/>
        <a:p>
          <a:endParaRPr lang="uk-UA"/>
        </a:p>
      </dgm:t>
    </dgm:pt>
    <dgm:pt modelId="{88E96F49-0037-4989-827D-EA7A836BCAA8}" type="sibTrans" cxnId="{2F272EF2-73E3-43A5-9EC8-05BA56A378BF}">
      <dgm:prSet/>
      <dgm:spPr/>
      <dgm:t>
        <a:bodyPr/>
        <a:lstStyle/>
        <a:p>
          <a:endParaRPr lang="uk-UA"/>
        </a:p>
      </dgm:t>
    </dgm:pt>
    <dgm:pt modelId="{BCD0D298-40B4-4C78-BC38-71EF522FBBB8}" type="pres">
      <dgm:prSet presAssocID="{AEF75ADB-5679-498B-B0FB-460FFE60ACF3}" presName="linear" presStyleCnt="0">
        <dgm:presLayoutVars>
          <dgm:animLvl val="lvl"/>
          <dgm:resizeHandles val="exact"/>
        </dgm:presLayoutVars>
      </dgm:prSet>
      <dgm:spPr/>
    </dgm:pt>
    <dgm:pt modelId="{68925AF8-1393-4FAC-A8AA-645FF30EE9DC}" type="pres">
      <dgm:prSet presAssocID="{9F9B2564-4D1E-4D32-A180-E0F502CAB41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06160C5-C568-40B9-BBBD-3DA41F9C2A9E}" type="pres">
      <dgm:prSet presAssocID="{6FA564C0-B996-4644-986B-6B7FF9894D1C}" presName="spacer" presStyleCnt="0"/>
      <dgm:spPr/>
    </dgm:pt>
    <dgm:pt modelId="{0514CFD0-5EB7-440F-A26B-98119E643498}" type="pres">
      <dgm:prSet presAssocID="{016DA4E9-4A2C-488D-B39F-FA48554129E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3815984-CEC1-4710-9190-3F242F865663}" type="pres">
      <dgm:prSet presAssocID="{601AB880-BCB9-49FB-AEB6-45F6DA3D82B8}" presName="spacer" presStyleCnt="0"/>
      <dgm:spPr/>
    </dgm:pt>
    <dgm:pt modelId="{6BA0F001-3CE3-49FC-B3FD-F3548C4123A1}" type="pres">
      <dgm:prSet presAssocID="{99278462-EC50-489F-BE70-35CEDF930C5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0C55925-7DE9-43A0-821E-E5661C97992D}" type="pres">
      <dgm:prSet presAssocID="{EB42CF2B-1398-4078-8DF6-0F1485A32172}" presName="spacer" presStyleCnt="0"/>
      <dgm:spPr/>
    </dgm:pt>
    <dgm:pt modelId="{C55427E3-475F-4A38-9F73-CEA7A45099A8}" type="pres">
      <dgm:prSet presAssocID="{B2A36C67-E430-4A60-99E6-3B58FB9A946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283190F-1774-4988-B2AC-101E324B5FA6}" type="presOf" srcId="{AEF75ADB-5679-498B-B0FB-460FFE60ACF3}" destId="{BCD0D298-40B4-4C78-BC38-71EF522FBBB8}" srcOrd="0" destOrd="0" presId="urn:microsoft.com/office/officeart/2005/8/layout/vList2"/>
    <dgm:cxn modelId="{10F8C52C-B158-410E-B9D6-14948CB7CB71}" type="presOf" srcId="{9F9B2564-4D1E-4D32-A180-E0F502CAB41F}" destId="{68925AF8-1393-4FAC-A8AA-645FF30EE9DC}" srcOrd="0" destOrd="0" presId="urn:microsoft.com/office/officeart/2005/8/layout/vList2"/>
    <dgm:cxn modelId="{73ECEB31-2709-4160-8B1E-2D6B48E9225E}" type="presOf" srcId="{B2A36C67-E430-4A60-99E6-3B58FB9A9464}" destId="{C55427E3-475F-4A38-9F73-CEA7A45099A8}" srcOrd="0" destOrd="0" presId="urn:microsoft.com/office/officeart/2005/8/layout/vList2"/>
    <dgm:cxn modelId="{8C0B5237-81B2-4EF0-9792-68CEAC13824E}" type="presOf" srcId="{99278462-EC50-489F-BE70-35CEDF930C56}" destId="{6BA0F001-3CE3-49FC-B3FD-F3548C4123A1}" srcOrd="0" destOrd="0" presId="urn:microsoft.com/office/officeart/2005/8/layout/vList2"/>
    <dgm:cxn modelId="{CC4C18A2-0280-4974-B6F6-C52D2E58FFEE}" srcId="{AEF75ADB-5679-498B-B0FB-460FFE60ACF3}" destId="{016DA4E9-4A2C-488D-B39F-FA48554129E7}" srcOrd="1" destOrd="0" parTransId="{A6E677E6-9FF1-49A6-BBB9-E9C693F1C449}" sibTransId="{601AB880-BCB9-49FB-AEB6-45F6DA3D82B8}"/>
    <dgm:cxn modelId="{0D1435B5-7B82-4CCD-A2BB-7AA5F6D315E3}" srcId="{AEF75ADB-5679-498B-B0FB-460FFE60ACF3}" destId="{99278462-EC50-489F-BE70-35CEDF930C56}" srcOrd="2" destOrd="0" parTransId="{6E880CE4-3F00-4F62-8A83-828659834113}" sibTransId="{EB42CF2B-1398-4078-8DF6-0F1485A32172}"/>
    <dgm:cxn modelId="{2BD73DD5-41A4-4789-A1CB-4DADA771F451}" srcId="{AEF75ADB-5679-498B-B0FB-460FFE60ACF3}" destId="{9F9B2564-4D1E-4D32-A180-E0F502CAB41F}" srcOrd="0" destOrd="0" parTransId="{5F26BA68-BE2E-401F-ACE9-5E26F779C3C4}" sibTransId="{6FA564C0-B996-4644-986B-6B7FF9894D1C}"/>
    <dgm:cxn modelId="{2F272EF2-73E3-43A5-9EC8-05BA56A378BF}" srcId="{AEF75ADB-5679-498B-B0FB-460FFE60ACF3}" destId="{B2A36C67-E430-4A60-99E6-3B58FB9A9464}" srcOrd="3" destOrd="0" parTransId="{F7F85D25-9C5D-45C2-BB9E-68E36D98169F}" sibTransId="{88E96F49-0037-4989-827D-EA7A836BCAA8}"/>
    <dgm:cxn modelId="{EE535AF7-4797-4737-87AD-9105BA25B5FD}" type="presOf" srcId="{016DA4E9-4A2C-488D-B39F-FA48554129E7}" destId="{0514CFD0-5EB7-440F-A26B-98119E643498}" srcOrd="0" destOrd="0" presId="urn:microsoft.com/office/officeart/2005/8/layout/vList2"/>
    <dgm:cxn modelId="{BAC45ED1-B97C-4FEE-9425-D62C07E14666}" type="presParOf" srcId="{BCD0D298-40B4-4C78-BC38-71EF522FBBB8}" destId="{68925AF8-1393-4FAC-A8AA-645FF30EE9DC}" srcOrd="0" destOrd="0" presId="urn:microsoft.com/office/officeart/2005/8/layout/vList2"/>
    <dgm:cxn modelId="{561ECE22-D8FC-4ED5-AA67-94C06A8C179F}" type="presParOf" srcId="{BCD0D298-40B4-4C78-BC38-71EF522FBBB8}" destId="{F06160C5-C568-40B9-BBBD-3DA41F9C2A9E}" srcOrd="1" destOrd="0" presId="urn:microsoft.com/office/officeart/2005/8/layout/vList2"/>
    <dgm:cxn modelId="{38982B51-E25F-4CE8-A1BA-07F4196F239F}" type="presParOf" srcId="{BCD0D298-40B4-4C78-BC38-71EF522FBBB8}" destId="{0514CFD0-5EB7-440F-A26B-98119E643498}" srcOrd="2" destOrd="0" presId="urn:microsoft.com/office/officeart/2005/8/layout/vList2"/>
    <dgm:cxn modelId="{6006231F-899C-4E17-8883-6D9536D01959}" type="presParOf" srcId="{BCD0D298-40B4-4C78-BC38-71EF522FBBB8}" destId="{73815984-CEC1-4710-9190-3F242F865663}" srcOrd="3" destOrd="0" presId="urn:microsoft.com/office/officeart/2005/8/layout/vList2"/>
    <dgm:cxn modelId="{EACA55D7-6A29-4A49-8A8C-8A49DC8D309E}" type="presParOf" srcId="{BCD0D298-40B4-4C78-BC38-71EF522FBBB8}" destId="{6BA0F001-3CE3-49FC-B3FD-F3548C4123A1}" srcOrd="4" destOrd="0" presId="urn:microsoft.com/office/officeart/2005/8/layout/vList2"/>
    <dgm:cxn modelId="{A33997EE-16E0-48F1-A127-AD8BE04CD3A4}" type="presParOf" srcId="{BCD0D298-40B4-4C78-BC38-71EF522FBBB8}" destId="{70C55925-7DE9-43A0-821E-E5661C97992D}" srcOrd="5" destOrd="0" presId="urn:microsoft.com/office/officeart/2005/8/layout/vList2"/>
    <dgm:cxn modelId="{A6E4000E-74EB-4578-94AB-9959A768F8FF}" type="presParOf" srcId="{BCD0D298-40B4-4C78-BC38-71EF522FBBB8}" destId="{C55427E3-475F-4A38-9F73-CEA7A45099A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B1672E7-6178-4065-B901-326377B7753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CC2ADC7-0EEF-493D-BB38-A965E05FE5AC}">
      <dgm:prSet/>
      <dgm:spPr/>
      <dgm:t>
        <a:bodyPr/>
        <a:lstStyle/>
        <a:p>
          <a:r>
            <a:rPr lang="uk-UA" b="0" i="0"/>
            <a:t>«…У сій хвилі представники українського народу в Галичині всіх політичних напрямів, яких об’єднує один національний ідеал, зібралися в Головну Українську Раду…»</a:t>
          </a:r>
          <a:endParaRPr lang="uk-UA"/>
        </a:p>
      </dgm:t>
    </dgm:pt>
    <dgm:pt modelId="{71C3F610-FCA7-466E-90DE-35BDB818EF28}" type="parTrans" cxnId="{01F39019-7E20-4B82-81F3-B4C04E141A4A}">
      <dgm:prSet/>
      <dgm:spPr/>
      <dgm:t>
        <a:bodyPr/>
        <a:lstStyle/>
        <a:p>
          <a:endParaRPr lang="uk-UA"/>
        </a:p>
      </dgm:t>
    </dgm:pt>
    <dgm:pt modelId="{F22B8659-4358-4EBB-964F-BB296D4EA3ED}" type="sibTrans" cxnId="{01F39019-7E20-4B82-81F3-B4C04E141A4A}">
      <dgm:prSet/>
      <dgm:spPr/>
      <dgm:t>
        <a:bodyPr/>
        <a:lstStyle/>
        <a:p>
          <a:endParaRPr lang="uk-UA"/>
        </a:p>
      </dgm:t>
    </dgm:pt>
    <dgm:pt modelId="{38E68F28-0D81-4860-A5A4-BA0453A03BA5}">
      <dgm:prSet/>
      <dgm:spPr/>
      <dgm:t>
        <a:bodyPr/>
        <a:lstStyle/>
        <a:p>
          <a:r>
            <a:rPr lang="uk-UA" b="0" i="0"/>
            <a:t>«Цього дня Українська Національна Рада перейняла на себе владу в столичнім місті Львові й на цілій території Української Держави…»</a:t>
          </a:r>
          <a:endParaRPr lang="uk-UA"/>
        </a:p>
      </dgm:t>
    </dgm:pt>
    <dgm:pt modelId="{A2459B19-5168-483D-9128-AA53C2D2DF39}" type="parTrans" cxnId="{EDAF4DA4-F245-4EBA-BECB-824BA1DA76EA}">
      <dgm:prSet/>
      <dgm:spPr/>
      <dgm:t>
        <a:bodyPr/>
        <a:lstStyle/>
        <a:p>
          <a:endParaRPr lang="uk-UA"/>
        </a:p>
      </dgm:t>
    </dgm:pt>
    <dgm:pt modelId="{BC5E69D7-CC41-4FF5-9502-8DAF7F0CDB68}" type="sibTrans" cxnId="{EDAF4DA4-F245-4EBA-BECB-824BA1DA76EA}">
      <dgm:prSet/>
      <dgm:spPr/>
      <dgm:t>
        <a:bodyPr/>
        <a:lstStyle/>
        <a:p>
          <a:endParaRPr lang="uk-UA"/>
        </a:p>
      </dgm:t>
    </dgm:pt>
    <dgm:pt modelId="{1200441C-C964-4CA5-8C60-4D4D9391535F}" type="pres">
      <dgm:prSet presAssocID="{0B1672E7-6178-4065-B901-326377B7753F}" presName="linear" presStyleCnt="0">
        <dgm:presLayoutVars>
          <dgm:animLvl val="lvl"/>
          <dgm:resizeHandles val="exact"/>
        </dgm:presLayoutVars>
      </dgm:prSet>
      <dgm:spPr/>
    </dgm:pt>
    <dgm:pt modelId="{7374C609-2111-4C42-A84C-5AEB1082553B}" type="pres">
      <dgm:prSet presAssocID="{5CC2ADC7-0EEF-493D-BB38-A965E05FE5A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F15CF4F-B445-4644-A632-7EACBF8EB4BA}" type="pres">
      <dgm:prSet presAssocID="{F22B8659-4358-4EBB-964F-BB296D4EA3ED}" presName="spacer" presStyleCnt="0"/>
      <dgm:spPr/>
    </dgm:pt>
    <dgm:pt modelId="{A6E76D2B-D669-4D5E-9798-F851A6BF6417}" type="pres">
      <dgm:prSet presAssocID="{38E68F28-0D81-4860-A5A4-BA0453A03BA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1F39019-7E20-4B82-81F3-B4C04E141A4A}" srcId="{0B1672E7-6178-4065-B901-326377B7753F}" destId="{5CC2ADC7-0EEF-493D-BB38-A965E05FE5AC}" srcOrd="0" destOrd="0" parTransId="{71C3F610-FCA7-466E-90DE-35BDB818EF28}" sibTransId="{F22B8659-4358-4EBB-964F-BB296D4EA3ED}"/>
    <dgm:cxn modelId="{9DB78B22-C4EB-40D8-AF91-8FBEB15F0BD7}" type="presOf" srcId="{38E68F28-0D81-4860-A5A4-BA0453A03BA5}" destId="{A6E76D2B-D669-4D5E-9798-F851A6BF6417}" srcOrd="0" destOrd="0" presId="urn:microsoft.com/office/officeart/2005/8/layout/vList2"/>
    <dgm:cxn modelId="{DE835276-9298-4321-9C49-2CF7EC13F9A1}" type="presOf" srcId="{5CC2ADC7-0EEF-493D-BB38-A965E05FE5AC}" destId="{7374C609-2111-4C42-A84C-5AEB1082553B}" srcOrd="0" destOrd="0" presId="urn:microsoft.com/office/officeart/2005/8/layout/vList2"/>
    <dgm:cxn modelId="{EDAF4DA4-F245-4EBA-BECB-824BA1DA76EA}" srcId="{0B1672E7-6178-4065-B901-326377B7753F}" destId="{38E68F28-0D81-4860-A5A4-BA0453A03BA5}" srcOrd="1" destOrd="0" parTransId="{A2459B19-5168-483D-9128-AA53C2D2DF39}" sibTransId="{BC5E69D7-CC41-4FF5-9502-8DAF7F0CDB68}"/>
    <dgm:cxn modelId="{A0A0F4E7-ED56-4EBD-9EF9-ACCDA486EAE7}" type="presOf" srcId="{0B1672E7-6178-4065-B901-326377B7753F}" destId="{1200441C-C964-4CA5-8C60-4D4D9391535F}" srcOrd="0" destOrd="0" presId="urn:microsoft.com/office/officeart/2005/8/layout/vList2"/>
    <dgm:cxn modelId="{0877515A-9B26-474A-B534-6EE74EE2D197}" type="presParOf" srcId="{1200441C-C964-4CA5-8C60-4D4D9391535F}" destId="{7374C609-2111-4C42-A84C-5AEB1082553B}" srcOrd="0" destOrd="0" presId="urn:microsoft.com/office/officeart/2005/8/layout/vList2"/>
    <dgm:cxn modelId="{D004D4C1-57A1-4FDA-88B1-D390C485ED9C}" type="presParOf" srcId="{1200441C-C964-4CA5-8C60-4D4D9391535F}" destId="{8F15CF4F-B445-4644-A632-7EACBF8EB4BA}" srcOrd="1" destOrd="0" presId="urn:microsoft.com/office/officeart/2005/8/layout/vList2"/>
    <dgm:cxn modelId="{289F109D-0CDB-4CD0-AFA3-49C29FA61724}" type="presParOf" srcId="{1200441C-C964-4CA5-8C60-4D4D9391535F}" destId="{A6E76D2B-D669-4D5E-9798-F851A6BF641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1DD5712-E539-4B49-B741-F7A2F2BC9A8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B2B1337-5C2A-482F-95E6-201E5A46495B}">
      <dgm:prSet/>
      <dgm:spPr/>
      <dgm:t>
        <a:bodyPr/>
        <a:lstStyle/>
        <a:p>
          <a:r>
            <a:rPr lang="uk-UA" b="0" i="0"/>
            <a:t>«Київ залишений був напризволяще… більшовицькі війська, тоді ще більше схожі на банди, незабаром змусили кошмаром своєї «діяльності» забути кошмар і жах дев’ятиденного бомбардування…»</a:t>
          </a:r>
          <a:endParaRPr lang="uk-UA"/>
        </a:p>
      </dgm:t>
    </dgm:pt>
    <dgm:pt modelId="{C501BDA3-BD7F-45FE-9914-1222EE0CA1AA}" type="parTrans" cxnId="{E91DB1C2-4CC6-476B-81CB-9D3BFF42D368}">
      <dgm:prSet/>
      <dgm:spPr/>
      <dgm:t>
        <a:bodyPr/>
        <a:lstStyle/>
        <a:p>
          <a:endParaRPr lang="uk-UA"/>
        </a:p>
      </dgm:t>
    </dgm:pt>
    <dgm:pt modelId="{565E7F7F-4044-418B-9B23-55371B815571}" type="sibTrans" cxnId="{E91DB1C2-4CC6-476B-81CB-9D3BFF42D368}">
      <dgm:prSet/>
      <dgm:spPr/>
      <dgm:t>
        <a:bodyPr/>
        <a:lstStyle/>
        <a:p>
          <a:endParaRPr lang="uk-UA"/>
        </a:p>
      </dgm:t>
    </dgm:pt>
    <dgm:pt modelId="{69CE7E94-58B0-415A-B71F-F39CF75B404C}">
      <dgm:prSet/>
      <dgm:spPr/>
      <dgm:t>
        <a:bodyPr/>
        <a:lstStyle/>
        <a:p>
          <a:r>
            <a:rPr lang="uk-UA" b="0" i="0"/>
            <a:t>«На цій історичній площі столичного міста Києва стоїмо… ми, український народ західноукраїнських земель.., будучи однією кров’ю… з усім народом Української Народної Республіки, хочемо й бажаємо відновити національну державну єдність нашого народу...»</a:t>
          </a:r>
          <a:endParaRPr lang="uk-UA"/>
        </a:p>
      </dgm:t>
    </dgm:pt>
    <dgm:pt modelId="{B024A1D6-EB32-4C82-80F8-5FCA94C971A1}" type="parTrans" cxnId="{CEC42827-7AA9-453F-9F96-570BD568598E}">
      <dgm:prSet/>
      <dgm:spPr/>
      <dgm:t>
        <a:bodyPr/>
        <a:lstStyle/>
        <a:p>
          <a:endParaRPr lang="uk-UA"/>
        </a:p>
      </dgm:t>
    </dgm:pt>
    <dgm:pt modelId="{23299B67-7BCD-4439-B6B4-79EC16E04BB7}" type="sibTrans" cxnId="{CEC42827-7AA9-453F-9F96-570BD568598E}">
      <dgm:prSet/>
      <dgm:spPr/>
      <dgm:t>
        <a:bodyPr/>
        <a:lstStyle/>
        <a:p>
          <a:endParaRPr lang="uk-UA"/>
        </a:p>
      </dgm:t>
    </dgm:pt>
    <dgm:pt modelId="{78F423B8-1D71-4303-AEED-464668DF1060}" type="pres">
      <dgm:prSet presAssocID="{A1DD5712-E539-4B49-B741-F7A2F2BC9A82}" presName="linear" presStyleCnt="0">
        <dgm:presLayoutVars>
          <dgm:animLvl val="lvl"/>
          <dgm:resizeHandles val="exact"/>
        </dgm:presLayoutVars>
      </dgm:prSet>
      <dgm:spPr/>
    </dgm:pt>
    <dgm:pt modelId="{05ED4A0B-16CF-4F82-BF42-BE05EFAB8AD7}" type="pres">
      <dgm:prSet presAssocID="{CB2B1337-5C2A-482F-95E6-201E5A46495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BDB71D6-3126-4A7E-AB9E-436C317D32DF}" type="pres">
      <dgm:prSet presAssocID="{565E7F7F-4044-418B-9B23-55371B815571}" presName="spacer" presStyleCnt="0"/>
      <dgm:spPr/>
    </dgm:pt>
    <dgm:pt modelId="{2D9096CB-16D4-421F-90AE-6E3A3E6790E4}" type="pres">
      <dgm:prSet presAssocID="{69CE7E94-58B0-415A-B71F-F39CF75B404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E018821-BD63-4097-87CD-9BDBC81F3699}" type="presOf" srcId="{A1DD5712-E539-4B49-B741-F7A2F2BC9A82}" destId="{78F423B8-1D71-4303-AEED-464668DF1060}" srcOrd="0" destOrd="0" presId="urn:microsoft.com/office/officeart/2005/8/layout/vList2"/>
    <dgm:cxn modelId="{CEC42827-7AA9-453F-9F96-570BD568598E}" srcId="{A1DD5712-E539-4B49-B741-F7A2F2BC9A82}" destId="{69CE7E94-58B0-415A-B71F-F39CF75B404C}" srcOrd="1" destOrd="0" parTransId="{B024A1D6-EB32-4C82-80F8-5FCA94C971A1}" sibTransId="{23299B67-7BCD-4439-B6B4-79EC16E04BB7}"/>
    <dgm:cxn modelId="{BA9C9527-B2B1-4DEF-94EB-F474F21E8C88}" type="presOf" srcId="{69CE7E94-58B0-415A-B71F-F39CF75B404C}" destId="{2D9096CB-16D4-421F-90AE-6E3A3E6790E4}" srcOrd="0" destOrd="0" presId="urn:microsoft.com/office/officeart/2005/8/layout/vList2"/>
    <dgm:cxn modelId="{ADED2B53-A77A-44E6-A48B-C7AB6E98D749}" type="presOf" srcId="{CB2B1337-5C2A-482F-95E6-201E5A46495B}" destId="{05ED4A0B-16CF-4F82-BF42-BE05EFAB8AD7}" srcOrd="0" destOrd="0" presId="urn:microsoft.com/office/officeart/2005/8/layout/vList2"/>
    <dgm:cxn modelId="{E91DB1C2-4CC6-476B-81CB-9D3BFF42D368}" srcId="{A1DD5712-E539-4B49-B741-F7A2F2BC9A82}" destId="{CB2B1337-5C2A-482F-95E6-201E5A46495B}" srcOrd="0" destOrd="0" parTransId="{C501BDA3-BD7F-45FE-9914-1222EE0CA1AA}" sibTransId="{565E7F7F-4044-418B-9B23-55371B815571}"/>
    <dgm:cxn modelId="{9BA73594-59F8-4074-8985-1D8846DF6D1A}" type="presParOf" srcId="{78F423B8-1D71-4303-AEED-464668DF1060}" destId="{05ED4A0B-16CF-4F82-BF42-BE05EFAB8AD7}" srcOrd="0" destOrd="0" presId="urn:microsoft.com/office/officeart/2005/8/layout/vList2"/>
    <dgm:cxn modelId="{5FFB0CA6-AC61-4D8D-94DD-3B8079AF7AFD}" type="presParOf" srcId="{78F423B8-1D71-4303-AEED-464668DF1060}" destId="{4BDB71D6-3126-4A7E-AB9E-436C317D32DF}" srcOrd="1" destOrd="0" presId="urn:microsoft.com/office/officeart/2005/8/layout/vList2"/>
    <dgm:cxn modelId="{14433603-8865-4F31-8671-2125931ABA34}" type="presParOf" srcId="{78F423B8-1D71-4303-AEED-464668DF1060}" destId="{2D9096CB-16D4-421F-90AE-6E3A3E6790E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51FC51E-D9AE-4402-BA86-80A24C67B7F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B416EE9-B328-45CF-8699-DC8A62FEFACA}">
      <dgm:prSet/>
      <dgm:spPr/>
      <dgm:t>
        <a:bodyPr/>
        <a:lstStyle/>
        <a:p>
          <a:r>
            <a:rPr lang="uk-UA" b="0" i="0"/>
            <a:t>влади більшовиків та їхніх союзників.</a:t>
          </a:r>
          <a:endParaRPr lang="uk-UA"/>
        </a:p>
      </dgm:t>
    </dgm:pt>
    <dgm:pt modelId="{9F6C3802-7188-45C1-9DE9-DE1F1CDEFE03}" type="parTrans" cxnId="{E264E892-88AF-423D-BA9A-A187C3D6CEB1}">
      <dgm:prSet/>
      <dgm:spPr/>
      <dgm:t>
        <a:bodyPr/>
        <a:lstStyle/>
        <a:p>
          <a:endParaRPr lang="uk-UA"/>
        </a:p>
      </dgm:t>
    </dgm:pt>
    <dgm:pt modelId="{50E19127-46C8-4E5D-BD42-BBD5EF99E958}" type="sibTrans" cxnId="{E264E892-88AF-423D-BA9A-A187C3D6CEB1}">
      <dgm:prSet/>
      <dgm:spPr/>
      <dgm:t>
        <a:bodyPr/>
        <a:lstStyle/>
        <a:p>
          <a:endParaRPr lang="uk-UA"/>
        </a:p>
      </dgm:t>
    </dgm:pt>
    <dgm:pt modelId="{CE09B9A0-4A82-4C69-AD2E-8BA1D2A614F1}">
      <dgm:prSet/>
      <dgm:spPr/>
      <dgm:t>
        <a:bodyPr/>
        <a:lstStyle/>
        <a:p>
          <a:r>
            <a:rPr lang="uk-UA" b="0" i="0"/>
            <a:t>федеративних зв’язків України з Росією.</a:t>
          </a:r>
          <a:endParaRPr lang="uk-UA"/>
        </a:p>
      </dgm:t>
    </dgm:pt>
    <dgm:pt modelId="{A19D5312-DF5F-4A92-8299-3D023361AFA5}" type="parTrans" cxnId="{D57B2883-F570-4747-A235-DD411A573701}">
      <dgm:prSet/>
      <dgm:spPr/>
      <dgm:t>
        <a:bodyPr/>
        <a:lstStyle/>
        <a:p>
          <a:endParaRPr lang="uk-UA"/>
        </a:p>
      </dgm:t>
    </dgm:pt>
    <dgm:pt modelId="{46DF88F9-1894-421B-AE0B-4DB2E72ACEF5}" type="sibTrans" cxnId="{D57B2883-F570-4747-A235-DD411A573701}">
      <dgm:prSet/>
      <dgm:spPr/>
      <dgm:t>
        <a:bodyPr/>
        <a:lstStyle/>
        <a:p>
          <a:endParaRPr lang="uk-UA"/>
        </a:p>
      </dgm:t>
    </dgm:pt>
    <dgm:pt modelId="{52434E9C-2533-4041-950B-8354986A13F2}">
      <dgm:prSet/>
      <dgm:spPr/>
      <dgm:t>
        <a:bodyPr/>
        <a:lstStyle/>
        <a:p>
          <a:r>
            <a:rPr lang="uk-UA" b="0" i="0"/>
            <a:t>союзницьких відносин з країнами Антанти.</a:t>
          </a:r>
          <a:endParaRPr lang="uk-UA"/>
        </a:p>
      </dgm:t>
    </dgm:pt>
    <dgm:pt modelId="{ADCBEBBD-C817-4C12-86FE-2C4A7F75DE02}" type="parTrans" cxnId="{D0653AC7-3469-40E9-A2E1-6AC14D8C0016}">
      <dgm:prSet/>
      <dgm:spPr/>
      <dgm:t>
        <a:bodyPr/>
        <a:lstStyle/>
        <a:p>
          <a:endParaRPr lang="uk-UA"/>
        </a:p>
      </dgm:t>
    </dgm:pt>
    <dgm:pt modelId="{8B68D75E-5DFC-487C-96F5-8DA10B7B10D7}" type="sibTrans" cxnId="{D0653AC7-3469-40E9-A2E1-6AC14D8C0016}">
      <dgm:prSet/>
      <dgm:spPr/>
      <dgm:t>
        <a:bodyPr/>
        <a:lstStyle/>
        <a:p>
          <a:endParaRPr lang="uk-UA"/>
        </a:p>
      </dgm:t>
    </dgm:pt>
    <dgm:pt modelId="{2121FA13-432F-4921-A575-02B34309E470}">
      <dgm:prSet/>
      <dgm:spPr/>
      <dgm:t>
        <a:bodyPr/>
        <a:lstStyle/>
        <a:p>
          <a:r>
            <a:rPr lang="uk-UA" b="0" i="0"/>
            <a:t>влади Української Центральної Ради.</a:t>
          </a:r>
          <a:endParaRPr lang="uk-UA"/>
        </a:p>
      </dgm:t>
    </dgm:pt>
    <dgm:pt modelId="{7D7A2283-EA31-4B2A-AF83-EC9B48539E52}" type="parTrans" cxnId="{F5167902-8F62-4542-8F1A-1F46BFAEF6A0}">
      <dgm:prSet/>
      <dgm:spPr/>
      <dgm:t>
        <a:bodyPr/>
        <a:lstStyle/>
        <a:p>
          <a:endParaRPr lang="uk-UA"/>
        </a:p>
      </dgm:t>
    </dgm:pt>
    <dgm:pt modelId="{57472DD3-B498-4C23-BC4B-9AA08E74FBD3}" type="sibTrans" cxnId="{F5167902-8F62-4542-8F1A-1F46BFAEF6A0}">
      <dgm:prSet/>
      <dgm:spPr/>
      <dgm:t>
        <a:bodyPr/>
        <a:lstStyle/>
        <a:p>
          <a:endParaRPr lang="uk-UA"/>
        </a:p>
      </dgm:t>
    </dgm:pt>
    <dgm:pt modelId="{2DC12B9A-180D-4704-BE98-9CCF5EBC442B}" type="pres">
      <dgm:prSet presAssocID="{351FC51E-D9AE-4402-BA86-80A24C67B7F2}" presName="linear" presStyleCnt="0">
        <dgm:presLayoutVars>
          <dgm:animLvl val="lvl"/>
          <dgm:resizeHandles val="exact"/>
        </dgm:presLayoutVars>
      </dgm:prSet>
      <dgm:spPr/>
    </dgm:pt>
    <dgm:pt modelId="{E86F8C9D-2854-4EF3-AA6B-7AA2E86322D9}" type="pres">
      <dgm:prSet presAssocID="{8B416EE9-B328-45CF-8699-DC8A62FEFAC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3645D27-FA04-4E00-B007-85074AAA9461}" type="pres">
      <dgm:prSet presAssocID="{50E19127-46C8-4E5D-BD42-BBD5EF99E958}" presName="spacer" presStyleCnt="0"/>
      <dgm:spPr/>
    </dgm:pt>
    <dgm:pt modelId="{E7D46E84-19FE-47DA-8F81-95C2DAE76F2E}" type="pres">
      <dgm:prSet presAssocID="{CE09B9A0-4A82-4C69-AD2E-8BA1D2A614F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E911D32-E4B4-4C16-8758-193D8A826DD0}" type="pres">
      <dgm:prSet presAssocID="{46DF88F9-1894-421B-AE0B-4DB2E72ACEF5}" presName="spacer" presStyleCnt="0"/>
      <dgm:spPr/>
    </dgm:pt>
    <dgm:pt modelId="{70F575BD-F38D-4E34-9F68-088432665150}" type="pres">
      <dgm:prSet presAssocID="{52434E9C-2533-4041-950B-8354986A13F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D275659-620F-4F35-941E-B26B57D4A28E}" type="pres">
      <dgm:prSet presAssocID="{8B68D75E-5DFC-487C-96F5-8DA10B7B10D7}" presName="spacer" presStyleCnt="0"/>
      <dgm:spPr/>
    </dgm:pt>
    <dgm:pt modelId="{B93E9CCB-28D8-4BD8-9D21-F9D888E783C1}" type="pres">
      <dgm:prSet presAssocID="{2121FA13-432F-4921-A575-02B34309E47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0456902-1878-4BD5-B810-DBEDBE91C4AB}" type="presOf" srcId="{2121FA13-432F-4921-A575-02B34309E470}" destId="{B93E9CCB-28D8-4BD8-9D21-F9D888E783C1}" srcOrd="0" destOrd="0" presId="urn:microsoft.com/office/officeart/2005/8/layout/vList2"/>
    <dgm:cxn modelId="{F5167902-8F62-4542-8F1A-1F46BFAEF6A0}" srcId="{351FC51E-D9AE-4402-BA86-80A24C67B7F2}" destId="{2121FA13-432F-4921-A575-02B34309E470}" srcOrd="3" destOrd="0" parTransId="{7D7A2283-EA31-4B2A-AF83-EC9B48539E52}" sibTransId="{57472DD3-B498-4C23-BC4B-9AA08E74FBD3}"/>
    <dgm:cxn modelId="{35658844-1B6A-4BB6-8D33-846333E3E199}" type="presOf" srcId="{8B416EE9-B328-45CF-8699-DC8A62FEFACA}" destId="{E86F8C9D-2854-4EF3-AA6B-7AA2E86322D9}" srcOrd="0" destOrd="0" presId="urn:microsoft.com/office/officeart/2005/8/layout/vList2"/>
    <dgm:cxn modelId="{D57B2883-F570-4747-A235-DD411A573701}" srcId="{351FC51E-D9AE-4402-BA86-80A24C67B7F2}" destId="{CE09B9A0-4A82-4C69-AD2E-8BA1D2A614F1}" srcOrd="1" destOrd="0" parTransId="{A19D5312-DF5F-4A92-8299-3D023361AFA5}" sibTransId="{46DF88F9-1894-421B-AE0B-4DB2E72ACEF5}"/>
    <dgm:cxn modelId="{415B3785-4FB6-491A-B191-40E83795C04D}" type="presOf" srcId="{351FC51E-D9AE-4402-BA86-80A24C67B7F2}" destId="{2DC12B9A-180D-4704-BE98-9CCF5EBC442B}" srcOrd="0" destOrd="0" presId="urn:microsoft.com/office/officeart/2005/8/layout/vList2"/>
    <dgm:cxn modelId="{3AC2C992-A44C-460C-B69E-5D80777454B7}" type="presOf" srcId="{52434E9C-2533-4041-950B-8354986A13F2}" destId="{70F575BD-F38D-4E34-9F68-088432665150}" srcOrd="0" destOrd="0" presId="urn:microsoft.com/office/officeart/2005/8/layout/vList2"/>
    <dgm:cxn modelId="{E264E892-88AF-423D-BA9A-A187C3D6CEB1}" srcId="{351FC51E-D9AE-4402-BA86-80A24C67B7F2}" destId="{8B416EE9-B328-45CF-8699-DC8A62FEFACA}" srcOrd="0" destOrd="0" parTransId="{9F6C3802-7188-45C1-9DE9-DE1F1CDEFE03}" sibTransId="{50E19127-46C8-4E5D-BD42-BBD5EF99E958}"/>
    <dgm:cxn modelId="{D0653AC7-3469-40E9-A2E1-6AC14D8C0016}" srcId="{351FC51E-D9AE-4402-BA86-80A24C67B7F2}" destId="{52434E9C-2533-4041-950B-8354986A13F2}" srcOrd="2" destOrd="0" parTransId="{ADCBEBBD-C817-4C12-86FE-2C4A7F75DE02}" sibTransId="{8B68D75E-5DFC-487C-96F5-8DA10B7B10D7}"/>
    <dgm:cxn modelId="{24181EF3-72F4-423E-B031-6FF02D734D37}" type="presOf" srcId="{CE09B9A0-4A82-4C69-AD2E-8BA1D2A614F1}" destId="{E7D46E84-19FE-47DA-8F81-95C2DAE76F2E}" srcOrd="0" destOrd="0" presId="urn:microsoft.com/office/officeart/2005/8/layout/vList2"/>
    <dgm:cxn modelId="{6E3B4920-F90B-4D5E-8DEE-9F62DDD48726}" type="presParOf" srcId="{2DC12B9A-180D-4704-BE98-9CCF5EBC442B}" destId="{E86F8C9D-2854-4EF3-AA6B-7AA2E86322D9}" srcOrd="0" destOrd="0" presId="urn:microsoft.com/office/officeart/2005/8/layout/vList2"/>
    <dgm:cxn modelId="{CAB02E2E-0F2B-4F4B-80BD-356BA99D7A1E}" type="presParOf" srcId="{2DC12B9A-180D-4704-BE98-9CCF5EBC442B}" destId="{C3645D27-FA04-4E00-B007-85074AAA9461}" srcOrd="1" destOrd="0" presId="urn:microsoft.com/office/officeart/2005/8/layout/vList2"/>
    <dgm:cxn modelId="{9C69F153-DB23-4A78-99C2-ACCD13354377}" type="presParOf" srcId="{2DC12B9A-180D-4704-BE98-9CCF5EBC442B}" destId="{E7D46E84-19FE-47DA-8F81-95C2DAE76F2E}" srcOrd="2" destOrd="0" presId="urn:microsoft.com/office/officeart/2005/8/layout/vList2"/>
    <dgm:cxn modelId="{0AFE83FD-EC88-433C-A52F-C6E62A5081D0}" type="presParOf" srcId="{2DC12B9A-180D-4704-BE98-9CCF5EBC442B}" destId="{2E911D32-E4B4-4C16-8758-193D8A826DD0}" srcOrd="3" destOrd="0" presId="urn:microsoft.com/office/officeart/2005/8/layout/vList2"/>
    <dgm:cxn modelId="{0BB3DB68-C455-4BE0-9889-644273712887}" type="presParOf" srcId="{2DC12B9A-180D-4704-BE98-9CCF5EBC442B}" destId="{70F575BD-F38D-4E34-9F68-088432665150}" srcOrd="4" destOrd="0" presId="urn:microsoft.com/office/officeart/2005/8/layout/vList2"/>
    <dgm:cxn modelId="{13D7808A-3B60-4B4B-92A0-AB9426A0D947}" type="presParOf" srcId="{2DC12B9A-180D-4704-BE98-9CCF5EBC442B}" destId="{FD275659-620F-4F35-941E-B26B57D4A28E}" srcOrd="5" destOrd="0" presId="urn:microsoft.com/office/officeart/2005/8/layout/vList2"/>
    <dgm:cxn modelId="{3978B300-0F2B-4E6E-BD54-43905BE6CC7E}" type="presParOf" srcId="{2DC12B9A-180D-4704-BE98-9CCF5EBC442B}" destId="{B93E9CCB-28D8-4BD8-9D21-F9D888E783C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93DF9B6-601B-4218-A1CC-AC6B9B9741D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BE7630-34C0-4AE4-BD24-C1B23C229399}">
      <dgm:prSet/>
      <dgm:spPr/>
      <dgm:t>
        <a:bodyPr/>
        <a:lstStyle/>
        <a:p>
          <a:r>
            <a:rPr lang="uk-UA" b="0" i="0"/>
            <a:t>командуючий Легіону Українських січових стрільців М. Галущинський.</a:t>
          </a:r>
          <a:endParaRPr lang="uk-UA"/>
        </a:p>
      </dgm:t>
    </dgm:pt>
    <dgm:pt modelId="{C310134D-63C5-444C-9D29-3F6F06D528B6}" type="parTrans" cxnId="{22460D3A-7B51-4E05-9343-B413C47B82AA}">
      <dgm:prSet/>
      <dgm:spPr/>
      <dgm:t>
        <a:bodyPr/>
        <a:lstStyle/>
        <a:p>
          <a:endParaRPr lang="uk-UA"/>
        </a:p>
      </dgm:t>
    </dgm:pt>
    <dgm:pt modelId="{B977B1F3-35AD-451E-8B14-6DD8B2E4E4EF}" type="sibTrans" cxnId="{22460D3A-7B51-4E05-9343-B413C47B82AA}">
      <dgm:prSet/>
      <dgm:spPr/>
      <dgm:t>
        <a:bodyPr/>
        <a:lstStyle/>
        <a:p>
          <a:endParaRPr lang="uk-UA"/>
        </a:p>
      </dgm:t>
    </dgm:pt>
    <dgm:pt modelId="{2FC650CC-C226-456A-A22F-1CCD88E51BB3}">
      <dgm:prSet/>
      <dgm:spPr/>
      <dgm:t>
        <a:bodyPr/>
        <a:lstStyle/>
        <a:p>
          <a:r>
            <a:rPr lang="uk-UA" b="0" i="0"/>
            <a:t>командир Революційної повстанської армії України Н. Махно.</a:t>
          </a:r>
          <a:endParaRPr lang="uk-UA"/>
        </a:p>
      </dgm:t>
    </dgm:pt>
    <dgm:pt modelId="{CE3BA465-B10F-4861-B70E-12D6A602EDCD}" type="parTrans" cxnId="{860BA451-1FA2-4393-BE65-D632EA4A9A34}">
      <dgm:prSet/>
      <dgm:spPr/>
      <dgm:t>
        <a:bodyPr/>
        <a:lstStyle/>
        <a:p>
          <a:endParaRPr lang="uk-UA"/>
        </a:p>
      </dgm:t>
    </dgm:pt>
    <dgm:pt modelId="{44A59602-8322-40F2-ACFD-434EE573AD8E}" type="sibTrans" cxnId="{860BA451-1FA2-4393-BE65-D632EA4A9A34}">
      <dgm:prSet/>
      <dgm:spPr/>
      <dgm:t>
        <a:bodyPr/>
        <a:lstStyle/>
        <a:p>
          <a:endParaRPr lang="uk-UA"/>
        </a:p>
      </dgm:t>
    </dgm:pt>
    <dgm:pt modelId="{ADC88089-AA3B-452C-A20C-E77C0FAD4F0A}">
      <dgm:prSet/>
      <dgm:spPr/>
      <dgm:t>
        <a:bodyPr/>
        <a:lstStyle/>
        <a:p>
          <a:r>
            <a:rPr lang="uk-UA" b="0" i="0"/>
            <a:t>головнокомандувач Української галицької армії М. Тарнавський.</a:t>
          </a:r>
          <a:endParaRPr lang="uk-UA"/>
        </a:p>
      </dgm:t>
    </dgm:pt>
    <dgm:pt modelId="{B081B47C-A86E-4559-BBC8-0C18D13E0752}" type="parTrans" cxnId="{D3DB8A39-A4D5-4A0A-BBEE-6C85F1ABF969}">
      <dgm:prSet/>
      <dgm:spPr/>
      <dgm:t>
        <a:bodyPr/>
        <a:lstStyle/>
        <a:p>
          <a:endParaRPr lang="uk-UA"/>
        </a:p>
      </dgm:t>
    </dgm:pt>
    <dgm:pt modelId="{A03EAC93-0E7C-450B-91E7-463F5D52A9BC}" type="sibTrans" cxnId="{D3DB8A39-A4D5-4A0A-BBEE-6C85F1ABF969}">
      <dgm:prSet/>
      <dgm:spPr/>
      <dgm:t>
        <a:bodyPr/>
        <a:lstStyle/>
        <a:p>
          <a:endParaRPr lang="uk-UA"/>
        </a:p>
      </dgm:t>
    </dgm:pt>
    <dgm:pt modelId="{D730DC6F-7AB6-4910-98B0-E0AB26CD06A9}">
      <dgm:prSet/>
      <dgm:spPr/>
      <dgm:t>
        <a:bodyPr/>
        <a:lstStyle/>
        <a:p>
          <a:r>
            <a:rPr lang="uk-UA" b="0" i="0"/>
            <a:t>головний отаман Армії Української Народної Республіки С. Петлюра</a:t>
          </a:r>
          <a:endParaRPr lang="uk-UA"/>
        </a:p>
      </dgm:t>
    </dgm:pt>
    <dgm:pt modelId="{03A140BA-E7E7-49E0-AFAE-22DA1C2F6801}" type="parTrans" cxnId="{90808CBC-0BAD-4504-B759-A56572E16A80}">
      <dgm:prSet/>
      <dgm:spPr/>
      <dgm:t>
        <a:bodyPr/>
        <a:lstStyle/>
        <a:p>
          <a:endParaRPr lang="uk-UA"/>
        </a:p>
      </dgm:t>
    </dgm:pt>
    <dgm:pt modelId="{82CCA726-6139-4D82-A809-5C5928A0A651}" type="sibTrans" cxnId="{90808CBC-0BAD-4504-B759-A56572E16A80}">
      <dgm:prSet/>
      <dgm:spPr/>
      <dgm:t>
        <a:bodyPr/>
        <a:lstStyle/>
        <a:p>
          <a:endParaRPr lang="uk-UA"/>
        </a:p>
      </dgm:t>
    </dgm:pt>
    <dgm:pt modelId="{6048CB53-8DCC-4C2C-A2CD-EE084B2AAFF3}" type="pres">
      <dgm:prSet presAssocID="{E93DF9B6-601B-4218-A1CC-AC6B9B9741D5}" presName="linear" presStyleCnt="0">
        <dgm:presLayoutVars>
          <dgm:animLvl val="lvl"/>
          <dgm:resizeHandles val="exact"/>
        </dgm:presLayoutVars>
      </dgm:prSet>
      <dgm:spPr/>
    </dgm:pt>
    <dgm:pt modelId="{5EBE4643-3ADB-4A2F-BB38-BAC9C8E16C0C}" type="pres">
      <dgm:prSet presAssocID="{9DBE7630-34C0-4AE4-BD24-C1B23C22939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F518283-14AB-4F9E-8644-88BCA717B67A}" type="pres">
      <dgm:prSet presAssocID="{B977B1F3-35AD-451E-8B14-6DD8B2E4E4EF}" presName="spacer" presStyleCnt="0"/>
      <dgm:spPr/>
    </dgm:pt>
    <dgm:pt modelId="{C6BA2F63-806D-468E-80BE-0693384557F3}" type="pres">
      <dgm:prSet presAssocID="{2FC650CC-C226-456A-A22F-1CCD88E51BB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E247A14-5DCB-4802-B8E8-EE8289F8B0B1}" type="pres">
      <dgm:prSet presAssocID="{44A59602-8322-40F2-ACFD-434EE573AD8E}" presName="spacer" presStyleCnt="0"/>
      <dgm:spPr/>
    </dgm:pt>
    <dgm:pt modelId="{A88F684D-8BF4-441D-88A6-0C63BD6324D7}" type="pres">
      <dgm:prSet presAssocID="{ADC88089-AA3B-452C-A20C-E77C0FAD4F0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B273BB1-EB58-4400-AE98-3F6EBC7F5555}" type="pres">
      <dgm:prSet presAssocID="{A03EAC93-0E7C-450B-91E7-463F5D52A9BC}" presName="spacer" presStyleCnt="0"/>
      <dgm:spPr/>
    </dgm:pt>
    <dgm:pt modelId="{EC57C033-03E9-4203-A468-1A82DF82A94F}" type="pres">
      <dgm:prSet presAssocID="{D730DC6F-7AB6-4910-98B0-E0AB26CD06A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7E24223-75B2-42CD-833C-739EF8780656}" type="presOf" srcId="{D730DC6F-7AB6-4910-98B0-E0AB26CD06A9}" destId="{EC57C033-03E9-4203-A468-1A82DF82A94F}" srcOrd="0" destOrd="0" presId="urn:microsoft.com/office/officeart/2005/8/layout/vList2"/>
    <dgm:cxn modelId="{BA8B8039-9054-46E1-8E56-1CB0A8B92E11}" type="presOf" srcId="{E93DF9B6-601B-4218-A1CC-AC6B9B9741D5}" destId="{6048CB53-8DCC-4C2C-A2CD-EE084B2AAFF3}" srcOrd="0" destOrd="0" presId="urn:microsoft.com/office/officeart/2005/8/layout/vList2"/>
    <dgm:cxn modelId="{D3DB8A39-A4D5-4A0A-BBEE-6C85F1ABF969}" srcId="{E93DF9B6-601B-4218-A1CC-AC6B9B9741D5}" destId="{ADC88089-AA3B-452C-A20C-E77C0FAD4F0A}" srcOrd="2" destOrd="0" parTransId="{B081B47C-A86E-4559-BBC8-0C18D13E0752}" sibTransId="{A03EAC93-0E7C-450B-91E7-463F5D52A9BC}"/>
    <dgm:cxn modelId="{22460D3A-7B51-4E05-9343-B413C47B82AA}" srcId="{E93DF9B6-601B-4218-A1CC-AC6B9B9741D5}" destId="{9DBE7630-34C0-4AE4-BD24-C1B23C229399}" srcOrd="0" destOrd="0" parTransId="{C310134D-63C5-444C-9D29-3F6F06D528B6}" sibTransId="{B977B1F3-35AD-451E-8B14-6DD8B2E4E4EF}"/>
    <dgm:cxn modelId="{9C3CA467-E716-4A07-816E-6764E8BEAC79}" type="presOf" srcId="{9DBE7630-34C0-4AE4-BD24-C1B23C229399}" destId="{5EBE4643-3ADB-4A2F-BB38-BAC9C8E16C0C}" srcOrd="0" destOrd="0" presId="urn:microsoft.com/office/officeart/2005/8/layout/vList2"/>
    <dgm:cxn modelId="{860BA451-1FA2-4393-BE65-D632EA4A9A34}" srcId="{E93DF9B6-601B-4218-A1CC-AC6B9B9741D5}" destId="{2FC650CC-C226-456A-A22F-1CCD88E51BB3}" srcOrd="1" destOrd="0" parTransId="{CE3BA465-B10F-4861-B70E-12D6A602EDCD}" sibTransId="{44A59602-8322-40F2-ACFD-434EE573AD8E}"/>
    <dgm:cxn modelId="{E408B3B1-3739-422E-894C-FD395A54DB71}" type="presOf" srcId="{ADC88089-AA3B-452C-A20C-E77C0FAD4F0A}" destId="{A88F684D-8BF4-441D-88A6-0C63BD6324D7}" srcOrd="0" destOrd="0" presId="urn:microsoft.com/office/officeart/2005/8/layout/vList2"/>
    <dgm:cxn modelId="{90808CBC-0BAD-4504-B759-A56572E16A80}" srcId="{E93DF9B6-601B-4218-A1CC-AC6B9B9741D5}" destId="{D730DC6F-7AB6-4910-98B0-E0AB26CD06A9}" srcOrd="3" destOrd="0" parTransId="{03A140BA-E7E7-49E0-AFAE-22DA1C2F6801}" sibTransId="{82CCA726-6139-4D82-A809-5C5928A0A651}"/>
    <dgm:cxn modelId="{6CF1DCE1-2E5D-4DF7-9CBC-3DF08C227883}" type="presOf" srcId="{2FC650CC-C226-456A-A22F-1CCD88E51BB3}" destId="{C6BA2F63-806D-468E-80BE-0693384557F3}" srcOrd="0" destOrd="0" presId="urn:microsoft.com/office/officeart/2005/8/layout/vList2"/>
    <dgm:cxn modelId="{47BAF63E-374B-487E-96B4-42C15E5DAD21}" type="presParOf" srcId="{6048CB53-8DCC-4C2C-A2CD-EE084B2AAFF3}" destId="{5EBE4643-3ADB-4A2F-BB38-BAC9C8E16C0C}" srcOrd="0" destOrd="0" presId="urn:microsoft.com/office/officeart/2005/8/layout/vList2"/>
    <dgm:cxn modelId="{BA092834-64E8-4BD4-8C11-C4E70B9E842A}" type="presParOf" srcId="{6048CB53-8DCC-4C2C-A2CD-EE084B2AAFF3}" destId="{5F518283-14AB-4F9E-8644-88BCA717B67A}" srcOrd="1" destOrd="0" presId="urn:microsoft.com/office/officeart/2005/8/layout/vList2"/>
    <dgm:cxn modelId="{9269E5B2-8C9F-49AD-8F99-72CDBDA14987}" type="presParOf" srcId="{6048CB53-8DCC-4C2C-A2CD-EE084B2AAFF3}" destId="{C6BA2F63-806D-468E-80BE-0693384557F3}" srcOrd="2" destOrd="0" presId="urn:microsoft.com/office/officeart/2005/8/layout/vList2"/>
    <dgm:cxn modelId="{C5408977-46AB-4C16-94E4-F6837BCB0486}" type="presParOf" srcId="{6048CB53-8DCC-4C2C-A2CD-EE084B2AAFF3}" destId="{4E247A14-5DCB-4802-B8E8-EE8289F8B0B1}" srcOrd="3" destOrd="0" presId="urn:microsoft.com/office/officeart/2005/8/layout/vList2"/>
    <dgm:cxn modelId="{12BDC647-034C-411F-8707-114694877340}" type="presParOf" srcId="{6048CB53-8DCC-4C2C-A2CD-EE084B2AAFF3}" destId="{A88F684D-8BF4-441D-88A6-0C63BD6324D7}" srcOrd="4" destOrd="0" presId="urn:microsoft.com/office/officeart/2005/8/layout/vList2"/>
    <dgm:cxn modelId="{92F7B3B9-0175-442D-B4B6-E74EADBA4EF8}" type="presParOf" srcId="{6048CB53-8DCC-4C2C-A2CD-EE084B2AAFF3}" destId="{3B273BB1-EB58-4400-AE98-3F6EBC7F5555}" srcOrd="5" destOrd="0" presId="urn:microsoft.com/office/officeart/2005/8/layout/vList2"/>
    <dgm:cxn modelId="{3280AF70-A65E-4DA5-9176-608167A8FF46}" type="presParOf" srcId="{6048CB53-8DCC-4C2C-A2CD-EE084B2AAFF3}" destId="{EC57C033-03E9-4203-A468-1A82DF82A94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26C64B29-3D9D-495D-B609-FC8017A6AD88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C8B7EEB-CA67-41EA-AADE-FA4EDF3874EF}">
      <dgm:prSet/>
      <dgm:spPr/>
      <dgm:t>
        <a:bodyPr/>
        <a:lstStyle/>
        <a:p>
          <a:r>
            <a:rPr lang="ru-RU" b="0" i="0"/>
            <a:t>Третій Універсал Центральної Ради</a:t>
          </a:r>
          <a:endParaRPr lang="uk-UA"/>
        </a:p>
      </dgm:t>
    </dgm:pt>
    <dgm:pt modelId="{CA4AD218-5753-4E82-AD60-FF6059B5E81E}" type="parTrans" cxnId="{8C93DD23-71F4-469A-991B-D80AF594DA62}">
      <dgm:prSet/>
      <dgm:spPr/>
      <dgm:t>
        <a:bodyPr/>
        <a:lstStyle/>
        <a:p>
          <a:endParaRPr lang="uk-UA"/>
        </a:p>
      </dgm:t>
    </dgm:pt>
    <dgm:pt modelId="{DA895278-B99F-49F9-A328-AFC720EB8B5A}" type="sibTrans" cxnId="{8C93DD23-71F4-469A-991B-D80AF594DA62}">
      <dgm:prSet/>
      <dgm:spPr/>
      <dgm:t>
        <a:bodyPr/>
        <a:lstStyle/>
        <a:p>
          <a:endParaRPr lang="uk-UA"/>
        </a:p>
      </dgm:t>
    </dgm:pt>
    <dgm:pt modelId="{B371BF08-FE7B-4B0C-95F7-274BFEDC8010}">
      <dgm:prSet/>
      <dgm:spPr/>
      <dgm:t>
        <a:bodyPr/>
        <a:lstStyle/>
        <a:p>
          <a:r>
            <a:rPr lang="ru-RU" b="0" i="0"/>
            <a:t>Грамота П. Скоропадського «До всього українського народу»</a:t>
          </a:r>
          <a:endParaRPr lang="uk-UA"/>
        </a:p>
      </dgm:t>
    </dgm:pt>
    <dgm:pt modelId="{6BF79A15-CCBC-4158-91E3-C9A3B9EAB3CF}" type="parTrans" cxnId="{669DB9C6-E7C0-4F29-B71A-D23A9DF0169F}">
      <dgm:prSet/>
      <dgm:spPr/>
      <dgm:t>
        <a:bodyPr/>
        <a:lstStyle/>
        <a:p>
          <a:endParaRPr lang="uk-UA"/>
        </a:p>
      </dgm:t>
    </dgm:pt>
    <dgm:pt modelId="{6CD78E46-B77C-4F9B-AA72-54447D18C05D}" type="sibTrans" cxnId="{669DB9C6-E7C0-4F29-B71A-D23A9DF0169F}">
      <dgm:prSet/>
      <dgm:spPr/>
      <dgm:t>
        <a:bodyPr/>
        <a:lstStyle/>
        <a:p>
          <a:endParaRPr lang="uk-UA"/>
        </a:p>
      </dgm:t>
    </dgm:pt>
    <dgm:pt modelId="{642950A0-4551-45FD-8C57-07BD0ACF7E88}">
      <dgm:prSet/>
      <dgm:spPr/>
      <dgm:t>
        <a:bodyPr/>
        <a:lstStyle/>
        <a:p>
          <a:r>
            <a:rPr lang="ru-RU" b="0" i="0"/>
            <a:t>Відозва Української Національної Ради</a:t>
          </a:r>
          <a:endParaRPr lang="uk-UA"/>
        </a:p>
      </dgm:t>
    </dgm:pt>
    <dgm:pt modelId="{DCB8186C-646D-41B3-B59A-99317F0F6AA3}" type="parTrans" cxnId="{32CF2B8C-8B14-45EA-A291-C49381C8282E}">
      <dgm:prSet/>
      <dgm:spPr/>
      <dgm:t>
        <a:bodyPr/>
        <a:lstStyle/>
        <a:p>
          <a:endParaRPr lang="uk-UA"/>
        </a:p>
      </dgm:t>
    </dgm:pt>
    <dgm:pt modelId="{CE98C14E-8226-4167-8257-621DFC3BF43B}" type="sibTrans" cxnId="{32CF2B8C-8B14-45EA-A291-C49381C8282E}">
      <dgm:prSet/>
      <dgm:spPr/>
      <dgm:t>
        <a:bodyPr/>
        <a:lstStyle/>
        <a:p>
          <a:endParaRPr lang="uk-UA"/>
        </a:p>
      </dgm:t>
    </dgm:pt>
    <dgm:pt modelId="{7B617C6D-CA6C-4E9E-9708-5F5AD78303E8}">
      <dgm:prSet/>
      <dgm:spPr/>
      <dgm:t>
        <a:bodyPr/>
        <a:lstStyle/>
        <a:p>
          <a:r>
            <a:rPr lang="ru-RU" b="0" i="0"/>
            <a:t>Універсал Директорії УНР</a:t>
          </a:r>
          <a:endParaRPr lang="uk-UA"/>
        </a:p>
      </dgm:t>
    </dgm:pt>
    <dgm:pt modelId="{52F2B45C-5D45-4892-8237-000BCF0C4855}" type="parTrans" cxnId="{B3280413-C310-4CC5-9A6D-647E62031F15}">
      <dgm:prSet/>
      <dgm:spPr/>
      <dgm:t>
        <a:bodyPr/>
        <a:lstStyle/>
        <a:p>
          <a:endParaRPr lang="uk-UA"/>
        </a:p>
      </dgm:t>
    </dgm:pt>
    <dgm:pt modelId="{5EBEFA72-EE88-44B9-968E-0319635785D1}" type="sibTrans" cxnId="{B3280413-C310-4CC5-9A6D-647E62031F15}">
      <dgm:prSet/>
      <dgm:spPr/>
      <dgm:t>
        <a:bodyPr/>
        <a:lstStyle/>
        <a:p>
          <a:endParaRPr lang="uk-UA"/>
        </a:p>
      </dgm:t>
    </dgm:pt>
    <dgm:pt modelId="{D29C1747-16A2-4D7E-B764-2D23DEAEBB29}" type="pres">
      <dgm:prSet presAssocID="{26C64B29-3D9D-495D-B609-FC8017A6AD88}" presName="linearFlow" presStyleCnt="0">
        <dgm:presLayoutVars>
          <dgm:dir/>
          <dgm:resizeHandles val="exact"/>
        </dgm:presLayoutVars>
      </dgm:prSet>
      <dgm:spPr/>
    </dgm:pt>
    <dgm:pt modelId="{835A22C1-45D4-432F-B2C1-843F6C5D9B0C}" type="pres">
      <dgm:prSet presAssocID="{FC8B7EEB-CA67-41EA-AADE-FA4EDF3874EF}" presName="composite" presStyleCnt="0"/>
      <dgm:spPr/>
    </dgm:pt>
    <dgm:pt modelId="{08C697D1-EF3B-4589-85A4-3F804AA1AAE5}" type="pres">
      <dgm:prSet presAssocID="{FC8B7EEB-CA67-41EA-AADE-FA4EDF3874EF}" presName="imgShp" presStyleLbl="fgImgPlace1" presStyleIdx="0" presStyleCnt="4"/>
      <dgm:spPr/>
    </dgm:pt>
    <dgm:pt modelId="{3D7A86A7-C4CE-491C-BDD0-7E34C754AFD9}" type="pres">
      <dgm:prSet presAssocID="{FC8B7EEB-CA67-41EA-AADE-FA4EDF3874EF}" presName="txShp" presStyleLbl="node1" presStyleIdx="0" presStyleCnt="4">
        <dgm:presLayoutVars>
          <dgm:bulletEnabled val="1"/>
        </dgm:presLayoutVars>
      </dgm:prSet>
      <dgm:spPr/>
    </dgm:pt>
    <dgm:pt modelId="{12FD7CA9-CD79-46B0-B2C2-B15032E1C402}" type="pres">
      <dgm:prSet presAssocID="{DA895278-B99F-49F9-A328-AFC720EB8B5A}" presName="spacing" presStyleCnt="0"/>
      <dgm:spPr/>
    </dgm:pt>
    <dgm:pt modelId="{0D3CF8AA-68B3-4885-ABF1-0DCCDE1C74EE}" type="pres">
      <dgm:prSet presAssocID="{B371BF08-FE7B-4B0C-95F7-274BFEDC8010}" presName="composite" presStyleCnt="0"/>
      <dgm:spPr/>
    </dgm:pt>
    <dgm:pt modelId="{69042BBD-2FDE-4C2F-B6E7-072E7DC3895C}" type="pres">
      <dgm:prSet presAssocID="{B371BF08-FE7B-4B0C-95F7-274BFEDC8010}" presName="imgShp" presStyleLbl="fgImgPlace1" presStyleIdx="1" presStyleCnt="4"/>
      <dgm:spPr/>
    </dgm:pt>
    <dgm:pt modelId="{E2322922-2EA6-488E-A50B-DF236A77F74E}" type="pres">
      <dgm:prSet presAssocID="{B371BF08-FE7B-4B0C-95F7-274BFEDC8010}" presName="txShp" presStyleLbl="node1" presStyleIdx="1" presStyleCnt="4">
        <dgm:presLayoutVars>
          <dgm:bulletEnabled val="1"/>
        </dgm:presLayoutVars>
      </dgm:prSet>
      <dgm:spPr/>
    </dgm:pt>
    <dgm:pt modelId="{840F2129-C44C-4A56-88B8-94E6F74EF7F3}" type="pres">
      <dgm:prSet presAssocID="{6CD78E46-B77C-4F9B-AA72-54447D18C05D}" presName="spacing" presStyleCnt="0"/>
      <dgm:spPr/>
    </dgm:pt>
    <dgm:pt modelId="{53DCAB5B-750F-49C7-A46D-2DE981C6F5FA}" type="pres">
      <dgm:prSet presAssocID="{642950A0-4551-45FD-8C57-07BD0ACF7E88}" presName="composite" presStyleCnt="0"/>
      <dgm:spPr/>
    </dgm:pt>
    <dgm:pt modelId="{049DB12C-B947-46D1-BA5A-3A34E8F8AA0B}" type="pres">
      <dgm:prSet presAssocID="{642950A0-4551-45FD-8C57-07BD0ACF7E88}" presName="imgShp" presStyleLbl="fgImgPlace1" presStyleIdx="2" presStyleCnt="4"/>
      <dgm:spPr/>
    </dgm:pt>
    <dgm:pt modelId="{AF4A11DD-C75E-441F-B686-FB4FB45F277D}" type="pres">
      <dgm:prSet presAssocID="{642950A0-4551-45FD-8C57-07BD0ACF7E88}" presName="txShp" presStyleLbl="node1" presStyleIdx="2" presStyleCnt="4">
        <dgm:presLayoutVars>
          <dgm:bulletEnabled val="1"/>
        </dgm:presLayoutVars>
      </dgm:prSet>
      <dgm:spPr/>
    </dgm:pt>
    <dgm:pt modelId="{54A68937-7438-4DCA-A729-64CE747D1FB7}" type="pres">
      <dgm:prSet presAssocID="{CE98C14E-8226-4167-8257-621DFC3BF43B}" presName="spacing" presStyleCnt="0"/>
      <dgm:spPr/>
    </dgm:pt>
    <dgm:pt modelId="{D63AD7F8-901D-449D-ABCE-7C1156690830}" type="pres">
      <dgm:prSet presAssocID="{7B617C6D-CA6C-4E9E-9708-5F5AD78303E8}" presName="composite" presStyleCnt="0"/>
      <dgm:spPr/>
    </dgm:pt>
    <dgm:pt modelId="{966E1766-97F0-4587-910E-B51705A84DF4}" type="pres">
      <dgm:prSet presAssocID="{7B617C6D-CA6C-4E9E-9708-5F5AD78303E8}" presName="imgShp" presStyleLbl="fgImgPlace1" presStyleIdx="3" presStyleCnt="4"/>
      <dgm:spPr/>
    </dgm:pt>
    <dgm:pt modelId="{8EA7C2D6-2506-4675-AC6D-F889C1AE585F}" type="pres">
      <dgm:prSet presAssocID="{7B617C6D-CA6C-4E9E-9708-5F5AD78303E8}" presName="txShp" presStyleLbl="node1" presStyleIdx="3" presStyleCnt="4">
        <dgm:presLayoutVars>
          <dgm:bulletEnabled val="1"/>
        </dgm:presLayoutVars>
      </dgm:prSet>
      <dgm:spPr/>
    </dgm:pt>
  </dgm:ptLst>
  <dgm:cxnLst>
    <dgm:cxn modelId="{B3280413-C310-4CC5-9A6D-647E62031F15}" srcId="{26C64B29-3D9D-495D-B609-FC8017A6AD88}" destId="{7B617C6D-CA6C-4E9E-9708-5F5AD78303E8}" srcOrd="3" destOrd="0" parTransId="{52F2B45C-5D45-4892-8237-000BCF0C4855}" sibTransId="{5EBEFA72-EE88-44B9-968E-0319635785D1}"/>
    <dgm:cxn modelId="{A245B823-2E4D-4A56-AD17-E1DDA1EBCDC7}" type="presOf" srcId="{7B617C6D-CA6C-4E9E-9708-5F5AD78303E8}" destId="{8EA7C2D6-2506-4675-AC6D-F889C1AE585F}" srcOrd="0" destOrd="0" presId="urn:microsoft.com/office/officeart/2005/8/layout/vList3"/>
    <dgm:cxn modelId="{8C93DD23-71F4-469A-991B-D80AF594DA62}" srcId="{26C64B29-3D9D-495D-B609-FC8017A6AD88}" destId="{FC8B7EEB-CA67-41EA-AADE-FA4EDF3874EF}" srcOrd="0" destOrd="0" parTransId="{CA4AD218-5753-4E82-AD60-FF6059B5E81E}" sibTransId="{DA895278-B99F-49F9-A328-AFC720EB8B5A}"/>
    <dgm:cxn modelId="{0DB1C93A-FE6B-4E45-8AC8-5528CCEF29E8}" type="presOf" srcId="{26C64B29-3D9D-495D-B609-FC8017A6AD88}" destId="{D29C1747-16A2-4D7E-B764-2D23DEAEBB29}" srcOrd="0" destOrd="0" presId="urn:microsoft.com/office/officeart/2005/8/layout/vList3"/>
    <dgm:cxn modelId="{1F120366-D270-475E-AF84-774C0D17E007}" type="presOf" srcId="{B371BF08-FE7B-4B0C-95F7-274BFEDC8010}" destId="{E2322922-2EA6-488E-A50B-DF236A77F74E}" srcOrd="0" destOrd="0" presId="urn:microsoft.com/office/officeart/2005/8/layout/vList3"/>
    <dgm:cxn modelId="{43E26B6E-BF68-46F9-82B9-D2D4BFDD92D8}" type="presOf" srcId="{642950A0-4551-45FD-8C57-07BD0ACF7E88}" destId="{AF4A11DD-C75E-441F-B686-FB4FB45F277D}" srcOrd="0" destOrd="0" presId="urn:microsoft.com/office/officeart/2005/8/layout/vList3"/>
    <dgm:cxn modelId="{32CF2B8C-8B14-45EA-A291-C49381C8282E}" srcId="{26C64B29-3D9D-495D-B609-FC8017A6AD88}" destId="{642950A0-4551-45FD-8C57-07BD0ACF7E88}" srcOrd="2" destOrd="0" parTransId="{DCB8186C-646D-41B3-B59A-99317F0F6AA3}" sibTransId="{CE98C14E-8226-4167-8257-621DFC3BF43B}"/>
    <dgm:cxn modelId="{AD0DDBBD-52C1-424F-B3A2-BBC5A642A112}" type="presOf" srcId="{FC8B7EEB-CA67-41EA-AADE-FA4EDF3874EF}" destId="{3D7A86A7-C4CE-491C-BDD0-7E34C754AFD9}" srcOrd="0" destOrd="0" presId="urn:microsoft.com/office/officeart/2005/8/layout/vList3"/>
    <dgm:cxn modelId="{669DB9C6-E7C0-4F29-B71A-D23A9DF0169F}" srcId="{26C64B29-3D9D-495D-B609-FC8017A6AD88}" destId="{B371BF08-FE7B-4B0C-95F7-274BFEDC8010}" srcOrd="1" destOrd="0" parTransId="{6BF79A15-CCBC-4158-91E3-C9A3B9EAB3CF}" sibTransId="{6CD78E46-B77C-4F9B-AA72-54447D18C05D}"/>
    <dgm:cxn modelId="{5E97311A-ED91-47C4-8D62-BCAAD6E06C07}" type="presParOf" srcId="{D29C1747-16A2-4D7E-B764-2D23DEAEBB29}" destId="{835A22C1-45D4-432F-B2C1-843F6C5D9B0C}" srcOrd="0" destOrd="0" presId="urn:microsoft.com/office/officeart/2005/8/layout/vList3"/>
    <dgm:cxn modelId="{AFCA79B1-4CA0-414A-A8FC-13E274CBD85F}" type="presParOf" srcId="{835A22C1-45D4-432F-B2C1-843F6C5D9B0C}" destId="{08C697D1-EF3B-4589-85A4-3F804AA1AAE5}" srcOrd="0" destOrd="0" presId="urn:microsoft.com/office/officeart/2005/8/layout/vList3"/>
    <dgm:cxn modelId="{BE82ED00-FD79-416C-9545-D57D2C8CE605}" type="presParOf" srcId="{835A22C1-45D4-432F-B2C1-843F6C5D9B0C}" destId="{3D7A86A7-C4CE-491C-BDD0-7E34C754AFD9}" srcOrd="1" destOrd="0" presId="urn:microsoft.com/office/officeart/2005/8/layout/vList3"/>
    <dgm:cxn modelId="{0A27CD08-73BB-40AC-804A-1F24365B6D2F}" type="presParOf" srcId="{D29C1747-16A2-4D7E-B764-2D23DEAEBB29}" destId="{12FD7CA9-CD79-46B0-B2C2-B15032E1C402}" srcOrd="1" destOrd="0" presId="urn:microsoft.com/office/officeart/2005/8/layout/vList3"/>
    <dgm:cxn modelId="{67FF0821-2F3B-4E09-8696-A1B6B9278263}" type="presParOf" srcId="{D29C1747-16A2-4D7E-B764-2D23DEAEBB29}" destId="{0D3CF8AA-68B3-4885-ABF1-0DCCDE1C74EE}" srcOrd="2" destOrd="0" presId="urn:microsoft.com/office/officeart/2005/8/layout/vList3"/>
    <dgm:cxn modelId="{7DF9C626-FCD7-481F-9B58-425B1703A714}" type="presParOf" srcId="{0D3CF8AA-68B3-4885-ABF1-0DCCDE1C74EE}" destId="{69042BBD-2FDE-4C2F-B6E7-072E7DC3895C}" srcOrd="0" destOrd="0" presId="urn:microsoft.com/office/officeart/2005/8/layout/vList3"/>
    <dgm:cxn modelId="{6BF0B08C-A23C-4BD8-9179-FA147F6088AA}" type="presParOf" srcId="{0D3CF8AA-68B3-4885-ABF1-0DCCDE1C74EE}" destId="{E2322922-2EA6-488E-A50B-DF236A77F74E}" srcOrd="1" destOrd="0" presId="urn:microsoft.com/office/officeart/2005/8/layout/vList3"/>
    <dgm:cxn modelId="{D97D65E4-AA2B-4214-8461-B4764F949D8B}" type="presParOf" srcId="{D29C1747-16A2-4D7E-B764-2D23DEAEBB29}" destId="{840F2129-C44C-4A56-88B8-94E6F74EF7F3}" srcOrd="3" destOrd="0" presId="urn:microsoft.com/office/officeart/2005/8/layout/vList3"/>
    <dgm:cxn modelId="{719F97BB-965E-499C-A8C8-2DB523780D1A}" type="presParOf" srcId="{D29C1747-16A2-4D7E-B764-2D23DEAEBB29}" destId="{53DCAB5B-750F-49C7-A46D-2DE981C6F5FA}" srcOrd="4" destOrd="0" presId="urn:microsoft.com/office/officeart/2005/8/layout/vList3"/>
    <dgm:cxn modelId="{94872F84-A17E-4B92-8422-FDB8765C689F}" type="presParOf" srcId="{53DCAB5B-750F-49C7-A46D-2DE981C6F5FA}" destId="{049DB12C-B947-46D1-BA5A-3A34E8F8AA0B}" srcOrd="0" destOrd="0" presId="urn:microsoft.com/office/officeart/2005/8/layout/vList3"/>
    <dgm:cxn modelId="{734F60CD-87B4-494A-82FA-16D1E774A5AB}" type="presParOf" srcId="{53DCAB5B-750F-49C7-A46D-2DE981C6F5FA}" destId="{AF4A11DD-C75E-441F-B686-FB4FB45F277D}" srcOrd="1" destOrd="0" presId="urn:microsoft.com/office/officeart/2005/8/layout/vList3"/>
    <dgm:cxn modelId="{4B8FF4D4-82E2-4D70-ACC0-1E84B1943346}" type="presParOf" srcId="{D29C1747-16A2-4D7E-B764-2D23DEAEBB29}" destId="{54A68937-7438-4DCA-A729-64CE747D1FB7}" srcOrd="5" destOrd="0" presId="urn:microsoft.com/office/officeart/2005/8/layout/vList3"/>
    <dgm:cxn modelId="{C9C10044-342B-43F5-AD87-A11C301EFDB5}" type="presParOf" srcId="{D29C1747-16A2-4D7E-B764-2D23DEAEBB29}" destId="{D63AD7F8-901D-449D-ABCE-7C1156690830}" srcOrd="6" destOrd="0" presId="urn:microsoft.com/office/officeart/2005/8/layout/vList3"/>
    <dgm:cxn modelId="{6A1734FD-837C-4528-A5E0-CCDA789A8AB0}" type="presParOf" srcId="{D63AD7F8-901D-449D-ABCE-7C1156690830}" destId="{966E1766-97F0-4587-910E-B51705A84DF4}" srcOrd="0" destOrd="0" presId="urn:microsoft.com/office/officeart/2005/8/layout/vList3"/>
    <dgm:cxn modelId="{1E0A43CF-2BD9-460B-91F5-5A27A688A1C5}" type="presParOf" srcId="{D63AD7F8-901D-449D-ABCE-7C1156690830}" destId="{8EA7C2D6-2506-4675-AC6D-F889C1AE585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7907D32E-1752-48FD-AA50-1938A79E203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F65BCFC-2849-4673-A170-4EEBE1E58636}">
      <dgm:prSet/>
      <dgm:spPr/>
      <dgm:t>
        <a:bodyPr/>
        <a:lstStyle/>
        <a:p>
          <a:r>
            <a:rPr lang="uk-UA" b="0" i="1"/>
            <a:t>«…Українська Держава стояла на краю загибелі. Спаслась вона дякуючи могутньому підтриманню центральних держав…»</a:t>
          </a:r>
          <a:endParaRPr lang="uk-UA"/>
        </a:p>
      </dgm:t>
    </dgm:pt>
    <dgm:pt modelId="{DA057E30-B55E-44B6-9862-61D289F2B985}" type="parTrans" cxnId="{0ADB8B85-C2B5-4149-8160-EB634A2DEBF7}">
      <dgm:prSet/>
      <dgm:spPr/>
      <dgm:t>
        <a:bodyPr/>
        <a:lstStyle/>
        <a:p>
          <a:endParaRPr lang="uk-UA"/>
        </a:p>
      </dgm:t>
    </dgm:pt>
    <dgm:pt modelId="{BC7863DE-57E7-4BF0-A9DE-F8312239594C}" type="sibTrans" cxnId="{0ADB8B85-C2B5-4149-8160-EB634A2DEBF7}">
      <dgm:prSet/>
      <dgm:spPr/>
      <dgm:t>
        <a:bodyPr/>
        <a:lstStyle/>
        <a:p>
          <a:endParaRPr lang="uk-UA"/>
        </a:p>
      </dgm:t>
    </dgm:pt>
    <dgm:pt modelId="{DA5612A8-F284-40FF-B642-BE46CA79B6AF}">
      <dgm:prSet/>
      <dgm:spPr/>
      <dgm:t>
        <a:bodyPr/>
        <a:lstStyle/>
        <a:p>
          <a:r>
            <a:rPr lang="uk-UA" b="0" i="1"/>
            <a:t>«…Україна стає Українською Народною Республікою. Не віддаляючись від республіки Російської… ми твердо станемо на нашій землі…»</a:t>
          </a:r>
          <a:endParaRPr lang="uk-UA"/>
        </a:p>
      </dgm:t>
    </dgm:pt>
    <dgm:pt modelId="{C8AB351F-FE00-4ED5-8590-E675098218E9}" type="parTrans" cxnId="{1389581E-E966-410D-935C-6B3168AF2F28}">
      <dgm:prSet/>
      <dgm:spPr/>
      <dgm:t>
        <a:bodyPr/>
        <a:lstStyle/>
        <a:p>
          <a:endParaRPr lang="uk-UA"/>
        </a:p>
      </dgm:t>
    </dgm:pt>
    <dgm:pt modelId="{B4FE6365-9083-4CC1-8790-DB2EE1A2A7C9}" type="sibTrans" cxnId="{1389581E-E966-410D-935C-6B3168AF2F28}">
      <dgm:prSet/>
      <dgm:spPr/>
      <dgm:t>
        <a:bodyPr/>
        <a:lstStyle/>
        <a:p>
          <a:endParaRPr lang="uk-UA"/>
        </a:p>
      </dgm:t>
    </dgm:pt>
    <dgm:pt modelId="{9AA369D6-D739-4E28-8682-E8927559E2D9}">
      <dgm:prSet/>
      <dgm:spPr/>
      <dgm:t>
        <a:bodyPr/>
        <a:lstStyle/>
        <a:p>
          <a:r>
            <a:rPr lang="uk-UA" b="0" i="1"/>
            <a:t>«…воєдино зливаються …частини єдиної України — Західноукраїнська Народна Республіка і Наддніпрянська Україна. Однині є єдина незалежна Українська Народна Республіка...»</a:t>
          </a:r>
          <a:endParaRPr lang="uk-UA"/>
        </a:p>
      </dgm:t>
    </dgm:pt>
    <dgm:pt modelId="{7C4EF9FE-6C3B-4EDB-B576-492CD547C870}" type="parTrans" cxnId="{D0EACD13-A866-4B2A-96D3-2BE59BA0240C}">
      <dgm:prSet/>
      <dgm:spPr/>
      <dgm:t>
        <a:bodyPr/>
        <a:lstStyle/>
        <a:p>
          <a:endParaRPr lang="uk-UA"/>
        </a:p>
      </dgm:t>
    </dgm:pt>
    <dgm:pt modelId="{5C9110C9-6634-4C30-BE97-D36401BB2CBD}" type="sibTrans" cxnId="{D0EACD13-A866-4B2A-96D3-2BE59BA0240C}">
      <dgm:prSet/>
      <dgm:spPr/>
      <dgm:t>
        <a:bodyPr/>
        <a:lstStyle/>
        <a:p>
          <a:endParaRPr lang="uk-UA"/>
        </a:p>
      </dgm:t>
    </dgm:pt>
    <dgm:pt modelId="{773F7CCA-1C9F-492C-981D-D394400F12D1}">
      <dgm:prSet/>
      <dgm:spPr/>
      <dgm:t>
        <a:bodyPr/>
        <a:lstStyle/>
        <a:p>
          <a:r>
            <a:rPr lang="uk-UA" b="0" i="1"/>
            <a:t>«Українська Соціалистична Радянська Республіка є організацією диктатури трудящих... Завданням цієї диктатури є здійснення переходу від буржуазного ладу до соціалізму...»</a:t>
          </a:r>
          <a:endParaRPr lang="uk-UA"/>
        </a:p>
      </dgm:t>
    </dgm:pt>
    <dgm:pt modelId="{D59ECF74-F78A-4D9D-A70B-7A40B1CF1B3F}" type="parTrans" cxnId="{9BA34DE7-987B-4932-AAB9-987083273511}">
      <dgm:prSet/>
      <dgm:spPr/>
      <dgm:t>
        <a:bodyPr/>
        <a:lstStyle/>
        <a:p>
          <a:endParaRPr lang="uk-UA"/>
        </a:p>
      </dgm:t>
    </dgm:pt>
    <dgm:pt modelId="{EA21B1BD-646C-4CF7-9F3D-604EB5086AB8}" type="sibTrans" cxnId="{9BA34DE7-987B-4932-AAB9-987083273511}">
      <dgm:prSet/>
      <dgm:spPr/>
      <dgm:t>
        <a:bodyPr/>
        <a:lstStyle/>
        <a:p>
          <a:endParaRPr lang="uk-UA"/>
        </a:p>
      </dgm:t>
    </dgm:pt>
    <dgm:pt modelId="{C622F8B8-E598-4536-BAB5-9D4DECD77C3A}">
      <dgm:prSet/>
      <dgm:spPr/>
      <dgm:t>
        <a:bodyPr/>
        <a:lstStyle/>
        <a:p>
          <a:r>
            <a:rPr lang="uk-UA" b="0" i="1"/>
            <a:t>«Український народе! …твоєю волею утворилася на українських землях бувшої Австро-Угорської монархії Українська держава…»</a:t>
          </a:r>
          <a:endParaRPr lang="uk-UA"/>
        </a:p>
      </dgm:t>
    </dgm:pt>
    <dgm:pt modelId="{65455311-7C6F-4664-B5D1-A096E4DCDD45}" type="parTrans" cxnId="{75A6C77E-583D-4359-A8E5-2F0F1E864B97}">
      <dgm:prSet/>
      <dgm:spPr/>
      <dgm:t>
        <a:bodyPr/>
        <a:lstStyle/>
        <a:p>
          <a:endParaRPr lang="uk-UA"/>
        </a:p>
      </dgm:t>
    </dgm:pt>
    <dgm:pt modelId="{F83BC006-EB1A-4285-BC94-016353A71458}" type="sibTrans" cxnId="{75A6C77E-583D-4359-A8E5-2F0F1E864B97}">
      <dgm:prSet/>
      <dgm:spPr/>
      <dgm:t>
        <a:bodyPr/>
        <a:lstStyle/>
        <a:p>
          <a:endParaRPr lang="uk-UA"/>
        </a:p>
      </dgm:t>
    </dgm:pt>
    <dgm:pt modelId="{002B56F2-F707-47A7-AD73-CB47551DDAA9}" type="pres">
      <dgm:prSet presAssocID="{7907D32E-1752-48FD-AA50-1938A79E2030}" presName="vert0" presStyleCnt="0">
        <dgm:presLayoutVars>
          <dgm:dir/>
          <dgm:animOne val="branch"/>
          <dgm:animLvl val="lvl"/>
        </dgm:presLayoutVars>
      </dgm:prSet>
      <dgm:spPr/>
    </dgm:pt>
    <dgm:pt modelId="{21941DAF-7684-42E0-AAC3-C03D0B3DF5AF}" type="pres">
      <dgm:prSet presAssocID="{9F65BCFC-2849-4673-A170-4EEBE1E58636}" presName="thickLine" presStyleLbl="alignNode1" presStyleIdx="0" presStyleCnt="5"/>
      <dgm:spPr/>
    </dgm:pt>
    <dgm:pt modelId="{DF9C5CAE-F5AA-4081-9D38-D63F03D64069}" type="pres">
      <dgm:prSet presAssocID="{9F65BCFC-2849-4673-A170-4EEBE1E58636}" presName="horz1" presStyleCnt="0"/>
      <dgm:spPr/>
    </dgm:pt>
    <dgm:pt modelId="{6D0B3869-4B16-4825-B083-1BFB1DE05718}" type="pres">
      <dgm:prSet presAssocID="{9F65BCFC-2849-4673-A170-4EEBE1E58636}" presName="tx1" presStyleLbl="revTx" presStyleIdx="0" presStyleCnt="5"/>
      <dgm:spPr/>
    </dgm:pt>
    <dgm:pt modelId="{C2302205-C4E7-4F19-8FB9-49000C9DD952}" type="pres">
      <dgm:prSet presAssocID="{9F65BCFC-2849-4673-A170-4EEBE1E58636}" presName="vert1" presStyleCnt="0"/>
      <dgm:spPr/>
    </dgm:pt>
    <dgm:pt modelId="{E3E2A01A-97F3-4902-86D9-9FB143B1C500}" type="pres">
      <dgm:prSet presAssocID="{DA5612A8-F284-40FF-B642-BE46CA79B6AF}" presName="thickLine" presStyleLbl="alignNode1" presStyleIdx="1" presStyleCnt="5"/>
      <dgm:spPr/>
    </dgm:pt>
    <dgm:pt modelId="{A8CE4F7A-B217-4F7A-B30A-5DAF43FD8737}" type="pres">
      <dgm:prSet presAssocID="{DA5612A8-F284-40FF-B642-BE46CA79B6AF}" presName="horz1" presStyleCnt="0"/>
      <dgm:spPr/>
    </dgm:pt>
    <dgm:pt modelId="{3545B236-AB0A-429A-8DD8-1256FA4CD1AD}" type="pres">
      <dgm:prSet presAssocID="{DA5612A8-F284-40FF-B642-BE46CA79B6AF}" presName="tx1" presStyleLbl="revTx" presStyleIdx="1" presStyleCnt="5"/>
      <dgm:spPr/>
    </dgm:pt>
    <dgm:pt modelId="{C452B70D-337E-49F7-AA32-EA5202E1D915}" type="pres">
      <dgm:prSet presAssocID="{DA5612A8-F284-40FF-B642-BE46CA79B6AF}" presName="vert1" presStyleCnt="0"/>
      <dgm:spPr/>
    </dgm:pt>
    <dgm:pt modelId="{F5A9177C-3115-49BD-802E-61173920B1BE}" type="pres">
      <dgm:prSet presAssocID="{9AA369D6-D739-4E28-8682-E8927559E2D9}" presName="thickLine" presStyleLbl="alignNode1" presStyleIdx="2" presStyleCnt="5"/>
      <dgm:spPr/>
    </dgm:pt>
    <dgm:pt modelId="{94348D63-09AF-468B-B72B-D58C1B4BFEBE}" type="pres">
      <dgm:prSet presAssocID="{9AA369D6-D739-4E28-8682-E8927559E2D9}" presName="horz1" presStyleCnt="0"/>
      <dgm:spPr/>
    </dgm:pt>
    <dgm:pt modelId="{34872391-D398-4E89-A586-511242065516}" type="pres">
      <dgm:prSet presAssocID="{9AA369D6-D739-4E28-8682-E8927559E2D9}" presName="tx1" presStyleLbl="revTx" presStyleIdx="2" presStyleCnt="5"/>
      <dgm:spPr/>
    </dgm:pt>
    <dgm:pt modelId="{6A98DDDD-9F28-48C3-8E47-7F6FC818EAD0}" type="pres">
      <dgm:prSet presAssocID="{9AA369D6-D739-4E28-8682-E8927559E2D9}" presName="vert1" presStyleCnt="0"/>
      <dgm:spPr/>
    </dgm:pt>
    <dgm:pt modelId="{B00625BF-498A-47A2-8D79-6BDE3B0DD02F}" type="pres">
      <dgm:prSet presAssocID="{773F7CCA-1C9F-492C-981D-D394400F12D1}" presName="thickLine" presStyleLbl="alignNode1" presStyleIdx="3" presStyleCnt="5"/>
      <dgm:spPr/>
    </dgm:pt>
    <dgm:pt modelId="{C76D9E27-ED07-46F2-AB6B-4EBEF94EA5C0}" type="pres">
      <dgm:prSet presAssocID="{773F7CCA-1C9F-492C-981D-D394400F12D1}" presName="horz1" presStyleCnt="0"/>
      <dgm:spPr/>
    </dgm:pt>
    <dgm:pt modelId="{02262E18-E15A-4D54-AB8E-9EB10F27F461}" type="pres">
      <dgm:prSet presAssocID="{773F7CCA-1C9F-492C-981D-D394400F12D1}" presName="tx1" presStyleLbl="revTx" presStyleIdx="3" presStyleCnt="5"/>
      <dgm:spPr/>
    </dgm:pt>
    <dgm:pt modelId="{DBEE4124-E2FC-4CA4-8AC4-C7C4149D2931}" type="pres">
      <dgm:prSet presAssocID="{773F7CCA-1C9F-492C-981D-D394400F12D1}" presName="vert1" presStyleCnt="0"/>
      <dgm:spPr/>
    </dgm:pt>
    <dgm:pt modelId="{1129C240-C526-4824-BFB1-6E6C060FAD02}" type="pres">
      <dgm:prSet presAssocID="{C622F8B8-E598-4536-BAB5-9D4DECD77C3A}" presName="thickLine" presStyleLbl="alignNode1" presStyleIdx="4" presStyleCnt="5"/>
      <dgm:spPr/>
    </dgm:pt>
    <dgm:pt modelId="{3F9F6B10-5F14-484B-8D88-13DE6125F3B2}" type="pres">
      <dgm:prSet presAssocID="{C622F8B8-E598-4536-BAB5-9D4DECD77C3A}" presName="horz1" presStyleCnt="0"/>
      <dgm:spPr/>
    </dgm:pt>
    <dgm:pt modelId="{41B80FC3-0946-44B0-A555-60DA7AD1E067}" type="pres">
      <dgm:prSet presAssocID="{C622F8B8-E598-4536-BAB5-9D4DECD77C3A}" presName="tx1" presStyleLbl="revTx" presStyleIdx="4" presStyleCnt="5"/>
      <dgm:spPr/>
    </dgm:pt>
    <dgm:pt modelId="{39063630-4937-4B1F-84F4-16F3749C1519}" type="pres">
      <dgm:prSet presAssocID="{C622F8B8-E598-4536-BAB5-9D4DECD77C3A}" presName="vert1" presStyleCnt="0"/>
      <dgm:spPr/>
    </dgm:pt>
  </dgm:ptLst>
  <dgm:cxnLst>
    <dgm:cxn modelId="{D0EACD13-A866-4B2A-96D3-2BE59BA0240C}" srcId="{7907D32E-1752-48FD-AA50-1938A79E2030}" destId="{9AA369D6-D739-4E28-8682-E8927559E2D9}" srcOrd="2" destOrd="0" parTransId="{7C4EF9FE-6C3B-4EDB-B576-492CD547C870}" sibTransId="{5C9110C9-6634-4C30-BE97-D36401BB2CBD}"/>
    <dgm:cxn modelId="{1389581E-E966-410D-935C-6B3168AF2F28}" srcId="{7907D32E-1752-48FD-AA50-1938A79E2030}" destId="{DA5612A8-F284-40FF-B642-BE46CA79B6AF}" srcOrd="1" destOrd="0" parTransId="{C8AB351F-FE00-4ED5-8590-E675098218E9}" sibTransId="{B4FE6365-9083-4CC1-8790-DB2EE1A2A7C9}"/>
    <dgm:cxn modelId="{FC6CF071-8DC2-474B-BE90-6192CE2C4A68}" type="presOf" srcId="{7907D32E-1752-48FD-AA50-1938A79E2030}" destId="{002B56F2-F707-47A7-AD73-CB47551DDAA9}" srcOrd="0" destOrd="0" presId="urn:microsoft.com/office/officeart/2008/layout/LinedList"/>
    <dgm:cxn modelId="{75A6C77E-583D-4359-A8E5-2F0F1E864B97}" srcId="{7907D32E-1752-48FD-AA50-1938A79E2030}" destId="{C622F8B8-E598-4536-BAB5-9D4DECD77C3A}" srcOrd="4" destOrd="0" parTransId="{65455311-7C6F-4664-B5D1-A096E4DCDD45}" sibTransId="{F83BC006-EB1A-4285-BC94-016353A71458}"/>
    <dgm:cxn modelId="{0ADB8B85-C2B5-4149-8160-EB634A2DEBF7}" srcId="{7907D32E-1752-48FD-AA50-1938A79E2030}" destId="{9F65BCFC-2849-4673-A170-4EEBE1E58636}" srcOrd="0" destOrd="0" parTransId="{DA057E30-B55E-44B6-9862-61D289F2B985}" sibTransId="{BC7863DE-57E7-4BF0-A9DE-F8312239594C}"/>
    <dgm:cxn modelId="{D90C3CA4-004E-4557-AE73-BB02687E6D64}" type="presOf" srcId="{9F65BCFC-2849-4673-A170-4EEBE1E58636}" destId="{6D0B3869-4B16-4825-B083-1BFB1DE05718}" srcOrd="0" destOrd="0" presId="urn:microsoft.com/office/officeart/2008/layout/LinedList"/>
    <dgm:cxn modelId="{6F7E08B6-C1A5-4128-8DAE-4332924D9705}" type="presOf" srcId="{9AA369D6-D739-4E28-8682-E8927559E2D9}" destId="{34872391-D398-4E89-A586-511242065516}" srcOrd="0" destOrd="0" presId="urn:microsoft.com/office/officeart/2008/layout/LinedList"/>
    <dgm:cxn modelId="{579FCCC2-6A82-4494-B2D4-4885112015E3}" type="presOf" srcId="{773F7CCA-1C9F-492C-981D-D394400F12D1}" destId="{02262E18-E15A-4D54-AB8E-9EB10F27F461}" srcOrd="0" destOrd="0" presId="urn:microsoft.com/office/officeart/2008/layout/LinedList"/>
    <dgm:cxn modelId="{9BA34DE7-987B-4932-AAB9-987083273511}" srcId="{7907D32E-1752-48FD-AA50-1938A79E2030}" destId="{773F7CCA-1C9F-492C-981D-D394400F12D1}" srcOrd="3" destOrd="0" parTransId="{D59ECF74-F78A-4D9D-A70B-7A40B1CF1B3F}" sibTransId="{EA21B1BD-646C-4CF7-9F3D-604EB5086AB8}"/>
    <dgm:cxn modelId="{07E02BEB-C9D2-4D90-90A0-BBD2A833D24A}" type="presOf" srcId="{DA5612A8-F284-40FF-B642-BE46CA79B6AF}" destId="{3545B236-AB0A-429A-8DD8-1256FA4CD1AD}" srcOrd="0" destOrd="0" presId="urn:microsoft.com/office/officeart/2008/layout/LinedList"/>
    <dgm:cxn modelId="{5814B6F4-540C-4688-BC03-E9B476C95249}" type="presOf" srcId="{C622F8B8-E598-4536-BAB5-9D4DECD77C3A}" destId="{41B80FC3-0946-44B0-A555-60DA7AD1E067}" srcOrd="0" destOrd="0" presId="urn:microsoft.com/office/officeart/2008/layout/LinedList"/>
    <dgm:cxn modelId="{AEA36729-507A-4B48-B17F-C776E9343769}" type="presParOf" srcId="{002B56F2-F707-47A7-AD73-CB47551DDAA9}" destId="{21941DAF-7684-42E0-AAC3-C03D0B3DF5AF}" srcOrd="0" destOrd="0" presId="urn:microsoft.com/office/officeart/2008/layout/LinedList"/>
    <dgm:cxn modelId="{A6D40DA8-7F28-4767-8250-4BF9C2825947}" type="presParOf" srcId="{002B56F2-F707-47A7-AD73-CB47551DDAA9}" destId="{DF9C5CAE-F5AA-4081-9D38-D63F03D64069}" srcOrd="1" destOrd="0" presId="urn:microsoft.com/office/officeart/2008/layout/LinedList"/>
    <dgm:cxn modelId="{4762FD4B-A099-41EB-8321-437D77DC023C}" type="presParOf" srcId="{DF9C5CAE-F5AA-4081-9D38-D63F03D64069}" destId="{6D0B3869-4B16-4825-B083-1BFB1DE05718}" srcOrd="0" destOrd="0" presId="urn:microsoft.com/office/officeart/2008/layout/LinedList"/>
    <dgm:cxn modelId="{82562102-4BFD-46CC-BE43-2B509D55548E}" type="presParOf" srcId="{DF9C5CAE-F5AA-4081-9D38-D63F03D64069}" destId="{C2302205-C4E7-4F19-8FB9-49000C9DD952}" srcOrd="1" destOrd="0" presId="urn:microsoft.com/office/officeart/2008/layout/LinedList"/>
    <dgm:cxn modelId="{1140D03A-8745-4C29-B1D8-B150B72AF2B6}" type="presParOf" srcId="{002B56F2-F707-47A7-AD73-CB47551DDAA9}" destId="{E3E2A01A-97F3-4902-86D9-9FB143B1C500}" srcOrd="2" destOrd="0" presId="urn:microsoft.com/office/officeart/2008/layout/LinedList"/>
    <dgm:cxn modelId="{4F820C71-6AA9-493E-AF23-3DBB3D0EDB7E}" type="presParOf" srcId="{002B56F2-F707-47A7-AD73-CB47551DDAA9}" destId="{A8CE4F7A-B217-4F7A-B30A-5DAF43FD8737}" srcOrd="3" destOrd="0" presId="urn:microsoft.com/office/officeart/2008/layout/LinedList"/>
    <dgm:cxn modelId="{B61D641D-A18C-4856-917A-EBF29543D4A2}" type="presParOf" srcId="{A8CE4F7A-B217-4F7A-B30A-5DAF43FD8737}" destId="{3545B236-AB0A-429A-8DD8-1256FA4CD1AD}" srcOrd="0" destOrd="0" presId="urn:microsoft.com/office/officeart/2008/layout/LinedList"/>
    <dgm:cxn modelId="{A3DA945C-9D99-48C9-9397-1088D77ED89A}" type="presParOf" srcId="{A8CE4F7A-B217-4F7A-B30A-5DAF43FD8737}" destId="{C452B70D-337E-49F7-AA32-EA5202E1D915}" srcOrd="1" destOrd="0" presId="urn:microsoft.com/office/officeart/2008/layout/LinedList"/>
    <dgm:cxn modelId="{DA67E065-E73C-4F66-9951-849E7B80ECFE}" type="presParOf" srcId="{002B56F2-F707-47A7-AD73-CB47551DDAA9}" destId="{F5A9177C-3115-49BD-802E-61173920B1BE}" srcOrd="4" destOrd="0" presId="urn:microsoft.com/office/officeart/2008/layout/LinedList"/>
    <dgm:cxn modelId="{BA64EBF8-4637-4E14-AEAF-F33F0A30A726}" type="presParOf" srcId="{002B56F2-F707-47A7-AD73-CB47551DDAA9}" destId="{94348D63-09AF-468B-B72B-D58C1B4BFEBE}" srcOrd="5" destOrd="0" presId="urn:microsoft.com/office/officeart/2008/layout/LinedList"/>
    <dgm:cxn modelId="{D51F8F49-152C-426C-ABDA-6260DF633434}" type="presParOf" srcId="{94348D63-09AF-468B-B72B-D58C1B4BFEBE}" destId="{34872391-D398-4E89-A586-511242065516}" srcOrd="0" destOrd="0" presId="urn:microsoft.com/office/officeart/2008/layout/LinedList"/>
    <dgm:cxn modelId="{7437F4DD-3DE5-445F-B3D3-CC1DF304B8B9}" type="presParOf" srcId="{94348D63-09AF-468B-B72B-D58C1B4BFEBE}" destId="{6A98DDDD-9F28-48C3-8E47-7F6FC818EAD0}" srcOrd="1" destOrd="0" presId="urn:microsoft.com/office/officeart/2008/layout/LinedList"/>
    <dgm:cxn modelId="{21F758C0-9A78-4A77-A72E-478615A38553}" type="presParOf" srcId="{002B56F2-F707-47A7-AD73-CB47551DDAA9}" destId="{B00625BF-498A-47A2-8D79-6BDE3B0DD02F}" srcOrd="6" destOrd="0" presId="urn:microsoft.com/office/officeart/2008/layout/LinedList"/>
    <dgm:cxn modelId="{DFE1F35E-999D-401C-A1F8-96BCE41B9555}" type="presParOf" srcId="{002B56F2-F707-47A7-AD73-CB47551DDAA9}" destId="{C76D9E27-ED07-46F2-AB6B-4EBEF94EA5C0}" srcOrd="7" destOrd="0" presId="urn:microsoft.com/office/officeart/2008/layout/LinedList"/>
    <dgm:cxn modelId="{2813CFE1-250A-4D05-BF02-B524313A94F4}" type="presParOf" srcId="{C76D9E27-ED07-46F2-AB6B-4EBEF94EA5C0}" destId="{02262E18-E15A-4D54-AB8E-9EB10F27F461}" srcOrd="0" destOrd="0" presId="urn:microsoft.com/office/officeart/2008/layout/LinedList"/>
    <dgm:cxn modelId="{83A4E556-42C4-48EA-9A07-0AACC7963877}" type="presParOf" srcId="{C76D9E27-ED07-46F2-AB6B-4EBEF94EA5C0}" destId="{DBEE4124-E2FC-4CA4-8AC4-C7C4149D2931}" srcOrd="1" destOrd="0" presId="urn:microsoft.com/office/officeart/2008/layout/LinedList"/>
    <dgm:cxn modelId="{C2A3DD25-61A1-4E97-90D2-59F166628B5F}" type="presParOf" srcId="{002B56F2-F707-47A7-AD73-CB47551DDAA9}" destId="{1129C240-C526-4824-BFB1-6E6C060FAD02}" srcOrd="8" destOrd="0" presId="urn:microsoft.com/office/officeart/2008/layout/LinedList"/>
    <dgm:cxn modelId="{723DB3F2-6DBC-4777-B2CC-AB742E009817}" type="presParOf" srcId="{002B56F2-F707-47A7-AD73-CB47551DDAA9}" destId="{3F9F6B10-5F14-484B-8D88-13DE6125F3B2}" srcOrd="9" destOrd="0" presId="urn:microsoft.com/office/officeart/2008/layout/LinedList"/>
    <dgm:cxn modelId="{9AD7BDFD-B5E4-4732-8BAD-B901CDB8A499}" type="presParOf" srcId="{3F9F6B10-5F14-484B-8D88-13DE6125F3B2}" destId="{41B80FC3-0946-44B0-A555-60DA7AD1E067}" srcOrd="0" destOrd="0" presId="urn:microsoft.com/office/officeart/2008/layout/LinedList"/>
    <dgm:cxn modelId="{445E246C-A77D-4FA6-8461-F7E8547A128B}" type="presParOf" srcId="{3F9F6B10-5F14-484B-8D88-13DE6125F3B2}" destId="{39063630-4937-4B1F-84F4-16F3749C151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6C1E612B-3E95-4AA5-8751-06A82B5ED25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5B21D7F-CFC1-4DA8-9134-39867DD8F191}">
      <dgm:prSet/>
      <dgm:spPr/>
      <dgm:t>
        <a:bodyPr/>
        <a:lstStyle/>
        <a:p>
          <a:r>
            <a:rPr lang="uk-UA" b="0" i="0"/>
            <a:t>Укладення Центральною Радою союзу з більшовицькою владою Росії, проголошення Радою повної націоналізації земельної власності та промислових підприємств.</a:t>
          </a:r>
          <a:endParaRPr lang="uk-UA"/>
        </a:p>
      </dgm:t>
    </dgm:pt>
    <dgm:pt modelId="{D090318F-AF8E-4F68-B215-DF9DE8943636}" type="parTrans" cxnId="{A557717E-7C44-40F7-99AB-3F02E6011C47}">
      <dgm:prSet/>
      <dgm:spPr/>
      <dgm:t>
        <a:bodyPr/>
        <a:lstStyle/>
        <a:p>
          <a:endParaRPr lang="uk-UA"/>
        </a:p>
      </dgm:t>
    </dgm:pt>
    <dgm:pt modelId="{8E125BA1-26E1-4A2B-BC28-8947250E019A}" type="sibTrans" cxnId="{A557717E-7C44-40F7-99AB-3F02E6011C47}">
      <dgm:prSet/>
      <dgm:spPr/>
      <dgm:t>
        <a:bodyPr/>
        <a:lstStyle/>
        <a:p>
          <a:endParaRPr lang="uk-UA"/>
        </a:p>
      </dgm:t>
    </dgm:pt>
    <dgm:pt modelId="{741C11E2-2993-48EA-9334-7E13937EF110}">
      <dgm:prSet/>
      <dgm:spPr/>
      <dgm:t>
        <a:bodyPr/>
        <a:lstStyle/>
        <a:p>
          <a:r>
            <a:rPr lang="uk-UA" b="0" i="0"/>
            <a:t>Проголошення Західноукраїнської Народної Республіки, початок польсько-української війни та загроза її поширення на територію Наддніпрянської України.</a:t>
          </a:r>
          <a:endParaRPr lang="uk-UA"/>
        </a:p>
      </dgm:t>
    </dgm:pt>
    <dgm:pt modelId="{B9BD366A-3D3D-4F02-9391-B836DD69FA05}" type="parTrans" cxnId="{04F03486-5C38-4278-825C-8980071C8E78}">
      <dgm:prSet/>
      <dgm:spPr/>
      <dgm:t>
        <a:bodyPr/>
        <a:lstStyle/>
        <a:p>
          <a:endParaRPr lang="uk-UA"/>
        </a:p>
      </dgm:t>
    </dgm:pt>
    <dgm:pt modelId="{FE5779DB-D9A4-47AD-B71E-D218D35EF9C8}" type="sibTrans" cxnId="{04F03486-5C38-4278-825C-8980071C8E78}">
      <dgm:prSet/>
      <dgm:spPr/>
      <dgm:t>
        <a:bodyPr/>
        <a:lstStyle/>
        <a:p>
          <a:endParaRPr lang="uk-UA"/>
        </a:p>
      </dgm:t>
    </dgm:pt>
    <dgm:pt modelId="{688A7072-69BE-4770-8E63-6DE885D54B88}" type="pres">
      <dgm:prSet presAssocID="{6C1E612B-3E95-4AA5-8751-06A82B5ED259}" presName="linear" presStyleCnt="0">
        <dgm:presLayoutVars>
          <dgm:animLvl val="lvl"/>
          <dgm:resizeHandles val="exact"/>
        </dgm:presLayoutVars>
      </dgm:prSet>
      <dgm:spPr/>
    </dgm:pt>
    <dgm:pt modelId="{3847C995-0F23-4936-9B5A-4EF0ABE05C45}" type="pres">
      <dgm:prSet presAssocID="{95B21D7F-CFC1-4DA8-9134-39867DD8F19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8B9C42D-3093-4D3C-AB2B-A447E63AC195}" type="pres">
      <dgm:prSet presAssocID="{8E125BA1-26E1-4A2B-BC28-8947250E019A}" presName="spacer" presStyleCnt="0"/>
      <dgm:spPr/>
    </dgm:pt>
    <dgm:pt modelId="{AD669779-F49F-4689-AD16-07232AE504AD}" type="pres">
      <dgm:prSet presAssocID="{741C11E2-2993-48EA-9334-7E13937EF11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557717E-7C44-40F7-99AB-3F02E6011C47}" srcId="{6C1E612B-3E95-4AA5-8751-06A82B5ED259}" destId="{95B21D7F-CFC1-4DA8-9134-39867DD8F191}" srcOrd="0" destOrd="0" parTransId="{D090318F-AF8E-4F68-B215-DF9DE8943636}" sibTransId="{8E125BA1-26E1-4A2B-BC28-8947250E019A}"/>
    <dgm:cxn modelId="{E0E83485-6781-4A0F-A1E7-11F3A0C57971}" type="presOf" srcId="{6C1E612B-3E95-4AA5-8751-06A82B5ED259}" destId="{688A7072-69BE-4770-8E63-6DE885D54B88}" srcOrd="0" destOrd="0" presId="urn:microsoft.com/office/officeart/2005/8/layout/vList2"/>
    <dgm:cxn modelId="{04F03486-5C38-4278-825C-8980071C8E78}" srcId="{6C1E612B-3E95-4AA5-8751-06A82B5ED259}" destId="{741C11E2-2993-48EA-9334-7E13937EF110}" srcOrd="1" destOrd="0" parTransId="{B9BD366A-3D3D-4F02-9391-B836DD69FA05}" sibTransId="{FE5779DB-D9A4-47AD-B71E-D218D35EF9C8}"/>
    <dgm:cxn modelId="{314C84A9-1D01-40CA-B1BC-38AC4C7C3D7A}" type="presOf" srcId="{741C11E2-2993-48EA-9334-7E13937EF110}" destId="{AD669779-F49F-4689-AD16-07232AE504AD}" srcOrd="0" destOrd="0" presId="urn:microsoft.com/office/officeart/2005/8/layout/vList2"/>
    <dgm:cxn modelId="{7C9F3AD6-4EF5-49DA-AC0F-753A3D428080}" type="presOf" srcId="{95B21D7F-CFC1-4DA8-9134-39867DD8F191}" destId="{3847C995-0F23-4936-9B5A-4EF0ABE05C45}" srcOrd="0" destOrd="0" presId="urn:microsoft.com/office/officeart/2005/8/layout/vList2"/>
    <dgm:cxn modelId="{4283B05D-5D98-4F2C-B1B1-936D0A6EB803}" type="presParOf" srcId="{688A7072-69BE-4770-8E63-6DE885D54B88}" destId="{3847C995-0F23-4936-9B5A-4EF0ABE05C45}" srcOrd="0" destOrd="0" presId="urn:microsoft.com/office/officeart/2005/8/layout/vList2"/>
    <dgm:cxn modelId="{52582C91-24B2-47CB-B502-F022BE627A4D}" type="presParOf" srcId="{688A7072-69BE-4770-8E63-6DE885D54B88}" destId="{38B9C42D-3093-4D3C-AB2B-A447E63AC195}" srcOrd="1" destOrd="0" presId="urn:microsoft.com/office/officeart/2005/8/layout/vList2"/>
    <dgm:cxn modelId="{09E5E22F-78C7-4C1E-ABBA-4D26DFF3E01A}" type="presParOf" srcId="{688A7072-69BE-4770-8E63-6DE885D54B88}" destId="{AD669779-F49F-4689-AD16-07232AE504A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05E6B79C-C6BA-4D76-ADE3-DE4D1BD3812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3479FF4-CBB7-4A81-95E5-FDB899794BEC}">
      <dgm:prSet/>
      <dgm:spPr/>
      <dgm:t>
        <a:bodyPr/>
        <a:lstStyle/>
        <a:p>
          <a:r>
            <a:rPr lang="uk-UA" b="0" i="0"/>
            <a:t>Утворення Директорії УНР, спроба встановити в Україні національний варіант радянської влади, поширення серед селянства руйнівних анархістських рухів.</a:t>
          </a:r>
          <a:endParaRPr lang="uk-UA"/>
        </a:p>
      </dgm:t>
    </dgm:pt>
    <dgm:pt modelId="{6188630D-3BF2-44FF-8021-3B140A9E5B41}" type="parTrans" cxnId="{54A208FF-5210-481D-B9FA-3C5FFE72D456}">
      <dgm:prSet/>
      <dgm:spPr/>
      <dgm:t>
        <a:bodyPr/>
        <a:lstStyle/>
        <a:p>
          <a:endParaRPr lang="uk-UA"/>
        </a:p>
      </dgm:t>
    </dgm:pt>
    <dgm:pt modelId="{46D29210-DA89-4C3C-AEC1-0FFC8D8964C3}" type="sibTrans" cxnId="{54A208FF-5210-481D-B9FA-3C5FFE72D456}">
      <dgm:prSet/>
      <dgm:spPr/>
      <dgm:t>
        <a:bodyPr/>
        <a:lstStyle/>
        <a:p>
          <a:endParaRPr lang="uk-UA"/>
        </a:p>
      </dgm:t>
    </dgm:pt>
    <dgm:pt modelId="{30C47FD6-28DB-4D74-ACA4-FFAE31E0123A}">
      <dgm:prSet/>
      <dgm:spPr/>
      <dgm:t>
        <a:bodyPr/>
        <a:lstStyle/>
        <a:p>
          <a:r>
            <a:rPr lang="uk-UA" b="0" i="0"/>
            <a:t>Загострення відносин Центральної Ради з німецьким окупаційним командуванням, розчарування населення в економічній політиці УНР.</a:t>
          </a:r>
          <a:endParaRPr lang="uk-UA"/>
        </a:p>
      </dgm:t>
    </dgm:pt>
    <dgm:pt modelId="{27007AD7-684A-4E34-BD58-3FAA59D1E608}" type="parTrans" cxnId="{75F4D215-2B85-48EC-AAA8-EE22250D717B}">
      <dgm:prSet/>
      <dgm:spPr/>
      <dgm:t>
        <a:bodyPr/>
        <a:lstStyle/>
        <a:p>
          <a:endParaRPr lang="uk-UA"/>
        </a:p>
      </dgm:t>
    </dgm:pt>
    <dgm:pt modelId="{223CCE1F-6AF8-4BD4-964C-ED765A3F3F72}" type="sibTrans" cxnId="{75F4D215-2B85-48EC-AAA8-EE22250D717B}">
      <dgm:prSet/>
      <dgm:spPr/>
      <dgm:t>
        <a:bodyPr/>
        <a:lstStyle/>
        <a:p>
          <a:endParaRPr lang="uk-UA"/>
        </a:p>
      </dgm:t>
    </dgm:pt>
    <dgm:pt modelId="{369B26A7-1260-4F29-9253-B631F06BF9B5}" type="pres">
      <dgm:prSet presAssocID="{05E6B79C-C6BA-4D76-ADE3-DE4D1BD3812C}" presName="linear" presStyleCnt="0">
        <dgm:presLayoutVars>
          <dgm:animLvl val="lvl"/>
          <dgm:resizeHandles val="exact"/>
        </dgm:presLayoutVars>
      </dgm:prSet>
      <dgm:spPr/>
    </dgm:pt>
    <dgm:pt modelId="{C0F651AE-1463-4433-9068-CE3F5637BB66}" type="pres">
      <dgm:prSet presAssocID="{43479FF4-CBB7-4A81-95E5-FDB899794BE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E11282C-B312-4454-8A27-A0C69075EAA9}" type="pres">
      <dgm:prSet presAssocID="{46D29210-DA89-4C3C-AEC1-0FFC8D8964C3}" presName="spacer" presStyleCnt="0"/>
      <dgm:spPr/>
    </dgm:pt>
    <dgm:pt modelId="{00EAF410-CBAD-47CE-83BE-734CA8D7BAB6}" type="pres">
      <dgm:prSet presAssocID="{30C47FD6-28DB-4D74-ACA4-FFAE31E0123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5F4D215-2B85-48EC-AAA8-EE22250D717B}" srcId="{05E6B79C-C6BA-4D76-ADE3-DE4D1BD3812C}" destId="{30C47FD6-28DB-4D74-ACA4-FFAE31E0123A}" srcOrd="1" destOrd="0" parTransId="{27007AD7-684A-4E34-BD58-3FAA59D1E608}" sibTransId="{223CCE1F-6AF8-4BD4-964C-ED765A3F3F72}"/>
    <dgm:cxn modelId="{0A251F7B-1527-41CB-B824-E73C3B1B0586}" type="presOf" srcId="{30C47FD6-28DB-4D74-ACA4-FFAE31E0123A}" destId="{00EAF410-CBAD-47CE-83BE-734CA8D7BAB6}" srcOrd="0" destOrd="0" presId="urn:microsoft.com/office/officeart/2005/8/layout/vList2"/>
    <dgm:cxn modelId="{E1C33EB0-E1A7-490D-9EB6-2AB7E0D75D2E}" type="presOf" srcId="{43479FF4-CBB7-4A81-95E5-FDB899794BEC}" destId="{C0F651AE-1463-4433-9068-CE3F5637BB66}" srcOrd="0" destOrd="0" presId="urn:microsoft.com/office/officeart/2005/8/layout/vList2"/>
    <dgm:cxn modelId="{C1878FCC-151D-440A-92C0-AE451F165B81}" type="presOf" srcId="{05E6B79C-C6BA-4D76-ADE3-DE4D1BD3812C}" destId="{369B26A7-1260-4F29-9253-B631F06BF9B5}" srcOrd="0" destOrd="0" presId="urn:microsoft.com/office/officeart/2005/8/layout/vList2"/>
    <dgm:cxn modelId="{54A208FF-5210-481D-B9FA-3C5FFE72D456}" srcId="{05E6B79C-C6BA-4D76-ADE3-DE4D1BD3812C}" destId="{43479FF4-CBB7-4A81-95E5-FDB899794BEC}" srcOrd="0" destOrd="0" parTransId="{6188630D-3BF2-44FF-8021-3B140A9E5B41}" sibTransId="{46D29210-DA89-4C3C-AEC1-0FFC8D8964C3}"/>
    <dgm:cxn modelId="{E7BA4295-191D-4D53-8519-4282DB99F120}" type="presParOf" srcId="{369B26A7-1260-4F29-9253-B631F06BF9B5}" destId="{C0F651AE-1463-4433-9068-CE3F5637BB66}" srcOrd="0" destOrd="0" presId="urn:microsoft.com/office/officeart/2005/8/layout/vList2"/>
    <dgm:cxn modelId="{3214F584-3D89-4136-B299-23BB5678ACA3}" type="presParOf" srcId="{369B26A7-1260-4F29-9253-B631F06BF9B5}" destId="{7E11282C-B312-4454-8A27-A0C69075EAA9}" srcOrd="1" destOrd="0" presId="urn:microsoft.com/office/officeart/2005/8/layout/vList2"/>
    <dgm:cxn modelId="{E3572FF6-3F2F-478E-A99B-C2B75B66A81F}" type="presParOf" srcId="{369B26A7-1260-4F29-9253-B631F06BF9B5}" destId="{00EAF410-CBAD-47CE-83BE-734CA8D7BAB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E0CFB15E-B4DD-4CB9-B457-49CDFA5CD350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317242D-711C-4A6A-95E6-194A0170F732}">
      <dgm:prSet/>
      <dgm:spPr/>
      <dgm:t>
        <a:bodyPr/>
        <a:lstStyle/>
        <a:p>
          <a:r>
            <a:rPr lang="uk-UA" b="0" i="0"/>
            <a:t>1,2,3</a:t>
          </a:r>
          <a:endParaRPr lang="uk-UA"/>
        </a:p>
      </dgm:t>
    </dgm:pt>
    <dgm:pt modelId="{B063A0A4-8C7C-4AA2-A152-E5E5D1D5674E}" type="parTrans" cxnId="{7F53FD9D-4CF9-46DE-A98C-9B6B91D64172}">
      <dgm:prSet/>
      <dgm:spPr/>
      <dgm:t>
        <a:bodyPr/>
        <a:lstStyle/>
        <a:p>
          <a:endParaRPr lang="uk-UA"/>
        </a:p>
      </dgm:t>
    </dgm:pt>
    <dgm:pt modelId="{B828062E-7587-4095-B9D9-DCC6D2D20BC4}" type="sibTrans" cxnId="{7F53FD9D-4CF9-46DE-A98C-9B6B91D64172}">
      <dgm:prSet/>
      <dgm:spPr/>
      <dgm:t>
        <a:bodyPr/>
        <a:lstStyle/>
        <a:p>
          <a:endParaRPr lang="uk-UA"/>
        </a:p>
      </dgm:t>
    </dgm:pt>
    <dgm:pt modelId="{95CDF856-3FD0-4DD2-AFEE-842EEEAE851D}">
      <dgm:prSet/>
      <dgm:spPr/>
      <dgm:t>
        <a:bodyPr/>
        <a:lstStyle/>
        <a:p>
          <a:r>
            <a:rPr lang="uk-UA" b="0" i="0"/>
            <a:t>2,3,4</a:t>
          </a:r>
          <a:endParaRPr lang="uk-UA"/>
        </a:p>
      </dgm:t>
    </dgm:pt>
    <dgm:pt modelId="{03EFFC60-A12C-48DA-BF01-6A6EF49C0AF2}" type="parTrans" cxnId="{2F467B5D-562E-43DA-B97C-8F621E0964EE}">
      <dgm:prSet/>
      <dgm:spPr/>
      <dgm:t>
        <a:bodyPr/>
        <a:lstStyle/>
        <a:p>
          <a:endParaRPr lang="uk-UA"/>
        </a:p>
      </dgm:t>
    </dgm:pt>
    <dgm:pt modelId="{F9FA417B-7684-46FE-9451-189145122864}" type="sibTrans" cxnId="{2F467B5D-562E-43DA-B97C-8F621E0964EE}">
      <dgm:prSet/>
      <dgm:spPr/>
      <dgm:t>
        <a:bodyPr/>
        <a:lstStyle/>
        <a:p>
          <a:endParaRPr lang="uk-UA"/>
        </a:p>
      </dgm:t>
    </dgm:pt>
    <dgm:pt modelId="{B98DF012-212B-4CEE-B1CF-8A7A082A7C23}">
      <dgm:prSet/>
      <dgm:spPr/>
      <dgm:t>
        <a:bodyPr/>
        <a:lstStyle/>
        <a:p>
          <a:r>
            <a:rPr lang="uk-UA" b="0" i="0"/>
            <a:t>1,3,4</a:t>
          </a:r>
          <a:endParaRPr lang="uk-UA"/>
        </a:p>
      </dgm:t>
    </dgm:pt>
    <dgm:pt modelId="{195F0129-1E5B-4076-BE07-81D25B1DDE0A}" type="parTrans" cxnId="{2E2A59F6-A1F3-44FA-A5FB-B18DA50B4F20}">
      <dgm:prSet/>
      <dgm:spPr/>
      <dgm:t>
        <a:bodyPr/>
        <a:lstStyle/>
        <a:p>
          <a:endParaRPr lang="uk-UA"/>
        </a:p>
      </dgm:t>
    </dgm:pt>
    <dgm:pt modelId="{CF4F2A59-27EA-47AC-96F2-DE62527959D0}" type="sibTrans" cxnId="{2E2A59F6-A1F3-44FA-A5FB-B18DA50B4F20}">
      <dgm:prSet/>
      <dgm:spPr/>
      <dgm:t>
        <a:bodyPr/>
        <a:lstStyle/>
        <a:p>
          <a:endParaRPr lang="uk-UA"/>
        </a:p>
      </dgm:t>
    </dgm:pt>
    <dgm:pt modelId="{BA9D1DCF-5557-4FFA-B60E-FB4E8AC49CFE}">
      <dgm:prSet/>
      <dgm:spPr/>
      <dgm:t>
        <a:bodyPr/>
        <a:lstStyle/>
        <a:p>
          <a:r>
            <a:rPr lang="uk-UA" b="0" i="0"/>
            <a:t>1,2,4</a:t>
          </a:r>
          <a:endParaRPr lang="uk-UA"/>
        </a:p>
      </dgm:t>
    </dgm:pt>
    <dgm:pt modelId="{26F76788-D56A-4F22-B9F3-E70063F8F92A}" type="parTrans" cxnId="{41E80AFB-4831-4F8E-9E72-813C41E5E964}">
      <dgm:prSet/>
      <dgm:spPr/>
      <dgm:t>
        <a:bodyPr/>
        <a:lstStyle/>
        <a:p>
          <a:endParaRPr lang="uk-UA"/>
        </a:p>
      </dgm:t>
    </dgm:pt>
    <dgm:pt modelId="{6BA91D85-DC90-480E-9334-1AE409CC10DC}" type="sibTrans" cxnId="{41E80AFB-4831-4F8E-9E72-813C41E5E964}">
      <dgm:prSet/>
      <dgm:spPr/>
      <dgm:t>
        <a:bodyPr/>
        <a:lstStyle/>
        <a:p>
          <a:endParaRPr lang="uk-UA"/>
        </a:p>
      </dgm:t>
    </dgm:pt>
    <dgm:pt modelId="{D2BC3484-93DB-4DFC-906A-E7925CA07915}" type="pres">
      <dgm:prSet presAssocID="{E0CFB15E-B4DD-4CB9-B457-49CDFA5CD350}" presName="matrix" presStyleCnt="0">
        <dgm:presLayoutVars>
          <dgm:chMax val="1"/>
          <dgm:dir/>
          <dgm:resizeHandles val="exact"/>
        </dgm:presLayoutVars>
      </dgm:prSet>
      <dgm:spPr/>
    </dgm:pt>
    <dgm:pt modelId="{AE4365C4-35C8-45F8-99BD-B76697D52241}" type="pres">
      <dgm:prSet presAssocID="{E0CFB15E-B4DD-4CB9-B457-49CDFA5CD350}" presName="diamond" presStyleLbl="bgShp" presStyleIdx="0" presStyleCnt="1"/>
      <dgm:spPr/>
    </dgm:pt>
    <dgm:pt modelId="{C86B0887-EF38-49C2-9C7C-4120B6A0F678}" type="pres">
      <dgm:prSet presAssocID="{E0CFB15E-B4DD-4CB9-B457-49CDFA5CD35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3628C2F-AE21-47B8-BB8E-BBDEDE1037E7}" type="pres">
      <dgm:prSet presAssocID="{E0CFB15E-B4DD-4CB9-B457-49CDFA5CD35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48A3BEC-F3D1-4960-8144-F778A0F50D63}" type="pres">
      <dgm:prSet presAssocID="{E0CFB15E-B4DD-4CB9-B457-49CDFA5CD35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29A9F95-8EC8-43EC-94ED-CB454B74106C}" type="pres">
      <dgm:prSet presAssocID="{E0CFB15E-B4DD-4CB9-B457-49CDFA5CD35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F467B5D-562E-43DA-B97C-8F621E0964EE}" srcId="{E0CFB15E-B4DD-4CB9-B457-49CDFA5CD350}" destId="{95CDF856-3FD0-4DD2-AFEE-842EEEAE851D}" srcOrd="1" destOrd="0" parTransId="{03EFFC60-A12C-48DA-BF01-6A6EF49C0AF2}" sibTransId="{F9FA417B-7684-46FE-9451-189145122864}"/>
    <dgm:cxn modelId="{36897B41-7A89-41B7-967B-515E8F27CF68}" type="presOf" srcId="{BA9D1DCF-5557-4FFA-B60E-FB4E8AC49CFE}" destId="{529A9F95-8EC8-43EC-94ED-CB454B74106C}" srcOrd="0" destOrd="0" presId="urn:microsoft.com/office/officeart/2005/8/layout/matrix3"/>
    <dgm:cxn modelId="{0642504A-396B-47BD-9599-BD5DD88FD389}" type="presOf" srcId="{95CDF856-3FD0-4DD2-AFEE-842EEEAE851D}" destId="{23628C2F-AE21-47B8-BB8E-BBDEDE1037E7}" srcOrd="0" destOrd="0" presId="urn:microsoft.com/office/officeart/2005/8/layout/matrix3"/>
    <dgm:cxn modelId="{C818A785-166F-4B4A-8CE4-A38590D3D8E7}" type="presOf" srcId="{E0CFB15E-B4DD-4CB9-B457-49CDFA5CD350}" destId="{D2BC3484-93DB-4DFC-906A-E7925CA07915}" srcOrd="0" destOrd="0" presId="urn:microsoft.com/office/officeart/2005/8/layout/matrix3"/>
    <dgm:cxn modelId="{7F53FD9D-4CF9-46DE-A98C-9B6B91D64172}" srcId="{E0CFB15E-B4DD-4CB9-B457-49CDFA5CD350}" destId="{C317242D-711C-4A6A-95E6-194A0170F732}" srcOrd="0" destOrd="0" parTransId="{B063A0A4-8C7C-4AA2-A152-E5E5D1D5674E}" sibTransId="{B828062E-7587-4095-B9D9-DCC6D2D20BC4}"/>
    <dgm:cxn modelId="{36D64DA7-AB51-4A2B-91AD-08D2C3DAA6A9}" type="presOf" srcId="{B98DF012-212B-4CEE-B1CF-8A7A082A7C23}" destId="{348A3BEC-F3D1-4960-8144-F778A0F50D63}" srcOrd="0" destOrd="0" presId="urn:microsoft.com/office/officeart/2005/8/layout/matrix3"/>
    <dgm:cxn modelId="{10590BDB-6336-4CF0-93C0-35848C313FD7}" type="presOf" srcId="{C317242D-711C-4A6A-95E6-194A0170F732}" destId="{C86B0887-EF38-49C2-9C7C-4120B6A0F678}" srcOrd="0" destOrd="0" presId="urn:microsoft.com/office/officeart/2005/8/layout/matrix3"/>
    <dgm:cxn modelId="{2E2A59F6-A1F3-44FA-A5FB-B18DA50B4F20}" srcId="{E0CFB15E-B4DD-4CB9-B457-49CDFA5CD350}" destId="{B98DF012-212B-4CEE-B1CF-8A7A082A7C23}" srcOrd="2" destOrd="0" parTransId="{195F0129-1E5B-4076-BE07-81D25B1DDE0A}" sibTransId="{CF4F2A59-27EA-47AC-96F2-DE62527959D0}"/>
    <dgm:cxn modelId="{41E80AFB-4831-4F8E-9E72-813C41E5E964}" srcId="{E0CFB15E-B4DD-4CB9-B457-49CDFA5CD350}" destId="{BA9D1DCF-5557-4FFA-B60E-FB4E8AC49CFE}" srcOrd="3" destOrd="0" parTransId="{26F76788-D56A-4F22-B9F3-E70063F8F92A}" sibTransId="{6BA91D85-DC90-480E-9334-1AE409CC10DC}"/>
    <dgm:cxn modelId="{013AED69-FE98-4D88-9D4B-8057B91E9E21}" type="presParOf" srcId="{D2BC3484-93DB-4DFC-906A-E7925CA07915}" destId="{AE4365C4-35C8-45F8-99BD-B76697D52241}" srcOrd="0" destOrd="0" presId="urn:microsoft.com/office/officeart/2005/8/layout/matrix3"/>
    <dgm:cxn modelId="{9E15DB2B-7AFF-44A5-8D68-F424C321BDED}" type="presParOf" srcId="{D2BC3484-93DB-4DFC-906A-E7925CA07915}" destId="{C86B0887-EF38-49C2-9C7C-4120B6A0F678}" srcOrd="1" destOrd="0" presId="urn:microsoft.com/office/officeart/2005/8/layout/matrix3"/>
    <dgm:cxn modelId="{00584049-7F55-4867-B6FF-6FEE8ECBBDFC}" type="presParOf" srcId="{D2BC3484-93DB-4DFC-906A-E7925CA07915}" destId="{23628C2F-AE21-47B8-BB8E-BBDEDE1037E7}" srcOrd="2" destOrd="0" presId="urn:microsoft.com/office/officeart/2005/8/layout/matrix3"/>
    <dgm:cxn modelId="{421C7B71-4826-46DA-8633-63DC4C57135F}" type="presParOf" srcId="{D2BC3484-93DB-4DFC-906A-E7925CA07915}" destId="{348A3BEC-F3D1-4960-8144-F778A0F50D63}" srcOrd="3" destOrd="0" presId="urn:microsoft.com/office/officeart/2005/8/layout/matrix3"/>
    <dgm:cxn modelId="{ED56B7CB-4EDE-4448-96A8-5EE20B51542C}" type="presParOf" srcId="{D2BC3484-93DB-4DFC-906A-E7925CA07915}" destId="{529A9F95-8EC8-43EC-94ED-CB454B74106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06E89E30-F9C0-4A26-BB27-0616D62CF99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EA53642-4693-4636-8ED9-F8E86146C213}">
      <dgm:prSet/>
      <dgm:spPr/>
      <dgm:t>
        <a:bodyPr/>
        <a:lstStyle/>
        <a:p>
          <a:r>
            <a:rPr lang="ru-RU" b="0" i="0"/>
            <a:t>голова Центральної Ради М. Грушевський.</a:t>
          </a:r>
          <a:endParaRPr lang="uk-UA"/>
        </a:p>
      </dgm:t>
    </dgm:pt>
    <dgm:pt modelId="{38B1F206-D4D8-41F9-AD4C-D88508DDFDFE}" type="parTrans" cxnId="{491BC4A9-DE1B-4AA3-9915-9B96E8E167DB}">
      <dgm:prSet/>
      <dgm:spPr/>
      <dgm:t>
        <a:bodyPr/>
        <a:lstStyle/>
        <a:p>
          <a:endParaRPr lang="uk-UA"/>
        </a:p>
      </dgm:t>
    </dgm:pt>
    <dgm:pt modelId="{7E765018-3F62-415A-9EDC-ADD390429A7B}" type="sibTrans" cxnId="{491BC4A9-DE1B-4AA3-9915-9B96E8E167DB}">
      <dgm:prSet/>
      <dgm:spPr/>
      <dgm:t>
        <a:bodyPr/>
        <a:lstStyle/>
        <a:p>
          <a:endParaRPr lang="uk-UA"/>
        </a:p>
      </dgm:t>
    </dgm:pt>
    <dgm:pt modelId="{6E27C66F-C2EC-49CF-9992-A2E5FC08BFAA}">
      <dgm:prSet/>
      <dgm:spPr/>
      <dgm:t>
        <a:bodyPr/>
        <a:lstStyle/>
        <a:p>
          <a:r>
            <a:rPr lang="ru-RU" b="0" i="0"/>
            <a:t>гетьман України П. Скоропадський.</a:t>
          </a:r>
          <a:endParaRPr lang="uk-UA"/>
        </a:p>
      </dgm:t>
    </dgm:pt>
    <dgm:pt modelId="{5620AA76-A151-4364-A8B5-CAA888C80583}" type="parTrans" cxnId="{B39D13C6-4FB7-475F-93B9-7E7502874303}">
      <dgm:prSet/>
      <dgm:spPr/>
      <dgm:t>
        <a:bodyPr/>
        <a:lstStyle/>
        <a:p>
          <a:endParaRPr lang="uk-UA"/>
        </a:p>
      </dgm:t>
    </dgm:pt>
    <dgm:pt modelId="{960BAEE4-589B-4D6B-B698-99747EB261C6}" type="sibTrans" cxnId="{B39D13C6-4FB7-475F-93B9-7E7502874303}">
      <dgm:prSet/>
      <dgm:spPr/>
      <dgm:t>
        <a:bodyPr/>
        <a:lstStyle/>
        <a:p>
          <a:endParaRPr lang="uk-UA"/>
        </a:p>
      </dgm:t>
    </dgm:pt>
    <dgm:pt modelId="{E0A18F7C-B120-4662-B419-C46C0407CB43}">
      <dgm:prSet/>
      <dgm:spPr/>
      <dgm:t>
        <a:bodyPr/>
        <a:lstStyle/>
        <a:p>
          <a:r>
            <a:rPr lang="ru-RU" b="0" i="0"/>
            <a:t>голова Директорії УНР В. Винниченко.</a:t>
          </a:r>
          <a:endParaRPr lang="uk-UA"/>
        </a:p>
      </dgm:t>
    </dgm:pt>
    <dgm:pt modelId="{B356344E-F03B-4308-9FFF-5BB19DDEC8D4}" type="parTrans" cxnId="{F4CCB467-560E-420B-9397-160F50121FB0}">
      <dgm:prSet/>
      <dgm:spPr/>
      <dgm:t>
        <a:bodyPr/>
        <a:lstStyle/>
        <a:p>
          <a:endParaRPr lang="uk-UA"/>
        </a:p>
      </dgm:t>
    </dgm:pt>
    <dgm:pt modelId="{F0E1E325-0B0B-490C-9A37-635A8CEF7A5B}" type="sibTrans" cxnId="{F4CCB467-560E-420B-9397-160F50121FB0}">
      <dgm:prSet/>
      <dgm:spPr/>
      <dgm:t>
        <a:bodyPr/>
        <a:lstStyle/>
        <a:p>
          <a:endParaRPr lang="uk-UA"/>
        </a:p>
      </dgm:t>
    </dgm:pt>
    <dgm:pt modelId="{A43CD2C8-99F6-4A7B-9012-34A3DE4AB6BB}">
      <dgm:prSet/>
      <dgm:spPr/>
      <dgm:t>
        <a:bodyPr/>
        <a:lstStyle/>
        <a:p>
          <a:r>
            <a:rPr lang="ru-RU" b="0" i="0"/>
            <a:t>головний отаман Армії УНР С. Петлюра.</a:t>
          </a:r>
          <a:endParaRPr lang="uk-UA"/>
        </a:p>
      </dgm:t>
    </dgm:pt>
    <dgm:pt modelId="{78C12A53-AC6E-4810-ABC8-6F6A8F8FD674}" type="parTrans" cxnId="{06D7BECC-9DDC-4C07-AD3D-780CBC62FF65}">
      <dgm:prSet/>
      <dgm:spPr/>
      <dgm:t>
        <a:bodyPr/>
        <a:lstStyle/>
        <a:p>
          <a:endParaRPr lang="uk-UA"/>
        </a:p>
      </dgm:t>
    </dgm:pt>
    <dgm:pt modelId="{CB96D687-7B4A-4C92-9944-7F29CA9B50A5}" type="sibTrans" cxnId="{06D7BECC-9DDC-4C07-AD3D-780CBC62FF65}">
      <dgm:prSet/>
      <dgm:spPr/>
      <dgm:t>
        <a:bodyPr/>
        <a:lstStyle/>
        <a:p>
          <a:endParaRPr lang="uk-UA"/>
        </a:p>
      </dgm:t>
    </dgm:pt>
    <dgm:pt modelId="{1DC227CA-6D3A-489B-AA77-0250DFF5A822}" type="pres">
      <dgm:prSet presAssocID="{06E89E30-F9C0-4A26-BB27-0616D62CF999}" presName="linear" presStyleCnt="0">
        <dgm:presLayoutVars>
          <dgm:animLvl val="lvl"/>
          <dgm:resizeHandles val="exact"/>
        </dgm:presLayoutVars>
      </dgm:prSet>
      <dgm:spPr/>
    </dgm:pt>
    <dgm:pt modelId="{B36A91E1-126D-4091-8C10-CE17B5898DC4}" type="pres">
      <dgm:prSet presAssocID="{2EA53642-4693-4636-8ED9-F8E86146C21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8AA84FF-7070-4D20-B8C2-31394D093E97}" type="pres">
      <dgm:prSet presAssocID="{7E765018-3F62-415A-9EDC-ADD390429A7B}" presName="spacer" presStyleCnt="0"/>
      <dgm:spPr/>
    </dgm:pt>
    <dgm:pt modelId="{98E71652-9B7F-4E4E-9817-DFA3ACB1CE4B}" type="pres">
      <dgm:prSet presAssocID="{6E27C66F-C2EC-49CF-9992-A2E5FC08BFA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056A734-968E-45AC-8C05-7AFBBDD986D8}" type="pres">
      <dgm:prSet presAssocID="{960BAEE4-589B-4D6B-B698-99747EB261C6}" presName="spacer" presStyleCnt="0"/>
      <dgm:spPr/>
    </dgm:pt>
    <dgm:pt modelId="{F4F4C229-BC82-4AAD-AF02-778EF2EBC479}" type="pres">
      <dgm:prSet presAssocID="{E0A18F7C-B120-4662-B419-C46C0407CB4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4D69439-C526-4418-8A58-1A63D8B24A7D}" type="pres">
      <dgm:prSet presAssocID="{F0E1E325-0B0B-490C-9A37-635A8CEF7A5B}" presName="spacer" presStyleCnt="0"/>
      <dgm:spPr/>
    </dgm:pt>
    <dgm:pt modelId="{4AB035B8-82AC-421A-BDC2-2E5DAF1AA83B}" type="pres">
      <dgm:prSet presAssocID="{A43CD2C8-99F6-4A7B-9012-34A3DE4AB6B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4CCB467-560E-420B-9397-160F50121FB0}" srcId="{06E89E30-F9C0-4A26-BB27-0616D62CF999}" destId="{E0A18F7C-B120-4662-B419-C46C0407CB43}" srcOrd="2" destOrd="0" parTransId="{B356344E-F03B-4308-9FFF-5BB19DDEC8D4}" sibTransId="{F0E1E325-0B0B-490C-9A37-635A8CEF7A5B}"/>
    <dgm:cxn modelId="{61E19952-7E8E-4704-8180-085C8608537F}" type="presOf" srcId="{06E89E30-F9C0-4A26-BB27-0616D62CF999}" destId="{1DC227CA-6D3A-489B-AA77-0250DFF5A822}" srcOrd="0" destOrd="0" presId="urn:microsoft.com/office/officeart/2005/8/layout/vList2"/>
    <dgm:cxn modelId="{5D2FF375-7B27-4E9D-88FF-198E0936C585}" type="presOf" srcId="{6E27C66F-C2EC-49CF-9992-A2E5FC08BFAA}" destId="{98E71652-9B7F-4E4E-9817-DFA3ACB1CE4B}" srcOrd="0" destOrd="0" presId="urn:microsoft.com/office/officeart/2005/8/layout/vList2"/>
    <dgm:cxn modelId="{491BC4A9-DE1B-4AA3-9915-9B96E8E167DB}" srcId="{06E89E30-F9C0-4A26-BB27-0616D62CF999}" destId="{2EA53642-4693-4636-8ED9-F8E86146C213}" srcOrd="0" destOrd="0" parTransId="{38B1F206-D4D8-41F9-AD4C-D88508DDFDFE}" sibTransId="{7E765018-3F62-415A-9EDC-ADD390429A7B}"/>
    <dgm:cxn modelId="{B6B63CBE-2AB8-4FC8-8849-EFE70DCC8C15}" type="presOf" srcId="{E0A18F7C-B120-4662-B419-C46C0407CB43}" destId="{F4F4C229-BC82-4AAD-AF02-778EF2EBC479}" srcOrd="0" destOrd="0" presId="urn:microsoft.com/office/officeart/2005/8/layout/vList2"/>
    <dgm:cxn modelId="{B39D13C6-4FB7-475F-93B9-7E7502874303}" srcId="{06E89E30-F9C0-4A26-BB27-0616D62CF999}" destId="{6E27C66F-C2EC-49CF-9992-A2E5FC08BFAA}" srcOrd="1" destOrd="0" parTransId="{5620AA76-A151-4364-A8B5-CAA888C80583}" sibTransId="{960BAEE4-589B-4D6B-B698-99747EB261C6}"/>
    <dgm:cxn modelId="{486E1DC6-4A9A-40A9-B1D9-C8BC68483F69}" type="presOf" srcId="{A43CD2C8-99F6-4A7B-9012-34A3DE4AB6BB}" destId="{4AB035B8-82AC-421A-BDC2-2E5DAF1AA83B}" srcOrd="0" destOrd="0" presId="urn:microsoft.com/office/officeart/2005/8/layout/vList2"/>
    <dgm:cxn modelId="{06D7BECC-9DDC-4C07-AD3D-780CBC62FF65}" srcId="{06E89E30-F9C0-4A26-BB27-0616D62CF999}" destId="{A43CD2C8-99F6-4A7B-9012-34A3DE4AB6BB}" srcOrd="3" destOrd="0" parTransId="{78C12A53-AC6E-4810-ABC8-6F6A8F8FD674}" sibTransId="{CB96D687-7B4A-4C92-9944-7F29CA9B50A5}"/>
    <dgm:cxn modelId="{7BCF39FC-1A1B-420B-8ADE-9DC2AF2FE270}" type="presOf" srcId="{2EA53642-4693-4636-8ED9-F8E86146C213}" destId="{B36A91E1-126D-4091-8C10-CE17B5898DC4}" srcOrd="0" destOrd="0" presId="urn:microsoft.com/office/officeart/2005/8/layout/vList2"/>
    <dgm:cxn modelId="{36AA2C32-743D-4FB0-BFCC-E28A30CBF3E1}" type="presParOf" srcId="{1DC227CA-6D3A-489B-AA77-0250DFF5A822}" destId="{B36A91E1-126D-4091-8C10-CE17B5898DC4}" srcOrd="0" destOrd="0" presId="urn:microsoft.com/office/officeart/2005/8/layout/vList2"/>
    <dgm:cxn modelId="{FB439EF0-C6D2-4ED2-B49D-D7E4680F0F2F}" type="presParOf" srcId="{1DC227CA-6D3A-489B-AA77-0250DFF5A822}" destId="{38AA84FF-7070-4D20-B8C2-31394D093E97}" srcOrd="1" destOrd="0" presId="urn:microsoft.com/office/officeart/2005/8/layout/vList2"/>
    <dgm:cxn modelId="{C9E1A21A-7CC2-41DA-9AF4-F463A08F4D0F}" type="presParOf" srcId="{1DC227CA-6D3A-489B-AA77-0250DFF5A822}" destId="{98E71652-9B7F-4E4E-9817-DFA3ACB1CE4B}" srcOrd="2" destOrd="0" presId="urn:microsoft.com/office/officeart/2005/8/layout/vList2"/>
    <dgm:cxn modelId="{7B7AA267-6B35-4A16-B302-554CD4657C3A}" type="presParOf" srcId="{1DC227CA-6D3A-489B-AA77-0250DFF5A822}" destId="{4056A734-968E-45AC-8C05-7AFBBDD986D8}" srcOrd="3" destOrd="0" presId="urn:microsoft.com/office/officeart/2005/8/layout/vList2"/>
    <dgm:cxn modelId="{DED91F65-241D-4042-9C59-CE8D85A64164}" type="presParOf" srcId="{1DC227CA-6D3A-489B-AA77-0250DFF5A822}" destId="{F4F4C229-BC82-4AAD-AF02-778EF2EBC479}" srcOrd="4" destOrd="0" presId="urn:microsoft.com/office/officeart/2005/8/layout/vList2"/>
    <dgm:cxn modelId="{E3F82F5C-74BA-4529-96C5-C6012E641DE2}" type="presParOf" srcId="{1DC227CA-6D3A-489B-AA77-0250DFF5A822}" destId="{F4D69439-C526-4418-8A58-1A63D8B24A7D}" srcOrd="5" destOrd="0" presId="urn:microsoft.com/office/officeart/2005/8/layout/vList2"/>
    <dgm:cxn modelId="{18E833E5-FFBF-4B94-B1D4-22B030B928EC}" type="presParOf" srcId="{1DC227CA-6D3A-489B-AA77-0250DFF5A822}" destId="{4AB035B8-82AC-421A-BDC2-2E5DAF1AA83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D3F412F2-96C6-4C56-84F8-79387B0FC5C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06C652F-1AC0-463C-AF6B-4ED3C63F9ABC}">
      <dgm:prSet/>
      <dgm:spPr/>
      <dgm:t>
        <a:bodyPr/>
        <a:lstStyle/>
        <a:p>
          <a:r>
            <a:rPr lang="ru-RU" b="0" i="0"/>
            <a:t>Українську Народну Республіку доби Директорії</a:t>
          </a:r>
          <a:endParaRPr lang="uk-UA"/>
        </a:p>
      </dgm:t>
    </dgm:pt>
    <dgm:pt modelId="{39B69B9D-748A-4954-BF70-16933FD61AD4}" type="parTrans" cxnId="{D1D11514-07EB-40D0-BB5D-ABFE4D96E6E0}">
      <dgm:prSet/>
      <dgm:spPr/>
      <dgm:t>
        <a:bodyPr/>
        <a:lstStyle/>
        <a:p>
          <a:endParaRPr lang="uk-UA"/>
        </a:p>
      </dgm:t>
    </dgm:pt>
    <dgm:pt modelId="{3E1E7895-3074-46FA-9F51-DD394DA696F3}" type="sibTrans" cxnId="{D1D11514-07EB-40D0-BB5D-ABFE4D96E6E0}">
      <dgm:prSet/>
      <dgm:spPr/>
      <dgm:t>
        <a:bodyPr/>
        <a:lstStyle/>
        <a:p>
          <a:endParaRPr lang="uk-UA"/>
        </a:p>
      </dgm:t>
    </dgm:pt>
    <dgm:pt modelId="{0BC92F1F-DE1B-46DC-8E0F-DA1D0A22984D}">
      <dgm:prSet/>
      <dgm:spPr/>
      <dgm:t>
        <a:bodyPr/>
        <a:lstStyle/>
        <a:p>
          <a:r>
            <a:rPr lang="ru-RU" b="0" i="0"/>
            <a:t>Українську Народну Республіку доби Центральної Ради</a:t>
          </a:r>
          <a:endParaRPr lang="uk-UA"/>
        </a:p>
      </dgm:t>
    </dgm:pt>
    <dgm:pt modelId="{E34A6838-18AA-4492-96F7-81503FBDC27A}" type="parTrans" cxnId="{5CFB32F4-FE16-4AAA-80A8-CED31A942B25}">
      <dgm:prSet/>
      <dgm:spPr/>
      <dgm:t>
        <a:bodyPr/>
        <a:lstStyle/>
        <a:p>
          <a:endParaRPr lang="uk-UA"/>
        </a:p>
      </dgm:t>
    </dgm:pt>
    <dgm:pt modelId="{750F77F5-8B9D-495C-A4AC-9D3446A6561C}" type="sibTrans" cxnId="{5CFB32F4-FE16-4AAA-80A8-CED31A942B25}">
      <dgm:prSet/>
      <dgm:spPr/>
      <dgm:t>
        <a:bodyPr/>
        <a:lstStyle/>
        <a:p>
          <a:endParaRPr lang="uk-UA"/>
        </a:p>
      </dgm:t>
    </dgm:pt>
    <dgm:pt modelId="{634DD98A-6519-4401-8F45-63972D50454F}">
      <dgm:prSet/>
      <dgm:spPr/>
      <dgm:t>
        <a:bodyPr/>
        <a:lstStyle/>
        <a:p>
          <a:r>
            <a:rPr lang="ru-RU" b="0" i="0"/>
            <a:t>Західноукраїнську Народну Республіку</a:t>
          </a:r>
          <a:endParaRPr lang="uk-UA"/>
        </a:p>
      </dgm:t>
    </dgm:pt>
    <dgm:pt modelId="{51D36264-47A9-484E-BBC7-502A2956480F}" type="parTrans" cxnId="{5F633E56-5E1B-4178-B47E-73A4FD7A5172}">
      <dgm:prSet/>
      <dgm:spPr/>
      <dgm:t>
        <a:bodyPr/>
        <a:lstStyle/>
        <a:p>
          <a:endParaRPr lang="uk-UA"/>
        </a:p>
      </dgm:t>
    </dgm:pt>
    <dgm:pt modelId="{6CF7B5DB-33D5-44BA-8156-E2C624611109}" type="sibTrans" cxnId="{5F633E56-5E1B-4178-B47E-73A4FD7A5172}">
      <dgm:prSet/>
      <dgm:spPr/>
      <dgm:t>
        <a:bodyPr/>
        <a:lstStyle/>
        <a:p>
          <a:endParaRPr lang="uk-UA"/>
        </a:p>
      </dgm:t>
    </dgm:pt>
    <dgm:pt modelId="{7E6C37EB-0231-42A0-B8A9-EAB6ED2A9394}">
      <dgm:prSet/>
      <dgm:spPr/>
      <dgm:t>
        <a:bodyPr/>
        <a:lstStyle/>
        <a:p>
          <a:r>
            <a:rPr lang="ru-RU" b="0" i="0"/>
            <a:t>Українську Державу гетьмана П. Скоропадського</a:t>
          </a:r>
          <a:endParaRPr lang="uk-UA"/>
        </a:p>
      </dgm:t>
    </dgm:pt>
    <dgm:pt modelId="{9D5A7537-6D14-482D-8908-5D107D68E472}" type="parTrans" cxnId="{31F0FA97-0E91-4D3A-9241-6AB65F3342A7}">
      <dgm:prSet/>
      <dgm:spPr/>
      <dgm:t>
        <a:bodyPr/>
        <a:lstStyle/>
        <a:p>
          <a:endParaRPr lang="uk-UA"/>
        </a:p>
      </dgm:t>
    </dgm:pt>
    <dgm:pt modelId="{0052E967-0C9B-4CAC-89CA-0AD00CE7E49F}" type="sibTrans" cxnId="{31F0FA97-0E91-4D3A-9241-6AB65F3342A7}">
      <dgm:prSet/>
      <dgm:spPr/>
      <dgm:t>
        <a:bodyPr/>
        <a:lstStyle/>
        <a:p>
          <a:endParaRPr lang="uk-UA"/>
        </a:p>
      </dgm:t>
    </dgm:pt>
    <dgm:pt modelId="{B874C6DF-5B59-4C5D-8BC5-FA2D87570A6C}" type="pres">
      <dgm:prSet presAssocID="{D3F412F2-96C6-4C56-84F8-79387B0FC5C6}" presName="linear" presStyleCnt="0">
        <dgm:presLayoutVars>
          <dgm:animLvl val="lvl"/>
          <dgm:resizeHandles val="exact"/>
        </dgm:presLayoutVars>
      </dgm:prSet>
      <dgm:spPr/>
    </dgm:pt>
    <dgm:pt modelId="{BBAAE97B-42E3-4762-95CC-295DFD30AF4D}" type="pres">
      <dgm:prSet presAssocID="{306C652F-1AC0-463C-AF6B-4ED3C63F9AB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55A3A7B-456A-4DFA-9E47-52187C9F03F5}" type="pres">
      <dgm:prSet presAssocID="{3E1E7895-3074-46FA-9F51-DD394DA696F3}" presName="spacer" presStyleCnt="0"/>
      <dgm:spPr/>
    </dgm:pt>
    <dgm:pt modelId="{BB06BD40-DB23-48D1-A722-66B9CA4E9A2A}" type="pres">
      <dgm:prSet presAssocID="{0BC92F1F-DE1B-46DC-8E0F-DA1D0A22984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60CC14E-F4E3-420B-AD21-7D424D0B5C9E}" type="pres">
      <dgm:prSet presAssocID="{750F77F5-8B9D-495C-A4AC-9D3446A6561C}" presName="spacer" presStyleCnt="0"/>
      <dgm:spPr/>
    </dgm:pt>
    <dgm:pt modelId="{3AA1362B-658B-406B-91B3-95CFE943A914}" type="pres">
      <dgm:prSet presAssocID="{634DD98A-6519-4401-8F45-63972D50454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9A8BD5F-5617-4F1C-B73C-714812CE9C03}" type="pres">
      <dgm:prSet presAssocID="{6CF7B5DB-33D5-44BA-8156-E2C624611109}" presName="spacer" presStyleCnt="0"/>
      <dgm:spPr/>
    </dgm:pt>
    <dgm:pt modelId="{29DBEC93-591A-4041-ACEC-2AA6EEB8844E}" type="pres">
      <dgm:prSet presAssocID="{7E6C37EB-0231-42A0-B8A9-EAB6ED2A939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5D93E12-BA38-487D-A5FD-CB781DFA3A03}" type="presOf" srcId="{7E6C37EB-0231-42A0-B8A9-EAB6ED2A9394}" destId="{29DBEC93-591A-4041-ACEC-2AA6EEB8844E}" srcOrd="0" destOrd="0" presId="urn:microsoft.com/office/officeart/2005/8/layout/vList2"/>
    <dgm:cxn modelId="{D1D11514-07EB-40D0-BB5D-ABFE4D96E6E0}" srcId="{D3F412F2-96C6-4C56-84F8-79387B0FC5C6}" destId="{306C652F-1AC0-463C-AF6B-4ED3C63F9ABC}" srcOrd="0" destOrd="0" parTransId="{39B69B9D-748A-4954-BF70-16933FD61AD4}" sibTransId="{3E1E7895-3074-46FA-9F51-DD394DA696F3}"/>
    <dgm:cxn modelId="{7366E718-476C-4ABC-AE6B-25DD69DF4D19}" type="presOf" srcId="{306C652F-1AC0-463C-AF6B-4ED3C63F9ABC}" destId="{BBAAE97B-42E3-4762-95CC-295DFD30AF4D}" srcOrd="0" destOrd="0" presId="urn:microsoft.com/office/officeart/2005/8/layout/vList2"/>
    <dgm:cxn modelId="{DF299136-3A6A-48F4-9E08-FA94E6F52160}" type="presOf" srcId="{D3F412F2-96C6-4C56-84F8-79387B0FC5C6}" destId="{B874C6DF-5B59-4C5D-8BC5-FA2D87570A6C}" srcOrd="0" destOrd="0" presId="urn:microsoft.com/office/officeart/2005/8/layout/vList2"/>
    <dgm:cxn modelId="{46164B55-FAC2-483D-8BDB-936D7B972698}" type="presOf" srcId="{0BC92F1F-DE1B-46DC-8E0F-DA1D0A22984D}" destId="{BB06BD40-DB23-48D1-A722-66B9CA4E9A2A}" srcOrd="0" destOrd="0" presId="urn:microsoft.com/office/officeart/2005/8/layout/vList2"/>
    <dgm:cxn modelId="{CB7A3C76-957A-4C6A-B247-D8CC6FBBB39F}" type="presOf" srcId="{634DD98A-6519-4401-8F45-63972D50454F}" destId="{3AA1362B-658B-406B-91B3-95CFE943A914}" srcOrd="0" destOrd="0" presId="urn:microsoft.com/office/officeart/2005/8/layout/vList2"/>
    <dgm:cxn modelId="{5F633E56-5E1B-4178-B47E-73A4FD7A5172}" srcId="{D3F412F2-96C6-4C56-84F8-79387B0FC5C6}" destId="{634DD98A-6519-4401-8F45-63972D50454F}" srcOrd="2" destOrd="0" parTransId="{51D36264-47A9-484E-BBC7-502A2956480F}" sibTransId="{6CF7B5DB-33D5-44BA-8156-E2C624611109}"/>
    <dgm:cxn modelId="{31F0FA97-0E91-4D3A-9241-6AB65F3342A7}" srcId="{D3F412F2-96C6-4C56-84F8-79387B0FC5C6}" destId="{7E6C37EB-0231-42A0-B8A9-EAB6ED2A9394}" srcOrd="3" destOrd="0" parTransId="{9D5A7537-6D14-482D-8908-5D107D68E472}" sibTransId="{0052E967-0C9B-4CAC-89CA-0AD00CE7E49F}"/>
    <dgm:cxn modelId="{5CFB32F4-FE16-4AAA-80A8-CED31A942B25}" srcId="{D3F412F2-96C6-4C56-84F8-79387B0FC5C6}" destId="{0BC92F1F-DE1B-46DC-8E0F-DA1D0A22984D}" srcOrd="1" destOrd="0" parTransId="{E34A6838-18AA-4492-96F7-81503FBDC27A}" sibTransId="{750F77F5-8B9D-495C-A4AC-9D3446A6561C}"/>
    <dgm:cxn modelId="{3093271B-FC83-4378-A687-B9BDBE4F2964}" type="presParOf" srcId="{B874C6DF-5B59-4C5D-8BC5-FA2D87570A6C}" destId="{BBAAE97B-42E3-4762-95CC-295DFD30AF4D}" srcOrd="0" destOrd="0" presId="urn:microsoft.com/office/officeart/2005/8/layout/vList2"/>
    <dgm:cxn modelId="{46A074A8-4B76-46FA-8149-4E55E07EE5DE}" type="presParOf" srcId="{B874C6DF-5B59-4C5D-8BC5-FA2D87570A6C}" destId="{955A3A7B-456A-4DFA-9E47-52187C9F03F5}" srcOrd="1" destOrd="0" presId="urn:microsoft.com/office/officeart/2005/8/layout/vList2"/>
    <dgm:cxn modelId="{C9710790-DAAD-4273-993D-0BC35BAD10EC}" type="presParOf" srcId="{B874C6DF-5B59-4C5D-8BC5-FA2D87570A6C}" destId="{BB06BD40-DB23-48D1-A722-66B9CA4E9A2A}" srcOrd="2" destOrd="0" presId="urn:microsoft.com/office/officeart/2005/8/layout/vList2"/>
    <dgm:cxn modelId="{323B62E9-4A2B-455E-B28A-0EAF97357650}" type="presParOf" srcId="{B874C6DF-5B59-4C5D-8BC5-FA2D87570A6C}" destId="{760CC14E-F4E3-420B-AD21-7D424D0B5C9E}" srcOrd="3" destOrd="0" presId="urn:microsoft.com/office/officeart/2005/8/layout/vList2"/>
    <dgm:cxn modelId="{894C0B47-F59B-41F0-9961-3C053B789255}" type="presParOf" srcId="{B874C6DF-5B59-4C5D-8BC5-FA2D87570A6C}" destId="{3AA1362B-658B-406B-91B3-95CFE943A914}" srcOrd="4" destOrd="0" presId="urn:microsoft.com/office/officeart/2005/8/layout/vList2"/>
    <dgm:cxn modelId="{574BC206-A47C-4978-81F4-8442BCCEB9E4}" type="presParOf" srcId="{B874C6DF-5B59-4C5D-8BC5-FA2D87570A6C}" destId="{B9A8BD5F-5617-4F1C-B73C-714812CE9C03}" srcOrd="5" destOrd="0" presId="urn:microsoft.com/office/officeart/2005/8/layout/vList2"/>
    <dgm:cxn modelId="{26AA9FCE-DDC4-4438-A917-A035AE60ACCE}" type="presParOf" srcId="{B874C6DF-5B59-4C5D-8BC5-FA2D87570A6C}" destId="{29DBEC93-591A-4041-ACEC-2AA6EEB8844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8391E469-E150-4F0E-A025-3246A9E61D9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21AC0CC-2660-4198-BEB4-356AA8E24F4A}">
      <dgm:prSet/>
      <dgm:spPr/>
      <dgm:t>
        <a:bodyPr/>
        <a:lstStyle/>
        <a:p>
          <a:r>
            <a:rPr lang="uk-UA" b="0" i="0"/>
            <a:t>поширення влади Генерального Секретаріату згідно з «Тимчасовою інструкцією...» Тимчасового уряду Росії.</a:t>
          </a:r>
          <a:endParaRPr lang="uk-UA"/>
        </a:p>
      </dgm:t>
    </dgm:pt>
    <dgm:pt modelId="{2E6A4392-F6DB-44D7-88A0-DAFD8AA7C434}" type="parTrans" cxnId="{015E48F4-122A-4452-83F8-632826CE8086}">
      <dgm:prSet/>
      <dgm:spPr/>
      <dgm:t>
        <a:bodyPr/>
        <a:lstStyle/>
        <a:p>
          <a:endParaRPr lang="uk-UA"/>
        </a:p>
      </dgm:t>
    </dgm:pt>
    <dgm:pt modelId="{C213A699-4372-4720-A237-8200D6FCD0C3}" type="sibTrans" cxnId="{015E48F4-122A-4452-83F8-632826CE8086}">
      <dgm:prSet/>
      <dgm:spPr/>
      <dgm:t>
        <a:bodyPr/>
        <a:lstStyle/>
        <a:p>
          <a:endParaRPr lang="uk-UA"/>
        </a:p>
      </dgm:t>
    </dgm:pt>
    <dgm:pt modelId="{0C28E082-1DFC-4463-8EC5-2C1325FE079F}">
      <dgm:prSet/>
      <dgm:spPr/>
      <dgm:t>
        <a:bodyPr/>
        <a:lstStyle/>
        <a:p>
          <a:r>
            <a:rPr lang="uk-UA" b="0" i="0"/>
            <a:t>Української Народної Республіки згідно з Третім Універсалом Української Центральної Ради.</a:t>
          </a:r>
          <a:endParaRPr lang="uk-UA"/>
        </a:p>
      </dgm:t>
    </dgm:pt>
    <dgm:pt modelId="{7FB691C1-36DE-47C6-9052-28457833771D}" type="parTrans" cxnId="{819FCA1C-820B-4F01-9AF6-E358BF52DC58}">
      <dgm:prSet/>
      <dgm:spPr/>
      <dgm:t>
        <a:bodyPr/>
        <a:lstStyle/>
        <a:p>
          <a:endParaRPr lang="uk-UA"/>
        </a:p>
      </dgm:t>
    </dgm:pt>
    <dgm:pt modelId="{5A20261C-D1F4-4FCC-8C84-77572F3423A9}" type="sibTrans" cxnId="{819FCA1C-820B-4F01-9AF6-E358BF52DC58}">
      <dgm:prSet/>
      <dgm:spPr/>
      <dgm:t>
        <a:bodyPr/>
        <a:lstStyle/>
        <a:p>
          <a:endParaRPr lang="uk-UA"/>
        </a:p>
      </dgm:t>
    </dgm:pt>
    <dgm:pt modelId="{99841C58-2424-490A-BE79-663A6F7EE907}">
      <dgm:prSet/>
      <dgm:spPr/>
      <dgm:t>
        <a:bodyPr/>
        <a:lstStyle/>
        <a:p>
          <a:r>
            <a:rPr lang="uk-UA" b="0" i="0"/>
            <a:t>Української Держави гетьмана Павла Скоропадського.</a:t>
          </a:r>
          <a:endParaRPr lang="uk-UA"/>
        </a:p>
      </dgm:t>
    </dgm:pt>
    <dgm:pt modelId="{4CF7836F-054E-4117-8E20-1A3236277439}" type="parTrans" cxnId="{9F648547-42F4-4615-9E67-7A7900F7C5ED}">
      <dgm:prSet/>
      <dgm:spPr/>
      <dgm:t>
        <a:bodyPr/>
        <a:lstStyle/>
        <a:p>
          <a:endParaRPr lang="uk-UA"/>
        </a:p>
      </dgm:t>
    </dgm:pt>
    <dgm:pt modelId="{7EE6AA93-C907-430C-96AD-D51478E2536E}" type="sibTrans" cxnId="{9F648547-42F4-4615-9E67-7A7900F7C5ED}">
      <dgm:prSet/>
      <dgm:spPr/>
      <dgm:t>
        <a:bodyPr/>
        <a:lstStyle/>
        <a:p>
          <a:endParaRPr lang="uk-UA"/>
        </a:p>
      </dgm:t>
    </dgm:pt>
    <dgm:pt modelId="{D9EDD4F9-D8FF-4AAD-B0EC-23C8657D9978}">
      <dgm:prSet/>
      <dgm:spPr/>
      <dgm:t>
        <a:bodyPr/>
        <a:lstStyle/>
        <a:p>
          <a:r>
            <a:rPr lang="uk-UA" b="0" i="0"/>
            <a:t>Української Соціалістичної Радянської Республіки.</a:t>
          </a:r>
          <a:endParaRPr lang="uk-UA"/>
        </a:p>
      </dgm:t>
    </dgm:pt>
    <dgm:pt modelId="{18D70635-DAE1-4C1C-958E-76A72F1D90D5}" type="parTrans" cxnId="{F0DECAF8-6283-4D55-AEB6-331DFF7298CE}">
      <dgm:prSet/>
      <dgm:spPr/>
      <dgm:t>
        <a:bodyPr/>
        <a:lstStyle/>
        <a:p>
          <a:endParaRPr lang="uk-UA"/>
        </a:p>
      </dgm:t>
    </dgm:pt>
    <dgm:pt modelId="{53E06A3D-DC53-4FB4-BDD6-45A32B62A32B}" type="sibTrans" cxnId="{F0DECAF8-6283-4D55-AEB6-331DFF7298CE}">
      <dgm:prSet/>
      <dgm:spPr/>
      <dgm:t>
        <a:bodyPr/>
        <a:lstStyle/>
        <a:p>
          <a:endParaRPr lang="uk-UA"/>
        </a:p>
      </dgm:t>
    </dgm:pt>
    <dgm:pt modelId="{AA5896A3-4093-408F-ACCE-082136DF334D}" type="pres">
      <dgm:prSet presAssocID="{8391E469-E150-4F0E-A025-3246A9E61D94}" presName="linear" presStyleCnt="0">
        <dgm:presLayoutVars>
          <dgm:animLvl val="lvl"/>
          <dgm:resizeHandles val="exact"/>
        </dgm:presLayoutVars>
      </dgm:prSet>
      <dgm:spPr/>
    </dgm:pt>
    <dgm:pt modelId="{A21DF72F-EC91-45AE-87D4-0248408D03D7}" type="pres">
      <dgm:prSet presAssocID="{621AC0CC-2660-4198-BEB4-356AA8E24F4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6DDA978-F45C-4588-B466-0E700F0A54AB}" type="pres">
      <dgm:prSet presAssocID="{C213A699-4372-4720-A237-8200D6FCD0C3}" presName="spacer" presStyleCnt="0"/>
      <dgm:spPr/>
    </dgm:pt>
    <dgm:pt modelId="{A93534BC-49F1-4462-BC9D-CB4EFB2A369C}" type="pres">
      <dgm:prSet presAssocID="{0C28E082-1DFC-4463-8EC5-2C1325FE079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9197D22-ABEC-46AD-A9BA-C101B87AF9D8}" type="pres">
      <dgm:prSet presAssocID="{5A20261C-D1F4-4FCC-8C84-77572F3423A9}" presName="spacer" presStyleCnt="0"/>
      <dgm:spPr/>
    </dgm:pt>
    <dgm:pt modelId="{3BF86BAB-2E90-4DDB-A276-38EE1CE1B2B4}" type="pres">
      <dgm:prSet presAssocID="{99841C58-2424-490A-BE79-663A6F7EE90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B708A33-7BC1-40C4-BC57-13DA889178D0}" type="pres">
      <dgm:prSet presAssocID="{7EE6AA93-C907-430C-96AD-D51478E2536E}" presName="spacer" presStyleCnt="0"/>
      <dgm:spPr/>
    </dgm:pt>
    <dgm:pt modelId="{6C5F7BA4-193E-4E8D-B9DE-E40E90FC7E7F}" type="pres">
      <dgm:prSet presAssocID="{D9EDD4F9-D8FF-4AAD-B0EC-23C8657D997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A13A00F-8284-47F6-844D-12E1731C7F08}" type="presOf" srcId="{621AC0CC-2660-4198-BEB4-356AA8E24F4A}" destId="{A21DF72F-EC91-45AE-87D4-0248408D03D7}" srcOrd="0" destOrd="0" presId="urn:microsoft.com/office/officeart/2005/8/layout/vList2"/>
    <dgm:cxn modelId="{819FCA1C-820B-4F01-9AF6-E358BF52DC58}" srcId="{8391E469-E150-4F0E-A025-3246A9E61D94}" destId="{0C28E082-1DFC-4463-8EC5-2C1325FE079F}" srcOrd="1" destOrd="0" parTransId="{7FB691C1-36DE-47C6-9052-28457833771D}" sibTransId="{5A20261C-D1F4-4FCC-8C84-77572F3423A9}"/>
    <dgm:cxn modelId="{01F78923-6155-4D13-AD63-3B1FD7031D5B}" type="presOf" srcId="{8391E469-E150-4F0E-A025-3246A9E61D94}" destId="{AA5896A3-4093-408F-ACCE-082136DF334D}" srcOrd="0" destOrd="0" presId="urn:microsoft.com/office/officeart/2005/8/layout/vList2"/>
    <dgm:cxn modelId="{67F3F062-C271-4420-97D8-3D13C4D48617}" type="presOf" srcId="{99841C58-2424-490A-BE79-663A6F7EE907}" destId="{3BF86BAB-2E90-4DDB-A276-38EE1CE1B2B4}" srcOrd="0" destOrd="0" presId="urn:microsoft.com/office/officeart/2005/8/layout/vList2"/>
    <dgm:cxn modelId="{9F648547-42F4-4615-9E67-7A7900F7C5ED}" srcId="{8391E469-E150-4F0E-A025-3246A9E61D94}" destId="{99841C58-2424-490A-BE79-663A6F7EE907}" srcOrd="2" destOrd="0" parTransId="{4CF7836F-054E-4117-8E20-1A3236277439}" sibTransId="{7EE6AA93-C907-430C-96AD-D51478E2536E}"/>
    <dgm:cxn modelId="{62417A4B-4AEE-4219-9D17-07BABA273AE1}" type="presOf" srcId="{D9EDD4F9-D8FF-4AAD-B0EC-23C8657D9978}" destId="{6C5F7BA4-193E-4E8D-B9DE-E40E90FC7E7F}" srcOrd="0" destOrd="0" presId="urn:microsoft.com/office/officeart/2005/8/layout/vList2"/>
    <dgm:cxn modelId="{0730628A-AD79-4B0D-A825-F093343DA1B3}" type="presOf" srcId="{0C28E082-1DFC-4463-8EC5-2C1325FE079F}" destId="{A93534BC-49F1-4462-BC9D-CB4EFB2A369C}" srcOrd="0" destOrd="0" presId="urn:microsoft.com/office/officeart/2005/8/layout/vList2"/>
    <dgm:cxn modelId="{015E48F4-122A-4452-83F8-632826CE8086}" srcId="{8391E469-E150-4F0E-A025-3246A9E61D94}" destId="{621AC0CC-2660-4198-BEB4-356AA8E24F4A}" srcOrd="0" destOrd="0" parTransId="{2E6A4392-F6DB-44D7-88A0-DAFD8AA7C434}" sibTransId="{C213A699-4372-4720-A237-8200D6FCD0C3}"/>
    <dgm:cxn modelId="{F0DECAF8-6283-4D55-AEB6-331DFF7298CE}" srcId="{8391E469-E150-4F0E-A025-3246A9E61D94}" destId="{D9EDD4F9-D8FF-4AAD-B0EC-23C8657D9978}" srcOrd="3" destOrd="0" parTransId="{18D70635-DAE1-4C1C-958E-76A72F1D90D5}" sibTransId="{53E06A3D-DC53-4FB4-BDD6-45A32B62A32B}"/>
    <dgm:cxn modelId="{0A30C2A1-CEAA-40D3-9B9A-C94EF4439254}" type="presParOf" srcId="{AA5896A3-4093-408F-ACCE-082136DF334D}" destId="{A21DF72F-EC91-45AE-87D4-0248408D03D7}" srcOrd="0" destOrd="0" presId="urn:microsoft.com/office/officeart/2005/8/layout/vList2"/>
    <dgm:cxn modelId="{896BF238-602C-4165-BB3A-579AFB8401CC}" type="presParOf" srcId="{AA5896A3-4093-408F-ACCE-082136DF334D}" destId="{C6DDA978-F45C-4588-B466-0E700F0A54AB}" srcOrd="1" destOrd="0" presId="urn:microsoft.com/office/officeart/2005/8/layout/vList2"/>
    <dgm:cxn modelId="{63FC7B60-571F-4A51-B066-2EAFE79A2BDD}" type="presParOf" srcId="{AA5896A3-4093-408F-ACCE-082136DF334D}" destId="{A93534BC-49F1-4462-BC9D-CB4EFB2A369C}" srcOrd="2" destOrd="0" presId="urn:microsoft.com/office/officeart/2005/8/layout/vList2"/>
    <dgm:cxn modelId="{EB565ABB-9914-4168-853E-3F19A6EC9338}" type="presParOf" srcId="{AA5896A3-4093-408F-ACCE-082136DF334D}" destId="{E9197D22-ABEC-46AD-A9BA-C101B87AF9D8}" srcOrd="3" destOrd="0" presId="urn:microsoft.com/office/officeart/2005/8/layout/vList2"/>
    <dgm:cxn modelId="{1A1C81AE-1B32-4900-8740-E304949B8479}" type="presParOf" srcId="{AA5896A3-4093-408F-ACCE-082136DF334D}" destId="{3BF86BAB-2E90-4DDB-A276-38EE1CE1B2B4}" srcOrd="4" destOrd="0" presId="urn:microsoft.com/office/officeart/2005/8/layout/vList2"/>
    <dgm:cxn modelId="{02D1BDD5-5FBB-4436-9CEE-63158070E7E8}" type="presParOf" srcId="{AA5896A3-4093-408F-ACCE-082136DF334D}" destId="{EB708A33-7BC1-40C4-BC57-13DA889178D0}" srcOrd="5" destOrd="0" presId="urn:microsoft.com/office/officeart/2005/8/layout/vList2"/>
    <dgm:cxn modelId="{861CACF5-866B-48DC-A113-65FA66C43319}" type="presParOf" srcId="{AA5896A3-4093-408F-ACCE-082136DF334D}" destId="{6C5F7BA4-193E-4E8D-B9DE-E40E90FC7E7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AE351673-0F08-451E-888E-89D7A5F0B91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96BFB52-57F4-4C5E-A197-954787524F21}">
      <dgm:prSet/>
      <dgm:spPr/>
      <dgm:t>
        <a:bodyPr/>
        <a:lstStyle/>
        <a:p>
          <a:r>
            <a:rPr lang="uk-UA" b="0" i="0"/>
            <a:t>Ризького</a:t>
          </a:r>
          <a:endParaRPr lang="uk-UA"/>
        </a:p>
      </dgm:t>
    </dgm:pt>
    <dgm:pt modelId="{0B162BC1-3D96-4C47-BA91-B3D525F07C24}" type="parTrans" cxnId="{1C1683C9-DBBE-4BF0-B97E-9520A647126B}">
      <dgm:prSet/>
      <dgm:spPr/>
      <dgm:t>
        <a:bodyPr/>
        <a:lstStyle/>
        <a:p>
          <a:endParaRPr lang="uk-UA"/>
        </a:p>
      </dgm:t>
    </dgm:pt>
    <dgm:pt modelId="{2456DF2F-72AC-470E-BAF5-70D00882B8FE}" type="sibTrans" cxnId="{1C1683C9-DBBE-4BF0-B97E-9520A647126B}">
      <dgm:prSet/>
      <dgm:spPr/>
      <dgm:t>
        <a:bodyPr/>
        <a:lstStyle/>
        <a:p>
          <a:endParaRPr lang="uk-UA"/>
        </a:p>
      </dgm:t>
    </dgm:pt>
    <dgm:pt modelId="{7156D698-47D9-4E9B-A7F6-330ED1121148}">
      <dgm:prSet/>
      <dgm:spPr/>
      <dgm:t>
        <a:bodyPr/>
        <a:lstStyle/>
        <a:p>
          <a:r>
            <a:rPr lang="uk-UA" b="0" i="0"/>
            <a:t>Брестського</a:t>
          </a:r>
          <a:endParaRPr lang="uk-UA"/>
        </a:p>
      </dgm:t>
    </dgm:pt>
    <dgm:pt modelId="{2FC57517-452A-462E-B66F-43E698AF541E}" type="parTrans" cxnId="{868DA7D6-8F2D-49A1-8B77-EA586C4AB322}">
      <dgm:prSet/>
      <dgm:spPr/>
      <dgm:t>
        <a:bodyPr/>
        <a:lstStyle/>
        <a:p>
          <a:endParaRPr lang="uk-UA"/>
        </a:p>
      </dgm:t>
    </dgm:pt>
    <dgm:pt modelId="{A47480A5-6375-4FBF-878E-B9C7F40AD6F8}" type="sibTrans" cxnId="{868DA7D6-8F2D-49A1-8B77-EA586C4AB322}">
      <dgm:prSet/>
      <dgm:spPr/>
      <dgm:t>
        <a:bodyPr/>
        <a:lstStyle/>
        <a:p>
          <a:endParaRPr lang="uk-UA"/>
        </a:p>
      </dgm:t>
    </dgm:pt>
    <dgm:pt modelId="{5655B03D-8818-45C1-92F4-01C64716B30B}">
      <dgm:prSet/>
      <dgm:spPr/>
      <dgm:t>
        <a:bodyPr/>
        <a:lstStyle/>
        <a:p>
          <a:r>
            <a:rPr lang="uk-UA" b="0" i="0"/>
            <a:t>Сен-Жерменського</a:t>
          </a:r>
          <a:endParaRPr lang="uk-UA"/>
        </a:p>
      </dgm:t>
    </dgm:pt>
    <dgm:pt modelId="{FF890631-2803-4FB0-9230-F9BE1B439B70}" type="parTrans" cxnId="{9E01A4F2-BE74-4DAB-A671-5955B4501F7C}">
      <dgm:prSet/>
      <dgm:spPr/>
      <dgm:t>
        <a:bodyPr/>
        <a:lstStyle/>
        <a:p>
          <a:endParaRPr lang="uk-UA"/>
        </a:p>
      </dgm:t>
    </dgm:pt>
    <dgm:pt modelId="{54285B69-966B-48E8-BC44-76A9F1930B8B}" type="sibTrans" cxnId="{9E01A4F2-BE74-4DAB-A671-5955B4501F7C}">
      <dgm:prSet/>
      <dgm:spPr/>
      <dgm:t>
        <a:bodyPr/>
        <a:lstStyle/>
        <a:p>
          <a:endParaRPr lang="uk-UA"/>
        </a:p>
      </dgm:t>
    </dgm:pt>
    <dgm:pt modelId="{ABF90874-0840-47BC-8671-2F8ACADE7987}">
      <dgm:prSet/>
      <dgm:spPr/>
      <dgm:t>
        <a:bodyPr/>
        <a:lstStyle/>
        <a:p>
          <a:r>
            <a:rPr lang="uk-UA" b="0" i="0"/>
            <a:t>Версальського</a:t>
          </a:r>
          <a:endParaRPr lang="uk-UA"/>
        </a:p>
      </dgm:t>
    </dgm:pt>
    <dgm:pt modelId="{0094AC9A-BB46-4CC9-B016-60C0D5D91AC7}" type="parTrans" cxnId="{EB9D57DE-1619-4B95-8797-9CC1512455BA}">
      <dgm:prSet/>
      <dgm:spPr/>
      <dgm:t>
        <a:bodyPr/>
        <a:lstStyle/>
        <a:p>
          <a:endParaRPr lang="uk-UA"/>
        </a:p>
      </dgm:t>
    </dgm:pt>
    <dgm:pt modelId="{09ACD2F6-C397-40A3-8AE0-E744212C983B}" type="sibTrans" cxnId="{EB9D57DE-1619-4B95-8797-9CC1512455BA}">
      <dgm:prSet/>
      <dgm:spPr/>
      <dgm:t>
        <a:bodyPr/>
        <a:lstStyle/>
        <a:p>
          <a:endParaRPr lang="uk-UA"/>
        </a:p>
      </dgm:t>
    </dgm:pt>
    <dgm:pt modelId="{73757B71-CE15-4469-8D09-CB2E5E667743}" type="pres">
      <dgm:prSet presAssocID="{AE351673-0F08-451E-888E-89D7A5F0B91B}" presName="linearFlow" presStyleCnt="0">
        <dgm:presLayoutVars>
          <dgm:dir/>
          <dgm:resizeHandles val="exact"/>
        </dgm:presLayoutVars>
      </dgm:prSet>
      <dgm:spPr/>
    </dgm:pt>
    <dgm:pt modelId="{BD16660A-5D1E-4C78-9FB8-AB24D716EAB9}" type="pres">
      <dgm:prSet presAssocID="{796BFB52-57F4-4C5E-A197-954787524F21}" presName="composite" presStyleCnt="0"/>
      <dgm:spPr/>
    </dgm:pt>
    <dgm:pt modelId="{8977C55B-816A-453B-8197-41E2D7ED6952}" type="pres">
      <dgm:prSet presAssocID="{796BFB52-57F4-4C5E-A197-954787524F21}" presName="imgShp" presStyleLbl="fgImgPlace1" presStyleIdx="0" presStyleCnt="4"/>
      <dgm:spPr/>
    </dgm:pt>
    <dgm:pt modelId="{8491B8DA-6216-4433-BFDF-C6EF171971C3}" type="pres">
      <dgm:prSet presAssocID="{796BFB52-57F4-4C5E-A197-954787524F21}" presName="txShp" presStyleLbl="node1" presStyleIdx="0" presStyleCnt="4">
        <dgm:presLayoutVars>
          <dgm:bulletEnabled val="1"/>
        </dgm:presLayoutVars>
      </dgm:prSet>
      <dgm:spPr/>
    </dgm:pt>
    <dgm:pt modelId="{54E4162E-D5BA-4F24-BBF4-412F98DC8743}" type="pres">
      <dgm:prSet presAssocID="{2456DF2F-72AC-470E-BAF5-70D00882B8FE}" presName="spacing" presStyleCnt="0"/>
      <dgm:spPr/>
    </dgm:pt>
    <dgm:pt modelId="{5DC14CD1-189F-4E35-BD1C-54908573EBA1}" type="pres">
      <dgm:prSet presAssocID="{7156D698-47D9-4E9B-A7F6-330ED1121148}" presName="composite" presStyleCnt="0"/>
      <dgm:spPr/>
    </dgm:pt>
    <dgm:pt modelId="{7A71D41A-C144-46BA-9DA9-85E487D7B4DA}" type="pres">
      <dgm:prSet presAssocID="{7156D698-47D9-4E9B-A7F6-330ED1121148}" presName="imgShp" presStyleLbl="fgImgPlace1" presStyleIdx="1" presStyleCnt="4"/>
      <dgm:spPr/>
    </dgm:pt>
    <dgm:pt modelId="{BA4F4D93-B316-4342-942C-F1631929A647}" type="pres">
      <dgm:prSet presAssocID="{7156D698-47D9-4E9B-A7F6-330ED1121148}" presName="txShp" presStyleLbl="node1" presStyleIdx="1" presStyleCnt="4">
        <dgm:presLayoutVars>
          <dgm:bulletEnabled val="1"/>
        </dgm:presLayoutVars>
      </dgm:prSet>
      <dgm:spPr/>
    </dgm:pt>
    <dgm:pt modelId="{026F63B0-95F5-4F10-B32F-DB944BE4D492}" type="pres">
      <dgm:prSet presAssocID="{A47480A5-6375-4FBF-878E-B9C7F40AD6F8}" presName="spacing" presStyleCnt="0"/>
      <dgm:spPr/>
    </dgm:pt>
    <dgm:pt modelId="{52624483-B621-4BA9-8F99-2CA8E3889A4A}" type="pres">
      <dgm:prSet presAssocID="{5655B03D-8818-45C1-92F4-01C64716B30B}" presName="composite" presStyleCnt="0"/>
      <dgm:spPr/>
    </dgm:pt>
    <dgm:pt modelId="{FF384116-78ED-46DE-92A8-6FC43D1E51CD}" type="pres">
      <dgm:prSet presAssocID="{5655B03D-8818-45C1-92F4-01C64716B30B}" presName="imgShp" presStyleLbl="fgImgPlace1" presStyleIdx="2" presStyleCnt="4"/>
      <dgm:spPr/>
    </dgm:pt>
    <dgm:pt modelId="{B4F2139B-C083-4CB4-B941-BE4D6E93CBD2}" type="pres">
      <dgm:prSet presAssocID="{5655B03D-8818-45C1-92F4-01C64716B30B}" presName="txShp" presStyleLbl="node1" presStyleIdx="2" presStyleCnt="4">
        <dgm:presLayoutVars>
          <dgm:bulletEnabled val="1"/>
        </dgm:presLayoutVars>
      </dgm:prSet>
      <dgm:spPr/>
    </dgm:pt>
    <dgm:pt modelId="{56C292CA-55B3-4652-AB3C-E93A1E7F1719}" type="pres">
      <dgm:prSet presAssocID="{54285B69-966B-48E8-BC44-76A9F1930B8B}" presName="spacing" presStyleCnt="0"/>
      <dgm:spPr/>
    </dgm:pt>
    <dgm:pt modelId="{8BB99D2A-9708-46BC-A812-AF1E111F911E}" type="pres">
      <dgm:prSet presAssocID="{ABF90874-0840-47BC-8671-2F8ACADE7987}" presName="composite" presStyleCnt="0"/>
      <dgm:spPr/>
    </dgm:pt>
    <dgm:pt modelId="{02DFE955-7577-4F01-B295-8AE4663003A4}" type="pres">
      <dgm:prSet presAssocID="{ABF90874-0840-47BC-8671-2F8ACADE7987}" presName="imgShp" presStyleLbl="fgImgPlace1" presStyleIdx="3" presStyleCnt="4"/>
      <dgm:spPr/>
    </dgm:pt>
    <dgm:pt modelId="{828B0F0C-FF9E-4D33-A66A-AB8E0C13DFB0}" type="pres">
      <dgm:prSet presAssocID="{ABF90874-0840-47BC-8671-2F8ACADE7987}" presName="txShp" presStyleLbl="node1" presStyleIdx="3" presStyleCnt="4">
        <dgm:presLayoutVars>
          <dgm:bulletEnabled val="1"/>
        </dgm:presLayoutVars>
      </dgm:prSet>
      <dgm:spPr/>
    </dgm:pt>
  </dgm:ptLst>
  <dgm:cxnLst>
    <dgm:cxn modelId="{120C4901-3452-41EF-953A-CF46BBBDE897}" type="presOf" srcId="{5655B03D-8818-45C1-92F4-01C64716B30B}" destId="{B4F2139B-C083-4CB4-B941-BE4D6E93CBD2}" srcOrd="0" destOrd="0" presId="urn:microsoft.com/office/officeart/2005/8/layout/vList3"/>
    <dgm:cxn modelId="{E3309D50-F845-4A86-A52F-99C5DE10F3AC}" type="presOf" srcId="{AE351673-0F08-451E-888E-89D7A5F0B91B}" destId="{73757B71-CE15-4469-8D09-CB2E5E667743}" srcOrd="0" destOrd="0" presId="urn:microsoft.com/office/officeart/2005/8/layout/vList3"/>
    <dgm:cxn modelId="{42649EA9-ED48-4F25-9BE7-71F488AC52B0}" type="presOf" srcId="{796BFB52-57F4-4C5E-A197-954787524F21}" destId="{8491B8DA-6216-4433-BFDF-C6EF171971C3}" srcOrd="0" destOrd="0" presId="urn:microsoft.com/office/officeart/2005/8/layout/vList3"/>
    <dgm:cxn modelId="{2CFF07B6-E48F-46C2-B479-2DF3E58FDA9D}" type="presOf" srcId="{7156D698-47D9-4E9B-A7F6-330ED1121148}" destId="{BA4F4D93-B316-4342-942C-F1631929A647}" srcOrd="0" destOrd="0" presId="urn:microsoft.com/office/officeart/2005/8/layout/vList3"/>
    <dgm:cxn modelId="{1C1683C9-DBBE-4BF0-B97E-9520A647126B}" srcId="{AE351673-0F08-451E-888E-89D7A5F0B91B}" destId="{796BFB52-57F4-4C5E-A197-954787524F21}" srcOrd="0" destOrd="0" parTransId="{0B162BC1-3D96-4C47-BA91-B3D525F07C24}" sibTransId="{2456DF2F-72AC-470E-BAF5-70D00882B8FE}"/>
    <dgm:cxn modelId="{868DA7D6-8F2D-49A1-8B77-EA586C4AB322}" srcId="{AE351673-0F08-451E-888E-89D7A5F0B91B}" destId="{7156D698-47D9-4E9B-A7F6-330ED1121148}" srcOrd="1" destOrd="0" parTransId="{2FC57517-452A-462E-B66F-43E698AF541E}" sibTransId="{A47480A5-6375-4FBF-878E-B9C7F40AD6F8}"/>
    <dgm:cxn modelId="{EB9D57DE-1619-4B95-8797-9CC1512455BA}" srcId="{AE351673-0F08-451E-888E-89D7A5F0B91B}" destId="{ABF90874-0840-47BC-8671-2F8ACADE7987}" srcOrd="3" destOrd="0" parTransId="{0094AC9A-BB46-4CC9-B016-60C0D5D91AC7}" sibTransId="{09ACD2F6-C397-40A3-8AE0-E744212C983B}"/>
    <dgm:cxn modelId="{9E01A4F2-BE74-4DAB-A671-5955B4501F7C}" srcId="{AE351673-0F08-451E-888E-89D7A5F0B91B}" destId="{5655B03D-8818-45C1-92F4-01C64716B30B}" srcOrd="2" destOrd="0" parTransId="{FF890631-2803-4FB0-9230-F9BE1B439B70}" sibTransId="{54285B69-966B-48E8-BC44-76A9F1930B8B}"/>
    <dgm:cxn modelId="{6D92A9FB-0E14-40A2-944D-399E91524E8C}" type="presOf" srcId="{ABF90874-0840-47BC-8671-2F8ACADE7987}" destId="{828B0F0C-FF9E-4D33-A66A-AB8E0C13DFB0}" srcOrd="0" destOrd="0" presId="urn:microsoft.com/office/officeart/2005/8/layout/vList3"/>
    <dgm:cxn modelId="{8F35E5E2-754E-4D3A-952A-B3176CE809B8}" type="presParOf" srcId="{73757B71-CE15-4469-8D09-CB2E5E667743}" destId="{BD16660A-5D1E-4C78-9FB8-AB24D716EAB9}" srcOrd="0" destOrd="0" presId="urn:microsoft.com/office/officeart/2005/8/layout/vList3"/>
    <dgm:cxn modelId="{E6260D04-89E7-4B5E-B343-029BA9789711}" type="presParOf" srcId="{BD16660A-5D1E-4C78-9FB8-AB24D716EAB9}" destId="{8977C55B-816A-453B-8197-41E2D7ED6952}" srcOrd="0" destOrd="0" presId="urn:microsoft.com/office/officeart/2005/8/layout/vList3"/>
    <dgm:cxn modelId="{C2CD0363-26CE-4D6E-83A6-2B47DDA27D27}" type="presParOf" srcId="{BD16660A-5D1E-4C78-9FB8-AB24D716EAB9}" destId="{8491B8DA-6216-4433-BFDF-C6EF171971C3}" srcOrd="1" destOrd="0" presId="urn:microsoft.com/office/officeart/2005/8/layout/vList3"/>
    <dgm:cxn modelId="{3DFB0AEE-0A54-466B-8500-C51DA8C7A94F}" type="presParOf" srcId="{73757B71-CE15-4469-8D09-CB2E5E667743}" destId="{54E4162E-D5BA-4F24-BBF4-412F98DC8743}" srcOrd="1" destOrd="0" presId="urn:microsoft.com/office/officeart/2005/8/layout/vList3"/>
    <dgm:cxn modelId="{83FC480F-C8CD-49D7-8F6A-15B274461CC3}" type="presParOf" srcId="{73757B71-CE15-4469-8D09-CB2E5E667743}" destId="{5DC14CD1-189F-4E35-BD1C-54908573EBA1}" srcOrd="2" destOrd="0" presId="urn:microsoft.com/office/officeart/2005/8/layout/vList3"/>
    <dgm:cxn modelId="{74DC9D5F-5995-4D57-AF64-198818AC7E96}" type="presParOf" srcId="{5DC14CD1-189F-4E35-BD1C-54908573EBA1}" destId="{7A71D41A-C144-46BA-9DA9-85E487D7B4DA}" srcOrd="0" destOrd="0" presId="urn:microsoft.com/office/officeart/2005/8/layout/vList3"/>
    <dgm:cxn modelId="{6E7381C4-AFF9-4239-9214-95C1B5FC25D5}" type="presParOf" srcId="{5DC14CD1-189F-4E35-BD1C-54908573EBA1}" destId="{BA4F4D93-B316-4342-942C-F1631929A647}" srcOrd="1" destOrd="0" presId="urn:microsoft.com/office/officeart/2005/8/layout/vList3"/>
    <dgm:cxn modelId="{B032D02B-0732-4F1D-8EEA-ED50729F3D1F}" type="presParOf" srcId="{73757B71-CE15-4469-8D09-CB2E5E667743}" destId="{026F63B0-95F5-4F10-B32F-DB944BE4D492}" srcOrd="3" destOrd="0" presId="urn:microsoft.com/office/officeart/2005/8/layout/vList3"/>
    <dgm:cxn modelId="{F371E17D-3167-4871-BD43-1EE8FF0A68A1}" type="presParOf" srcId="{73757B71-CE15-4469-8D09-CB2E5E667743}" destId="{52624483-B621-4BA9-8F99-2CA8E3889A4A}" srcOrd="4" destOrd="0" presId="urn:microsoft.com/office/officeart/2005/8/layout/vList3"/>
    <dgm:cxn modelId="{EAFE5BA2-C076-49B3-AC57-1EF4525E17D3}" type="presParOf" srcId="{52624483-B621-4BA9-8F99-2CA8E3889A4A}" destId="{FF384116-78ED-46DE-92A8-6FC43D1E51CD}" srcOrd="0" destOrd="0" presId="urn:microsoft.com/office/officeart/2005/8/layout/vList3"/>
    <dgm:cxn modelId="{95E28E08-E9AE-4784-8E5C-F1D162F5369F}" type="presParOf" srcId="{52624483-B621-4BA9-8F99-2CA8E3889A4A}" destId="{B4F2139B-C083-4CB4-B941-BE4D6E93CBD2}" srcOrd="1" destOrd="0" presId="urn:microsoft.com/office/officeart/2005/8/layout/vList3"/>
    <dgm:cxn modelId="{207FA37F-13F0-434C-81ED-56020BA995BE}" type="presParOf" srcId="{73757B71-CE15-4469-8D09-CB2E5E667743}" destId="{56C292CA-55B3-4652-AB3C-E93A1E7F1719}" srcOrd="5" destOrd="0" presId="urn:microsoft.com/office/officeart/2005/8/layout/vList3"/>
    <dgm:cxn modelId="{208BEEAA-6F09-4FC6-87CE-A3C5F0E501A6}" type="presParOf" srcId="{73757B71-CE15-4469-8D09-CB2E5E667743}" destId="{8BB99D2A-9708-46BC-A812-AF1E111F911E}" srcOrd="6" destOrd="0" presId="urn:microsoft.com/office/officeart/2005/8/layout/vList3"/>
    <dgm:cxn modelId="{419AA5C0-CA40-46B0-AF4E-9DAB881DF23E}" type="presParOf" srcId="{8BB99D2A-9708-46BC-A812-AF1E111F911E}" destId="{02DFE955-7577-4F01-B295-8AE4663003A4}" srcOrd="0" destOrd="0" presId="urn:microsoft.com/office/officeart/2005/8/layout/vList3"/>
    <dgm:cxn modelId="{6CF13D11-FEB7-4266-8B55-429AED332B8D}" type="presParOf" srcId="{8BB99D2A-9708-46BC-A812-AF1E111F911E}" destId="{828B0F0C-FF9E-4D33-A66A-AB8E0C13DFB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B8FC30DB-F0A1-45C3-8DB1-C6F12A5A82CC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636F47A-D009-4581-B569-D9B18CC4DA41}">
      <dgm:prSet/>
      <dgm:spPr/>
      <dgm:t>
        <a:bodyPr/>
        <a:lstStyle/>
        <a:p>
          <a:r>
            <a:rPr lang="uk-UA" b="0" i="0"/>
            <a:t>Української Народної Республіки</a:t>
          </a:r>
          <a:endParaRPr lang="uk-UA"/>
        </a:p>
      </dgm:t>
    </dgm:pt>
    <dgm:pt modelId="{FBB00821-7871-4395-886A-4AD98AA5760E}" type="parTrans" cxnId="{67164CE3-8C6A-4A01-94A6-92E643B78A2C}">
      <dgm:prSet/>
      <dgm:spPr/>
      <dgm:t>
        <a:bodyPr/>
        <a:lstStyle/>
        <a:p>
          <a:endParaRPr lang="uk-UA"/>
        </a:p>
      </dgm:t>
    </dgm:pt>
    <dgm:pt modelId="{02B2C71E-03AC-4877-BEA6-6FFB4FF5EB38}" type="sibTrans" cxnId="{67164CE3-8C6A-4A01-94A6-92E643B78A2C}">
      <dgm:prSet/>
      <dgm:spPr/>
      <dgm:t>
        <a:bodyPr/>
        <a:lstStyle/>
        <a:p>
          <a:endParaRPr lang="uk-UA"/>
        </a:p>
      </dgm:t>
    </dgm:pt>
    <dgm:pt modelId="{67BFDCC0-3CC8-45A2-921B-0F0F9369AB9C}">
      <dgm:prSet/>
      <dgm:spPr/>
      <dgm:t>
        <a:bodyPr/>
        <a:lstStyle/>
        <a:p>
          <a:r>
            <a:rPr lang="uk-UA" b="0" i="0"/>
            <a:t>Західноукраїнської Народної Республіки</a:t>
          </a:r>
          <a:endParaRPr lang="uk-UA"/>
        </a:p>
      </dgm:t>
    </dgm:pt>
    <dgm:pt modelId="{843BC773-5EB8-485F-BE11-4D71EFC040EB}" type="parTrans" cxnId="{9DA2E9CF-E612-4614-B1E7-619DF05573B1}">
      <dgm:prSet/>
      <dgm:spPr/>
      <dgm:t>
        <a:bodyPr/>
        <a:lstStyle/>
        <a:p>
          <a:endParaRPr lang="uk-UA"/>
        </a:p>
      </dgm:t>
    </dgm:pt>
    <dgm:pt modelId="{25E1A333-7A7B-49F1-97E2-995488122B0D}" type="sibTrans" cxnId="{9DA2E9CF-E612-4614-B1E7-619DF05573B1}">
      <dgm:prSet/>
      <dgm:spPr/>
      <dgm:t>
        <a:bodyPr/>
        <a:lstStyle/>
        <a:p>
          <a:endParaRPr lang="uk-UA"/>
        </a:p>
      </dgm:t>
    </dgm:pt>
    <dgm:pt modelId="{C64AF462-97FB-4954-998A-F4E2F9566FFE}">
      <dgm:prSet/>
      <dgm:spPr/>
      <dgm:t>
        <a:bodyPr/>
        <a:lstStyle/>
        <a:p>
          <a:r>
            <a:rPr lang="uk-UA" b="0" i="0"/>
            <a:t>Української Соціалістичної Радянської Республіки</a:t>
          </a:r>
          <a:endParaRPr lang="uk-UA"/>
        </a:p>
      </dgm:t>
    </dgm:pt>
    <dgm:pt modelId="{8212827C-BBD2-418C-B86B-D59545CBB975}" type="parTrans" cxnId="{B9606C86-3800-46DE-8F35-CE87952C95B3}">
      <dgm:prSet/>
      <dgm:spPr/>
      <dgm:t>
        <a:bodyPr/>
        <a:lstStyle/>
        <a:p>
          <a:endParaRPr lang="uk-UA"/>
        </a:p>
      </dgm:t>
    </dgm:pt>
    <dgm:pt modelId="{5B44F548-89F7-4A2D-8CC1-32FEEBFDA584}" type="sibTrans" cxnId="{B9606C86-3800-46DE-8F35-CE87952C95B3}">
      <dgm:prSet/>
      <dgm:spPr/>
      <dgm:t>
        <a:bodyPr/>
        <a:lstStyle/>
        <a:p>
          <a:endParaRPr lang="uk-UA"/>
        </a:p>
      </dgm:t>
    </dgm:pt>
    <dgm:pt modelId="{6D80341C-0B1D-4293-A1FF-2BA9895B6789}">
      <dgm:prSet/>
      <dgm:spPr/>
      <dgm:t>
        <a:bodyPr/>
        <a:lstStyle/>
        <a:p>
          <a:r>
            <a:rPr lang="uk-UA" b="0" i="0"/>
            <a:t>Української Держави гетьмана П. Скоропадського</a:t>
          </a:r>
          <a:endParaRPr lang="uk-UA"/>
        </a:p>
      </dgm:t>
    </dgm:pt>
    <dgm:pt modelId="{075103CC-93DA-41AE-965E-ACC5FC71A229}" type="parTrans" cxnId="{79E688F9-E721-4B67-B74B-5635A2BF30A9}">
      <dgm:prSet/>
      <dgm:spPr/>
      <dgm:t>
        <a:bodyPr/>
        <a:lstStyle/>
        <a:p>
          <a:endParaRPr lang="uk-UA"/>
        </a:p>
      </dgm:t>
    </dgm:pt>
    <dgm:pt modelId="{A2116B82-5C41-4920-B406-17862B418613}" type="sibTrans" cxnId="{79E688F9-E721-4B67-B74B-5635A2BF30A9}">
      <dgm:prSet/>
      <dgm:spPr/>
      <dgm:t>
        <a:bodyPr/>
        <a:lstStyle/>
        <a:p>
          <a:endParaRPr lang="uk-UA"/>
        </a:p>
      </dgm:t>
    </dgm:pt>
    <dgm:pt modelId="{2835F27E-F6AB-4BB1-8C13-7581227233BC}" type="pres">
      <dgm:prSet presAssocID="{B8FC30DB-F0A1-45C3-8DB1-C6F12A5A82CC}" presName="linearFlow" presStyleCnt="0">
        <dgm:presLayoutVars>
          <dgm:dir/>
          <dgm:resizeHandles val="exact"/>
        </dgm:presLayoutVars>
      </dgm:prSet>
      <dgm:spPr/>
    </dgm:pt>
    <dgm:pt modelId="{C5584D7B-21F7-4796-81F7-02CC79ACE697}" type="pres">
      <dgm:prSet presAssocID="{2636F47A-D009-4581-B569-D9B18CC4DA41}" presName="composite" presStyleCnt="0"/>
      <dgm:spPr/>
    </dgm:pt>
    <dgm:pt modelId="{32F7AF00-FEBB-438A-AEEE-BBF42CF6E4A9}" type="pres">
      <dgm:prSet presAssocID="{2636F47A-D009-4581-B569-D9B18CC4DA41}" presName="imgShp" presStyleLbl="fgImgPlace1" presStyleIdx="0" presStyleCnt="4"/>
      <dgm:spPr/>
    </dgm:pt>
    <dgm:pt modelId="{7FCD795E-5790-4495-ADB8-5C562D409F67}" type="pres">
      <dgm:prSet presAssocID="{2636F47A-D009-4581-B569-D9B18CC4DA41}" presName="txShp" presStyleLbl="node1" presStyleIdx="0" presStyleCnt="4">
        <dgm:presLayoutVars>
          <dgm:bulletEnabled val="1"/>
        </dgm:presLayoutVars>
      </dgm:prSet>
      <dgm:spPr/>
    </dgm:pt>
    <dgm:pt modelId="{1FEAB0BD-886E-4715-AB46-7796682E413C}" type="pres">
      <dgm:prSet presAssocID="{02B2C71E-03AC-4877-BEA6-6FFB4FF5EB38}" presName="spacing" presStyleCnt="0"/>
      <dgm:spPr/>
    </dgm:pt>
    <dgm:pt modelId="{9A1BDFC0-4371-4475-BF91-948F775FD59E}" type="pres">
      <dgm:prSet presAssocID="{67BFDCC0-3CC8-45A2-921B-0F0F9369AB9C}" presName="composite" presStyleCnt="0"/>
      <dgm:spPr/>
    </dgm:pt>
    <dgm:pt modelId="{5FE77A1B-ED80-40D0-BBFF-CF47389FF76E}" type="pres">
      <dgm:prSet presAssocID="{67BFDCC0-3CC8-45A2-921B-0F0F9369AB9C}" presName="imgShp" presStyleLbl="fgImgPlace1" presStyleIdx="1" presStyleCnt="4"/>
      <dgm:spPr/>
    </dgm:pt>
    <dgm:pt modelId="{09C1DA75-B020-4F51-A1BF-3D1B725DBBF8}" type="pres">
      <dgm:prSet presAssocID="{67BFDCC0-3CC8-45A2-921B-0F0F9369AB9C}" presName="txShp" presStyleLbl="node1" presStyleIdx="1" presStyleCnt="4">
        <dgm:presLayoutVars>
          <dgm:bulletEnabled val="1"/>
        </dgm:presLayoutVars>
      </dgm:prSet>
      <dgm:spPr/>
    </dgm:pt>
    <dgm:pt modelId="{C713E5F8-5E50-4AA9-8D1A-65D641B3AE6C}" type="pres">
      <dgm:prSet presAssocID="{25E1A333-7A7B-49F1-97E2-995488122B0D}" presName="spacing" presStyleCnt="0"/>
      <dgm:spPr/>
    </dgm:pt>
    <dgm:pt modelId="{19C51049-8E69-4545-9008-2C12BC408BA3}" type="pres">
      <dgm:prSet presAssocID="{C64AF462-97FB-4954-998A-F4E2F9566FFE}" presName="composite" presStyleCnt="0"/>
      <dgm:spPr/>
    </dgm:pt>
    <dgm:pt modelId="{5F4B6108-40C5-4A1F-ABB3-9A4908B5F84F}" type="pres">
      <dgm:prSet presAssocID="{C64AF462-97FB-4954-998A-F4E2F9566FFE}" presName="imgShp" presStyleLbl="fgImgPlace1" presStyleIdx="2" presStyleCnt="4"/>
      <dgm:spPr/>
    </dgm:pt>
    <dgm:pt modelId="{ED29A41E-D7E3-41FB-A4CB-C68C194FC695}" type="pres">
      <dgm:prSet presAssocID="{C64AF462-97FB-4954-998A-F4E2F9566FFE}" presName="txShp" presStyleLbl="node1" presStyleIdx="2" presStyleCnt="4">
        <dgm:presLayoutVars>
          <dgm:bulletEnabled val="1"/>
        </dgm:presLayoutVars>
      </dgm:prSet>
      <dgm:spPr/>
    </dgm:pt>
    <dgm:pt modelId="{9A8C63D8-7F2B-4F94-89D0-6BB4F3A21D15}" type="pres">
      <dgm:prSet presAssocID="{5B44F548-89F7-4A2D-8CC1-32FEEBFDA584}" presName="spacing" presStyleCnt="0"/>
      <dgm:spPr/>
    </dgm:pt>
    <dgm:pt modelId="{C1C0CA8F-9999-4FF4-AED4-1E47C4D3B99D}" type="pres">
      <dgm:prSet presAssocID="{6D80341C-0B1D-4293-A1FF-2BA9895B6789}" presName="composite" presStyleCnt="0"/>
      <dgm:spPr/>
    </dgm:pt>
    <dgm:pt modelId="{9B2CDE46-A0C2-4DF6-A82D-94469C6C00C0}" type="pres">
      <dgm:prSet presAssocID="{6D80341C-0B1D-4293-A1FF-2BA9895B6789}" presName="imgShp" presStyleLbl="fgImgPlace1" presStyleIdx="3" presStyleCnt="4"/>
      <dgm:spPr/>
    </dgm:pt>
    <dgm:pt modelId="{E25EEC32-F9F6-45C9-B370-12176A3F1A24}" type="pres">
      <dgm:prSet presAssocID="{6D80341C-0B1D-4293-A1FF-2BA9895B6789}" presName="txShp" presStyleLbl="node1" presStyleIdx="3" presStyleCnt="4">
        <dgm:presLayoutVars>
          <dgm:bulletEnabled val="1"/>
        </dgm:presLayoutVars>
      </dgm:prSet>
      <dgm:spPr/>
    </dgm:pt>
  </dgm:ptLst>
  <dgm:cxnLst>
    <dgm:cxn modelId="{C00DF015-83BF-43A2-9C36-2F866F0A8D2D}" type="presOf" srcId="{6D80341C-0B1D-4293-A1FF-2BA9895B6789}" destId="{E25EEC32-F9F6-45C9-B370-12176A3F1A24}" srcOrd="0" destOrd="0" presId="urn:microsoft.com/office/officeart/2005/8/layout/vList3"/>
    <dgm:cxn modelId="{4196795A-BDE6-4B89-ACB8-5D8E97420384}" type="presOf" srcId="{C64AF462-97FB-4954-998A-F4E2F9566FFE}" destId="{ED29A41E-D7E3-41FB-A4CB-C68C194FC695}" srcOrd="0" destOrd="0" presId="urn:microsoft.com/office/officeart/2005/8/layout/vList3"/>
    <dgm:cxn modelId="{B9606C86-3800-46DE-8F35-CE87952C95B3}" srcId="{B8FC30DB-F0A1-45C3-8DB1-C6F12A5A82CC}" destId="{C64AF462-97FB-4954-998A-F4E2F9566FFE}" srcOrd="2" destOrd="0" parTransId="{8212827C-BBD2-418C-B86B-D59545CBB975}" sibTransId="{5B44F548-89F7-4A2D-8CC1-32FEEBFDA584}"/>
    <dgm:cxn modelId="{241D2DCD-375E-4E00-A353-8FA9C929CD40}" type="presOf" srcId="{B8FC30DB-F0A1-45C3-8DB1-C6F12A5A82CC}" destId="{2835F27E-F6AB-4BB1-8C13-7581227233BC}" srcOrd="0" destOrd="0" presId="urn:microsoft.com/office/officeart/2005/8/layout/vList3"/>
    <dgm:cxn modelId="{9DA2E9CF-E612-4614-B1E7-619DF05573B1}" srcId="{B8FC30DB-F0A1-45C3-8DB1-C6F12A5A82CC}" destId="{67BFDCC0-3CC8-45A2-921B-0F0F9369AB9C}" srcOrd="1" destOrd="0" parTransId="{843BC773-5EB8-485F-BE11-4D71EFC040EB}" sibTransId="{25E1A333-7A7B-49F1-97E2-995488122B0D}"/>
    <dgm:cxn modelId="{606F10DF-4423-4B61-8A81-0D25FB31008A}" type="presOf" srcId="{2636F47A-D009-4581-B569-D9B18CC4DA41}" destId="{7FCD795E-5790-4495-ADB8-5C562D409F67}" srcOrd="0" destOrd="0" presId="urn:microsoft.com/office/officeart/2005/8/layout/vList3"/>
    <dgm:cxn modelId="{67164CE3-8C6A-4A01-94A6-92E643B78A2C}" srcId="{B8FC30DB-F0A1-45C3-8DB1-C6F12A5A82CC}" destId="{2636F47A-D009-4581-B569-D9B18CC4DA41}" srcOrd="0" destOrd="0" parTransId="{FBB00821-7871-4395-886A-4AD98AA5760E}" sibTransId="{02B2C71E-03AC-4877-BEA6-6FFB4FF5EB38}"/>
    <dgm:cxn modelId="{7F944DF7-0086-41E1-AEF7-FEABEBB982D4}" type="presOf" srcId="{67BFDCC0-3CC8-45A2-921B-0F0F9369AB9C}" destId="{09C1DA75-B020-4F51-A1BF-3D1B725DBBF8}" srcOrd="0" destOrd="0" presId="urn:microsoft.com/office/officeart/2005/8/layout/vList3"/>
    <dgm:cxn modelId="{79E688F9-E721-4B67-B74B-5635A2BF30A9}" srcId="{B8FC30DB-F0A1-45C3-8DB1-C6F12A5A82CC}" destId="{6D80341C-0B1D-4293-A1FF-2BA9895B6789}" srcOrd="3" destOrd="0" parTransId="{075103CC-93DA-41AE-965E-ACC5FC71A229}" sibTransId="{A2116B82-5C41-4920-B406-17862B418613}"/>
    <dgm:cxn modelId="{E5FB079C-B620-4CC9-8F15-20ED6B4F664D}" type="presParOf" srcId="{2835F27E-F6AB-4BB1-8C13-7581227233BC}" destId="{C5584D7B-21F7-4796-81F7-02CC79ACE697}" srcOrd="0" destOrd="0" presId="urn:microsoft.com/office/officeart/2005/8/layout/vList3"/>
    <dgm:cxn modelId="{8C4571A3-D3CD-4DB1-B7ED-2D38E23B944E}" type="presParOf" srcId="{C5584D7B-21F7-4796-81F7-02CC79ACE697}" destId="{32F7AF00-FEBB-438A-AEEE-BBF42CF6E4A9}" srcOrd="0" destOrd="0" presId="urn:microsoft.com/office/officeart/2005/8/layout/vList3"/>
    <dgm:cxn modelId="{7C2C4A74-CB59-4DC1-8F7F-B2C9FB7B442A}" type="presParOf" srcId="{C5584D7B-21F7-4796-81F7-02CC79ACE697}" destId="{7FCD795E-5790-4495-ADB8-5C562D409F67}" srcOrd="1" destOrd="0" presId="urn:microsoft.com/office/officeart/2005/8/layout/vList3"/>
    <dgm:cxn modelId="{3F17232D-631E-4AD5-8E90-DCEA21441186}" type="presParOf" srcId="{2835F27E-F6AB-4BB1-8C13-7581227233BC}" destId="{1FEAB0BD-886E-4715-AB46-7796682E413C}" srcOrd="1" destOrd="0" presId="urn:microsoft.com/office/officeart/2005/8/layout/vList3"/>
    <dgm:cxn modelId="{ED2BE19E-8DE7-4C18-9B8E-2B526AFD6084}" type="presParOf" srcId="{2835F27E-F6AB-4BB1-8C13-7581227233BC}" destId="{9A1BDFC0-4371-4475-BF91-948F775FD59E}" srcOrd="2" destOrd="0" presId="urn:microsoft.com/office/officeart/2005/8/layout/vList3"/>
    <dgm:cxn modelId="{0E7331C5-6E48-4BA2-A63F-3F62067D634C}" type="presParOf" srcId="{9A1BDFC0-4371-4475-BF91-948F775FD59E}" destId="{5FE77A1B-ED80-40D0-BBFF-CF47389FF76E}" srcOrd="0" destOrd="0" presId="urn:microsoft.com/office/officeart/2005/8/layout/vList3"/>
    <dgm:cxn modelId="{3B75C4E5-B5D8-4830-A2BC-FC9801D05A14}" type="presParOf" srcId="{9A1BDFC0-4371-4475-BF91-948F775FD59E}" destId="{09C1DA75-B020-4F51-A1BF-3D1B725DBBF8}" srcOrd="1" destOrd="0" presId="urn:microsoft.com/office/officeart/2005/8/layout/vList3"/>
    <dgm:cxn modelId="{065A7B72-5886-4FEC-AA41-2E9E8CED9500}" type="presParOf" srcId="{2835F27E-F6AB-4BB1-8C13-7581227233BC}" destId="{C713E5F8-5E50-4AA9-8D1A-65D641B3AE6C}" srcOrd="3" destOrd="0" presId="urn:microsoft.com/office/officeart/2005/8/layout/vList3"/>
    <dgm:cxn modelId="{4A8C3991-051D-43C8-921F-5B3F1BC7B386}" type="presParOf" srcId="{2835F27E-F6AB-4BB1-8C13-7581227233BC}" destId="{19C51049-8E69-4545-9008-2C12BC408BA3}" srcOrd="4" destOrd="0" presId="urn:microsoft.com/office/officeart/2005/8/layout/vList3"/>
    <dgm:cxn modelId="{09118933-56B2-4D11-84BA-F1A874815060}" type="presParOf" srcId="{19C51049-8E69-4545-9008-2C12BC408BA3}" destId="{5F4B6108-40C5-4A1F-ABB3-9A4908B5F84F}" srcOrd="0" destOrd="0" presId="urn:microsoft.com/office/officeart/2005/8/layout/vList3"/>
    <dgm:cxn modelId="{DFE3CFFA-3B2A-46A4-8CCC-87BBB785A54E}" type="presParOf" srcId="{19C51049-8E69-4545-9008-2C12BC408BA3}" destId="{ED29A41E-D7E3-41FB-A4CB-C68C194FC695}" srcOrd="1" destOrd="0" presId="urn:microsoft.com/office/officeart/2005/8/layout/vList3"/>
    <dgm:cxn modelId="{AC1DAD18-A6F8-4D34-B886-BBBAE0B8B5CD}" type="presParOf" srcId="{2835F27E-F6AB-4BB1-8C13-7581227233BC}" destId="{9A8C63D8-7F2B-4F94-89D0-6BB4F3A21D15}" srcOrd="5" destOrd="0" presId="urn:microsoft.com/office/officeart/2005/8/layout/vList3"/>
    <dgm:cxn modelId="{8B479C6C-53AB-4CB1-80F3-A092E27748A0}" type="presParOf" srcId="{2835F27E-F6AB-4BB1-8C13-7581227233BC}" destId="{C1C0CA8F-9999-4FF4-AED4-1E47C4D3B99D}" srcOrd="6" destOrd="0" presId="urn:microsoft.com/office/officeart/2005/8/layout/vList3"/>
    <dgm:cxn modelId="{821389B1-3BBE-4D11-9EA4-6C20CD95A412}" type="presParOf" srcId="{C1C0CA8F-9999-4FF4-AED4-1E47C4D3B99D}" destId="{9B2CDE46-A0C2-4DF6-A82D-94469C6C00C0}" srcOrd="0" destOrd="0" presId="urn:microsoft.com/office/officeart/2005/8/layout/vList3"/>
    <dgm:cxn modelId="{66143361-2F15-4A0E-86B0-5B1A82281A61}" type="presParOf" srcId="{C1C0CA8F-9999-4FF4-AED4-1E47C4D3B99D}" destId="{E25EEC32-F9F6-45C9-B370-12176A3F1A2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67E68695-04A3-4A6F-941D-8288D5A4552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740171B5-43A2-44C2-99F4-A70565F3EBB2}">
      <dgm:prSet/>
      <dgm:spPr/>
      <dgm:t>
        <a:bodyPr/>
        <a:lstStyle/>
        <a:p>
          <a:r>
            <a:rPr lang="ru-RU" b="0" i="0"/>
            <a:t>розширити територію Австро-Угорщини за рахунок українських земель</a:t>
          </a:r>
          <a:endParaRPr lang="uk-UA"/>
        </a:p>
      </dgm:t>
    </dgm:pt>
    <dgm:pt modelId="{3EAAD9DC-3B76-4A1D-8621-C0CDE9B530F0}" type="parTrans" cxnId="{860E8874-E800-49DE-BA66-C1C30A4A8F6B}">
      <dgm:prSet/>
      <dgm:spPr/>
      <dgm:t>
        <a:bodyPr/>
        <a:lstStyle/>
        <a:p>
          <a:endParaRPr lang="uk-UA"/>
        </a:p>
      </dgm:t>
    </dgm:pt>
    <dgm:pt modelId="{59681DD2-3E43-471C-8274-82FBB96BA3DA}" type="sibTrans" cxnId="{860E8874-E800-49DE-BA66-C1C30A4A8F6B}">
      <dgm:prSet/>
      <dgm:spPr/>
      <dgm:t>
        <a:bodyPr/>
        <a:lstStyle/>
        <a:p>
          <a:endParaRPr lang="uk-UA"/>
        </a:p>
      </dgm:t>
    </dgm:pt>
    <dgm:pt modelId="{B275E8F9-F5B3-438C-A55B-DE8FA4C4DBBB}">
      <dgm:prSet/>
      <dgm:spPr/>
      <dgm:t>
        <a:bodyPr/>
        <a:lstStyle/>
        <a:p>
          <a:r>
            <a:rPr lang="ru-RU" b="0" i="0"/>
            <a:t>включити молоду, незміцнілу державу Україну до складу Четверного союзу</a:t>
          </a:r>
          <a:endParaRPr lang="uk-UA"/>
        </a:p>
      </dgm:t>
    </dgm:pt>
    <dgm:pt modelId="{C4990A7A-FFA9-4F42-B3E1-D76E9A5F3E33}" type="parTrans" cxnId="{8AB6D3C9-0B29-4912-A5D4-8DC8F4716762}">
      <dgm:prSet/>
      <dgm:spPr/>
      <dgm:t>
        <a:bodyPr/>
        <a:lstStyle/>
        <a:p>
          <a:endParaRPr lang="uk-UA"/>
        </a:p>
      </dgm:t>
    </dgm:pt>
    <dgm:pt modelId="{C8019B49-BB33-46A9-9AB4-D027636780D8}" type="sibTrans" cxnId="{8AB6D3C9-0B29-4912-A5D4-8DC8F4716762}">
      <dgm:prSet/>
      <dgm:spPr/>
      <dgm:t>
        <a:bodyPr/>
        <a:lstStyle/>
        <a:p>
          <a:endParaRPr lang="uk-UA"/>
        </a:p>
      </dgm:t>
    </dgm:pt>
    <dgm:pt modelId="{192503EC-A2FE-45BD-B4B4-C78FD66C13AD}">
      <dgm:prSet/>
      <dgm:spPr/>
      <dgm:t>
        <a:bodyPr/>
        <a:lstStyle/>
        <a:p>
          <a:r>
            <a:rPr lang="ru-RU" b="0" i="0"/>
            <a:t>використати людські ресурси України, щоб компенсувати власні втрати у війні</a:t>
          </a:r>
          <a:endParaRPr lang="uk-UA"/>
        </a:p>
      </dgm:t>
    </dgm:pt>
    <dgm:pt modelId="{62B45687-09D0-4FD5-85F8-E819CD14CA31}" type="parTrans" cxnId="{0221157D-9B30-4598-A328-401FF19CFCDE}">
      <dgm:prSet/>
      <dgm:spPr/>
      <dgm:t>
        <a:bodyPr/>
        <a:lstStyle/>
        <a:p>
          <a:endParaRPr lang="uk-UA"/>
        </a:p>
      </dgm:t>
    </dgm:pt>
    <dgm:pt modelId="{B39B28F2-DBD4-4A1B-9113-B9A3DAA17466}" type="sibTrans" cxnId="{0221157D-9B30-4598-A328-401FF19CFCDE}">
      <dgm:prSet/>
      <dgm:spPr/>
      <dgm:t>
        <a:bodyPr/>
        <a:lstStyle/>
        <a:p>
          <a:endParaRPr lang="uk-UA"/>
        </a:p>
      </dgm:t>
    </dgm:pt>
    <dgm:pt modelId="{0BFB72BB-CEA4-4FB5-9181-9C7B8EC19479}">
      <dgm:prSet/>
      <dgm:spPr/>
      <dgm:t>
        <a:bodyPr/>
        <a:lstStyle/>
        <a:p>
          <a:r>
            <a:rPr lang="ru-RU" b="0" i="0"/>
            <a:t>забезпечити продовольчими й сировинними ресурсами власні економіки</a:t>
          </a:r>
          <a:endParaRPr lang="uk-UA"/>
        </a:p>
      </dgm:t>
    </dgm:pt>
    <dgm:pt modelId="{15923DDD-2734-48E3-9818-4EB0075F1EAD}" type="parTrans" cxnId="{621C559A-B04B-4F05-BA99-E0CEA3416E6B}">
      <dgm:prSet/>
      <dgm:spPr/>
      <dgm:t>
        <a:bodyPr/>
        <a:lstStyle/>
        <a:p>
          <a:endParaRPr lang="uk-UA"/>
        </a:p>
      </dgm:t>
    </dgm:pt>
    <dgm:pt modelId="{DFCA7647-DCD8-4D5C-AF25-220D86BAAF30}" type="sibTrans" cxnId="{621C559A-B04B-4F05-BA99-E0CEA3416E6B}">
      <dgm:prSet/>
      <dgm:spPr/>
      <dgm:t>
        <a:bodyPr/>
        <a:lstStyle/>
        <a:p>
          <a:endParaRPr lang="uk-UA"/>
        </a:p>
      </dgm:t>
    </dgm:pt>
    <dgm:pt modelId="{A2749453-9F2D-4D8F-BC71-3151B0CAD674}" type="pres">
      <dgm:prSet presAssocID="{67E68695-04A3-4A6F-941D-8288D5A45523}" presName="linear" presStyleCnt="0">
        <dgm:presLayoutVars>
          <dgm:animLvl val="lvl"/>
          <dgm:resizeHandles val="exact"/>
        </dgm:presLayoutVars>
      </dgm:prSet>
      <dgm:spPr/>
    </dgm:pt>
    <dgm:pt modelId="{51258016-DD86-4A72-811C-3812EEE57768}" type="pres">
      <dgm:prSet presAssocID="{740171B5-43A2-44C2-99F4-A70565F3EBB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5D1E8E3-F09B-4A71-908A-F4AECD067D05}" type="pres">
      <dgm:prSet presAssocID="{59681DD2-3E43-471C-8274-82FBB96BA3DA}" presName="spacer" presStyleCnt="0"/>
      <dgm:spPr/>
    </dgm:pt>
    <dgm:pt modelId="{3EF26836-BF7B-459B-845F-42F6E02AF0D0}" type="pres">
      <dgm:prSet presAssocID="{B275E8F9-F5B3-438C-A55B-DE8FA4C4DBB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88052C6-8C05-49C9-B5BA-0135E4A2C8B6}" type="pres">
      <dgm:prSet presAssocID="{C8019B49-BB33-46A9-9AB4-D027636780D8}" presName="spacer" presStyleCnt="0"/>
      <dgm:spPr/>
    </dgm:pt>
    <dgm:pt modelId="{0527B476-3244-4BD9-A2D2-0A9AF19F333A}" type="pres">
      <dgm:prSet presAssocID="{192503EC-A2FE-45BD-B4B4-C78FD66C13A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9418AC9-6B49-40A6-BEE0-DECFE66C7E6D}" type="pres">
      <dgm:prSet presAssocID="{B39B28F2-DBD4-4A1B-9113-B9A3DAA17466}" presName="spacer" presStyleCnt="0"/>
      <dgm:spPr/>
    </dgm:pt>
    <dgm:pt modelId="{E27D78FC-6D38-46A8-BA43-F1CC8B5DF46E}" type="pres">
      <dgm:prSet presAssocID="{0BFB72BB-CEA4-4FB5-9181-9C7B8EC1947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A538E06-76EE-4CAF-847D-F1A67B984EA6}" type="presOf" srcId="{67E68695-04A3-4A6F-941D-8288D5A45523}" destId="{A2749453-9F2D-4D8F-BC71-3151B0CAD674}" srcOrd="0" destOrd="0" presId="urn:microsoft.com/office/officeart/2005/8/layout/vList2"/>
    <dgm:cxn modelId="{860E8874-E800-49DE-BA66-C1C30A4A8F6B}" srcId="{67E68695-04A3-4A6F-941D-8288D5A45523}" destId="{740171B5-43A2-44C2-99F4-A70565F3EBB2}" srcOrd="0" destOrd="0" parTransId="{3EAAD9DC-3B76-4A1D-8621-C0CDE9B530F0}" sibTransId="{59681DD2-3E43-471C-8274-82FBB96BA3DA}"/>
    <dgm:cxn modelId="{0221157D-9B30-4598-A328-401FF19CFCDE}" srcId="{67E68695-04A3-4A6F-941D-8288D5A45523}" destId="{192503EC-A2FE-45BD-B4B4-C78FD66C13AD}" srcOrd="2" destOrd="0" parTransId="{62B45687-09D0-4FD5-85F8-E819CD14CA31}" sibTransId="{B39B28F2-DBD4-4A1B-9113-B9A3DAA17466}"/>
    <dgm:cxn modelId="{BAF7387E-91AC-4BF7-803B-2874E491E983}" type="presOf" srcId="{0BFB72BB-CEA4-4FB5-9181-9C7B8EC19479}" destId="{E27D78FC-6D38-46A8-BA43-F1CC8B5DF46E}" srcOrd="0" destOrd="0" presId="urn:microsoft.com/office/officeart/2005/8/layout/vList2"/>
    <dgm:cxn modelId="{C32F3A8F-3B86-46EE-AE7A-A980D868CA1B}" type="presOf" srcId="{B275E8F9-F5B3-438C-A55B-DE8FA4C4DBBB}" destId="{3EF26836-BF7B-459B-845F-42F6E02AF0D0}" srcOrd="0" destOrd="0" presId="urn:microsoft.com/office/officeart/2005/8/layout/vList2"/>
    <dgm:cxn modelId="{621C559A-B04B-4F05-BA99-E0CEA3416E6B}" srcId="{67E68695-04A3-4A6F-941D-8288D5A45523}" destId="{0BFB72BB-CEA4-4FB5-9181-9C7B8EC19479}" srcOrd="3" destOrd="0" parTransId="{15923DDD-2734-48E3-9818-4EB0075F1EAD}" sibTransId="{DFCA7647-DCD8-4D5C-AF25-220D86BAAF30}"/>
    <dgm:cxn modelId="{652871A4-3C00-4FCB-9370-692858C00283}" type="presOf" srcId="{740171B5-43A2-44C2-99F4-A70565F3EBB2}" destId="{51258016-DD86-4A72-811C-3812EEE57768}" srcOrd="0" destOrd="0" presId="urn:microsoft.com/office/officeart/2005/8/layout/vList2"/>
    <dgm:cxn modelId="{12CA87B8-0955-4050-9CD4-6B722FD8EE4A}" type="presOf" srcId="{192503EC-A2FE-45BD-B4B4-C78FD66C13AD}" destId="{0527B476-3244-4BD9-A2D2-0A9AF19F333A}" srcOrd="0" destOrd="0" presId="urn:microsoft.com/office/officeart/2005/8/layout/vList2"/>
    <dgm:cxn modelId="{8AB6D3C9-0B29-4912-A5D4-8DC8F4716762}" srcId="{67E68695-04A3-4A6F-941D-8288D5A45523}" destId="{B275E8F9-F5B3-438C-A55B-DE8FA4C4DBBB}" srcOrd="1" destOrd="0" parTransId="{C4990A7A-FFA9-4F42-B3E1-D76E9A5F3E33}" sibTransId="{C8019B49-BB33-46A9-9AB4-D027636780D8}"/>
    <dgm:cxn modelId="{F51BA574-DA22-4949-B884-C7E26A4FF52F}" type="presParOf" srcId="{A2749453-9F2D-4D8F-BC71-3151B0CAD674}" destId="{51258016-DD86-4A72-811C-3812EEE57768}" srcOrd="0" destOrd="0" presId="urn:microsoft.com/office/officeart/2005/8/layout/vList2"/>
    <dgm:cxn modelId="{FEBCFAC6-98ED-4CD5-9E91-9C6BC907929C}" type="presParOf" srcId="{A2749453-9F2D-4D8F-BC71-3151B0CAD674}" destId="{95D1E8E3-F09B-4A71-908A-F4AECD067D05}" srcOrd="1" destOrd="0" presId="urn:microsoft.com/office/officeart/2005/8/layout/vList2"/>
    <dgm:cxn modelId="{A9944BBD-7993-4C35-99FA-27F503909202}" type="presParOf" srcId="{A2749453-9F2D-4D8F-BC71-3151B0CAD674}" destId="{3EF26836-BF7B-459B-845F-42F6E02AF0D0}" srcOrd="2" destOrd="0" presId="urn:microsoft.com/office/officeart/2005/8/layout/vList2"/>
    <dgm:cxn modelId="{CC69CAC0-6D23-4957-996B-F0F132629D39}" type="presParOf" srcId="{A2749453-9F2D-4D8F-BC71-3151B0CAD674}" destId="{188052C6-8C05-49C9-B5BA-0135E4A2C8B6}" srcOrd="3" destOrd="0" presId="urn:microsoft.com/office/officeart/2005/8/layout/vList2"/>
    <dgm:cxn modelId="{C7F08D63-2661-4C41-90FA-B5B9BDD4AE34}" type="presParOf" srcId="{A2749453-9F2D-4D8F-BC71-3151B0CAD674}" destId="{0527B476-3244-4BD9-A2D2-0A9AF19F333A}" srcOrd="4" destOrd="0" presId="urn:microsoft.com/office/officeart/2005/8/layout/vList2"/>
    <dgm:cxn modelId="{01E7046F-1D25-42C5-8CC0-5936A4ED3BB8}" type="presParOf" srcId="{A2749453-9F2D-4D8F-BC71-3151B0CAD674}" destId="{F9418AC9-6B49-40A6-BEE0-DECFE66C7E6D}" srcOrd="5" destOrd="0" presId="urn:microsoft.com/office/officeart/2005/8/layout/vList2"/>
    <dgm:cxn modelId="{35DDAE47-322B-4341-AC3B-4EA16CF5BEB0}" type="presParOf" srcId="{A2749453-9F2D-4D8F-BC71-3151B0CAD674}" destId="{E27D78FC-6D38-46A8-BA43-F1CC8B5DF46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73D4DF93-E5A3-42E7-ADE2-1DA30C11506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1AA82E4-93D4-4C04-BEBF-4E043B9F96B8}">
      <dgm:prSet/>
      <dgm:spPr/>
      <dgm:t>
        <a:bodyPr/>
        <a:lstStyle/>
        <a:p>
          <a:r>
            <a:rPr lang="uk-UA" b="0" i="0"/>
            <a:t>Брестського</a:t>
          </a:r>
          <a:endParaRPr lang="uk-UA"/>
        </a:p>
      </dgm:t>
    </dgm:pt>
    <dgm:pt modelId="{D4B14D1D-4031-4184-862A-40C2E3A5CD45}" type="parTrans" cxnId="{3F6A5E2E-F399-499F-99E8-F8DD75D1C214}">
      <dgm:prSet/>
      <dgm:spPr/>
      <dgm:t>
        <a:bodyPr/>
        <a:lstStyle/>
        <a:p>
          <a:endParaRPr lang="uk-UA"/>
        </a:p>
      </dgm:t>
    </dgm:pt>
    <dgm:pt modelId="{DD34D43D-4C85-4691-AC50-DB94646DE21A}" type="sibTrans" cxnId="{3F6A5E2E-F399-499F-99E8-F8DD75D1C214}">
      <dgm:prSet/>
      <dgm:spPr/>
      <dgm:t>
        <a:bodyPr/>
        <a:lstStyle/>
        <a:p>
          <a:endParaRPr lang="uk-UA"/>
        </a:p>
      </dgm:t>
    </dgm:pt>
    <dgm:pt modelId="{94E7AA83-272F-4995-98AC-41C0A34C0DBC}">
      <dgm:prSet/>
      <dgm:spPr/>
      <dgm:t>
        <a:bodyPr/>
        <a:lstStyle/>
        <a:p>
          <a:r>
            <a:rPr lang="uk-UA" b="0" i="0"/>
            <a:t>Варшавського</a:t>
          </a:r>
          <a:endParaRPr lang="uk-UA"/>
        </a:p>
      </dgm:t>
    </dgm:pt>
    <dgm:pt modelId="{97B91D8D-16A2-4792-9B67-4A6E983F24BF}" type="parTrans" cxnId="{156A90F7-7F7D-4FC9-A450-421BEC7FDF5B}">
      <dgm:prSet/>
      <dgm:spPr/>
      <dgm:t>
        <a:bodyPr/>
        <a:lstStyle/>
        <a:p>
          <a:endParaRPr lang="uk-UA"/>
        </a:p>
      </dgm:t>
    </dgm:pt>
    <dgm:pt modelId="{7E4ED412-365E-43BB-A788-46AA75228715}" type="sibTrans" cxnId="{156A90F7-7F7D-4FC9-A450-421BEC7FDF5B}">
      <dgm:prSet/>
      <dgm:spPr/>
      <dgm:t>
        <a:bodyPr/>
        <a:lstStyle/>
        <a:p>
          <a:endParaRPr lang="uk-UA"/>
        </a:p>
      </dgm:t>
    </dgm:pt>
    <dgm:pt modelId="{289B2898-E190-4580-861E-65AAB87E3BC2}">
      <dgm:prSet/>
      <dgm:spPr/>
      <dgm:t>
        <a:bodyPr/>
        <a:lstStyle/>
        <a:p>
          <a:r>
            <a:rPr lang="uk-UA" b="0" i="0"/>
            <a:t>Ризького</a:t>
          </a:r>
          <a:endParaRPr lang="uk-UA"/>
        </a:p>
      </dgm:t>
    </dgm:pt>
    <dgm:pt modelId="{826E758E-674B-4FD6-8958-765751C0810D}" type="parTrans" cxnId="{1E62D6AF-601A-4581-8C98-4A6BD8082DF9}">
      <dgm:prSet/>
      <dgm:spPr/>
      <dgm:t>
        <a:bodyPr/>
        <a:lstStyle/>
        <a:p>
          <a:endParaRPr lang="uk-UA"/>
        </a:p>
      </dgm:t>
    </dgm:pt>
    <dgm:pt modelId="{4E783473-B3C4-4ED6-8688-DF715BFA411C}" type="sibTrans" cxnId="{1E62D6AF-601A-4581-8C98-4A6BD8082DF9}">
      <dgm:prSet/>
      <dgm:spPr/>
      <dgm:t>
        <a:bodyPr/>
        <a:lstStyle/>
        <a:p>
          <a:endParaRPr lang="uk-UA"/>
        </a:p>
      </dgm:t>
    </dgm:pt>
    <dgm:pt modelId="{00B0030B-B479-42B7-A963-E4629E0D924A}">
      <dgm:prSet/>
      <dgm:spPr/>
      <dgm:t>
        <a:bodyPr/>
        <a:lstStyle/>
        <a:p>
          <a:r>
            <a:rPr lang="uk-UA" b="0" i="0"/>
            <a:t>Версальського</a:t>
          </a:r>
          <a:endParaRPr lang="uk-UA"/>
        </a:p>
      </dgm:t>
    </dgm:pt>
    <dgm:pt modelId="{4EA71818-A69F-45E0-8F70-98D1338511D1}" type="parTrans" cxnId="{F9D01665-BDD9-45F1-BEC4-A9000D651EF6}">
      <dgm:prSet/>
      <dgm:spPr/>
      <dgm:t>
        <a:bodyPr/>
        <a:lstStyle/>
        <a:p>
          <a:endParaRPr lang="uk-UA"/>
        </a:p>
      </dgm:t>
    </dgm:pt>
    <dgm:pt modelId="{116D8CC2-65F2-4E74-8CC8-E90A13A15CDB}" type="sibTrans" cxnId="{F9D01665-BDD9-45F1-BEC4-A9000D651EF6}">
      <dgm:prSet/>
      <dgm:spPr/>
      <dgm:t>
        <a:bodyPr/>
        <a:lstStyle/>
        <a:p>
          <a:endParaRPr lang="uk-UA"/>
        </a:p>
      </dgm:t>
    </dgm:pt>
    <dgm:pt modelId="{A26ED90E-8DCA-4B7C-8C44-EFED5BF764E5}" type="pres">
      <dgm:prSet presAssocID="{73D4DF93-E5A3-42E7-ADE2-1DA30C115064}" presName="linear" presStyleCnt="0">
        <dgm:presLayoutVars>
          <dgm:animLvl val="lvl"/>
          <dgm:resizeHandles val="exact"/>
        </dgm:presLayoutVars>
      </dgm:prSet>
      <dgm:spPr/>
    </dgm:pt>
    <dgm:pt modelId="{87A2E391-4188-4832-A2D1-52598BF9306E}" type="pres">
      <dgm:prSet presAssocID="{B1AA82E4-93D4-4C04-BEBF-4E043B9F96B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9D639A9-4163-43C6-AEC9-72FFA4A9A648}" type="pres">
      <dgm:prSet presAssocID="{DD34D43D-4C85-4691-AC50-DB94646DE21A}" presName="spacer" presStyleCnt="0"/>
      <dgm:spPr/>
    </dgm:pt>
    <dgm:pt modelId="{FFF83F6D-8960-4299-8CDF-B06A32163F01}" type="pres">
      <dgm:prSet presAssocID="{94E7AA83-272F-4995-98AC-41C0A34C0DB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B283B52-4AA8-4573-9549-0EAC060D4D3D}" type="pres">
      <dgm:prSet presAssocID="{7E4ED412-365E-43BB-A788-46AA75228715}" presName="spacer" presStyleCnt="0"/>
      <dgm:spPr/>
    </dgm:pt>
    <dgm:pt modelId="{C852602B-5E92-4DB4-BE9D-6B6074A4DED4}" type="pres">
      <dgm:prSet presAssocID="{289B2898-E190-4580-861E-65AAB87E3BC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889174C-9C7E-4CB4-A4C2-EC5DECB8BB32}" type="pres">
      <dgm:prSet presAssocID="{4E783473-B3C4-4ED6-8688-DF715BFA411C}" presName="spacer" presStyleCnt="0"/>
      <dgm:spPr/>
    </dgm:pt>
    <dgm:pt modelId="{5BE89458-C7A1-4D58-8299-5349BA887558}" type="pres">
      <dgm:prSet presAssocID="{00B0030B-B479-42B7-A963-E4629E0D924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DF9C01F-9BDB-4F51-9807-3AB499D273AA}" type="presOf" srcId="{94E7AA83-272F-4995-98AC-41C0A34C0DBC}" destId="{FFF83F6D-8960-4299-8CDF-B06A32163F01}" srcOrd="0" destOrd="0" presId="urn:microsoft.com/office/officeart/2005/8/layout/vList2"/>
    <dgm:cxn modelId="{3F6A5E2E-F399-499F-99E8-F8DD75D1C214}" srcId="{73D4DF93-E5A3-42E7-ADE2-1DA30C115064}" destId="{B1AA82E4-93D4-4C04-BEBF-4E043B9F96B8}" srcOrd="0" destOrd="0" parTransId="{D4B14D1D-4031-4184-862A-40C2E3A5CD45}" sibTransId="{DD34D43D-4C85-4691-AC50-DB94646DE21A}"/>
    <dgm:cxn modelId="{F9D01665-BDD9-45F1-BEC4-A9000D651EF6}" srcId="{73D4DF93-E5A3-42E7-ADE2-1DA30C115064}" destId="{00B0030B-B479-42B7-A963-E4629E0D924A}" srcOrd="3" destOrd="0" parTransId="{4EA71818-A69F-45E0-8F70-98D1338511D1}" sibTransId="{116D8CC2-65F2-4E74-8CC8-E90A13A15CDB}"/>
    <dgm:cxn modelId="{BA0C9986-FB51-4179-8A28-41DD0470A8EC}" type="presOf" srcId="{73D4DF93-E5A3-42E7-ADE2-1DA30C115064}" destId="{A26ED90E-8DCA-4B7C-8C44-EFED5BF764E5}" srcOrd="0" destOrd="0" presId="urn:microsoft.com/office/officeart/2005/8/layout/vList2"/>
    <dgm:cxn modelId="{1E62D6AF-601A-4581-8C98-4A6BD8082DF9}" srcId="{73D4DF93-E5A3-42E7-ADE2-1DA30C115064}" destId="{289B2898-E190-4580-861E-65AAB87E3BC2}" srcOrd="2" destOrd="0" parTransId="{826E758E-674B-4FD6-8958-765751C0810D}" sibTransId="{4E783473-B3C4-4ED6-8688-DF715BFA411C}"/>
    <dgm:cxn modelId="{B99A8EDE-85FF-4F67-B219-0DF787E802CF}" type="presOf" srcId="{289B2898-E190-4580-861E-65AAB87E3BC2}" destId="{C852602B-5E92-4DB4-BE9D-6B6074A4DED4}" srcOrd="0" destOrd="0" presId="urn:microsoft.com/office/officeart/2005/8/layout/vList2"/>
    <dgm:cxn modelId="{156A90F7-7F7D-4FC9-A450-421BEC7FDF5B}" srcId="{73D4DF93-E5A3-42E7-ADE2-1DA30C115064}" destId="{94E7AA83-272F-4995-98AC-41C0A34C0DBC}" srcOrd="1" destOrd="0" parTransId="{97B91D8D-16A2-4792-9B67-4A6E983F24BF}" sibTransId="{7E4ED412-365E-43BB-A788-46AA75228715}"/>
    <dgm:cxn modelId="{C5461AFB-1602-48DD-A3E3-D3E83F521384}" type="presOf" srcId="{00B0030B-B479-42B7-A963-E4629E0D924A}" destId="{5BE89458-C7A1-4D58-8299-5349BA887558}" srcOrd="0" destOrd="0" presId="urn:microsoft.com/office/officeart/2005/8/layout/vList2"/>
    <dgm:cxn modelId="{06D36CFF-1119-4025-8EFC-64D1D3FA3308}" type="presOf" srcId="{B1AA82E4-93D4-4C04-BEBF-4E043B9F96B8}" destId="{87A2E391-4188-4832-A2D1-52598BF9306E}" srcOrd="0" destOrd="0" presId="urn:microsoft.com/office/officeart/2005/8/layout/vList2"/>
    <dgm:cxn modelId="{80FF8CD4-66B3-4ED6-BC0B-06C6C27BD9D6}" type="presParOf" srcId="{A26ED90E-8DCA-4B7C-8C44-EFED5BF764E5}" destId="{87A2E391-4188-4832-A2D1-52598BF9306E}" srcOrd="0" destOrd="0" presId="urn:microsoft.com/office/officeart/2005/8/layout/vList2"/>
    <dgm:cxn modelId="{F73211D1-ADE4-4A52-8928-6E418B832376}" type="presParOf" srcId="{A26ED90E-8DCA-4B7C-8C44-EFED5BF764E5}" destId="{99D639A9-4163-43C6-AEC9-72FFA4A9A648}" srcOrd="1" destOrd="0" presId="urn:microsoft.com/office/officeart/2005/8/layout/vList2"/>
    <dgm:cxn modelId="{D5C62C41-A168-4B4B-9938-6A8FD166C2EF}" type="presParOf" srcId="{A26ED90E-8DCA-4B7C-8C44-EFED5BF764E5}" destId="{FFF83F6D-8960-4299-8CDF-B06A32163F01}" srcOrd="2" destOrd="0" presId="urn:microsoft.com/office/officeart/2005/8/layout/vList2"/>
    <dgm:cxn modelId="{C3671463-A6A5-4BF0-8C6C-F4252BF6B669}" type="presParOf" srcId="{A26ED90E-8DCA-4B7C-8C44-EFED5BF764E5}" destId="{AB283B52-4AA8-4573-9549-0EAC060D4D3D}" srcOrd="3" destOrd="0" presId="urn:microsoft.com/office/officeart/2005/8/layout/vList2"/>
    <dgm:cxn modelId="{16E2144B-EC0D-4FE2-9E4B-631F98D9314D}" type="presParOf" srcId="{A26ED90E-8DCA-4B7C-8C44-EFED5BF764E5}" destId="{C852602B-5E92-4DB4-BE9D-6B6074A4DED4}" srcOrd="4" destOrd="0" presId="urn:microsoft.com/office/officeart/2005/8/layout/vList2"/>
    <dgm:cxn modelId="{71D93827-6289-49FE-B4CB-E9F49DCA90C4}" type="presParOf" srcId="{A26ED90E-8DCA-4B7C-8C44-EFED5BF764E5}" destId="{7889174C-9C7E-4CB4-A4C2-EC5DECB8BB32}" srcOrd="5" destOrd="0" presId="urn:microsoft.com/office/officeart/2005/8/layout/vList2"/>
    <dgm:cxn modelId="{5C10CDD9-6299-43E0-A843-EEB794187514}" type="presParOf" srcId="{A26ED90E-8DCA-4B7C-8C44-EFED5BF764E5}" destId="{5BE89458-C7A1-4D58-8299-5349BA88755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C56E6F66-EB45-48CB-B645-B220C978940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4E50240-C509-4ADE-8803-F0E569EC1BBA}">
      <dgm:prSet/>
      <dgm:spPr/>
      <dgm:t>
        <a:bodyPr/>
        <a:lstStyle/>
        <a:p>
          <a:r>
            <a:rPr lang="uk-UA" b="0" i="0"/>
            <a:t>Західноукраїнської Народної Республіки.</a:t>
          </a:r>
          <a:endParaRPr lang="uk-UA"/>
        </a:p>
      </dgm:t>
    </dgm:pt>
    <dgm:pt modelId="{114069DF-76E4-49E2-8EF0-BFCB055774B8}" type="parTrans" cxnId="{43BD7B60-A8E3-4F64-922B-E4226CD94158}">
      <dgm:prSet/>
      <dgm:spPr/>
      <dgm:t>
        <a:bodyPr/>
        <a:lstStyle/>
        <a:p>
          <a:endParaRPr lang="uk-UA"/>
        </a:p>
      </dgm:t>
    </dgm:pt>
    <dgm:pt modelId="{83EC9DAA-AB7C-4674-8F4B-0EAB98B8CD86}" type="sibTrans" cxnId="{43BD7B60-A8E3-4F64-922B-E4226CD94158}">
      <dgm:prSet/>
      <dgm:spPr/>
      <dgm:t>
        <a:bodyPr/>
        <a:lstStyle/>
        <a:p>
          <a:endParaRPr lang="uk-UA"/>
        </a:p>
      </dgm:t>
    </dgm:pt>
    <dgm:pt modelId="{27172A10-D247-41CA-8F55-7521CC262275}">
      <dgm:prSet/>
      <dgm:spPr/>
      <dgm:t>
        <a:bodyPr/>
        <a:lstStyle/>
        <a:p>
          <a:r>
            <a:rPr lang="uk-UA" b="0" i="0"/>
            <a:t>Української Народної Республіки періоду Директорії.</a:t>
          </a:r>
          <a:endParaRPr lang="uk-UA"/>
        </a:p>
      </dgm:t>
    </dgm:pt>
    <dgm:pt modelId="{CF5B7117-8664-43B1-95C9-21A380DDAD01}" type="parTrans" cxnId="{2CE3B10D-911B-4E4B-9791-14DC1098E0A8}">
      <dgm:prSet/>
      <dgm:spPr/>
      <dgm:t>
        <a:bodyPr/>
        <a:lstStyle/>
        <a:p>
          <a:endParaRPr lang="uk-UA"/>
        </a:p>
      </dgm:t>
    </dgm:pt>
    <dgm:pt modelId="{6D184F24-4E67-4D85-A88B-A0949A5348A4}" type="sibTrans" cxnId="{2CE3B10D-911B-4E4B-9791-14DC1098E0A8}">
      <dgm:prSet/>
      <dgm:spPr/>
      <dgm:t>
        <a:bodyPr/>
        <a:lstStyle/>
        <a:p>
          <a:endParaRPr lang="uk-UA"/>
        </a:p>
      </dgm:t>
    </dgm:pt>
    <dgm:pt modelId="{FC878197-5246-40C6-8E55-8A4FE16E54A0}">
      <dgm:prSet/>
      <dgm:spPr/>
      <dgm:t>
        <a:bodyPr/>
        <a:lstStyle/>
        <a:p>
          <a:r>
            <a:rPr lang="uk-UA" b="0" i="0"/>
            <a:t>Української Народної Республіки доби Центральної Ради.</a:t>
          </a:r>
          <a:endParaRPr lang="uk-UA"/>
        </a:p>
      </dgm:t>
    </dgm:pt>
    <dgm:pt modelId="{3418E70E-F527-4718-8491-860384F4D6B8}" type="parTrans" cxnId="{62B55E3C-4EA3-41D0-B9E4-38EF077488BC}">
      <dgm:prSet/>
      <dgm:spPr/>
      <dgm:t>
        <a:bodyPr/>
        <a:lstStyle/>
        <a:p>
          <a:endParaRPr lang="uk-UA"/>
        </a:p>
      </dgm:t>
    </dgm:pt>
    <dgm:pt modelId="{96E2C7E5-3239-4A99-B826-A2B387DB22EF}" type="sibTrans" cxnId="{62B55E3C-4EA3-41D0-B9E4-38EF077488BC}">
      <dgm:prSet/>
      <dgm:spPr/>
      <dgm:t>
        <a:bodyPr/>
        <a:lstStyle/>
        <a:p>
          <a:endParaRPr lang="uk-UA"/>
        </a:p>
      </dgm:t>
    </dgm:pt>
    <dgm:pt modelId="{89279F34-8C43-4338-84A0-7AB7A289B914}">
      <dgm:prSet/>
      <dgm:spPr/>
      <dgm:t>
        <a:bodyPr/>
        <a:lstStyle/>
        <a:p>
          <a:r>
            <a:rPr lang="uk-UA" b="0" i="0"/>
            <a:t>Української Соціалістичної Радянської Республіки.</a:t>
          </a:r>
          <a:endParaRPr lang="uk-UA"/>
        </a:p>
      </dgm:t>
    </dgm:pt>
    <dgm:pt modelId="{EF52A403-3908-4DFB-88F0-EFC38603DD0F}" type="parTrans" cxnId="{9F5973BD-17BE-41FD-ADE3-084CBFC72063}">
      <dgm:prSet/>
      <dgm:spPr/>
      <dgm:t>
        <a:bodyPr/>
        <a:lstStyle/>
        <a:p>
          <a:endParaRPr lang="uk-UA"/>
        </a:p>
      </dgm:t>
    </dgm:pt>
    <dgm:pt modelId="{A9CC9165-E030-4C4B-9FB4-EFD9DD0EFE30}" type="sibTrans" cxnId="{9F5973BD-17BE-41FD-ADE3-084CBFC72063}">
      <dgm:prSet/>
      <dgm:spPr/>
      <dgm:t>
        <a:bodyPr/>
        <a:lstStyle/>
        <a:p>
          <a:endParaRPr lang="uk-UA"/>
        </a:p>
      </dgm:t>
    </dgm:pt>
    <dgm:pt modelId="{C54D3272-63CF-4544-A2D6-44085FC09A73}" type="pres">
      <dgm:prSet presAssocID="{C56E6F66-EB45-48CB-B645-B220C9789406}" presName="linear" presStyleCnt="0">
        <dgm:presLayoutVars>
          <dgm:animLvl val="lvl"/>
          <dgm:resizeHandles val="exact"/>
        </dgm:presLayoutVars>
      </dgm:prSet>
      <dgm:spPr/>
    </dgm:pt>
    <dgm:pt modelId="{CF738BFE-58F6-4DDC-9A20-2E35242C1398}" type="pres">
      <dgm:prSet presAssocID="{D4E50240-C509-4ADE-8803-F0E569EC1BB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ABE8758-F9DD-4682-84E8-2A26684D795E}" type="pres">
      <dgm:prSet presAssocID="{83EC9DAA-AB7C-4674-8F4B-0EAB98B8CD86}" presName="spacer" presStyleCnt="0"/>
      <dgm:spPr/>
    </dgm:pt>
    <dgm:pt modelId="{7DD46F79-1D88-4F55-85CC-4F618EAF3FE1}" type="pres">
      <dgm:prSet presAssocID="{27172A10-D247-41CA-8F55-7521CC26227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14417AA-46D6-40A8-9121-230CA3578DBA}" type="pres">
      <dgm:prSet presAssocID="{6D184F24-4E67-4D85-A88B-A0949A5348A4}" presName="spacer" presStyleCnt="0"/>
      <dgm:spPr/>
    </dgm:pt>
    <dgm:pt modelId="{F9518949-1A86-4D4A-A71A-52813062F40E}" type="pres">
      <dgm:prSet presAssocID="{FC878197-5246-40C6-8E55-8A4FE16E54A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A111E32-3373-463E-8B93-CE001BAFCB55}" type="pres">
      <dgm:prSet presAssocID="{96E2C7E5-3239-4A99-B826-A2B387DB22EF}" presName="spacer" presStyleCnt="0"/>
      <dgm:spPr/>
    </dgm:pt>
    <dgm:pt modelId="{D198A23B-E068-4847-A59C-F2DCF42E09BE}" type="pres">
      <dgm:prSet presAssocID="{89279F34-8C43-4338-84A0-7AB7A289B91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11DE205-822A-4081-8988-7FE1126B481F}" type="presOf" srcId="{C56E6F66-EB45-48CB-B645-B220C9789406}" destId="{C54D3272-63CF-4544-A2D6-44085FC09A73}" srcOrd="0" destOrd="0" presId="urn:microsoft.com/office/officeart/2005/8/layout/vList2"/>
    <dgm:cxn modelId="{2CE3B10D-911B-4E4B-9791-14DC1098E0A8}" srcId="{C56E6F66-EB45-48CB-B645-B220C9789406}" destId="{27172A10-D247-41CA-8F55-7521CC262275}" srcOrd="1" destOrd="0" parTransId="{CF5B7117-8664-43B1-95C9-21A380DDAD01}" sibTransId="{6D184F24-4E67-4D85-A88B-A0949A5348A4}"/>
    <dgm:cxn modelId="{62B55E3C-4EA3-41D0-B9E4-38EF077488BC}" srcId="{C56E6F66-EB45-48CB-B645-B220C9789406}" destId="{FC878197-5246-40C6-8E55-8A4FE16E54A0}" srcOrd="2" destOrd="0" parTransId="{3418E70E-F527-4718-8491-860384F4D6B8}" sibTransId="{96E2C7E5-3239-4A99-B826-A2B387DB22EF}"/>
    <dgm:cxn modelId="{B303A23D-1F6A-4125-A6EB-1E8170BCA677}" type="presOf" srcId="{27172A10-D247-41CA-8F55-7521CC262275}" destId="{7DD46F79-1D88-4F55-85CC-4F618EAF3FE1}" srcOrd="0" destOrd="0" presId="urn:microsoft.com/office/officeart/2005/8/layout/vList2"/>
    <dgm:cxn modelId="{43BD7B60-A8E3-4F64-922B-E4226CD94158}" srcId="{C56E6F66-EB45-48CB-B645-B220C9789406}" destId="{D4E50240-C509-4ADE-8803-F0E569EC1BBA}" srcOrd="0" destOrd="0" parTransId="{114069DF-76E4-49E2-8EF0-BFCB055774B8}" sibTransId="{83EC9DAA-AB7C-4674-8F4B-0EAB98B8CD86}"/>
    <dgm:cxn modelId="{20DDB47B-3796-4451-8909-37DFDBA0539F}" type="presOf" srcId="{89279F34-8C43-4338-84A0-7AB7A289B914}" destId="{D198A23B-E068-4847-A59C-F2DCF42E09BE}" srcOrd="0" destOrd="0" presId="urn:microsoft.com/office/officeart/2005/8/layout/vList2"/>
    <dgm:cxn modelId="{9F5973BD-17BE-41FD-ADE3-084CBFC72063}" srcId="{C56E6F66-EB45-48CB-B645-B220C9789406}" destId="{89279F34-8C43-4338-84A0-7AB7A289B914}" srcOrd="3" destOrd="0" parTransId="{EF52A403-3908-4DFB-88F0-EFC38603DD0F}" sibTransId="{A9CC9165-E030-4C4B-9FB4-EFD9DD0EFE30}"/>
    <dgm:cxn modelId="{936BD7CF-E158-4984-A4C6-9BDAABE2D686}" type="presOf" srcId="{D4E50240-C509-4ADE-8803-F0E569EC1BBA}" destId="{CF738BFE-58F6-4DDC-9A20-2E35242C1398}" srcOrd="0" destOrd="0" presId="urn:microsoft.com/office/officeart/2005/8/layout/vList2"/>
    <dgm:cxn modelId="{38DCCCD2-7211-4A01-AE65-D0224CC2F14B}" type="presOf" srcId="{FC878197-5246-40C6-8E55-8A4FE16E54A0}" destId="{F9518949-1A86-4D4A-A71A-52813062F40E}" srcOrd="0" destOrd="0" presId="urn:microsoft.com/office/officeart/2005/8/layout/vList2"/>
    <dgm:cxn modelId="{0622C17D-3A7A-469D-8C7B-38E0F3BC1C9A}" type="presParOf" srcId="{C54D3272-63CF-4544-A2D6-44085FC09A73}" destId="{CF738BFE-58F6-4DDC-9A20-2E35242C1398}" srcOrd="0" destOrd="0" presId="urn:microsoft.com/office/officeart/2005/8/layout/vList2"/>
    <dgm:cxn modelId="{4514A121-12FE-4550-A916-A70F3552F9D6}" type="presParOf" srcId="{C54D3272-63CF-4544-A2D6-44085FC09A73}" destId="{BABE8758-F9DD-4682-84E8-2A26684D795E}" srcOrd="1" destOrd="0" presId="urn:microsoft.com/office/officeart/2005/8/layout/vList2"/>
    <dgm:cxn modelId="{CFC65E4E-CBAB-4D82-AFFA-7BAE07F74A01}" type="presParOf" srcId="{C54D3272-63CF-4544-A2D6-44085FC09A73}" destId="{7DD46F79-1D88-4F55-85CC-4F618EAF3FE1}" srcOrd="2" destOrd="0" presId="urn:microsoft.com/office/officeart/2005/8/layout/vList2"/>
    <dgm:cxn modelId="{01A99F37-0010-4EB0-8C09-AE5F44EC17F6}" type="presParOf" srcId="{C54D3272-63CF-4544-A2D6-44085FC09A73}" destId="{D14417AA-46D6-40A8-9121-230CA3578DBA}" srcOrd="3" destOrd="0" presId="urn:microsoft.com/office/officeart/2005/8/layout/vList2"/>
    <dgm:cxn modelId="{47D1C1ED-DE04-4764-93E6-A2C9534D8EEC}" type="presParOf" srcId="{C54D3272-63CF-4544-A2D6-44085FC09A73}" destId="{F9518949-1A86-4D4A-A71A-52813062F40E}" srcOrd="4" destOrd="0" presId="urn:microsoft.com/office/officeart/2005/8/layout/vList2"/>
    <dgm:cxn modelId="{8AA804B3-D58B-4164-8D64-AA95AAEBA6AB}" type="presParOf" srcId="{C54D3272-63CF-4544-A2D6-44085FC09A73}" destId="{4A111E32-3373-463E-8B93-CE001BAFCB55}" srcOrd="5" destOrd="0" presId="urn:microsoft.com/office/officeart/2005/8/layout/vList2"/>
    <dgm:cxn modelId="{2054D874-B44E-4248-90DC-2DEAF4059564}" type="presParOf" srcId="{C54D3272-63CF-4544-A2D6-44085FC09A73}" destId="{D198A23B-E068-4847-A59C-F2DCF42E09B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B14CC3D6-A1BE-48D3-93BF-C6D0561F9D1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E7B6C9B-5208-4665-80AB-7C5D906F1DD6}">
      <dgm:prSet/>
      <dgm:spPr/>
      <dgm:t>
        <a:bodyPr/>
        <a:lstStyle/>
        <a:p>
          <a:r>
            <a:rPr lang="uk-UA" b="0" i="0"/>
            <a:t>зупинити наступ польської армії Ю. Галлера у Східній Галичині</a:t>
          </a:r>
          <a:endParaRPr lang="uk-UA"/>
        </a:p>
      </dgm:t>
    </dgm:pt>
    <dgm:pt modelId="{7E191739-496A-4431-A492-8FB0486ACECF}" type="parTrans" cxnId="{5D43AB90-4088-4ED5-872F-940B30CF8939}">
      <dgm:prSet/>
      <dgm:spPr/>
      <dgm:t>
        <a:bodyPr/>
        <a:lstStyle/>
        <a:p>
          <a:endParaRPr lang="uk-UA"/>
        </a:p>
      </dgm:t>
    </dgm:pt>
    <dgm:pt modelId="{75E40E8E-E372-4578-AB80-0E97D4D02639}" type="sibTrans" cxnId="{5D43AB90-4088-4ED5-872F-940B30CF8939}">
      <dgm:prSet/>
      <dgm:spPr/>
      <dgm:t>
        <a:bodyPr/>
        <a:lstStyle/>
        <a:p>
          <a:endParaRPr lang="uk-UA"/>
        </a:p>
      </dgm:t>
    </dgm:pt>
    <dgm:pt modelId="{6B8B6ED7-F168-4DF7-BCB0-6C50FC4CF066}">
      <dgm:prSet/>
      <dgm:spPr/>
      <dgm:t>
        <a:bodyPr/>
        <a:lstStyle/>
        <a:p>
          <a:r>
            <a:rPr lang="uk-UA" b="0" i="0"/>
            <a:t>отримати допомогу у звільненні території України від більшовиків</a:t>
          </a:r>
          <a:endParaRPr lang="uk-UA"/>
        </a:p>
      </dgm:t>
    </dgm:pt>
    <dgm:pt modelId="{EBA59A67-3405-4BBD-9F04-051E53BE27E1}" type="parTrans" cxnId="{92F842F9-E5B7-4012-B4CA-6D0CD291D454}">
      <dgm:prSet/>
      <dgm:spPr/>
      <dgm:t>
        <a:bodyPr/>
        <a:lstStyle/>
        <a:p>
          <a:endParaRPr lang="uk-UA"/>
        </a:p>
      </dgm:t>
    </dgm:pt>
    <dgm:pt modelId="{AFAE5CA0-9C4C-4729-859D-B220A5B98B47}" type="sibTrans" cxnId="{92F842F9-E5B7-4012-B4CA-6D0CD291D454}">
      <dgm:prSet/>
      <dgm:spPr/>
      <dgm:t>
        <a:bodyPr/>
        <a:lstStyle/>
        <a:p>
          <a:endParaRPr lang="uk-UA"/>
        </a:p>
      </dgm:t>
    </dgm:pt>
    <dgm:pt modelId="{5D33C54B-7CDC-4777-A5A8-DB61C7FD7922}">
      <dgm:prSet/>
      <dgm:spPr/>
      <dgm:t>
        <a:bodyPr/>
        <a:lstStyle/>
        <a:p>
          <a:r>
            <a:rPr lang="uk-UA" b="0" i="0"/>
            <a:t>зупинити просування військ Антанти на Півдні України</a:t>
          </a:r>
          <a:endParaRPr lang="uk-UA"/>
        </a:p>
      </dgm:t>
    </dgm:pt>
    <dgm:pt modelId="{7662D124-DF04-43A7-A522-4C4EDD4B7E48}" type="parTrans" cxnId="{340EEDFC-1E86-4555-A3AC-52267382A65C}">
      <dgm:prSet/>
      <dgm:spPr/>
      <dgm:t>
        <a:bodyPr/>
        <a:lstStyle/>
        <a:p>
          <a:endParaRPr lang="uk-UA"/>
        </a:p>
      </dgm:t>
    </dgm:pt>
    <dgm:pt modelId="{99DC9553-6848-4464-9FB5-F1092E48E08E}" type="sibTrans" cxnId="{340EEDFC-1E86-4555-A3AC-52267382A65C}">
      <dgm:prSet/>
      <dgm:spPr/>
      <dgm:t>
        <a:bodyPr/>
        <a:lstStyle/>
        <a:p>
          <a:endParaRPr lang="uk-UA"/>
        </a:p>
      </dgm:t>
    </dgm:pt>
    <dgm:pt modelId="{2C7A9CD1-243A-416C-B27C-C4B4640650D3}">
      <dgm:prSet/>
      <dgm:spPr/>
      <dgm:t>
        <a:bodyPr/>
        <a:lstStyle/>
        <a:p>
          <a:r>
            <a:rPr lang="uk-UA" b="0" i="0"/>
            <a:t>отримати допомогу в боротьбі з Білою армією генерала А. Денікіна</a:t>
          </a:r>
          <a:endParaRPr lang="uk-UA"/>
        </a:p>
      </dgm:t>
    </dgm:pt>
    <dgm:pt modelId="{D695EC67-6DF2-4CE3-80D5-75ED48204BC6}" type="parTrans" cxnId="{8C8F0D7B-698C-4350-A81C-3BE1E974E971}">
      <dgm:prSet/>
      <dgm:spPr/>
      <dgm:t>
        <a:bodyPr/>
        <a:lstStyle/>
        <a:p>
          <a:endParaRPr lang="uk-UA"/>
        </a:p>
      </dgm:t>
    </dgm:pt>
    <dgm:pt modelId="{6010CCC7-FF1F-4D6F-A836-C1C176FD66A0}" type="sibTrans" cxnId="{8C8F0D7B-698C-4350-A81C-3BE1E974E971}">
      <dgm:prSet/>
      <dgm:spPr/>
      <dgm:t>
        <a:bodyPr/>
        <a:lstStyle/>
        <a:p>
          <a:endParaRPr lang="uk-UA"/>
        </a:p>
      </dgm:t>
    </dgm:pt>
    <dgm:pt modelId="{9FE87C09-C635-48C7-B626-42587BAE6F16}" type="pres">
      <dgm:prSet presAssocID="{B14CC3D6-A1BE-48D3-93BF-C6D0561F9D17}" presName="linear" presStyleCnt="0">
        <dgm:presLayoutVars>
          <dgm:animLvl val="lvl"/>
          <dgm:resizeHandles val="exact"/>
        </dgm:presLayoutVars>
      </dgm:prSet>
      <dgm:spPr/>
    </dgm:pt>
    <dgm:pt modelId="{675F576D-C757-44EA-9388-4F5B6E196F73}" type="pres">
      <dgm:prSet presAssocID="{CE7B6C9B-5208-4665-80AB-7C5D906F1DD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57A55B8-1FB7-4DA2-9121-E0C639B809E2}" type="pres">
      <dgm:prSet presAssocID="{75E40E8E-E372-4578-AB80-0E97D4D02639}" presName="spacer" presStyleCnt="0"/>
      <dgm:spPr/>
    </dgm:pt>
    <dgm:pt modelId="{FD73F332-2803-4B8E-9B11-36C8BBA77168}" type="pres">
      <dgm:prSet presAssocID="{6B8B6ED7-F168-4DF7-BCB0-6C50FC4CF06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664FE87-13FF-4139-A347-5EB49C4B61BB}" type="pres">
      <dgm:prSet presAssocID="{AFAE5CA0-9C4C-4729-859D-B220A5B98B47}" presName="spacer" presStyleCnt="0"/>
      <dgm:spPr/>
    </dgm:pt>
    <dgm:pt modelId="{9055D9E9-7493-448E-8C8F-86D48D0F4680}" type="pres">
      <dgm:prSet presAssocID="{5D33C54B-7CDC-4777-A5A8-DB61C7FD792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F9F2DBC-FF4D-4A3A-BBC6-A5466339858C}" type="pres">
      <dgm:prSet presAssocID="{99DC9553-6848-4464-9FB5-F1092E48E08E}" presName="spacer" presStyleCnt="0"/>
      <dgm:spPr/>
    </dgm:pt>
    <dgm:pt modelId="{BB159BAB-5411-4A50-BDCA-B2E098CD3454}" type="pres">
      <dgm:prSet presAssocID="{2C7A9CD1-243A-416C-B27C-C4B4640650D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0D84F10-2B80-4DB3-9EB6-B5EBF16359F0}" type="presOf" srcId="{B14CC3D6-A1BE-48D3-93BF-C6D0561F9D17}" destId="{9FE87C09-C635-48C7-B626-42587BAE6F16}" srcOrd="0" destOrd="0" presId="urn:microsoft.com/office/officeart/2005/8/layout/vList2"/>
    <dgm:cxn modelId="{8C8F0D7B-698C-4350-A81C-3BE1E974E971}" srcId="{B14CC3D6-A1BE-48D3-93BF-C6D0561F9D17}" destId="{2C7A9CD1-243A-416C-B27C-C4B4640650D3}" srcOrd="3" destOrd="0" parTransId="{D695EC67-6DF2-4CE3-80D5-75ED48204BC6}" sibTransId="{6010CCC7-FF1F-4D6F-A836-C1C176FD66A0}"/>
    <dgm:cxn modelId="{F02A218C-460B-4326-9371-A41043716C82}" type="presOf" srcId="{CE7B6C9B-5208-4665-80AB-7C5D906F1DD6}" destId="{675F576D-C757-44EA-9388-4F5B6E196F73}" srcOrd="0" destOrd="0" presId="urn:microsoft.com/office/officeart/2005/8/layout/vList2"/>
    <dgm:cxn modelId="{5D43AB90-4088-4ED5-872F-940B30CF8939}" srcId="{B14CC3D6-A1BE-48D3-93BF-C6D0561F9D17}" destId="{CE7B6C9B-5208-4665-80AB-7C5D906F1DD6}" srcOrd="0" destOrd="0" parTransId="{7E191739-496A-4431-A492-8FB0486ACECF}" sibTransId="{75E40E8E-E372-4578-AB80-0E97D4D02639}"/>
    <dgm:cxn modelId="{F792B398-FEB6-4108-8BA5-FB2A4BA384F7}" type="presOf" srcId="{2C7A9CD1-243A-416C-B27C-C4B4640650D3}" destId="{BB159BAB-5411-4A50-BDCA-B2E098CD3454}" srcOrd="0" destOrd="0" presId="urn:microsoft.com/office/officeart/2005/8/layout/vList2"/>
    <dgm:cxn modelId="{C2D325C1-9922-4D5E-ADE5-6A1EC25324B3}" type="presOf" srcId="{5D33C54B-7CDC-4777-A5A8-DB61C7FD7922}" destId="{9055D9E9-7493-448E-8C8F-86D48D0F4680}" srcOrd="0" destOrd="0" presId="urn:microsoft.com/office/officeart/2005/8/layout/vList2"/>
    <dgm:cxn modelId="{FF930CDA-603D-47C9-8E95-163EDAC64843}" type="presOf" srcId="{6B8B6ED7-F168-4DF7-BCB0-6C50FC4CF066}" destId="{FD73F332-2803-4B8E-9B11-36C8BBA77168}" srcOrd="0" destOrd="0" presId="urn:microsoft.com/office/officeart/2005/8/layout/vList2"/>
    <dgm:cxn modelId="{92F842F9-E5B7-4012-B4CA-6D0CD291D454}" srcId="{B14CC3D6-A1BE-48D3-93BF-C6D0561F9D17}" destId="{6B8B6ED7-F168-4DF7-BCB0-6C50FC4CF066}" srcOrd="1" destOrd="0" parTransId="{EBA59A67-3405-4BBD-9F04-051E53BE27E1}" sibTransId="{AFAE5CA0-9C4C-4729-859D-B220A5B98B47}"/>
    <dgm:cxn modelId="{340EEDFC-1E86-4555-A3AC-52267382A65C}" srcId="{B14CC3D6-A1BE-48D3-93BF-C6D0561F9D17}" destId="{5D33C54B-7CDC-4777-A5A8-DB61C7FD7922}" srcOrd="2" destOrd="0" parTransId="{7662D124-DF04-43A7-A522-4C4EDD4B7E48}" sibTransId="{99DC9553-6848-4464-9FB5-F1092E48E08E}"/>
    <dgm:cxn modelId="{4C300BC5-1AFB-4BFF-B2D9-B0CF6DA64EF5}" type="presParOf" srcId="{9FE87C09-C635-48C7-B626-42587BAE6F16}" destId="{675F576D-C757-44EA-9388-4F5B6E196F73}" srcOrd="0" destOrd="0" presId="urn:microsoft.com/office/officeart/2005/8/layout/vList2"/>
    <dgm:cxn modelId="{9F5F72F4-9F2E-43C8-918D-AAE2EA3255EE}" type="presParOf" srcId="{9FE87C09-C635-48C7-B626-42587BAE6F16}" destId="{757A55B8-1FB7-4DA2-9121-E0C639B809E2}" srcOrd="1" destOrd="0" presId="urn:microsoft.com/office/officeart/2005/8/layout/vList2"/>
    <dgm:cxn modelId="{EF684D55-0473-4A39-A69F-122A3B6D9BBC}" type="presParOf" srcId="{9FE87C09-C635-48C7-B626-42587BAE6F16}" destId="{FD73F332-2803-4B8E-9B11-36C8BBA77168}" srcOrd="2" destOrd="0" presId="urn:microsoft.com/office/officeart/2005/8/layout/vList2"/>
    <dgm:cxn modelId="{F8CAA784-1403-445F-B810-33EE2CBD67E6}" type="presParOf" srcId="{9FE87C09-C635-48C7-B626-42587BAE6F16}" destId="{3664FE87-13FF-4139-A347-5EB49C4B61BB}" srcOrd="3" destOrd="0" presId="urn:microsoft.com/office/officeart/2005/8/layout/vList2"/>
    <dgm:cxn modelId="{C13753BE-F12E-4753-B6B8-1EA13BE8AA31}" type="presParOf" srcId="{9FE87C09-C635-48C7-B626-42587BAE6F16}" destId="{9055D9E9-7493-448E-8C8F-86D48D0F4680}" srcOrd="4" destOrd="0" presId="urn:microsoft.com/office/officeart/2005/8/layout/vList2"/>
    <dgm:cxn modelId="{47AF8360-A4FA-4F81-90C0-9A8DA2955B32}" type="presParOf" srcId="{9FE87C09-C635-48C7-B626-42587BAE6F16}" destId="{AF9F2DBC-FF4D-4A3A-BBC6-A5466339858C}" srcOrd="5" destOrd="0" presId="urn:microsoft.com/office/officeart/2005/8/layout/vList2"/>
    <dgm:cxn modelId="{DC4B3DD7-19B3-48AE-8053-1F5FA6AE4278}" type="presParOf" srcId="{9FE87C09-C635-48C7-B626-42587BAE6F16}" destId="{BB159BAB-5411-4A50-BDCA-B2E098CD345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A2C629FE-0AC9-4562-AE1A-550207D992C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208A8AD-C224-4F7F-B78E-828EF4BF1C2F}">
      <dgm:prSet/>
      <dgm:spPr/>
      <dgm:t>
        <a:bodyPr/>
        <a:lstStyle/>
        <a:p>
          <a:r>
            <a:rPr lang="uk-UA" b="0" i="0"/>
            <a:t>вказати райони антигетьманського повстанського руху влітку 1918 р.</a:t>
          </a:r>
          <a:endParaRPr lang="uk-UA"/>
        </a:p>
      </dgm:t>
    </dgm:pt>
    <dgm:pt modelId="{4FB2E5D8-D59D-4018-8EEE-573B976A9669}" type="parTrans" cxnId="{E4C322FA-3FE0-43AF-BA65-F4A6B6E43664}">
      <dgm:prSet/>
      <dgm:spPr/>
      <dgm:t>
        <a:bodyPr/>
        <a:lstStyle/>
        <a:p>
          <a:endParaRPr lang="uk-UA"/>
        </a:p>
      </dgm:t>
    </dgm:pt>
    <dgm:pt modelId="{C89D0BA5-A446-4A54-9356-4D3F19F5F479}" type="sibTrans" cxnId="{E4C322FA-3FE0-43AF-BA65-F4A6B6E43664}">
      <dgm:prSet/>
      <dgm:spPr/>
      <dgm:t>
        <a:bodyPr/>
        <a:lstStyle/>
        <a:p>
          <a:endParaRPr lang="uk-UA"/>
        </a:p>
      </dgm:t>
    </dgm:pt>
    <dgm:pt modelId="{B2B749CF-C94C-466F-A9F3-FDDF7FAEE660}">
      <dgm:prSet/>
      <dgm:spPr/>
      <dgm:t>
        <a:bodyPr/>
        <a:lstStyle/>
        <a:p>
          <a:r>
            <a:rPr lang="uk-UA" b="0" i="0"/>
            <a:t>визначити кордони Української Держави гетьмана П. Скоропадського.</a:t>
          </a:r>
          <a:endParaRPr lang="uk-UA"/>
        </a:p>
      </dgm:t>
    </dgm:pt>
    <dgm:pt modelId="{29A78B23-CE6B-4233-992D-6C91037560F8}" type="parTrans" cxnId="{63143872-028E-4AEC-9E37-7B92DCD9DB51}">
      <dgm:prSet/>
      <dgm:spPr/>
      <dgm:t>
        <a:bodyPr/>
        <a:lstStyle/>
        <a:p>
          <a:endParaRPr lang="uk-UA"/>
        </a:p>
      </dgm:t>
    </dgm:pt>
    <dgm:pt modelId="{0291D83B-C97C-47A8-9E5C-F015DF30320D}" type="sibTrans" cxnId="{63143872-028E-4AEC-9E37-7B92DCD9DB51}">
      <dgm:prSet/>
      <dgm:spPr/>
      <dgm:t>
        <a:bodyPr/>
        <a:lstStyle/>
        <a:p>
          <a:endParaRPr lang="uk-UA"/>
        </a:p>
      </dgm:t>
    </dgm:pt>
    <dgm:pt modelId="{1E05F1CD-CFA4-49CC-BACA-EADE446D63A6}">
      <dgm:prSet/>
      <dgm:spPr/>
      <dgm:t>
        <a:bodyPr/>
        <a:lstStyle/>
        <a:p>
          <a:r>
            <a:rPr lang="uk-UA" b="0" i="0"/>
            <a:t>вказати напрямки загального наступу німецько-австро-угорських військ у лютому-квітні 1918 р.</a:t>
          </a:r>
          <a:endParaRPr lang="uk-UA"/>
        </a:p>
      </dgm:t>
    </dgm:pt>
    <dgm:pt modelId="{E8348880-D828-40AD-A33D-218DFCF60397}" type="parTrans" cxnId="{1B3799A3-96ED-4AC3-A3C7-68C17129A46A}">
      <dgm:prSet/>
      <dgm:spPr/>
      <dgm:t>
        <a:bodyPr/>
        <a:lstStyle/>
        <a:p>
          <a:endParaRPr lang="uk-UA"/>
        </a:p>
      </dgm:t>
    </dgm:pt>
    <dgm:pt modelId="{D6A79019-0C73-4054-8527-6063CD57C003}" type="sibTrans" cxnId="{1B3799A3-96ED-4AC3-A3C7-68C17129A46A}">
      <dgm:prSet/>
      <dgm:spPr/>
      <dgm:t>
        <a:bodyPr/>
        <a:lstStyle/>
        <a:p>
          <a:endParaRPr lang="uk-UA"/>
        </a:p>
      </dgm:t>
    </dgm:pt>
    <dgm:pt modelId="{E4AFAD0C-EBA8-47B3-9E51-754225163DB0}">
      <dgm:prSet/>
      <dgm:spPr/>
      <dgm:t>
        <a:bodyPr/>
        <a:lstStyle/>
        <a:p>
          <a:r>
            <a:rPr lang="uk-UA" b="0" i="0"/>
            <a:t>окреслити район формування українських радянських повстанських дивізій.</a:t>
          </a:r>
          <a:endParaRPr lang="uk-UA"/>
        </a:p>
      </dgm:t>
    </dgm:pt>
    <dgm:pt modelId="{475908BC-8DB3-498B-A88C-BB34CD48747B}" type="parTrans" cxnId="{C58E0976-A9CF-43F5-B3A2-3FEE68E41E49}">
      <dgm:prSet/>
      <dgm:spPr/>
      <dgm:t>
        <a:bodyPr/>
        <a:lstStyle/>
        <a:p>
          <a:endParaRPr lang="uk-UA"/>
        </a:p>
      </dgm:t>
    </dgm:pt>
    <dgm:pt modelId="{7EF7F021-C03A-4E08-BA0D-EDDF002B2AE5}" type="sibTrans" cxnId="{C58E0976-A9CF-43F5-B3A2-3FEE68E41E49}">
      <dgm:prSet/>
      <dgm:spPr/>
      <dgm:t>
        <a:bodyPr/>
        <a:lstStyle/>
        <a:p>
          <a:endParaRPr lang="uk-UA"/>
        </a:p>
      </dgm:t>
    </dgm:pt>
    <dgm:pt modelId="{79AE589F-B209-4C97-B28B-835DC533A15D}">
      <dgm:prSet/>
      <dgm:spPr/>
      <dgm:t>
        <a:bodyPr/>
        <a:lstStyle/>
        <a:p>
          <a:r>
            <a:rPr lang="uk-UA" b="0" i="0"/>
            <a:t>вказати межі територій регіональних радянських республік, утворених більшовиками в січні-березні 1918 р.</a:t>
          </a:r>
          <a:endParaRPr lang="uk-UA"/>
        </a:p>
      </dgm:t>
    </dgm:pt>
    <dgm:pt modelId="{1BF81908-EEED-48DA-824E-7932FA800ECB}" type="parTrans" cxnId="{BC077994-360A-4E93-9722-168596B8D0D4}">
      <dgm:prSet/>
      <dgm:spPr/>
      <dgm:t>
        <a:bodyPr/>
        <a:lstStyle/>
        <a:p>
          <a:endParaRPr lang="uk-UA"/>
        </a:p>
      </dgm:t>
    </dgm:pt>
    <dgm:pt modelId="{FC7AE299-12A2-4572-85C6-B3AFF506CEF2}" type="sibTrans" cxnId="{BC077994-360A-4E93-9722-168596B8D0D4}">
      <dgm:prSet/>
      <dgm:spPr/>
      <dgm:t>
        <a:bodyPr/>
        <a:lstStyle/>
        <a:p>
          <a:endParaRPr lang="uk-UA"/>
        </a:p>
      </dgm:t>
    </dgm:pt>
    <dgm:pt modelId="{53F1F776-C6FB-4793-9E53-9E56886A2D9D}">
      <dgm:prSet/>
      <dgm:spPr/>
      <dgm:t>
        <a:bodyPr/>
        <a:lstStyle/>
        <a:p>
          <a:r>
            <a:rPr lang="uk-UA" b="0" i="0"/>
            <a:t>визначити один із підсумків переговорів українсько-німецької та радянської делегацій у травні 1918 р.</a:t>
          </a:r>
          <a:endParaRPr lang="uk-UA"/>
        </a:p>
      </dgm:t>
    </dgm:pt>
    <dgm:pt modelId="{71FA58A2-278E-414A-AA57-07021BAAD8A2}" type="parTrans" cxnId="{8A50C259-060F-4082-8FC9-BC509EBAF063}">
      <dgm:prSet/>
      <dgm:spPr/>
      <dgm:t>
        <a:bodyPr/>
        <a:lstStyle/>
        <a:p>
          <a:endParaRPr lang="uk-UA"/>
        </a:p>
      </dgm:t>
    </dgm:pt>
    <dgm:pt modelId="{B4D4A414-498C-48CA-9BCF-9770BC5F244B}" type="sibTrans" cxnId="{8A50C259-060F-4082-8FC9-BC509EBAF063}">
      <dgm:prSet/>
      <dgm:spPr/>
      <dgm:t>
        <a:bodyPr/>
        <a:lstStyle/>
        <a:p>
          <a:endParaRPr lang="uk-UA"/>
        </a:p>
      </dgm:t>
    </dgm:pt>
    <dgm:pt modelId="{7D1023A7-9CA8-4D07-8203-F1FCA77B2CFB}">
      <dgm:prSet/>
      <dgm:spPr/>
      <dgm:t>
        <a:bodyPr/>
        <a:lstStyle/>
        <a:p>
          <a:r>
            <a:rPr lang="uk-UA" b="0" i="0"/>
            <a:t>охарактеризувати адміністративно-територіальний устрій Української Народної Республіки.</a:t>
          </a:r>
          <a:endParaRPr lang="uk-UA"/>
        </a:p>
      </dgm:t>
    </dgm:pt>
    <dgm:pt modelId="{DB8EEE90-0296-4923-9B22-AA2757FAC407}" type="parTrans" cxnId="{01E53226-28D2-4D01-93AD-6CC6DFA2A43A}">
      <dgm:prSet/>
      <dgm:spPr/>
      <dgm:t>
        <a:bodyPr/>
        <a:lstStyle/>
        <a:p>
          <a:endParaRPr lang="uk-UA"/>
        </a:p>
      </dgm:t>
    </dgm:pt>
    <dgm:pt modelId="{16F22AC5-09BB-40A0-94B4-48664D95C8DD}" type="sibTrans" cxnId="{01E53226-28D2-4D01-93AD-6CC6DFA2A43A}">
      <dgm:prSet/>
      <dgm:spPr/>
      <dgm:t>
        <a:bodyPr/>
        <a:lstStyle/>
        <a:p>
          <a:endParaRPr lang="uk-UA"/>
        </a:p>
      </dgm:t>
    </dgm:pt>
    <dgm:pt modelId="{11970113-EFC8-46A0-9B79-AD7011213F29}" type="pres">
      <dgm:prSet presAssocID="{A2C629FE-0AC9-4562-AE1A-550207D992C1}" presName="vert0" presStyleCnt="0">
        <dgm:presLayoutVars>
          <dgm:dir/>
          <dgm:animOne val="branch"/>
          <dgm:animLvl val="lvl"/>
        </dgm:presLayoutVars>
      </dgm:prSet>
      <dgm:spPr/>
    </dgm:pt>
    <dgm:pt modelId="{9337E3B2-0A74-403B-A533-B115B6EEC77A}" type="pres">
      <dgm:prSet presAssocID="{1208A8AD-C224-4F7F-B78E-828EF4BF1C2F}" presName="thickLine" presStyleLbl="alignNode1" presStyleIdx="0" presStyleCnt="7"/>
      <dgm:spPr/>
    </dgm:pt>
    <dgm:pt modelId="{CD8E7911-9C72-4B5E-AF3F-42FF59032BD9}" type="pres">
      <dgm:prSet presAssocID="{1208A8AD-C224-4F7F-B78E-828EF4BF1C2F}" presName="horz1" presStyleCnt="0"/>
      <dgm:spPr/>
    </dgm:pt>
    <dgm:pt modelId="{80CB0C07-D5C7-4CCF-B00A-C2C14120814D}" type="pres">
      <dgm:prSet presAssocID="{1208A8AD-C224-4F7F-B78E-828EF4BF1C2F}" presName="tx1" presStyleLbl="revTx" presStyleIdx="0" presStyleCnt="7"/>
      <dgm:spPr/>
    </dgm:pt>
    <dgm:pt modelId="{5A28B082-F3AE-458B-A65F-4994CAF9D7B1}" type="pres">
      <dgm:prSet presAssocID="{1208A8AD-C224-4F7F-B78E-828EF4BF1C2F}" presName="vert1" presStyleCnt="0"/>
      <dgm:spPr/>
    </dgm:pt>
    <dgm:pt modelId="{033F15A5-3E50-4139-87F1-9D745F22B0F2}" type="pres">
      <dgm:prSet presAssocID="{B2B749CF-C94C-466F-A9F3-FDDF7FAEE660}" presName="thickLine" presStyleLbl="alignNode1" presStyleIdx="1" presStyleCnt="7"/>
      <dgm:spPr/>
    </dgm:pt>
    <dgm:pt modelId="{421DBE10-A5A9-4314-96D9-F85D9FF48EDD}" type="pres">
      <dgm:prSet presAssocID="{B2B749CF-C94C-466F-A9F3-FDDF7FAEE660}" presName="horz1" presStyleCnt="0"/>
      <dgm:spPr/>
    </dgm:pt>
    <dgm:pt modelId="{78DA6858-62BA-4AC1-878C-482EA145DE55}" type="pres">
      <dgm:prSet presAssocID="{B2B749CF-C94C-466F-A9F3-FDDF7FAEE660}" presName="tx1" presStyleLbl="revTx" presStyleIdx="1" presStyleCnt="7"/>
      <dgm:spPr/>
    </dgm:pt>
    <dgm:pt modelId="{0A8AA3BC-709F-4277-BB5F-591E9BB118EB}" type="pres">
      <dgm:prSet presAssocID="{B2B749CF-C94C-466F-A9F3-FDDF7FAEE660}" presName="vert1" presStyleCnt="0"/>
      <dgm:spPr/>
    </dgm:pt>
    <dgm:pt modelId="{565136BF-0B23-45B0-A921-4EEF51048697}" type="pres">
      <dgm:prSet presAssocID="{1E05F1CD-CFA4-49CC-BACA-EADE446D63A6}" presName="thickLine" presStyleLbl="alignNode1" presStyleIdx="2" presStyleCnt="7"/>
      <dgm:spPr/>
    </dgm:pt>
    <dgm:pt modelId="{FAF4F6A0-7C7E-4F97-B978-C980FC5B4786}" type="pres">
      <dgm:prSet presAssocID="{1E05F1CD-CFA4-49CC-BACA-EADE446D63A6}" presName="horz1" presStyleCnt="0"/>
      <dgm:spPr/>
    </dgm:pt>
    <dgm:pt modelId="{E78F7B2C-80A3-48B1-BFAD-40EB26284EDD}" type="pres">
      <dgm:prSet presAssocID="{1E05F1CD-CFA4-49CC-BACA-EADE446D63A6}" presName="tx1" presStyleLbl="revTx" presStyleIdx="2" presStyleCnt="7"/>
      <dgm:spPr/>
    </dgm:pt>
    <dgm:pt modelId="{097267AD-A42A-4CBC-AA46-E2F040EDCB6F}" type="pres">
      <dgm:prSet presAssocID="{1E05F1CD-CFA4-49CC-BACA-EADE446D63A6}" presName="vert1" presStyleCnt="0"/>
      <dgm:spPr/>
    </dgm:pt>
    <dgm:pt modelId="{6B37CB49-7DB2-4091-B433-DD4392827191}" type="pres">
      <dgm:prSet presAssocID="{E4AFAD0C-EBA8-47B3-9E51-754225163DB0}" presName="thickLine" presStyleLbl="alignNode1" presStyleIdx="3" presStyleCnt="7"/>
      <dgm:spPr/>
    </dgm:pt>
    <dgm:pt modelId="{54CEC857-5D7E-4490-B24C-6D1DA8D870B3}" type="pres">
      <dgm:prSet presAssocID="{E4AFAD0C-EBA8-47B3-9E51-754225163DB0}" presName="horz1" presStyleCnt="0"/>
      <dgm:spPr/>
    </dgm:pt>
    <dgm:pt modelId="{5833D494-7332-462E-B791-499C54EE69B5}" type="pres">
      <dgm:prSet presAssocID="{E4AFAD0C-EBA8-47B3-9E51-754225163DB0}" presName="tx1" presStyleLbl="revTx" presStyleIdx="3" presStyleCnt="7"/>
      <dgm:spPr/>
    </dgm:pt>
    <dgm:pt modelId="{849D426B-D151-4533-84BA-113EA2815BE1}" type="pres">
      <dgm:prSet presAssocID="{E4AFAD0C-EBA8-47B3-9E51-754225163DB0}" presName="vert1" presStyleCnt="0"/>
      <dgm:spPr/>
    </dgm:pt>
    <dgm:pt modelId="{2CC34F72-FE9A-4357-820E-3355BD720E64}" type="pres">
      <dgm:prSet presAssocID="{79AE589F-B209-4C97-B28B-835DC533A15D}" presName="thickLine" presStyleLbl="alignNode1" presStyleIdx="4" presStyleCnt="7"/>
      <dgm:spPr/>
    </dgm:pt>
    <dgm:pt modelId="{DECCE51A-69E2-40BC-BF05-65B68B95842F}" type="pres">
      <dgm:prSet presAssocID="{79AE589F-B209-4C97-B28B-835DC533A15D}" presName="horz1" presStyleCnt="0"/>
      <dgm:spPr/>
    </dgm:pt>
    <dgm:pt modelId="{074F3A7D-8CC0-4453-9F3D-A5531D670336}" type="pres">
      <dgm:prSet presAssocID="{79AE589F-B209-4C97-B28B-835DC533A15D}" presName="tx1" presStyleLbl="revTx" presStyleIdx="4" presStyleCnt="7"/>
      <dgm:spPr/>
    </dgm:pt>
    <dgm:pt modelId="{088C9AF1-22AA-456D-8AD1-4802E37ACB0E}" type="pres">
      <dgm:prSet presAssocID="{79AE589F-B209-4C97-B28B-835DC533A15D}" presName="vert1" presStyleCnt="0"/>
      <dgm:spPr/>
    </dgm:pt>
    <dgm:pt modelId="{A74A4A8A-D36D-46C2-A662-935186C6070D}" type="pres">
      <dgm:prSet presAssocID="{53F1F776-C6FB-4793-9E53-9E56886A2D9D}" presName="thickLine" presStyleLbl="alignNode1" presStyleIdx="5" presStyleCnt="7"/>
      <dgm:spPr/>
    </dgm:pt>
    <dgm:pt modelId="{33FC7143-2D78-44EB-AB20-ED314E6613A0}" type="pres">
      <dgm:prSet presAssocID="{53F1F776-C6FB-4793-9E53-9E56886A2D9D}" presName="horz1" presStyleCnt="0"/>
      <dgm:spPr/>
    </dgm:pt>
    <dgm:pt modelId="{A8055F21-6272-4D66-8BF5-D5AAAB761854}" type="pres">
      <dgm:prSet presAssocID="{53F1F776-C6FB-4793-9E53-9E56886A2D9D}" presName="tx1" presStyleLbl="revTx" presStyleIdx="5" presStyleCnt="7"/>
      <dgm:spPr/>
    </dgm:pt>
    <dgm:pt modelId="{7DFB4B6F-0352-488B-B025-38D32B92E111}" type="pres">
      <dgm:prSet presAssocID="{53F1F776-C6FB-4793-9E53-9E56886A2D9D}" presName="vert1" presStyleCnt="0"/>
      <dgm:spPr/>
    </dgm:pt>
    <dgm:pt modelId="{FE54BCAF-060A-4825-95C1-67B8943076FC}" type="pres">
      <dgm:prSet presAssocID="{7D1023A7-9CA8-4D07-8203-F1FCA77B2CFB}" presName="thickLine" presStyleLbl="alignNode1" presStyleIdx="6" presStyleCnt="7"/>
      <dgm:spPr/>
    </dgm:pt>
    <dgm:pt modelId="{BE553E3F-6FDF-475B-8AD6-DE64D2FEA9DA}" type="pres">
      <dgm:prSet presAssocID="{7D1023A7-9CA8-4D07-8203-F1FCA77B2CFB}" presName="horz1" presStyleCnt="0"/>
      <dgm:spPr/>
    </dgm:pt>
    <dgm:pt modelId="{8E758A6A-9AB6-407E-A259-97C1D9AA42A7}" type="pres">
      <dgm:prSet presAssocID="{7D1023A7-9CA8-4D07-8203-F1FCA77B2CFB}" presName="tx1" presStyleLbl="revTx" presStyleIdx="6" presStyleCnt="7"/>
      <dgm:spPr/>
    </dgm:pt>
    <dgm:pt modelId="{BAF97DC7-06E9-4701-875C-AA4748F09342}" type="pres">
      <dgm:prSet presAssocID="{7D1023A7-9CA8-4D07-8203-F1FCA77B2CFB}" presName="vert1" presStyleCnt="0"/>
      <dgm:spPr/>
    </dgm:pt>
  </dgm:ptLst>
  <dgm:cxnLst>
    <dgm:cxn modelId="{B0E4D508-91BE-42E5-BF0A-5FF2607F3143}" type="presOf" srcId="{1E05F1CD-CFA4-49CC-BACA-EADE446D63A6}" destId="{E78F7B2C-80A3-48B1-BFAD-40EB26284EDD}" srcOrd="0" destOrd="0" presId="urn:microsoft.com/office/officeart/2008/layout/LinedList"/>
    <dgm:cxn modelId="{7972D314-19B1-4FA1-B129-C0D99C3892E1}" type="presOf" srcId="{A2C629FE-0AC9-4562-AE1A-550207D992C1}" destId="{11970113-EFC8-46A0-9B79-AD7011213F29}" srcOrd="0" destOrd="0" presId="urn:microsoft.com/office/officeart/2008/layout/LinedList"/>
    <dgm:cxn modelId="{01E53226-28D2-4D01-93AD-6CC6DFA2A43A}" srcId="{A2C629FE-0AC9-4562-AE1A-550207D992C1}" destId="{7D1023A7-9CA8-4D07-8203-F1FCA77B2CFB}" srcOrd="6" destOrd="0" parTransId="{DB8EEE90-0296-4923-9B22-AA2757FAC407}" sibTransId="{16F22AC5-09BB-40A0-94B4-48664D95C8DD}"/>
    <dgm:cxn modelId="{63143872-028E-4AEC-9E37-7B92DCD9DB51}" srcId="{A2C629FE-0AC9-4562-AE1A-550207D992C1}" destId="{B2B749CF-C94C-466F-A9F3-FDDF7FAEE660}" srcOrd="1" destOrd="0" parTransId="{29A78B23-CE6B-4233-992D-6C91037560F8}" sibTransId="{0291D83B-C97C-47A8-9E5C-F015DF30320D}"/>
    <dgm:cxn modelId="{C58E0976-A9CF-43F5-B3A2-3FEE68E41E49}" srcId="{A2C629FE-0AC9-4562-AE1A-550207D992C1}" destId="{E4AFAD0C-EBA8-47B3-9E51-754225163DB0}" srcOrd="3" destOrd="0" parTransId="{475908BC-8DB3-498B-A88C-BB34CD48747B}" sibTransId="{7EF7F021-C03A-4E08-BA0D-EDDF002B2AE5}"/>
    <dgm:cxn modelId="{8A50C259-060F-4082-8FC9-BC509EBAF063}" srcId="{A2C629FE-0AC9-4562-AE1A-550207D992C1}" destId="{53F1F776-C6FB-4793-9E53-9E56886A2D9D}" srcOrd="5" destOrd="0" parTransId="{71FA58A2-278E-414A-AA57-07021BAAD8A2}" sibTransId="{B4D4A414-498C-48CA-9BCF-9770BC5F244B}"/>
    <dgm:cxn modelId="{BC077994-360A-4E93-9722-168596B8D0D4}" srcId="{A2C629FE-0AC9-4562-AE1A-550207D992C1}" destId="{79AE589F-B209-4C97-B28B-835DC533A15D}" srcOrd="4" destOrd="0" parTransId="{1BF81908-EEED-48DA-824E-7932FA800ECB}" sibTransId="{FC7AE299-12A2-4572-85C6-B3AFF506CEF2}"/>
    <dgm:cxn modelId="{5F40D39A-4699-49AC-824A-FA34E14AD63E}" type="presOf" srcId="{53F1F776-C6FB-4793-9E53-9E56886A2D9D}" destId="{A8055F21-6272-4D66-8BF5-D5AAAB761854}" srcOrd="0" destOrd="0" presId="urn:microsoft.com/office/officeart/2008/layout/LinedList"/>
    <dgm:cxn modelId="{1B3799A3-96ED-4AC3-A3C7-68C17129A46A}" srcId="{A2C629FE-0AC9-4562-AE1A-550207D992C1}" destId="{1E05F1CD-CFA4-49CC-BACA-EADE446D63A6}" srcOrd="2" destOrd="0" parTransId="{E8348880-D828-40AD-A33D-218DFCF60397}" sibTransId="{D6A79019-0C73-4054-8527-6063CD57C003}"/>
    <dgm:cxn modelId="{AD6FEFA9-9E6E-40A4-ABCB-79FB148A948D}" type="presOf" srcId="{E4AFAD0C-EBA8-47B3-9E51-754225163DB0}" destId="{5833D494-7332-462E-B791-499C54EE69B5}" srcOrd="0" destOrd="0" presId="urn:microsoft.com/office/officeart/2008/layout/LinedList"/>
    <dgm:cxn modelId="{FC45ECD3-3A67-4BA7-B05D-B0ED86A022AC}" type="presOf" srcId="{7D1023A7-9CA8-4D07-8203-F1FCA77B2CFB}" destId="{8E758A6A-9AB6-407E-A259-97C1D9AA42A7}" srcOrd="0" destOrd="0" presId="urn:microsoft.com/office/officeart/2008/layout/LinedList"/>
    <dgm:cxn modelId="{996987E5-ECE9-4F96-90BE-EE0AE23052AE}" type="presOf" srcId="{1208A8AD-C224-4F7F-B78E-828EF4BF1C2F}" destId="{80CB0C07-D5C7-4CCF-B00A-C2C14120814D}" srcOrd="0" destOrd="0" presId="urn:microsoft.com/office/officeart/2008/layout/LinedList"/>
    <dgm:cxn modelId="{C0914BEE-5209-4AC6-89BC-031BA0570CD6}" type="presOf" srcId="{79AE589F-B209-4C97-B28B-835DC533A15D}" destId="{074F3A7D-8CC0-4453-9F3D-A5531D670336}" srcOrd="0" destOrd="0" presId="urn:microsoft.com/office/officeart/2008/layout/LinedList"/>
    <dgm:cxn modelId="{4D15A6F8-C76D-4681-BA9F-152D3A403E32}" type="presOf" srcId="{B2B749CF-C94C-466F-A9F3-FDDF7FAEE660}" destId="{78DA6858-62BA-4AC1-878C-482EA145DE55}" srcOrd="0" destOrd="0" presId="urn:microsoft.com/office/officeart/2008/layout/LinedList"/>
    <dgm:cxn modelId="{E4C322FA-3FE0-43AF-BA65-F4A6B6E43664}" srcId="{A2C629FE-0AC9-4562-AE1A-550207D992C1}" destId="{1208A8AD-C224-4F7F-B78E-828EF4BF1C2F}" srcOrd="0" destOrd="0" parTransId="{4FB2E5D8-D59D-4018-8EEE-573B976A9669}" sibTransId="{C89D0BA5-A446-4A54-9356-4D3F19F5F479}"/>
    <dgm:cxn modelId="{4E651F0F-91B3-47DD-82C3-813BEB1965A1}" type="presParOf" srcId="{11970113-EFC8-46A0-9B79-AD7011213F29}" destId="{9337E3B2-0A74-403B-A533-B115B6EEC77A}" srcOrd="0" destOrd="0" presId="urn:microsoft.com/office/officeart/2008/layout/LinedList"/>
    <dgm:cxn modelId="{E8CB08CE-8A43-4439-B688-E8A6F363BBF9}" type="presParOf" srcId="{11970113-EFC8-46A0-9B79-AD7011213F29}" destId="{CD8E7911-9C72-4B5E-AF3F-42FF59032BD9}" srcOrd="1" destOrd="0" presId="urn:microsoft.com/office/officeart/2008/layout/LinedList"/>
    <dgm:cxn modelId="{629A5DF0-7A61-40B0-ADFC-C72DCE7CA1C7}" type="presParOf" srcId="{CD8E7911-9C72-4B5E-AF3F-42FF59032BD9}" destId="{80CB0C07-D5C7-4CCF-B00A-C2C14120814D}" srcOrd="0" destOrd="0" presId="urn:microsoft.com/office/officeart/2008/layout/LinedList"/>
    <dgm:cxn modelId="{6A34A7D6-469A-47B7-A230-A4C95F1DA7B0}" type="presParOf" srcId="{CD8E7911-9C72-4B5E-AF3F-42FF59032BD9}" destId="{5A28B082-F3AE-458B-A65F-4994CAF9D7B1}" srcOrd="1" destOrd="0" presId="urn:microsoft.com/office/officeart/2008/layout/LinedList"/>
    <dgm:cxn modelId="{37262579-51ED-452B-9763-320D5BE3042C}" type="presParOf" srcId="{11970113-EFC8-46A0-9B79-AD7011213F29}" destId="{033F15A5-3E50-4139-87F1-9D745F22B0F2}" srcOrd="2" destOrd="0" presId="urn:microsoft.com/office/officeart/2008/layout/LinedList"/>
    <dgm:cxn modelId="{36EC0904-C016-463E-845A-FF74228A84E9}" type="presParOf" srcId="{11970113-EFC8-46A0-9B79-AD7011213F29}" destId="{421DBE10-A5A9-4314-96D9-F85D9FF48EDD}" srcOrd="3" destOrd="0" presId="urn:microsoft.com/office/officeart/2008/layout/LinedList"/>
    <dgm:cxn modelId="{6CD99805-73D4-4A5F-A3F4-265D3B5ED3FB}" type="presParOf" srcId="{421DBE10-A5A9-4314-96D9-F85D9FF48EDD}" destId="{78DA6858-62BA-4AC1-878C-482EA145DE55}" srcOrd="0" destOrd="0" presId="urn:microsoft.com/office/officeart/2008/layout/LinedList"/>
    <dgm:cxn modelId="{CCD695D6-6356-4BC8-9BE9-3BE659E5BE46}" type="presParOf" srcId="{421DBE10-A5A9-4314-96D9-F85D9FF48EDD}" destId="{0A8AA3BC-709F-4277-BB5F-591E9BB118EB}" srcOrd="1" destOrd="0" presId="urn:microsoft.com/office/officeart/2008/layout/LinedList"/>
    <dgm:cxn modelId="{D68A8D63-1131-4D86-B897-35FB4D728BB0}" type="presParOf" srcId="{11970113-EFC8-46A0-9B79-AD7011213F29}" destId="{565136BF-0B23-45B0-A921-4EEF51048697}" srcOrd="4" destOrd="0" presId="urn:microsoft.com/office/officeart/2008/layout/LinedList"/>
    <dgm:cxn modelId="{0AAE2920-5A20-4ADF-A951-F676372AD668}" type="presParOf" srcId="{11970113-EFC8-46A0-9B79-AD7011213F29}" destId="{FAF4F6A0-7C7E-4F97-B978-C980FC5B4786}" srcOrd="5" destOrd="0" presId="urn:microsoft.com/office/officeart/2008/layout/LinedList"/>
    <dgm:cxn modelId="{922FD6C9-7782-497C-A28F-37F21C993773}" type="presParOf" srcId="{FAF4F6A0-7C7E-4F97-B978-C980FC5B4786}" destId="{E78F7B2C-80A3-48B1-BFAD-40EB26284EDD}" srcOrd="0" destOrd="0" presId="urn:microsoft.com/office/officeart/2008/layout/LinedList"/>
    <dgm:cxn modelId="{D0949A62-EA70-4CF8-A7B3-5ED21B155DC1}" type="presParOf" srcId="{FAF4F6A0-7C7E-4F97-B978-C980FC5B4786}" destId="{097267AD-A42A-4CBC-AA46-E2F040EDCB6F}" srcOrd="1" destOrd="0" presId="urn:microsoft.com/office/officeart/2008/layout/LinedList"/>
    <dgm:cxn modelId="{6452A1BB-0CAF-4095-A81D-270B7725DBC8}" type="presParOf" srcId="{11970113-EFC8-46A0-9B79-AD7011213F29}" destId="{6B37CB49-7DB2-4091-B433-DD4392827191}" srcOrd="6" destOrd="0" presId="urn:microsoft.com/office/officeart/2008/layout/LinedList"/>
    <dgm:cxn modelId="{33A5C678-3CA4-4039-9717-29B9F3074562}" type="presParOf" srcId="{11970113-EFC8-46A0-9B79-AD7011213F29}" destId="{54CEC857-5D7E-4490-B24C-6D1DA8D870B3}" srcOrd="7" destOrd="0" presId="urn:microsoft.com/office/officeart/2008/layout/LinedList"/>
    <dgm:cxn modelId="{AB35A93B-86B2-4BD0-AD4D-389B565D3EA5}" type="presParOf" srcId="{54CEC857-5D7E-4490-B24C-6D1DA8D870B3}" destId="{5833D494-7332-462E-B791-499C54EE69B5}" srcOrd="0" destOrd="0" presId="urn:microsoft.com/office/officeart/2008/layout/LinedList"/>
    <dgm:cxn modelId="{27C5E037-81DC-4D37-B700-385855C1CB96}" type="presParOf" srcId="{54CEC857-5D7E-4490-B24C-6D1DA8D870B3}" destId="{849D426B-D151-4533-84BA-113EA2815BE1}" srcOrd="1" destOrd="0" presId="urn:microsoft.com/office/officeart/2008/layout/LinedList"/>
    <dgm:cxn modelId="{C3E3FC60-2951-47BD-A3F6-AB0A26B8B55F}" type="presParOf" srcId="{11970113-EFC8-46A0-9B79-AD7011213F29}" destId="{2CC34F72-FE9A-4357-820E-3355BD720E64}" srcOrd="8" destOrd="0" presId="urn:microsoft.com/office/officeart/2008/layout/LinedList"/>
    <dgm:cxn modelId="{EC0C840D-11F2-460E-8F00-B7E5FF17405C}" type="presParOf" srcId="{11970113-EFC8-46A0-9B79-AD7011213F29}" destId="{DECCE51A-69E2-40BC-BF05-65B68B95842F}" srcOrd="9" destOrd="0" presId="urn:microsoft.com/office/officeart/2008/layout/LinedList"/>
    <dgm:cxn modelId="{FFFE6772-7333-41F5-9B6A-C69E29211498}" type="presParOf" srcId="{DECCE51A-69E2-40BC-BF05-65B68B95842F}" destId="{074F3A7D-8CC0-4453-9F3D-A5531D670336}" srcOrd="0" destOrd="0" presId="urn:microsoft.com/office/officeart/2008/layout/LinedList"/>
    <dgm:cxn modelId="{4150294A-7CAB-42BD-A931-986E633B1E5D}" type="presParOf" srcId="{DECCE51A-69E2-40BC-BF05-65B68B95842F}" destId="{088C9AF1-22AA-456D-8AD1-4802E37ACB0E}" srcOrd="1" destOrd="0" presId="urn:microsoft.com/office/officeart/2008/layout/LinedList"/>
    <dgm:cxn modelId="{CDAFF664-D02A-44A9-BA46-8A0DE04EA34B}" type="presParOf" srcId="{11970113-EFC8-46A0-9B79-AD7011213F29}" destId="{A74A4A8A-D36D-46C2-A662-935186C6070D}" srcOrd="10" destOrd="0" presId="urn:microsoft.com/office/officeart/2008/layout/LinedList"/>
    <dgm:cxn modelId="{8FD81DE2-0199-493D-A348-8381210E0FCB}" type="presParOf" srcId="{11970113-EFC8-46A0-9B79-AD7011213F29}" destId="{33FC7143-2D78-44EB-AB20-ED314E6613A0}" srcOrd="11" destOrd="0" presId="urn:microsoft.com/office/officeart/2008/layout/LinedList"/>
    <dgm:cxn modelId="{0A4ECD68-5DA4-4140-B3D3-724EB99C1DEC}" type="presParOf" srcId="{33FC7143-2D78-44EB-AB20-ED314E6613A0}" destId="{A8055F21-6272-4D66-8BF5-D5AAAB761854}" srcOrd="0" destOrd="0" presId="urn:microsoft.com/office/officeart/2008/layout/LinedList"/>
    <dgm:cxn modelId="{E9190807-375E-4EEE-8C5A-C3C39B607E51}" type="presParOf" srcId="{33FC7143-2D78-44EB-AB20-ED314E6613A0}" destId="{7DFB4B6F-0352-488B-B025-38D32B92E111}" srcOrd="1" destOrd="0" presId="urn:microsoft.com/office/officeart/2008/layout/LinedList"/>
    <dgm:cxn modelId="{1B02841D-691F-4BE7-A531-F623FE5249D5}" type="presParOf" srcId="{11970113-EFC8-46A0-9B79-AD7011213F29}" destId="{FE54BCAF-060A-4825-95C1-67B8943076FC}" srcOrd="12" destOrd="0" presId="urn:microsoft.com/office/officeart/2008/layout/LinedList"/>
    <dgm:cxn modelId="{DCD683DC-42BF-446C-9F65-6B950044E9AC}" type="presParOf" srcId="{11970113-EFC8-46A0-9B79-AD7011213F29}" destId="{BE553E3F-6FDF-475B-8AD6-DE64D2FEA9DA}" srcOrd="13" destOrd="0" presId="urn:microsoft.com/office/officeart/2008/layout/LinedList"/>
    <dgm:cxn modelId="{2BF7A798-9D85-4483-9D6A-F78C2F598882}" type="presParOf" srcId="{BE553E3F-6FDF-475B-8AD6-DE64D2FEA9DA}" destId="{8E758A6A-9AB6-407E-A259-97C1D9AA42A7}" srcOrd="0" destOrd="0" presId="urn:microsoft.com/office/officeart/2008/layout/LinedList"/>
    <dgm:cxn modelId="{5A4614A3-9202-4EF7-BBED-1281A80F8B59}" type="presParOf" srcId="{BE553E3F-6FDF-475B-8AD6-DE64D2FEA9DA}" destId="{BAF97DC7-06E9-4701-875C-AA4748F0934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101078D3-BFFD-4DCB-BA61-0004D827F8F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6DB0988-7CBB-455B-B7A7-F15ABF911E78}">
      <dgm:prSet/>
      <dgm:spPr/>
      <dgm:t>
        <a:bodyPr/>
        <a:lstStyle/>
        <a:p>
          <a:r>
            <a:rPr lang="ru-RU" b="0" i="0"/>
            <a:t>1917 р.</a:t>
          </a:r>
          <a:endParaRPr lang="uk-UA"/>
        </a:p>
      </dgm:t>
    </dgm:pt>
    <dgm:pt modelId="{8C5C9925-E80C-4B7A-BE79-140FF20B83B8}" type="parTrans" cxnId="{7DC0DF7E-BC3E-423A-A6C5-516DA2CFE870}">
      <dgm:prSet/>
      <dgm:spPr/>
      <dgm:t>
        <a:bodyPr/>
        <a:lstStyle/>
        <a:p>
          <a:endParaRPr lang="uk-UA"/>
        </a:p>
      </dgm:t>
    </dgm:pt>
    <dgm:pt modelId="{EBFB2D37-975E-4967-91F0-8D0C2B7B8B00}" type="sibTrans" cxnId="{7DC0DF7E-BC3E-423A-A6C5-516DA2CFE870}">
      <dgm:prSet/>
      <dgm:spPr/>
      <dgm:t>
        <a:bodyPr/>
        <a:lstStyle/>
        <a:p>
          <a:endParaRPr lang="uk-UA"/>
        </a:p>
      </dgm:t>
    </dgm:pt>
    <dgm:pt modelId="{74BF349A-D4AE-44E9-9763-6BEE8DEF12BF}">
      <dgm:prSet/>
      <dgm:spPr/>
      <dgm:t>
        <a:bodyPr/>
        <a:lstStyle/>
        <a:p>
          <a:r>
            <a:rPr lang="ru-RU" b="0" i="0"/>
            <a:t>1918 р.</a:t>
          </a:r>
          <a:endParaRPr lang="uk-UA"/>
        </a:p>
      </dgm:t>
    </dgm:pt>
    <dgm:pt modelId="{70C79052-425A-4B49-AF5A-70E9518E2A02}" type="parTrans" cxnId="{A7EF80F3-4BCA-459B-930E-5C88F4A79A1B}">
      <dgm:prSet/>
      <dgm:spPr/>
      <dgm:t>
        <a:bodyPr/>
        <a:lstStyle/>
        <a:p>
          <a:endParaRPr lang="uk-UA"/>
        </a:p>
      </dgm:t>
    </dgm:pt>
    <dgm:pt modelId="{D2208822-9437-4362-87C9-D3A538E972EA}" type="sibTrans" cxnId="{A7EF80F3-4BCA-459B-930E-5C88F4A79A1B}">
      <dgm:prSet/>
      <dgm:spPr/>
      <dgm:t>
        <a:bodyPr/>
        <a:lstStyle/>
        <a:p>
          <a:endParaRPr lang="uk-UA"/>
        </a:p>
      </dgm:t>
    </dgm:pt>
    <dgm:pt modelId="{35F8DE34-A740-47FB-86C3-0DF68389EEF8}">
      <dgm:prSet/>
      <dgm:spPr/>
      <dgm:t>
        <a:bodyPr/>
        <a:lstStyle/>
        <a:p>
          <a:r>
            <a:rPr lang="ru-RU" b="0" i="0"/>
            <a:t>1919 р.</a:t>
          </a:r>
          <a:endParaRPr lang="uk-UA"/>
        </a:p>
      </dgm:t>
    </dgm:pt>
    <dgm:pt modelId="{B57D2CA0-8CC1-4A2B-BD72-55471A900A57}" type="parTrans" cxnId="{35A81698-8F9D-4DD0-85F6-83742222A55E}">
      <dgm:prSet/>
      <dgm:spPr/>
      <dgm:t>
        <a:bodyPr/>
        <a:lstStyle/>
        <a:p>
          <a:endParaRPr lang="uk-UA"/>
        </a:p>
      </dgm:t>
    </dgm:pt>
    <dgm:pt modelId="{13966C05-0D7A-48D1-85A4-9213845E7C32}" type="sibTrans" cxnId="{35A81698-8F9D-4DD0-85F6-83742222A55E}">
      <dgm:prSet/>
      <dgm:spPr/>
      <dgm:t>
        <a:bodyPr/>
        <a:lstStyle/>
        <a:p>
          <a:endParaRPr lang="uk-UA"/>
        </a:p>
      </dgm:t>
    </dgm:pt>
    <dgm:pt modelId="{0D2384C8-8FA3-4A3C-B7E9-138E0A7E6153}">
      <dgm:prSet/>
      <dgm:spPr/>
      <dgm:t>
        <a:bodyPr/>
        <a:lstStyle/>
        <a:p>
          <a:r>
            <a:rPr lang="ru-RU" b="0" i="0"/>
            <a:t>1922 р.</a:t>
          </a:r>
          <a:endParaRPr lang="uk-UA"/>
        </a:p>
      </dgm:t>
    </dgm:pt>
    <dgm:pt modelId="{0ED83AB4-72AE-4D96-AA9C-CB8BBF2BDFA8}" type="parTrans" cxnId="{2EF981CB-5D1C-481E-BDF9-18B3F7059576}">
      <dgm:prSet/>
      <dgm:spPr/>
      <dgm:t>
        <a:bodyPr/>
        <a:lstStyle/>
        <a:p>
          <a:endParaRPr lang="uk-UA"/>
        </a:p>
      </dgm:t>
    </dgm:pt>
    <dgm:pt modelId="{B61F973C-34F4-4BC5-83A0-725EDA6AFB24}" type="sibTrans" cxnId="{2EF981CB-5D1C-481E-BDF9-18B3F7059576}">
      <dgm:prSet/>
      <dgm:spPr/>
      <dgm:t>
        <a:bodyPr/>
        <a:lstStyle/>
        <a:p>
          <a:endParaRPr lang="uk-UA"/>
        </a:p>
      </dgm:t>
    </dgm:pt>
    <dgm:pt modelId="{FA0D30B4-B2F9-4934-9291-72B0E2CE8D62}" type="pres">
      <dgm:prSet presAssocID="{101078D3-BFFD-4DCB-BA61-0004D827F8F9}" presName="matrix" presStyleCnt="0">
        <dgm:presLayoutVars>
          <dgm:chMax val="1"/>
          <dgm:dir/>
          <dgm:resizeHandles val="exact"/>
        </dgm:presLayoutVars>
      </dgm:prSet>
      <dgm:spPr/>
    </dgm:pt>
    <dgm:pt modelId="{C31B29F2-58B5-4CAF-B1C9-777791028BDA}" type="pres">
      <dgm:prSet presAssocID="{101078D3-BFFD-4DCB-BA61-0004D827F8F9}" presName="diamond" presStyleLbl="bgShp" presStyleIdx="0" presStyleCnt="1"/>
      <dgm:spPr/>
    </dgm:pt>
    <dgm:pt modelId="{A08A38CE-9CD6-4156-905A-C04FCAA7AFBE}" type="pres">
      <dgm:prSet presAssocID="{101078D3-BFFD-4DCB-BA61-0004D827F8F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D43F42B-D05C-40DA-BCA2-6E97BB556033}" type="pres">
      <dgm:prSet presAssocID="{101078D3-BFFD-4DCB-BA61-0004D827F8F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0CB8F48-EE29-4200-8097-3A009C19E2AA}" type="pres">
      <dgm:prSet presAssocID="{101078D3-BFFD-4DCB-BA61-0004D827F8F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3D63F9D-DFB1-4417-8118-16AB1717F3EE}" type="pres">
      <dgm:prSet presAssocID="{101078D3-BFFD-4DCB-BA61-0004D827F8F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7737724-BA46-4EEB-AA52-08CF854F393F}" type="presOf" srcId="{74BF349A-D4AE-44E9-9763-6BEE8DEF12BF}" destId="{ED43F42B-D05C-40DA-BCA2-6E97BB556033}" srcOrd="0" destOrd="0" presId="urn:microsoft.com/office/officeart/2005/8/layout/matrix3"/>
    <dgm:cxn modelId="{1976765B-7A27-44AC-A281-790DB6C2610A}" type="presOf" srcId="{0D2384C8-8FA3-4A3C-B7E9-138E0A7E6153}" destId="{E3D63F9D-DFB1-4417-8118-16AB1717F3EE}" srcOrd="0" destOrd="0" presId="urn:microsoft.com/office/officeart/2005/8/layout/matrix3"/>
    <dgm:cxn modelId="{7DC0DF7E-BC3E-423A-A6C5-516DA2CFE870}" srcId="{101078D3-BFFD-4DCB-BA61-0004D827F8F9}" destId="{66DB0988-7CBB-455B-B7A7-F15ABF911E78}" srcOrd="0" destOrd="0" parTransId="{8C5C9925-E80C-4B7A-BE79-140FF20B83B8}" sibTransId="{EBFB2D37-975E-4967-91F0-8D0C2B7B8B00}"/>
    <dgm:cxn modelId="{35A81698-8F9D-4DD0-85F6-83742222A55E}" srcId="{101078D3-BFFD-4DCB-BA61-0004D827F8F9}" destId="{35F8DE34-A740-47FB-86C3-0DF68389EEF8}" srcOrd="2" destOrd="0" parTransId="{B57D2CA0-8CC1-4A2B-BD72-55471A900A57}" sibTransId="{13966C05-0D7A-48D1-85A4-9213845E7C32}"/>
    <dgm:cxn modelId="{8CA8D4BC-5ABC-42E1-84AF-BA370808B30B}" type="presOf" srcId="{35F8DE34-A740-47FB-86C3-0DF68389EEF8}" destId="{20CB8F48-EE29-4200-8097-3A009C19E2AA}" srcOrd="0" destOrd="0" presId="urn:microsoft.com/office/officeart/2005/8/layout/matrix3"/>
    <dgm:cxn modelId="{2EF981CB-5D1C-481E-BDF9-18B3F7059576}" srcId="{101078D3-BFFD-4DCB-BA61-0004D827F8F9}" destId="{0D2384C8-8FA3-4A3C-B7E9-138E0A7E6153}" srcOrd="3" destOrd="0" parTransId="{0ED83AB4-72AE-4D96-AA9C-CB8BBF2BDFA8}" sibTransId="{B61F973C-34F4-4BC5-83A0-725EDA6AFB24}"/>
    <dgm:cxn modelId="{008F74D1-5072-47D9-B768-1B62578B89A5}" type="presOf" srcId="{66DB0988-7CBB-455B-B7A7-F15ABF911E78}" destId="{A08A38CE-9CD6-4156-905A-C04FCAA7AFBE}" srcOrd="0" destOrd="0" presId="urn:microsoft.com/office/officeart/2005/8/layout/matrix3"/>
    <dgm:cxn modelId="{75D24FEA-1707-49C7-A713-A0C07F68999A}" type="presOf" srcId="{101078D3-BFFD-4DCB-BA61-0004D827F8F9}" destId="{FA0D30B4-B2F9-4934-9291-72B0E2CE8D62}" srcOrd="0" destOrd="0" presId="urn:microsoft.com/office/officeart/2005/8/layout/matrix3"/>
    <dgm:cxn modelId="{A7EF80F3-4BCA-459B-930E-5C88F4A79A1B}" srcId="{101078D3-BFFD-4DCB-BA61-0004D827F8F9}" destId="{74BF349A-D4AE-44E9-9763-6BEE8DEF12BF}" srcOrd="1" destOrd="0" parTransId="{70C79052-425A-4B49-AF5A-70E9518E2A02}" sibTransId="{D2208822-9437-4362-87C9-D3A538E972EA}"/>
    <dgm:cxn modelId="{7163AC74-47F0-4A6D-A82E-C8906C1A1DA9}" type="presParOf" srcId="{FA0D30B4-B2F9-4934-9291-72B0E2CE8D62}" destId="{C31B29F2-58B5-4CAF-B1C9-777791028BDA}" srcOrd="0" destOrd="0" presId="urn:microsoft.com/office/officeart/2005/8/layout/matrix3"/>
    <dgm:cxn modelId="{28493689-4EEC-4C66-928A-8CEF709A5842}" type="presParOf" srcId="{FA0D30B4-B2F9-4934-9291-72B0E2CE8D62}" destId="{A08A38CE-9CD6-4156-905A-C04FCAA7AFBE}" srcOrd="1" destOrd="0" presId="urn:microsoft.com/office/officeart/2005/8/layout/matrix3"/>
    <dgm:cxn modelId="{DC5A6ADE-6450-4156-B87E-7BCC0E01C8EC}" type="presParOf" srcId="{FA0D30B4-B2F9-4934-9291-72B0E2CE8D62}" destId="{ED43F42B-D05C-40DA-BCA2-6E97BB556033}" srcOrd="2" destOrd="0" presId="urn:microsoft.com/office/officeart/2005/8/layout/matrix3"/>
    <dgm:cxn modelId="{906CF557-8EB2-4B83-92F3-B78959E480E9}" type="presParOf" srcId="{FA0D30B4-B2F9-4934-9291-72B0E2CE8D62}" destId="{20CB8F48-EE29-4200-8097-3A009C19E2AA}" srcOrd="3" destOrd="0" presId="urn:microsoft.com/office/officeart/2005/8/layout/matrix3"/>
    <dgm:cxn modelId="{64A73593-735C-4F59-9296-FADE9869BAC7}" type="presParOf" srcId="{FA0D30B4-B2F9-4934-9291-72B0E2CE8D62}" destId="{E3D63F9D-DFB1-4417-8118-16AB1717F3E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1DC484B2-E98E-43E1-AC23-E269DA1A85E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9F2626C-46DF-47EF-8367-733277E1AEF7}">
      <dgm:prSet/>
      <dgm:spPr/>
      <dgm:t>
        <a:bodyPr/>
        <a:lstStyle/>
        <a:p>
          <a:r>
            <a:rPr lang="uk-UA" b="0" i="0"/>
            <a:t>Директорії УНР</a:t>
          </a:r>
          <a:endParaRPr lang="uk-UA"/>
        </a:p>
      </dgm:t>
    </dgm:pt>
    <dgm:pt modelId="{15B28A17-76CF-4407-B7D2-348A3BD86ACA}" type="parTrans" cxnId="{22287E8A-3C0B-4BF9-989E-104B80EB1B6B}">
      <dgm:prSet/>
      <dgm:spPr/>
      <dgm:t>
        <a:bodyPr/>
        <a:lstStyle/>
        <a:p>
          <a:endParaRPr lang="uk-UA"/>
        </a:p>
      </dgm:t>
    </dgm:pt>
    <dgm:pt modelId="{59B3F56C-25B9-48FC-8883-17FA3F4F4C00}" type="sibTrans" cxnId="{22287E8A-3C0B-4BF9-989E-104B80EB1B6B}">
      <dgm:prSet/>
      <dgm:spPr/>
      <dgm:t>
        <a:bodyPr/>
        <a:lstStyle/>
        <a:p>
          <a:endParaRPr lang="uk-UA"/>
        </a:p>
      </dgm:t>
    </dgm:pt>
    <dgm:pt modelId="{96B9B691-4D46-4562-9E8A-0329249DB3CB}">
      <dgm:prSet/>
      <dgm:spPr/>
      <dgm:t>
        <a:bodyPr/>
        <a:lstStyle/>
        <a:p>
          <a:r>
            <a:rPr lang="uk-UA" b="0" i="0"/>
            <a:t>Гетьманату П. Скоропадського</a:t>
          </a:r>
          <a:endParaRPr lang="uk-UA"/>
        </a:p>
      </dgm:t>
    </dgm:pt>
    <dgm:pt modelId="{F31062C5-603C-45D6-AC3A-7B8D25A3ACCA}" type="parTrans" cxnId="{BF4FF1C0-F574-49D1-82E4-D82ADC7674E2}">
      <dgm:prSet/>
      <dgm:spPr/>
      <dgm:t>
        <a:bodyPr/>
        <a:lstStyle/>
        <a:p>
          <a:endParaRPr lang="uk-UA"/>
        </a:p>
      </dgm:t>
    </dgm:pt>
    <dgm:pt modelId="{F3E5D583-2FFB-4B6A-9CBE-07BFD86134AA}" type="sibTrans" cxnId="{BF4FF1C0-F574-49D1-82E4-D82ADC7674E2}">
      <dgm:prSet/>
      <dgm:spPr/>
      <dgm:t>
        <a:bodyPr/>
        <a:lstStyle/>
        <a:p>
          <a:endParaRPr lang="uk-UA"/>
        </a:p>
      </dgm:t>
    </dgm:pt>
    <dgm:pt modelId="{B343495A-B896-44FA-A3EB-62F37C1A5D9B}">
      <dgm:prSet/>
      <dgm:spPr/>
      <dgm:t>
        <a:bodyPr/>
        <a:lstStyle/>
        <a:p>
          <a:r>
            <a:rPr lang="uk-UA" b="0" i="0"/>
            <a:t>Української Центральної Ради</a:t>
          </a:r>
          <a:endParaRPr lang="uk-UA"/>
        </a:p>
      </dgm:t>
    </dgm:pt>
    <dgm:pt modelId="{68AA725F-283B-48A1-952D-E5C5F2719CDA}" type="parTrans" cxnId="{E7567C56-7B96-4C50-B6F6-40F87A0D76D9}">
      <dgm:prSet/>
      <dgm:spPr/>
      <dgm:t>
        <a:bodyPr/>
        <a:lstStyle/>
        <a:p>
          <a:endParaRPr lang="uk-UA"/>
        </a:p>
      </dgm:t>
    </dgm:pt>
    <dgm:pt modelId="{D6CD6562-32AB-4B29-B557-D1F13A24287B}" type="sibTrans" cxnId="{E7567C56-7B96-4C50-B6F6-40F87A0D76D9}">
      <dgm:prSet/>
      <dgm:spPr/>
      <dgm:t>
        <a:bodyPr/>
        <a:lstStyle/>
        <a:p>
          <a:endParaRPr lang="uk-UA"/>
        </a:p>
      </dgm:t>
    </dgm:pt>
    <dgm:pt modelId="{5629504E-F7AC-4DAD-85F8-8E7B5A54E30A}">
      <dgm:prSet/>
      <dgm:spPr/>
      <dgm:t>
        <a:bodyPr/>
        <a:lstStyle/>
        <a:p>
          <a:r>
            <a:rPr lang="uk-UA" b="0" i="0"/>
            <a:t>УСРР</a:t>
          </a:r>
          <a:endParaRPr lang="uk-UA"/>
        </a:p>
      </dgm:t>
    </dgm:pt>
    <dgm:pt modelId="{31C288EB-9E14-41BC-B470-DD9B4530B484}" type="parTrans" cxnId="{115C732D-ABE1-4A0D-AB59-6A608F204CEB}">
      <dgm:prSet/>
      <dgm:spPr/>
      <dgm:t>
        <a:bodyPr/>
        <a:lstStyle/>
        <a:p>
          <a:endParaRPr lang="uk-UA"/>
        </a:p>
      </dgm:t>
    </dgm:pt>
    <dgm:pt modelId="{743E5381-E920-4041-B3A5-6E76B1FE7A41}" type="sibTrans" cxnId="{115C732D-ABE1-4A0D-AB59-6A608F204CEB}">
      <dgm:prSet/>
      <dgm:spPr/>
      <dgm:t>
        <a:bodyPr/>
        <a:lstStyle/>
        <a:p>
          <a:endParaRPr lang="uk-UA"/>
        </a:p>
      </dgm:t>
    </dgm:pt>
    <dgm:pt modelId="{E1745068-1371-474E-84CE-63C6E5490FEB}" type="pres">
      <dgm:prSet presAssocID="{1DC484B2-E98E-43E1-AC23-E269DA1A85E1}" presName="linearFlow" presStyleCnt="0">
        <dgm:presLayoutVars>
          <dgm:dir/>
          <dgm:resizeHandles val="exact"/>
        </dgm:presLayoutVars>
      </dgm:prSet>
      <dgm:spPr/>
    </dgm:pt>
    <dgm:pt modelId="{E4244A84-F95D-492F-9363-6BBF06CAFE82}" type="pres">
      <dgm:prSet presAssocID="{69F2626C-46DF-47EF-8367-733277E1AEF7}" presName="composite" presStyleCnt="0"/>
      <dgm:spPr/>
    </dgm:pt>
    <dgm:pt modelId="{011731CD-8C75-4E79-9D80-61D511DFEB74}" type="pres">
      <dgm:prSet presAssocID="{69F2626C-46DF-47EF-8367-733277E1AEF7}" presName="imgShp" presStyleLbl="fgImgPlace1" presStyleIdx="0" presStyleCnt="4"/>
      <dgm:spPr/>
    </dgm:pt>
    <dgm:pt modelId="{D723E576-A8AC-454D-8205-5F84D0DB0D85}" type="pres">
      <dgm:prSet presAssocID="{69F2626C-46DF-47EF-8367-733277E1AEF7}" presName="txShp" presStyleLbl="node1" presStyleIdx="0" presStyleCnt="4">
        <dgm:presLayoutVars>
          <dgm:bulletEnabled val="1"/>
        </dgm:presLayoutVars>
      </dgm:prSet>
      <dgm:spPr/>
    </dgm:pt>
    <dgm:pt modelId="{663F0BC0-8524-43A5-AA81-13B336AD4878}" type="pres">
      <dgm:prSet presAssocID="{59B3F56C-25B9-48FC-8883-17FA3F4F4C00}" presName="spacing" presStyleCnt="0"/>
      <dgm:spPr/>
    </dgm:pt>
    <dgm:pt modelId="{93F55383-5CE7-4ED0-A57F-ABBE728363FE}" type="pres">
      <dgm:prSet presAssocID="{96B9B691-4D46-4562-9E8A-0329249DB3CB}" presName="composite" presStyleCnt="0"/>
      <dgm:spPr/>
    </dgm:pt>
    <dgm:pt modelId="{23B9C279-6310-4F67-AADF-87197FCB65A7}" type="pres">
      <dgm:prSet presAssocID="{96B9B691-4D46-4562-9E8A-0329249DB3CB}" presName="imgShp" presStyleLbl="fgImgPlace1" presStyleIdx="1" presStyleCnt="4"/>
      <dgm:spPr/>
    </dgm:pt>
    <dgm:pt modelId="{613C47EB-3A98-404D-A7D7-F822092D8615}" type="pres">
      <dgm:prSet presAssocID="{96B9B691-4D46-4562-9E8A-0329249DB3CB}" presName="txShp" presStyleLbl="node1" presStyleIdx="1" presStyleCnt="4">
        <dgm:presLayoutVars>
          <dgm:bulletEnabled val="1"/>
        </dgm:presLayoutVars>
      </dgm:prSet>
      <dgm:spPr/>
    </dgm:pt>
    <dgm:pt modelId="{36F01845-331E-4983-B8D1-3E8FEB63CC7D}" type="pres">
      <dgm:prSet presAssocID="{F3E5D583-2FFB-4B6A-9CBE-07BFD86134AA}" presName="spacing" presStyleCnt="0"/>
      <dgm:spPr/>
    </dgm:pt>
    <dgm:pt modelId="{67A71B4B-822F-41F6-BD35-09F25A95AB1C}" type="pres">
      <dgm:prSet presAssocID="{B343495A-B896-44FA-A3EB-62F37C1A5D9B}" presName="composite" presStyleCnt="0"/>
      <dgm:spPr/>
    </dgm:pt>
    <dgm:pt modelId="{2A2498F4-F1CB-4406-8962-509A6AF30699}" type="pres">
      <dgm:prSet presAssocID="{B343495A-B896-44FA-A3EB-62F37C1A5D9B}" presName="imgShp" presStyleLbl="fgImgPlace1" presStyleIdx="2" presStyleCnt="4"/>
      <dgm:spPr/>
    </dgm:pt>
    <dgm:pt modelId="{95874416-1AD5-4911-935C-672753AD9A52}" type="pres">
      <dgm:prSet presAssocID="{B343495A-B896-44FA-A3EB-62F37C1A5D9B}" presName="txShp" presStyleLbl="node1" presStyleIdx="2" presStyleCnt="4">
        <dgm:presLayoutVars>
          <dgm:bulletEnabled val="1"/>
        </dgm:presLayoutVars>
      </dgm:prSet>
      <dgm:spPr/>
    </dgm:pt>
    <dgm:pt modelId="{6B49B00E-2653-420E-AF02-E350C4BDB206}" type="pres">
      <dgm:prSet presAssocID="{D6CD6562-32AB-4B29-B557-D1F13A24287B}" presName="spacing" presStyleCnt="0"/>
      <dgm:spPr/>
    </dgm:pt>
    <dgm:pt modelId="{9C723CDC-0646-4446-BBA5-F5C3F7B80B42}" type="pres">
      <dgm:prSet presAssocID="{5629504E-F7AC-4DAD-85F8-8E7B5A54E30A}" presName="composite" presStyleCnt="0"/>
      <dgm:spPr/>
    </dgm:pt>
    <dgm:pt modelId="{C60B330E-F403-4848-8029-ACB3CC3D1E9B}" type="pres">
      <dgm:prSet presAssocID="{5629504E-F7AC-4DAD-85F8-8E7B5A54E30A}" presName="imgShp" presStyleLbl="fgImgPlace1" presStyleIdx="3" presStyleCnt="4"/>
      <dgm:spPr/>
    </dgm:pt>
    <dgm:pt modelId="{69532DB8-78C1-4633-9095-93367013CC40}" type="pres">
      <dgm:prSet presAssocID="{5629504E-F7AC-4DAD-85F8-8E7B5A54E30A}" presName="txShp" presStyleLbl="node1" presStyleIdx="3" presStyleCnt="4">
        <dgm:presLayoutVars>
          <dgm:bulletEnabled val="1"/>
        </dgm:presLayoutVars>
      </dgm:prSet>
      <dgm:spPr/>
    </dgm:pt>
  </dgm:ptLst>
  <dgm:cxnLst>
    <dgm:cxn modelId="{83F7C428-F149-4F10-976E-154130CD25D6}" type="presOf" srcId="{1DC484B2-E98E-43E1-AC23-E269DA1A85E1}" destId="{E1745068-1371-474E-84CE-63C6E5490FEB}" srcOrd="0" destOrd="0" presId="urn:microsoft.com/office/officeart/2005/8/layout/vList3"/>
    <dgm:cxn modelId="{115C732D-ABE1-4A0D-AB59-6A608F204CEB}" srcId="{1DC484B2-E98E-43E1-AC23-E269DA1A85E1}" destId="{5629504E-F7AC-4DAD-85F8-8E7B5A54E30A}" srcOrd="3" destOrd="0" parTransId="{31C288EB-9E14-41BC-B470-DD9B4530B484}" sibTransId="{743E5381-E920-4041-B3A5-6E76B1FE7A41}"/>
    <dgm:cxn modelId="{E7567C56-7B96-4C50-B6F6-40F87A0D76D9}" srcId="{1DC484B2-E98E-43E1-AC23-E269DA1A85E1}" destId="{B343495A-B896-44FA-A3EB-62F37C1A5D9B}" srcOrd="2" destOrd="0" parTransId="{68AA725F-283B-48A1-952D-E5C5F2719CDA}" sibTransId="{D6CD6562-32AB-4B29-B557-D1F13A24287B}"/>
    <dgm:cxn modelId="{03E8DD82-C822-4EF0-98F2-D5B87C9BC9FF}" type="presOf" srcId="{69F2626C-46DF-47EF-8367-733277E1AEF7}" destId="{D723E576-A8AC-454D-8205-5F84D0DB0D85}" srcOrd="0" destOrd="0" presId="urn:microsoft.com/office/officeart/2005/8/layout/vList3"/>
    <dgm:cxn modelId="{22287E8A-3C0B-4BF9-989E-104B80EB1B6B}" srcId="{1DC484B2-E98E-43E1-AC23-E269DA1A85E1}" destId="{69F2626C-46DF-47EF-8367-733277E1AEF7}" srcOrd="0" destOrd="0" parTransId="{15B28A17-76CF-4407-B7D2-348A3BD86ACA}" sibTransId="{59B3F56C-25B9-48FC-8883-17FA3F4F4C00}"/>
    <dgm:cxn modelId="{738593B4-1B67-48CE-B0B7-F9034BFAC402}" type="presOf" srcId="{96B9B691-4D46-4562-9E8A-0329249DB3CB}" destId="{613C47EB-3A98-404D-A7D7-F822092D8615}" srcOrd="0" destOrd="0" presId="urn:microsoft.com/office/officeart/2005/8/layout/vList3"/>
    <dgm:cxn modelId="{BF4FF1C0-F574-49D1-82E4-D82ADC7674E2}" srcId="{1DC484B2-E98E-43E1-AC23-E269DA1A85E1}" destId="{96B9B691-4D46-4562-9E8A-0329249DB3CB}" srcOrd="1" destOrd="0" parTransId="{F31062C5-603C-45D6-AC3A-7B8D25A3ACCA}" sibTransId="{F3E5D583-2FFB-4B6A-9CBE-07BFD86134AA}"/>
    <dgm:cxn modelId="{D72F2BEB-C13C-4859-8F48-6A2BE0D10127}" type="presOf" srcId="{5629504E-F7AC-4DAD-85F8-8E7B5A54E30A}" destId="{69532DB8-78C1-4633-9095-93367013CC40}" srcOrd="0" destOrd="0" presId="urn:microsoft.com/office/officeart/2005/8/layout/vList3"/>
    <dgm:cxn modelId="{7E04FEF5-1422-4D52-85C9-E42EDFB96F03}" type="presOf" srcId="{B343495A-B896-44FA-A3EB-62F37C1A5D9B}" destId="{95874416-1AD5-4911-935C-672753AD9A52}" srcOrd="0" destOrd="0" presId="urn:microsoft.com/office/officeart/2005/8/layout/vList3"/>
    <dgm:cxn modelId="{643674B8-D8BF-4DB6-8591-A87D104F06DB}" type="presParOf" srcId="{E1745068-1371-474E-84CE-63C6E5490FEB}" destId="{E4244A84-F95D-492F-9363-6BBF06CAFE82}" srcOrd="0" destOrd="0" presId="urn:microsoft.com/office/officeart/2005/8/layout/vList3"/>
    <dgm:cxn modelId="{D76D31FB-6BF9-4EE6-9585-3B857A8200B6}" type="presParOf" srcId="{E4244A84-F95D-492F-9363-6BBF06CAFE82}" destId="{011731CD-8C75-4E79-9D80-61D511DFEB74}" srcOrd="0" destOrd="0" presId="urn:microsoft.com/office/officeart/2005/8/layout/vList3"/>
    <dgm:cxn modelId="{3577C0DE-509A-497C-B2F8-310517F5A4CE}" type="presParOf" srcId="{E4244A84-F95D-492F-9363-6BBF06CAFE82}" destId="{D723E576-A8AC-454D-8205-5F84D0DB0D85}" srcOrd="1" destOrd="0" presId="urn:microsoft.com/office/officeart/2005/8/layout/vList3"/>
    <dgm:cxn modelId="{E0B014D3-3712-4143-9A67-A59E94394DDB}" type="presParOf" srcId="{E1745068-1371-474E-84CE-63C6E5490FEB}" destId="{663F0BC0-8524-43A5-AA81-13B336AD4878}" srcOrd="1" destOrd="0" presId="urn:microsoft.com/office/officeart/2005/8/layout/vList3"/>
    <dgm:cxn modelId="{0E1E9202-7978-4743-A4D2-74B6AA2E085D}" type="presParOf" srcId="{E1745068-1371-474E-84CE-63C6E5490FEB}" destId="{93F55383-5CE7-4ED0-A57F-ABBE728363FE}" srcOrd="2" destOrd="0" presId="urn:microsoft.com/office/officeart/2005/8/layout/vList3"/>
    <dgm:cxn modelId="{481289AE-AB8A-4A89-8D18-D9A21BDA4804}" type="presParOf" srcId="{93F55383-5CE7-4ED0-A57F-ABBE728363FE}" destId="{23B9C279-6310-4F67-AADF-87197FCB65A7}" srcOrd="0" destOrd="0" presId="urn:microsoft.com/office/officeart/2005/8/layout/vList3"/>
    <dgm:cxn modelId="{939AC62F-0BA4-41F8-92EF-43D877E9B45C}" type="presParOf" srcId="{93F55383-5CE7-4ED0-A57F-ABBE728363FE}" destId="{613C47EB-3A98-404D-A7D7-F822092D8615}" srcOrd="1" destOrd="0" presId="urn:microsoft.com/office/officeart/2005/8/layout/vList3"/>
    <dgm:cxn modelId="{B89538BD-F4F4-4B0C-84CA-82D1D7BDB3F1}" type="presParOf" srcId="{E1745068-1371-474E-84CE-63C6E5490FEB}" destId="{36F01845-331E-4983-B8D1-3E8FEB63CC7D}" srcOrd="3" destOrd="0" presId="urn:microsoft.com/office/officeart/2005/8/layout/vList3"/>
    <dgm:cxn modelId="{84E857AD-5E0E-4F59-881E-D1E5F5D31F05}" type="presParOf" srcId="{E1745068-1371-474E-84CE-63C6E5490FEB}" destId="{67A71B4B-822F-41F6-BD35-09F25A95AB1C}" srcOrd="4" destOrd="0" presId="urn:microsoft.com/office/officeart/2005/8/layout/vList3"/>
    <dgm:cxn modelId="{360BA535-9255-4E37-9EB4-518564D60CFF}" type="presParOf" srcId="{67A71B4B-822F-41F6-BD35-09F25A95AB1C}" destId="{2A2498F4-F1CB-4406-8962-509A6AF30699}" srcOrd="0" destOrd="0" presId="urn:microsoft.com/office/officeart/2005/8/layout/vList3"/>
    <dgm:cxn modelId="{CC6D76D4-8E0C-4453-AEFB-6B88CAD11222}" type="presParOf" srcId="{67A71B4B-822F-41F6-BD35-09F25A95AB1C}" destId="{95874416-1AD5-4911-935C-672753AD9A52}" srcOrd="1" destOrd="0" presId="urn:microsoft.com/office/officeart/2005/8/layout/vList3"/>
    <dgm:cxn modelId="{960BD5D4-21AF-4787-BB1E-2042B7ABEFCD}" type="presParOf" srcId="{E1745068-1371-474E-84CE-63C6E5490FEB}" destId="{6B49B00E-2653-420E-AF02-E350C4BDB206}" srcOrd="5" destOrd="0" presId="urn:microsoft.com/office/officeart/2005/8/layout/vList3"/>
    <dgm:cxn modelId="{E45FB506-137F-4E21-B737-2EB996FCECE9}" type="presParOf" srcId="{E1745068-1371-474E-84CE-63C6E5490FEB}" destId="{9C723CDC-0646-4446-BBA5-F5C3F7B80B42}" srcOrd="6" destOrd="0" presId="urn:microsoft.com/office/officeart/2005/8/layout/vList3"/>
    <dgm:cxn modelId="{9FCC59C5-22D5-4D5C-AB2B-8742F396E6AC}" type="presParOf" srcId="{9C723CDC-0646-4446-BBA5-F5C3F7B80B42}" destId="{C60B330E-F403-4848-8029-ACB3CC3D1E9B}" srcOrd="0" destOrd="0" presId="urn:microsoft.com/office/officeart/2005/8/layout/vList3"/>
    <dgm:cxn modelId="{C61F9009-A035-446B-91C5-8F56617130DB}" type="presParOf" srcId="{9C723CDC-0646-4446-BBA5-F5C3F7B80B42}" destId="{69532DB8-78C1-4633-9095-93367013CC4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410AA92D-0475-4728-99E7-4D938EE0BDF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D4C7673-B501-4025-802B-E23D0BC3508F}">
      <dgm:prSet/>
      <dgm:spPr/>
      <dgm:t>
        <a:bodyPr/>
        <a:lstStyle/>
        <a:p>
          <a:r>
            <a:rPr lang="uk-UA" b="0" i="0"/>
            <a:t>сприяла відновленню економіки України як складової частини Російської імперії.</a:t>
          </a:r>
          <a:endParaRPr lang="uk-UA"/>
        </a:p>
      </dgm:t>
    </dgm:pt>
    <dgm:pt modelId="{A7980B54-DB40-489F-BE03-0BD71ADEF8F1}" type="parTrans" cxnId="{0949D48F-6D44-4915-9ABC-0A5313A60D4F}">
      <dgm:prSet/>
      <dgm:spPr/>
      <dgm:t>
        <a:bodyPr/>
        <a:lstStyle/>
        <a:p>
          <a:endParaRPr lang="uk-UA"/>
        </a:p>
      </dgm:t>
    </dgm:pt>
    <dgm:pt modelId="{350E4E7F-8E55-4161-B4F4-3C8A695A6174}" type="sibTrans" cxnId="{0949D48F-6D44-4915-9ABC-0A5313A60D4F}">
      <dgm:prSet/>
      <dgm:spPr/>
      <dgm:t>
        <a:bodyPr/>
        <a:lstStyle/>
        <a:p>
          <a:endParaRPr lang="uk-UA"/>
        </a:p>
      </dgm:t>
    </dgm:pt>
    <dgm:pt modelId="{4EA56DA1-5002-45F7-9A2C-6827240675D1}">
      <dgm:prSet/>
      <dgm:spPr/>
      <dgm:t>
        <a:bodyPr/>
        <a:lstStyle/>
        <a:p>
          <a:r>
            <a:rPr lang="uk-UA" b="0" i="0"/>
            <a:t>відновила рівноправність економічних відносин із країнами Четверного союзу.</a:t>
          </a:r>
          <a:endParaRPr lang="uk-UA"/>
        </a:p>
      </dgm:t>
    </dgm:pt>
    <dgm:pt modelId="{6D10F358-0687-4E0A-87CB-F246FAB84533}" type="parTrans" cxnId="{F953B3E3-6135-47F2-B4F5-F1F24A74A8B5}">
      <dgm:prSet/>
      <dgm:spPr/>
      <dgm:t>
        <a:bodyPr/>
        <a:lstStyle/>
        <a:p>
          <a:endParaRPr lang="uk-UA"/>
        </a:p>
      </dgm:t>
    </dgm:pt>
    <dgm:pt modelId="{AD83E577-A188-477A-BE14-602BE5747ED5}" type="sibTrans" cxnId="{F953B3E3-6135-47F2-B4F5-F1F24A74A8B5}">
      <dgm:prSet/>
      <dgm:spPr/>
      <dgm:t>
        <a:bodyPr/>
        <a:lstStyle/>
        <a:p>
          <a:endParaRPr lang="uk-UA"/>
        </a:p>
      </dgm:t>
    </dgm:pt>
    <dgm:pt modelId="{8589A2E9-BD20-44C0-B54F-9FC633231046}">
      <dgm:prSet/>
      <dgm:spPr/>
      <dgm:t>
        <a:bodyPr/>
        <a:lstStyle/>
        <a:p>
          <a:r>
            <a:rPr lang="uk-UA" b="0" i="0"/>
            <a:t>захищала інтереси промисловців і великих землевласників.</a:t>
          </a:r>
          <a:endParaRPr lang="uk-UA"/>
        </a:p>
      </dgm:t>
    </dgm:pt>
    <dgm:pt modelId="{9FA7E60A-1F6C-4078-89AF-2375E61D7769}" type="parTrans" cxnId="{76A6CABF-BDC6-4283-B9B6-53EDF7CDB5FA}">
      <dgm:prSet/>
      <dgm:spPr/>
      <dgm:t>
        <a:bodyPr/>
        <a:lstStyle/>
        <a:p>
          <a:endParaRPr lang="uk-UA"/>
        </a:p>
      </dgm:t>
    </dgm:pt>
    <dgm:pt modelId="{416919FB-8430-4E32-83F8-05A49DBFF653}" type="sibTrans" cxnId="{76A6CABF-BDC6-4283-B9B6-53EDF7CDB5FA}">
      <dgm:prSet/>
      <dgm:spPr/>
      <dgm:t>
        <a:bodyPr/>
        <a:lstStyle/>
        <a:p>
          <a:endParaRPr lang="uk-UA"/>
        </a:p>
      </dgm:t>
    </dgm:pt>
    <dgm:pt modelId="{740908F5-4C2F-4B3C-893A-021DE832BF39}">
      <dgm:prSet/>
      <dgm:spPr/>
      <dgm:t>
        <a:bodyPr/>
        <a:lstStyle/>
        <a:p>
          <a:r>
            <a:rPr lang="uk-UA" b="0" i="0"/>
            <a:t>забезпечила вільний розвиток селянського господарства.</a:t>
          </a:r>
          <a:endParaRPr lang="uk-UA"/>
        </a:p>
      </dgm:t>
    </dgm:pt>
    <dgm:pt modelId="{64EFEC87-5C9E-4C9A-BE80-BDE32D5AB122}" type="parTrans" cxnId="{2B7080F3-52CF-4335-9556-17C072C15972}">
      <dgm:prSet/>
      <dgm:spPr/>
      <dgm:t>
        <a:bodyPr/>
        <a:lstStyle/>
        <a:p>
          <a:endParaRPr lang="uk-UA"/>
        </a:p>
      </dgm:t>
    </dgm:pt>
    <dgm:pt modelId="{29E9372D-A989-4047-AA12-319671E94C76}" type="sibTrans" cxnId="{2B7080F3-52CF-4335-9556-17C072C15972}">
      <dgm:prSet/>
      <dgm:spPr/>
      <dgm:t>
        <a:bodyPr/>
        <a:lstStyle/>
        <a:p>
          <a:endParaRPr lang="uk-UA"/>
        </a:p>
      </dgm:t>
    </dgm:pt>
    <dgm:pt modelId="{699B9548-51F8-4981-B940-46E3807ADB9A}" type="pres">
      <dgm:prSet presAssocID="{410AA92D-0475-4728-99E7-4D938EE0BDFD}" presName="linear" presStyleCnt="0">
        <dgm:presLayoutVars>
          <dgm:animLvl val="lvl"/>
          <dgm:resizeHandles val="exact"/>
        </dgm:presLayoutVars>
      </dgm:prSet>
      <dgm:spPr/>
    </dgm:pt>
    <dgm:pt modelId="{B040CC4F-77D8-470D-8712-ECEA7862FA69}" type="pres">
      <dgm:prSet presAssocID="{ED4C7673-B501-4025-802B-E23D0BC3508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03727BC-F498-457A-B745-6BC90964A4A4}" type="pres">
      <dgm:prSet presAssocID="{350E4E7F-8E55-4161-B4F4-3C8A695A6174}" presName="spacer" presStyleCnt="0"/>
      <dgm:spPr/>
    </dgm:pt>
    <dgm:pt modelId="{56556058-3C3A-4E42-96A6-5015D50FFC79}" type="pres">
      <dgm:prSet presAssocID="{4EA56DA1-5002-45F7-9A2C-6827240675D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641944B-CF40-4570-9534-B5B09EA76D78}" type="pres">
      <dgm:prSet presAssocID="{AD83E577-A188-477A-BE14-602BE5747ED5}" presName="spacer" presStyleCnt="0"/>
      <dgm:spPr/>
    </dgm:pt>
    <dgm:pt modelId="{539E1641-4600-4D65-B901-F5647F21610A}" type="pres">
      <dgm:prSet presAssocID="{8589A2E9-BD20-44C0-B54F-9FC63323104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723DDE2-326F-428F-99D7-5D14461FA230}" type="pres">
      <dgm:prSet presAssocID="{416919FB-8430-4E32-83F8-05A49DBFF653}" presName="spacer" presStyleCnt="0"/>
      <dgm:spPr/>
    </dgm:pt>
    <dgm:pt modelId="{54C27133-E45D-4FBF-B7EB-B0F5E2A94B08}" type="pres">
      <dgm:prSet presAssocID="{740908F5-4C2F-4B3C-893A-021DE832BF3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949D48F-6D44-4915-9ABC-0A5313A60D4F}" srcId="{410AA92D-0475-4728-99E7-4D938EE0BDFD}" destId="{ED4C7673-B501-4025-802B-E23D0BC3508F}" srcOrd="0" destOrd="0" parTransId="{A7980B54-DB40-489F-BE03-0BD71ADEF8F1}" sibTransId="{350E4E7F-8E55-4161-B4F4-3C8A695A6174}"/>
    <dgm:cxn modelId="{7836C8A4-8FA5-4F8E-9BF6-7893F8312BE0}" type="presOf" srcId="{740908F5-4C2F-4B3C-893A-021DE832BF39}" destId="{54C27133-E45D-4FBF-B7EB-B0F5E2A94B08}" srcOrd="0" destOrd="0" presId="urn:microsoft.com/office/officeart/2005/8/layout/vList2"/>
    <dgm:cxn modelId="{76A6CABF-BDC6-4283-B9B6-53EDF7CDB5FA}" srcId="{410AA92D-0475-4728-99E7-4D938EE0BDFD}" destId="{8589A2E9-BD20-44C0-B54F-9FC633231046}" srcOrd="2" destOrd="0" parTransId="{9FA7E60A-1F6C-4078-89AF-2375E61D7769}" sibTransId="{416919FB-8430-4E32-83F8-05A49DBFF653}"/>
    <dgm:cxn modelId="{F16C68C3-FF64-4F9E-914E-1740C591D97B}" type="presOf" srcId="{4EA56DA1-5002-45F7-9A2C-6827240675D1}" destId="{56556058-3C3A-4E42-96A6-5015D50FFC79}" srcOrd="0" destOrd="0" presId="urn:microsoft.com/office/officeart/2005/8/layout/vList2"/>
    <dgm:cxn modelId="{0147EAD6-3BE0-4680-96F1-AD74527B8337}" type="presOf" srcId="{410AA92D-0475-4728-99E7-4D938EE0BDFD}" destId="{699B9548-51F8-4981-B940-46E3807ADB9A}" srcOrd="0" destOrd="0" presId="urn:microsoft.com/office/officeart/2005/8/layout/vList2"/>
    <dgm:cxn modelId="{9AF46FE1-E11C-470C-A0A2-D828443B14CE}" type="presOf" srcId="{ED4C7673-B501-4025-802B-E23D0BC3508F}" destId="{B040CC4F-77D8-470D-8712-ECEA7862FA69}" srcOrd="0" destOrd="0" presId="urn:microsoft.com/office/officeart/2005/8/layout/vList2"/>
    <dgm:cxn modelId="{F953B3E3-6135-47F2-B4F5-F1F24A74A8B5}" srcId="{410AA92D-0475-4728-99E7-4D938EE0BDFD}" destId="{4EA56DA1-5002-45F7-9A2C-6827240675D1}" srcOrd="1" destOrd="0" parTransId="{6D10F358-0687-4E0A-87CB-F246FAB84533}" sibTransId="{AD83E577-A188-477A-BE14-602BE5747ED5}"/>
    <dgm:cxn modelId="{2B7080F3-52CF-4335-9556-17C072C15972}" srcId="{410AA92D-0475-4728-99E7-4D938EE0BDFD}" destId="{740908F5-4C2F-4B3C-893A-021DE832BF39}" srcOrd="3" destOrd="0" parTransId="{64EFEC87-5C9E-4C9A-BE80-BDE32D5AB122}" sibTransId="{29E9372D-A989-4047-AA12-319671E94C76}"/>
    <dgm:cxn modelId="{2711AEF5-B138-4591-9106-83F7EF1635F1}" type="presOf" srcId="{8589A2E9-BD20-44C0-B54F-9FC633231046}" destId="{539E1641-4600-4D65-B901-F5647F21610A}" srcOrd="0" destOrd="0" presId="urn:microsoft.com/office/officeart/2005/8/layout/vList2"/>
    <dgm:cxn modelId="{763827FB-B1AF-4190-928A-8734BAB0AF06}" type="presParOf" srcId="{699B9548-51F8-4981-B940-46E3807ADB9A}" destId="{B040CC4F-77D8-470D-8712-ECEA7862FA69}" srcOrd="0" destOrd="0" presId="urn:microsoft.com/office/officeart/2005/8/layout/vList2"/>
    <dgm:cxn modelId="{672FA5BC-1F66-4D82-8C01-C8437A6FBD57}" type="presParOf" srcId="{699B9548-51F8-4981-B940-46E3807ADB9A}" destId="{303727BC-F498-457A-B745-6BC90964A4A4}" srcOrd="1" destOrd="0" presId="urn:microsoft.com/office/officeart/2005/8/layout/vList2"/>
    <dgm:cxn modelId="{5B936A16-E647-43CD-A193-CAA90BD4C277}" type="presParOf" srcId="{699B9548-51F8-4981-B940-46E3807ADB9A}" destId="{56556058-3C3A-4E42-96A6-5015D50FFC79}" srcOrd="2" destOrd="0" presId="urn:microsoft.com/office/officeart/2005/8/layout/vList2"/>
    <dgm:cxn modelId="{C19D9B87-23F5-4D89-8F4B-2AD2366B23A7}" type="presParOf" srcId="{699B9548-51F8-4981-B940-46E3807ADB9A}" destId="{E641944B-CF40-4570-9534-B5B09EA76D78}" srcOrd="3" destOrd="0" presId="urn:microsoft.com/office/officeart/2005/8/layout/vList2"/>
    <dgm:cxn modelId="{70548C1B-8EC2-4537-8D93-5A432F42212C}" type="presParOf" srcId="{699B9548-51F8-4981-B940-46E3807ADB9A}" destId="{539E1641-4600-4D65-B901-F5647F21610A}" srcOrd="4" destOrd="0" presId="urn:microsoft.com/office/officeart/2005/8/layout/vList2"/>
    <dgm:cxn modelId="{7B52D9A8-63C5-4CA1-9DA2-462A18F029BE}" type="presParOf" srcId="{699B9548-51F8-4981-B940-46E3807ADB9A}" destId="{B723DDE2-326F-428F-99D7-5D14461FA230}" srcOrd="5" destOrd="0" presId="urn:microsoft.com/office/officeart/2005/8/layout/vList2"/>
    <dgm:cxn modelId="{7EAE86A2-4164-499A-9D51-0A0519E85735}" type="presParOf" srcId="{699B9548-51F8-4981-B940-46E3807ADB9A}" destId="{54C27133-E45D-4FBF-B7EB-B0F5E2A94B0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AD7FFFB2-9E5E-4AAA-B2D7-1EA18905B57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954AD68-8A32-4705-9B98-752C7652B52A}">
      <dgm:prSet/>
      <dgm:spPr/>
      <dgm:t>
        <a:bodyPr/>
        <a:lstStyle/>
        <a:p>
          <a:r>
            <a:rPr lang="uk-UA" b="0" i="0"/>
            <a:t>націоналізацію великої промисловості і запровадження трудової повинності.</a:t>
          </a:r>
          <a:endParaRPr lang="uk-UA"/>
        </a:p>
      </dgm:t>
    </dgm:pt>
    <dgm:pt modelId="{CF8CFA08-0A0A-46A9-9EC5-0CE4CCB60491}" type="parTrans" cxnId="{38D0538D-4FCC-42FA-9675-CB9775B42AD9}">
      <dgm:prSet/>
      <dgm:spPr/>
      <dgm:t>
        <a:bodyPr/>
        <a:lstStyle/>
        <a:p>
          <a:endParaRPr lang="uk-UA"/>
        </a:p>
      </dgm:t>
    </dgm:pt>
    <dgm:pt modelId="{B7D97910-1748-491E-8467-8A16DB69EF55}" type="sibTrans" cxnId="{38D0538D-4FCC-42FA-9675-CB9775B42AD9}">
      <dgm:prSet/>
      <dgm:spPr/>
      <dgm:t>
        <a:bodyPr/>
        <a:lstStyle/>
        <a:p>
          <a:endParaRPr lang="uk-UA"/>
        </a:p>
      </dgm:t>
    </dgm:pt>
    <dgm:pt modelId="{2497AAD4-0346-40CE-9684-106D1D39ACC4}">
      <dgm:prSet/>
      <dgm:spPr/>
      <dgm:t>
        <a:bodyPr/>
        <a:lstStyle/>
        <a:p>
          <a:r>
            <a:rPr lang="uk-UA" b="0" i="0"/>
            <a:t>створення централізованої системи управління і корпорацій роботодавців.</a:t>
          </a:r>
          <a:endParaRPr lang="uk-UA"/>
        </a:p>
      </dgm:t>
    </dgm:pt>
    <dgm:pt modelId="{4FF7F515-726C-4400-BDFE-0B1912FA700C}" type="parTrans" cxnId="{F9A07355-FBA5-404A-8AC1-1F3F73E52D29}">
      <dgm:prSet/>
      <dgm:spPr/>
      <dgm:t>
        <a:bodyPr/>
        <a:lstStyle/>
        <a:p>
          <a:endParaRPr lang="uk-UA"/>
        </a:p>
      </dgm:t>
    </dgm:pt>
    <dgm:pt modelId="{44A5AC89-DB98-40FD-9545-DD673D1CAB2E}" type="sibTrans" cxnId="{F9A07355-FBA5-404A-8AC1-1F3F73E52D29}">
      <dgm:prSet/>
      <dgm:spPr/>
      <dgm:t>
        <a:bodyPr/>
        <a:lstStyle/>
        <a:p>
          <a:endParaRPr lang="uk-UA"/>
        </a:p>
      </dgm:t>
    </dgm:pt>
    <dgm:pt modelId="{8BC4874B-9B1F-49B9-B718-9C3B3A18B3E5}">
      <dgm:prSet/>
      <dgm:spPr/>
      <dgm:t>
        <a:bodyPr/>
        <a:lstStyle/>
        <a:p>
          <a:r>
            <a:rPr lang="uk-UA" b="0" i="0"/>
            <a:t>скасування восьмигодинного робочого дня й заборону страйків.</a:t>
          </a:r>
          <a:endParaRPr lang="uk-UA"/>
        </a:p>
      </dgm:t>
    </dgm:pt>
    <dgm:pt modelId="{E871195B-1987-4188-AE68-76868508A6A6}" type="parTrans" cxnId="{6149FC8A-A21F-4E09-AA84-FF6AD58438CB}">
      <dgm:prSet/>
      <dgm:spPr/>
      <dgm:t>
        <a:bodyPr/>
        <a:lstStyle/>
        <a:p>
          <a:endParaRPr lang="uk-UA"/>
        </a:p>
      </dgm:t>
    </dgm:pt>
    <dgm:pt modelId="{00C31B0D-6E08-491E-B27F-E3FC06945FBC}" type="sibTrans" cxnId="{6149FC8A-A21F-4E09-AA84-FF6AD58438CB}">
      <dgm:prSet/>
      <dgm:spPr/>
      <dgm:t>
        <a:bodyPr/>
        <a:lstStyle/>
        <a:p>
          <a:endParaRPr lang="uk-UA"/>
        </a:p>
      </dgm:t>
    </dgm:pt>
    <dgm:pt modelId="{FD4A227B-10E7-41D1-91D4-DA4FF92E42BC}">
      <dgm:prSet/>
      <dgm:spPr/>
      <dgm:t>
        <a:bodyPr/>
        <a:lstStyle/>
        <a:p>
          <a:r>
            <a:rPr lang="uk-UA" b="0" i="0"/>
            <a:t>установлення державного контролю на виробництві і створення галузевих профспілок.</a:t>
          </a:r>
          <a:endParaRPr lang="uk-UA"/>
        </a:p>
      </dgm:t>
    </dgm:pt>
    <dgm:pt modelId="{D4E66E17-B42C-40A1-942B-8FF2A3035412}" type="parTrans" cxnId="{282B0A17-9DBF-4F84-9C02-0CD2C33D2B79}">
      <dgm:prSet/>
      <dgm:spPr/>
      <dgm:t>
        <a:bodyPr/>
        <a:lstStyle/>
        <a:p>
          <a:endParaRPr lang="uk-UA"/>
        </a:p>
      </dgm:t>
    </dgm:pt>
    <dgm:pt modelId="{C5DB0188-FB49-4EF0-9915-CA39AFE65AF8}" type="sibTrans" cxnId="{282B0A17-9DBF-4F84-9C02-0CD2C33D2B79}">
      <dgm:prSet/>
      <dgm:spPr/>
      <dgm:t>
        <a:bodyPr/>
        <a:lstStyle/>
        <a:p>
          <a:endParaRPr lang="uk-UA"/>
        </a:p>
      </dgm:t>
    </dgm:pt>
    <dgm:pt modelId="{031F12B4-E602-49C6-9B89-25FC1015D513}" type="pres">
      <dgm:prSet presAssocID="{AD7FFFB2-9E5E-4AAA-B2D7-1EA18905B57B}" presName="linear" presStyleCnt="0">
        <dgm:presLayoutVars>
          <dgm:animLvl val="lvl"/>
          <dgm:resizeHandles val="exact"/>
        </dgm:presLayoutVars>
      </dgm:prSet>
      <dgm:spPr/>
    </dgm:pt>
    <dgm:pt modelId="{5AD9E7AE-ECFD-464D-864B-0041EC7A4C02}" type="pres">
      <dgm:prSet presAssocID="{9954AD68-8A32-4705-9B98-752C7652B52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4FA2121-FB96-477D-84BE-814C0525C726}" type="pres">
      <dgm:prSet presAssocID="{B7D97910-1748-491E-8467-8A16DB69EF55}" presName="spacer" presStyleCnt="0"/>
      <dgm:spPr/>
    </dgm:pt>
    <dgm:pt modelId="{65AE83E6-4170-47C9-A824-29AA00D64D3C}" type="pres">
      <dgm:prSet presAssocID="{2497AAD4-0346-40CE-9684-106D1D39ACC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ECF36F3-F047-4489-ADFA-5CA8911F91C7}" type="pres">
      <dgm:prSet presAssocID="{44A5AC89-DB98-40FD-9545-DD673D1CAB2E}" presName="spacer" presStyleCnt="0"/>
      <dgm:spPr/>
    </dgm:pt>
    <dgm:pt modelId="{D2A6380D-233A-4540-AD1B-4CC6EE64088D}" type="pres">
      <dgm:prSet presAssocID="{8BC4874B-9B1F-49B9-B718-9C3B3A18B3E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E0BF6A8-50AC-4F23-BE6E-55648F2A82ED}" type="pres">
      <dgm:prSet presAssocID="{00C31B0D-6E08-491E-B27F-E3FC06945FBC}" presName="spacer" presStyleCnt="0"/>
      <dgm:spPr/>
    </dgm:pt>
    <dgm:pt modelId="{FBA1D964-A09C-4E12-9FAC-7076E0FF128F}" type="pres">
      <dgm:prSet presAssocID="{FD4A227B-10E7-41D1-91D4-DA4FF92E42B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35D3616-A833-4443-BA8D-04C8EDF62A1C}" type="presOf" srcId="{9954AD68-8A32-4705-9B98-752C7652B52A}" destId="{5AD9E7AE-ECFD-464D-864B-0041EC7A4C02}" srcOrd="0" destOrd="0" presId="urn:microsoft.com/office/officeart/2005/8/layout/vList2"/>
    <dgm:cxn modelId="{282B0A17-9DBF-4F84-9C02-0CD2C33D2B79}" srcId="{AD7FFFB2-9E5E-4AAA-B2D7-1EA18905B57B}" destId="{FD4A227B-10E7-41D1-91D4-DA4FF92E42BC}" srcOrd="3" destOrd="0" parTransId="{D4E66E17-B42C-40A1-942B-8FF2A3035412}" sibTransId="{C5DB0188-FB49-4EF0-9915-CA39AFE65AF8}"/>
    <dgm:cxn modelId="{F9A07355-FBA5-404A-8AC1-1F3F73E52D29}" srcId="{AD7FFFB2-9E5E-4AAA-B2D7-1EA18905B57B}" destId="{2497AAD4-0346-40CE-9684-106D1D39ACC4}" srcOrd="1" destOrd="0" parTransId="{4FF7F515-726C-4400-BDFE-0B1912FA700C}" sibTransId="{44A5AC89-DB98-40FD-9545-DD673D1CAB2E}"/>
    <dgm:cxn modelId="{6149FC8A-A21F-4E09-AA84-FF6AD58438CB}" srcId="{AD7FFFB2-9E5E-4AAA-B2D7-1EA18905B57B}" destId="{8BC4874B-9B1F-49B9-B718-9C3B3A18B3E5}" srcOrd="2" destOrd="0" parTransId="{E871195B-1987-4188-AE68-76868508A6A6}" sibTransId="{00C31B0D-6E08-491E-B27F-E3FC06945FBC}"/>
    <dgm:cxn modelId="{38D0538D-4FCC-42FA-9675-CB9775B42AD9}" srcId="{AD7FFFB2-9E5E-4AAA-B2D7-1EA18905B57B}" destId="{9954AD68-8A32-4705-9B98-752C7652B52A}" srcOrd="0" destOrd="0" parTransId="{CF8CFA08-0A0A-46A9-9EC5-0CE4CCB60491}" sibTransId="{B7D97910-1748-491E-8467-8A16DB69EF55}"/>
    <dgm:cxn modelId="{4B631A92-D42D-4BFF-A440-7CCFBC1B9D08}" type="presOf" srcId="{2497AAD4-0346-40CE-9684-106D1D39ACC4}" destId="{65AE83E6-4170-47C9-A824-29AA00D64D3C}" srcOrd="0" destOrd="0" presId="urn:microsoft.com/office/officeart/2005/8/layout/vList2"/>
    <dgm:cxn modelId="{7A3438B6-F696-475A-9208-603736754F42}" type="presOf" srcId="{FD4A227B-10E7-41D1-91D4-DA4FF92E42BC}" destId="{FBA1D964-A09C-4E12-9FAC-7076E0FF128F}" srcOrd="0" destOrd="0" presId="urn:microsoft.com/office/officeart/2005/8/layout/vList2"/>
    <dgm:cxn modelId="{E4008AD9-9CC4-4F19-A857-13F59B18037B}" type="presOf" srcId="{AD7FFFB2-9E5E-4AAA-B2D7-1EA18905B57B}" destId="{031F12B4-E602-49C6-9B89-25FC1015D513}" srcOrd="0" destOrd="0" presId="urn:microsoft.com/office/officeart/2005/8/layout/vList2"/>
    <dgm:cxn modelId="{9ED734E2-1971-4E1D-917F-466A687BB1EC}" type="presOf" srcId="{8BC4874B-9B1F-49B9-B718-9C3B3A18B3E5}" destId="{D2A6380D-233A-4540-AD1B-4CC6EE64088D}" srcOrd="0" destOrd="0" presId="urn:microsoft.com/office/officeart/2005/8/layout/vList2"/>
    <dgm:cxn modelId="{7342D465-6740-425D-8224-144093A8E1E1}" type="presParOf" srcId="{031F12B4-E602-49C6-9B89-25FC1015D513}" destId="{5AD9E7AE-ECFD-464D-864B-0041EC7A4C02}" srcOrd="0" destOrd="0" presId="urn:microsoft.com/office/officeart/2005/8/layout/vList2"/>
    <dgm:cxn modelId="{58F7FBF5-469D-4E9F-8199-5DDBC698F972}" type="presParOf" srcId="{031F12B4-E602-49C6-9B89-25FC1015D513}" destId="{64FA2121-FB96-477D-84BE-814C0525C726}" srcOrd="1" destOrd="0" presId="urn:microsoft.com/office/officeart/2005/8/layout/vList2"/>
    <dgm:cxn modelId="{DDDC89EF-0FC1-4498-A860-9DE7F157D567}" type="presParOf" srcId="{031F12B4-E602-49C6-9B89-25FC1015D513}" destId="{65AE83E6-4170-47C9-A824-29AA00D64D3C}" srcOrd="2" destOrd="0" presId="urn:microsoft.com/office/officeart/2005/8/layout/vList2"/>
    <dgm:cxn modelId="{82C6FCA0-DD0E-4E8A-AEB3-484F3347F77D}" type="presParOf" srcId="{031F12B4-E602-49C6-9B89-25FC1015D513}" destId="{BECF36F3-F047-4489-ADFA-5CA8911F91C7}" srcOrd="3" destOrd="0" presId="urn:microsoft.com/office/officeart/2005/8/layout/vList2"/>
    <dgm:cxn modelId="{25077EFF-D43B-44AB-B507-3E2683834070}" type="presParOf" srcId="{031F12B4-E602-49C6-9B89-25FC1015D513}" destId="{D2A6380D-233A-4540-AD1B-4CC6EE64088D}" srcOrd="4" destOrd="0" presId="urn:microsoft.com/office/officeart/2005/8/layout/vList2"/>
    <dgm:cxn modelId="{106915BB-BBE3-4B7F-AD71-127F7C3F0366}" type="presParOf" srcId="{031F12B4-E602-49C6-9B89-25FC1015D513}" destId="{BE0BF6A8-50AC-4F23-BE6E-55648F2A82ED}" srcOrd="5" destOrd="0" presId="urn:microsoft.com/office/officeart/2005/8/layout/vList2"/>
    <dgm:cxn modelId="{F4097C17-A7A6-45FF-A1BA-5792358EE225}" type="presParOf" srcId="{031F12B4-E602-49C6-9B89-25FC1015D513}" destId="{FBA1D964-A09C-4E12-9FAC-7076E0FF128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207C421B-7ECD-43ED-9468-E1D6F92A4B0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256A214-05BD-4D4E-8119-3A7DEF2E1976}">
      <dgm:prSet/>
      <dgm:spPr/>
      <dgm:t>
        <a:bodyPr/>
        <a:lstStyle/>
        <a:p>
          <a:r>
            <a:rPr lang="ru-RU" b="0" i="0"/>
            <a:t>Українську Народну Республіку доби Центральної Ради</a:t>
          </a:r>
          <a:endParaRPr lang="uk-UA"/>
        </a:p>
      </dgm:t>
    </dgm:pt>
    <dgm:pt modelId="{0AC6E82B-FC63-477F-8334-CCA929908113}" type="parTrans" cxnId="{35AD2E0D-6E5F-43EB-A2F8-E51B1BE4B330}">
      <dgm:prSet/>
      <dgm:spPr/>
      <dgm:t>
        <a:bodyPr/>
        <a:lstStyle/>
        <a:p>
          <a:endParaRPr lang="uk-UA"/>
        </a:p>
      </dgm:t>
    </dgm:pt>
    <dgm:pt modelId="{6D964A72-8629-4C79-946F-7A2600B3101C}" type="sibTrans" cxnId="{35AD2E0D-6E5F-43EB-A2F8-E51B1BE4B330}">
      <dgm:prSet/>
      <dgm:spPr/>
      <dgm:t>
        <a:bodyPr/>
        <a:lstStyle/>
        <a:p>
          <a:endParaRPr lang="uk-UA"/>
        </a:p>
      </dgm:t>
    </dgm:pt>
    <dgm:pt modelId="{E6F356CE-40F8-4112-A025-3B65D782B747}">
      <dgm:prSet/>
      <dgm:spPr/>
      <dgm:t>
        <a:bodyPr/>
        <a:lstStyle/>
        <a:p>
          <a:r>
            <a:rPr lang="ru-RU" b="0" i="0"/>
            <a:t>Українську Державу гетьмана П. Скоропадського</a:t>
          </a:r>
          <a:endParaRPr lang="uk-UA"/>
        </a:p>
      </dgm:t>
    </dgm:pt>
    <dgm:pt modelId="{F68C170B-319A-478E-8253-D7D0137735F2}" type="parTrans" cxnId="{89393180-67C2-4761-9E86-C3F523573037}">
      <dgm:prSet/>
      <dgm:spPr/>
      <dgm:t>
        <a:bodyPr/>
        <a:lstStyle/>
        <a:p>
          <a:endParaRPr lang="uk-UA"/>
        </a:p>
      </dgm:t>
    </dgm:pt>
    <dgm:pt modelId="{85021DC2-909B-4A0E-9C27-8FB31B147894}" type="sibTrans" cxnId="{89393180-67C2-4761-9E86-C3F523573037}">
      <dgm:prSet/>
      <dgm:spPr/>
      <dgm:t>
        <a:bodyPr/>
        <a:lstStyle/>
        <a:p>
          <a:endParaRPr lang="uk-UA"/>
        </a:p>
      </dgm:t>
    </dgm:pt>
    <dgm:pt modelId="{81C4138C-5416-4BF8-87CE-9E8101B100F2}">
      <dgm:prSet/>
      <dgm:spPr/>
      <dgm:t>
        <a:bodyPr/>
        <a:lstStyle/>
        <a:p>
          <a:r>
            <a:rPr lang="ru-RU" b="0" i="0"/>
            <a:t>Українську Народну Республіку доби Директорії</a:t>
          </a:r>
          <a:endParaRPr lang="uk-UA"/>
        </a:p>
      </dgm:t>
    </dgm:pt>
    <dgm:pt modelId="{B78642C4-E5FF-48E6-9663-F1541A0C662C}" type="parTrans" cxnId="{1A120C39-F9A6-45EB-8F7D-791D736866D6}">
      <dgm:prSet/>
      <dgm:spPr/>
      <dgm:t>
        <a:bodyPr/>
        <a:lstStyle/>
        <a:p>
          <a:endParaRPr lang="uk-UA"/>
        </a:p>
      </dgm:t>
    </dgm:pt>
    <dgm:pt modelId="{6F0C537C-1AB2-47F5-A93B-644DFBCF49A6}" type="sibTrans" cxnId="{1A120C39-F9A6-45EB-8F7D-791D736866D6}">
      <dgm:prSet/>
      <dgm:spPr/>
      <dgm:t>
        <a:bodyPr/>
        <a:lstStyle/>
        <a:p>
          <a:endParaRPr lang="uk-UA"/>
        </a:p>
      </dgm:t>
    </dgm:pt>
    <dgm:pt modelId="{C89D6085-2CF8-4B50-8412-AE6824B22D7F}">
      <dgm:prSet/>
      <dgm:spPr/>
      <dgm:t>
        <a:bodyPr/>
        <a:lstStyle/>
        <a:p>
          <a:r>
            <a:rPr lang="ru-RU" b="0" i="0"/>
            <a:t>Українську Соціалістичну Радянську Республіку</a:t>
          </a:r>
          <a:endParaRPr lang="uk-UA"/>
        </a:p>
      </dgm:t>
    </dgm:pt>
    <dgm:pt modelId="{D2A01622-5773-4C7C-86F7-073C14369501}" type="parTrans" cxnId="{0D741732-3CD6-434B-A621-1A69EBBEE30C}">
      <dgm:prSet/>
      <dgm:spPr/>
      <dgm:t>
        <a:bodyPr/>
        <a:lstStyle/>
        <a:p>
          <a:endParaRPr lang="uk-UA"/>
        </a:p>
      </dgm:t>
    </dgm:pt>
    <dgm:pt modelId="{83986229-A390-4D1C-9559-A53BD47E8515}" type="sibTrans" cxnId="{0D741732-3CD6-434B-A621-1A69EBBEE30C}">
      <dgm:prSet/>
      <dgm:spPr/>
      <dgm:t>
        <a:bodyPr/>
        <a:lstStyle/>
        <a:p>
          <a:endParaRPr lang="uk-UA"/>
        </a:p>
      </dgm:t>
    </dgm:pt>
    <dgm:pt modelId="{16CBA319-67C4-4D0C-BDBA-57F636C761EE}" type="pres">
      <dgm:prSet presAssocID="{207C421B-7ECD-43ED-9468-E1D6F92A4B0D}" presName="linear" presStyleCnt="0">
        <dgm:presLayoutVars>
          <dgm:animLvl val="lvl"/>
          <dgm:resizeHandles val="exact"/>
        </dgm:presLayoutVars>
      </dgm:prSet>
      <dgm:spPr/>
    </dgm:pt>
    <dgm:pt modelId="{6516834D-348A-4400-A307-71509D0A6581}" type="pres">
      <dgm:prSet presAssocID="{A256A214-05BD-4D4E-8119-3A7DEF2E197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494F3BB-3628-4EC7-BA49-14AD48F87E9D}" type="pres">
      <dgm:prSet presAssocID="{6D964A72-8629-4C79-946F-7A2600B3101C}" presName="spacer" presStyleCnt="0"/>
      <dgm:spPr/>
    </dgm:pt>
    <dgm:pt modelId="{DC988ABC-B6FD-404B-BDBF-09DD52F1F852}" type="pres">
      <dgm:prSet presAssocID="{E6F356CE-40F8-4112-A025-3B65D782B74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B01E839-7181-47D6-8E05-540163108C91}" type="pres">
      <dgm:prSet presAssocID="{85021DC2-909B-4A0E-9C27-8FB31B147894}" presName="spacer" presStyleCnt="0"/>
      <dgm:spPr/>
    </dgm:pt>
    <dgm:pt modelId="{C4776795-B732-48BF-BFC2-3D2F06C28E63}" type="pres">
      <dgm:prSet presAssocID="{81C4138C-5416-4BF8-87CE-9E8101B100F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CF22F90-9153-4A52-A807-A305FBC889A1}" type="pres">
      <dgm:prSet presAssocID="{6F0C537C-1AB2-47F5-A93B-644DFBCF49A6}" presName="spacer" presStyleCnt="0"/>
      <dgm:spPr/>
    </dgm:pt>
    <dgm:pt modelId="{0D1D17FC-BBEF-4676-80B4-B790248BBE58}" type="pres">
      <dgm:prSet presAssocID="{C89D6085-2CF8-4B50-8412-AE6824B22D7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5AD2E0D-6E5F-43EB-A2F8-E51B1BE4B330}" srcId="{207C421B-7ECD-43ED-9468-E1D6F92A4B0D}" destId="{A256A214-05BD-4D4E-8119-3A7DEF2E1976}" srcOrd="0" destOrd="0" parTransId="{0AC6E82B-FC63-477F-8334-CCA929908113}" sibTransId="{6D964A72-8629-4C79-946F-7A2600B3101C}"/>
    <dgm:cxn modelId="{431E751D-2F79-4C62-AA22-1C104A84E664}" type="presOf" srcId="{81C4138C-5416-4BF8-87CE-9E8101B100F2}" destId="{C4776795-B732-48BF-BFC2-3D2F06C28E63}" srcOrd="0" destOrd="0" presId="urn:microsoft.com/office/officeart/2005/8/layout/vList2"/>
    <dgm:cxn modelId="{1144182D-EC38-4C6E-908F-E6A8845C9400}" type="presOf" srcId="{207C421B-7ECD-43ED-9468-E1D6F92A4B0D}" destId="{16CBA319-67C4-4D0C-BDBA-57F636C761EE}" srcOrd="0" destOrd="0" presId="urn:microsoft.com/office/officeart/2005/8/layout/vList2"/>
    <dgm:cxn modelId="{0D741732-3CD6-434B-A621-1A69EBBEE30C}" srcId="{207C421B-7ECD-43ED-9468-E1D6F92A4B0D}" destId="{C89D6085-2CF8-4B50-8412-AE6824B22D7F}" srcOrd="3" destOrd="0" parTransId="{D2A01622-5773-4C7C-86F7-073C14369501}" sibTransId="{83986229-A390-4D1C-9559-A53BD47E8515}"/>
    <dgm:cxn modelId="{1A120C39-F9A6-45EB-8F7D-791D736866D6}" srcId="{207C421B-7ECD-43ED-9468-E1D6F92A4B0D}" destId="{81C4138C-5416-4BF8-87CE-9E8101B100F2}" srcOrd="2" destOrd="0" parTransId="{B78642C4-E5FF-48E6-9663-F1541A0C662C}" sibTransId="{6F0C537C-1AB2-47F5-A93B-644DFBCF49A6}"/>
    <dgm:cxn modelId="{89393180-67C2-4761-9E86-C3F523573037}" srcId="{207C421B-7ECD-43ED-9468-E1D6F92A4B0D}" destId="{E6F356CE-40F8-4112-A025-3B65D782B747}" srcOrd="1" destOrd="0" parTransId="{F68C170B-319A-478E-8253-D7D0137735F2}" sibTransId="{85021DC2-909B-4A0E-9C27-8FB31B147894}"/>
    <dgm:cxn modelId="{401811A2-DCCC-47E0-A18B-3FBC7F04B8FF}" type="presOf" srcId="{C89D6085-2CF8-4B50-8412-AE6824B22D7F}" destId="{0D1D17FC-BBEF-4676-80B4-B790248BBE58}" srcOrd="0" destOrd="0" presId="urn:microsoft.com/office/officeart/2005/8/layout/vList2"/>
    <dgm:cxn modelId="{26DC93D2-924B-4526-97CB-259E415DD488}" type="presOf" srcId="{A256A214-05BD-4D4E-8119-3A7DEF2E1976}" destId="{6516834D-348A-4400-A307-71509D0A6581}" srcOrd="0" destOrd="0" presId="urn:microsoft.com/office/officeart/2005/8/layout/vList2"/>
    <dgm:cxn modelId="{21D00CE6-0347-49E2-AD18-4EBEF23D82C7}" type="presOf" srcId="{E6F356CE-40F8-4112-A025-3B65D782B747}" destId="{DC988ABC-B6FD-404B-BDBF-09DD52F1F852}" srcOrd="0" destOrd="0" presId="urn:microsoft.com/office/officeart/2005/8/layout/vList2"/>
    <dgm:cxn modelId="{668CBE9D-FF2D-4104-AC14-185249EC9EC6}" type="presParOf" srcId="{16CBA319-67C4-4D0C-BDBA-57F636C761EE}" destId="{6516834D-348A-4400-A307-71509D0A6581}" srcOrd="0" destOrd="0" presId="urn:microsoft.com/office/officeart/2005/8/layout/vList2"/>
    <dgm:cxn modelId="{EAA12330-8FAD-4500-9B18-53A369D2AC68}" type="presParOf" srcId="{16CBA319-67C4-4D0C-BDBA-57F636C761EE}" destId="{C494F3BB-3628-4EC7-BA49-14AD48F87E9D}" srcOrd="1" destOrd="0" presId="urn:microsoft.com/office/officeart/2005/8/layout/vList2"/>
    <dgm:cxn modelId="{1E7B890C-1D32-440F-B2A6-A350FDECAD7B}" type="presParOf" srcId="{16CBA319-67C4-4D0C-BDBA-57F636C761EE}" destId="{DC988ABC-B6FD-404B-BDBF-09DD52F1F852}" srcOrd="2" destOrd="0" presId="urn:microsoft.com/office/officeart/2005/8/layout/vList2"/>
    <dgm:cxn modelId="{FFDF6D70-4A7F-4B57-A2D9-E660CC64FAA4}" type="presParOf" srcId="{16CBA319-67C4-4D0C-BDBA-57F636C761EE}" destId="{8B01E839-7181-47D6-8E05-540163108C91}" srcOrd="3" destOrd="0" presId="urn:microsoft.com/office/officeart/2005/8/layout/vList2"/>
    <dgm:cxn modelId="{266C2394-81F8-4625-A63D-1A5AFEDDAE71}" type="presParOf" srcId="{16CBA319-67C4-4D0C-BDBA-57F636C761EE}" destId="{C4776795-B732-48BF-BFC2-3D2F06C28E63}" srcOrd="4" destOrd="0" presId="urn:microsoft.com/office/officeart/2005/8/layout/vList2"/>
    <dgm:cxn modelId="{71DF310C-757D-4D00-8F95-39AAAAF57FDA}" type="presParOf" srcId="{16CBA319-67C4-4D0C-BDBA-57F636C761EE}" destId="{9CF22F90-9153-4A52-A807-A305FBC889A1}" srcOrd="5" destOrd="0" presId="urn:microsoft.com/office/officeart/2005/8/layout/vList2"/>
    <dgm:cxn modelId="{00F37C02-638A-4657-8B50-EBB641B3A751}" type="presParOf" srcId="{16CBA319-67C4-4D0C-BDBA-57F636C761EE}" destId="{0D1D17FC-BBEF-4676-80B4-B790248BBE5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2682D4FE-0AB4-4F32-A3D6-CB471EEE2B2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3B45D22A-1602-4A30-B2AC-F1D03909FDE7}">
      <dgm:prSet/>
      <dgm:spPr/>
      <dgm:t>
        <a:bodyPr/>
        <a:lstStyle/>
        <a:p>
          <a:r>
            <a:rPr lang="uk-UA" b="0" i="0"/>
            <a:t>Київ, Львів</a:t>
          </a:r>
          <a:endParaRPr lang="uk-UA"/>
        </a:p>
      </dgm:t>
    </dgm:pt>
    <dgm:pt modelId="{74AC8A19-4A74-490C-8A92-B8B332E82B03}" type="parTrans" cxnId="{09E8EEAD-FBB4-41A7-8E59-8D82F0CF8C05}">
      <dgm:prSet/>
      <dgm:spPr/>
      <dgm:t>
        <a:bodyPr/>
        <a:lstStyle/>
        <a:p>
          <a:endParaRPr lang="uk-UA"/>
        </a:p>
      </dgm:t>
    </dgm:pt>
    <dgm:pt modelId="{67DA38A6-DB5D-4AE8-BEB2-A54C72B3D0AE}" type="sibTrans" cxnId="{09E8EEAD-FBB4-41A7-8E59-8D82F0CF8C05}">
      <dgm:prSet/>
      <dgm:spPr/>
      <dgm:t>
        <a:bodyPr/>
        <a:lstStyle/>
        <a:p>
          <a:endParaRPr lang="uk-UA"/>
        </a:p>
      </dgm:t>
    </dgm:pt>
    <dgm:pt modelId="{B6125FE2-8304-4562-B4AC-E84AD08EF92B}">
      <dgm:prSet/>
      <dgm:spPr/>
      <dgm:t>
        <a:bodyPr/>
        <a:lstStyle/>
        <a:p>
          <a:r>
            <a:rPr lang="uk-UA" b="0" i="0"/>
            <a:t>Львів, Харків</a:t>
          </a:r>
          <a:endParaRPr lang="uk-UA"/>
        </a:p>
      </dgm:t>
    </dgm:pt>
    <dgm:pt modelId="{37CF9045-6D0F-4758-AAB5-F82A5E8F7F3F}" type="parTrans" cxnId="{AB3B67B8-266C-4A3D-9CB1-73758D3A91ED}">
      <dgm:prSet/>
      <dgm:spPr/>
      <dgm:t>
        <a:bodyPr/>
        <a:lstStyle/>
        <a:p>
          <a:endParaRPr lang="uk-UA"/>
        </a:p>
      </dgm:t>
    </dgm:pt>
    <dgm:pt modelId="{C332B1B1-E65E-4A9A-8279-738C61E64779}" type="sibTrans" cxnId="{AB3B67B8-266C-4A3D-9CB1-73758D3A91ED}">
      <dgm:prSet/>
      <dgm:spPr/>
      <dgm:t>
        <a:bodyPr/>
        <a:lstStyle/>
        <a:p>
          <a:endParaRPr lang="uk-UA"/>
        </a:p>
      </dgm:t>
    </dgm:pt>
    <dgm:pt modelId="{A51D7B7D-2698-471B-A92C-BA14F1BE995B}">
      <dgm:prSet/>
      <dgm:spPr/>
      <dgm:t>
        <a:bodyPr/>
        <a:lstStyle/>
        <a:p>
          <a:r>
            <a:rPr lang="uk-UA" b="0" i="0"/>
            <a:t>Харків, Кам’янець-Подільський</a:t>
          </a:r>
          <a:endParaRPr lang="uk-UA"/>
        </a:p>
      </dgm:t>
    </dgm:pt>
    <dgm:pt modelId="{F2AF0C42-67DD-48C3-8A82-74ACECF9C1F4}" type="parTrans" cxnId="{F5DC51AA-245F-40FA-B439-80EEFABDF2ED}">
      <dgm:prSet/>
      <dgm:spPr/>
      <dgm:t>
        <a:bodyPr/>
        <a:lstStyle/>
        <a:p>
          <a:endParaRPr lang="uk-UA"/>
        </a:p>
      </dgm:t>
    </dgm:pt>
    <dgm:pt modelId="{225F06A7-6E7E-4BE1-B079-E95169772484}" type="sibTrans" cxnId="{F5DC51AA-245F-40FA-B439-80EEFABDF2ED}">
      <dgm:prSet/>
      <dgm:spPr/>
      <dgm:t>
        <a:bodyPr/>
        <a:lstStyle/>
        <a:p>
          <a:endParaRPr lang="uk-UA"/>
        </a:p>
      </dgm:t>
    </dgm:pt>
    <dgm:pt modelId="{52422ECA-A06C-4587-A71E-529609B34F87}">
      <dgm:prSet/>
      <dgm:spPr/>
      <dgm:t>
        <a:bodyPr/>
        <a:lstStyle/>
        <a:p>
          <a:r>
            <a:rPr lang="uk-UA" b="0" i="0"/>
            <a:t>Кам’янець-Подільський, Київ</a:t>
          </a:r>
          <a:endParaRPr lang="uk-UA"/>
        </a:p>
      </dgm:t>
    </dgm:pt>
    <dgm:pt modelId="{DDAE01FD-F191-40E8-9F7D-DC7915DED459}" type="parTrans" cxnId="{9142A976-2EA8-4F6C-A154-449F99B0CAC3}">
      <dgm:prSet/>
      <dgm:spPr/>
      <dgm:t>
        <a:bodyPr/>
        <a:lstStyle/>
        <a:p>
          <a:endParaRPr lang="uk-UA"/>
        </a:p>
      </dgm:t>
    </dgm:pt>
    <dgm:pt modelId="{8ED2B805-BAF5-4FAE-9F70-E44515490B11}" type="sibTrans" cxnId="{9142A976-2EA8-4F6C-A154-449F99B0CAC3}">
      <dgm:prSet/>
      <dgm:spPr/>
      <dgm:t>
        <a:bodyPr/>
        <a:lstStyle/>
        <a:p>
          <a:endParaRPr lang="uk-UA"/>
        </a:p>
      </dgm:t>
    </dgm:pt>
    <dgm:pt modelId="{0838A8E7-FD26-4C4A-9E92-7D13C7583F94}" type="pres">
      <dgm:prSet presAssocID="{2682D4FE-0AB4-4F32-A3D6-CB471EEE2B2D}" presName="linear" presStyleCnt="0">
        <dgm:presLayoutVars>
          <dgm:animLvl val="lvl"/>
          <dgm:resizeHandles val="exact"/>
        </dgm:presLayoutVars>
      </dgm:prSet>
      <dgm:spPr/>
    </dgm:pt>
    <dgm:pt modelId="{96575C6C-90B2-4185-8871-44EE6E27099B}" type="pres">
      <dgm:prSet presAssocID="{3B45D22A-1602-4A30-B2AC-F1D03909FDE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914CD5D-F491-48C8-995B-93B51B4ED7A6}" type="pres">
      <dgm:prSet presAssocID="{67DA38A6-DB5D-4AE8-BEB2-A54C72B3D0AE}" presName="spacer" presStyleCnt="0"/>
      <dgm:spPr/>
    </dgm:pt>
    <dgm:pt modelId="{0DFAF768-1990-4EA9-AA59-56F7A2ABB05D}" type="pres">
      <dgm:prSet presAssocID="{B6125FE2-8304-4562-B4AC-E84AD08EF92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3C1A539-42CC-4442-B80A-8A21299E6A7A}" type="pres">
      <dgm:prSet presAssocID="{C332B1B1-E65E-4A9A-8279-738C61E64779}" presName="spacer" presStyleCnt="0"/>
      <dgm:spPr/>
    </dgm:pt>
    <dgm:pt modelId="{2149CC9E-5EBF-4010-ACE6-A7CE4F7AD3B6}" type="pres">
      <dgm:prSet presAssocID="{A51D7B7D-2698-471B-A92C-BA14F1BE995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54398F4-E2C7-46AF-BF28-B20BB9C0D57F}" type="pres">
      <dgm:prSet presAssocID="{225F06A7-6E7E-4BE1-B079-E95169772484}" presName="spacer" presStyleCnt="0"/>
      <dgm:spPr/>
    </dgm:pt>
    <dgm:pt modelId="{44870902-0F5A-4810-A923-5EA04BAF4104}" type="pres">
      <dgm:prSet presAssocID="{52422ECA-A06C-4587-A71E-529609B34F8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7A06127-5E2C-4362-BF66-AD1DDC4E489D}" type="presOf" srcId="{A51D7B7D-2698-471B-A92C-BA14F1BE995B}" destId="{2149CC9E-5EBF-4010-ACE6-A7CE4F7AD3B6}" srcOrd="0" destOrd="0" presId="urn:microsoft.com/office/officeart/2005/8/layout/vList2"/>
    <dgm:cxn modelId="{7C12BF40-CC94-4DA8-B65C-9E76D71275C9}" type="presOf" srcId="{3B45D22A-1602-4A30-B2AC-F1D03909FDE7}" destId="{96575C6C-90B2-4185-8871-44EE6E27099B}" srcOrd="0" destOrd="0" presId="urn:microsoft.com/office/officeart/2005/8/layout/vList2"/>
    <dgm:cxn modelId="{EFF5C341-8F3F-4A24-84B8-08CCF796634D}" type="presOf" srcId="{52422ECA-A06C-4587-A71E-529609B34F87}" destId="{44870902-0F5A-4810-A923-5EA04BAF4104}" srcOrd="0" destOrd="0" presId="urn:microsoft.com/office/officeart/2005/8/layout/vList2"/>
    <dgm:cxn modelId="{9142A976-2EA8-4F6C-A154-449F99B0CAC3}" srcId="{2682D4FE-0AB4-4F32-A3D6-CB471EEE2B2D}" destId="{52422ECA-A06C-4587-A71E-529609B34F87}" srcOrd="3" destOrd="0" parTransId="{DDAE01FD-F191-40E8-9F7D-DC7915DED459}" sibTransId="{8ED2B805-BAF5-4FAE-9F70-E44515490B11}"/>
    <dgm:cxn modelId="{B96B288F-87DD-48A6-A417-CC4252C25D0F}" type="presOf" srcId="{2682D4FE-0AB4-4F32-A3D6-CB471EEE2B2D}" destId="{0838A8E7-FD26-4C4A-9E92-7D13C7583F94}" srcOrd="0" destOrd="0" presId="urn:microsoft.com/office/officeart/2005/8/layout/vList2"/>
    <dgm:cxn modelId="{F5DC51AA-245F-40FA-B439-80EEFABDF2ED}" srcId="{2682D4FE-0AB4-4F32-A3D6-CB471EEE2B2D}" destId="{A51D7B7D-2698-471B-A92C-BA14F1BE995B}" srcOrd="2" destOrd="0" parTransId="{F2AF0C42-67DD-48C3-8A82-74ACECF9C1F4}" sibTransId="{225F06A7-6E7E-4BE1-B079-E95169772484}"/>
    <dgm:cxn modelId="{09E8EEAD-FBB4-41A7-8E59-8D82F0CF8C05}" srcId="{2682D4FE-0AB4-4F32-A3D6-CB471EEE2B2D}" destId="{3B45D22A-1602-4A30-B2AC-F1D03909FDE7}" srcOrd="0" destOrd="0" parTransId="{74AC8A19-4A74-490C-8A92-B8B332E82B03}" sibTransId="{67DA38A6-DB5D-4AE8-BEB2-A54C72B3D0AE}"/>
    <dgm:cxn modelId="{AB3B67B8-266C-4A3D-9CB1-73758D3A91ED}" srcId="{2682D4FE-0AB4-4F32-A3D6-CB471EEE2B2D}" destId="{B6125FE2-8304-4562-B4AC-E84AD08EF92B}" srcOrd="1" destOrd="0" parTransId="{37CF9045-6D0F-4758-AAB5-F82A5E8F7F3F}" sibTransId="{C332B1B1-E65E-4A9A-8279-738C61E64779}"/>
    <dgm:cxn modelId="{982207CD-4DB9-4195-A2EE-7BE5287E9B37}" type="presOf" srcId="{B6125FE2-8304-4562-B4AC-E84AD08EF92B}" destId="{0DFAF768-1990-4EA9-AA59-56F7A2ABB05D}" srcOrd="0" destOrd="0" presId="urn:microsoft.com/office/officeart/2005/8/layout/vList2"/>
    <dgm:cxn modelId="{74E0B7B9-A265-48BA-B9E7-FF10960CAAC2}" type="presParOf" srcId="{0838A8E7-FD26-4C4A-9E92-7D13C7583F94}" destId="{96575C6C-90B2-4185-8871-44EE6E27099B}" srcOrd="0" destOrd="0" presId="urn:microsoft.com/office/officeart/2005/8/layout/vList2"/>
    <dgm:cxn modelId="{4ADD8431-3783-4E02-9013-FC7143802CC1}" type="presParOf" srcId="{0838A8E7-FD26-4C4A-9E92-7D13C7583F94}" destId="{7914CD5D-F491-48C8-995B-93B51B4ED7A6}" srcOrd="1" destOrd="0" presId="urn:microsoft.com/office/officeart/2005/8/layout/vList2"/>
    <dgm:cxn modelId="{7B2BE1A8-456C-4FF0-8203-F10084D3D7DD}" type="presParOf" srcId="{0838A8E7-FD26-4C4A-9E92-7D13C7583F94}" destId="{0DFAF768-1990-4EA9-AA59-56F7A2ABB05D}" srcOrd="2" destOrd="0" presId="urn:microsoft.com/office/officeart/2005/8/layout/vList2"/>
    <dgm:cxn modelId="{D4EC856C-4065-4906-B30D-8C5C8050A9F0}" type="presParOf" srcId="{0838A8E7-FD26-4C4A-9E92-7D13C7583F94}" destId="{C3C1A539-42CC-4442-B80A-8A21299E6A7A}" srcOrd="3" destOrd="0" presId="urn:microsoft.com/office/officeart/2005/8/layout/vList2"/>
    <dgm:cxn modelId="{2AE1DA91-446C-4945-9D3D-C9E171C1AF91}" type="presParOf" srcId="{0838A8E7-FD26-4C4A-9E92-7D13C7583F94}" destId="{2149CC9E-5EBF-4010-ACE6-A7CE4F7AD3B6}" srcOrd="4" destOrd="0" presId="urn:microsoft.com/office/officeart/2005/8/layout/vList2"/>
    <dgm:cxn modelId="{B5C76ABC-CD57-43F1-899F-DA7431C4A698}" type="presParOf" srcId="{0838A8E7-FD26-4C4A-9E92-7D13C7583F94}" destId="{554398F4-E2C7-46AF-BF28-B20BB9C0D57F}" srcOrd="5" destOrd="0" presId="urn:microsoft.com/office/officeart/2005/8/layout/vList2"/>
    <dgm:cxn modelId="{2FAD56B2-7C3B-44EE-A5A0-8D47D138A9EE}" type="presParOf" srcId="{0838A8E7-FD26-4C4A-9E92-7D13C7583F94}" destId="{44870902-0F5A-4810-A923-5EA04BAF410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BF77659F-5B46-4A47-A9B9-17948D72E7D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46CCD1D-DF62-4212-9073-571B97106074}">
      <dgm:prSet/>
      <dgm:spPr/>
      <dgm:t>
        <a:bodyPr/>
        <a:lstStyle/>
        <a:p>
          <a:r>
            <a:rPr lang="ru-RU" b="0" i="0"/>
            <a:t>письменника, кінорежисера, кінодраматурга, класика світового кінематографа.</a:t>
          </a:r>
          <a:endParaRPr lang="uk-UA"/>
        </a:p>
      </dgm:t>
    </dgm:pt>
    <dgm:pt modelId="{4962D9DD-946C-4B97-935D-323B81FE0AC3}" type="parTrans" cxnId="{FAF16F23-4E8B-4349-9076-8CD0768752CD}">
      <dgm:prSet/>
      <dgm:spPr/>
      <dgm:t>
        <a:bodyPr/>
        <a:lstStyle/>
        <a:p>
          <a:endParaRPr lang="uk-UA"/>
        </a:p>
      </dgm:t>
    </dgm:pt>
    <dgm:pt modelId="{9ED336E2-FD1A-4BD1-A8F6-4702D3BE16E9}" type="sibTrans" cxnId="{FAF16F23-4E8B-4349-9076-8CD0768752CD}">
      <dgm:prSet/>
      <dgm:spPr/>
      <dgm:t>
        <a:bodyPr/>
        <a:lstStyle/>
        <a:p>
          <a:endParaRPr lang="uk-UA"/>
        </a:p>
      </dgm:t>
    </dgm:pt>
    <dgm:pt modelId="{B0404BD1-BA20-46CB-965B-A8AD7E028B04}">
      <dgm:prSet/>
      <dgm:spPr/>
      <dgm:t>
        <a:bodyPr/>
        <a:lstStyle/>
        <a:p>
          <a:r>
            <a:rPr lang="ru-RU" b="0" i="0"/>
            <a:t>композитора, піаніста, диригента, фундатора української національної музики.</a:t>
          </a:r>
          <a:endParaRPr lang="uk-UA"/>
        </a:p>
      </dgm:t>
    </dgm:pt>
    <dgm:pt modelId="{3110046F-4203-4B81-945C-8B6348AA804D}" type="parTrans" cxnId="{7E9FF34E-50DF-4719-9BCF-69EB557960B4}">
      <dgm:prSet/>
      <dgm:spPr/>
      <dgm:t>
        <a:bodyPr/>
        <a:lstStyle/>
        <a:p>
          <a:endParaRPr lang="uk-UA"/>
        </a:p>
      </dgm:t>
    </dgm:pt>
    <dgm:pt modelId="{217A72CB-AB8F-4E47-90F7-603D67B80445}" type="sibTrans" cxnId="{7E9FF34E-50DF-4719-9BCF-69EB557960B4}">
      <dgm:prSet/>
      <dgm:spPr/>
      <dgm:t>
        <a:bodyPr/>
        <a:lstStyle/>
        <a:p>
          <a:endParaRPr lang="uk-UA"/>
        </a:p>
      </dgm:t>
    </dgm:pt>
    <dgm:pt modelId="{DE06989B-1844-40E0-8491-8A4D6AC910CE}">
      <dgm:prSet/>
      <dgm:spPr/>
      <dgm:t>
        <a:bodyPr/>
        <a:lstStyle/>
        <a:p>
          <a:r>
            <a:rPr lang="ru-RU" b="0" i="0"/>
            <a:t>історика, сходознавця, письменника, перекладача, одного з організаторів Академії наук України.</a:t>
          </a:r>
          <a:endParaRPr lang="uk-UA"/>
        </a:p>
      </dgm:t>
    </dgm:pt>
    <dgm:pt modelId="{8EDAE46D-14D6-40EE-8F64-941F3FD37B86}" type="parTrans" cxnId="{5ECB8AD7-D59C-4809-A45D-AD200B84CA1E}">
      <dgm:prSet/>
      <dgm:spPr/>
      <dgm:t>
        <a:bodyPr/>
        <a:lstStyle/>
        <a:p>
          <a:endParaRPr lang="uk-UA"/>
        </a:p>
      </dgm:t>
    </dgm:pt>
    <dgm:pt modelId="{C26EF351-02C5-422E-BB8A-B19C4FA355B4}" type="sibTrans" cxnId="{5ECB8AD7-D59C-4809-A45D-AD200B84CA1E}">
      <dgm:prSet/>
      <dgm:spPr/>
      <dgm:t>
        <a:bodyPr/>
        <a:lstStyle/>
        <a:p>
          <a:endParaRPr lang="uk-UA"/>
        </a:p>
      </dgm:t>
    </dgm:pt>
    <dgm:pt modelId="{173DCF2F-6A3E-4235-ABEE-0D622648D6B5}">
      <dgm:prSet/>
      <dgm:spPr/>
      <dgm:t>
        <a:bodyPr/>
        <a:lstStyle/>
        <a:p>
          <a:r>
            <a:rPr lang="ru-RU" b="0" i="0"/>
            <a:t>режисера, драматурга, актора, основоположника українського модерного (нового) театру.</a:t>
          </a:r>
          <a:endParaRPr lang="uk-UA"/>
        </a:p>
      </dgm:t>
    </dgm:pt>
    <dgm:pt modelId="{45D3063C-7651-4A42-8988-D126A7AD93C2}" type="parTrans" cxnId="{E6AFEF02-AF8D-43E8-B0B0-CFEADAE1BF10}">
      <dgm:prSet/>
      <dgm:spPr/>
      <dgm:t>
        <a:bodyPr/>
        <a:lstStyle/>
        <a:p>
          <a:endParaRPr lang="uk-UA"/>
        </a:p>
      </dgm:t>
    </dgm:pt>
    <dgm:pt modelId="{4BA394A1-E660-4694-AA25-B2E2B953E84D}" type="sibTrans" cxnId="{E6AFEF02-AF8D-43E8-B0B0-CFEADAE1BF10}">
      <dgm:prSet/>
      <dgm:spPr/>
      <dgm:t>
        <a:bodyPr/>
        <a:lstStyle/>
        <a:p>
          <a:endParaRPr lang="uk-UA"/>
        </a:p>
      </dgm:t>
    </dgm:pt>
    <dgm:pt modelId="{6A16AC5C-6D37-49C0-9362-AC670F125519}" type="pres">
      <dgm:prSet presAssocID="{BF77659F-5B46-4A47-A9B9-17948D72E7DF}" presName="linear" presStyleCnt="0">
        <dgm:presLayoutVars>
          <dgm:animLvl val="lvl"/>
          <dgm:resizeHandles val="exact"/>
        </dgm:presLayoutVars>
      </dgm:prSet>
      <dgm:spPr/>
    </dgm:pt>
    <dgm:pt modelId="{8070E1E0-AD57-49A7-9215-DEB19E254345}" type="pres">
      <dgm:prSet presAssocID="{946CCD1D-DF62-4212-9073-571B9710607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11CEBC9-5A77-476E-A4A6-F6EEA1E9648F}" type="pres">
      <dgm:prSet presAssocID="{9ED336E2-FD1A-4BD1-A8F6-4702D3BE16E9}" presName="spacer" presStyleCnt="0"/>
      <dgm:spPr/>
    </dgm:pt>
    <dgm:pt modelId="{E44BDB9E-34AD-4F03-923C-14382B792480}" type="pres">
      <dgm:prSet presAssocID="{B0404BD1-BA20-46CB-965B-A8AD7E028B0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2E4BF74-29CC-43A8-82A1-CEBD1A6133FB}" type="pres">
      <dgm:prSet presAssocID="{217A72CB-AB8F-4E47-90F7-603D67B80445}" presName="spacer" presStyleCnt="0"/>
      <dgm:spPr/>
    </dgm:pt>
    <dgm:pt modelId="{5029A2F9-85F2-4D10-9D58-C459E50C0464}" type="pres">
      <dgm:prSet presAssocID="{DE06989B-1844-40E0-8491-8A4D6AC910C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D54EDA5-A4CD-4C9C-B0BD-5EF017F74C05}" type="pres">
      <dgm:prSet presAssocID="{C26EF351-02C5-422E-BB8A-B19C4FA355B4}" presName="spacer" presStyleCnt="0"/>
      <dgm:spPr/>
    </dgm:pt>
    <dgm:pt modelId="{0696D969-0896-4537-904A-AA0F7D5781D5}" type="pres">
      <dgm:prSet presAssocID="{173DCF2F-6A3E-4235-ABEE-0D622648D6B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6AFEF02-AF8D-43E8-B0B0-CFEADAE1BF10}" srcId="{BF77659F-5B46-4A47-A9B9-17948D72E7DF}" destId="{173DCF2F-6A3E-4235-ABEE-0D622648D6B5}" srcOrd="3" destOrd="0" parTransId="{45D3063C-7651-4A42-8988-D126A7AD93C2}" sibTransId="{4BA394A1-E660-4694-AA25-B2E2B953E84D}"/>
    <dgm:cxn modelId="{FAF16F23-4E8B-4349-9076-8CD0768752CD}" srcId="{BF77659F-5B46-4A47-A9B9-17948D72E7DF}" destId="{946CCD1D-DF62-4212-9073-571B97106074}" srcOrd="0" destOrd="0" parTransId="{4962D9DD-946C-4B97-935D-323B81FE0AC3}" sibTransId="{9ED336E2-FD1A-4BD1-A8F6-4702D3BE16E9}"/>
    <dgm:cxn modelId="{B8AC034B-815F-4246-938E-693C4A0683AA}" type="presOf" srcId="{173DCF2F-6A3E-4235-ABEE-0D622648D6B5}" destId="{0696D969-0896-4537-904A-AA0F7D5781D5}" srcOrd="0" destOrd="0" presId="urn:microsoft.com/office/officeart/2005/8/layout/vList2"/>
    <dgm:cxn modelId="{7E9FF34E-50DF-4719-9BCF-69EB557960B4}" srcId="{BF77659F-5B46-4A47-A9B9-17948D72E7DF}" destId="{B0404BD1-BA20-46CB-965B-A8AD7E028B04}" srcOrd="1" destOrd="0" parTransId="{3110046F-4203-4B81-945C-8B6348AA804D}" sibTransId="{217A72CB-AB8F-4E47-90F7-603D67B80445}"/>
    <dgm:cxn modelId="{5655684F-29D8-48FC-A630-B534A8A7283F}" type="presOf" srcId="{DE06989B-1844-40E0-8491-8A4D6AC910CE}" destId="{5029A2F9-85F2-4D10-9D58-C459E50C0464}" srcOrd="0" destOrd="0" presId="urn:microsoft.com/office/officeart/2005/8/layout/vList2"/>
    <dgm:cxn modelId="{B5F53689-66FB-49B2-8D6E-C14DEA0D5E1B}" type="presOf" srcId="{B0404BD1-BA20-46CB-965B-A8AD7E028B04}" destId="{E44BDB9E-34AD-4F03-923C-14382B792480}" srcOrd="0" destOrd="0" presId="urn:microsoft.com/office/officeart/2005/8/layout/vList2"/>
    <dgm:cxn modelId="{5ECB8AD7-D59C-4809-A45D-AD200B84CA1E}" srcId="{BF77659F-5B46-4A47-A9B9-17948D72E7DF}" destId="{DE06989B-1844-40E0-8491-8A4D6AC910CE}" srcOrd="2" destOrd="0" parTransId="{8EDAE46D-14D6-40EE-8F64-941F3FD37B86}" sibTransId="{C26EF351-02C5-422E-BB8A-B19C4FA355B4}"/>
    <dgm:cxn modelId="{BB5732EB-74BA-4432-86CB-18EC63C2A785}" type="presOf" srcId="{BF77659F-5B46-4A47-A9B9-17948D72E7DF}" destId="{6A16AC5C-6D37-49C0-9362-AC670F125519}" srcOrd="0" destOrd="0" presId="urn:microsoft.com/office/officeart/2005/8/layout/vList2"/>
    <dgm:cxn modelId="{7372E5EB-DB2C-47EC-B1BA-390FEF429077}" type="presOf" srcId="{946CCD1D-DF62-4212-9073-571B97106074}" destId="{8070E1E0-AD57-49A7-9215-DEB19E254345}" srcOrd="0" destOrd="0" presId="urn:microsoft.com/office/officeart/2005/8/layout/vList2"/>
    <dgm:cxn modelId="{286A9241-60AE-46D4-8254-3B0DDCFBF5C1}" type="presParOf" srcId="{6A16AC5C-6D37-49C0-9362-AC670F125519}" destId="{8070E1E0-AD57-49A7-9215-DEB19E254345}" srcOrd="0" destOrd="0" presId="urn:microsoft.com/office/officeart/2005/8/layout/vList2"/>
    <dgm:cxn modelId="{4951529E-4859-41CF-AB2B-9A7FA26D96B0}" type="presParOf" srcId="{6A16AC5C-6D37-49C0-9362-AC670F125519}" destId="{911CEBC9-5A77-476E-A4A6-F6EEA1E9648F}" srcOrd="1" destOrd="0" presId="urn:microsoft.com/office/officeart/2005/8/layout/vList2"/>
    <dgm:cxn modelId="{D11A7002-501E-468C-9796-4EC251B17E73}" type="presParOf" srcId="{6A16AC5C-6D37-49C0-9362-AC670F125519}" destId="{E44BDB9E-34AD-4F03-923C-14382B792480}" srcOrd="2" destOrd="0" presId="urn:microsoft.com/office/officeart/2005/8/layout/vList2"/>
    <dgm:cxn modelId="{D8F5D3A5-958C-4065-938F-ECDE3A40DF3E}" type="presParOf" srcId="{6A16AC5C-6D37-49C0-9362-AC670F125519}" destId="{12E4BF74-29CC-43A8-82A1-CEBD1A6133FB}" srcOrd="3" destOrd="0" presId="urn:microsoft.com/office/officeart/2005/8/layout/vList2"/>
    <dgm:cxn modelId="{E844B02B-0602-40FA-B1CC-DBF0BF5CDC6B}" type="presParOf" srcId="{6A16AC5C-6D37-49C0-9362-AC670F125519}" destId="{5029A2F9-85F2-4D10-9D58-C459E50C0464}" srcOrd="4" destOrd="0" presId="urn:microsoft.com/office/officeart/2005/8/layout/vList2"/>
    <dgm:cxn modelId="{ACE3240B-855E-4838-9DB5-0318D1DDBC94}" type="presParOf" srcId="{6A16AC5C-6D37-49C0-9362-AC670F125519}" destId="{0D54EDA5-A4CD-4C9C-B0BD-5EF017F74C05}" srcOrd="5" destOrd="0" presId="urn:microsoft.com/office/officeart/2005/8/layout/vList2"/>
    <dgm:cxn modelId="{DD8EEEC0-0002-4DBF-AD32-16339AE61FEC}" type="presParOf" srcId="{6A16AC5C-6D37-49C0-9362-AC670F125519}" destId="{0696D969-0896-4537-904A-AA0F7D5781D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C2D99E19-95FC-45F9-9B3F-807D64B7BD7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341A4DA-26BB-40C5-87B4-D67B7FFC512D}">
      <dgm:prSet/>
      <dgm:spPr/>
      <dgm:t>
        <a:bodyPr/>
        <a:lstStyle/>
        <a:p>
          <a:r>
            <a:rPr lang="uk-UA" b="0" i="0"/>
            <a:t>Української Народної Республіки.</a:t>
          </a:r>
          <a:endParaRPr lang="uk-UA"/>
        </a:p>
      </dgm:t>
    </dgm:pt>
    <dgm:pt modelId="{58ED47EA-BB74-4DAE-8B22-BFF246E0659B}" type="parTrans" cxnId="{090AF494-BE29-4086-9E13-E3344B925AA0}">
      <dgm:prSet/>
      <dgm:spPr/>
      <dgm:t>
        <a:bodyPr/>
        <a:lstStyle/>
        <a:p>
          <a:endParaRPr lang="uk-UA"/>
        </a:p>
      </dgm:t>
    </dgm:pt>
    <dgm:pt modelId="{9A1DCFBD-7384-4CB4-BED1-BBBFEE8F256F}" type="sibTrans" cxnId="{090AF494-BE29-4086-9E13-E3344B925AA0}">
      <dgm:prSet/>
      <dgm:spPr/>
      <dgm:t>
        <a:bodyPr/>
        <a:lstStyle/>
        <a:p>
          <a:endParaRPr lang="uk-UA"/>
        </a:p>
      </dgm:t>
    </dgm:pt>
    <dgm:pt modelId="{47FBE53C-4ADA-4AD1-A792-24B9BC6ABEC8}">
      <dgm:prSet/>
      <dgm:spPr/>
      <dgm:t>
        <a:bodyPr/>
        <a:lstStyle/>
        <a:p>
          <a:r>
            <a:rPr lang="uk-UA" b="0" i="0"/>
            <a:t>Української Держави П. Скоропадського.</a:t>
          </a:r>
          <a:endParaRPr lang="uk-UA"/>
        </a:p>
      </dgm:t>
    </dgm:pt>
    <dgm:pt modelId="{17891B25-558E-48F1-A75D-742C3FEEFF9F}" type="parTrans" cxnId="{848089BA-37AC-4CF0-BD85-A4BE05C7C27E}">
      <dgm:prSet/>
      <dgm:spPr/>
      <dgm:t>
        <a:bodyPr/>
        <a:lstStyle/>
        <a:p>
          <a:endParaRPr lang="uk-UA"/>
        </a:p>
      </dgm:t>
    </dgm:pt>
    <dgm:pt modelId="{D0A9EC5B-40A0-4E97-A3D8-8CC781C59FD4}" type="sibTrans" cxnId="{848089BA-37AC-4CF0-BD85-A4BE05C7C27E}">
      <dgm:prSet/>
      <dgm:spPr/>
      <dgm:t>
        <a:bodyPr/>
        <a:lstStyle/>
        <a:p>
          <a:endParaRPr lang="uk-UA"/>
        </a:p>
      </dgm:t>
    </dgm:pt>
    <dgm:pt modelId="{8711B580-3728-4E0E-B1F7-1B79D1ACAF05}">
      <dgm:prSet/>
      <dgm:spPr/>
      <dgm:t>
        <a:bodyPr/>
        <a:lstStyle/>
        <a:p>
          <a:r>
            <a:rPr lang="uk-UA" b="0" i="0"/>
            <a:t>Західноукраїнської Народної Республіки.</a:t>
          </a:r>
          <a:endParaRPr lang="uk-UA"/>
        </a:p>
      </dgm:t>
    </dgm:pt>
    <dgm:pt modelId="{DB91E907-3B26-4E90-846C-94F542862365}" type="parTrans" cxnId="{287B75C5-0DB7-4FD6-95F5-C19F307DA951}">
      <dgm:prSet/>
      <dgm:spPr/>
      <dgm:t>
        <a:bodyPr/>
        <a:lstStyle/>
        <a:p>
          <a:endParaRPr lang="uk-UA"/>
        </a:p>
      </dgm:t>
    </dgm:pt>
    <dgm:pt modelId="{AD45DEDD-7A69-4065-9506-E8D045593B1A}" type="sibTrans" cxnId="{287B75C5-0DB7-4FD6-95F5-C19F307DA951}">
      <dgm:prSet/>
      <dgm:spPr/>
      <dgm:t>
        <a:bodyPr/>
        <a:lstStyle/>
        <a:p>
          <a:endParaRPr lang="uk-UA"/>
        </a:p>
      </dgm:t>
    </dgm:pt>
    <dgm:pt modelId="{676B369E-C2D0-43F3-A398-BB70E07005A6}">
      <dgm:prSet/>
      <dgm:spPr/>
      <dgm:t>
        <a:bodyPr/>
        <a:lstStyle/>
        <a:p>
          <a:r>
            <a:rPr lang="uk-UA" b="0" i="0"/>
            <a:t>Української Соціалістичної Радянської Республіки.</a:t>
          </a:r>
          <a:endParaRPr lang="uk-UA"/>
        </a:p>
      </dgm:t>
    </dgm:pt>
    <dgm:pt modelId="{851BB51C-A15F-4A39-92B2-FA207E5B64AB}" type="parTrans" cxnId="{13A447E8-189A-44CF-A4D2-8E15A39E23BB}">
      <dgm:prSet/>
      <dgm:spPr/>
      <dgm:t>
        <a:bodyPr/>
        <a:lstStyle/>
        <a:p>
          <a:endParaRPr lang="uk-UA"/>
        </a:p>
      </dgm:t>
    </dgm:pt>
    <dgm:pt modelId="{5694C82F-4B6B-4099-89E3-1A51AFAA4380}" type="sibTrans" cxnId="{13A447E8-189A-44CF-A4D2-8E15A39E23BB}">
      <dgm:prSet/>
      <dgm:spPr/>
      <dgm:t>
        <a:bodyPr/>
        <a:lstStyle/>
        <a:p>
          <a:endParaRPr lang="uk-UA"/>
        </a:p>
      </dgm:t>
    </dgm:pt>
    <dgm:pt modelId="{CA6F0C6A-B991-490D-A652-327FE6C31CDA}" type="pres">
      <dgm:prSet presAssocID="{C2D99E19-95FC-45F9-9B3F-807D64B7BD7B}" presName="linear" presStyleCnt="0">
        <dgm:presLayoutVars>
          <dgm:animLvl val="lvl"/>
          <dgm:resizeHandles val="exact"/>
        </dgm:presLayoutVars>
      </dgm:prSet>
      <dgm:spPr/>
    </dgm:pt>
    <dgm:pt modelId="{9844D7EB-5B30-4455-AB7C-C9847199D4AD}" type="pres">
      <dgm:prSet presAssocID="{7341A4DA-26BB-40C5-87B4-D67B7FFC512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62D7598-4DC3-4D14-BEDD-3EE3552C19F0}" type="pres">
      <dgm:prSet presAssocID="{9A1DCFBD-7384-4CB4-BED1-BBBFEE8F256F}" presName="spacer" presStyleCnt="0"/>
      <dgm:spPr/>
    </dgm:pt>
    <dgm:pt modelId="{98F4B2B9-D4F2-4C3E-9C3B-6F22D291BDA0}" type="pres">
      <dgm:prSet presAssocID="{47FBE53C-4ADA-4AD1-A792-24B9BC6ABEC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CDA94BA-CC7D-4702-ACA8-B863D76633D3}" type="pres">
      <dgm:prSet presAssocID="{D0A9EC5B-40A0-4E97-A3D8-8CC781C59FD4}" presName="spacer" presStyleCnt="0"/>
      <dgm:spPr/>
    </dgm:pt>
    <dgm:pt modelId="{C80D5A1F-3CB5-43EB-BD06-E4B554DAD995}" type="pres">
      <dgm:prSet presAssocID="{8711B580-3728-4E0E-B1F7-1B79D1ACAF0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6BE99C8-0A6A-4040-9560-36A101AE9EAE}" type="pres">
      <dgm:prSet presAssocID="{AD45DEDD-7A69-4065-9506-E8D045593B1A}" presName="spacer" presStyleCnt="0"/>
      <dgm:spPr/>
    </dgm:pt>
    <dgm:pt modelId="{3DB94123-A36E-4ED4-AE04-5313836AD03F}" type="pres">
      <dgm:prSet presAssocID="{676B369E-C2D0-43F3-A398-BB70E07005A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B7B7F33-E97B-42F7-A5CD-3384E04643F4}" type="presOf" srcId="{C2D99E19-95FC-45F9-9B3F-807D64B7BD7B}" destId="{CA6F0C6A-B991-490D-A652-327FE6C31CDA}" srcOrd="0" destOrd="0" presId="urn:microsoft.com/office/officeart/2005/8/layout/vList2"/>
    <dgm:cxn modelId="{B5385153-45ED-471B-B37F-A5C14AC2281A}" type="presOf" srcId="{7341A4DA-26BB-40C5-87B4-D67B7FFC512D}" destId="{9844D7EB-5B30-4455-AB7C-C9847199D4AD}" srcOrd="0" destOrd="0" presId="urn:microsoft.com/office/officeart/2005/8/layout/vList2"/>
    <dgm:cxn modelId="{090AF494-BE29-4086-9E13-E3344B925AA0}" srcId="{C2D99E19-95FC-45F9-9B3F-807D64B7BD7B}" destId="{7341A4DA-26BB-40C5-87B4-D67B7FFC512D}" srcOrd="0" destOrd="0" parTransId="{58ED47EA-BB74-4DAE-8B22-BFF246E0659B}" sibTransId="{9A1DCFBD-7384-4CB4-BED1-BBBFEE8F256F}"/>
    <dgm:cxn modelId="{3E16EB95-DC13-428E-9B48-BA309ED45121}" type="presOf" srcId="{8711B580-3728-4E0E-B1F7-1B79D1ACAF05}" destId="{C80D5A1F-3CB5-43EB-BD06-E4B554DAD995}" srcOrd="0" destOrd="0" presId="urn:microsoft.com/office/officeart/2005/8/layout/vList2"/>
    <dgm:cxn modelId="{2AF474B7-EC45-409A-982D-6087AC012F11}" type="presOf" srcId="{676B369E-C2D0-43F3-A398-BB70E07005A6}" destId="{3DB94123-A36E-4ED4-AE04-5313836AD03F}" srcOrd="0" destOrd="0" presId="urn:microsoft.com/office/officeart/2005/8/layout/vList2"/>
    <dgm:cxn modelId="{848089BA-37AC-4CF0-BD85-A4BE05C7C27E}" srcId="{C2D99E19-95FC-45F9-9B3F-807D64B7BD7B}" destId="{47FBE53C-4ADA-4AD1-A792-24B9BC6ABEC8}" srcOrd="1" destOrd="0" parTransId="{17891B25-558E-48F1-A75D-742C3FEEFF9F}" sibTransId="{D0A9EC5B-40A0-4E97-A3D8-8CC781C59FD4}"/>
    <dgm:cxn modelId="{287B75C5-0DB7-4FD6-95F5-C19F307DA951}" srcId="{C2D99E19-95FC-45F9-9B3F-807D64B7BD7B}" destId="{8711B580-3728-4E0E-B1F7-1B79D1ACAF05}" srcOrd="2" destOrd="0" parTransId="{DB91E907-3B26-4E90-846C-94F542862365}" sibTransId="{AD45DEDD-7A69-4065-9506-E8D045593B1A}"/>
    <dgm:cxn modelId="{4CDF59D5-DF33-4B4E-B5B8-DA49D6612F41}" type="presOf" srcId="{47FBE53C-4ADA-4AD1-A792-24B9BC6ABEC8}" destId="{98F4B2B9-D4F2-4C3E-9C3B-6F22D291BDA0}" srcOrd="0" destOrd="0" presId="urn:microsoft.com/office/officeart/2005/8/layout/vList2"/>
    <dgm:cxn modelId="{13A447E8-189A-44CF-A4D2-8E15A39E23BB}" srcId="{C2D99E19-95FC-45F9-9B3F-807D64B7BD7B}" destId="{676B369E-C2D0-43F3-A398-BB70E07005A6}" srcOrd="3" destOrd="0" parTransId="{851BB51C-A15F-4A39-92B2-FA207E5B64AB}" sibTransId="{5694C82F-4B6B-4099-89E3-1A51AFAA4380}"/>
    <dgm:cxn modelId="{90715C60-9A31-49DD-9C25-6E4473EB0746}" type="presParOf" srcId="{CA6F0C6A-B991-490D-A652-327FE6C31CDA}" destId="{9844D7EB-5B30-4455-AB7C-C9847199D4AD}" srcOrd="0" destOrd="0" presId="urn:microsoft.com/office/officeart/2005/8/layout/vList2"/>
    <dgm:cxn modelId="{8B504AA7-7567-429A-8D5B-0451D42C09E3}" type="presParOf" srcId="{CA6F0C6A-B991-490D-A652-327FE6C31CDA}" destId="{862D7598-4DC3-4D14-BEDD-3EE3552C19F0}" srcOrd="1" destOrd="0" presId="urn:microsoft.com/office/officeart/2005/8/layout/vList2"/>
    <dgm:cxn modelId="{57D778A9-C71B-4464-BA58-878213F85F57}" type="presParOf" srcId="{CA6F0C6A-B991-490D-A652-327FE6C31CDA}" destId="{98F4B2B9-D4F2-4C3E-9C3B-6F22D291BDA0}" srcOrd="2" destOrd="0" presId="urn:microsoft.com/office/officeart/2005/8/layout/vList2"/>
    <dgm:cxn modelId="{7874E1CC-448E-427B-B4F5-BFCE0EC89E6B}" type="presParOf" srcId="{CA6F0C6A-B991-490D-A652-327FE6C31CDA}" destId="{7CDA94BA-CC7D-4702-ACA8-B863D76633D3}" srcOrd="3" destOrd="0" presId="urn:microsoft.com/office/officeart/2005/8/layout/vList2"/>
    <dgm:cxn modelId="{38B73927-45FB-4C70-8DA4-E82420646A65}" type="presParOf" srcId="{CA6F0C6A-B991-490D-A652-327FE6C31CDA}" destId="{C80D5A1F-3CB5-43EB-BD06-E4B554DAD995}" srcOrd="4" destOrd="0" presId="urn:microsoft.com/office/officeart/2005/8/layout/vList2"/>
    <dgm:cxn modelId="{4432C1B0-A686-4345-B709-3B2979662E7C}" type="presParOf" srcId="{CA6F0C6A-B991-490D-A652-327FE6C31CDA}" destId="{96BE99C8-0A6A-4040-9560-36A101AE9EAE}" srcOrd="5" destOrd="0" presId="urn:microsoft.com/office/officeart/2005/8/layout/vList2"/>
    <dgm:cxn modelId="{3C43FD1F-F746-493C-A226-B3161FE8F537}" type="presParOf" srcId="{CA6F0C6A-B991-490D-A652-327FE6C31CDA}" destId="{3DB94123-A36E-4ED4-AE04-5313836AD03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81C16E2F-CDCA-4C6F-80AA-90AFBFCEAF4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EBE8F6F-2CA0-4E8B-9670-83103919328D}">
      <dgm:prSet/>
      <dgm:spPr/>
      <dgm:t>
        <a:bodyPr/>
        <a:lstStyle/>
        <a:p>
          <a:r>
            <a:rPr lang="uk-UA" b="0" i="0"/>
            <a:t>заснування у Києві Української академії наук</a:t>
          </a:r>
          <a:endParaRPr lang="uk-UA"/>
        </a:p>
      </dgm:t>
    </dgm:pt>
    <dgm:pt modelId="{58248E4D-51F6-45BD-A6E7-2448DA07FB4D}" type="parTrans" cxnId="{FA06CAA5-C05F-4AB8-A5F1-AA2A636B359A}">
      <dgm:prSet/>
      <dgm:spPr/>
      <dgm:t>
        <a:bodyPr/>
        <a:lstStyle/>
        <a:p>
          <a:endParaRPr lang="uk-UA"/>
        </a:p>
      </dgm:t>
    </dgm:pt>
    <dgm:pt modelId="{1EEBE04F-22B0-4FFB-B3C2-80BC4CA8AD6E}" type="sibTrans" cxnId="{FA06CAA5-C05F-4AB8-A5F1-AA2A636B359A}">
      <dgm:prSet/>
      <dgm:spPr/>
      <dgm:t>
        <a:bodyPr/>
        <a:lstStyle/>
        <a:p>
          <a:endParaRPr lang="uk-UA"/>
        </a:p>
      </dgm:t>
    </dgm:pt>
    <dgm:pt modelId="{6F16B901-0BD7-488B-A0C2-C30B73F946BD}">
      <dgm:prSet/>
      <dgm:spPr/>
      <dgm:t>
        <a:bodyPr/>
        <a:lstStyle/>
        <a:p>
          <a:r>
            <a:rPr lang="uk-UA" b="0" i="0"/>
            <a:t>проголошення Центральною Радою незалежності УНР</a:t>
          </a:r>
          <a:endParaRPr lang="uk-UA"/>
        </a:p>
      </dgm:t>
    </dgm:pt>
    <dgm:pt modelId="{882EDF94-83FF-40F9-B08D-DA7A852C92BE}" type="parTrans" cxnId="{9424E9F0-35E4-4288-9EA3-4E64922D9FFA}">
      <dgm:prSet/>
      <dgm:spPr/>
      <dgm:t>
        <a:bodyPr/>
        <a:lstStyle/>
        <a:p>
          <a:endParaRPr lang="uk-UA"/>
        </a:p>
      </dgm:t>
    </dgm:pt>
    <dgm:pt modelId="{A219008B-C084-446B-B763-9384970A37FB}" type="sibTrans" cxnId="{9424E9F0-35E4-4288-9EA3-4E64922D9FFA}">
      <dgm:prSet/>
      <dgm:spPr/>
      <dgm:t>
        <a:bodyPr/>
        <a:lstStyle/>
        <a:p>
          <a:endParaRPr lang="uk-UA"/>
        </a:p>
      </dgm:t>
    </dgm:pt>
    <dgm:pt modelId="{45387009-F512-4AE3-88E6-3195529187C8}">
      <dgm:prSet/>
      <dgm:spPr/>
      <dgm:t>
        <a:bodyPr/>
        <a:lstStyle/>
        <a:p>
          <a:r>
            <a:rPr lang="uk-UA" b="0" i="0"/>
            <a:t>проголошення радянської влади в Україні Всеукраїнським з’їздом рад у Харкові</a:t>
          </a:r>
          <a:endParaRPr lang="uk-UA"/>
        </a:p>
      </dgm:t>
    </dgm:pt>
    <dgm:pt modelId="{69A95E5C-EB18-4DA4-A280-F9CD8E24E3B8}" type="parTrans" cxnId="{32E0CF9D-250F-483C-B1B0-BCDECF9F5690}">
      <dgm:prSet/>
      <dgm:spPr/>
      <dgm:t>
        <a:bodyPr/>
        <a:lstStyle/>
        <a:p>
          <a:endParaRPr lang="uk-UA"/>
        </a:p>
      </dgm:t>
    </dgm:pt>
    <dgm:pt modelId="{74B2F508-2F1F-4474-AB79-18B70B48674D}" type="sibTrans" cxnId="{32E0CF9D-250F-483C-B1B0-BCDECF9F5690}">
      <dgm:prSet/>
      <dgm:spPr/>
      <dgm:t>
        <a:bodyPr/>
        <a:lstStyle/>
        <a:p>
          <a:endParaRPr lang="uk-UA"/>
        </a:p>
      </dgm:t>
    </dgm:pt>
    <dgm:pt modelId="{DD586773-76EF-4594-842C-BDC991CB3906}">
      <dgm:prSet/>
      <dgm:spPr/>
      <dgm:t>
        <a:bodyPr/>
        <a:lstStyle/>
        <a:p>
          <a:r>
            <a:rPr lang="uk-UA" b="0" i="0"/>
            <a:t>схвалення Центральною Радою проекту Конституції УНР</a:t>
          </a:r>
          <a:endParaRPr lang="uk-UA"/>
        </a:p>
      </dgm:t>
    </dgm:pt>
    <dgm:pt modelId="{79A0BC46-B8FA-4C18-95A0-0C3FBD81F080}" type="parTrans" cxnId="{9A0646E8-8959-45E0-B294-AB823DF94021}">
      <dgm:prSet/>
      <dgm:spPr/>
      <dgm:t>
        <a:bodyPr/>
        <a:lstStyle/>
        <a:p>
          <a:endParaRPr lang="uk-UA"/>
        </a:p>
      </dgm:t>
    </dgm:pt>
    <dgm:pt modelId="{367C5A01-8B8F-40DC-BA2C-F978E997B335}" type="sibTrans" cxnId="{9A0646E8-8959-45E0-B294-AB823DF94021}">
      <dgm:prSet/>
      <dgm:spPr/>
      <dgm:t>
        <a:bodyPr/>
        <a:lstStyle/>
        <a:p>
          <a:endParaRPr lang="uk-UA"/>
        </a:p>
      </dgm:t>
    </dgm:pt>
    <dgm:pt modelId="{E75C5866-9E3B-4019-B8DB-348BD4F6DC7A}" type="pres">
      <dgm:prSet presAssocID="{81C16E2F-CDCA-4C6F-80AA-90AFBFCEAF44}" presName="linear" presStyleCnt="0">
        <dgm:presLayoutVars>
          <dgm:animLvl val="lvl"/>
          <dgm:resizeHandles val="exact"/>
        </dgm:presLayoutVars>
      </dgm:prSet>
      <dgm:spPr/>
    </dgm:pt>
    <dgm:pt modelId="{51FBA19C-CCD5-4A0B-8FCF-F182A9E2B2B5}" type="pres">
      <dgm:prSet presAssocID="{CEBE8F6F-2CA0-4E8B-9670-83103919328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A44848C-D9A3-4A11-B017-6211012F7A65}" type="pres">
      <dgm:prSet presAssocID="{1EEBE04F-22B0-4FFB-B3C2-80BC4CA8AD6E}" presName="spacer" presStyleCnt="0"/>
      <dgm:spPr/>
    </dgm:pt>
    <dgm:pt modelId="{DCBE3883-7297-4824-BFF9-A77BF9D64726}" type="pres">
      <dgm:prSet presAssocID="{6F16B901-0BD7-488B-A0C2-C30B73F946B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0E865BA-89C7-4A73-9BC6-48A3DB422CD0}" type="pres">
      <dgm:prSet presAssocID="{A219008B-C084-446B-B763-9384970A37FB}" presName="spacer" presStyleCnt="0"/>
      <dgm:spPr/>
    </dgm:pt>
    <dgm:pt modelId="{2494DFF4-D091-4F68-87C1-08856A289CB9}" type="pres">
      <dgm:prSet presAssocID="{45387009-F512-4AE3-88E6-3195529187C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CEEB8FF-2245-4CF5-A21C-80D20F906E47}" type="pres">
      <dgm:prSet presAssocID="{74B2F508-2F1F-4474-AB79-18B70B48674D}" presName="spacer" presStyleCnt="0"/>
      <dgm:spPr/>
    </dgm:pt>
    <dgm:pt modelId="{CA9CF436-85D5-4621-8A13-29444184D907}" type="pres">
      <dgm:prSet presAssocID="{DD586773-76EF-4594-842C-BDC991CB390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1AC9419-67A2-4648-9B27-597A9A2A1753}" type="presOf" srcId="{DD586773-76EF-4594-842C-BDC991CB3906}" destId="{CA9CF436-85D5-4621-8A13-29444184D907}" srcOrd="0" destOrd="0" presId="urn:microsoft.com/office/officeart/2005/8/layout/vList2"/>
    <dgm:cxn modelId="{0D20772D-27AB-4F5F-89B6-1366F681F617}" type="presOf" srcId="{45387009-F512-4AE3-88E6-3195529187C8}" destId="{2494DFF4-D091-4F68-87C1-08856A289CB9}" srcOrd="0" destOrd="0" presId="urn:microsoft.com/office/officeart/2005/8/layout/vList2"/>
    <dgm:cxn modelId="{32E0CF9D-250F-483C-B1B0-BCDECF9F5690}" srcId="{81C16E2F-CDCA-4C6F-80AA-90AFBFCEAF44}" destId="{45387009-F512-4AE3-88E6-3195529187C8}" srcOrd="2" destOrd="0" parTransId="{69A95E5C-EB18-4DA4-A280-F9CD8E24E3B8}" sibTransId="{74B2F508-2F1F-4474-AB79-18B70B48674D}"/>
    <dgm:cxn modelId="{FA06CAA5-C05F-4AB8-A5F1-AA2A636B359A}" srcId="{81C16E2F-CDCA-4C6F-80AA-90AFBFCEAF44}" destId="{CEBE8F6F-2CA0-4E8B-9670-83103919328D}" srcOrd="0" destOrd="0" parTransId="{58248E4D-51F6-45BD-A6E7-2448DA07FB4D}" sibTransId="{1EEBE04F-22B0-4FFB-B3C2-80BC4CA8AD6E}"/>
    <dgm:cxn modelId="{4037D6A9-DC62-41CA-9B35-E3C2D0C96C15}" type="presOf" srcId="{6F16B901-0BD7-488B-A0C2-C30B73F946BD}" destId="{DCBE3883-7297-4824-BFF9-A77BF9D64726}" srcOrd="0" destOrd="0" presId="urn:microsoft.com/office/officeart/2005/8/layout/vList2"/>
    <dgm:cxn modelId="{9A0646E8-8959-45E0-B294-AB823DF94021}" srcId="{81C16E2F-CDCA-4C6F-80AA-90AFBFCEAF44}" destId="{DD586773-76EF-4594-842C-BDC991CB3906}" srcOrd="3" destOrd="0" parTransId="{79A0BC46-B8FA-4C18-95A0-0C3FBD81F080}" sibTransId="{367C5A01-8B8F-40DC-BA2C-F978E997B335}"/>
    <dgm:cxn modelId="{9424E9F0-35E4-4288-9EA3-4E64922D9FFA}" srcId="{81C16E2F-CDCA-4C6F-80AA-90AFBFCEAF44}" destId="{6F16B901-0BD7-488B-A0C2-C30B73F946BD}" srcOrd="1" destOrd="0" parTransId="{882EDF94-83FF-40F9-B08D-DA7A852C92BE}" sibTransId="{A219008B-C084-446B-B763-9384970A37FB}"/>
    <dgm:cxn modelId="{6BE428F4-7E3E-47E8-9D50-7726BBF29E14}" type="presOf" srcId="{81C16E2F-CDCA-4C6F-80AA-90AFBFCEAF44}" destId="{E75C5866-9E3B-4019-B8DB-348BD4F6DC7A}" srcOrd="0" destOrd="0" presId="urn:microsoft.com/office/officeart/2005/8/layout/vList2"/>
    <dgm:cxn modelId="{560A42F7-2508-46D0-A7B1-FCDCD40EB683}" type="presOf" srcId="{CEBE8F6F-2CA0-4E8B-9670-83103919328D}" destId="{51FBA19C-CCD5-4A0B-8FCF-F182A9E2B2B5}" srcOrd="0" destOrd="0" presId="urn:microsoft.com/office/officeart/2005/8/layout/vList2"/>
    <dgm:cxn modelId="{D2093114-2EF5-4A9B-8555-857EE79DAD5C}" type="presParOf" srcId="{E75C5866-9E3B-4019-B8DB-348BD4F6DC7A}" destId="{51FBA19C-CCD5-4A0B-8FCF-F182A9E2B2B5}" srcOrd="0" destOrd="0" presId="urn:microsoft.com/office/officeart/2005/8/layout/vList2"/>
    <dgm:cxn modelId="{EFDFFE41-7258-4176-BE19-84E518622C47}" type="presParOf" srcId="{E75C5866-9E3B-4019-B8DB-348BD4F6DC7A}" destId="{5A44848C-D9A3-4A11-B017-6211012F7A65}" srcOrd="1" destOrd="0" presId="urn:microsoft.com/office/officeart/2005/8/layout/vList2"/>
    <dgm:cxn modelId="{B11A6C8C-3815-4EB7-9C4D-9D1D9DE54893}" type="presParOf" srcId="{E75C5866-9E3B-4019-B8DB-348BD4F6DC7A}" destId="{DCBE3883-7297-4824-BFF9-A77BF9D64726}" srcOrd="2" destOrd="0" presId="urn:microsoft.com/office/officeart/2005/8/layout/vList2"/>
    <dgm:cxn modelId="{D59190A4-ED7F-4E73-86E0-B1C0A3E56204}" type="presParOf" srcId="{E75C5866-9E3B-4019-B8DB-348BD4F6DC7A}" destId="{90E865BA-89C7-4A73-9BC6-48A3DB422CD0}" srcOrd="3" destOrd="0" presId="urn:microsoft.com/office/officeart/2005/8/layout/vList2"/>
    <dgm:cxn modelId="{4556B3DF-8678-456F-B880-350DFBE81079}" type="presParOf" srcId="{E75C5866-9E3B-4019-B8DB-348BD4F6DC7A}" destId="{2494DFF4-D091-4F68-87C1-08856A289CB9}" srcOrd="4" destOrd="0" presId="urn:microsoft.com/office/officeart/2005/8/layout/vList2"/>
    <dgm:cxn modelId="{59FB4442-8F59-41CB-974D-80A4747E11CC}" type="presParOf" srcId="{E75C5866-9E3B-4019-B8DB-348BD4F6DC7A}" destId="{BCEEB8FF-2245-4CF5-A21C-80D20F906E47}" srcOrd="5" destOrd="0" presId="urn:microsoft.com/office/officeart/2005/8/layout/vList2"/>
    <dgm:cxn modelId="{09BA5402-4175-499A-AF04-3EE39F2EE893}" type="presParOf" srcId="{E75C5866-9E3B-4019-B8DB-348BD4F6DC7A}" destId="{CA9CF436-85D5-4621-8A13-29444184D90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B44A92E6-8E7D-4CBF-ABD2-A5903D2CF235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2AAEF30-D48D-41B2-BCE4-5802B9538C1A}">
      <dgm:prSet/>
      <dgm:spPr/>
      <dgm:t>
        <a:bodyPr/>
        <a:lstStyle/>
        <a:p>
          <a:r>
            <a:rPr lang="ru-RU" b="0" i="0"/>
            <a:t>оприлюднення «Федеративної грамоти» гетьмана П. Скоропадського</a:t>
          </a:r>
          <a:endParaRPr lang="uk-UA"/>
        </a:p>
      </dgm:t>
    </dgm:pt>
    <dgm:pt modelId="{DA5265B4-BC9F-4E68-AF14-6995409916EF}" type="parTrans" cxnId="{88674CD3-E142-44E4-9FD7-821F16CF2641}">
      <dgm:prSet/>
      <dgm:spPr/>
      <dgm:t>
        <a:bodyPr/>
        <a:lstStyle/>
        <a:p>
          <a:endParaRPr lang="uk-UA"/>
        </a:p>
      </dgm:t>
    </dgm:pt>
    <dgm:pt modelId="{2FDC5BB1-2365-481D-BE1C-7FD287841D7E}" type="sibTrans" cxnId="{88674CD3-E142-44E4-9FD7-821F16CF2641}">
      <dgm:prSet/>
      <dgm:spPr/>
      <dgm:t>
        <a:bodyPr/>
        <a:lstStyle/>
        <a:p>
          <a:endParaRPr lang="uk-UA"/>
        </a:p>
      </dgm:t>
    </dgm:pt>
    <dgm:pt modelId="{C4E11C49-83C0-4E23-99D6-65BCC7F3FE74}">
      <dgm:prSet/>
      <dgm:spPr/>
      <dgm:t>
        <a:bodyPr/>
        <a:lstStyle/>
        <a:p>
          <a:r>
            <a:rPr lang="ru-RU" b="0" i="0"/>
            <a:t>підписання Брестського мирного договору</a:t>
          </a:r>
          <a:endParaRPr lang="uk-UA"/>
        </a:p>
      </dgm:t>
    </dgm:pt>
    <dgm:pt modelId="{990F81D9-AA9D-44CE-926C-4A6860421369}" type="parTrans" cxnId="{3AA36B25-E0A2-4BE4-BF8A-7F42BEE31DBE}">
      <dgm:prSet/>
      <dgm:spPr/>
      <dgm:t>
        <a:bodyPr/>
        <a:lstStyle/>
        <a:p>
          <a:endParaRPr lang="uk-UA"/>
        </a:p>
      </dgm:t>
    </dgm:pt>
    <dgm:pt modelId="{DE97AFEF-74AC-4AC1-B5CA-C3869D496F2C}" type="sibTrans" cxnId="{3AA36B25-E0A2-4BE4-BF8A-7F42BEE31DBE}">
      <dgm:prSet/>
      <dgm:spPr/>
      <dgm:t>
        <a:bodyPr/>
        <a:lstStyle/>
        <a:p>
          <a:endParaRPr lang="uk-UA"/>
        </a:p>
      </dgm:t>
    </dgm:pt>
    <dgm:pt modelId="{1C29BC3D-EE4B-4AD5-AD84-1F94FC9EB878}">
      <dgm:prSet/>
      <dgm:spPr/>
      <dgm:t>
        <a:bodyPr/>
        <a:lstStyle/>
        <a:p>
          <a:r>
            <a:rPr lang="ru-RU" b="0" i="0"/>
            <a:t>скликання Трудового конгресу України</a:t>
          </a:r>
          <a:endParaRPr lang="uk-UA"/>
        </a:p>
      </dgm:t>
    </dgm:pt>
    <dgm:pt modelId="{9900BFDF-9BA9-4EBF-ACFC-A0DCBF138B65}" type="parTrans" cxnId="{CA597972-96B3-45A3-A6BE-7B4A4022A85B}">
      <dgm:prSet/>
      <dgm:spPr/>
      <dgm:t>
        <a:bodyPr/>
        <a:lstStyle/>
        <a:p>
          <a:endParaRPr lang="uk-UA"/>
        </a:p>
      </dgm:t>
    </dgm:pt>
    <dgm:pt modelId="{31DD387E-D2D8-4EBB-BC46-D4AB85D1DD4F}" type="sibTrans" cxnId="{CA597972-96B3-45A3-A6BE-7B4A4022A85B}">
      <dgm:prSet/>
      <dgm:spPr/>
      <dgm:t>
        <a:bodyPr/>
        <a:lstStyle/>
        <a:p>
          <a:endParaRPr lang="uk-UA"/>
        </a:p>
      </dgm:t>
    </dgm:pt>
    <dgm:pt modelId="{37F619AF-D9C6-48C1-8E40-3616D82E1D89}">
      <dgm:prSet/>
      <dgm:spPr/>
      <dgm:t>
        <a:bodyPr/>
        <a:lstStyle/>
        <a:p>
          <a:r>
            <a:rPr lang="ru-RU" b="0" i="0"/>
            <a:t>проведення Всеукраїнського з'їзду хліборобів</a:t>
          </a:r>
          <a:endParaRPr lang="uk-UA"/>
        </a:p>
      </dgm:t>
    </dgm:pt>
    <dgm:pt modelId="{B27D94A9-D826-4CE1-A31E-F8B3428324C1}" type="parTrans" cxnId="{68F03682-C72C-4209-B0D9-FC2E50A82D7B}">
      <dgm:prSet/>
      <dgm:spPr/>
      <dgm:t>
        <a:bodyPr/>
        <a:lstStyle/>
        <a:p>
          <a:endParaRPr lang="uk-UA"/>
        </a:p>
      </dgm:t>
    </dgm:pt>
    <dgm:pt modelId="{7830FE33-3025-4743-8D93-81C30491C89B}" type="sibTrans" cxnId="{68F03682-C72C-4209-B0D9-FC2E50A82D7B}">
      <dgm:prSet/>
      <dgm:spPr/>
      <dgm:t>
        <a:bodyPr/>
        <a:lstStyle/>
        <a:p>
          <a:endParaRPr lang="uk-UA"/>
        </a:p>
      </dgm:t>
    </dgm:pt>
    <dgm:pt modelId="{60B1969F-D0F5-43A9-93EB-B0C65FBF1B0F}" type="pres">
      <dgm:prSet presAssocID="{B44A92E6-8E7D-4CBF-ABD2-A5903D2CF235}" presName="linearFlow" presStyleCnt="0">
        <dgm:presLayoutVars>
          <dgm:dir/>
          <dgm:resizeHandles val="exact"/>
        </dgm:presLayoutVars>
      </dgm:prSet>
      <dgm:spPr/>
    </dgm:pt>
    <dgm:pt modelId="{31BD5C5C-43F8-41D9-BFA0-65F7291BD71B}" type="pres">
      <dgm:prSet presAssocID="{B2AAEF30-D48D-41B2-BCE4-5802B9538C1A}" presName="composite" presStyleCnt="0"/>
      <dgm:spPr/>
    </dgm:pt>
    <dgm:pt modelId="{FBCABD6E-97F4-424D-8250-4238904064E9}" type="pres">
      <dgm:prSet presAssocID="{B2AAEF30-D48D-41B2-BCE4-5802B9538C1A}" presName="imgShp" presStyleLbl="fgImgPlace1" presStyleIdx="0" presStyleCnt="4"/>
      <dgm:spPr/>
    </dgm:pt>
    <dgm:pt modelId="{71BE0E53-1492-4F1A-B9DF-D588DDF3F6DB}" type="pres">
      <dgm:prSet presAssocID="{B2AAEF30-D48D-41B2-BCE4-5802B9538C1A}" presName="txShp" presStyleLbl="node1" presStyleIdx="0" presStyleCnt="4">
        <dgm:presLayoutVars>
          <dgm:bulletEnabled val="1"/>
        </dgm:presLayoutVars>
      </dgm:prSet>
      <dgm:spPr/>
    </dgm:pt>
    <dgm:pt modelId="{6A9D93B8-A203-460C-8553-376B6E89F051}" type="pres">
      <dgm:prSet presAssocID="{2FDC5BB1-2365-481D-BE1C-7FD287841D7E}" presName="spacing" presStyleCnt="0"/>
      <dgm:spPr/>
    </dgm:pt>
    <dgm:pt modelId="{AA78DC34-5CDD-4E1A-925E-4BD6BD538FBE}" type="pres">
      <dgm:prSet presAssocID="{C4E11C49-83C0-4E23-99D6-65BCC7F3FE74}" presName="composite" presStyleCnt="0"/>
      <dgm:spPr/>
    </dgm:pt>
    <dgm:pt modelId="{D1F07935-FF9D-4359-88A7-03B2A4626052}" type="pres">
      <dgm:prSet presAssocID="{C4E11C49-83C0-4E23-99D6-65BCC7F3FE74}" presName="imgShp" presStyleLbl="fgImgPlace1" presStyleIdx="1" presStyleCnt="4"/>
      <dgm:spPr/>
    </dgm:pt>
    <dgm:pt modelId="{918E81C5-125D-4388-8D03-33A5D543C37E}" type="pres">
      <dgm:prSet presAssocID="{C4E11C49-83C0-4E23-99D6-65BCC7F3FE74}" presName="txShp" presStyleLbl="node1" presStyleIdx="1" presStyleCnt="4">
        <dgm:presLayoutVars>
          <dgm:bulletEnabled val="1"/>
        </dgm:presLayoutVars>
      </dgm:prSet>
      <dgm:spPr/>
    </dgm:pt>
    <dgm:pt modelId="{50C174DF-472B-458A-AAC1-42E1019F9458}" type="pres">
      <dgm:prSet presAssocID="{DE97AFEF-74AC-4AC1-B5CA-C3869D496F2C}" presName="spacing" presStyleCnt="0"/>
      <dgm:spPr/>
    </dgm:pt>
    <dgm:pt modelId="{97927D0C-218C-4C89-B601-3F0089667E99}" type="pres">
      <dgm:prSet presAssocID="{1C29BC3D-EE4B-4AD5-AD84-1F94FC9EB878}" presName="composite" presStyleCnt="0"/>
      <dgm:spPr/>
    </dgm:pt>
    <dgm:pt modelId="{A5A3CD15-3629-49F5-810D-22B664719EED}" type="pres">
      <dgm:prSet presAssocID="{1C29BC3D-EE4B-4AD5-AD84-1F94FC9EB878}" presName="imgShp" presStyleLbl="fgImgPlace1" presStyleIdx="2" presStyleCnt="4"/>
      <dgm:spPr/>
    </dgm:pt>
    <dgm:pt modelId="{EB955D47-7DDB-4886-A3C8-C509197E23AB}" type="pres">
      <dgm:prSet presAssocID="{1C29BC3D-EE4B-4AD5-AD84-1F94FC9EB878}" presName="txShp" presStyleLbl="node1" presStyleIdx="2" presStyleCnt="4">
        <dgm:presLayoutVars>
          <dgm:bulletEnabled val="1"/>
        </dgm:presLayoutVars>
      </dgm:prSet>
      <dgm:spPr/>
    </dgm:pt>
    <dgm:pt modelId="{877E21A4-D82D-433B-B477-01F0845FE5E0}" type="pres">
      <dgm:prSet presAssocID="{31DD387E-D2D8-4EBB-BC46-D4AB85D1DD4F}" presName="spacing" presStyleCnt="0"/>
      <dgm:spPr/>
    </dgm:pt>
    <dgm:pt modelId="{FE38DEBB-E6A4-4020-97A2-CAD5669FC1F4}" type="pres">
      <dgm:prSet presAssocID="{37F619AF-D9C6-48C1-8E40-3616D82E1D89}" presName="composite" presStyleCnt="0"/>
      <dgm:spPr/>
    </dgm:pt>
    <dgm:pt modelId="{153C51C2-87D6-4EC7-8F7C-7AD21D41EA0C}" type="pres">
      <dgm:prSet presAssocID="{37F619AF-D9C6-48C1-8E40-3616D82E1D89}" presName="imgShp" presStyleLbl="fgImgPlace1" presStyleIdx="3" presStyleCnt="4"/>
      <dgm:spPr/>
    </dgm:pt>
    <dgm:pt modelId="{66F33CBA-CBCF-4515-A4B0-389D6DC114B3}" type="pres">
      <dgm:prSet presAssocID="{37F619AF-D9C6-48C1-8E40-3616D82E1D89}" presName="txShp" presStyleLbl="node1" presStyleIdx="3" presStyleCnt="4">
        <dgm:presLayoutVars>
          <dgm:bulletEnabled val="1"/>
        </dgm:presLayoutVars>
      </dgm:prSet>
      <dgm:spPr/>
    </dgm:pt>
  </dgm:ptLst>
  <dgm:cxnLst>
    <dgm:cxn modelId="{C442D103-AFA8-4CE9-A767-AE20B8B3F634}" type="presOf" srcId="{B2AAEF30-D48D-41B2-BCE4-5802B9538C1A}" destId="{71BE0E53-1492-4F1A-B9DF-D588DDF3F6DB}" srcOrd="0" destOrd="0" presId="urn:microsoft.com/office/officeart/2005/8/layout/vList3"/>
    <dgm:cxn modelId="{24D4B109-CBE3-4599-8758-906E915CE125}" type="presOf" srcId="{C4E11C49-83C0-4E23-99D6-65BCC7F3FE74}" destId="{918E81C5-125D-4388-8D03-33A5D543C37E}" srcOrd="0" destOrd="0" presId="urn:microsoft.com/office/officeart/2005/8/layout/vList3"/>
    <dgm:cxn modelId="{13CD930D-4EFC-4BC1-A33D-4BA70B748A9C}" type="presOf" srcId="{B44A92E6-8E7D-4CBF-ABD2-A5903D2CF235}" destId="{60B1969F-D0F5-43A9-93EB-B0C65FBF1B0F}" srcOrd="0" destOrd="0" presId="urn:microsoft.com/office/officeart/2005/8/layout/vList3"/>
    <dgm:cxn modelId="{3AA36B25-E0A2-4BE4-BF8A-7F42BEE31DBE}" srcId="{B44A92E6-8E7D-4CBF-ABD2-A5903D2CF235}" destId="{C4E11C49-83C0-4E23-99D6-65BCC7F3FE74}" srcOrd="1" destOrd="0" parTransId="{990F81D9-AA9D-44CE-926C-4A6860421369}" sibTransId="{DE97AFEF-74AC-4AC1-B5CA-C3869D496F2C}"/>
    <dgm:cxn modelId="{CA597972-96B3-45A3-A6BE-7B4A4022A85B}" srcId="{B44A92E6-8E7D-4CBF-ABD2-A5903D2CF235}" destId="{1C29BC3D-EE4B-4AD5-AD84-1F94FC9EB878}" srcOrd="2" destOrd="0" parTransId="{9900BFDF-9BA9-4EBF-ACFC-A0DCBF138B65}" sibTransId="{31DD387E-D2D8-4EBB-BC46-D4AB85D1DD4F}"/>
    <dgm:cxn modelId="{68F03682-C72C-4209-B0D9-FC2E50A82D7B}" srcId="{B44A92E6-8E7D-4CBF-ABD2-A5903D2CF235}" destId="{37F619AF-D9C6-48C1-8E40-3616D82E1D89}" srcOrd="3" destOrd="0" parTransId="{B27D94A9-D826-4CE1-A31E-F8B3428324C1}" sibTransId="{7830FE33-3025-4743-8D93-81C30491C89B}"/>
    <dgm:cxn modelId="{CA6298C8-5001-4B48-B516-5400ECA7EC29}" type="presOf" srcId="{37F619AF-D9C6-48C1-8E40-3616D82E1D89}" destId="{66F33CBA-CBCF-4515-A4B0-389D6DC114B3}" srcOrd="0" destOrd="0" presId="urn:microsoft.com/office/officeart/2005/8/layout/vList3"/>
    <dgm:cxn modelId="{88674CD3-E142-44E4-9FD7-821F16CF2641}" srcId="{B44A92E6-8E7D-4CBF-ABD2-A5903D2CF235}" destId="{B2AAEF30-D48D-41B2-BCE4-5802B9538C1A}" srcOrd="0" destOrd="0" parTransId="{DA5265B4-BC9F-4E68-AF14-6995409916EF}" sibTransId="{2FDC5BB1-2365-481D-BE1C-7FD287841D7E}"/>
    <dgm:cxn modelId="{23E952F9-917C-4C2B-9EBD-6C5D43AC03AB}" type="presOf" srcId="{1C29BC3D-EE4B-4AD5-AD84-1F94FC9EB878}" destId="{EB955D47-7DDB-4886-A3C8-C509197E23AB}" srcOrd="0" destOrd="0" presId="urn:microsoft.com/office/officeart/2005/8/layout/vList3"/>
    <dgm:cxn modelId="{0F75D2C0-57C9-45DB-BA18-662DC0CF2032}" type="presParOf" srcId="{60B1969F-D0F5-43A9-93EB-B0C65FBF1B0F}" destId="{31BD5C5C-43F8-41D9-BFA0-65F7291BD71B}" srcOrd="0" destOrd="0" presId="urn:microsoft.com/office/officeart/2005/8/layout/vList3"/>
    <dgm:cxn modelId="{DC5B7924-79E3-48DA-9DAA-954CDEC53FB8}" type="presParOf" srcId="{31BD5C5C-43F8-41D9-BFA0-65F7291BD71B}" destId="{FBCABD6E-97F4-424D-8250-4238904064E9}" srcOrd="0" destOrd="0" presId="urn:microsoft.com/office/officeart/2005/8/layout/vList3"/>
    <dgm:cxn modelId="{C03C5ACB-6690-4798-ACD4-029DB71F0D08}" type="presParOf" srcId="{31BD5C5C-43F8-41D9-BFA0-65F7291BD71B}" destId="{71BE0E53-1492-4F1A-B9DF-D588DDF3F6DB}" srcOrd="1" destOrd="0" presId="urn:microsoft.com/office/officeart/2005/8/layout/vList3"/>
    <dgm:cxn modelId="{11E2F68F-9C44-466E-9D29-2B87AB750CA9}" type="presParOf" srcId="{60B1969F-D0F5-43A9-93EB-B0C65FBF1B0F}" destId="{6A9D93B8-A203-460C-8553-376B6E89F051}" srcOrd="1" destOrd="0" presId="urn:microsoft.com/office/officeart/2005/8/layout/vList3"/>
    <dgm:cxn modelId="{EA264A7A-4F23-449D-A2CE-E260C38B9B0B}" type="presParOf" srcId="{60B1969F-D0F5-43A9-93EB-B0C65FBF1B0F}" destId="{AA78DC34-5CDD-4E1A-925E-4BD6BD538FBE}" srcOrd="2" destOrd="0" presId="urn:microsoft.com/office/officeart/2005/8/layout/vList3"/>
    <dgm:cxn modelId="{841B9988-FED7-4B49-97D2-98A68F72BF11}" type="presParOf" srcId="{AA78DC34-5CDD-4E1A-925E-4BD6BD538FBE}" destId="{D1F07935-FF9D-4359-88A7-03B2A4626052}" srcOrd="0" destOrd="0" presId="urn:microsoft.com/office/officeart/2005/8/layout/vList3"/>
    <dgm:cxn modelId="{8BB148BE-14D9-42D0-A6B4-66BFBB97C8F2}" type="presParOf" srcId="{AA78DC34-5CDD-4E1A-925E-4BD6BD538FBE}" destId="{918E81C5-125D-4388-8D03-33A5D543C37E}" srcOrd="1" destOrd="0" presId="urn:microsoft.com/office/officeart/2005/8/layout/vList3"/>
    <dgm:cxn modelId="{EED57AFD-7083-41DA-B1A0-247575B73DA6}" type="presParOf" srcId="{60B1969F-D0F5-43A9-93EB-B0C65FBF1B0F}" destId="{50C174DF-472B-458A-AAC1-42E1019F9458}" srcOrd="3" destOrd="0" presId="urn:microsoft.com/office/officeart/2005/8/layout/vList3"/>
    <dgm:cxn modelId="{7754C414-4D5A-453F-9830-F6C0684E4CAF}" type="presParOf" srcId="{60B1969F-D0F5-43A9-93EB-B0C65FBF1B0F}" destId="{97927D0C-218C-4C89-B601-3F0089667E99}" srcOrd="4" destOrd="0" presId="urn:microsoft.com/office/officeart/2005/8/layout/vList3"/>
    <dgm:cxn modelId="{5BFF5FF0-5D55-4C5E-B9B7-E42235214BA4}" type="presParOf" srcId="{97927D0C-218C-4C89-B601-3F0089667E99}" destId="{A5A3CD15-3629-49F5-810D-22B664719EED}" srcOrd="0" destOrd="0" presId="urn:microsoft.com/office/officeart/2005/8/layout/vList3"/>
    <dgm:cxn modelId="{304766F0-22A1-46D5-95C4-2D09F7A688B2}" type="presParOf" srcId="{97927D0C-218C-4C89-B601-3F0089667E99}" destId="{EB955D47-7DDB-4886-A3C8-C509197E23AB}" srcOrd="1" destOrd="0" presId="urn:microsoft.com/office/officeart/2005/8/layout/vList3"/>
    <dgm:cxn modelId="{DE0EBB0A-764E-451C-923F-7C9DFAB3199E}" type="presParOf" srcId="{60B1969F-D0F5-43A9-93EB-B0C65FBF1B0F}" destId="{877E21A4-D82D-433B-B477-01F0845FE5E0}" srcOrd="5" destOrd="0" presId="urn:microsoft.com/office/officeart/2005/8/layout/vList3"/>
    <dgm:cxn modelId="{04E322E5-306E-47FC-A1FE-FE09A6BDF2B9}" type="presParOf" srcId="{60B1969F-D0F5-43A9-93EB-B0C65FBF1B0F}" destId="{FE38DEBB-E6A4-4020-97A2-CAD5669FC1F4}" srcOrd="6" destOrd="0" presId="urn:microsoft.com/office/officeart/2005/8/layout/vList3"/>
    <dgm:cxn modelId="{6D6E48E6-0348-4936-997D-AA730AC986F3}" type="presParOf" srcId="{FE38DEBB-E6A4-4020-97A2-CAD5669FC1F4}" destId="{153C51C2-87D6-4EC7-8F7C-7AD21D41EA0C}" srcOrd="0" destOrd="0" presId="urn:microsoft.com/office/officeart/2005/8/layout/vList3"/>
    <dgm:cxn modelId="{8DA6B31C-9BC0-4EBB-9FA3-FE24B703A217}" type="presParOf" srcId="{FE38DEBB-E6A4-4020-97A2-CAD5669FC1F4}" destId="{66F33CBA-CBCF-4515-A4B0-389D6DC114B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99273FC1-8406-4865-931F-6BFE20F5431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6EF329C-35E8-4E73-B2A8-BF0017D34417}">
      <dgm:prSet/>
      <dgm:spPr/>
      <dgm:t>
        <a:bodyPr/>
        <a:lstStyle/>
        <a:p>
          <a:r>
            <a:rPr lang="uk-UA" b="0" i="0"/>
            <a:t>визнання Директорії вищою владою в Україні</a:t>
          </a:r>
          <a:endParaRPr lang="uk-UA"/>
        </a:p>
      </dgm:t>
    </dgm:pt>
    <dgm:pt modelId="{4CCA2BEA-D098-4335-A4E1-1705A3A19CD9}" type="parTrans" cxnId="{DF1F7C7F-75B7-48BE-8E39-C859E0C63A36}">
      <dgm:prSet/>
      <dgm:spPr/>
      <dgm:t>
        <a:bodyPr/>
        <a:lstStyle/>
        <a:p>
          <a:endParaRPr lang="uk-UA"/>
        </a:p>
      </dgm:t>
    </dgm:pt>
    <dgm:pt modelId="{06D822FA-4083-46D6-9D11-5EBCB496954C}" type="sibTrans" cxnId="{DF1F7C7F-75B7-48BE-8E39-C859E0C63A36}">
      <dgm:prSet/>
      <dgm:spPr/>
      <dgm:t>
        <a:bodyPr/>
        <a:lstStyle/>
        <a:p>
          <a:endParaRPr lang="uk-UA"/>
        </a:p>
      </dgm:t>
    </dgm:pt>
    <dgm:pt modelId="{DA651DDE-646F-4D7D-ACBC-A304EE59AFE9}">
      <dgm:prSet/>
      <dgm:spPr/>
      <dgm:t>
        <a:bodyPr/>
        <a:lstStyle/>
        <a:p>
          <a:r>
            <a:rPr lang="uk-UA" b="0" i="0"/>
            <a:t>утворення Державного секретаріату на чолі з К. Левицьким</a:t>
          </a:r>
          <a:endParaRPr lang="uk-UA"/>
        </a:p>
      </dgm:t>
    </dgm:pt>
    <dgm:pt modelId="{8A398CEB-D099-4348-9C61-5B3E2847348B}" type="parTrans" cxnId="{B6918CF3-EE7B-4AC5-8441-77F1FCEC090A}">
      <dgm:prSet/>
      <dgm:spPr/>
      <dgm:t>
        <a:bodyPr/>
        <a:lstStyle/>
        <a:p>
          <a:endParaRPr lang="uk-UA"/>
        </a:p>
      </dgm:t>
    </dgm:pt>
    <dgm:pt modelId="{886A52C3-B134-4A2F-98E3-5DB53DC1B575}" type="sibTrans" cxnId="{B6918CF3-EE7B-4AC5-8441-77F1FCEC090A}">
      <dgm:prSet/>
      <dgm:spPr/>
      <dgm:t>
        <a:bodyPr/>
        <a:lstStyle/>
        <a:p>
          <a:endParaRPr lang="uk-UA"/>
        </a:p>
      </dgm:t>
    </dgm:pt>
    <dgm:pt modelId="{705C4711-DFB8-4187-9D9B-95B5A193E45A}">
      <dgm:prSet/>
      <dgm:spPr/>
      <dgm:t>
        <a:bodyPr/>
        <a:lstStyle/>
        <a:p>
          <a:r>
            <a:rPr lang="uk-UA" b="0" i="0"/>
            <a:t>початок антигетьманського повстання на чолі з Директорією</a:t>
          </a:r>
          <a:endParaRPr lang="uk-UA"/>
        </a:p>
      </dgm:t>
    </dgm:pt>
    <dgm:pt modelId="{149A5E77-4F77-4235-BFAE-D5AF1CE2F84B}" type="parTrans" cxnId="{714C8CEC-95D3-4EB5-8D07-5A1EE5ADD9F3}">
      <dgm:prSet/>
      <dgm:spPr/>
      <dgm:t>
        <a:bodyPr/>
        <a:lstStyle/>
        <a:p>
          <a:endParaRPr lang="uk-UA"/>
        </a:p>
      </dgm:t>
    </dgm:pt>
    <dgm:pt modelId="{2E3D5691-88BF-46F2-A232-3F27721BE601}" type="sibTrans" cxnId="{714C8CEC-95D3-4EB5-8D07-5A1EE5ADD9F3}">
      <dgm:prSet/>
      <dgm:spPr/>
      <dgm:t>
        <a:bodyPr/>
        <a:lstStyle/>
        <a:p>
          <a:endParaRPr lang="uk-UA"/>
        </a:p>
      </dgm:t>
    </dgm:pt>
    <dgm:pt modelId="{8E667DD3-0EFE-46B5-8F29-1929C5EA36D9}">
      <dgm:prSet/>
      <dgm:spPr/>
      <dgm:t>
        <a:bodyPr/>
        <a:lstStyle/>
        <a:p>
          <a:r>
            <a:rPr lang="uk-UA" b="0" i="0"/>
            <a:t>проголошення П. Скоропадського гетьманом України</a:t>
          </a:r>
          <a:endParaRPr lang="uk-UA"/>
        </a:p>
      </dgm:t>
    </dgm:pt>
    <dgm:pt modelId="{C1B03030-E975-4052-AD96-6BA98AB55149}" type="parTrans" cxnId="{1E052E08-A40E-4929-8C6C-F988410CA328}">
      <dgm:prSet/>
      <dgm:spPr/>
      <dgm:t>
        <a:bodyPr/>
        <a:lstStyle/>
        <a:p>
          <a:endParaRPr lang="uk-UA"/>
        </a:p>
      </dgm:t>
    </dgm:pt>
    <dgm:pt modelId="{9E1249C7-2878-46D7-A583-A0BDB3B46AD1}" type="sibTrans" cxnId="{1E052E08-A40E-4929-8C6C-F988410CA328}">
      <dgm:prSet/>
      <dgm:spPr/>
      <dgm:t>
        <a:bodyPr/>
        <a:lstStyle/>
        <a:p>
          <a:endParaRPr lang="uk-UA"/>
        </a:p>
      </dgm:t>
    </dgm:pt>
    <dgm:pt modelId="{9FED23B3-1516-44E7-8B42-3189B94F19A4}">
      <dgm:prSet/>
      <dgm:spPr/>
      <dgm:t>
        <a:bodyPr/>
        <a:lstStyle/>
        <a:p>
          <a:r>
            <a:rPr lang="uk-UA" b="0" i="0"/>
            <a:t>відновлення влади Української Центральної Ради</a:t>
          </a:r>
          <a:endParaRPr lang="uk-UA"/>
        </a:p>
      </dgm:t>
    </dgm:pt>
    <dgm:pt modelId="{BCC51275-005B-4C51-A9A5-077D5AB8733C}" type="parTrans" cxnId="{42DE0729-B145-45C9-8C64-C62690057A08}">
      <dgm:prSet/>
      <dgm:spPr/>
      <dgm:t>
        <a:bodyPr/>
        <a:lstStyle/>
        <a:p>
          <a:endParaRPr lang="uk-UA"/>
        </a:p>
      </dgm:t>
    </dgm:pt>
    <dgm:pt modelId="{C3CB24A7-3AC6-4CB7-9A5B-F796ECE1B11B}" type="sibTrans" cxnId="{42DE0729-B145-45C9-8C64-C62690057A08}">
      <dgm:prSet/>
      <dgm:spPr/>
      <dgm:t>
        <a:bodyPr/>
        <a:lstStyle/>
        <a:p>
          <a:endParaRPr lang="uk-UA"/>
        </a:p>
      </dgm:t>
    </dgm:pt>
    <dgm:pt modelId="{7A86E37D-8A15-4920-A261-DA59CC77A710}" type="pres">
      <dgm:prSet presAssocID="{99273FC1-8406-4865-931F-6BFE20F54317}" presName="linear" presStyleCnt="0">
        <dgm:presLayoutVars>
          <dgm:animLvl val="lvl"/>
          <dgm:resizeHandles val="exact"/>
        </dgm:presLayoutVars>
      </dgm:prSet>
      <dgm:spPr/>
    </dgm:pt>
    <dgm:pt modelId="{D5480DD3-5363-41BB-968B-CEA70B63D5FD}" type="pres">
      <dgm:prSet presAssocID="{76EF329C-35E8-4E73-B2A8-BF0017D3441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E5F3478-12E5-48A8-A534-4990E840C719}" type="pres">
      <dgm:prSet presAssocID="{06D822FA-4083-46D6-9D11-5EBCB496954C}" presName="spacer" presStyleCnt="0"/>
      <dgm:spPr/>
    </dgm:pt>
    <dgm:pt modelId="{42B2CF2B-9293-4DE0-9D3C-614C8F61ECFA}" type="pres">
      <dgm:prSet presAssocID="{DA651DDE-646F-4D7D-ACBC-A304EE59AFE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CD2E148-0F12-410B-BAA1-2E73CBC90286}" type="pres">
      <dgm:prSet presAssocID="{886A52C3-B134-4A2F-98E3-5DB53DC1B575}" presName="spacer" presStyleCnt="0"/>
      <dgm:spPr/>
    </dgm:pt>
    <dgm:pt modelId="{FA32A77E-0F4C-4D6B-AC3C-E2E3DE0AA233}" type="pres">
      <dgm:prSet presAssocID="{705C4711-DFB8-4187-9D9B-95B5A193E45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5C724EB-326B-47FD-AD43-6A3341E554FC}" type="pres">
      <dgm:prSet presAssocID="{2E3D5691-88BF-46F2-A232-3F27721BE601}" presName="spacer" presStyleCnt="0"/>
      <dgm:spPr/>
    </dgm:pt>
    <dgm:pt modelId="{9F8E77B9-45C8-4D92-A940-98A4A17D5FBA}" type="pres">
      <dgm:prSet presAssocID="{8E667DD3-0EFE-46B5-8F29-1929C5EA36D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AD393B1-7C92-469F-8A7A-630CA0BDB204}" type="pres">
      <dgm:prSet presAssocID="{9E1249C7-2878-46D7-A583-A0BDB3B46AD1}" presName="spacer" presStyleCnt="0"/>
      <dgm:spPr/>
    </dgm:pt>
    <dgm:pt modelId="{43337FD2-7F28-4B6A-AD2A-A429F0DAE45A}" type="pres">
      <dgm:prSet presAssocID="{9FED23B3-1516-44E7-8B42-3189B94F19A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E052E08-A40E-4929-8C6C-F988410CA328}" srcId="{99273FC1-8406-4865-931F-6BFE20F54317}" destId="{8E667DD3-0EFE-46B5-8F29-1929C5EA36D9}" srcOrd="3" destOrd="0" parTransId="{C1B03030-E975-4052-AD96-6BA98AB55149}" sibTransId="{9E1249C7-2878-46D7-A583-A0BDB3B46AD1}"/>
    <dgm:cxn modelId="{42DE0729-B145-45C9-8C64-C62690057A08}" srcId="{99273FC1-8406-4865-931F-6BFE20F54317}" destId="{9FED23B3-1516-44E7-8B42-3189B94F19A4}" srcOrd="4" destOrd="0" parTransId="{BCC51275-005B-4C51-A9A5-077D5AB8733C}" sibTransId="{C3CB24A7-3AC6-4CB7-9A5B-F796ECE1B11B}"/>
    <dgm:cxn modelId="{5EDE7529-C805-42CF-A8A3-0C444607BE75}" type="presOf" srcId="{99273FC1-8406-4865-931F-6BFE20F54317}" destId="{7A86E37D-8A15-4920-A261-DA59CC77A710}" srcOrd="0" destOrd="0" presId="urn:microsoft.com/office/officeart/2005/8/layout/vList2"/>
    <dgm:cxn modelId="{710C9C30-DE6A-4443-8606-6F3A04AEADFF}" type="presOf" srcId="{DA651DDE-646F-4D7D-ACBC-A304EE59AFE9}" destId="{42B2CF2B-9293-4DE0-9D3C-614C8F61ECFA}" srcOrd="0" destOrd="0" presId="urn:microsoft.com/office/officeart/2005/8/layout/vList2"/>
    <dgm:cxn modelId="{FE2CA65B-C91E-4F9D-9CFE-4FEA746BB1A0}" type="presOf" srcId="{9FED23B3-1516-44E7-8B42-3189B94F19A4}" destId="{43337FD2-7F28-4B6A-AD2A-A429F0DAE45A}" srcOrd="0" destOrd="0" presId="urn:microsoft.com/office/officeart/2005/8/layout/vList2"/>
    <dgm:cxn modelId="{DF1F7C7F-75B7-48BE-8E39-C859E0C63A36}" srcId="{99273FC1-8406-4865-931F-6BFE20F54317}" destId="{76EF329C-35E8-4E73-B2A8-BF0017D34417}" srcOrd="0" destOrd="0" parTransId="{4CCA2BEA-D098-4335-A4E1-1705A3A19CD9}" sibTransId="{06D822FA-4083-46D6-9D11-5EBCB496954C}"/>
    <dgm:cxn modelId="{BA6FEA89-5029-4DEF-8302-A602E3379C39}" type="presOf" srcId="{76EF329C-35E8-4E73-B2A8-BF0017D34417}" destId="{D5480DD3-5363-41BB-968B-CEA70B63D5FD}" srcOrd="0" destOrd="0" presId="urn:microsoft.com/office/officeart/2005/8/layout/vList2"/>
    <dgm:cxn modelId="{502419CC-420D-4C08-B37C-6A222A60A60C}" type="presOf" srcId="{705C4711-DFB8-4187-9D9B-95B5A193E45A}" destId="{FA32A77E-0F4C-4D6B-AC3C-E2E3DE0AA233}" srcOrd="0" destOrd="0" presId="urn:microsoft.com/office/officeart/2005/8/layout/vList2"/>
    <dgm:cxn modelId="{714C8CEC-95D3-4EB5-8D07-5A1EE5ADD9F3}" srcId="{99273FC1-8406-4865-931F-6BFE20F54317}" destId="{705C4711-DFB8-4187-9D9B-95B5A193E45A}" srcOrd="2" destOrd="0" parTransId="{149A5E77-4F77-4235-BFAE-D5AF1CE2F84B}" sibTransId="{2E3D5691-88BF-46F2-A232-3F27721BE601}"/>
    <dgm:cxn modelId="{B6918CF3-EE7B-4AC5-8441-77F1FCEC090A}" srcId="{99273FC1-8406-4865-931F-6BFE20F54317}" destId="{DA651DDE-646F-4D7D-ACBC-A304EE59AFE9}" srcOrd="1" destOrd="0" parTransId="{8A398CEB-D099-4348-9C61-5B3E2847348B}" sibTransId="{886A52C3-B134-4A2F-98E3-5DB53DC1B575}"/>
    <dgm:cxn modelId="{EE7BBBFB-783B-4365-B3F4-5B1B8CC4D79A}" type="presOf" srcId="{8E667DD3-0EFE-46B5-8F29-1929C5EA36D9}" destId="{9F8E77B9-45C8-4D92-A940-98A4A17D5FBA}" srcOrd="0" destOrd="0" presId="urn:microsoft.com/office/officeart/2005/8/layout/vList2"/>
    <dgm:cxn modelId="{28501F37-BE65-4971-84E0-329249AEC389}" type="presParOf" srcId="{7A86E37D-8A15-4920-A261-DA59CC77A710}" destId="{D5480DD3-5363-41BB-968B-CEA70B63D5FD}" srcOrd="0" destOrd="0" presId="urn:microsoft.com/office/officeart/2005/8/layout/vList2"/>
    <dgm:cxn modelId="{168AF294-8520-4064-B1B0-3ECBC5867629}" type="presParOf" srcId="{7A86E37D-8A15-4920-A261-DA59CC77A710}" destId="{FE5F3478-12E5-48A8-A534-4990E840C719}" srcOrd="1" destOrd="0" presId="urn:microsoft.com/office/officeart/2005/8/layout/vList2"/>
    <dgm:cxn modelId="{A88F4E2B-83DC-4C66-A5AC-DDDD002F4911}" type="presParOf" srcId="{7A86E37D-8A15-4920-A261-DA59CC77A710}" destId="{42B2CF2B-9293-4DE0-9D3C-614C8F61ECFA}" srcOrd="2" destOrd="0" presId="urn:microsoft.com/office/officeart/2005/8/layout/vList2"/>
    <dgm:cxn modelId="{A55110C6-09AC-46FB-9995-B029836457AB}" type="presParOf" srcId="{7A86E37D-8A15-4920-A261-DA59CC77A710}" destId="{6CD2E148-0F12-410B-BAA1-2E73CBC90286}" srcOrd="3" destOrd="0" presId="urn:microsoft.com/office/officeart/2005/8/layout/vList2"/>
    <dgm:cxn modelId="{AC853ADC-49F4-49A5-8913-31BD6B9CD710}" type="presParOf" srcId="{7A86E37D-8A15-4920-A261-DA59CC77A710}" destId="{FA32A77E-0F4C-4D6B-AC3C-E2E3DE0AA233}" srcOrd="4" destOrd="0" presId="urn:microsoft.com/office/officeart/2005/8/layout/vList2"/>
    <dgm:cxn modelId="{37EFFEC2-A932-4274-A8FD-0EE8C73E12A2}" type="presParOf" srcId="{7A86E37D-8A15-4920-A261-DA59CC77A710}" destId="{25C724EB-326B-47FD-AD43-6A3341E554FC}" srcOrd="5" destOrd="0" presId="urn:microsoft.com/office/officeart/2005/8/layout/vList2"/>
    <dgm:cxn modelId="{C8EF34B3-F28B-4EBA-B39C-EA7D35F02DF7}" type="presParOf" srcId="{7A86E37D-8A15-4920-A261-DA59CC77A710}" destId="{9F8E77B9-45C8-4D92-A940-98A4A17D5FBA}" srcOrd="6" destOrd="0" presId="urn:microsoft.com/office/officeart/2005/8/layout/vList2"/>
    <dgm:cxn modelId="{83D41A41-F607-4BC3-A6C0-0D0B43BCC694}" type="presParOf" srcId="{7A86E37D-8A15-4920-A261-DA59CC77A710}" destId="{6AD393B1-7C92-469F-8A7A-630CA0BDB204}" srcOrd="7" destOrd="0" presId="urn:microsoft.com/office/officeart/2005/8/layout/vList2"/>
    <dgm:cxn modelId="{BC0E5B9C-F56E-457B-A19A-1C375EA4D40F}" type="presParOf" srcId="{7A86E37D-8A15-4920-A261-DA59CC77A710}" destId="{43337FD2-7F28-4B6A-AD2A-A429F0DAE45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28037C1B-B392-422B-AA52-596A56A59D6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90F8981-AF40-4FE2-9AE6-9E8100A00824}">
      <dgm:prSet/>
      <dgm:spPr/>
      <dgm:t>
        <a:bodyPr/>
        <a:lstStyle/>
        <a:p>
          <a:r>
            <a:rPr lang="ru-RU" b="0" i="0"/>
            <a:t>держав Антанти.</a:t>
          </a:r>
          <a:endParaRPr lang="uk-UA"/>
        </a:p>
      </dgm:t>
    </dgm:pt>
    <dgm:pt modelId="{D2CC9643-6EE1-4835-9388-68099D260841}" type="parTrans" cxnId="{5149360E-A747-496E-9F1D-F5EEDE28E5E2}">
      <dgm:prSet/>
      <dgm:spPr/>
      <dgm:t>
        <a:bodyPr/>
        <a:lstStyle/>
        <a:p>
          <a:endParaRPr lang="uk-UA"/>
        </a:p>
      </dgm:t>
    </dgm:pt>
    <dgm:pt modelId="{848ED9F5-0351-4C4D-96EF-4FA78AE8398E}" type="sibTrans" cxnId="{5149360E-A747-496E-9F1D-F5EEDE28E5E2}">
      <dgm:prSet/>
      <dgm:spPr/>
      <dgm:t>
        <a:bodyPr/>
        <a:lstStyle/>
        <a:p>
          <a:endParaRPr lang="uk-UA"/>
        </a:p>
      </dgm:t>
    </dgm:pt>
    <dgm:pt modelId="{1854706D-84CC-40B6-B90E-06BA1DAAC610}">
      <dgm:prSet/>
      <dgm:spPr/>
      <dgm:t>
        <a:bodyPr/>
        <a:lstStyle/>
        <a:p>
          <a:r>
            <a:rPr lang="ru-RU" b="0" i="0"/>
            <a:t>Раднаркому Російської СФРР.</a:t>
          </a:r>
          <a:endParaRPr lang="uk-UA"/>
        </a:p>
      </dgm:t>
    </dgm:pt>
    <dgm:pt modelId="{28D2231C-4F1B-4F11-AE92-EDA48E9F3E08}" type="parTrans" cxnId="{E76170B5-E1E3-4502-81DC-4C428E8B118D}">
      <dgm:prSet/>
      <dgm:spPr/>
      <dgm:t>
        <a:bodyPr/>
        <a:lstStyle/>
        <a:p>
          <a:endParaRPr lang="uk-UA"/>
        </a:p>
      </dgm:t>
    </dgm:pt>
    <dgm:pt modelId="{7B801C23-D40A-49AC-A8C6-D76A167B2F53}" type="sibTrans" cxnId="{E76170B5-E1E3-4502-81DC-4C428E8B118D}">
      <dgm:prSet/>
      <dgm:spPr/>
      <dgm:t>
        <a:bodyPr/>
        <a:lstStyle/>
        <a:p>
          <a:endParaRPr lang="uk-UA"/>
        </a:p>
      </dgm:t>
    </dgm:pt>
    <dgm:pt modelId="{16506FB1-22C4-4E35-9EBB-6DA9E60F64EB}">
      <dgm:prSet/>
      <dgm:spPr/>
      <dgm:t>
        <a:bodyPr/>
        <a:lstStyle/>
        <a:p>
          <a:r>
            <a:rPr lang="ru-RU" b="0" i="0"/>
            <a:t>дипломатичних місій Четверного союзу.</a:t>
          </a:r>
          <a:endParaRPr lang="uk-UA"/>
        </a:p>
      </dgm:t>
    </dgm:pt>
    <dgm:pt modelId="{023BD5A6-B743-4C76-8361-4FE0480116EE}" type="parTrans" cxnId="{8E7D9E85-6504-417C-A258-ADA21C663A9C}">
      <dgm:prSet/>
      <dgm:spPr/>
      <dgm:t>
        <a:bodyPr/>
        <a:lstStyle/>
        <a:p>
          <a:endParaRPr lang="uk-UA"/>
        </a:p>
      </dgm:t>
    </dgm:pt>
    <dgm:pt modelId="{6992F569-073E-4121-ADB4-ADB8C3A78D86}" type="sibTrans" cxnId="{8E7D9E85-6504-417C-A258-ADA21C663A9C}">
      <dgm:prSet/>
      <dgm:spPr/>
      <dgm:t>
        <a:bodyPr/>
        <a:lstStyle/>
        <a:p>
          <a:endParaRPr lang="uk-UA"/>
        </a:p>
      </dgm:t>
    </dgm:pt>
    <dgm:pt modelId="{994DC528-0EB3-4A21-85E8-D43E1A743583}">
      <dgm:prSet/>
      <dgm:spPr/>
      <dgm:t>
        <a:bodyPr/>
        <a:lstStyle/>
        <a:p>
          <a:r>
            <a:rPr lang="ru-RU" b="0" i="0"/>
            <a:t>Директорії Української Народної Республіки.</a:t>
          </a:r>
          <a:endParaRPr lang="uk-UA"/>
        </a:p>
      </dgm:t>
    </dgm:pt>
    <dgm:pt modelId="{59FA6FE1-1C41-4EB8-BB45-779D382D6091}" type="parTrans" cxnId="{EBAB0A51-2866-4BBF-BB8A-C869E1213213}">
      <dgm:prSet/>
      <dgm:spPr/>
      <dgm:t>
        <a:bodyPr/>
        <a:lstStyle/>
        <a:p>
          <a:endParaRPr lang="uk-UA"/>
        </a:p>
      </dgm:t>
    </dgm:pt>
    <dgm:pt modelId="{1E1105F9-561A-4311-BACD-3C69FF3CBEA4}" type="sibTrans" cxnId="{EBAB0A51-2866-4BBF-BB8A-C869E1213213}">
      <dgm:prSet/>
      <dgm:spPr/>
      <dgm:t>
        <a:bodyPr/>
        <a:lstStyle/>
        <a:p>
          <a:endParaRPr lang="uk-UA"/>
        </a:p>
      </dgm:t>
    </dgm:pt>
    <dgm:pt modelId="{ACE123D4-EF13-4A06-911A-038790109725}" type="pres">
      <dgm:prSet presAssocID="{28037C1B-B392-422B-AA52-596A56A59D68}" presName="linear" presStyleCnt="0">
        <dgm:presLayoutVars>
          <dgm:animLvl val="lvl"/>
          <dgm:resizeHandles val="exact"/>
        </dgm:presLayoutVars>
      </dgm:prSet>
      <dgm:spPr/>
    </dgm:pt>
    <dgm:pt modelId="{C18272C6-97C1-412B-987D-E564350ECFD9}" type="pres">
      <dgm:prSet presAssocID="{090F8981-AF40-4FE2-9AE6-9E8100A0082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6C8362C-6D6B-458F-B470-8C9A3A53BC04}" type="pres">
      <dgm:prSet presAssocID="{848ED9F5-0351-4C4D-96EF-4FA78AE8398E}" presName="spacer" presStyleCnt="0"/>
      <dgm:spPr/>
    </dgm:pt>
    <dgm:pt modelId="{3C0AE354-4AF2-46DE-8A0D-5D2B4B0BF663}" type="pres">
      <dgm:prSet presAssocID="{1854706D-84CC-40B6-B90E-06BA1DAAC61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F7D80C7-3E34-418A-9822-7CEA3C3B7164}" type="pres">
      <dgm:prSet presAssocID="{7B801C23-D40A-49AC-A8C6-D76A167B2F53}" presName="spacer" presStyleCnt="0"/>
      <dgm:spPr/>
    </dgm:pt>
    <dgm:pt modelId="{B41708B6-4736-4D49-80EA-3E710511302F}" type="pres">
      <dgm:prSet presAssocID="{16506FB1-22C4-4E35-9EBB-6DA9E60F64E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93D92D0-F6A2-4D9D-89EE-F3E0AE40272B}" type="pres">
      <dgm:prSet presAssocID="{6992F569-073E-4121-ADB4-ADB8C3A78D86}" presName="spacer" presStyleCnt="0"/>
      <dgm:spPr/>
    </dgm:pt>
    <dgm:pt modelId="{D56209EE-22A1-4297-A877-9E8E35CB9378}" type="pres">
      <dgm:prSet presAssocID="{994DC528-0EB3-4A21-85E8-D43E1A74358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4057409-8DD9-4C45-B7A2-904CC2885576}" type="presOf" srcId="{16506FB1-22C4-4E35-9EBB-6DA9E60F64EB}" destId="{B41708B6-4736-4D49-80EA-3E710511302F}" srcOrd="0" destOrd="0" presId="urn:microsoft.com/office/officeart/2005/8/layout/vList2"/>
    <dgm:cxn modelId="{5149360E-A747-496E-9F1D-F5EEDE28E5E2}" srcId="{28037C1B-B392-422B-AA52-596A56A59D68}" destId="{090F8981-AF40-4FE2-9AE6-9E8100A00824}" srcOrd="0" destOrd="0" parTransId="{D2CC9643-6EE1-4835-9388-68099D260841}" sibTransId="{848ED9F5-0351-4C4D-96EF-4FA78AE8398E}"/>
    <dgm:cxn modelId="{AE7EA360-9623-47A4-9DF1-CDCC14A2FFFE}" type="presOf" srcId="{090F8981-AF40-4FE2-9AE6-9E8100A00824}" destId="{C18272C6-97C1-412B-987D-E564350ECFD9}" srcOrd="0" destOrd="0" presId="urn:microsoft.com/office/officeart/2005/8/layout/vList2"/>
    <dgm:cxn modelId="{AF5AE646-67AE-40FC-B927-CF7C6F299F0E}" type="presOf" srcId="{28037C1B-B392-422B-AA52-596A56A59D68}" destId="{ACE123D4-EF13-4A06-911A-038790109725}" srcOrd="0" destOrd="0" presId="urn:microsoft.com/office/officeart/2005/8/layout/vList2"/>
    <dgm:cxn modelId="{EBAB0A51-2866-4BBF-BB8A-C869E1213213}" srcId="{28037C1B-B392-422B-AA52-596A56A59D68}" destId="{994DC528-0EB3-4A21-85E8-D43E1A743583}" srcOrd="3" destOrd="0" parTransId="{59FA6FE1-1C41-4EB8-BB45-779D382D6091}" sibTransId="{1E1105F9-561A-4311-BACD-3C69FF3CBEA4}"/>
    <dgm:cxn modelId="{8E7D9E85-6504-417C-A258-ADA21C663A9C}" srcId="{28037C1B-B392-422B-AA52-596A56A59D68}" destId="{16506FB1-22C4-4E35-9EBB-6DA9E60F64EB}" srcOrd="2" destOrd="0" parTransId="{023BD5A6-B743-4C76-8361-4FE0480116EE}" sibTransId="{6992F569-073E-4121-ADB4-ADB8C3A78D86}"/>
    <dgm:cxn modelId="{ADC40D9F-31C6-4826-AE70-3A758A4E22A3}" type="presOf" srcId="{1854706D-84CC-40B6-B90E-06BA1DAAC610}" destId="{3C0AE354-4AF2-46DE-8A0D-5D2B4B0BF663}" srcOrd="0" destOrd="0" presId="urn:microsoft.com/office/officeart/2005/8/layout/vList2"/>
    <dgm:cxn modelId="{E76170B5-E1E3-4502-81DC-4C428E8B118D}" srcId="{28037C1B-B392-422B-AA52-596A56A59D68}" destId="{1854706D-84CC-40B6-B90E-06BA1DAAC610}" srcOrd="1" destOrd="0" parTransId="{28D2231C-4F1B-4F11-AE92-EDA48E9F3E08}" sibTransId="{7B801C23-D40A-49AC-A8C6-D76A167B2F53}"/>
    <dgm:cxn modelId="{6B70F6EC-F095-4BB6-B0B4-33C57A05D6C4}" type="presOf" srcId="{994DC528-0EB3-4A21-85E8-D43E1A743583}" destId="{D56209EE-22A1-4297-A877-9E8E35CB9378}" srcOrd="0" destOrd="0" presId="urn:microsoft.com/office/officeart/2005/8/layout/vList2"/>
    <dgm:cxn modelId="{15393990-E431-4BFF-94CB-A44962BEEE49}" type="presParOf" srcId="{ACE123D4-EF13-4A06-911A-038790109725}" destId="{C18272C6-97C1-412B-987D-E564350ECFD9}" srcOrd="0" destOrd="0" presId="urn:microsoft.com/office/officeart/2005/8/layout/vList2"/>
    <dgm:cxn modelId="{F0FA019E-4FD3-4AC7-B708-E13ADCFB5DAA}" type="presParOf" srcId="{ACE123D4-EF13-4A06-911A-038790109725}" destId="{66C8362C-6D6B-458F-B470-8C9A3A53BC04}" srcOrd="1" destOrd="0" presId="urn:microsoft.com/office/officeart/2005/8/layout/vList2"/>
    <dgm:cxn modelId="{3020A69C-DD6D-4A86-876F-F9042A2446B6}" type="presParOf" srcId="{ACE123D4-EF13-4A06-911A-038790109725}" destId="{3C0AE354-4AF2-46DE-8A0D-5D2B4B0BF663}" srcOrd="2" destOrd="0" presId="urn:microsoft.com/office/officeart/2005/8/layout/vList2"/>
    <dgm:cxn modelId="{F4EB5B1C-D659-4491-9011-6A6734343684}" type="presParOf" srcId="{ACE123D4-EF13-4A06-911A-038790109725}" destId="{EF7D80C7-3E34-418A-9822-7CEA3C3B7164}" srcOrd="3" destOrd="0" presId="urn:microsoft.com/office/officeart/2005/8/layout/vList2"/>
    <dgm:cxn modelId="{4D863175-9770-4469-81FC-24B44905BF00}" type="presParOf" srcId="{ACE123D4-EF13-4A06-911A-038790109725}" destId="{B41708B6-4736-4D49-80EA-3E710511302F}" srcOrd="4" destOrd="0" presId="urn:microsoft.com/office/officeart/2005/8/layout/vList2"/>
    <dgm:cxn modelId="{00848CBB-6D71-4CAD-95D4-288A1AFADDCF}" type="presParOf" srcId="{ACE123D4-EF13-4A06-911A-038790109725}" destId="{C93D92D0-F6A2-4D9D-89EE-F3E0AE40272B}" srcOrd="5" destOrd="0" presId="urn:microsoft.com/office/officeart/2005/8/layout/vList2"/>
    <dgm:cxn modelId="{8A1C5A2F-89E9-4D12-B768-6BC7A147ECBA}" type="presParOf" srcId="{ACE123D4-EF13-4A06-911A-038790109725}" destId="{D56209EE-22A1-4297-A877-9E8E35CB937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DCB85FF9-B9A6-45E2-A6EF-C497652A01B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7E77351-E911-48E7-B4CB-14A5CE0AC45D}">
      <dgm:prSet/>
      <dgm:spPr/>
      <dgm:t>
        <a:bodyPr/>
        <a:lstStyle/>
        <a:p>
          <a:r>
            <a:rPr lang="ru-RU" b="0" i="0"/>
            <a:t>підписання Брестського миру</a:t>
          </a:r>
          <a:endParaRPr lang="uk-UA"/>
        </a:p>
      </dgm:t>
    </dgm:pt>
    <dgm:pt modelId="{EB9741AB-F5F7-4163-84E8-70CF520D9FDF}" type="parTrans" cxnId="{91404EA4-5ACD-4513-AF62-5531FC18CCED}">
      <dgm:prSet/>
      <dgm:spPr/>
      <dgm:t>
        <a:bodyPr/>
        <a:lstStyle/>
        <a:p>
          <a:endParaRPr lang="uk-UA"/>
        </a:p>
      </dgm:t>
    </dgm:pt>
    <dgm:pt modelId="{84C101B5-9A43-4FD1-9921-DDED03E76166}" type="sibTrans" cxnId="{91404EA4-5ACD-4513-AF62-5531FC18CCED}">
      <dgm:prSet/>
      <dgm:spPr/>
      <dgm:t>
        <a:bodyPr/>
        <a:lstStyle/>
        <a:p>
          <a:endParaRPr lang="uk-UA"/>
        </a:p>
      </dgm:t>
    </dgm:pt>
    <dgm:pt modelId="{5C90FAF3-7345-4FAF-BF5E-0DDD237828F2}">
      <dgm:prSet/>
      <dgm:spPr/>
      <dgm:t>
        <a:bodyPr/>
        <a:lstStyle/>
        <a:p>
          <a:r>
            <a:rPr lang="ru-RU" b="0" i="0"/>
            <a:t>вибух антиурядового повстання</a:t>
          </a:r>
          <a:endParaRPr lang="uk-UA"/>
        </a:p>
      </dgm:t>
    </dgm:pt>
    <dgm:pt modelId="{5E8F2FB0-3294-4B79-BC32-654E1A6AC0D3}" type="parTrans" cxnId="{B16615F8-D3F1-4053-91EA-E8CBABDB8FE1}">
      <dgm:prSet/>
      <dgm:spPr/>
      <dgm:t>
        <a:bodyPr/>
        <a:lstStyle/>
        <a:p>
          <a:endParaRPr lang="uk-UA"/>
        </a:p>
      </dgm:t>
    </dgm:pt>
    <dgm:pt modelId="{CD81441A-13E8-4AA4-8CFF-4BFB9962F49C}" type="sibTrans" cxnId="{B16615F8-D3F1-4053-91EA-E8CBABDB8FE1}">
      <dgm:prSet/>
      <dgm:spPr/>
      <dgm:t>
        <a:bodyPr/>
        <a:lstStyle/>
        <a:p>
          <a:endParaRPr lang="uk-UA"/>
        </a:p>
      </dgm:t>
    </dgm:pt>
    <dgm:pt modelId="{CE44C69C-3D6B-4EE0-89F1-173777505CF6}">
      <dgm:prSet/>
      <dgm:spPr/>
      <dgm:t>
        <a:bodyPr/>
        <a:lstStyle/>
        <a:p>
          <a:r>
            <a:rPr lang="ru-RU" b="0" i="0"/>
            <a:t>проголошення незалежності УНР</a:t>
          </a:r>
          <a:endParaRPr lang="uk-UA"/>
        </a:p>
      </dgm:t>
    </dgm:pt>
    <dgm:pt modelId="{C4806D41-2A8E-422E-8EC9-3AC91600A1A6}" type="parTrans" cxnId="{1BB4CC81-0C7D-4AAA-A501-6796A0D06BDE}">
      <dgm:prSet/>
      <dgm:spPr/>
      <dgm:t>
        <a:bodyPr/>
        <a:lstStyle/>
        <a:p>
          <a:endParaRPr lang="uk-UA"/>
        </a:p>
      </dgm:t>
    </dgm:pt>
    <dgm:pt modelId="{949073DD-9552-4F26-80BD-E626AB8174C8}" type="sibTrans" cxnId="{1BB4CC81-0C7D-4AAA-A501-6796A0D06BDE}">
      <dgm:prSet/>
      <dgm:spPr/>
      <dgm:t>
        <a:bodyPr/>
        <a:lstStyle/>
        <a:p>
          <a:endParaRPr lang="uk-UA"/>
        </a:p>
      </dgm:t>
    </dgm:pt>
    <dgm:pt modelId="{1D47435F-F024-46BA-83BE-A3B586686CDE}">
      <dgm:prSet/>
      <dgm:spPr/>
      <dgm:t>
        <a:bodyPr/>
        <a:lstStyle/>
        <a:p>
          <a:r>
            <a:rPr lang="ru-RU" b="0" i="0"/>
            <a:t>ухвалення Акта Злуки УНР і ЗУНР</a:t>
          </a:r>
          <a:endParaRPr lang="uk-UA"/>
        </a:p>
      </dgm:t>
    </dgm:pt>
    <dgm:pt modelId="{088A68C0-B5F2-42F4-BA70-CDA16E9F86A3}" type="parTrans" cxnId="{E69979A3-0A2A-41DF-9539-62729A4522E5}">
      <dgm:prSet/>
      <dgm:spPr/>
      <dgm:t>
        <a:bodyPr/>
        <a:lstStyle/>
        <a:p>
          <a:endParaRPr lang="uk-UA"/>
        </a:p>
      </dgm:t>
    </dgm:pt>
    <dgm:pt modelId="{5EAC8A0B-4ED2-4B04-8021-FFD8AC116628}" type="sibTrans" cxnId="{E69979A3-0A2A-41DF-9539-62729A4522E5}">
      <dgm:prSet/>
      <dgm:spPr/>
      <dgm:t>
        <a:bodyPr/>
        <a:lstStyle/>
        <a:p>
          <a:endParaRPr lang="uk-UA"/>
        </a:p>
      </dgm:t>
    </dgm:pt>
    <dgm:pt modelId="{BBAC3597-37EF-4659-AF27-83120FAC150F}" type="pres">
      <dgm:prSet presAssocID="{DCB85FF9-B9A6-45E2-A6EF-C497652A01BC}" presName="linear" presStyleCnt="0">
        <dgm:presLayoutVars>
          <dgm:animLvl val="lvl"/>
          <dgm:resizeHandles val="exact"/>
        </dgm:presLayoutVars>
      </dgm:prSet>
      <dgm:spPr/>
    </dgm:pt>
    <dgm:pt modelId="{31C367C4-DA4D-4563-8FE8-696051A34F3F}" type="pres">
      <dgm:prSet presAssocID="{A7E77351-E911-48E7-B4CB-14A5CE0AC45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BEA6310-D7F6-47B0-A57D-40771DB0EF13}" type="pres">
      <dgm:prSet presAssocID="{84C101B5-9A43-4FD1-9921-DDED03E76166}" presName="spacer" presStyleCnt="0"/>
      <dgm:spPr/>
    </dgm:pt>
    <dgm:pt modelId="{395CE3E1-4CFA-4A4E-A268-D53ECCD6CA75}" type="pres">
      <dgm:prSet presAssocID="{5C90FAF3-7345-4FAF-BF5E-0DDD237828F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F3D4149-4C1D-4EA2-B33B-0DF3B200DAC5}" type="pres">
      <dgm:prSet presAssocID="{CD81441A-13E8-4AA4-8CFF-4BFB9962F49C}" presName="spacer" presStyleCnt="0"/>
      <dgm:spPr/>
    </dgm:pt>
    <dgm:pt modelId="{CEAB92CE-CBF3-495A-B61B-31AFE7877B8C}" type="pres">
      <dgm:prSet presAssocID="{CE44C69C-3D6B-4EE0-89F1-173777505CF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063CE4B-D9A2-41D6-BEC4-18C6ED5BC9A5}" type="pres">
      <dgm:prSet presAssocID="{949073DD-9552-4F26-80BD-E626AB8174C8}" presName="spacer" presStyleCnt="0"/>
      <dgm:spPr/>
    </dgm:pt>
    <dgm:pt modelId="{4F2BBB5D-49D6-412A-9306-018E30940A95}" type="pres">
      <dgm:prSet presAssocID="{1D47435F-F024-46BA-83BE-A3B586686CD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823FC66-BF5C-4863-B944-B93CD2B1D67E}" type="presOf" srcId="{CE44C69C-3D6B-4EE0-89F1-173777505CF6}" destId="{CEAB92CE-CBF3-495A-B61B-31AFE7877B8C}" srcOrd="0" destOrd="0" presId="urn:microsoft.com/office/officeart/2005/8/layout/vList2"/>
    <dgm:cxn modelId="{B226344A-3F65-4FF9-B560-A73A988DDEC4}" type="presOf" srcId="{DCB85FF9-B9A6-45E2-A6EF-C497652A01BC}" destId="{BBAC3597-37EF-4659-AF27-83120FAC150F}" srcOrd="0" destOrd="0" presId="urn:microsoft.com/office/officeart/2005/8/layout/vList2"/>
    <dgm:cxn modelId="{F1161C4C-61BB-4EFC-AA36-B023E38CAD4E}" type="presOf" srcId="{A7E77351-E911-48E7-B4CB-14A5CE0AC45D}" destId="{31C367C4-DA4D-4563-8FE8-696051A34F3F}" srcOrd="0" destOrd="0" presId="urn:microsoft.com/office/officeart/2005/8/layout/vList2"/>
    <dgm:cxn modelId="{E1CC2D58-5D7D-4A14-AA04-09A56C7F5BAD}" type="presOf" srcId="{1D47435F-F024-46BA-83BE-A3B586686CDE}" destId="{4F2BBB5D-49D6-412A-9306-018E30940A95}" srcOrd="0" destOrd="0" presId="urn:microsoft.com/office/officeart/2005/8/layout/vList2"/>
    <dgm:cxn modelId="{1BB4CC81-0C7D-4AAA-A501-6796A0D06BDE}" srcId="{DCB85FF9-B9A6-45E2-A6EF-C497652A01BC}" destId="{CE44C69C-3D6B-4EE0-89F1-173777505CF6}" srcOrd="2" destOrd="0" parTransId="{C4806D41-2A8E-422E-8EC9-3AC91600A1A6}" sibTransId="{949073DD-9552-4F26-80BD-E626AB8174C8}"/>
    <dgm:cxn modelId="{E69979A3-0A2A-41DF-9539-62729A4522E5}" srcId="{DCB85FF9-B9A6-45E2-A6EF-C497652A01BC}" destId="{1D47435F-F024-46BA-83BE-A3B586686CDE}" srcOrd="3" destOrd="0" parTransId="{088A68C0-B5F2-42F4-BA70-CDA16E9F86A3}" sibTransId="{5EAC8A0B-4ED2-4B04-8021-FFD8AC116628}"/>
    <dgm:cxn modelId="{91404EA4-5ACD-4513-AF62-5531FC18CCED}" srcId="{DCB85FF9-B9A6-45E2-A6EF-C497652A01BC}" destId="{A7E77351-E911-48E7-B4CB-14A5CE0AC45D}" srcOrd="0" destOrd="0" parTransId="{EB9741AB-F5F7-4163-84E8-70CF520D9FDF}" sibTransId="{84C101B5-9A43-4FD1-9921-DDED03E76166}"/>
    <dgm:cxn modelId="{DE9FFFA5-DE5C-469A-86D9-A46BF86BFC4D}" type="presOf" srcId="{5C90FAF3-7345-4FAF-BF5E-0DDD237828F2}" destId="{395CE3E1-4CFA-4A4E-A268-D53ECCD6CA75}" srcOrd="0" destOrd="0" presId="urn:microsoft.com/office/officeart/2005/8/layout/vList2"/>
    <dgm:cxn modelId="{B16615F8-D3F1-4053-91EA-E8CBABDB8FE1}" srcId="{DCB85FF9-B9A6-45E2-A6EF-C497652A01BC}" destId="{5C90FAF3-7345-4FAF-BF5E-0DDD237828F2}" srcOrd="1" destOrd="0" parTransId="{5E8F2FB0-3294-4B79-BC32-654E1A6AC0D3}" sibTransId="{CD81441A-13E8-4AA4-8CFF-4BFB9962F49C}"/>
    <dgm:cxn modelId="{108F9495-89E4-46AB-957D-6C0505FBBEDC}" type="presParOf" srcId="{BBAC3597-37EF-4659-AF27-83120FAC150F}" destId="{31C367C4-DA4D-4563-8FE8-696051A34F3F}" srcOrd="0" destOrd="0" presId="urn:microsoft.com/office/officeart/2005/8/layout/vList2"/>
    <dgm:cxn modelId="{9F3E3029-5380-4FEA-8480-CB851079CBA6}" type="presParOf" srcId="{BBAC3597-37EF-4659-AF27-83120FAC150F}" destId="{4BEA6310-D7F6-47B0-A57D-40771DB0EF13}" srcOrd="1" destOrd="0" presId="urn:microsoft.com/office/officeart/2005/8/layout/vList2"/>
    <dgm:cxn modelId="{2B2C715E-91E0-4671-88AB-FF7A5C2BD499}" type="presParOf" srcId="{BBAC3597-37EF-4659-AF27-83120FAC150F}" destId="{395CE3E1-4CFA-4A4E-A268-D53ECCD6CA75}" srcOrd="2" destOrd="0" presId="urn:microsoft.com/office/officeart/2005/8/layout/vList2"/>
    <dgm:cxn modelId="{5581DC2B-EF9D-42CE-939E-B6E0BECD5E9B}" type="presParOf" srcId="{BBAC3597-37EF-4659-AF27-83120FAC150F}" destId="{0F3D4149-4C1D-4EA2-B33B-0DF3B200DAC5}" srcOrd="3" destOrd="0" presId="urn:microsoft.com/office/officeart/2005/8/layout/vList2"/>
    <dgm:cxn modelId="{541DA2E4-E2B0-4062-93BA-F09082E2D393}" type="presParOf" srcId="{BBAC3597-37EF-4659-AF27-83120FAC150F}" destId="{CEAB92CE-CBF3-495A-B61B-31AFE7877B8C}" srcOrd="4" destOrd="0" presId="urn:microsoft.com/office/officeart/2005/8/layout/vList2"/>
    <dgm:cxn modelId="{4630C775-5125-4E3A-B389-4917BB64A33D}" type="presParOf" srcId="{BBAC3597-37EF-4659-AF27-83120FAC150F}" destId="{4063CE4B-D9A2-41D6-BEC4-18C6ED5BC9A5}" srcOrd="5" destOrd="0" presId="urn:microsoft.com/office/officeart/2005/8/layout/vList2"/>
    <dgm:cxn modelId="{2B17EB2F-74A0-49B3-AD41-985989B16953}" type="presParOf" srcId="{BBAC3597-37EF-4659-AF27-83120FAC150F}" destId="{4F2BBB5D-49D6-412A-9306-018E30940A9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BB752AB0-368A-4C7E-8F76-B21F0020E7F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C69E477-B03D-4CB1-AAB1-6889F3C10F56}">
      <dgm:prSet/>
      <dgm:spPr/>
      <dgm:t>
        <a:bodyPr/>
        <a:lstStyle/>
        <a:p>
          <a:r>
            <a:rPr lang="ru-RU" b="0" i="0"/>
            <a:t>обидва варіанти правильні</a:t>
          </a:r>
          <a:endParaRPr lang="uk-UA"/>
        </a:p>
      </dgm:t>
    </dgm:pt>
    <dgm:pt modelId="{856F162D-B20A-4680-9918-3C973222AC50}" type="parTrans" cxnId="{91B778EC-0B46-4CDF-B3ED-F935414ACE5E}">
      <dgm:prSet/>
      <dgm:spPr/>
      <dgm:t>
        <a:bodyPr/>
        <a:lstStyle/>
        <a:p>
          <a:endParaRPr lang="uk-UA"/>
        </a:p>
      </dgm:t>
    </dgm:pt>
    <dgm:pt modelId="{79A4E819-7521-47D8-8202-D37DD133C50C}" type="sibTrans" cxnId="{91B778EC-0B46-4CDF-B3ED-F935414ACE5E}">
      <dgm:prSet/>
      <dgm:spPr/>
      <dgm:t>
        <a:bodyPr/>
        <a:lstStyle/>
        <a:p>
          <a:endParaRPr lang="uk-UA"/>
        </a:p>
      </dgm:t>
    </dgm:pt>
    <dgm:pt modelId="{7B44CA7A-99B0-41FB-A3E8-8F10C4E04729}">
      <dgm:prSet/>
      <dgm:spPr/>
      <dgm:t>
        <a:bodyPr/>
        <a:lstStyle/>
        <a:p>
          <a:r>
            <a:rPr lang="ru-RU" b="0" i="0"/>
            <a:t>тільки 1-й варіант правильний</a:t>
          </a:r>
          <a:endParaRPr lang="uk-UA"/>
        </a:p>
      </dgm:t>
    </dgm:pt>
    <dgm:pt modelId="{6D085ABD-1FA1-42DA-83F1-1F6D87D50F8C}" type="parTrans" cxnId="{95317843-0ABA-4475-9A95-9B3F35DBA600}">
      <dgm:prSet/>
      <dgm:spPr/>
      <dgm:t>
        <a:bodyPr/>
        <a:lstStyle/>
        <a:p>
          <a:endParaRPr lang="uk-UA"/>
        </a:p>
      </dgm:t>
    </dgm:pt>
    <dgm:pt modelId="{F908E16A-FA4F-484B-BE34-273B3C363696}" type="sibTrans" cxnId="{95317843-0ABA-4475-9A95-9B3F35DBA600}">
      <dgm:prSet/>
      <dgm:spPr/>
      <dgm:t>
        <a:bodyPr/>
        <a:lstStyle/>
        <a:p>
          <a:endParaRPr lang="uk-UA"/>
        </a:p>
      </dgm:t>
    </dgm:pt>
    <dgm:pt modelId="{5769F5A9-901A-45C9-B4BF-1D6FBA101FCD}">
      <dgm:prSet/>
      <dgm:spPr/>
      <dgm:t>
        <a:bodyPr/>
        <a:lstStyle/>
        <a:p>
          <a:r>
            <a:rPr lang="ru-RU" b="0" i="0"/>
            <a:t>тільки 2-й варіант правильний</a:t>
          </a:r>
          <a:endParaRPr lang="uk-UA"/>
        </a:p>
      </dgm:t>
    </dgm:pt>
    <dgm:pt modelId="{5EE45672-E76A-4AA1-95A7-0A9121F85359}" type="parTrans" cxnId="{8C38D87F-0A12-4CE1-8750-573A99FFFD46}">
      <dgm:prSet/>
      <dgm:spPr/>
      <dgm:t>
        <a:bodyPr/>
        <a:lstStyle/>
        <a:p>
          <a:endParaRPr lang="uk-UA"/>
        </a:p>
      </dgm:t>
    </dgm:pt>
    <dgm:pt modelId="{ABB5FAFF-2978-441F-9CCE-6A817BC76F51}" type="sibTrans" cxnId="{8C38D87F-0A12-4CE1-8750-573A99FFFD46}">
      <dgm:prSet/>
      <dgm:spPr/>
      <dgm:t>
        <a:bodyPr/>
        <a:lstStyle/>
        <a:p>
          <a:endParaRPr lang="uk-UA"/>
        </a:p>
      </dgm:t>
    </dgm:pt>
    <dgm:pt modelId="{67D80631-F77C-49B2-9042-7848EE413FCD}">
      <dgm:prSet/>
      <dgm:spPr/>
      <dgm:t>
        <a:bodyPr/>
        <a:lstStyle/>
        <a:p>
          <a:r>
            <a:rPr lang="ru-RU" b="0" i="0"/>
            <a:t>обидва варіанти не правильні</a:t>
          </a:r>
          <a:endParaRPr lang="uk-UA"/>
        </a:p>
      </dgm:t>
    </dgm:pt>
    <dgm:pt modelId="{A6FDCA34-8C66-4344-84E5-F7837BA2E295}" type="parTrans" cxnId="{C2A3DC58-DFAF-4FEB-B012-DB29CE08FC5D}">
      <dgm:prSet/>
      <dgm:spPr/>
      <dgm:t>
        <a:bodyPr/>
        <a:lstStyle/>
        <a:p>
          <a:endParaRPr lang="uk-UA"/>
        </a:p>
      </dgm:t>
    </dgm:pt>
    <dgm:pt modelId="{297769CD-88FE-4F7B-AF97-D977489B8A94}" type="sibTrans" cxnId="{C2A3DC58-DFAF-4FEB-B012-DB29CE08FC5D}">
      <dgm:prSet/>
      <dgm:spPr/>
      <dgm:t>
        <a:bodyPr/>
        <a:lstStyle/>
        <a:p>
          <a:endParaRPr lang="uk-UA"/>
        </a:p>
      </dgm:t>
    </dgm:pt>
    <dgm:pt modelId="{5BEA8A9D-3CE2-4FDF-A315-E1A706F3A4C2}" type="pres">
      <dgm:prSet presAssocID="{BB752AB0-368A-4C7E-8F76-B21F0020E7FA}" presName="linear" presStyleCnt="0">
        <dgm:presLayoutVars>
          <dgm:animLvl val="lvl"/>
          <dgm:resizeHandles val="exact"/>
        </dgm:presLayoutVars>
      </dgm:prSet>
      <dgm:spPr/>
    </dgm:pt>
    <dgm:pt modelId="{F97541A8-1E63-4196-B2D7-7E770D97158F}" type="pres">
      <dgm:prSet presAssocID="{9C69E477-B03D-4CB1-AAB1-6889F3C10F5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7FAF9FC-06A3-4F91-ACAB-17F74204C726}" type="pres">
      <dgm:prSet presAssocID="{79A4E819-7521-47D8-8202-D37DD133C50C}" presName="spacer" presStyleCnt="0"/>
      <dgm:spPr/>
    </dgm:pt>
    <dgm:pt modelId="{0CDAAD42-15CC-4B71-BDD4-EDD1378D802C}" type="pres">
      <dgm:prSet presAssocID="{7B44CA7A-99B0-41FB-A3E8-8F10C4E0472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4C7FE68-8837-4258-B655-8F9025DDD6CD}" type="pres">
      <dgm:prSet presAssocID="{F908E16A-FA4F-484B-BE34-273B3C363696}" presName="spacer" presStyleCnt="0"/>
      <dgm:spPr/>
    </dgm:pt>
    <dgm:pt modelId="{8EEB0AF5-2578-4AA7-AE50-114E27A7DCFF}" type="pres">
      <dgm:prSet presAssocID="{5769F5A9-901A-45C9-B4BF-1D6FBA101FC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43A1A7D-51DA-438B-91DD-7F63E047DE27}" type="pres">
      <dgm:prSet presAssocID="{ABB5FAFF-2978-441F-9CCE-6A817BC76F51}" presName="spacer" presStyleCnt="0"/>
      <dgm:spPr/>
    </dgm:pt>
    <dgm:pt modelId="{1880F2CE-BC85-4689-9A29-71C8ADB01F98}" type="pres">
      <dgm:prSet presAssocID="{67D80631-F77C-49B2-9042-7848EE413FC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D623A0C-EE56-4CBC-9CD0-35D0388350AB}" type="presOf" srcId="{BB752AB0-368A-4C7E-8F76-B21F0020E7FA}" destId="{5BEA8A9D-3CE2-4FDF-A315-E1A706F3A4C2}" srcOrd="0" destOrd="0" presId="urn:microsoft.com/office/officeart/2005/8/layout/vList2"/>
    <dgm:cxn modelId="{95317843-0ABA-4475-9A95-9B3F35DBA600}" srcId="{BB752AB0-368A-4C7E-8F76-B21F0020E7FA}" destId="{7B44CA7A-99B0-41FB-A3E8-8F10C4E04729}" srcOrd="1" destOrd="0" parTransId="{6D085ABD-1FA1-42DA-83F1-1F6D87D50F8C}" sibTransId="{F908E16A-FA4F-484B-BE34-273B3C363696}"/>
    <dgm:cxn modelId="{C2A3DC58-DFAF-4FEB-B012-DB29CE08FC5D}" srcId="{BB752AB0-368A-4C7E-8F76-B21F0020E7FA}" destId="{67D80631-F77C-49B2-9042-7848EE413FCD}" srcOrd="3" destOrd="0" parTransId="{A6FDCA34-8C66-4344-84E5-F7837BA2E295}" sibTransId="{297769CD-88FE-4F7B-AF97-D977489B8A94}"/>
    <dgm:cxn modelId="{8C38D87F-0A12-4CE1-8750-573A99FFFD46}" srcId="{BB752AB0-368A-4C7E-8F76-B21F0020E7FA}" destId="{5769F5A9-901A-45C9-B4BF-1D6FBA101FCD}" srcOrd="2" destOrd="0" parTransId="{5EE45672-E76A-4AA1-95A7-0A9121F85359}" sibTransId="{ABB5FAFF-2978-441F-9CCE-6A817BC76F51}"/>
    <dgm:cxn modelId="{FCC7E37F-0354-4E30-B305-7B49328E0C84}" type="presOf" srcId="{67D80631-F77C-49B2-9042-7848EE413FCD}" destId="{1880F2CE-BC85-4689-9A29-71C8ADB01F98}" srcOrd="0" destOrd="0" presId="urn:microsoft.com/office/officeart/2005/8/layout/vList2"/>
    <dgm:cxn modelId="{25A04BD1-94D4-4435-A000-368D92F230A5}" type="presOf" srcId="{9C69E477-B03D-4CB1-AAB1-6889F3C10F56}" destId="{F97541A8-1E63-4196-B2D7-7E770D97158F}" srcOrd="0" destOrd="0" presId="urn:microsoft.com/office/officeart/2005/8/layout/vList2"/>
    <dgm:cxn modelId="{07ACEBEA-3ABF-4EE8-8983-CA6D4D2DB738}" type="presOf" srcId="{7B44CA7A-99B0-41FB-A3E8-8F10C4E04729}" destId="{0CDAAD42-15CC-4B71-BDD4-EDD1378D802C}" srcOrd="0" destOrd="0" presId="urn:microsoft.com/office/officeart/2005/8/layout/vList2"/>
    <dgm:cxn modelId="{91B778EC-0B46-4CDF-B3ED-F935414ACE5E}" srcId="{BB752AB0-368A-4C7E-8F76-B21F0020E7FA}" destId="{9C69E477-B03D-4CB1-AAB1-6889F3C10F56}" srcOrd="0" destOrd="0" parTransId="{856F162D-B20A-4680-9918-3C973222AC50}" sibTransId="{79A4E819-7521-47D8-8202-D37DD133C50C}"/>
    <dgm:cxn modelId="{A31AB4F2-318F-4005-81A1-C2397AF71EF4}" type="presOf" srcId="{5769F5A9-901A-45C9-B4BF-1D6FBA101FCD}" destId="{8EEB0AF5-2578-4AA7-AE50-114E27A7DCFF}" srcOrd="0" destOrd="0" presId="urn:microsoft.com/office/officeart/2005/8/layout/vList2"/>
    <dgm:cxn modelId="{0D532F7F-285B-401D-9C5A-F9F5DE18295C}" type="presParOf" srcId="{5BEA8A9D-3CE2-4FDF-A315-E1A706F3A4C2}" destId="{F97541A8-1E63-4196-B2D7-7E770D97158F}" srcOrd="0" destOrd="0" presId="urn:microsoft.com/office/officeart/2005/8/layout/vList2"/>
    <dgm:cxn modelId="{C5A0893C-AF04-4C00-B408-7E9B3B762BDB}" type="presParOf" srcId="{5BEA8A9D-3CE2-4FDF-A315-E1A706F3A4C2}" destId="{07FAF9FC-06A3-4F91-ACAB-17F74204C726}" srcOrd="1" destOrd="0" presId="urn:microsoft.com/office/officeart/2005/8/layout/vList2"/>
    <dgm:cxn modelId="{160B34EE-120D-45BD-8815-4E6D5AD98E92}" type="presParOf" srcId="{5BEA8A9D-3CE2-4FDF-A315-E1A706F3A4C2}" destId="{0CDAAD42-15CC-4B71-BDD4-EDD1378D802C}" srcOrd="2" destOrd="0" presId="urn:microsoft.com/office/officeart/2005/8/layout/vList2"/>
    <dgm:cxn modelId="{BDCBF0F5-7D26-474C-8296-87462718B2C7}" type="presParOf" srcId="{5BEA8A9D-3CE2-4FDF-A315-E1A706F3A4C2}" destId="{54C7FE68-8837-4258-B655-8F9025DDD6CD}" srcOrd="3" destOrd="0" presId="urn:microsoft.com/office/officeart/2005/8/layout/vList2"/>
    <dgm:cxn modelId="{4FC5B753-E396-4852-8D1A-82AFA3A1E78F}" type="presParOf" srcId="{5BEA8A9D-3CE2-4FDF-A315-E1A706F3A4C2}" destId="{8EEB0AF5-2578-4AA7-AE50-114E27A7DCFF}" srcOrd="4" destOrd="0" presId="urn:microsoft.com/office/officeart/2005/8/layout/vList2"/>
    <dgm:cxn modelId="{42530C13-08B7-42AF-B958-164F16408CA0}" type="presParOf" srcId="{5BEA8A9D-3CE2-4FDF-A315-E1A706F3A4C2}" destId="{B43A1A7D-51DA-438B-91DD-7F63E047DE27}" srcOrd="5" destOrd="0" presId="urn:microsoft.com/office/officeart/2005/8/layout/vList2"/>
    <dgm:cxn modelId="{68C4033E-6A7D-4B9D-B5CF-82FEB79ADD00}" type="presParOf" srcId="{5BEA8A9D-3CE2-4FDF-A315-E1A706F3A4C2}" destId="{1880F2CE-BC85-4689-9A29-71C8ADB01F9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CEFC10B7-5A02-46BB-B3E4-B3969AC2532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5CF52AD-6202-4176-A0EE-D8380BE7A836}">
      <dgm:prSet/>
      <dgm:spPr/>
      <dgm:t>
        <a:bodyPr/>
        <a:lstStyle/>
        <a:p>
          <a:r>
            <a:rPr lang="ru-RU" b="0" i="0"/>
            <a:t>С. Петлюра.</a:t>
          </a:r>
          <a:endParaRPr lang="uk-UA"/>
        </a:p>
      </dgm:t>
    </dgm:pt>
    <dgm:pt modelId="{AE26958F-6E48-4B34-8D15-DCB16466F075}" type="parTrans" cxnId="{2048866C-A64E-41A9-A0E7-DD756EE194DF}">
      <dgm:prSet/>
      <dgm:spPr/>
      <dgm:t>
        <a:bodyPr/>
        <a:lstStyle/>
        <a:p>
          <a:endParaRPr lang="uk-UA"/>
        </a:p>
      </dgm:t>
    </dgm:pt>
    <dgm:pt modelId="{B0D8C93C-4CD0-4FCE-833B-42017CBFEDBF}" type="sibTrans" cxnId="{2048866C-A64E-41A9-A0E7-DD756EE194DF}">
      <dgm:prSet/>
      <dgm:spPr/>
      <dgm:t>
        <a:bodyPr/>
        <a:lstStyle/>
        <a:p>
          <a:endParaRPr lang="uk-UA"/>
        </a:p>
      </dgm:t>
    </dgm:pt>
    <dgm:pt modelId="{13F29C5A-7DEA-4886-BCCE-06A9B7A37ABB}">
      <dgm:prSet/>
      <dgm:spPr/>
      <dgm:t>
        <a:bodyPr/>
        <a:lstStyle/>
        <a:p>
          <a:r>
            <a:rPr lang="ru-RU" b="0" i="0"/>
            <a:t>Х. Раковський.</a:t>
          </a:r>
          <a:endParaRPr lang="uk-UA"/>
        </a:p>
      </dgm:t>
    </dgm:pt>
    <dgm:pt modelId="{4430BF60-7EFB-4D02-869C-1EAEF512420A}" type="parTrans" cxnId="{1513D847-054A-44E1-AE4D-F92DA5D4455E}">
      <dgm:prSet/>
      <dgm:spPr/>
      <dgm:t>
        <a:bodyPr/>
        <a:lstStyle/>
        <a:p>
          <a:endParaRPr lang="uk-UA"/>
        </a:p>
      </dgm:t>
    </dgm:pt>
    <dgm:pt modelId="{8FE03FF7-1AB3-4F6B-9ED6-F3BA4F980A9D}" type="sibTrans" cxnId="{1513D847-054A-44E1-AE4D-F92DA5D4455E}">
      <dgm:prSet/>
      <dgm:spPr/>
      <dgm:t>
        <a:bodyPr/>
        <a:lstStyle/>
        <a:p>
          <a:endParaRPr lang="uk-UA"/>
        </a:p>
      </dgm:t>
    </dgm:pt>
    <dgm:pt modelId="{15059529-03DF-4C54-B0EF-7028DC5070BB}">
      <dgm:prSet/>
      <dgm:spPr/>
      <dgm:t>
        <a:bodyPr/>
        <a:lstStyle/>
        <a:p>
          <a:r>
            <a:rPr lang="ru-RU" b="0" i="0"/>
            <a:t>М. Грушевський.</a:t>
          </a:r>
          <a:endParaRPr lang="uk-UA"/>
        </a:p>
      </dgm:t>
    </dgm:pt>
    <dgm:pt modelId="{745EA87F-8614-41CB-8FF6-FA5D8838C62D}" type="parTrans" cxnId="{A45CA401-9313-44F2-8C36-24F87F8EFB38}">
      <dgm:prSet/>
      <dgm:spPr/>
      <dgm:t>
        <a:bodyPr/>
        <a:lstStyle/>
        <a:p>
          <a:endParaRPr lang="uk-UA"/>
        </a:p>
      </dgm:t>
    </dgm:pt>
    <dgm:pt modelId="{64B8A77B-8E2B-4DBA-8B23-06FC977F1BB8}" type="sibTrans" cxnId="{A45CA401-9313-44F2-8C36-24F87F8EFB38}">
      <dgm:prSet/>
      <dgm:spPr/>
      <dgm:t>
        <a:bodyPr/>
        <a:lstStyle/>
        <a:p>
          <a:endParaRPr lang="uk-UA"/>
        </a:p>
      </dgm:t>
    </dgm:pt>
    <dgm:pt modelId="{BB1C100C-410E-4555-8F52-EC0BEFC62C54}">
      <dgm:prSet/>
      <dgm:spPr/>
      <dgm:t>
        <a:bodyPr/>
        <a:lstStyle/>
        <a:p>
          <a:r>
            <a:rPr lang="ru-RU" b="0" i="0"/>
            <a:t>П. Скоропадський.</a:t>
          </a:r>
          <a:endParaRPr lang="uk-UA"/>
        </a:p>
      </dgm:t>
    </dgm:pt>
    <dgm:pt modelId="{C0C89FC4-39FC-4CB7-9B6E-EC433C8091F0}" type="parTrans" cxnId="{DC148ED0-16D5-4F5B-B8D6-927E1A8F334B}">
      <dgm:prSet/>
      <dgm:spPr/>
      <dgm:t>
        <a:bodyPr/>
        <a:lstStyle/>
        <a:p>
          <a:endParaRPr lang="uk-UA"/>
        </a:p>
      </dgm:t>
    </dgm:pt>
    <dgm:pt modelId="{5F59B369-BCD2-46FB-9188-CA6CD9A8A529}" type="sibTrans" cxnId="{DC148ED0-16D5-4F5B-B8D6-927E1A8F334B}">
      <dgm:prSet/>
      <dgm:spPr/>
      <dgm:t>
        <a:bodyPr/>
        <a:lstStyle/>
        <a:p>
          <a:endParaRPr lang="uk-UA"/>
        </a:p>
      </dgm:t>
    </dgm:pt>
    <dgm:pt modelId="{FF6C0C08-4CB7-444E-8624-68491C1ED86F}" type="pres">
      <dgm:prSet presAssocID="{CEFC10B7-5A02-46BB-B3E4-B3969AC2532B}" presName="linearFlow" presStyleCnt="0">
        <dgm:presLayoutVars>
          <dgm:dir/>
          <dgm:resizeHandles val="exact"/>
        </dgm:presLayoutVars>
      </dgm:prSet>
      <dgm:spPr/>
    </dgm:pt>
    <dgm:pt modelId="{52B4CD4F-410E-4280-8C93-155051F665CC}" type="pres">
      <dgm:prSet presAssocID="{B5CF52AD-6202-4176-A0EE-D8380BE7A836}" presName="composite" presStyleCnt="0"/>
      <dgm:spPr/>
    </dgm:pt>
    <dgm:pt modelId="{030CF14E-64B2-448D-BD2E-EC3CA0720FF4}" type="pres">
      <dgm:prSet presAssocID="{B5CF52AD-6202-4176-A0EE-D8380BE7A836}" presName="imgShp" presStyleLbl="fgImgPlace1" presStyleIdx="0" presStyleCnt="4"/>
      <dgm:spPr/>
    </dgm:pt>
    <dgm:pt modelId="{8EB8B40C-43C5-4B71-AEA5-0D421F8A5913}" type="pres">
      <dgm:prSet presAssocID="{B5CF52AD-6202-4176-A0EE-D8380BE7A836}" presName="txShp" presStyleLbl="node1" presStyleIdx="0" presStyleCnt="4">
        <dgm:presLayoutVars>
          <dgm:bulletEnabled val="1"/>
        </dgm:presLayoutVars>
      </dgm:prSet>
      <dgm:spPr/>
    </dgm:pt>
    <dgm:pt modelId="{8A57920E-6C19-4B23-85F1-9C75DC54B37B}" type="pres">
      <dgm:prSet presAssocID="{B0D8C93C-4CD0-4FCE-833B-42017CBFEDBF}" presName="spacing" presStyleCnt="0"/>
      <dgm:spPr/>
    </dgm:pt>
    <dgm:pt modelId="{64C01B5F-B928-474D-BCC5-E77F2764F937}" type="pres">
      <dgm:prSet presAssocID="{13F29C5A-7DEA-4886-BCCE-06A9B7A37ABB}" presName="composite" presStyleCnt="0"/>
      <dgm:spPr/>
    </dgm:pt>
    <dgm:pt modelId="{C22A516C-F9C0-4B3E-BEE6-0B3280683F75}" type="pres">
      <dgm:prSet presAssocID="{13F29C5A-7DEA-4886-BCCE-06A9B7A37ABB}" presName="imgShp" presStyleLbl="fgImgPlace1" presStyleIdx="1" presStyleCnt="4"/>
      <dgm:spPr/>
    </dgm:pt>
    <dgm:pt modelId="{0C7C1569-5C99-45CF-AFD2-AC28F588814F}" type="pres">
      <dgm:prSet presAssocID="{13F29C5A-7DEA-4886-BCCE-06A9B7A37ABB}" presName="txShp" presStyleLbl="node1" presStyleIdx="1" presStyleCnt="4">
        <dgm:presLayoutVars>
          <dgm:bulletEnabled val="1"/>
        </dgm:presLayoutVars>
      </dgm:prSet>
      <dgm:spPr/>
    </dgm:pt>
    <dgm:pt modelId="{432889E5-0C4D-4752-B877-BDD0D4E12063}" type="pres">
      <dgm:prSet presAssocID="{8FE03FF7-1AB3-4F6B-9ED6-F3BA4F980A9D}" presName="spacing" presStyleCnt="0"/>
      <dgm:spPr/>
    </dgm:pt>
    <dgm:pt modelId="{F0D84BE8-4F47-43ED-864D-AF291EF729E9}" type="pres">
      <dgm:prSet presAssocID="{15059529-03DF-4C54-B0EF-7028DC5070BB}" presName="composite" presStyleCnt="0"/>
      <dgm:spPr/>
    </dgm:pt>
    <dgm:pt modelId="{EC2917A5-28E5-4B97-B233-25381B566BCC}" type="pres">
      <dgm:prSet presAssocID="{15059529-03DF-4C54-B0EF-7028DC5070BB}" presName="imgShp" presStyleLbl="fgImgPlace1" presStyleIdx="2" presStyleCnt="4"/>
      <dgm:spPr/>
    </dgm:pt>
    <dgm:pt modelId="{0349F744-94F7-4CC5-8B8A-2F465B196F28}" type="pres">
      <dgm:prSet presAssocID="{15059529-03DF-4C54-B0EF-7028DC5070BB}" presName="txShp" presStyleLbl="node1" presStyleIdx="2" presStyleCnt="4">
        <dgm:presLayoutVars>
          <dgm:bulletEnabled val="1"/>
        </dgm:presLayoutVars>
      </dgm:prSet>
      <dgm:spPr/>
    </dgm:pt>
    <dgm:pt modelId="{1869ACD3-8781-4273-A2C1-1DC02A3C33B4}" type="pres">
      <dgm:prSet presAssocID="{64B8A77B-8E2B-4DBA-8B23-06FC977F1BB8}" presName="spacing" presStyleCnt="0"/>
      <dgm:spPr/>
    </dgm:pt>
    <dgm:pt modelId="{1A53E316-29ED-435A-9E67-73894060EA6C}" type="pres">
      <dgm:prSet presAssocID="{BB1C100C-410E-4555-8F52-EC0BEFC62C54}" presName="composite" presStyleCnt="0"/>
      <dgm:spPr/>
    </dgm:pt>
    <dgm:pt modelId="{C849A216-35E5-489A-B181-8200F1457B2C}" type="pres">
      <dgm:prSet presAssocID="{BB1C100C-410E-4555-8F52-EC0BEFC62C54}" presName="imgShp" presStyleLbl="fgImgPlace1" presStyleIdx="3" presStyleCnt="4"/>
      <dgm:spPr/>
    </dgm:pt>
    <dgm:pt modelId="{6ED473E4-25D0-466A-BE3E-E4F6735DDC2D}" type="pres">
      <dgm:prSet presAssocID="{BB1C100C-410E-4555-8F52-EC0BEFC62C54}" presName="txShp" presStyleLbl="node1" presStyleIdx="3" presStyleCnt="4">
        <dgm:presLayoutVars>
          <dgm:bulletEnabled val="1"/>
        </dgm:presLayoutVars>
      </dgm:prSet>
      <dgm:spPr/>
    </dgm:pt>
  </dgm:ptLst>
  <dgm:cxnLst>
    <dgm:cxn modelId="{A45CA401-9313-44F2-8C36-24F87F8EFB38}" srcId="{CEFC10B7-5A02-46BB-B3E4-B3969AC2532B}" destId="{15059529-03DF-4C54-B0EF-7028DC5070BB}" srcOrd="2" destOrd="0" parTransId="{745EA87F-8614-41CB-8FF6-FA5D8838C62D}" sibTransId="{64B8A77B-8E2B-4DBA-8B23-06FC977F1BB8}"/>
    <dgm:cxn modelId="{43A1013C-F0E2-44CE-9D27-D079BDA18608}" type="presOf" srcId="{CEFC10B7-5A02-46BB-B3E4-B3969AC2532B}" destId="{FF6C0C08-4CB7-444E-8624-68491C1ED86F}" srcOrd="0" destOrd="0" presId="urn:microsoft.com/office/officeart/2005/8/layout/vList3"/>
    <dgm:cxn modelId="{1513D847-054A-44E1-AE4D-F92DA5D4455E}" srcId="{CEFC10B7-5A02-46BB-B3E4-B3969AC2532B}" destId="{13F29C5A-7DEA-4886-BCCE-06A9B7A37ABB}" srcOrd="1" destOrd="0" parTransId="{4430BF60-7EFB-4D02-869C-1EAEF512420A}" sibTransId="{8FE03FF7-1AB3-4F6B-9ED6-F3BA4F980A9D}"/>
    <dgm:cxn modelId="{6C222569-EC43-4329-B82B-3F0B4B27A61E}" type="presOf" srcId="{BB1C100C-410E-4555-8F52-EC0BEFC62C54}" destId="{6ED473E4-25D0-466A-BE3E-E4F6735DDC2D}" srcOrd="0" destOrd="0" presId="urn:microsoft.com/office/officeart/2005/8/layout/vList3"/>
    <dgm:cxn modelId="{2048866C-A64E-41A9-A0E7-DD756EE194DF}" srcId="{CEFC10B7-5A02-46BB-B3E4-B3969AC2532B}" destId="{B5CF52AD-6202-4176-A0EE-D8380BE7A836}" srcOrd="0" destOrd="0" parTransId="{AE26958F-6E48-4B34-8D15-DCB16466F075}" sibTransId="{B0D8C93C-4CD0-4FCE-833B-42017CBFEDBF}"/>
    <dgm:cxn modelId="{2495286D-908C-4764-A29E-5789CB6EEA5B}" type="presOf" srcId="{B5CF52AD-6202-4176-A0EE-D8380BE7A836}" destId="{8EB8B40C-43C5-4B71-AEA5-0D421F8A5913}" srcOrd="0" destOrd="0" presId="urn:microsoft.com/office/officeart/2005/8/layout/vList3"/>
    <dgm:cxn modelId="{F5CCFD51-7D24-4D56-9C93-808942080BC5}" type="presOf" srcId="{13F29C5A-7DEA-4886-BCCE-06A9B7A37ABB}" destId="{0C7C1569-5C99-45CF-AFD2-AC28F588814F}" srcOrd="0" destOrd="0" presId="urn:microsoft.com/office/officeart/2005/8/layout/vList3"/>
    <dgm:cxn modelId="{C1EE1289-98D7-4F62-987A-8A531C44ABC9}" type="presOf" srcId="{15059529-03DF-4C54-B0EF-7028DC5070BB}" destId="{0349F744-94F7-4CC5-8B8A-2F465B196F28}" srcOrd="0" destOrd="0" presId="urn:microsoft.com/office/officeart/2005/8/layout/vList3"/>
    <dgm:cxn modelId="{DC148ED0-16D5-4F5B-B8D6-927E1A8F334B}" srcId="{CEFC10B7-5A02-46BB-B3E4-B3969AC2532B}" destId="{BB1C100C-410E-4555-8F52-EC0BEFC62C54}" srcOrd="3" destOrd="0" parTransId="{C0C89FC4-39FC-4CB7-9B6E-EC433C8091F0}" sibTransId="{5F59B369-BCD2-46FB-9188-CA6CD9A8A529}"/>
    <dgm:cxn modelId="{2F86BD81-158B-4732-A020-B72F8F7F8427}" type="presParOf" srcId="{FF6C0C08-4CB7-444E-8624-68491C1ED86F}" destId="{52B4CD4F-410E-4280-8C93-155051F665CC}" srcOrd="0" destOrd="0" presId="urn:microsoft.com/office/officeart/2005/8/layout/vList3"/>
    <dgm:cxn modelId="{C9A1FC9C-9FB1-4F24-9740-E3B718362985}" type="presParOf" srcId="{52B4CD4F-410E-4280-8C93-155051F665CC}" destId="{030CF14E-64B2-448D-BD2E-EC3CA0720FF4}" srcOrd="0" destOrd="0" presId="urn:microsoft.com/office/officeart/2005/8/layout/vList3"/>
    <dgm:cxn modelId="{807F1F28-60FB-4B9F-9993-58E9FF7B4C31}" type="presParOf" srcId="{52B4CD4F-410E-4280-8C93-155051F665CC}" destId="{8EB8B40C-43C5-4B71-AEA5-0D421F8A5913}" srcOrd="1" destOrd="0" presId="urn:microsoft.com/office/officeart/2005/8/layout/vList3"/>
    <dgm:cxn modelId="{585B4297-3DFB-465D-890E-ECC5CE4DE261}" type="presParOf" srcId="{FF6C0C08-4CB7-444E-8624-68491C1ED86F}" destId="{8A57920E-6C19-4B23-85F1-9C75DC54B37B}" srcOrd="1" destOrd="0" presId="urn:microsoft.com/office/officeart/2005/8/layout/vList3"/>
    <dgm:cxn modelId="{97809879-C58F-493E-8E84-4DE198A0DBEA}" type="presParOf" srcId="{FF6C0C08-4CB7-444E-8624-68491C1ED86F}" destId="{64C01B5F-B928-474D-BCC5-E77F2764F937}" srcOrd="2" destOrd="0" presId="urn:microsoft.com/office/officeart/2005/8/layout/vList3"/>
    <dgm:cxn modelId="{F429EFC2-BB94-4AB8-BD72-BD711A2B85C3}" type="presParOf" srcId="{64C01B5F-B928-474D-BCC5-E77F2764F937}" destId="{C22A516C-F9C0-4B3E-BEE6-0B3280683F75}" srcOrd="0" destOrd="0" presId="urn:microsoft.com/office/officeart/2005/8/layout/vList3"/>
    <dgm:cxn modelId="{AFB4F4DE-B338-48E0-9EEF-7DB51595C45D}" type="presParOf" srcId="{64C01B5F-B928-474D-BCC5-E77F2764F937}" destId="{0C7C1569-5C99-45CF-AFD2-AC28F588814F}" srcOrd="1" destOrd="0" presId="urn:microsoft.com/office/officeart/2005/8/layout/vList3"/>
    <dgm:cxn modelId="{E26D7542-5BA9-4756-A80B-A70CC99187D1}" type="presParOf" srcId="{FF6C0C08-4CB7-444E-8624-68491C1ED86F}" destId="{432889E5-0C4D-4752-B877-BDD0D4E12063}" srcOrd="3" destOrd="0" presId="urn:microsoft.com/office/officeart/2005/8/layout/vList3"/>
    <dgm:cxn modelId="{0B0F05A7-3979-4474-BA7A-CC2CBC8267E3}" type="presParOf" srcId="{FF6C0C08-4CB7-444E-8624-68491C1ED86F}" destId="{F0D84BE8-4F47-43ED-864D-AF291EF729E9}" srcOrd="4" destOrd="0" presId="urn:microsoft.com/office/officeart/2005/8/layout/vList3"/>
    <dgm:cxn modelId="{134D19FE-F16B-4343-9B66-98C66F22A0AC}" type="presParOf" srcId="{F0D84BE8-4F47-43ED-864D-AF291EF729E9}" destId="{EC2917A5-28E5-4B97-B233-25381B566BCC}" srcOrd="0" destOrd="0" presId="urn:microsoft.com/office/officeart/2005/8/layout/vList3"/>
    <dgm:cxn modelId="{DEEEC2FC-956E-4DD2-A364-07571E073790}" type="presParOf" srcId="{F0D84BE8-4F47-43ED-864D-AF291EF729E9}" destId="{0349F744-94F7-4CC5-8B8A-2F465B196F28}" srcOrd="1" destOrd="0" presId="urn:microsoft.com/office/officeart/2005/8/layout/vList3"/>
    <dgm:cxn modelId="{2F6F5879-49F2-45DB-8736-91086B1B1ABF}" type="presParOf" srcId="{FF6C0C08-4CB7-444E-8624-68491C1ED86F}" destId="{1869ACD3-8781-4273-A2C1-1DC02A3C33B4}" srcOrd="5" destOrd="0" presId="urn:microsoft.com/office/officeart/2005/8/layout/vList3"/>
    <dgm:cxn modelId="{4CBF87C6-007C-4C83-966D-F37AC7336DB3}" type="presParOf" srcId="{FF6C0C08-4CB7-444E-8624-68491C1ED86F}" destId="{1A53E316-29ED-435A-9E67-73894060EA6C}" srcOrd="6" destOrd="0" presId="urn:microsoft.com/office/officeart/2005/8/layout/vList3"/>
    <dgm:cxn modelId="{379A9AF8-22EC-4B62-BB65-48BADD374386}" type="presParOf" srcId="{1A53E316-29ED-435A-9E67-73894060EA6C}" destId="{C849A216-35E5-489A-B181-8200F1457B2C}" srcOrd="0" destOrd="0" presId="urn:microsoft.com/office/officeart/2005/8/layout/vList3"/>
    <dgm:cxn modelId="{56470ACF-01EC-481B-B726-26096625FFFB}" type="presParOf" srcId="{1A53E316-29ED-435A-9E67-73894060EA6C}" destId="{6ED473E4-25D0-466A-BE3E-E4F6735DDC2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685EF9C6-93BA-41F6-88F8-3504A8EA78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DCED501-14B6-43F3-B2EA-C64B5A313FF2}">
      <dgm:prSet/>
      <dgm:spPr/>
      <dgm:t>
        <a:bodyPr/>
        <a:lstStyle/>
        <a:p>
          <a:r>
            <a:rPr lang="uk-UA" b="0" i="0"/>
            <a:t>узаконення повної націоналізації промислових підприємств і поміщицьких господарств</a:t>
          </a:r>
          <a:endParaRPr lang="uk-UA"/>
        </a:p>
      </dgm:t>
    </dgm:pt>
    <dgm:pt modelId="{88729B6F-85B9-456F-AFD6-5B3D2669ACAF}" type="parTrans" cxnId="{B11117BF-1EC3-493F-BE10-240AE60F96C9}">
      <dgm:prSet/>
      <dgm:spPr/>
      <dgm:t>
        <a:bodyPr/>
        <a:lstStyle/>
        <a:p>
          <a:endParaRPr lang="uk-UA"/>
        </a:p>
      </dgm:t>
    </dgm:pt>
    <dgm:pt modelId="{E7A7DE5D-A2FD-4C8E-B4A8-5ECA03A669B6}" type="sibTrans" cxnId="{B11117BF-1EC3-493F-BE10-240AE60F96C9}">
      <dgm:prSet/>
      <dgm:spPr/>
      <dgm:t>
        <a:bodyPr/>
        <a:lstStyle/>
        <a:p>
          <a:endParaRPr lang="uk-UA"/>
        </a:p>
      </dgm:t>
    </dgm:pt>
    <dgm:pt modelId="{E05549B7-0CBA-4A32-9986-E78A48A48ED3}">
      <dgm:prSet/>
      <dgm:spPr/>
      <dgm:t>
        <a:bodyPr/>
        <a:lstStyle/>
        <a:p>
          <a:r>
            <a:rPr lang="uk-UA" b="0" i="0"/>
            <a:t>санкціонування утворення Української автокефальної православної церкви</a:t>
          </a:r>
          <a:endParaRPr lang="uk-UA"/>
        </a:p>
      </dgm:t>
    </dgm:pt>
    <dgm:pt modelId="{13D42C9E-46BA-43E0-9CD3-CB1521B03135}" type="parTrans" cxnId="{2EFB5537-8465-4683-A552-E8A11C318264}">
      <dgm:prSet/>
      <dgm:spPr/>
      <dgm:t>
        <a:bodyPr/>
        <a:lstStyle/>
        <a:p>
          <a:endParaRPr lang="uk-UA"/>
        </a:p>
      </dgm:t>
    </dgm:pt>
    <dgm:pt modelId="{2AE758D4-6B32-409C-8B64-D6C07826352F}" type="sibTrans" cxnId="{2EFB5537-8465-4683-A552-E8A11C318264}">
      <dgm:prSet/>
      <dgm:spPr/>
      <dgm:t>
        <a:bodyPr/>
        <a:lstStyle/>
        <a:p>
          <a:endParaRPr lang="uk-UA"/>
        </a:p>
      </dgm:t>
    </dgm:pt>
    <dgm:pt modelId="{A6D7CD1A-2AFE-49EB-A6CC-8CC4401C7F8F}">
      <dgm:prSet/>
      <dgm:spPr/>
      <dgm:t>
        <a:bodyPr/>
        <a:lstStyle/>
        <a:p>
          <a:r>
            <a:rPr lang="uk-UA" b="0" i="0"/>
            <a:t>започаткування широкомасштабних заходів політики «коренізації»</a:t>
          </a:r>
          <a:endParaRPr lang="uk-UA"/>
        </a:p>
      </dgm:t>
    </dgm:pt>
    <dgm:pt modelId="{A65B04EF-9082-45AF-80F9-B070B366AE92}" type="parTrans" cxnId="{86561A43-6C17-4B1B-8551-C317E17CAF08}">
      <dgm:prSet/>
      <dgm:spPr/>
      <dgm:t>
        <a:bodyPr/>
        <a:lstStyle/>
        <a:p>
          <a:endParaRPr lang="uk-UA"/>
        </a:p>
      </dgm:t>
    </dgm:pt>
    <dgm:pt modelId="{BDEE0164-BFF3-4D86-A5F6-EBB66F4BF15A}" type="sibTrans" cxnId="{86561A43-6C17-4B1B-8551-C317E17CAF08}">
      <dgm:prSet/>
      <dgm:spPr/>
      <dgm:t>
        <a:bodyPr/>
        <a:lstStyle/>
        <a:p>
          <a:endParaRPr lang="uk-UA"/>
        </a:p>
      </dgm:t>
    </dgm:pt>
    <dgm:pt modelId="{DEB8DF9D-E738-494D-A06C-3F8F98420E5E}">
      <dgm:prSet/>
      <dgm:spPr/>
      <dgm:t>
        <a:bodyPr/>
        <a:lstStyle/>
        <a:p>
          <a:r>
            <a:rPr lang="uk-UA" b="0" i="0"/>
            <a:t>розв’язання проблем організації влади та визначення форми державного устрою</a:t>
          </a:r>
          <a:endParaRPr lang="uk-UA"/>
        </a:p>
      </dgm:t>
    </dgm:pt>
    <dgm:pt modelId="{676C26AD-686C-4C2B-8E7F-7CF3F80D3AAD}" type="parTrans" cxnId="{67E759E2-C864-4B2A-AD40-2425D7CE3EC3}">
      <dgm:prSet/>
      <dgm:spPr/>
      <dgm:t>
        <a:bodyPr/>
        <a:lstStyle/>
        <a:p>
          <a:endParaRPr lang="uk-UA"/>
        </a:p>
      </dgm:t>
    </dgm:pt>
    <dgm:pt modelId="{3709A462-5141-4C8D-B1DE-FD542F75A572}" type="sibTrans" cxnId="{67E759E2-C864-4B2A-AD40-2425D7CE3EC3}">
      <dgm:prSet/>
      <dgm:spPr/>
      <dgm:t>
        <a:bodyPr/>
        <a:lstStyle/>
        <a:p>
          <a:endParaRPr lang="uk-UA"/>
        </a:p>
      </dgm:t>
    </dgm:pt>
    <dgm:pt modelId="{336BD277-B835-4A77-AAEE-978835747D34}" type="pres">
      <dgm:prSet presAssocID="{685EF9C6-93BA-41F6-88F8-3504A8EA784C}" presName="linear" presStyleCnt="0">
        <dgm:presLayoutVars>
          <dgm:animLvl val="lvl"/>
          <dgm:resizeHandles val="exact"/>
        </dgm:presLayoutVars>
      </dgm:prSet>
      <dgm:spPr/>
    </dgm:pt>
    <dgm:pt modelId="{CC527FC7-0110-4991-82E9-B7B21478B037}" type="pres">
      <dgm:prSet presAssocID="{6DCED501-14B6-43F3-B2EA-C64B5A313FF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618D00F-E5D4-4F08-953D-2F2A627B56B4}" type="pres">
      <dgm:prSet presAssocID="{E7A7DE5D-A2FD-4C8E-B4A8-5ECA03A669B6}" presName="spacer" presStyleCnt="0"/>
      <dgm:spPr/>
    </dgm:pt>
    <dgm:pt modelId="{F552B7B7-1ABB-4008-8377-72B203B12FA5}" type="pres">
      <dgm:prSet presAssocID="{E05549B7-0CBA-4A32-9986-E78A48A48ED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1085AA5-49D7-416B-BB11-02F7440F8420}" type="pres">
      <dgm:prSet presAssocID="{2AE758D4-6B32-409C-8B64-D6C07826352F}" presName="spacer" presStyleCnt="0"/>
      <dgm:spPr/>
    </dgm:pt>
    <dgm:pt modelId="{39ACB911-EB8D-48CB-9959-02A67F34A02E}" type="pres">
      <dgm:prSet presAssocID="{A6D7CD1A-2AFE-49EB-A6CC-8CC4401C7F8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65D0D80-8B2B-4D63-AFA6-1B57AF3EC27F}" type="pres">
      <dgm:prSet presAssocID="{BDEE0164-BFF3-4D86-A5F6-EBB66F4BF15A}" presName="spacer" presStyleCnt="0"/>
      <dgm:spPr/>
    </dgm:pt>
    <dgm:pt modelId="{93E199E7-5096-4682-A84B-4C22FA0CC56A}" type="pres">
      <dgm:prSet presAssocID="{DEB8DF9D-E738-494D-A06C-3F8F98420E5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4C3BC26-9869-4890-B674-C2A4AB758B8A}" type="presOf" srcId="{685EF9C6-93BA-41F6-88F8-3504A8EA784C}" destId="{336BD277-B835-4A77-AAEE-978835747D34}" srcOrd="0" destOrd="0" presId="urn:microsoft.com/office/officeart/2005/8/layout/vList2"/>
    <dgm:cxn modelId="{2EFB5537-8465-4683-A552-E8A11C318264}" srcId="{685EF9C6-93BA-41F6-88F8-3504A8EA784C}" destId="{E05549B7-0CBA-4A32-9986-E78A48A48ED3}" srcOrd="1" destOrd="0" parTransId="{13D42C9E-46BA-43E0-9CD3-CB1521B03135}" sibTransId="{2AE758D4-6B32-409C-8B64-D6C07826352F}"/>
    <dgm:cxn modelId="{86561A43-6C17-4B1B-8551-C317E17CAF08}" srcId="{685EF9C6-93BA-41F6-88F8-3504A8EA784C}" destId="{A6D7CD1A-2AFE-49EB-A6CC-8CC4401C7F8F}" srcOrd="2" destOrd="0" parTransId="{A65B04EF-9082-45AF-80F9-B070B366AE92}" sibTransId="{BDEE0164-BFF3-4D86-A5F6-EBB66F4BF15A}"/>
    <dgm:cxn modelId="{5CD25FBD-554D-429A-AD75-432BCA7BE6F2}" type="presOf" srcId="{A6D7CD1A-2AFE-49EB-A6CC-8CC4401C7F8F}" destId="{39ACB911-EB8D-48CB-9959-02A67F34A02E}" srcOrd="0" destOrd="0" presId="urn:microsoft.com/office/officeart/2005/8/layout/vList2"/>
    <dgm:cxn modelId="{9243FABD-1C45-488E-AA33-AB02CE855B29}" type="presOf" srcId="{6DCED501-14B6-43F3-B2EA-C64B5A313FF2}" destId="{CC527FC7-0110-4991-82E9-B7B21478B037}" srcOrd="0" destOrd="0" presId="urn:microsoft.com/office/officeart/2005/8/layout/vList2"/>
    <dgm:cxn modelId="{B11117BF-1EC3-493F-BE10-240AE60F96C9}" srcId="{685EF9C6-93BA-41F6-88F8-3504A8EA784C}" destId="{6DCED501-14B6-43F3-B2EA-C64B5A313FF2}" srcOrd="0" destOrd="0" parTransId="{88729B6F-85B9-456F-AFD6-5B3D2669ACAF}" sibTransId="{E7A7DE5D-A2FD-4C8E-B4A8-5ECA03A669B6}"/>
    <dgm:cxn modelId="{C77588C4-EC0C-48F6-A516-2A47D7249F0A}" type="presOf" srcId="{E05549B7-0CBA-4A32-9986-E78A48A48ED3}" destId="{F552B7B7-1ABB-4008-8377-72B203B12FA5}" srcOrd="0" destOrd="0" presId="urn:microsoft.com/office/officeart/2005/8/layout/vList2"/>
    <dgm:cxn modelId="{DC4170DB-16D2-4FE0-A7E1-D4D50EBFB47C}" type="presOf" srcId="{DEB8DF9D-E738-494D-A06C-3F8F98420E5E}" destId="{93E199E7-5096-4682-A84B-4C22FA0CC56A}" srcOrd="0" destOrd="0" presId="urn:microsoft.com/office/officeart/2005/8/layout/vList2"/>
    <dgm:cxn modelId="{67E759E2-C864-4B2A-AD40-2425D7CE3EC3}" srcId="{685EF9C6-93BA-41F6-88F8-3504A8EA784C}" destId="{DEB8DF9D-E738-494D-A06C-3F8F98420E5E}" srcOrd="3" destOrd="0" parTransId="{676C26AD-686C-4C2B-8E7F-7CF3F80D3AAD}" sibTransId="{3709A462-5141-4C8D-B1DE-FD542F75A572}"/>
    <dgm:cxn modelId="{32593272-A25C-49EE-AAA8-EA3CC8F044E2}" type="presParOf" srcId="{336BD277-B835-4A77-AAEE-978835747D34}" destId="{CC527FC7-0110-4991-82E9-B7B21478B037}" srcOrd="0" destOrd="0" presId="urn:microsoft.com/office/officeart/2005/8/layout/vList2"/>
    <dgm:cxn modelId="{A84E6488-6CF7-4631-8700-A218D25A2924}" type="presParOf" srcId="{336BD277-B835-4A77-AAEE-978835747D34}" destId="{0618D00F-E5D4-4F08-953D-2F2A627B56B4}" srcOrd="1" destOrd="0" presId="urn:microsoft.com/office/officeart/2005/8/layout/vList2"/>
    <dgm:cxn modelId="{4E62E774-3771-459B-94F6-608D2137B4ED}" type="presParOf" srcId="{336BD277-B835-4A77-AAEE-978835747D34}" destId="{F552B7B7-1ABB-4008-8377-72B203B12FA5}" srcOrd="2" destOrd="0" presId="urn:microsoft.com/office/officeart/2005/8/layout/vList2"/>
    <dgm:cxn modelId="{E3F5D9EF-1F48-4D72-AEDD-1C9DC17DE3F8}" type="presParOf" srcId="{336BD277-B835-4A77-AAEE-978835747D34}" destId="{31085AA5-49D7-416B-BB11-02F7440F8420}" srcOrd="3" destOrd="0" presId="urn:microsoft.com/office/officeart/2005/8/layout/vList2"/>
    <dgm:cxn modelId="{B409EBB9-E727-41B4-986C-3A7AB9947F8E}" type="presParOf" srcId="{336BD277-B835-4A77-AAEE-978835747D34}" destId="{39ACB911-EB8D-48CB-9959-02A67F34A02E}" srcOrd="4" destOrd="0" presId="urn:microsoft.com/office/officeart/2005/8/layout/vList2"/>
    <dgm:cxn modelId="{DBE4F88A-F5A9-45CE-AD09-D6ECA4B96D1F}" type="presParOf" srcId="{336BD277-B835-4A77-AAEE-978835747D34}" destId="{965D0D80-8B2B-4D63-AFA6-1B57AF3EC27F}" srcOrd="5" destOrd="0" presId="urn:microsoft.com/office/officeart/2005/8/layout/vList2"/>
    <dgm:cxn modelId="{F4A98FE1-B369-486B-B003-79C9BE34F951}" type="presParOf" srcId="{336BD277-B835-4A77-AAEE-978835747D34}" destId="{93E199E7-5096-4682-A84B-4C22FA0CC56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86053BDD-04D9-49E2-80DD-F075876D8D6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F6A7284-31F8-4576-A6A8-EE738CADE721}">
      <dgm:prSet/>
      <dgm:spPr/>
      <dgm:t>
        <a:bodyPr/>
        <a:lstStyle/>
        <a:p>
          <a:r>
            <a:rPr lang="ru-RU" b="0" i="0"/>
            <a:t>Генеральний секретаріат Української Центральної Ради.</a:t>
          </a:r>
          <a:endParaRPr lang="uk-UA"/>
        </a:p>
      </dgm:t>
    </dgm:pt>
    <dgm:pt modelId="{876BB429-6D55-40A5-B9EB-384CD3E08A1E}" type="parTrans" cxnId="{469250A5-89CF-42AD-BA8C-A7E7AC27E32A}">
      <dgm:prSet/>
      <dgm:spPr/>
      <dgm:t>
        <a:bodyPr/>
        <a:lstStyle/>
        <a:p>
          <a:endParaRPr lang="uk-UA"/>
        </a:p>
      </dgm:t>
    </dgm:pt>
    <dgm:pt modelId="{1E1CD0FE-CDFB-400C-A813-A9399839D314}" type="sibTrans" cxnId="{469250A5-89CF-42AD-BA8C-A7E7AC27E32A}">
      <dgm:prSet/>
      <dgm:spPr/>
      <dgm:t>
        <a:bodyPr/>
        <a:lstStyle/>
        <a:p>
          <a:endParaRPr lang="uk-UA"/>
        </a:p>
      </dgm:t>
    </dgm:pt>
    <dgm:pt modelId="{F6A79B92-7FAA-4E17-B56E-98D9BE43613E}">
      <dgm:prSet/>
      <dgm:spPr/>
      <dgm:t>
        <a:bodyPr/>
        <a:lstStyle/>
        <a:p>
          <a:r>
            <a:rPr lang="ru-RU" b="0" i="0"/>
            <a:t>Раду Народних Міністрів УНР.</a:t>
          </a:r>
          <a:endParaRPr lang="uk-UA"/>
        </a:p>
      </dgm:t>
    </dgm:pt>
    <dgm:pt modelId="{1D7B2591-2262-4AD4-BD65-1F97E56DDA78}" type="parTrans" cxnId="{82358243-EF25-41DE-8D66-E4A0B5FBF01A}">
      <dgm:prSet/>
      <dgm:spPr/>
      <dgm:t>
        <a:bodyPr/>
        <a:lstStyle/>
        <a:p>
          <a:endParaRPr lang="uk-UA"/>
        </a:p>
      </dgm:t>
    </dgm:pt>
    <dgm:pt modelId="{0CA6E4CB-6868-484B-ACA0-E28664926B3E}" type="sibTrans" cxnId="{82358243-EF25-41DE-8D66-E4A0B5FBF01A}">
      <dgm:prSet/>
      <dgm:spPr/>
      <dgm:t>
        <a:bodyPr/>
        <a:lstStyle/>
        <a:p>
          <a:endParaRPr lang="uk-UA"/>
        </a:p>
      </dgm:t>
    </dgm:pt>
    <dgm:pt modelId="{31AFDA5E-67A5-46E4-84DF-2D4F8BB4F3B6}">
      <dgm:prSet/>
      <dgm:spPr/>
      <dgm:t>
        <a:bodyPr/>
        <a:lstStyle/>
        <a:p>
          <a:r>
            <a:rPr lang="ru-RU" b="0" i="0"/>
            <a:t>Директорію УНР.</a:t>
          </a:r>
          <a:endParaRPr lang="uk-UA"/>
        </a:p>
      </dgm:t>
    </dgm:pt>
    <dgm:pt modelId="{B4A3E0D3-F1F2-455A-8063-EE20416925BC}" type="parTrans" cxnId="{091F0BFA-8A54-4E07-8EDC-092D9754F7E5}">
      <dgm:prSet/>
      <dgm:spPr/>
      <dgm:t>
        <a:bodyPr/>
        <a:lstStyle/>
        <a:p>
          <a:endParaRPr lang="uk-UA"/>
        </a:p>
      </dgm:t>
    </dgm:pt>
    <dgm:pt modelId="{03771C93-4964-4428-B6AB-E8CE2A736664}" type="sibTrans" cxnId="{091F0BFA-8A54-4E07-8EDC-092D9754F7E5}">
      <dgm:prSet/>
      <dgm:spPr/>
      <dgm:t>
        <a:bodyPr/>
        <a:lstStyle/>
        <a:p>
          <a:endParaRPr lang="uk-UA"/>
        </a:p>
      </dgm:t>
    </dgm:pt>
    <dgm:pt modelId="{32CF9F1E-E5A6-42A1-909E-40B6CF1CF5A3}">
      <dgm:prSet/>
      <dgm:spPr/>
      <dgm:t>
        <a:bodyPr/>
        <a:lstStyle/>
        <a:p>
          <a:r>
            <a:rPr lang="ru-RU" b="0" i="0"/>
            <a:t>Державний секретаріат ЗУНР.</a:t>
          </a:r>
          <a:endParaRPr lang="uk-UA"/>
        </a:p>
      </dgm:t>
    </dgm:pt>
    <dgm:pt modelId="{796A0022-78B8-4568-AAFC-80B100695E3A}" type="parTrans" cxnId="{C73C8A19-AEFC-4E3E-9F20-EAA8DE4F4EFC}">
      <dgm:prSet/>
      <dgm:spPr/>
      <dgm:t>
        <a:bodyPr/>
        <a:lstStyle/>
        <a:p>
          <a:endParaRPr lang="uk-UA"/>
        </a:p>
      </dgm:t>
    </dgm:pt>
    <dgm:pt modelId="{C2AFBF3B-4040-4CCF-8DEA-0F1B2E7BC5CF}" type="sibTrans" cxnId="{C73C8A19-AEFC-4E3E-9F20-EAA8DE4F4EFC}">
      <dgm:prSet/>
      <dgm:spPr/>
      <dgm:t>
        <a:bodyPr/>
        <a:lstStyle/>
        <a:p>
          <a:endParaRPr lang="uk-UA"/>
        </a:p>
      </dgm:t>
    </dgm:pt>
    <dgm:pt modelId="{6A376300-0271-4C39-AF5A-DAC4668FCED6}" type="pres">
      <dgm:prSet presAssocID="{86053BDD-04D9-49E2-80DD-F075876D8D68}" presName="linear" presStyleCnt="0">
        <dgm:presLayoutVars>
          <dgm:animLvl val="lvl"/>
          <dgm:resizeHandles val="exact"/>
        </dgm:presLayoutVars>
      </dgm:prSet>
      <dgm:spPr/>
    </dgm:pt>
    <dgm:pt modelId="{934C8C7D-D228-4736-83F3-9CC29909C8BB}" type="pres">
      <dgm:prSet presAssocID="{AF6A7284-31F8-4576-A6A8-EE738CADE72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276127F-A4AE-4819-9ED3-C17B8E2F3679}" type="pres">
      <dgm:prSet presAssocID="{1E1CD0FE-CDFB-400C-A813-A9399839D314}" presName="spacer" presStyleCnt="0"/>
      <dgm:spPr/>
    </dgm:pt>
    <dgm:pt modelId="{CFE35C12-E4B4-492E-B6C4-4EBE000BB958}" type="pres">
      <dgm:prSet presAssocID="{F6A79B92-7FAA-4E17-B56E-98D9BE43613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211163F-D6DF-4206-9343-C95559B8D8B5}" type="pres">
      <dgm:prSet presAssocID="{0CA6E4CB-6868-484B-ACA0-E28664926B3E}" presName="spacer" presStyleCnt="0"/>
      <dgm:spPr/>
    </dgm:pt>
    <dgm:pt modelId="{6BB15626-0C75-464F-859E-BB3DA5C7C336}" type="pres">
      <dgm:prSet presAssocID="{31AFDA5E-67A5-46E4-84DF-2D4F8BB4F3B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8CE2989-A1FD-46D9-B279-A8F3B8F5CEA1}" type="pres">
      <dgm:prSet presAssocID="{03771C93-4964-4428-B6AB-E8CE2A736664}" presName="spacer" presStyleCnt="0"/>
      <dgm:spPr/>
    </dgm:pt>
    <dgm:pt modelId="{FB2C0AD3-3602-4F46-AFBB-E8F666B56485}" type="pres">
      <dgm:prSet presAssocID="{32CF9F1E-E5A6-42A1-909E-40B6CF1CF5A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73C8A19-AEFC-4E3E-9F20-EAA8DE4F4EFC}" srcId="{86053BDD-04D9-49E2-80DD-F075876D8D68}" destId="{32CF9F1E-E5A6-42A1-909E-40B6CF1CF5A3}" srcOrd="3" destOrd="0" parTransId="{796A0022-78B8-4568-AAFC-80B100695E3A}" sibTransId="{C2AFBF3B-4040-4CCF-8DEA-0F1B2E7BC5CF}"/>
    <dgm:cxn modelId="{F9EF3A1A-6C09-4056-9F76-EC15C74A3C36}" type="presOf" srcId="{32CF9F1E-E5A6-42A1-909E-40B6CF1CF5A3}" destId="{FB2C0AD3-3602-4F46-AFBB-E8F666B56485}" srcOrd="0" destOrd="0" presId="urn:microsoft.com/office/officeart/2005/8/layout/vList2"/>
    <dgm:cxn modelId="{82358243-EF25-41DE-8D66-E4A0B5FBF01A}" srcId="{86053BDD-04D9-49E2-80DD-F075876D8D68}" destId="{F6A79B92-7FAA-4E17-B56E-98D9BE43613E}" srcOrd="1" destOrd="0" parTransId="{1D7B2591-2262-4AD4-BD65-1F97E56DDA78}" sibTransId="{0CA6E4CB-6868-484B-ACA0-E28664926B3E}"/>
    <dgm:cxn modelId="{469250A5-89CF-42AD-BA8C-A7E7AC27E32A}" srcId="{86053BDD-04D9-49E2-80DD-F075876D8D68}" destId="{AF6A7284-31F8-4576-A6A8-EE738CADE721}" srcOrd="0" destOrd="0" parTransId="{876BB429-6D55-40A5-B9EB-384CD3E08A1E}" sibTransId="{1E1CD0FE-CDFB-400C-A813-A9399839D314}"/>
    <dgm:cxn modelId="{74C737B2-FD01-4A2B-8755-F0F5F5A79774}" type="presOf" srcId="{AF6A7284-31F8-4576-A6A8-EE738CADE721}" destId="{934C8C7D-D228-4736-83F3-9CC29909C8BB}" srcOrd="0" destOrd="0" presId="urn:microsoft.com/office/officeart/2005/8/layout/vList2"/>
    <dgm:cxn modelId="{A42EDDC8-74E4-40BF-8F1C-3BE99D0CE248}" type="presOf" srcId="{31AFDA5E-67A5-46E4-84DF-2D4F8BB4F3B6}" destId="{6BB15626-0C75-464F-859E-BB3DA5C7C336}" srcOrd="0" destOrd="0" presId="urn:microsoft.com/office/officeart/2005/8/layout/vList2"/>
    <dgm:cxn modelId="{132FCBDC-EBF2-41D3-8277-10F6BBDA9BC8}" type="presOf" srcId="{86053BDD-04D9-49E2-80DD-F075876D8D68}" destId="{6A376300-0271-4C39-AF5A-DAC4668FCED6}" srcOrd="0" destOrd="0" presId="urn:microsoft.com/office/officeart/2005/8/layout/vList2"/>
    <dgm:cxn modelId="{338C8BE3-6B84-4EEB-87CC-30E524ED4054}" type="presOf" srcId="{F6A79B92-7FAA-4E17-B56E-98D9BE43613E}" destId="{CFE35C12-E4B4-492E-B6C4-4EBE000BB958}" srcOrd="0" destOrd="0" presId="urn:microsoft.com/office/officeart/2005/8/layout/vList2"/>
    <dgm:cxn modelId="{091F0BFA-8A54-4E07-8EDC-092D9754F7E5}" srcId="{86053BDD-04D9-49E2-80DD-F075876D8D68}" destId="{31AFDA5E-67A5-46E4-84DF-2D4F8BB4F3B6}" srcOrd="2" destOrd="0" parTransId="{B4A3E0D3-F1F2-455A-8063-EE20416925BC}" sibTransId="{03771C93-4964-4428-B6AB-E8CE2A736664}"/>
    <dgm:cxn modelId="{184FF90C-85A2-4E6E-B38E-44AE680D63B1}" type="presParOf" srcId="{6A376300-0271-4C39-AF5A-DAC4668FCED6}" destId="{934C8C7D-D228-4736-83F3-9CC29909C8BB}" srcOrd="0" destOrd="0" presId="urn:microsoft.com/office/officeart/2005/8/layout/vList2"/>
    <dgm:cxn modelId="{4FF388A5-1587-4E4D-AECD-24D93A696325}" type="presParOf" srcId="{6A376300-0271-4C39-AF5A-DAC4668FCED6}" destId="{0276127F-A4AE-4819-9ED3-C17B8E2F3679}" srcOrd="1" destOrd="0" presId="urn:microsoft.com/office/officeart/2005/8/layout/vList2"/>
    <dgm:cxn modelId="{A97A3573-EB41-44BE-8A02-160294C8B66B}" type="presParOf" srcId="{6A376300-0271-4C39-AF5A-DAC4668FCED6}" destId="{CFE35C12-E4B4-492E-B6C4-4EBE000BB958}" srcOrd="2" destOrd="0" presId="urn:microsoft.com/office/officeart/2005/8/layout/vList2"/>
    <dgm:cxn modelId="{27BF6B05-48E9-4A08-AFFE-007B687C7DE0}" type="presParOf" srcId="{6A376300-0271-4C39-AF5A-DAC4668FCED6}" destId="{2211163F-D6DF-4206-9343-C95559B8D8B5}" srcOrd="3" destOrd="0" presId="urn:microsoft.com/office/officeart/2005/8/layout/vList2"/>
    <dgm:cxn modelId="{105F337B-F179-4D5F-93E9-2E64D9B6EEC3}" type="presParOf" srcId="{6A376300-0271-4C39-AF5A-DAC4668FCED6}" destId="{6BB15626-0C75-464F-859E-BB3DA5C7C336}" srcOrd="4" destOrd="0" presId="urn:microsoft.com/office/officeart/2005/8/layout/vList2"/>
    <dgm:cxn modelId="{A896E4AC-154F-4753-BB52-C28933C03807}" type="presParOf" srcId="{6A376300-0271-4C39-AF5A-DAC4668FCED6}" destId="{98CE2989-A1FD-46D9-B279-A8F3B8F5CEA1}" srcOrd="5" destOrd="0" presId="urn:microsoft.com/office/officeart/2005/8/layout/vList2"/>
    <dgm:cxn modelId="{3AD00A2A-3E32-46CF-B904-8AAAAC85D1F1}" type="presParOf" srcId="{6A376300-0271-4C39-AF5A-DAC4668FCED6}" destId="{FB2C0AD3-3602-4F46-AFBB-E8F666B5648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0B5E0C00-445E-463D-B692-823FD4D3A5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4CE93BF-7994-43B8-8614-67A5C2294542}">
      <dgm:prSet/>
      <dgm:spPr/>
      <dgm:t>
        <a:bodyPr/>
        <a:lstStyle/>
        <a:p>
          <a:r>
            <a:rPr lang="uk-UA" b="0" i="0"/>
            <a:t>голова Української Центральної Ради</a:t>
          </a:r>
          <a:endParaRPr lang="uk-UA"/>
        </a:p>
      </dgm:t>
    </dgm:pt>
    <dgm:pt modelId="{CCF68E3A-2EB8-44C8-85FD-0B00EBB7892F}" type="parTrans" cxnId="{6FE28120-4E0E-4BCA-9BD1-6A3F1B0FC3D7}">
      <dgm:prSet/>
      <dgm:spPr/>
      <dgm:t>
        <a:bodyPr/>
        <a:lstStyle/>
        <a:p>
          <a:endParaRPr lang="uk-UA"/>
        </a:p>
      </dgm:t>
    </dgm:pt>
    <dgm:pt modelId="{52E75114-FE0C-47C8-9F62-3115B7D46D4D}" type="sibTrans" cxnId="{6FE28120-4E0E-4BCA-9BD1-6A3F1B0FC3D7}">
      <dgm:prSet/>
      <dgm:spPr/>
      <dgm:t>
        <a:bodyPr/>
        <a:lstStyle/>
        <a:p>
          <a:endParaRPr lang="uk-UA"/>
        </a:p>
      </dgm:t>
    </dgm:pt>
    <dgm:pt modelId="{689FEA4C-F8CA-479E-B111-31277143B4AD}">
      <dgm:prSet/>
      <dgm:spPr/>
      <dgm:t>
        <a:bodyPr/>
        <a:lstStyle/>
        <a:p>
          <a:r>
            <a:rPr lang="uk-UA" b="0" i="0"/>
            <a:t>головний отаман Армії Української Народної Республіки</a:t>
          </a:r>
          <a:endParaRPr lang="uk-UA"/>
        </a:p>
      </dgm:t>
    </dgm:pt>
    <dgm:pt modelId="{B1D62ACC-588F-4EBA-870A-AA0B032A4490}" type="parTrans" cxnId="{3AD4FAA8-EFE5-443D-8343-CF18B1E29C92}">
      <dgm:prSet/>
      <dgm:spPr/>
      <dgm:t>
        <a:bodyPr/>
        <a:lstStyle/>
        <a:p>
          <a:endParaRPr lang="uk-UA"/>
        </a:p>
      </dgm:t>
    </dgm:pt>
    <dgm:pt modelId="{8795412F-1433-4148-8E1C-1FE8556AF61A}" type="sibTrans" cxnId="{3AD4FAA8-EFE5-443D-8343-CF18B1E29C92}">
      <dgm:prSet/>
      <dgm:spPr/>
      <dgm:t>
        <a:bodyPr/>
        <a:lstStyle/>
        <a:p>
          <a:endParaRPr lang="uk-UA"/>
        </a:p>
      </dgm:t>
    </dgm:pt>
    <dgm:pt modelId="{3470AE78-E6D9-43D7-B4A2-031EEF91B751}">
      <dgm:prSet/>
      <dgm:spPr/>
      <dgm:t>
        <a:bodyPr/>
        <a:lstStyle/>
        <a:p>
          <a:r>
            <a:rPr lang="uk-UA" b="0" i="0"/>
            <a:t>гетьман Української Держави</a:t>
          </a:r>
          <a:endParaRPr lang="uk-UA"/>
        </a:p>
      </dgm:t>
    </dgm:pt>
    <dgm:pt modelId="{E06A036E-EC02-45F9-A417-1DBAC0E9CCF5}" type="parTrans" cxnId="{B2DD29D2-E29D-48E9-9000-BD9CAC2076BC}">
      <dgm:prSet/>
      <dgm:spPr/>
      <dgm:t>
        <a:bodyPr/>
        <a:lstStyle/>
        <a:p>
          <a:endParaRPr lang="uk-UA"/>
        </a:p>
      </dgm:t>
    </dgm:pt>
    <dgm:pt modelId="{0D34AEB3-9C5B-41F9-BDF1-5DC3209A8A0E}" type="sibTrans" cxnId="{B2DD29D2-E29D-48E9-9000-BD9CAC2076BC}">
      <dgm:prSet/>
      <dgm:spPr/>
      <dgm:t>
        <a:bodyPr/>
        <a:lstStyle/>
        <a:p>
          <a:endParaRPr lang="uk-UA"/>
        </a:p>
      </dgm:t>
    </dgm:pt>
    <dgm:pt modelId="{16E3DCAF-6746-467C-96C0-78D0B5418F8D}">
      <dgm:prSet/>
      <dgm:spPr/>
      <dgm:t>
        <a:bodyPr/>
        <a:lstStyle/>
        <a:p>
          <a:r>
            <a:rPr lang="uk-UA" b="0" i="0"/>
            <a:t>командир Революційної повстанської армії України</a:t>
          </a:r>
          <a:endParaRPr lang="uk-UA"/>
        </a:p>
      </dgm:t>
    </dgm:pt>
    <dgm:pt modelId="{3200BAF5-EF8A-4B6F-A5FD-BDAE3C5AAB80}" type="parTrans" cxnId="{5C0A7744-B1C8-440D-AD84-F928A17107AE}">
      <dgm:prSet/>
      <dgm:spPr/>
      <dgm:t>
        <a:bodyPr/>
        <a:lstStyle/>
        <a:p>
          <a:endParaRPr lang="uk-UA"/>
        </a:p>
      </dgm:t>
    </dgm:pt>
    <dgm:pt modelId="{01984CA4-8891-4AA5-BD73-D5451EBFEAC3}" type="sibTrans" cxnId="{5C0A7744-B1C8-440D-AD84-F928A17107AE}">
      <dgm:prSet/>
      <dgm:spPr/>
      <dgm:t>
        <a:bodyPr/>
        <a:lstStyle/>
        <a:p>
          <a:endParaRPr lang="uk-UA"/>
        </a:p>
      </dgm:t>
    </dgm:pt>
    <dgm:pt modelId="{A86EB1F8-AA72-44A3-96EE-25D669B9565A}">
      <dgm:prSet/>
      <dgm:spPr/>
      <dgm:t>
        <a:bodyPr/>
        <a:lstStyle/>
        <a:p>
          <a:r>
            <a:rPr lang="uk-UA" b="0" i="0"/>
            <a:t>митрополит Української греко-католицької церкви</a:t>
          </a:r>
          <a:endParaRPr lang="uk-UA"/>
        </a:p>
      </dgm:t>
    </dgm:pt>
    <dgm:pt modelId="{8B423AA0-6BDF-4C58-9E79-9D1AB856AF2A}" type="parTrans" cxnId="{DF62E926-4FAE-4291-8F4C-20FA85F20DBD}">
      <dgm:prSet/>
      <dgm:spPr/>
      <dgm:t>
        <a:bodyPr/>
        <a:lstStyle/>
        <a:p>
          <a:endParaRPr lang="uk-UA"/>
        </a:p>
      </dgm:t>
    </dgm:pt>
    <dgm:pt modelId="{B6B92D82-45BA-47B0-8BD3-9A1DEB6622FF}" type="sibTrans" cxnId="{DF62E926-4FAE-4291-8F4C-20FA85F20DBD}">
      <dgm:prSet/>
      <dgm:spPr/>
      <dgm:t>
        <a:bodyPr/>
        <a:lstStyle/>
        <a:p>
          <a:endParaRPr lang="uk-UA"/>
        </a:p>
      </dgm:t>
    </dgm:pt>
    <dgm:pt modelId="{3B209B2B-DE30-4113-969D-AA2F714B9800}" type="pres">
      <dgm:prSet presAssocID="{0B5E0C00-445E-463D-B692-823FD4D3A596}" presName="linear" presStyleCnt="0">
        <dgm:presLayoutVars>
          <dgm:animLvl val="lvl"/>
          <dgm:resizeHandles val="exact"/>
        </dgm:presLayoutVars>
      </dgm:prSet>
      <dgm:spPr/>
    </dgm:pt>
    <dgm:pt modelId="{1EEA3F72-65E8-4E44-873D-9B85909943FE}" type="pres">
      <dgm:prSet presAssocID="{94CE93BF-7994-43B8-8614-67A5C229454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EC859EF-F76F-4583-9131-3FD35CA8A514}" type="pres">
      <dgm:prSet presAssocID="{52E75114-FE0C-47C8-9F62-3115B7D46D4D}" presName="spacer" presStyleCnt="0"/>
      <dgm:spPr/>
    </dgm:pt>
    <dgm:pt modelId="{D66AA4B1-BF86-4502-9874-8E289EB4B79F}" type="pres">
      <dgm:prSet presAssocID="{689FEA4C-F8CA-479E-B111-31277143B4A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BD5C3EC-E94A-48CD-BD67-130507DB6153}" type="pres">
      <dgm:prSet presAssocID="{8795412F-1433-4148-8E1C-1FE8556AF61A}" presName="spacer" presStyleCnt="0"/>
      <dgm:spPr/>
    </dgm:pt>
    <dgm:pt modelId="{93C2C8ED-AAD5-4684-9FB7-0815DA167F51}" type="pres">
      <dgm:prSet presAssocID="{3470AE78-E6D9-43D7-B4A2-031EEF91B75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37220C6-8702-47A6-8AF1-01D6BE1B1F3D}" type="pres">
      <dgm:prSet presAssocID="{0D34AEB3-9C5B-41F9-BDF1-5DC3209A8A0E}" presName="spacer" presStyleCnt="0"/>
      <dgm:spPr/>
    </dgm:pt>
    <dgm:pt modelId="{3F6FF401-6A3B-4C52-BD35-B863DDBB3662}" type="pres">
      <dgm:prSet presAssocID="{16E3DCAF-6746-467C-96C0-78D0B5418F8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1366F7D-6E77-4F15-AE9A-A62343CF08C0}" type="pres">
      <dgm:prSet presAssocID="{01984CA4-8891-4AA5-BD73-D5451EBFEAC3}" presName="spacer" presStyleCnt="0"/>
      <dgm:spPr/>
    </dgm:pt>
    <dgm:pt modelId="{EBD89E42-1D4B-4EF8-AB69-A6CE1E74853A}" type="pres">
      <dgm:prSet presAssocID="{A86EB1F8-AA72-44A3-96EE-25D669B9565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44FC01A-FE0D-423B-B102-D8DAE759F677}" type="presOf" srcId="{0B5E0C00-445E-463D-B692-823FD4D3A596}" destId="{3B209B2B-DE30-4113-969D-AA2F714B9800}" srcOrd="0" destOrd="0" presId="urn:microsoft.com/office/officeart/2005/8/layout/vList2"/>
    <dgm:cxn modelId="{6FE28120-4E0E-4BCA-9BD1-6A3F1B0FC3D7}" srcId="{0B5E0C00-445E-463D-B692-823FD4D3A596}" destId="{94CE93BF-7994-43B8-8614-67A5C2294542}" srcOrd="0" destOrd="0" parTransId="{CCF68E3A-2EB8-44C8-85FD-0B00EBB7892F}" sibTransId="{52E75114-FE0C-47C8-9F62-3115B7D46D4D}"/>
    <dgm:cxn modelId="{DB0F0A23-2EA7-4A9A-A673-BE4C96BE55D6}" type="presOf" srcId="{16E3DCAF-6746-467C-96C0-78D0B5418F8D}" destId="{3F6FF401-6A3B-4C52-BD35-B863DDBB3662}" srcOrd="0" destOrd="0" presId="urn:microsoft.com/office/officeart/2005/8/layout/vList2"/>
    <dgm:cxn modelId="{DF62E926-4FAE-4291-8F4C-20FA85F20DBD}" srcId="{0B5E0C00-445E-463D-B692-823FD4D3A596}" destId="{A86EB1F8-AA72-44A3-96EE-25D669B9565A}" srcOrd="4" destOrd="0" parTransId="{8B423AA0-6BDF-4C58-9E79-9D1AB856AF2A}" sibTransId="{B6B92D82-45BA-47B0-8BD3-9A1DEB6622FF}"/>
    <dgm:cxn modelId="{5C0A7744-B1C8-440D-AD84-F928A17107AE}" srcId="{0B5E0C00-445E-463D-B692-823FD4D3A596}" destId="{16E3DCAF-6746-467C-96C0-78D0B5418F8D}" srcOrd="3" destOrd="0" parTransId="{3200BAF5-EF8A-4B6F-A5FD-BDAE3C5AAB80}" sibTransId="{01984CA4-8891-4AA5-BD73-D5451EBFEAC3}"/>
    <dgm:cxn modelId="{80B2D247-8144-43B4-AE33-3BC50E8445B5}" type="presOf" srcId="{689FEA4C-F8CA-479E-B111-31277143B4AD}" destId="{D66AA4B1-BF86-4502-9874-8E289EB4B79F}" srcOrd="0" destOrd="0" presId="urn:microsoft.com/office/officeart/2005/8/layout/vList2"/>
    <dgm:cxn modelId="{35146C96-B594-4C7C-989C-705BF074223B}" type="presOf" srcId="{A86EB1F8-AA72-44A3-96EE-25D669B9565A}" destId="{EBD89E42-1D4B-4EF8-AB69-A6CE1E74853A}" srcOrd="0" destOrd="0" presId="urn:microsoft.com/office/officeart/2005/8/layout/vList2"/>
    <dgm:cxn modelId="{3AD4FAA8-EFE5-443D-8343-CF18B1E29C92}" srcId="{0B5E0C00-445E-463D-B692-823FD4D3A596}" destId="{689FEA4C-F8CA-479E-B111-31277143B4AD}" srcOrd="1" destOrd="0" parTransId="{B1D62ACC-588F-4EBA-870A-AA0B032A4490}" sibTransId="{8795412F-1433-4148-8E1C-1FE8556AF61A}"/>
    <dgm:cxn modelId="{34E5E0B1-2403-4FE8-AB19-DCD062D88A84}" type="presOf" srcId="{94CE93BF-7994-43B8-8614-67A5C2294542}" destId="{1EEA3F72-65E8-4E44-873D-9B85909943FE}" srcOrd="0" destOrd="0" presId="urn:microsoft.com/office/officeart/2005/8/layout/vList2"/>
    <dgm:cxn modelId="{B2DD29D2-E29D-48E9-9000-BD9CAC2076BC}" srcId="{0B5E0C00-445E-463D-B692-823FD4D3A596}" destId="{3470AE78-E6D9-43D7-B4A2-031EEF91B751}" srcOrd="2" destOrd="0" parTransId="{E06A036E-EC02-45F9-A417-1DBAC0E9CCF5}" sibTransId="{0D34AEB3-9C5B-41F9-BDF1-5DC3209A8A0E}"/>
    <dgm:cxn modelId="{570838E2-13D4-443C-89E6-472338EEE63F}" type="presOf" srcId="{3470AE78-E6D9-43D7-B4A2-031EEF91B751}" destId="{93C2C8ED-AAD5-4684-9FB7-0815DA167F51}" srcOrd="0" destOrd="0" presId="urn:microsoft.com/office/officeart/2005/8/layout/vList2"/>
    <dgm:cxn modelId="{5F71052D-505A-44D0-BF2C-A0DBDFF9D2D9}" type="presParOf" srcId="{3B209B2B-DE30-4113-969D-AA2F714B9800}" destId="{1EEA3F72-65E8-4E44-873D-9B85909943FE}" srcOrd="0" destOrd="0" presId="urn:microsoft.com/office/officeart/2005/8/layout/vList2"/>
    <dgm:cxn modelId="{CABAD746-2BA6-4415-BB17-B72D0B2DE428}" type="presParOf" srcId="{3B209B2B-DE30-4113-969D-AA2F714B9800}" destId="{1EC859EF-F76F-4583-9131-3FD35CA8A514}" srcOrd="1" destOrd="0" presId="urn:microsoft.com/office/officeart/2005/8/layout/vList2"/>
    <dgm:cxn modelId="{E07C910F-69FC-4F38-84E7-AE60786CF9F5}" type="presParOf" srcId="{3B209B2B-DE30-4113-969D-AA2F714B9800}" destId="{D66AA4B1-BF86-4502-9874-8E289EB4B79F}" srcOrd="2" destOrd="0" presId="urn:microsoft.com/office/officeart/2005/8/layout/vList2"/>
    <dgm:cxn modelId="{3897C939-4486-4E84-9CFA-0B16D374F862}" type="presParOf" srcId="{3B209B2B-DE30-4113-969D-AA2F714B9800}" destId="{BBD5C3EC-E94A-48CD-BD67-130507DB6153}" srcOrd="3" destOrd="0" presId="urn:microsoft.com/office/officeart/2005/8/layout/vList2"/>
    <dgm:cxn modelId="{72B04A00-87FF-4F32-A51E-831AC6ACDB7C}" type="presParOf" srcId="{3B209B2B-DE30-4113-969D-AA2F714B9800}" destId="{93C2C8ED-AAD5-4684-9FB7-0815DA167F51}" srcOrd="4" destOrd="0" presId="urn:microsoft.com/office/officeart/2005/8/layout/vList2"/>
    <dgm:cxn modelId="{18A12416-3A0B-42C9-82D5-30712EC4DF30}" type="presParOf" srcId="{3B209B2B-DE30-4113-969D-AA2F714B9800}" destId="{437220C6-8702-47A6-8AF1-01D6BE1B1F3D}" srcOrd="5" destOrd="0" presId="urn:microsoft.com/office/officeart/2005/8/layout/vList2"/>
    <dgm:cxn modelId="{F744DC57-8798-4AE8-A6A1-5D490FE1490D}" type="presParOf" srcId="{3B209B2B-DE30-4113-969D-AA2F714B9800}" destId="{3F6FF401-6A3B-4C52-BD35-B863DDBB3662}" srcOrd="6" destOrd="0" presId="urn:microsoft.com/office/officeart/2005/8/layout/vList2"/>
    <dgm:cxn modelId="{CD2E0173-6EED-4692-8A82-3719E4CB08FD}" type="presParOf" srcId="{3B209B2B-DE30-4113-969D-AA2F714B9800}" destId="{21366F7D-6E77-4F15-AE9A-A62343CF08C0}" srcOrd="7" destOrd="0" presId="urn:microsoft.com/office/officeart/2005/8/layout/vList2"/>
    <dgm:cxn modelId="{7E566926-81E5-4078-9004-CA5F1C308C25}" type="presParOf" srcId="{3B209B2B-DE30-4113-969D-AA2F714B9800}" destId="{EBD89E42-1D4B-4EF8-AB69-A6CE1E74853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728EE9DB-8C2F-4B82-8DC8-4DBFF01D3E6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1A71EC4-5956-4C3E-B2F7-624C4B90998E}">
      <dgm:prSet/>
      <dgm:spPr/>
      <dgm:t>
        <a:bodyPr/>
        <a:lstStyle/>
        <a:p>
          <a:r>
            <a:rPr lang="uk-UA" b="0" i="0"/>
            <a:t>домогтися визнання державних кордонів на Паризькій мирній конференції.</a:t>
          </a:r>
          <a:endParaRPr lang="uk-UA"/>
        </a:p>
      </dgm:t>
    </dgm:pt>
    <dgm:pt modelId="{35600D22-EA29-4A57-8B8D-D9745132A0C5}" type="parTrans" cxnId="{C7E70A9B-306D-4D3E-9572-429418FC6F1B}">
      <dgm:prSet/>
      <dgm:spPr/>
      <dgm:t>
        <a:bodyPr/>
        <a:lstStyle/>
        <a:p>
          <a:endParaRPr lang="uk-UA"/>
        </a:p>
      </dgm:t>
    </dgm:pt>
    <dgm:pt modelId="{63052A71-78AA-4441-872B-F90E8DCA5E12}" type="sibTrans" cxnId="{C7E70A9B-306D-4D3E-9572-429418FC6F1B}">
      <dgm:prSet/>
      <dgm:spPr/>
      <dgm:t>
        <a:bodyPr/>
        <a:lstStyle/>
        <a:p>
          <a:endParaRPr lang="uk-UA"/>
        </a:p>
      </dgm:t>
    </dgm:pt>
    <dgm:pt modelId="{6AE4A398-A1C4-45E6-A245-D31EDC9E90F3}">
      <dgm:prSet/>
      <dgm:spPr/>
      <dgm:t>
        <a:bodyPr/>
        <a:lstStyle/>
        <a:p>
          <a:r>
            <a:rPr lang="uk-UA" b="0" i="0"/>
            <a:t>укласти мир з державами Четверного союзу та вивести країну зі світової війни.</a:t>
          </a:r>
          <a:endParaRPr lang="uk-UA"/>
        </a:p>
      </dgm:t>
    </dgm:pt>
    <dgm:pt modelId="{3B6AC687-653E-475D-AF64-6B48BB4B7101}" type="parTrans" cxnId="{AF691411-B378-495F-9E81-4E3DBEEDFADA}">
      <dgm:prSet/>
      <dgm:spPr/>
      <dgm:t>
        <a:bodyPr/>
        <a:lstStyle/>
        <a:p>
          <a:endParaRPr lang="uk-UA"/>
        </a:p>
      </dgm:t>
    </dgm:pt>
    <dgm:pt modelId="{AE5C13A3-EA70-47DD-B1D6-E1657303B21B}" type="sibTrans" cxnId="{AF691411-B378-495F-9E81-4E3DBEEDFADA}">
      <dgm:prSet/>
      <dgm:spPr/>
      <dgm:t>
        <a:bodyPr/>
        <a:lstStyle/>
        <a:p>
          <a:endParaRPr lang="uk-UA"/>
        </a:p>
      </dgm:t>
    </dgm:pt>
    <dgm:pt modelId="{EB7BFBED-C05C-4247-B3D9-3D4E5C47067A}">
      <dgm:prSet/>
      <dgm:spPr/>
      <dgm:t>
        <a:bodyPr/>
        <a:lstStyle/>
        <a:p>
          <a:r>
            <a:rPr lang="uk-UA" b="0" i="0"/>
            <a:t>дати відсіч агресії з боку сусідніх держав та уникнути окупації території країни.</a:t>
          </a:r>
          <a:endParaRPr lang="uk-UA"/>
        </a:p>
      </dgm:t>
    </dgm:pt>
    <dgm:pt modelId="{EA245051-042D-4E4D-9124-24F652DDE097}" type="parTrans" cxnId="{8BED2FFE-217E-4A22-805E-6DA4DFD1F19A}">
      <dgm:prSet/>
      <dgm:spPr/>
      <dgm:t>
        <a:bodyPr/>
        <a:lstStyle/>
        <a:p>
          <a:endParaRPr lang="uk-UA"/>
        </a:p>
      </dgm:t>
    </dgm:pt>
    <dgm:pt modelId="{3363824B-0459-43B8-8AC6-23D0190DEDE5}" type="sibTrans" cxnId="{8BED2FFE-217E-4A22-805E-6DA4DFD1F19A}">
      <dgm:prSet/>
      <dgm:spPr/>
      <dgm:t>
        <a:bodyPr/>
        <a:lstStyle/>
        <a:p>
          <a:endParaRPr lang="uk-UA"/>
        </a:p>
      </dgm:t>
    </dgm:pt>
    <dgm:pt modelId="{1ECBC5EF-9CE9-4A85-968E-1EF17E26C8F4}">
      <dgm:prSet/>
      <dgm:spPr/>
      <dgm:t>
        <a:bodyPr/>
        <a:lstStyle/>
        <a:p>
          <a:r>
            <a:rPr lang="uk-UA" b="0" i="0"/>
            <a:t>створити систему управління й забезпечити відносну соціальну стабільність</a:t>
          </a:r>
          <a:endParaRPr lang="uk-UA"/>
        </a:p>
      </dgm:t>
    </dgm:pt>
    <dgm:pt modelId="{4C7DDE19-6DD7-4871-9EAA-01FA7399DBCC}" type="parTrans" cxnId="{00EE2F09-ED5E-495C-BFCF-051C08DEDB91}">
      <dgm:prSet/>
      <dgm:spPr/>
      <dgm:t>
        <a:bodyPr/>
        <a:lstStyle/>
        <a:p>
          <a:endParaRPr lang="uk-UA"/>
        </a:p>
      </dgm:t>
    </dgm:pt>
    <dgm:pt modelId="{E515EA56-F453-40FD-8DB1-9992005A226D}" type="sibTrans" cxnId="{00EE2F09-ED5E-495C-BFCF-051C08DEDB91}">
      <dgm:prSet/>
      <dgm:spPr/>
      <dgm:t>
        <a:bodyPr/>
        <a:lstStyle/>
        <a:p>
          <a:endParaRPr lang="uk-UA"/>
        </a:p>
      </dgm:t>
    </dgm:pt>
    <dgm:pt modelId="{41FAE474-EB88-4C81-813C-D96FF39D690B}" type="pres">
      <dgm:prSet presAssocID="{728EE9DB-8C2F-4B82-8DC8-4DBFF01D3E6C}" presName="linear" presStyleCnt="0">
        <dgm:presLayoutVars>
          <dgm:animLvl val="lvl"/>
          <dgm:resizeHandles val="exact"/>
        </dgm:presLayoutVars>
      </dgm:prSet>
      <dgm:spPr/>
    </dgm:pt>
    <dgm:pt modelId="{0E15540D-761C-460E-B1F9-02638C3FFC8B}" type="pres">
      <dgm:prSet presAssocID="{F1A71EC4-5956-4C3E-B2F7-624C4B90998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78B6597-E59B-4028-887F-B0EA769C4DDA}" type="pres">
      <dgm:prSet presAssocID="{63052A71-78AA-4441-872B-F90E8DCA5E12}" presName="spacer" presStyleCnt="0"/>
      <dgm:spPr/>
    </dgm:pt>
    <dgm:pt modelId="{892A057F-D9D3-4268-BF67-B8844FF42FD0}" type="pres">
      <dgm:prSet presAssocID="{6AE4A398-A1C4-45E6-A245-D31EDC9E90F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153809D-0767-4386-A3EE-1C891C1BA591}" type="pres">
      <dgm:prSet presAssocID="{AE5C13A3-EA70-47DD-B1D6-E1657303B21B}" presName="spacer" presStyleCnt="0"/>
      <dgm:spPr/>
    </dgm:pt>
    <dgm:pt modelId="{1BDF53DD-8902-4171-9B3E-6F70E303EA02}" type="pres">
      <dgm:prSet presAssocID="{EB7BFBED-C05C-4247-B3D9-3D4E5C47067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0FA0BC3-FACE-431F-A8AE-524EA0C612DA}" type="pres">
      <dgm:prSet presAssocID="{3363824B-0459-43B8-8AC6-23D0190DEDE5}" presName="spacer" presStyleCnt="0"/>
      <dgm:spPr/>
    </dgm:pt>
    <dgm:pt modelId="{14D9B5B0-3B66-48A2-BD9B-0ADBF6AF7D1B}" type="pres">
      <dgm:prSet presAssocID="{1ECBC5EF-9CE9-4A85-968E-1EF17E26C8F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0EE2F09-ED5E-495C-BFCF-051C08DEDB91}" srcId="{728EE9DB-8C2F-4B82-8DC8-4DBFF01D3E6C}" destId="{1ECBC5EF-9CE9-4A85-968E-1EF17E26C8F4}" srcOrd="3" destOrd="0" parTransId="{4C7DDE19-6DD7-4871-9EAA-01FA7399DBCC}" sibTransId="{E515EA56-F453-40FD-8DB1-9992005A226D}"/>
    <dgm:cxn modelId="{FE02F30C-951A-4B12-A17D-3118026A7D2E}" type="presOf" srcId="{6AE4A398-A1C4-45E6-A245-D31EDC9E90F3}" destId="{892A057F-D9D3-4268-BF67-B8844FF42FD0}" srcOrd="0" destOrd="0" presId="urn:microsoft.com/office/officeart/2005/8/layout/vList2"/>
    <dgm:cxn modelId="{AF691411-B378-495F-9E81-4E3DBEEDFADA}" srcId="{728EE9DB-8C2F-4B82-8DC8-4DBFF01D3E6C}" destId="{6AE4A398-A1C4-45E6-A245-D31EDC9E90F3}" srcOrd="1" destOrd="0" parTransId="{3B6AC687-653E-475D-AF64-6B48BB4B7101}" sibTransId="{AE5C13A3-EA70-47DD-B1D6-E1657303B21B}"/>
    <dgm:cxn modelId="{FC841A4D-B708-4029-9BC3-113B5BBDFE25}" type="presOf" srcId="{F1A71EC4-5956-4C3E-B2F7-624C4B90998E}" destId="{0E15540D-761C-460E-B1F9-02638C3FFC8B}" srcOrd="0" destOrd="0" presId="urn:microsoft.com/office/officeart/2005/8/layout/vList2"/>
    <dgm:cxn modelId="{C7E70A9B-306D-4D3E-9572-429418FC6F1B}" srcId="{728EE9DB-8C2F-4B82-8DC8-4DBFF01D3E6C}" destId="{F1A71EC4-5956-4C3E-B2F7-624C4B90998E}" srcOrd="0" destOrd="0" parTransId="{35600D22-EA29-4A57-8B8D-D9745132A0C5}" sibTransId="{63052A71-78AA-4441-872B-F90E8DCA5E12}"/>
    <dgm:cxn modelId="{452365AF-E4E1-44F3-8573-94C2DDC07A4B}" type="presOf" srcId="{EB7BFBED-C05C-4247-B3D9-3D4E5C47067A}" destId="{1BDF53DD-8902-4171-9B3E-6F70E303EA02}" srcOrd="0" destOrd="0" presId="urn:microsoft.com/office/officeart/2005/8/layout/vList2"/>
    <dgm:cxn modelId="{275FE2B3-B738-4D9E-8927-2D10D178F62D}" type="presOf" srcId="{1ECBC5EF-9CE9-4A85-968E-1EF17E26C8F4}" destId="{14D9B5B0-3B66-48A2-BD9B-0ADBF6AF7D1B}" srcOrd="0" destOrd="0" presId="urn:microsoft.com/office/officeart/2005/8/layout/vList2"/>
    <dgm:cxn modelId="{35A5ECBB-36B3-4F34-8F6B-65085BEFB79F}" type="presOf" srcId="{728EE9DB-8C2F-4B82-8DC8-4DBFF01D3E6C}" destId="{41FAE474-EB88-4C81-813C-D96FF39D690B}" srcOrd="0" destOrd="0" presId="urn:microsoft.com/office/officeart/2005/8/layout/vList2"/>
    <dgm:cxn modelId="{8BED2FFE-217E-4A22-805E-6DA4DFD1F19A}" srcId="{728EE9DB-8C2F-4B82-8DC8-4DBFF01D3E6C}" destId="{EB7BFBED-C05C-4247-B3D9-3D4E5C47067A}" srcOrd="2" destOrd="0" parTransId="{EA245051-042D-4E4D-9124-24F652DDE097}" sibTransId="{3363824B-0459-43B8-8AC6-23D0190DEDE5}"/>
    <dgm:cxn modelId="{598C294F-143D-4D80-B8E8-BBDD2D5CF415}" type="presParOf" srcId="{41FAE474-EB88-4C81-813C-D96FF39D690B}" destId="{0E15540D-761C-460E-B1F9-02638C3FFC8B}" srcOrd="0" destOrd="0" presId="urn:microsoft.com/office/officeart/2005/8/layout/vList2"/>
    <dgm:cxn modelId="{E8956EC0-F57E-4A58-9211-02BE360C14DA}" type="presParOf" srcId="{41FAE474-EB88-4C81-813C-D96FF39D690B}" destId="{278B6597-E59B-4028-887F-B0EA769C4DDA}" srcOrd="1" destOrd="0" presId="urn:microsoft.com/office/officeart/2005/8/layout/vList2"/>
    <dgm:cxn modelId="{8D43B2F7-AACC-4A1A-B400-D77D42E1F307}" type="presParOf" srcId="{41FAE474-EB88-4C81-813C-D96FF39D690B}" destId="{892A057F-D9D3-4268-BF67-B8844FF42FD0}" srcOrd="2" destOrd="0" presId="urn:microsoft.com/office/officeart/2005/8/layout/vList2"/>
    <dgm:cxn modelId="{3E35A9F6-E05B-422E-8322-3BF860BB66ED}" type="presParOf" srcId="{41FAE474-EB88-4C81-813C-D96FF39D690B}" destId="{B153809D-0767-4386-A3EE-1C891C1BA591}" srcOrd="3" destOrd="0" presId="urn:microsoft.com/office/officeart/2005/8/layout/vList2"/>
    <dgm:cxn modelId="{FD17F5F4-2209-4731-AE19-107EF08AFCEB}" type="presParOf" srcId="{41FAE474-EB88-4C81-813C-D96FF39D690B}" destId="{1BDF53DD-8902-4171-9B3E-6F70E303EA02}" srcOrd="4" destOrd="0" presId="urn:microsoft.com/office/officeart/2005/8/layout/vList2"/>
    <dgm:cxn modelId="{72AC88FD-7D78-4D98-BB53-F0198E5980CB}" type="presParOf" srcId="{41FAE474-EB88-4C81-813C-D96FF39D690B}" destId="{A0FA0BC3-FACE-431F-A8AE-524EA0C612DA}" srcOrd="5" destOrd="0" presId="urn:microsoft.com/office/officeart/2005/8/layout/vList2"/>
    <dgm:cxn modelId="{F8362C9D-5234-44D5-B6A2-4276AB3DDAD4}" type="presParOf" srcId="{41FAE474-EB88-4C81-813C-D96FF39D690B}" destId="{14D9B5B0-3B66-48A2-BD9B-0ADBF6AF7D1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E432B317-822B-44D0-94D5-174C86C4620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501C4B9-4EDF-4EDB-AFAA-CB342928411A}">
      <dgm:prSet/>
      <dgm:spPr/>
      <dgm:t>
        <a:bodyPr/>
        <a:lstStyle/>
        <a:p>
          <a:r>
            <a:rPr lang="uk-UA" b="0" i="1"/>
            <a:t>«Ця державна територія творить самостійну Західноукраїнську Народну Республіку…»</a:t>
          </a:r>
          <a:endParaRPr lang="uk-UA"/>
        </a:p>
      </dgm:t>
    </dgm:pt>
    <dgm:pt modelId="{8C7F61E0-3DAD-4986-B133-8FF9BCD208E6}" type="parTrans" cxnId="{8ADCB25E-233B-4406-84A2-E9BD7642EB54}">
      <dgm:prSet/>
      <dgm:spPr/>
      <dgm:t>
        <a:bodyPr/>
        <a:lstStyle/>
        <a:p>
          <a:endParaRPr lang="uk-UA"/>
        </a:p>
      </dgm:t>
    </dgm:pt>
    <dgm:pt modelId="{A9E9BE36-61C1-4E1B-BF9F-4AAB180FE602}" type="sibTrans" cxnId="{8ADCB25E-233B-4406-84A2-E9BD7642EB54}">
      <dgm:prSet/>
      <dgm:spPr/>
      <dgm:t>
        <a:bodyPr/>
        <a:lstStyle/>
        <a:p>
          <a:endParaRPr lang="uk-UA"/>
        </a:p>
      </dgm:t>
    </dgm:pt>
    <dgm:pt modelId="{85372D19-38DA-4B62-84F7-27E236293E78}">
      <dgm:prSet/>
      <dgm:spPr/>
      <dgm:t>
        <a:bodyPr/>
        <a:lstStyle/>
        <a:p>
          <a:r>
            <a:rPr lang="uk-UA" b="0" i="1"/>
            <a:t>Всенародні Збори затверджують трактати політичні й економічні, що укладають іменем УНР…»</a:t>
          </a:r>
          <a:endParaRPr lang="uk-UA"/>
        </a:p>
      </dgm:t>
    </dgm:pt>
    <dgm:pt modelId="{0CD221C8-CDA3-44D7-8398-6279D34910EB}" type="parTrans" cxnId="{9FFAB4B1-4898-4BAF-B99E-FE85937023CF}">
      <dgm:prSet/>
      <dgm:spPr/>
      <dgm:t>
        <a:bodyPr/>
        <a:lstStyle/>
        <a:p>
          <a:endParaRPr lang="uk-UA"/>
        </a:p>
      </dgm:t>
    </dgm:pt>
    <dgm:pt modelId="{084AACC4-AC48-45E5-B304-A93C0BBCDFF8}" type="sibTrans" cxnId="{9FFAB4B1-4898-4BAF-B99E-FE85937023CF}">
      <dgm:prSet/>
      <dgm:spPr/>
      <dgm:t>
        <a:bodyPr/>
        <a:lstStyle/>
        <a:p>
          <a:endParaRPr lang="uk-UA"/>
        </a:p>
      </dgm:t>
    </dgm:pt>
    <dgm:pt modelId="{EE8E9792-0532-422D-AFE0-35C99B717197}">
      <dgm:prSet/>
      <dgm:spPr/>
      <dgm:t>
        <a:bodyPr/>
        <a:lstStyle/>
        <a:p>
          <a:r>
            <a:rPr lang="uk-UA" b="0" i="1"/>
            <a:t>«Народна Українська Держава має бути вичищена від насланих з Петрограду найманих [більшовицьких] насильників…»</a:t>
          </a:r>
          <a:endParaRPr lang="uk-UA"/>
        </a:p>
      </dgm:t>
    </dgm:pt>
    <dgm:pt modelId="{C42B9A76-3016-4EA8-B5D8-E1E7BC5F25C1}" type="parTrans" cxnId="{DD1F8EF3-41B1-479D-95AC-EECB6716F995}">
      <dgm:prSet/>
      <dgm:spPr/>
      <dgm:t>
        <a:bodyPr/>
        <a:lstStyle/>
        <a:p>
          <a:endParaRPr lang="uk-UA"/>
        </a:p>
      </dgm:t>
    </dgm:pt>
    <dgm:pt modelId="{3950604D-E842-49E2-A913-4800803C605C}" type="sibTrans" cxnId="{DD1F8EF3-41B1-479D-95AC-EECB6716F995}">
      <dgm:prSet/>
      <dgm:spPr/>
      <dgm:t>
        <a:bodyPr/>
        <a:lstStyle/>
        <a:p>
          <a:endParaRPr lang="uk-UA"/>
        </a:p>
      </dgm:t>
    </dgm:pt>
    <dgm:pt modelId="{95127047-D2EB-4E46-8CE2-7A72DFE94D0E}">
      <dgm:prSet/>
      <dgm:spPr/>
      <dgm:t>
        <a:bodyPr/>
        <a:lstStyle/>
        <a:p>
          <a:r>
            <a:rPr lang="uk-UA" b="0" i="1"/>
            <a:t>«Гербом… є: Золотий лев на синім полі, обернений у свою праву сторону. Державний прапор є синьо-жовтий…»</a:t>
          </a:r>
          <a:endParaRPr lang="uk-UA"/>
        </a:p>
      </dgm:t>
    </dgm:pt>
    <dgm:pt modelId="{63F62588-DB9C-42C5-9E5F-487EA95C01C5}" type="parTrans" cxnId="{D9667486-5452-42FE-A682-D4D28306900A}">
      <dgm:prSet/>
      <dgm:spPr/>
      <dgm:t>
        <a:bodyPr/>
        <a:lstStyle/>
        <a:p>
          <a:endParaRPr lang="uk-UA"/>
        </a:p>
      </dgm:t>
    </dgm:pt>
    <dgm:pt modelId="{79C47A7B-9187-48A4-AF83-9CB4B505FC97}" type="sibTrans" cxnId="{D9667486-5452-42FE-A682-D4D28306900A}">
      <dgm:prSet/>
      <dgm:spPr/>
      <dgm:t>
        <a:bodyPr/>
        <a:lstStyle/>
        <a:p>
          <a:endParaRPr lang="uk-UA"/>
        </a:p>
      </dgm:t>
    </dgm:pt>
    <dgm:pt modelId="{76831A06-78E0-4A16-84DA-1423CAEC0706}" type="pres">
      <dgm:prSet presAssocID="{E432B317-822B-44D0-94D5-174C86C4620D}" presName="linear" presStyleCnt="0">
        <dgm:presLayoutVars>
          <dgm:animLvl val="lvl"/>
          <dgm:resizeHandles val="exact"/>
        </dgm:presLayoutVars>
      </dgm:prSet>
      <dgm:spPr/>
    </dgm:pt>
    <dgm:pt modelId="{86D57111-AC70-4538-A863-330CF4E0AFB2}" type="pres">
      <dgm:prSet presAssocID="{C501C4B9-4EDF-4EDB-AFAA-CB342928411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ABDA328-53A8-485C-B4F2-270655BA7613}" type="pres">
      <dgm:prSet presAssocID="{A9E9BE36-61C1-4E1B-BF9F-4AAB180FE602}" presName="spacer" presStyleCnt="0"/>
      <dgm:spPr/>
    </dgm:pt>
    <dgm:pt modelId="{108E3DE8-C16F-48B0-8DEF-6FCB55189843}" type="pres">
      <dgm:prSet presAssocID="{85372D19-38DA-4B62-84F7-27E236293E7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EF8484A-B7FB-40AE-85CC-38B2DB9D7FC2}" type="pres">
      <dgm:prSet presAssocID="{084AACC4-AC48-45E5-B304-A93C0BBCDFF8}" presName="spacer" presStyleCnt="0"/>
      <dgm:spPr/>
    </dgm:pt>
    <dgm:pt modelId="{EE6AC03D-838A-452B-8CFD-DCEAF675EF43}" type="pres">
      <dgm:prSet presAssocID="{EE8E9792-0532-422D-AFE0-35C99B71719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D291F71-E8DF-45C3-BB0E-CC86BAD2F3E5}" type="pres">
      <dgm:prSet presAssocID="{3950604D-E842-49E2-A913-4800803C605C}" presName="spacer" presStyleCnt="0"/>
      <dgm:spPr/>
    </dgm:pt>
    <dgm:pt modelId="{B2F2EA64-B238-4AA7-9E39-B8EC3B2A517E}" type="pres">
      <dgm:prSet presAssocID="{95127047-D2EB-4E46-8CE2-7A72DFE94D0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80E9500-6A64-4553-B23D-5A3522F17E8E}" type="presOf" srcId="{C501C4B9-4EDF-4EDB-AFAA-CB342928411A}" destId="{86D57111-AC70-4538-A863-330CF4E0AFB2}" srcOrd="0" destOrd="0" presId="urn:microsoft.com/office/officeart/2005/8/layout/vList2"/>
    <dgm:cxn modelId="{A27E2703-BA1C-4E82-A77F-E8114830717A}" type="presOf" srcId="{E432B317-822B-44D0-94D5-174C86C4620D}" destId="{76831A06-78E0-4A16-84DA-1423CAEC0706}" srcOrd="0" destOrd="0" presId="urn:microsoft.com/office/officeart/2005/8/layout/vList2"/>
    <dgm:cxn modelId="{AF034340-37A5-4A3D-8099-9ED24BD1BA1D}" type="presOf" srcId="{EE8E9792-0532-422D-AFE0-35C99B717197}" destId="{EE6AC03D-838A-452B-8CFD-DCEAF675EF43}" srcOrd="0" destOrd="0" presId="urn:microsoft.com/office/officeart/2005/8/layout/vList2"/>
    <dgm:cxn modelId="{8ADCB25E-233B-4406-84A2-E9BD7642EB54}" srcId="{E432B317-822B-44D0-94D5-174C86C4620D}" destId="{C501C4B9-4EDF-4EDB-AFAA-CB342928411A}" srcOrd="0" destOrd="0" parTransId="{8C7F61E0-3DAD-4986-B133-8FF9BCD208E6}" sibTransId="{A9E9BE36-61C1-4E1B-BF9F-4AAB180FE602}"/>
    <dgm:cxn modelId="{D672B06D-702C-4580-9ABD-14D945084465}" type="presOf" srcId="{85372D19-38DA-4B62-84F7-27E236293E78}" destId="{108E3DE8-C16F-48B0-8DEF-6FCB55189843}" srcOrd="0" destOrd="0" presId="urn:microsoft.com/office/officeart/2005/8/layout/vList2"/>
    <dgm:cxn modelId="{D9667486-5452-42FE-A682-D4D28306900A}" srcId="{E432B317-822B-44D0-94D5-174C86C4620D}" destId="{95127047-D2EB-4E46-8CE2-7A72DFE94D0E}" srcOrd="3" destOrd="0" parTransId="{63F62588-DB9C-42C5-9E5F-487EA95C01C5}" sibTransId="{79C47A7B-9187-48A4-AF83-9CB4B505FC97}"/>
    <dgm:cxn modelId="{9FFAB4B1-4898-4BAF-B99E-FE85937023CF}" srcId="{E432B317-822B-44D0-94D5-174C86C4620D}" destId="{85372D19-38DA-4B62-84F7-27E236293E78}" srcOrd="1" destOrd="0" parTransId="{0CD221C8-CDA3-44D7-8398-6279D34910EB}" sibTransId="{084AACC4-AC48-45E5-B304-A93C0BBCDFF8}"/>
    <dgm:cxn modelId="{B4618AC3-6349-4751-BB72-44FB12F1FC5F}" type="presOf" srcId="{95127047-D2EB-4E46-8CE2-7A72DFE94D0E}" destId="{B2F2EA64-B238-4AA7-9E39-B8EC3B2A517E}" srcOrd="0" destOrd="0" presId="urn:microsoft.com/office/officeart/2005/8/layout/vList2"/>
    <dgm:cxn modelId="{DD1F8EF3-41B1-479D-95AC-EECB6716F995}" srcId="{E432B317-822B-44D0-94D5-174C86C4620D}" destId="{EE8E9792-0532-422D-AFE0-35C99B717197}" srcOrd="2" destOrd="0" parTransId="{C42B9A76-3016-4EA8-B5D8-E1E7BC5F25C1}" sibTransId="{3950604D-E842-49E2-A913-4800803C605C}"/>
    <dgm:cxn modelId="{32C718FE-45DE-4471-9116-85EF87B6424F}" type="presParOf" srcId="{76831A06-78E0-4A16-84DA-1423CAEC0706}" destId="{86D57111-AC70-4538-A863-330CF4E0AFB2}" srcOrd="0" destOrd="0" presId="urn:microsoft.com/office/officeart/2005/8/layout/vList2"/>
    <dgm:cxn modelId="{21241430-63FF-474A-8F7D-9536B21E10D2}" type="presParOf" srcId="{76831A06-78E0-4A16-84DA-1423CAEC0706}" destId="{CABDA328-53A8-485C-B4F2-270655BA7613}" srcOrd="1" destOrd="0" presId="urn:microsoft.com/office/officeart/2005/8/layout/vList2"/>
    <dgm:cxn modelId="{FFA24242-53E7-479C-AF6D-AADE5191E175}" type="presParOf" srcId="{76831A06-78E0-4A16-84DA-1423CAEC0706}" destId="{108E3DE8-C16F-48B0-8DEF-6FCB55189843}" srcOrd="2" destOrd="0" presId="urn:microsoft.com/office/officeart/2005/8/layout/vList2"/>
    <dgm:cxn modelId="{6AC2188A-6653-4260-A448-B540985AF9FA}" type="presParOf" srcId="{76831A06-78E0-4A16-84DA-1423CAEC0706}" destId="{DEF8484A-B7FB-40AE-85CC-38B2DB9D7FC2}" srcOrd="3" destOrd="0" presId="urn:microsoft.com/office/officeart/2005/8/layout/vList2"/>
    <dgm:cxn modelId="{110AC807-7656-4F21-8EA9-281F3CA54DE7}" type="presParOf" srcId="{76831A06-78E0-4A16-84DA-1423CAEC0706}" destId="{EE6AC03D-838A-452B-8CFD-DCEAF675EF43}" srcOrd="4" destOrd="0" presId="urn:microsoft.com/office/officeart/2005/8/layout/vList2"/>
    <dgm:cxn modelId="{3E39EEF7-786B-442D-9A0E-57361E3F494C}" type="presParOf" srcId="{76831A06-78E0-4A16-84DA-1423CAEC0706}" destId="{1D291F71-E8DF-45C3-BB0E-CC86BAD2F3E5}" srcOrd="5" destOrd="0" presId="urn:microsoft.com/office/officeart/2005/8/layout/vList2"/>
    <dgm:cxn modelId="{49F24FC0-A44A-4919-B49A-3C862AE76516}" type="presParOf" srcId="{76831A06-78E0-4A16-84DA-1423CAEC0706}" destId="{B2F2EA64-B238-4AA7-9E39-B8EC3B2A517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38A8580F-507E-4101-A89B-083287706F2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60E6981-5806-4822-8115-A8D867013584}">
      <dgm:prSet/>
      <dgm:spPr/>
      <dgm:t>
        <a:bodyPr/>
        <a:lstStyle/>
        <a:p>
          <a:r>
            <a:rPr lang="uk-UA" b="0" i="1"/>
            <a:t>«До часу зібрання Установчих Зборів виконує всю власть Українська Національна Рада й Державний секретаріат…»</a:t>
          </a:r>
          <a:endParaRPr lang="uk-UA"/>
        </a:p>
      </dgm:t>
    </dgm:pt>
    <dgm:pt modelId="{FC5CAEB4-8C62-4F27-941F-4B44852924A3}" type="parTrans" cxnId="{F8B0CFFA-08E6-4D27-9210-FDA44081A206}">
      <dgm:prSet/>
      <dgm:spPr/>
      <dgm:t>
        <a:bodyPr/>
        <a:lstStyle/>
        <a:p>
          <a:endParaRPr lang="uk-UA"/>
        </a:p>
      </dgm:t>
    </dgm:pt>
    <dgm:pt modelId="{ACCE6E6E-81E8-4D79-927E-377FDF3F3B4F}" type="sibTrans" cxnId="{F8B0CFFA-08E6-4D27-9210-FDA44081A206}">
      <dgm:prSet/>
      <dgm:spPr/>
      <dgm:t>
        <a:bodyPr/>
        <a:lstStyle/>
        <a:p>
          <a:endParaRPr lang="uk-UA"/>
        </a:p>
      </dgm:t>
    </dgm:pt>
    <dgm:pt modelId="{5A299D28-7C09-49A1-9F67-D21642759AE0}">
      <dgm:prSet/>
      <dgm:spPr/>
      <dgm:t>
        <a:bodyPr/>
        <a:lstStyle/>
        <a:p>
          <a:r>
            <a:rPr lang="uk-UA" b="0" i="1"/>
            <a:t>«Отож, насамперед приписуємо правительству Республіки нашої – Раді народних міністрів – від цього дня вести розпочаті вже нею переговори про мир…»</a:t>
          </a:r>
          <a:endParaRPr lang="uk-UA"/>
        </a:p>
      </dgm:t>
    </dgm:pt>
    <dgm:pt modelId="{5E510C65-D7E4-4076-B55F-54454532A635}" type="parTrans" cxnId="{C0B09452-64F9-4DDB-AE89-B2798BC8FA3D}">
      <dgm:prSet/>
      <dgm:spPr/>
      <dgm:t>
        <a:bodyPr/>
        <a:lstStyle/>
        <a:p>
          <a:endParaRPr lang="uk-UA"/>
        </a:p>
      </dgm:t>
    </dgm:pt>
    <dgm:pt modelId="{42B583A3-1837-4066-A8B0-BEDABB44123B}" type="sibTrans" cxnId="{C0B09452-64F9-4DDB-AE89-B2798BC8FA3D}">
      <dgm:prSet/>
      <dgm:spPr/>
      <dgm:t>
        <a:bodyPr/>
        <a:lstStyle/>
        <a:p>
          <a:endParaRPr lang="uk-UA"/>
        </a:p>
      </dgm:t>
    </dgm:pt>
    <dgm:pt modelId="{4549582B-A14D-4DFB-9283-457CBCBC3D2D}">
      <dgm:prSet/>
      <dgm:spPr/>
      <dgm:t>
        <a:bodyPr/>
        <a:lstStyle/>
        <a:p>
          <a:r>
            <a:rPr lang="uk-UA" b="0" i="1"/>
            <a:t>«Привітавши з великою радістю цей історичний крок західних братів наших, Директорія Української Народної Республіки ухвалила тую Злуку прийняти…»</a:t>
          </a:r>
          <a:endParaRPr lang="uk-UA"/>
        </a:p>
      </dgm:t>
    </dgm:pt>
    <dgm:pt modelId="{378ED5EC-6DF4-44A3-BCC1-03A8915E2C23}" type="parTrans" cxnId="{D8FC3C6D-269B-47F6-AF67-1A36EAD9B4FA}">
      <dgm:prSet/>
      <dgm:spPr/>
      <dgm:t>
        <a:bodyPr/>
        <a:lstStyle/>
        <a:p>
          <a:endParaRPr lang="uk-UA"/>
        </a:p>
      </dgm:t>
    </dgm:pt>
    <dgm:pt modelId="{EA16AA8E-4D5C-477A-9596-75EBCBD71CE2}" type="sibTrans" cxnId="{D8FC3C6D-269B-47F6-AF67-1A36EAD9B4FA}">
      <dgm:prSet/>
      <dgm:spPr/>
      <dgm:t>
        <a:bodyPr/>
        <a:lstStyle/>
        <a:p>
          <a:endParaRPr lang="uk-UA"/>
        </a:p>
      </dgm:t>
    </dgm:pt>
    <dgm:pt modelId="{0AE5F6FC-9AD1-440A-AB2F-8777060EE97F}" type="pres">
      <dgm:prSet presAssocID="{38A8580F-507E-4101-A89B-083287706F2F}" presName="linear" presStyleCnt="0">
        <dgm:presLayoutVars>
          <dgm:animLvl val="lvl"/>
          <dgm:resizeHandles val="exact"/>
        </dgm:presLayoutVars>
      </dgm:prSet>
      <dgm:spPr/>
    </dgm:pt>
    <dgm:pt modelId="{66E53775-289B-4262-BCB2-B438D1255137}" type="pres">
      <dgm:prSet presAssocID="{160E6981-5806-4822-8115-A8D86701358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CAC3F1A-7936-4B5B-9701-73DCA449BD71}" type="pres">
      <dgm:prSet presAssocID="{ACCE6E6E-81E8-4D79-927E-377FDF3F3B4F}" presName="spacer" presStyleCnt="0"/>
      <dgm:spPr/>
    </dgm:pt>
    <dgm:pt modelId="{CB329DC1-5C78-42E6-870E-65CD6417EBB5}" type="pres">
      <dgm:prSet presAssocID="{5A299D28-7C09-49A1-9F67-D21642759AE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0595E52-828D-417F-9A66-12A8B89AB732}" type="pres">
      <dgm:prSet presAssocID="{42B583A3-1837-4066-A8B0-BEDABB44123B}" presName="spacer" presStyleCnt="0"/>
      <dgm:spPr/>
    </dgm:pt>
    <dgm:pt modelId="{23B4C504-58E4-4325-B30A-EF71978BBA30}" type="pres">
      <dgm:prSet presAssocID="{4549582B-A14D-4DFB-9283-457CBCBC3D2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450D40F-FC96-4233-9007-1792515589F8}" type="presOf" srcId="{5A299D28-7C09-49A1-9F67-D21642759AE0}" destId="{CB329DC1-5C78-42E6-870E-65CD6417EBB5}" srcOrd="0" destOrd="0" presId="urn:microsoft.com/office/officeart/2005/8/layout/vList2"/>
    <dgm:cxn modelId="{D72C1030-3CBE-4F65-AE7D-69B92B51AB9A}" type="presOf" srcId="{38A8580F-507E-4101-A89B-083287706F2F}" destId="{0AE5F6FC-9AD1-440A-AB2F-8777060EE97F}" srcOrd="0" destOrd="0" presId="urn:microsoft.com/office/officeart/2005/8/layout/vList2"/>
    <dgm:cxn modelId="{0EB13C6D-847E-462C-BEAD-E2B9CFCCA921}" type="presOf" srcId="{160E6981-5806-4822-8115-A8D867013584}" destId="{66E53775-289B-4262-BCB2-B438D1255137}" srcOrd="0" destOrd="0" presId="urn:microsoft.com/office/officeart/2005/8/layout/vList2"/>
    <dgm:cxn modelId="{D8FC3C6D-269B-47F6-AF67-1A36EAD9B4FA}" srcId="{38A8580F-507E-4101-A89B-083287706F2F}" destId="{4549582B-A14D-4DFB-9283-457CBCBC3D2D}" srcOrd="2" destOrd="0" parTransId="{378ED5EC-6DF4-44A3-BCC1-03A8915E2C23}" sibTransId="{EA16AA8E-4D5C-477A-9596-75EBCBD71CE2}"/>
    <dgm:cxn modelId="{C0B09452-64F9-4DDB-AE89-B2798BC8FA3D}" srcId="{38A8580F-507E-4101-A89B-083287706F2F}" destId="{5A299D28-7C09-49A1-9F67-D21642759AE0}" srcOrd="1" destOrd="0" parTransId="{5E510C65-D7E4-4076-B55F-54454532A635}" sibTransId="{42B583A3-1837-4066-A8B0-BEDABB44123B}"/>
    <dgm:cxn modelId="{90A350C3-1A1C-4CFA-8440-1FFB0E03A4C5}" type="presOf" srcId="{4549582B-A14D-4DFB-9283-457CBCBC3D2D}" destId="{23B4C504-58E4-4325-B30A-EF71978BBA30}" srcOrd="0" destOrd="0" presId="urn:microsoft.com/office/officeart/2005/8/layout/vList2"/>
    <dgm:cxn modelId="{F8B0CFFA-08E6-4D27-9210-FDA44081A206}" srcId="{38A8580F-507E-4101-A89B-083287706F2F}" destId="{160E6981-5806-4822-8115-A8D867013584}" srcOrd="0" destOrd="0" parTransId="{FC5CAEB4-8C62-4F27-941F-4B44852924A3}" sibTransId="{ACCE6E6E-81E8-4D79-927E-377FDF3F3B4F}"/>
    <dgm:cxn modelId="{5F50751D-39A3-4C10-B05C-EE851279A20B}" type="presParOf" srcId="{0AE5F6FC-9AD1-440A-AB2F-8777060EE97F}" destId="{66E53775-289B-4262-BCB2-B438D1255137}" srcOrd="0" destOrd="0" presId="urn:microsoft.com/office/officeart/2005/8/layout/vList2"/>
    <dgm:cxn modelId="{7922263F-EFC6-403B-9073-E4342F7CE86A}" type="presParOf" srcId="{0AE5F6FC-9AD1-440A-AB2F-8777060EE97F}" destId="{FCAC3F1A-7936-4B5B-9701-73DCA449BD71}" srcOrd="1" destOrd="0" presId="urn:microsoft.com/office/officeart/2005/8/layout/vList2"/>
    <dgm:cxn modelId="{87A6F5B9-1589-4FBC-8EA0-D55938F692D4}" type="presParOf" srcId="{0AE5F6FC-9AD1-440A-AB2F-8777060EE97F}" destId="{CB329DC1-5C78-42E6-870E-65CD6417EBB5}" srcOrd="2" destOrd="0" presId="urn:microsoft.com/office/officeart/2005/8/layout/vList2"/>
    <dgm:cxn modelId="{2B14BC6D-472F-4EDC-BB3F-CB1E7E24DD43}" type="presParOf" srcId="{0AE5F6FC-9AD1-440A-AB2F-8777060EE97F}" destId="{B0595E52-828D-417F-9A66-12A8B89AB732}" srcOrd="3" destOrd="0" presId="urn:microsoft.com/office/officeart/2005/8/layout/vList2"/>
    <dgm:cxn modelId="{D33F6CAF-E4FF-498E-9152-78535E1BE460}" type="presParOf" srcId="{0AE5F6FC-9AD1-440A-AB2F-8777060EE97F}" destId="{23B4C504-58E4-4325-B30A-EF71978BBA3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A0AB004E-4211-4961-90F6-D1FBCC839FF6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B837502-63DB-4460-8D8E-06CF407E4055}">
      <dgm:prSet/>
      <dgm:spPr/>
      <dgm:t>
        <a:bodyPr/>
        <a:lstStyle/>
        <a:p>
          <a:r>
            <a:rPr lang="ru-RU" b="0" i="0"/>
            <a:t>М. Міхновський</a:t>
          </a:r>
          <a:endParaRPr lang="uk-UA"/>
        </a:p>
      </dgm:t>
    </dgm:pt>
    <dgm:pt modelId="{E123D9B5-8B8F-4ED4-8862-04DC2A482C1D}" type="parTrans" cxnId="{86FDF120-C1D6-4062-AE3B-D047E8D8D773}">
      <dgm:prSet/>
      <dgm:spPr/>
      <dgm:t>
        <a:bodyPr/>
        <a:lstStyle/>
        <a:p>
          <a:endParaRPr lang="uk-UA"/>
        </a:p>
      </dgm:t>
    </dgm:pt>
    <dgm:pt modelId="{D6F59DB3-AA76-406E-BE08-DD65735E8404}" type="sibTrans" cxnId="{86FDF120-C1D6-4062-AE3B-D047E8D8D773}">
      <dgm:prSet/>
      <dgm:spPr/>
      <dgm:t>
        <a:bodyPr/>
        <a:lstStyle/>
        <a:p>
          <a:endParaRPr lang="uk-UA"/>
        </a:p>
      </dgm:t>
    </dgm:pt>
    <dgm:pt modelId="{DC8F8837-A67C-4930-B12E-15ACB83E801D}">
      <dgm:prSet/>
      <dgm:spPr/>
      <dgm:t>
        <a:bodyPr/>
        <a:lstStyle/>
        <a:p>
          <a:r>
            <a:rPr lang="ru-RU" b="0" i="0"/>
            <a:t>А. Волошин</a:t>
          </a:r>
          <a:endParaRPr lang="uk-UA"/>
        </a:p>
      </dgm:t>
    </dgm:pt>
    <dgm:pt modelId="{D0BDFB2F-CD31-4CE4-9D08-0E8E6933AD58}" type="parTrans" cxnId="{582F0BDE-7FFE-4F25-90A2-7A2C9C412A91}">
      <dgm:prSet/>
      <dgm:spPr/>
      <dgm:t>
        <a:bodyPr/>
        <a:lstStyle/>
        <a:p>
          <a:endParaRPr lang="uk-UA"/>
        </a:p>
      </dgm:t>
    </dgm:pt>
    <dgm:pt modelId="{F0309118-39C5-49B7-8C88-AAC8D5C6EC7A}" type="sibTrans" cxnId="{582F0BDE-7FFE-4F25-90A2-7A2C9C412A91}">
      <dgm:prSet/>
      <dgm:spPr/>
      <dgm:t>
        <a:bodyPr/>
        <a:lstStyle/>
        <a:p>
          <a:endParaRPr lang="uk-UA"/>
        </a:p>
      </dgm:t>
    </dgm:pt>
    <dgm:pt modelId="{9D144820-20D7-4CBA-9A4E-C728541D2EFF}">
      <dgm:prSet/>
      <dgm:spPr/>
      <dgm:t>
        <a:bodyPr/>
        <a:lstStyle/>
        <a:p>
          <a:r>
            <a:rPr lang="ru-RU" b="0" i="0"/>
            <a:t>Х. Раковський</a:t>
          </a:r>
          <a:endParaRPr lang="uk-UA"/>
        </a:p>
      </dgm:t>
    </dgm:pt>
    <dgm:pt modelId="{E6746068-8D7F-4D3E-BFA4-79FAC5B341F3}" type="parTrans" cxnId="{E2EFFC94-DD5F-454A-8267-CEB8D6A35388}">
      <dgm:prSet/>
      <dgm:spPr/>
      <dgm:t>
        <a:bodyPr/>
        <a:lstStyle/>
        <a:p>
          <a:endParaRPr lang="uk-UA"/>
        </a:p>
      </dgm:t>
    </dgm:pt>
    <dgm:pt modelId="{2AA6C911-349C-4F76-894A-438CB0EAED5E}" type="sibTrans" cxnId="{E2EFFC94-DD5F-454A-8267-CEB8D6A35388}">
      <dgm:prSet/>
      <dgm:spPr/>
      <dgm:t>
        <a:bodyPr/>
        <a:lstStyle/>
        <a:p>
          <a:endParaRPr lang="uk-UA"/>
        </a:p>
      </dgm:t>
    </dgm:pt>
    <dgm:pt modelId="{F87B3976-3AB6-4093-90A4-304C333C687C}">
      <dgm:prSet/>
      <dgm:spPr/>
      <dgm:t>
        <a:bodyPr/>
        <a:lstStyle/>
        <a:p>
          <a:r>
            <a:rPr lang="ru-RU" b="0" i="0"/>
            <a:t>Д. Вітовський</a:t>
          </a:r>
          <a:endParaRPr lang="uk-UA"/>
        </a:p>
      </dgm:t>
    </dgm:pt>
    <dgm:pt modelId="{EC68EF59-5008-4359-8241-DD0958124650}" type="parTrans" cxnId="{A4B66685-71F2-4683-8A89-6F0A94C1ABC6}">
      <dgm:prSet/>
      <dgm:spPr/>
      <dgm:t>
        <a:bodyPr/>
        <a:lstStyle/>
        <a:p>
          <a:endParaRPr lang="uk-UA"/>
        </a:p>
      </dgm:t>
    </dgm:pt>
    <dgm:pt modelId="{0A9968AF-CC41-4D47-B848-1A9F5997C1D4}" type="sibTrans" cxnId="{A4B66685-71F2-4683-8A89-6F0A94C1ABC6}">
      <dgm:prSet/>
      <dgm:spPr/>
      <dgm:t>
        <a:bodyPr/>
        <a:lstStyle/>
        <a:p>
          <a:endParaRPr lang="uk-UA"/>
        </a:p>
      </dgm:t>
    </dgm:pt>
    <dgm:pt modelId="{A760BE7A-6A89-450B-9AFF-6510D75BC5AC}">
      <dgm:prSet/>
      <dgm:spPr/>
      <dgm:t>
        <a:bodyPr/>
        <a:lstStyle/>
        <a:p>
          <a:r>
            <a:rPr lang="ru-RU" b="0" i="0"/>
            <a:t>Є. Петрушевич</a:t>
          </a:r>
          <a:endParaRPr lang="uk-UA"/>
        </a:p>
      </dgm:t>
    </dgm:pt>
    <dgm:pt modelId="{DE2A6FD1-BB52-455D-8B08-A5755434B7DE}" type="parTrans" cxnId="{DB8634F6-7853-41AB-B677-F7D0BAEFB5F5}">
      <dgm:prSet/>
      <dgm:spPr/>
      <dgm:t>
        <a:bodyPr/>
        <a:lstStyle/>
        <a:p>
          <a:endParaRPr lang="uk-UA"/>
        </a:p>
      </dgm:t>
    </dgm:pt>
    <dgm:pt modelId="{6530FA31-EFEA-488D-ADBF-647FD5CADA34}" type="sibTrans" cxnId="{DB8634F6-7853-41AB-B677-F7D0BAEFB5F5}">
      <dgm:prSet/>
      <dgm:spPr/>
      <dgm:t>
        <a:bodyPr/>
        <a:lstStyle/>
        <a:p>
          <a:endParaRPr lang="uk-UA"/>
        </a:p>
      </dgm:t>
    </dgm:pt>
    <dgm:pt modelId="{4964781E-1FF5-4B3A-88AD-3AEC916EB97B}">
      <dgm:prSet/>
      <dgm:spPr/>
      <dgm:t>
        <a:bodyPr/>
        <a:lstStyle/>
        <a:p>
          <a:r>
            <a:rPr lang="ru-RU" b="0" i="0"/>
            <a:t>В. Липківський</a:t>
          </a:r>
          <a:endParaRPr lang="uk-UA"/>
        </a:p>
      </dgm:t>
    </dgm:pt>
    <dgm:pt modelId="{DF130F5F-137F-4187-911F-82C54417038A}" type="parTrans" cxnId="{FC46F022-EC51-4CB8-823E-EFDF659AC49C}">
      <dgm:prSet/>
      <dgm:spPr/>
      <dgm:t>
        <a:bodyPr/>
        <a:lstStyle/>
        <a:p>
          <a:endParaRPr lang="uk-UA"/>
        </a:p>
      </dgm:t>
    </dgm:pt>
    <dgm:pt modelId="{AE28B9B8-C9DC-4E5D-A540-E009DC566BCA}" type="sibTrans" cxnId="{FC46F022-EC51-4CB8-823E-EFDF659AC49C}">
      <dgm:prSet/>
      <dgm:spPr/>
      <dgm:t>
        <a:bodyPr/>
        <a:lstStyle/>
        <a:p>
          <a:endParaRPr lang="uk-UA"/>
        </a:p>
      </dgm:t>
    </dgm:pt>
    <dgm:pt modelId="{B4784A32-D55C-40B0-8F32-09F808897C1F}">
      <dgm:prSet/>
      <dgm:spPr/>
      <dgm:t>
        <a:bodyPr/>
        <a:lstStyle/>
        <a:p>
          <a:r>
            <a:rPr lang="ru-RU" b="0" i="0"/>
            <a:t>К. Левицький</a:t>
          </a:r>
          <a:endParaRPr lang="uk-UA"/>
        </a:p>
      </dgm:t>
    </dgm:pt>
    <dgm:pt modelId="{921869FA-A2E7-4CB8-A5E1-D8FEE1EF7EF2}" type="parTrans" cxnId="{7963A422-AF51-4E4B-8635-CBDAA492538C}">
      <dgm:prSet/>
      <dgm:spPr/>
      <dgm:t>
        <a:bodyPr/>
        <a:lstStyle/>
        <a:p>
          <a:endParaRPr lang="uk-UA"/>
        </a:p>
      </dgm:t>
    </dgm:pt>
    <dgm:pt modelId="{32659164-8F70-454B-B49F-4452D4F5A901}" type="sibTrans" cxnId="{7963A422-AF51-4E4B-8635-CBDAA492538C}">
      <dgm:prSet/>
      <dgm:spPr/>
      <dgm:t>
        <a:bodyPr/>
        <a:lstStyle/>
        <a:p>
          <a:endParaRPr lang="uk-UA"/>
        </a:p>
      </dgm:t>
    </dgm:pt>
    <dgm:pt modelId="{ED0B8C84-F89B-4337-B619-8CCE83258B91}" type="pres">
      <dgm:prSet presAssocID="{A0AB004E-4211-4961-90F6-D1FBCC839FF6}" presName="compositeShape" presStyleCnt="0">
        <dgm:presLayoutVars>
          <dgm:chMax val="7"/>
          <dgm:dir/>
          <dgm:resizeHandles val="exact"/>
        </dgm:presLayoutVars>
      </dgm:prSet>
      <dgm:spPr/>
    </dgm:pt>
    <dgm:pt modelId="{EA5A86E0-A46E-412E-8AA7-46A764D2892D}" type="pres">
      <dgm:prSet presAssocID="{CB837502-63DB-4460-8D8E-06CF407E4055}" presName="circ1" presStyleLbl="vennNode1" presStyleIdx="0" presStyleCnt="7"/>
      <dgm:spPr/>
    </dgm:pt>
    <dgm:pt modelId="{0319A045-D44B-4F94-BED6-FE772BD6E8EB}" type="pres">
      <dgm:prSet presAssocID="{CB837502-63DB-4460-8D8E-06CF407E4055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23D11E1-AD37-413B-A774-88006AE7E5B0}" type="pres">
      <dgm:prSet presAssocID="{DC8F8837-A67C-4930-B12E-15ACB83E801D}" presName="circ2" presStyleLbl="vennNode1" presStyleIdx="1" presStyleCnt="7"/>
      <dgm:spPr/>
    </dgm:pt>
    <dgm:pt modelId="{72A70164-0890-4094-88BF-E04525569B65}" type="pres">
      <dgm:prSet presAssocID="{DC8F8837-A67C-4930-B12E-15ACB83E801D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E0BB207F-218D-4707-B4B4-81259A465BC9}" type="pres">
      <dgm:prSet presAssocID="{9D144820-20D7-4CBA-9A4E-C728541D2EFF}" presName="circ3" presStyleLbl="vennNode1" presStyleIdx="2" presStyleCnt="7"/>
      <dgm:spPr/>
    </dgm:pt>
    <dgm:pt modelId="{027216AC-B27D-4820-A684-DFD150B1BBDD}" type="pres">
      <dgm:prSet presAssocID="{9D144820-20D7-4CBA-9A4E-C728541D2EFF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429D08C-B6BC-4DF9-8C3E-FB4E29A2E51B}" type="pres">
      <dgm:prSet presAssocID="{F87B3976-3AB6-4093-90A4-304C333C687C}" presName="circ4" presStyleLbl="vennNode1" presStyleIdx="3" presStyleCnt="7"/>
      <dgm:spPr/>
    </dgm:pt>
    <dgm:pt modelId="{62F886F9-0B56-4288-B4F5-3C2EDA510131}" type="pres">
      <dgm:prSet presAssocID="{F87B3976-3AB6-4093-90A4-304C333C687C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5477FF8-5980-43BB-89A3-7EC9746AAFD0}" type="pres">
      <dgm:prSet presAssocID="{A760BE7A-6A89-450B-9AFF-6510D75BC5AC}" presName="circ5" presStyleLbl="vennNode1" presStyleIdx="4" presStyleCnt="7"/>
      <dgm:spPr/>
    </dgm:pt>
    <dgm:pt modelId="{9E027B64-07CC-4BEA-B291-5E6D3C011C42}" type="pres">
      <dgm:prSet presAssocID="{A760BE7A-6A89-450B-9AFF-6510D75BC5AC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2641F5B-F6E9-4F0C-A442-7A49B1746C54}" type="pres">
      <dgm:prSet presAssocID="{4964781E-1FF5-4B3A-88AD-3AEC916EB97B}" presName="circ6" presStyleLbl="vennNode1" presStyleIdx="5" presStyleCnt="7"/>
      <dgm:spPr/>
    </dgm:pt>
    <dgm:pt modelId="{FF3AE57E-A974-4ED8-BEF9-E96B528013FD}" type="pres">
      <dgm:prSet presAssocID="{4964781E-1FF5-4B3A-88AD-3AEC916EB97B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D86D52A-EC8F-4E67-B157-DA0520E8DF3D}" type="pres">
      <dgm:prSet presAssocID="{B4784A32-D55C-40B0-8F32-09F808897C1F}" presName="circ7" presStyleLbl="vennNode1" presStyleIdx="6" presStyleCnt="7"/>
      <dgm:spPr/>
    </dgm:pt>
    <dgm:pt modelId="{11EF8E33-35F7-4AB3-B973-632CBF3ED103}" type="pres">
      <dgm:prSet presAssocID="{B4784A32-D55C-40B0-8F32-09F808897C1F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6FDF120-C1D6-4062-AE3B-D047E8D8D773}" srcId="{A0AB004E-4211-4961-90F6-D1FBCC839FF6}" destId="{CB837502-63DB-4460-8D8E-06CF407E4055}" srcOrd="0" destOrd="0" parTransId="{E123D9B5-8B8F-4ED4-8862-04DC2A482C1D}" sibTransId="{D6F59DB3-AA76-406E-BE08-DD65735E8404}"/>
    <dgm:cxn modelId="{7963A422-AF51-4E4B-8635-CBDAA492538C}" srcId="{A0AB004E-4211-4961-90F6-D1FBCC839FF6}" destId="{B4784A32-D55C-40B0-8F32-09F808897C1F}" srcOrd="6" destOrd="0" parTransId="{921869FA-A2E7-4CB8-A5E1-D8FEE1EF7EF2}" sibTransId="{32659164-8F70-454B-B49F-4452D4F5A901}"/>
    <dgm:cxn modelId="{FC46F022-EC51-4CB8-823E-EFDF659AC49C}" srcId="{A0AB004E-4211-4961-90F6-D1FBCC839FF6}" destId="{4964781E-1FF5-4B3A-88AD-3AEC916EB97B}" srcOrd="5" destOrd="0" parTransId="{DF130F5F-137F-4187-911F-82C54417038A}" sibTransId="{AE28B9B8-C9DC-4E5D-A540-E009DC566BCA}"/>
    <dgm:cxn modelId="{F7B4B62E-CDE8-4C8C-8E7F-21EDDFC205DB}" type="presOf" srcId="{F87B3976-3AB6-4093-90A4-304C333C687C}" destId="{62F886F9-0B56-4288-B4F5-3C2EDA510131}" srcOrd="0" destOrd="0" presId="urn:microsoft.com/office/officeart/2005/8/layout/venn1"/>
    <dgm:cxn modelId="{3992C831-6D34-460C-B540-7000EC6A2A07}" type="presOf" srcId="{4964781E-1FF5-4B3A-88AD-3AEC916EB97B}" destId="{FF3AE57E-A974-4ED8-BEF9-E96B528013FD}" srcOrd="0" destOrd="0" presId="urn:microsoft.com/office/officeart/2005/8/layout/venn1"/>
    <dgm:cxn modelId="{764B2444-68EE-42F2-A186-BE8BE7DC342C}" type="presOf" srcId="{A760BE7A-6A89-450B-9AFF-6510D75BC5AC}" destId="{9E027B64-07CC-4BEA-B291-5E6D3C011C42}" srcOrd="0" destOrd="0" presId="urn:microsoft.com/office/officeart/2005/8/layout/venn1"/>
    <dgm:cxn modelId="{79DD8A6B-A0EF-4B93-A54E-D0B7817EF7B0}" type="presOf" srcId="{9D144820-20D7-4CBA-9A4E-C728541D2EFF}" destId="{027216AC-B27D-4820-A684-DFD150B1BBDD}" srcOrd="0" destOrd="0" presId="urn:microsoft.com/office/officeart/2005/8/layout/venn1"/>
    <dgm:cxn modelId="{A4B66685-71F2-4683-8A89-6F0A94C1ABC6}" srcId="{A0AB004E-4211-4961-90F6-D1FBCC839FF6}" destId="{F87B3976-3AB6-4093-90A4-304C333C687C}" srcOrd="3" destOrd="0" parTransId="{EC68EF59-5008-4359-8241-DD0958124650}" sibTransId="{0A9968AF-CC41-4D47-B848-1A9F5997C1D4}"/>
    <dgm:cxn modelId="{E2EFFC94-DD5F-454A-8267-CEB8D6A35388}" srcId="{A0AB004E-4211-4961-90F6-D1FBCC839FF6}" destId="{9D144820-20D7-4CBA-9A4E-C728541D2EFF}" srcOrd="2" destOrd="0" parTransId="{E6746068-8D7F-4D3E-BFA4-79FAC5B341F3}" sibTransId="{2AA6C911-349C-4F76-894A-438CB0EAED5E}"/>
    <dgm:cxn modelId="{46E8219A-7725-477F-AE58-65B4B4B6105A}" type="presOf" srcId="{DC8F8837-A67C-4930-B12E-15ACB83E801D}" destId="{72A70164-0890-4094-88BF-E04525569B65}" srcOrd="0" destOrd="0" presId="urn:microsoft.com/office/officeart/2005/8/layout/venn1"/>
    <dgm:cxn modelId="{4C2917A2-9BB0-4B15-A187-E60DAD3B29BC}" type="presOf" srcId="{B4784A32-D55C-40B0-8F32-09F808897C1F}" destId="{11EF8E33-35F7-4AB3-B973-632CBF3ED103}" srcOrd="0" destOrd="0" presId="urn:microsoft.com/office/officeart/2005/8/layout/venn1"/>
    <dgm:cxn modelId="{567EA8A8-3881-4696-B2F5-5960C7326AAA}" type="presOf" srcId="{A0AB004E-4211-4961-90F6-D1FBCC839FF6}" destId="{ED0B8C84-F89B-4337-B619-8CCE83258B91}" srcOrd="0" destOrd="0" presId="urn:microsoft.com/office/officeart/2005/8/layout/venn1"/>
    <dgm:cxn modelId="{582F0BDE-7FFE-4F25-90A2-7A2C9C412A91}" srcId="{A0AB004E-4211-4961-90F6-D1FBCC839FF6}" destId="{DC8F8837-A67C-4930-B12E-15ACB83E801D}" srcOrd="1" destOrd="0" parTransId="{D0BDFB2F-CD31-4CE4-9D08-0E8E6933AD58}" sibTransId="{F0309118-39C5-49B7-8C88-AAC8D5C6EC7A}"/>
    <dgm:cxn modelId="{736674F4-FA50-487D-84F8-AF10B8BAD9A9}" type="presOf" srcId="{CB837502-63DB-4460-8D8E-06CF407E4055}" destId="{0319A045-D44B-4F94-BED6-FE772BD6E8EB}" srcOrd="0" destOrd="0" presId="urn:microsoft.com/office/officeart/2005/8/layout/venn1"/>
    <dgm:cxn modelId="{DB8634F6-7853-41AB-B677-F7D0BAEFB5F5}" srcId="{A0AB004E-4211-4961-90F6-D1FBCC839FF6}" destId="{A760BE7A-6A89-450B-9AFF-6510D75BC5AC}" srcOrd="4" destOrd="0" parTransId="{DE2A6FD1-BB52-455D-8B08-A5755434B7DE}" sibTransId="{6530FA31-EFEA-488D-ADBF-647FD5CADA34}"/>
    <dgm:cxn modelId="{1A058B31-5408-4FAA-AFBA-A96175836EEB}" type="presParOf" srcId="{ED0B8C84-F89B-4337-B619-8CCE83258B91}" destId="{EA5A86E0-A46E-412E-8AA7-46A764D2892D}" srcOrd="0" destOrd="0" presId="urn:microsoft.com/office/officeart/2005/8/layout/venn1"/>
    <dgm:cxn modelId="{25E399EE-BDAC-4D03-A6C4-3FEEFB80B76E}" type="presParOf" srcId="{ED0B8C84-F89B-4337-B619-8CCE83258B91}" destId="{0319A045-D44B-4F94-BED6-FE772BD6E8EB}" srcOrd="1" destOrd="0" presId="urn:microsoft.com/office/officeart/2005/8/layout/venn1"/>
    <dgm:cxn modelId="{AE4087F5-0427-4F5D-A46F-C56207139FB0}" type="presParOf" srcId="{ED0B8C84-F89B-4337-B619-8CCE83258B91}" destId="{A23D11E1-AD37-413B-A774-88006AE7E5B0}" srcOrd="2" destOrd="0" presId="urn:microsoft.com/office/officeart/2005/8/layout/venn1"/>
    <dgm:cxn modelId="{46564312-4F76-4846-8D20-33BA3274770B}" type="presParOf" srcId="{ED0B8C84-F89B-4337-B619-8CCE83258B91}" destId="{72A70164-0890-4094-88BF-E04525569B65}" srcOrd="3" destOrd="0" presId="urn:microsoft.com/office/officeart/2005/8/layout/venn1"/>
    <dgm:cxn modelId="{01E529CE-FD74-4654-95EB-988F9A7F08B4}" type="presParOf" srcId="{ED0B8C84-F89B-4337-B619-8CCE83258B91}" destId="{E0BB207F-218D-4707-B4B4-81259A465BC9}" srcOrd="4" destOrd="0" presId="urn:microsoft.com/office/officeart/2005/8/layout/venn1"/>
    <dgm:cxn modelId="{808676F8-A7C4-43AB-B5CC-9C763749BAE1}" type="presParOf" srcId="{ED0B8C84-F89B-4337-B619-8CCE83258B91}" destId="{027216AC-B27D-4820-A684-DFD150B1BBDD}" srcOrd="5" destOrd="0" presId="urn:microsoft.com/office/officeart/2005/8/layout/venn1"/>
    <dgm:cxn modelId="{362F2F79-A664-4214-B5A5-7E4092F70564}" type="presParOf" srcId="{ED0B8C84-F89B-4337-B619-8CCE83258B91}" destId="{7429D08C-B6BC-4DF9-8C3E-FB4E29A2E51B}" srcOrd="6" destOrd="0" presId="urn:microsoft.com/office/officeart/2005/8/layout/venn1"/>
    <dgm:cxn modelId="{0FAFCB43-43EA-40F1-9BE8-E3260418A03A}" type="presParOf" srcId="{ED0B8C84-F89B-4337-B619-8CCE83258B91}" destId="{62F886F9-0B56-4288-B4F5-3C2EDA510131}" srcOrd="7" destOrd="0" presId="urn:microsoft.com/office/officeart/2005/8/layout/venn1"/>
    <dgm:cxn modelId="{61D27594-C7C2-46C5-A158-58D5ADAF0FF3}" type="presParOf" srcId="{ED0B8C84-F89B-4337-B619-8CCE83258B91}" destId="{D5477FF8-5980-43BB-89A3-7EC9746AAFD0}" srcOrd="8" destOrd="0" presId="urn:microsoft.com/office/officeart/2005/8/layout/venn1"/>
    <dgm:cxn modelId="{92938C6C-8841-4ACB-8D61-8101BECFCD47}" type="presParOf" srcId="{ED0B8C84-F89B-4337-B619-8CCE83258B91}" destId="{9E027B64-07CC-4BEA-B291-5E6D3C011C42}" srcOrd="9" destOrd="0" presId="urn:microsoft.com/office/officeart/2005/8/layout/venn1"/>
    <dgm:cxn modelId="{F4C21219-9DFC-4408-BE67-EC3999481763}" type="presParOf" srcId="{ED0B8C84-F89B-4337-B619-8CCE83258B91}" destId="{42641F5B-F6E9-4F0C-A442-7A49B1746C54}" srcOrd="10" destOrd="0" presId="urn:microsoft.com/office/officeart/2005/8/layout/venn1"/>
    <dgm:cxn modelId="{80E53F80-EAD3-4445-84C4-8BD517912560}" type="presParOf" srcId="{ED0B8C84-F89B-4337-B619-8CCE83258B91}" destId="{FF3AE57E-A974-4ED8-BEF9-E96B528013FD}" srcOrd="11" destOrd="0" presId="urn:microsoft.com/office/officeart/2005/8/layout/venn1"/>
    <dgm:cxn modelId="{097DAA1E-409B-425D-BA3C-D0C770709E24}" type="presParOf" srcId="{ED0B8C84-F89B-4337-B619-8CCE83258B91}" destId="{0D86D52A-EC8F-4E67-B157-DA0520E8DF3D}" srcOrd="12" destOrd="0" presId="urn:microsoft.com/office/officeart/2005/8/layout/venn1"/>
    <dgm:cxn modelId="{E996DF9A-2E7B-411C-A1E4-F505809CE4B7}" type="presParOf" srcId="{ED0B8C84-F89B-4337-B619-8CCE83258B91}" destId="{11EF8E33-35F7-4AB3-B973-632CBF3ED103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12A7EB17-B5BA-471A-BCA2-4AB2E66E81E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6C448EA-183B-499A-99FB-F04409EEB682}">
      <dgm:prSet/>
      <dgm:spPr/>
      <dgm:t>
        <a:bodyPr/>
        <a:lstStyle/>
        <a:p>
          <a:r>
            <a:rPr lang="ru-RU" b="0" i="0"/>
            <a:t>«Брусиловський прорив».</a:t>
          </a:r>
          <a:endParaRPr lang="uk-UA"/>
        </a:p>
      </dgm:t>
    </dgm:pt>
    <dgm:pt modelId="{BD5B64C7-A2EA-4817-B67E-FFB78A5062D1}" type="parTrans" cxnId="{514E1201-E3D5-47C1-9EDA-64862B36A195}">
      <dgm:prSet/>
      <dgm:spPr/>
      <dgm:t>
        <a:bodyPr/>
        <a:lstStyle/>
        <a:p>
          <a:endParaRPr lang="uk-UA"/>
        </a:p>
      </dgm:t>
    </dgm:pt>
    <dgm:pt modelId="{3EC9C86F-AA77-4B9C-97C0-4BCB449A9A09}" type="sibTrans" cxnId="{514E1201-E3D5-47C1-9EDA-64862B36A195}">
      <dgm:prSet/>
      <dgm:spPr/>
      <dgm:t>
        <a:bodyPr/>
        <a:lstStyle/>
        <a:p>
          <a:endParaRPr lang="uk-UA"/>
        </a:p>
      </dgm:t>
    </dgm:pt>
    <dgm:pt modelId="{3D2DECFC-775F-4B3D-8838-E5ACECB89D43}">
      <dgm:prSet/>
      <dgm:spPr/>
      <dgm:t>
        <a:bodyPr/>
        <a:lstStyle/>
        <a:p>
          <a:r>
            <a:rPr lang="ru-RU" b="0" i="0"/>
            <a:t>«Київська катастрофа».</a:t>
          </a:r>
          <a:endParaRPr lang="uk-UA"/>
        </a:p>
      </dgm:t>
    </dgm:pt>
    <dgm:pt modelId="{6F9ADBD2-3C40-46A3-A80E-10ABA55F7E35}" type="parTrans" cxnId="{820166AA-D863-4FEC-95F8-C6D7B1C5173F}">
      <dgm:prSet/>
      <dgm:spPr/>
      <dgm:t>
        <a:bodyPr/>
        <a:lstStyle/>
        <a:p>
          <a:endParaRPr lang="uk-UA"/>
        </a:p>
      </dgm:t>
    </dgm:pt>
    <dgm:pt modelId="{EAEB5E8A-211C-4CC1-8458-E5DC9FDD0A8E}" type="sibTrans" cxnId="{820166AA-D863-4FEC-95F8-C6D7B1C5173F}">
      <dgm:prSet/>
      <dgm:spPr/>
      <dgm:t>
        <a:bodyPr/>
        <a:lstStyle/>
        <a:p>
          <a:endParaRPr lang="uk-UA"/>
        </a:p>
      </dgm:t>
    </dgm:pt>
    <dgm:pt modelId="{1593910F-48E9-45D1-BBC1-3A9305AAB878}">
      <dgm:prSet/>
      <dgm:spPr/>
      <dgm:t>
        <a:bodyPr/>
        <a:lstStyle/>
        <a:p>
          <a:r>
            <a:rPr lang="ru-RU" b="0" i="0"/>
            <a:t>«Чортківська офензива».</a:t>
          </a:r>
          <a:endParaRPr lang="uk-UA"/>
        </a:p>
      </dgm:t>
    </dgm:pt>
    <dgm:pt modelId="{7000E779-3DEC-4BEC-886E-10D8C4F9CF79}" type="parTrans" cxnId="{DEEDEE9F-25AC-4E86-B0D8-60CDC8E787D9}">
      <dgm:prSet/>
      <dgm:spPr/>
      <dgm:t>
        <a:bodyPr/>
        <a:lstStyle/>
        <a:p>
          <a:endParaRPr lang="uk-UA"/>
        </a:p>
      </dgm:t>
    </dgm:pt>
    <dgm:pt modelId="{38148FE6-D72D-48D0-BABE-82F2DA48ED41}" type="sibTrans" cxnId="{DEEDEE9F-25AC-4E86-B0D8-60CDC8E787D9}">
      <dgm:prSet/>
      <dgm:spPr/>
      <dgm:t>
        <a:bodyPr/>
        <a:lstStyle/>
        <a:p>
          <a:endParaRPr lang="uk-UA"/>
        </a:p>
      </dgm:t>
    </dgm:pt>
    <dgm:pt modelId="{9DCAA248-9D75-4EF2-8417-45CC1C6A7074}">
      <dgm:prSet/>
      <dgm:spPr/>
      <dgm:t>
        <a:bodyPr/>
        <a:lstStyle/>
        <a:p>
          <a:r>
            <a:rPr lang="ru-RU" b="0" i="0"/>
            <a:t>«Зимовий похід».</a:t>
          </a:r>
          <a:endParaRPr lang="uk-UA"/>
        </a:p>
      </dgm:t>
    </dgm:pt>
    <dgm:pt modelId="{F6EF2CD8-D9D6-4ACF-A660-D579D82FB583}" type="parTrans" cxnId="{05D99123-1C4C-4293-9AB5-20CC96D50534}">
      <dgm:prSet/>
      <dgm:spPr/>
      <dgm:t>
        <a:bodyPr/>
        <a:lstStyle/>
        <a:p>
          <a:endParaRPr lang="uk-UA"/>
        </a:p>
      </dgm:t>
    </dgm:pt>
    <dgm:pt modelId="{7089529E-64C1-4BAC-964A-AB6BA221FCF3}" type="sibTrans" cxnId="{05D99123-1C4C-4293-9AB5-20CC96D50534}">
      <dgm:prSet/>
      <dgm:spPr/>
      <dgm:t>
        <a:bodyPr/>
        <a:lstStyle/>
        <a:p>
          <a:endParaRPr lang="uk-UA"/>
        </a:p>
      </dgm:t>
    </dgm:pt>
    <dgm:pt modelId="{F1C5EF2B-B538-4DD3-B41C-D9A172CC20C5}" type="pres">
      <dgm:prSet presAssocID="{12A7EB17-B5BA-471A-BCA2-4AB2E66E81E3}" presName="linear" presStyleCnt="0">
        <dgm:presLayoutVars>
          <dgm:animLvl val="lvl"/>
          <dgm:resizeHandles val="exact"/>
        </dgm:presLayoutVars>
      </dgm:prSet>
      <dgm:spPr/>
    </dgm:pt>
    <dgm:pt modelId="{9C2A093B-0969-4C8D-A5DC-4E2B24F22D0C}" type="pres">
      <dgm:prSet presAssocID="{B6C448EA-183B-499A-99FB-F04409EEB68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9D5F472-FD44-40B7-ABC7-3C69C90BB0B7}" type="pres">
      <dgm:prSet presAssocID="{3EC9C86F-AA77-4B9C-97C0-4BCB449A9A09}" presName="spacer" presStyleCnt="0"/>
      <dgm:spPr/>
    </dgm:pt>
    <dgm:pt modelId="{79D9A697-8C8E-4047-9CA9-F4670B68DA93}" type="pres">
      <dgm:prSet presAssocID="{3D2DECFC-775F-4B3D-8838-E5ACECB89D4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40F5C3B-3F79-4BE5-A5B4-61C4FEA1A2BF}" type="pres">
      <dgm:prSet presAssocID="{EAEB5E8A-211C-4CC1-8458-E5DC9FDD0A8E}" presName="spacer" presStyleCnt="0"/>
      <dgm:spPr/>
    </dgm:pt>
    <dgm:pt modelId="{C0BEB886-D1F8-4E98-9D54-56794A1C2023}" type="pres">
      <dgm:prSet presAssocID="{1593910F-48E9-45D1-BBC1-3A9305AAB87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A33D8E4-6DE8-4FED-96A9-57A14DCB6473}" type="pres">
      <dgm:prSet presAssocID="{38148FE6-D72D-48D0-BABE-82F2DA48ED41}" presName="spacer" presStyleCnt="0"/>
      <dgm:spPr/>
    </dgm:pt>
    <dgm:pt modelId="{016A260B-C3EC-4002-9539-5EE94B0587D1}" type="pres">
      <dgm:prSet presAssocID="{9DCAA248-9D75-4EF2-8417-45CC1C6A707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14E1201-E3D5-47C1-9EDA-64862B36A195}" srcId="{12A7EB17-B5BA-471A-BCA2-4AB2E66E81E3}" destId="{B6C448EA-183B-499A-99FB-F04409EEB682}" srcOrd="0" destOrd="0" parTransId="{BD5B64C7-A2EA-4817-B67E-FFB78A5062D1}" sibTransId="{3EC9C86F-AA77-4B9C-97C0-4BCB449A9A09}"/>
    <dgm:cxn modelId="{8B831E06-7DE9-4A51-97BF-CE1D1EA71B63}" type="presOf" srcId="{1593910F-48E9-45D1-BBC1-3A9305AAB878}" destId="{C0BEB886-D1F8-4E98-9D54-56794A1C2023}" srcOrd="0" destOrd="0" presId="urn:microsoft.com/office/officeart/2005/8/layout/vList2"/>
    <dgm:cxn modelId="{05D99123-1C4C-4293-9AB5-20CC96D50534}" srcId="{12A7EB17-B5BA-471A-BCA2-4AB2E66E81E3}" destId="{9DCAA248-9D75-4EF2-8417-45CC1C6A7074}" srcOrd="3" destOrd="0" parTransId="{F6EF2CD8-D9D6-4ACF-A660-D579D82FB583}" sibTransId="{7089529E-64C1-4BAC-964A-AB6BA221FCF3}"/>
    <dgm:cxn modelId="{F0C51A58-BCD9-484B-A155-F37C2485E9F4}" type="presOf" srcId="{B6C448EA-183B-499A-99FB-F04409EEB682}" destId="{9C2A093B-0969-4C8D-A5DC-4E2B24F22D0C}" srcOrd="0" destOrd="0" presId="urn:microsoft.com/office/officeart/2005/8/layout/vList2"/>
    <dgm:cxn modelId="{894F0085-85F5-43F3-B3CE-B20FFA62E198}" type="presOf" srcId="{12A7EB17-B5BA-471A-BCA2-4AB2E66E81E3}" destId="{F1C5EF2B-B538-4DD3-B41C-D9A172CC20C5}" srcOrd="0" destOrd="0" presId="urn:microsoft.com/office/officeart/2005/8/layout/vList2"/>
    <dgm:cxn modelId="{C7176F99-E2C4-4414-AABB-3E6FA7F8EF2A}" type="presOf" srcId="{9DCAA248-9D75-4EF2-8417-45CC1C6A7074}" destId="{016A260B-C3EC-4002-9539-5EE94B0587D1}" srcOrd="0" destOrd="0" presId="urn:microsoft.com/office/officeart/2005/8/layout/vList2"/>
    <dgm:cxn modelId="{DEEDEE9F-25AC-4E86-B0D8-60CDC8E787D9}" srcId="{12A7EB17-B5BA-471A-BCA2-4AB2E66E81E3}" destId="{1593910F-48E9-45D1-BBC1-3A9305AAB878}" srcOrd="2" destOrd="0" parTransId="{7000E779-3DEC-4BEC-886E-10D8C4F9CF79}" sibTransId="{38148FE6-D72D-48D0-BABE-82F2DA48ED41}"/>
    <dgm:cxn modelId="{820166AA-D863-4FEC-95F8-C6D7B1C5173F}" srcId="{12A7EB17-B5BA-471A-BCA2-4AB2E66E81E3}" destId="{3D2DECFC-775F-4B3D-8838-E5ACECB89D43}" srcOrd="1" destOrd="0" parTransId="{6F9ADBD2-3C40-46A3-A80E-10ABA55F7E35}" sibTransId="{EAEB5E8A-211C-4CC1-8458-E5DC9FDD0A8E}"/>
    <dgm:cxn modelId="{2CFC55BD-06DE-431B-9706-88D3C8F4A350}" type="presOf" srcId="{3D2DECFC-775F-4B3D-8838-E5ACECB89D43}" destId="{79D9A697-8C8E-4047-9CA9-F4670B68DA93}" srcOrd="0" destOrd="0" presId="urn:microsoft.com/office/officeart/2005/8/layout/vList2"/>
    <dgm:cxn modelId="{B4A3B248-66D3-461F-AA29-C8524F8ED587}" type="presParOf" srcId="{F1C5EF2B-B538-4DD3-B41C-D9A172CC20C5}" destId="{9C2A093B-0969-4C8D-A5DC-4E2B24F22D0C}" srcOrd="0" destOrd="0" presId="urn:microsoft.com/office/officeart/2005/8/layout/vList2"/>
    <dgm:cxn modelId="{F3F07A82-FFD6-43F8-B50C-41DC5DCAC373}" type="presParOf" srcId="{F1C5EF2B-B538-4DD3-B41C-D9A172CC20C5}" destId="{09D5F472-FD44-40B7-ABC7-3C69C90BB0B7}" srcOrd="1" destOrd="0" presId="urn:microsoft.com/office/officeart/2005/8/layout/vList2"/>
    <dgm:cxn modelId="{124CA599-35A3-4578-B1DD-AF5B4CD43140}" type="presParOf" srcId="{F1C5EF2B-B538-4DD3-B41C-D9A172CC20C5}" destId="{79D9A697-8C8E-4047-9CA9-F4670B68DA93}" srcOrd="2" destOrd="0" presId="urn:microsoft.com/office/officeart/2005/8/layout/vList2"/>
    <dgm:cxn modelId="{9466E774-C974-4229-BCBB-30AF5A877F7D}" type="presParOf" srcId="{F1C5EF2B-B538-4DD3-B41C-D9A172CC20C5}" destId="{140F5C3B-3F79-4BE5-A5B4-61C4FEA1A2BF}" srcOrd="3" destOrd="0" presId="urn:microsoft.com/office/officeart/2005/8/layout/vList2"/>
    <dgm:cxn modelId="{6C01068D-066C-4C21-A1DE-A19CC4715B1C}" type="presParOf" srcId="{F1C5EF2B-B538-4DD3-B41C-D9A172CC20C5}" destId="{C0BEB886-D1F8-4E98-9D54-56794A1C2023}" srcOrd="4" destOrd="0" presId="urn:microsoft.com/office/officeart/2005/8/layout/vList2"/>
    <dgm:cxn modelId="{9FBAA55D-CB8F-44F1-A62F-D95E9263D43F}" type="presParOf" srcId="{F1C5EF2B-B538-4DD3-B41C-D9A172CC20C5}" destId="{0A33D8E4-6DE8-4FED-96A9-57A14DCB6473}" srcOrd="5" destOrd="0" presId="urn:microsoft.com/office/officeart/2005/8/layout/vList2"/>
    <dgm:cxn modelId="{1640553E-DD4C-4186-B446-D11D56649A7D}" type="presParOf" srcId="{F1C5EF2B-B538-4DD3-B41C-D9A172CC20C5}" destId="{016A260B-C3EC-4002-9539-5EE94B0587D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54DB1391-8A91-46DB-B157-046BFF96319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B54A65D-4982-4EDF-BD2F-427C377C8CF6}">
      <dgm:prSet/>
      <dgm:spPr/>
      <dgm:t>
        <a:bodyPr/>
        <a:lstStyle/>
        <a:p>
          <a:r>
            <a:rPr lang="uk-UA" b="0" i="1"/>
            <a:t>«…Україна стає Українською Народною Республікою. Не відділяючись від республіки Російської.., ми твердо станемо на нашій землі…»</a:t>
          </a:r>
          <a:endParaRPr lang="uk-UA"/>
        </a:p>
      </dgm:t>
    </dgm:pt>
    <dgm:pt modelId="{5DE7C8C9-D6F7-4469-BE40-45843DF69E12}" type="parTrans" cxnId="{D91785E4-92AD-4667-9D4B-4D350C13FC9D}">
      <dgm:prSet/>
      <dgm:spPr/>
      <dgm:t>
        <a:bodyPr/>
        <a:lstStyle/>
        <a:p>
          <a:endParaRPr lang="uk-UA"/>
        </a:p>
      </dgm:t>
    </dgm:pt>
    <dgm:pt modelId="{AFEFDF56-D0A8-4F58-A1B3-F7F6B43B7BEC}" type="sibTrans" cxnId="{D91785E4-92AD-4667-9D4B-4D350C13FC9D}">
      <dgm:prSet/>
      <dgm:spPr/>
      <dgm:t>
        <a:bodyPr/>
        <a:lstStyle/>
        <a:p>
          <a:endParaRPr lang="uk-UA"/>
        </a:p>
      </dgm:t>
    </dgm:pt>
    <dgm:pt modelId="{B1800AB7-7165-430A-AEFC-9916E0CBF287}">
      <dgm:prSet/>
      <dgm:spPr/>
      <dgm:t>
        <a:bodyPr/>
        <a:lstStyle/>
        <a:p>
          <a:r>
            <a:rPr lang="uk-UA" b="0" i="1"/>
            <a:t>«Цією грамотою я оголошую себе Гетьманом усієї України. …Центральна і Мала Рада з нинішнього дня розпускаються…»</a:t>
          </a:r>
          <a:endParaRPr lang="uk-UA"/>
        </a:p>
      </dgm:t>
    </dgm:pt>
    <dgm:pt modelId="{F8294C23-D1E9-4117-8DB0-4E8B94C9BB43}" type="parTrans" cxnId="{67CFC2CF-8C6D-4AD3-9B30-0D646561BD13}">
      <dgm:prSet/>
      <dgm:spPr/>
      <dgm:t>
        <a:bodyPr/>
        <a:lstStyle/>
        <a:p>
          <a:endParaRPr lang="uk-UA"/>
        </a:p>
      </dgm:t>
    </dgm:pt>
    <dgm:pt modelId="{1492C468-F7C6-4A57-9237-18B3B672E182}" type="sibTrans" cxnId="{67CFC2CF-8C6D-4AD3-9B30-0D646561BD13}">
      <dgm:prSet/>
      <dgm:spPr/>
      <dgm:t>
        <a:bodyPr/>
        <a:lstStyle/>
        <a:p>
          <a:endParaRPr lang="uk-UA"/>
        </a:p>
      </dgm:t>
    </dgm:pt>
    <dgm:pt modelId="{1AAEF60B-EDE9-4A57-B635-63CA5CC0478C}">
      <dgm:prSet/>
      <dgm:spPr/>
      <dgm:t>
        <a:bodyPr/>
        <a:lstStyle/>
        <a:p>
          <a:r>
            <a:rPr lang="uk-UA" b="0" i="1"/>
            <a:t>«…воєдино зливаються …частини єдиної України – Західноукраїнська Народна Республіка і Наддніпрянська Україна. Однині є єдина незалежна Українська Народна Республіка…»</a:t>
          </a:r>
          <a:endParaRPr lang="uk-UA"/>
        </a:p>
      </dgm:t>
    </dgm:pt>
    <dgm:pt modelId="{71C0782A-9187-4FC3-A233-130AB10CBC25}" type="parTrans" cxnId="{6071B085-4D8B-46C1-97F4-53FC5065D925}">
      <dgm:prSet/>
      <dgm:spPr/>
      <dgm:t>
        <a:bodyPr/>
        <a:lstStyle/>
        <a:p>
          <a:endParaRPr lang="uk-UA"/>
        </a:p>
      </dgm:t>
    </dgm:pt>
    <dgm:pt modelId="{5A2067BA-B446-4AE0-B789-CE7CEAE364BF}" type="sibTrans" cxnId="{6071B085-4D8B-46C1-97F4-53FC5065D925}">
      <dgm:prSet/>
      <dgm:spPr/>
      <dgm:t>
        <a:bodyPr/>
        <a:lstStyle/>
        <a:p>
          <a:endParaRPr lang="uk-UA"/>
        </a:p>
      </dgm:t>
    </dgm:pt>
    <dgm:pt modelId="{23D1B228-BD1B-4351-9BC1-BE3B13270237}">
      <dgm:prSet/>
      <dgm:spPr/>
      <dgm:t>
        <a:bodyPr/>
        <a:lstStyle/>
        <a:p>
          <a:r>
            <a:rPr lang="uk-UA" b="0" i="1"/>
            <a:t>«Однині Українська Народна Республіка стає самостійною, ні від нікого не залежною, суверенною державою українського народу…»</a:t>
          </a:r>
          <a:endParaRPr lang="uk-UA"/>
        </a:p>
      </dgm:t>
    </dgm:pt>
    <dgm:pt modelId="{07157DEB-B83E-4345-A8D0-DC7A12E59F28}" type="parTrans" cxnId="{CDF43523-C214-4797-8182-24D415B399DE}">
      <dgm:prSet/>
      <dgm:spPr/>
      <dgm:t>
        <a:bodyPr/>
        <a:lstStyle/>
        <a:p>
          <a:endParaRPr lang="uk-UA"/>
        </a:p>
      </dgm:t>
    </dgm:pt>
    <dgm:pt modelId="{731B3513-9BD5-47DD-B116-8E394A3451E2}" type="sibTrans" cxnId="{CDF43523-C214-4797-8182-24D415B399DE}">
      <dgm:prSet/>
      <dgm:spPr/>
      <dgm:t>
        <a:bodyPr/>
        <a:lstStyle/>
        <a:p>
          <a:endParaRPr lang="uk-UA"/>
        </a:p>
      </dgm:t>
    </dgm:pt>
    <dgm:pt modelId="{DFE01997-1312-41B3-B942-24AEF8F4F586}" type="pres">
      <dgm:prSet presAssocID="{54DB1391-8A91-46DB-B157-046BFF963199}" presName="linear" presStyleCnt="0">
        <dgm:presLayoutVars>
          <dgm:animLvl val="lvl"/>
          <dgm:resizeHandles val="exact"/>
        </dgm:presLayoutVars>
      </dgm:prSet>
      <dgm:spPr/>
    </dgm:pt>
    <dgm:pt modelId="{ED661E3A-30E4-4F33-98B8-CFC30048D3D6}" type="pres">
      <dgm:prSet presAssocID="{8B54A65D-4982-4EDF-BD2F-427C377C8CF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3A8BC86-1254-449F-878F-2D4767CB3CAB}" type="pres">
      <dgm:prSet presAssocID="{AFEFDF56-D0A8-4F58-A1B3-F7F6B43B7BEC}" presName="spacer" presStyleCnt="0"/>
      <dgm:spPr/>
    </dgm:pt>
    <dgm:pt modelId="{125531B5-40C3-466A-AFD4-23EFE84F5C52}" type="pres">
      <dgm:prSet presAssocID="{B1800AB7-7165-430A-AEFC-9916E0CBF28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D980D16-657B-498C-9A82-E7EBE5C13D50}" type="pres">
      <dgm:prSet presAssocID="{1492C468-F7C6-4A57-9237-18B3B672E182}" presName="spacer" presStyleCnt="0"/>
      <dgm:spPr/>
    </dgm:pt>
    <dgm:pt modelId="{23EFC22B-55E0-496B-ABDC-3741F74185F3}" type="pres">
      <dgm:prSet presAssocID="{1AAEF60B-EDE9-4A57-B635-63CA5CC0478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0DD5EFB-534B-44E6-A817-ABCC1CC20BEC}" type="pres">
      <dgm:prSet presAssocID="{5A2067BA-B446-4AE0-B789-CE7CEAE364BF}" presName="spacer" presStyleCnt="0"/>
      <dgm:spPr/>
    </dgm:pt>
    <dgm:pt modelId="{942AC8D6-F54C-4CFC-B8CF-45B538B456DB}" type="pres">
      <dgm:prSet presAssocID="{23D1B228-BD1B-4351-9BC1-BE3B1327023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57C3D03-E651-4341-B334-620458EB7D2B}" type="presOf" srcId="{54DB1391-8A91-46DB-B157-046BFF963199}" destId="{DFE01997-1312-41B3-B942-24AEF8F4F586}" srcOrd="0" destOrd="0" presId="urn:microsoft.com/office/officeart/2005/8/layout/vList2"/>
    <dgm:cxn modelId="{CDF43523-C214-4797-8182-24D415B399DE}" srcId="{54DB1391-8A91-46DB-B157-046BFF963199}" destId="{23D1B228-BD1B-4351-9BC1-BE3B13270237}" srcOrd="3" destOrd="0" parTransId="{07157DEB-B83E-4345-A8D0-DC7A12E59F28}" sibTransId="{731B3513-9BD5-47DD-B116-8E394A3451E2}"/>
    <dgm:cxn modelId="{4E53016C-0D6A-4ACA-A3C1-389CE78C83AE}" type="presOf" srcId="{8B54A65D-4982-4EDF-BD2F-427C377C8CF6}" destId="{ED661E3A-30E4-4F33-98B8-CFC30048D3D6}" srcOrd="0" destOrd="0" presId="urn:microsoft.com/office/officeart/2005/8/layout/vList2"/>
    <dgm:cxn modelId="{EFAE426F-28C4-491C-B972-02CECFFF536D}" type="presOf" srcId="{1AAEF60B-EDE9-4A57-B635-63CA5CC0478C}" destId="{23EFC22B-55E0-496B-ABDC-3741F74185F3}" srcOrd="0" destOrd="0" presId="urn:microsoft.com/office/officeart/2005/8/layout/vList2"/>
    <dgm:cxn modelId="{6071B085-4D8B-46C1-97F4-53FC5065D925}" srcId="{54DB1391-8A91-46DB-B157-046BFF963199}" destId="{1AAEF60B-EDE9-4A57-B635-63CA5CC0478C}" srcOrd="2" destOrd="0" parTransId="{71C0782A-9187-4FC3-A233-130AB10CBC25}" sibTransId="{5A2067BA-B446-4AE0-B789-CE7CEAE364BF}"/>
    <dgm:cxn modelId="{67CFC2CF-8C6D-4AD3-9B30-0D646561BD13}" srcId="{54DB1391-8A91-46DB-B157-046BFF963199}" destId="{B1800AB7-7165-430A-AEFC-9916E0CBF287}" srcOrd="1" destOrd="0" parTransId="{F8294C23-D1E9-4117-8DB0-4E8B94C9BB43}" sibTransId="{1492C468-F7C6-4A57-9237-18B3B672E182}"/>
    <dgm:cxn modelId="{2EBD13E0-21E9-4440-BE78-E8456EA11E7E}" type="presOf" srcId="{23D1B228-BD1B-4351-9BC1-BE3B13270237}" destId="{942AC8D6-F54C-4CFC-B8CF-45B538B456DB}" srcOrd="0" destOrd="0" presId="urn:microsoft.com/office/officeart/2005/8/layout/vList2"/>
    <dgm:cxn modelId="{D91785E4-92AD-4667-9D4B-4D350C13FC9D}" srcId="{54DB1391-8A91-46DB-B157-046BFF963199}" destId="{8B54A65D-4982-4EDF-BD2F-427C377C8CF6}" srcOrd="0" destOrd="0" parTransId="{5DE7C8C9-D6F7-4469-BE40-45843DF69E12}" sibTransId="{AFEFDF56-D0A8-4F58-A1B3-F7F6B43B7BEC}"/>
    <dgm:cxn modelId="{4876B1FD-7CD7-4D57-8868-9A9B77EEFE9A}" type="presOf" srcId="{B1800AB7-7165-430A-AEFC-9916E0CBF287}" destId="{125531B5-40C3-466A-AFD4-23EFE84F5C52}" srcOrd="0" destOrd="0" presId="urn:microsoft.com/office/officeart/2005/8/layout/vList2"/>
    <dgm:cxn modelId="{21A6C87C-1E64-4C09-922F-4EC503E256D3}" type="presParOf" srcId="{DFE01997-1312-41B3-B942-24AEF8F4F586}" destId="{ED661E3A-30E4-4F33-98B8-CFC30048D3D6}" srcOrd="0" destOrd="0" presId="urn:microsoft.com/office/officeart/2005/8/layout/vList2"/>
    <dgm:cxn modelId="{292C0A5E-B928-4E16-A1CB-6095EF94454F}" type="presParOf" srcId="{DFE01997-1312-41B3-B942-24AEF8F4F586}" destId="{E3A8BC86-1254-449F-878F-2D4767CB3CAB}" srcOrd="1" destOrd="0" presId="urn:microsoft.com/office/officeart/2005/8/layout/vList2"/>
    <dgm:cxn modelId="{32DE1DD6-F6EA-45C5-BA30-241C6332A687}" type="presParOf" srcId="{DFE01997-1312-41B3-B942-24AEF8F4F586}" destId="{125531B5-40C3-466A-AFD4-23EFE84F5C52}" srcOrd="2" destOrd="0" presId="urn:microsoft.com/office/officeart/2005/8/layout/vList2"/>
    <dgm:cxn modelId="{E7204A0B-0294-4ADD-815B-AA153C15F0EA}" type="presParOf" srcId="{DFE01997-1312-41B3-B942-24AEF8F4F586}" destId="{3D980D16-657B-498C-9A82-E7EBE5C13D50}" srcOrd="3" destOrd="0" presId="urn:microsoft.com/office/officeart/2005/8/layout/vList2"/>
    <dgm:cxn modelId="{6AD4506A-296D-4C63-A8B1-D17131538D73}" type="presParOf" srcId="{DFE01997-1312-41B3-B942-24AEF8F4F586}" destId="{23EFC22B-55E0-496B-ABDC-3741F74185F3}" srcOrd="4" destOrd="0" presId="urn:microsoft.com/office/officeart/2005/8/layout/vList2"/>
    <dgm:cxn modelId="{88F30983-21F1-472E-9F0E-694D82FA98D9}" type="presParOf" srcId="{DFE01997-1312-41B3-B942-24AEF8F4F586}" destId="{E0DD5EFB-534B-44E6-A817-ABCC1CC20BEC}" srcOrd="5" destOrd="0" presId="urn:microsoft.com/office/officeart/2005/8/layout/vList2"/>
    <dgm:cxn modelId="{C400F249-10CC-46AF-AEC9-86E7C854DF84}" type="presParOf" srcId="{DFE01997-1312-41B3-B942-24AEF8F4F586}" destId="{942AC8D6-F54C-4CFC-B8CF-45B538B456D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1AA8197E-066D-4F9D-B5D4-857C0A486ED6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F77DBE6-E04B-4C76-8F35-034FFDACBD1B}">
      <dgm:prSet/>
      <dgm:spPr/>
      <dgm:t>
        <a:bodyPr/>
        <a:lstStyle/>
        <a:p>
          <a:r>
            <a:rPr lang="ru-RU" b="0" i="0"/>
            <a:t>липень 1917 р.</a:t>
          </a:r>
          <a:endParaRPr lang="uk-UA"/>
        </a:p>
      </dgm:t>
    </dgm:pt>
    <dgm:pt modelId="{CFFF830A-EBB9-4B3A-B10A-63C7A59D3610}" type="parTrans" cxnId="{3A5FB377-710B-4C98-9E5D-3286EF95F6FA}">
      <dgm:prSet/>
      <dgm:spPr/>
      <dgm:t>
        <a:bodyPr/>
        <a:lstStyle/>
        <a:p>
          <a:endParaRPr lang="uk-UA"/>
        </a:p>
      </dgm:t>
    </dgm:pt>
    <dgm:pt modelId="{673A72AC-4099-48DE-8141-42A906B7115F}" type="sibTrans" cxnId="{3A5FB377-710B-4C98-9E5D-3286EF95F6FA}">
      <dgm:prSet/>
      <dgm:spPr/>
      <dgm:t>
        <a:bodyPr/>
        <a:lstStyle/>
        <a:p>
          <a:endParaRPr lang="uk-UA"/>
        </a:p>
      </dgm:t>
    </dgm:pt>
    <dgm:pt modelId="{74F26E1B-46B2-40E1-985D-882431488CAB}">
      <dgm:prSet/>
      <dgm:spPr/>
      <dgm:t>
        <a:bodyPr/>
        <a:lstStyle/>
        <a:p>
          <a:r>
            <a:rPr lang="ru-RU" b="0" i="0"/>
            <a:t>листопад 1917 р.</a:t>
          </a:r>
          <a:endParaRPr lang="uk-UA"/>
        </a:p>
      </dgm:t>
    </dgm:pt>
    <dgm:pt modelId="{42B342FC-3817-45C5-8ECB-ECE019A13754}" type="parTrans" cxnId="{0E9BF578-2625-4E66-951E-CC78086FA891}">
      <dgm:prSet/>
      <dgm:spPr/>
      <dgm:t>
        <a:bodyPr/>
        <a:lstStyle/>
        <a:p>
          <a:endParaRPr lang="uk-UA"/>
        </a:p>
      </dgm:t>
    </dgm:pt>
    <dgm:pt modelId="{36A98761-6570-4DF4-AABB-842178730E06}" type="sibTrans" cxnId="{0E9BF578-2625-4E66-951E-CC78086FA891}">
      <dgm:prSet/>
      <dgm:spPr/>
      <dgm:t>
        <a:bodyPr/>
        <a:lstStyle/>
        <a:p>
          <a:endParaRPr lang="uk-UA"/>
        </a:p>
      </dgm:t>
    </dgm:pt>
    <dgm:pt modelId="{89A120B8-6A9A-425B-89E8-8047C7BBC55A}">
      <dgm:prSet/>
      <dgm:spPr/>
      <dgm:t>
        <a:bodyPr/>
        <a:lstStyle/>
        <a:p>
          <a:r>
            <a:rPr lang="ru-RU" b="0" i="0"/>
            <a:t>січень 1918 р.</a:t>
          </a:r>
          <a:endParaRPr lang="uk-UA"/>
        </a:p>
      </dgm:t>
    </dgm:pt>
    <dgm:pt modelId="{257B6321-7B85-4E05-A41E-7CC285DFABD8}" type="parTrans" cxnId="{7692F3B8-0D37-47E5-A0EB-51CCAF3CE6AB}">
      <dgm:prSet/>
      <dgm:spPr/>
      <dgm:t>
        <a:bodyPr/>
        <a:lstStyle/>
        <a:p>
          <a:endParaRPr lang="uk-UA"/>
        </a:p>
      </dgm:t>
    </dgm:pt>
    <dgm:pt modelId="{4E2108B0-7274-4F0F-BE40-E6850BC48249}" type="sibTrans" cxnId="{7692F3B8-0D37-47E5-A0EB-51CCAF3CE6AB}">
      <dgm:prSet/>
      <dgm:spPr/>
      <dgm:t>
        <a:bodyPr/>
        <a:lstStyle/>
        <a:p>
          <a:endParaRPr lang="uk-UA"/>
        </a:p>
      </dgm:t>
    </dgm:pt>
    <dgm:pt modelId="{2DD8D8E2-66A4-4889-8699-AEEC753BC4C4}">
      <dgm:prSet/>
      <dgm:spPr/>
      <dgm:t>
        <a:bodyPr/>
        <a:lstStyle/>
        <a:p>
          <a:r>
            <a:rPr lang="ru-RU" b="0" i="0"/>
            <a:t>квітень 1918 р.</a:t>
          </a:r>
          <a:endParaRPr lang="uk-UA"/>
        </a:p>
      </dgm:t>
    </dgm:pt>
    <dgm:pt modelId="{9FAC6246-1481-42C4-98F7-2EBC036EB1C7}" type="parTrans" cxnId="{94E96306-532B-41DE-B2E4-F3AA82943671}">
      <dgm:prSet/>
      <dgm:spPr/>
      <dgm:t>
        <a:bodyPr/>
        <a:lstStyle/>
        <a:p>
          <a:endParaRPr lang="uk-UA"/>
        </a:p>
      </dgm:t>
    </dgm:pt>
    <dgm:pt modelId="{BD415FA8-53D0-43B1-A135-119C37E3D859}" type="sibTrans" cxnId="{94E96306-532B-41DE-B2E4-F3AA82943671}">
      <dgm:prSet/>
      <dgm:spPr/>
      <dgm:t>
        <a:bodyPr/>
        <a:lstStyle/>
        <a:p>
          <a:endParaRPr lang="uk-UA"/>
        </a:p>
      </dgm:t>
    </dgm:pt>
    <dgm:pt modelId="{1C09AF2C-6DE4-4F0C-A7D9-428180893E23}">
      <dgm:prSet/>
      <dgm:spPr/>
      <dgm:t>
        <a:bodyPr/>
        <a:lstStyle/>
        <a:p>
          <a:r>
            <a:rPr lang="ru-RU" b="0" i="0"/>
            <a:t>січень 1919 р.</a:t>
          </a:r>
          <a:endParaRPr lang="uk-UA"/>
        </a:p>
      </dgm:t>
    </dgm:pt>
    <dgm:pt modelId="{68630AB3-FE6D-47B8-8D86-0FE76F09B00E}" type="parTrans" cxnId="{718D8B4B-DF47-4C15-A5B2-D23BAC9121BF}">
      <dgm:prSet/>
      <dgm:spPr/>
      <dgm:t>
        <a:bodyPr/>
        <a:lstStyle/>
        <a:p>
          <a:endParaRPr lang="uk-UA"/>
        </a:p>
      </dgm:t>
    </dgm:pt>
    <dgm:pt modelId="{1540EEFA-0BAC-4F4D-BBDA-ADE7A94EE239}" type="sibTrans" cxnId="{718D8B4B-DF47-4C15-A5B2-D23BAC9121BF}">
      <dgm:prSet/>
      <dgm:spPr/>
      <dgm:t>
        <a:bodyPr/>
        <a:lstStyle/>
        <a:p>
          <a:endParaRPr lang="uk-UA"/>
        </a:p>
      </dgm:t>
    </dgm:pt>
    <dgm:pt modelId="{E5B78947-F44F-467B-A2B4-3FBCB63992B4}" type="pres">
      <dgm:prSet presAssocID="{1AA8197E-066D-4F9D-B5D4-857C0A486ED6}" presName="linearFlow" presStyleCnt="0">
        <dgm:presLayoutVars>
          <dgm:dir/>
          <dgm:resizeHandles val="exact"/>
        </dgm:presLayoutVars>
      </dgm:prSet>
      <dgm:spPr/>
    </dgm:pt>
    <dgm:pt modelId="{D2D1D3A2-EED3-466C-8789-D0C58DF9F9FD}" type="pres">
      <dgm:prSet presAssocID="{0F77DBE6-E04B-4C76-8F35-034FFDACBD1B}" presName="composite" presStyleCnt="0"/>
      <dgm:spPr/>
    </dgm:pt>
    <dgm:pt modelId="{EF2389AB-60C9-477F-91FB-13A0340DB82A}" type="pres">
      <dgm:prSet presAssocID="{0F77DBE6-E04B-4C76-8F35-034FFDACBD1B}" presName="imgShp" presStyleLbl="fgImgPlace1" presStyleIdx="0" presStyleCnt="5"/>
      <dgm:spPr/>
    </dgm:pt>
    <dgm:pt modelId="{916FB287-B965-4C73-9FA0-36C9C79E2394}" type="pres">
      <dgm:prSet presAssocID="{0F77DBE6-E04B-4C76-8F35-034FFDACBD1B}" presName="txShp" presStyleLbl="node1" presStyleIdx="0" presStyleCnt="5">
        <dgm:presLayoutVars>
          <dgm:bulletEnabled val="1"/>
        </dgm:presLayoutVars>
      </dgm:prSet>
      <dgm:spPr/>
    </dgm:pt>
    <dgm:pt modelId="{91EF1CBA-DB66-4F05-A34C-99CB6FDEFAE1}" type="pres">
      <dgm:prSet presAssocID="{673A72AC-4099-48DE-8141-42A906B7115F}" presName="spacing" presStyleCnt="0"/>
      <dgm:spPr/>
    </dgm:pt>
    <dgm:pt modelId="{A85A836E-A57F-4D80-A21D-7DC85CE7B2BB}" type="pres">
      <dgm:prSet presAssocID="{74F26E1B-46B2-40E1-985D-882431488CAB}" presName="composite" presStyleCnt="0"/>
      <dgm:spPr/>
    </dgm:pt>
    <dgm:pt modelId="{D60BAD56-03F1-411A-97BA-90F5B52E931A}" type="pres">
      <dgm:prSet presAssocID="{74F26E1B-46B2-40E1-985D-882431488CAB}" presName="imgShp" presStyleLbl="fgImgPlace1" presStyleIdx="1" presStyleCnt="5"/>
      <dgm:spPr/>
    </dgm:pt>
    <dgm:pt modelId="{EF9E2B67-D283-4719-B2F3-A55652CC821B}" type="pres">
      <dgm:prSet presAssocID="{74F26E1B-46B2-40E1-985D-882431488CAB}" presName="txShp" presStyleLbl="node1" presStyleIdx="1" presStyleCnt="5">
        <dgm:presLayoutVars>
          <dgm:bulletEnabled val="1"/>
        </dgm:presLayoutVars>
      </dgm:prSet>
      <dgm:spPr/>
    </dgm:pt>
    <dgm:pt modelId="{D80C47E0-7241-4A69-BD30-190204C6D401}" type="pres">
      <dgm:prSet presAssocID="{36A98761-6570-4DF4-AABB-842178730E06}" presName="spacing" presStyleCnt="0"/>
      <dgm:spPr/>
    </dgm:pt>
    <dgm:pt modelId="{6BCFC037-E287-4D04-B92E-0D4F79192911}" type="pres">
      <dgm:prSet presAssocID="{89A120B8-6A9A-425B-89E8-8047C7BBC55A}" presName="composite" presStyleCnt="0"/>
      <dgm:spPr/>
    </dgm:pt>
    <dgm:pt modelId="{51C0F8AE-116F-49AB-B820-F72E04DF0721}" type="pres">
      <dgm:prSet presAssocID="{89A120B8-6A9A-425B-89E8-8047C7BBC55A}" presName="imgShp" presStyleLbl="fgImgPlace1" presStyleIdx="2" presStyleCnt="5"/>
      <dgm:spPr/>
    </dgm:pt>
    <dgm:pt modelId="{A07BF171-CCA1-4685-A6F9-929114E4764A}" type="pres">
      <dgm:prSet presAssocID="{89A120B8-6A9A-425B-89E8-8047C7BBC55A}" presName="txShp" presStyleLbl="node1" presStyleIdx="2" presStyleCnt="5">
        <dgm:presLayoutVars>
          <dgm:bulletEnabled val="1"/>
        </dgm:presLayoutVars>
      </dgm:prSet>
      <dgm:spPr/>
    </dgm:pt>
    <dgm:pt modelId="{FBFD885B-FB4E-431F-A8AC-66565F086698}" type="pres">
      <dgm:prSet presAssocID="{4E2108B0-7274-4F0F-BE40-E6850BC48249}" presName="spacing" presStyleCnt="0"/>
      <dgm:spPr/>
    </dgm:pt>
    <dgm:pt modelId="{AF5063E6-2121-4837-952F-31B8EA3A760B}" type="pres">
      <dgm:prSet presAssocID="{2DD8D8E2-66A4-4889-8699-AEEC753BC4C4}" presName="composite" presStyleCnt="0"/>
      <dgm:spPr/>
    </dgm:pt>
    <dgm:pt modelId="{4770667E-547E-4428-9651-2D0405E731BE}" type="pres">
      <dgm:prSet presAssocID="{2DD8D8E2-66A4-4889-8699-AEEC753BC4C4}" presName="imgShp" presStyleLbl="fgImgPlace1" presStyleIdx="3" presStyleCnt="5"/>
      <dgm:spPr/>
    </dgm:pt>
    <dgm:pt modelId="{032AF958-0306-4CA5-9917-99EBEFCE18C0}" type="pres">
      <dgm:prSet presAssocID="{2DD8D8E2-66A4-4889-8699-AEEC753BC4C4}" presName="txShp" presStyleLbl="node1" presStyleIdx="3" presStyleCnt="5">
        <dgm:presLayoutVars>
          <dgm:bulletEnabled val="1"/>
        </dgm:presLayoutVars>
      </dgm:prSet>
      <dgm:spPr/>
    </dgm:pt>
    <dgm:pt modelId="{6BD370BB-DA95-4A73-A931-0C0686C3C59D}" type="pres">
      <dgm:prSet presAssocID="{BD415FA8-53D0-43B1-A135-119C37E3D859}" presName="spacing" presStyleCnt="0"/>
      <dgm:spPr/>
    </dgm:pt>
    <dgm:pt modelId="{EAD9BEE6-AE25-4EF8-8BF5-5B88C8A020B3}" type="pres">
      <dgm:prSet presAssocID="{1C09AF2C-6DE4-4F0C-A7D9-428180893E23}" presName="composite" presStyleCnt="0"/>
      <dgm:spPr/>
    </dgm:pt>
    <dgm:pt modelId="{1CB1FC82-52A6-4A6E-A8E8-6B386CF06A45}" type="pres">
      <dgm:prSet presAssocID="{1C09AF2C-6DE4-4F0C-A7D9-428180893E23}" presName="imgShp" presStyleLbl="fgImgPlace1" presStyleIdx="4" presStyleCnt="5"/>
      <dgm:spPr/>
    </dgm:pt>
    <dgm:pt modelId="{685DC612-A0CD-4E52-9527-4EC73378CCB1}" type="pres">
      <dgm:prSet presAssocID="{1C09AF2C-6DE4-4F0C-A7D9-428180893E23}" presName="txShp" presStyleLbl="node1" presStyleIdx="4" presStyleCnt="5">
        <dgm:presLayoutVars>
          <dgm:bulletEnabled val="1"/>
        </dgm:presLayoutVars>
      </dgm:prSet>
      <dgm:spPr/>
    </dgm:pt>
  </dgm:ptLst>
  <dgm:cxnLst>
    <dgm:cxn modelId="{94E96306-532B-41DE-B2E4-F3AA82943671}" srcId="{1AA8197E-066D-4F9D-B5D4-857C0A486ED6}" destId="{2DD8D8E2-66A4-4889-8699-AEEC753BC4C4}" srcOrd="3" destOrd="0" parTransId="{9FAC6246-1481-42C4-98F7-2EBC036EB1C7}" sibTransId="{BD415FA8-53D0-43B1-A135-119C37E3D859}"/>
    <dgm:cxn modelId="{718D8B4B-DF47-4C15-A5B2-D23BAC9121BF}" srcId="{1AA8197E-066D-4F9D-B5D4-857C0A486ED6}" destId="{1C09AF2C-6DE4-4F0C-A7D9-428180893E23}" srcOrd="4" destOrd="0" parTransId="{68630AB3-FE6D-47B8-8D86-0FE76F09B00E}" sibTransId="{1540EEFA-0BAC-4F4D-BBDA-ADE7A94EE239}"/>
    <dgm:cxn modelId="{59D08A6D-EBA6-4DBD-9AB8-9BB47F9D449A}" type="presOf" srcId="{2DD8D8E2-66A4-4889-8699-AEEC753BC4C4}" destId="{032AF958-0306-4CA5-9917-99EBEFCE18C0}" srcOrd="0" destOrd="0" presId="urn:microsoft.com/office/officeart/2005/8/layout/vList3"/>
    <dgm:cxn modelId="{3A5FB377-710B-4C98-9E5D-3286EF95F6FA}" srcId="{1AA8197E-066D-4F9D-B5D4-857C0A486ED6}" destId="{0F77DBE6-E04B-4C76-8F35-034FFDACBD1B}" srcOrd="0" destOrd="0" parTransId="{CFFF830A-EBB9-4B3A-B10A-63C7A59D3610}" sibTransId="{673A72AC-4099-48DE-8141-42A906B7115F}"/>
    <dgm:cxn modelId="{0E9BF578-2625-4E66-951E-CC78086FA891}" srcId="{1AA8197E-066D-4F9D-B5D4-857C0A486ED6}" destId="{74F26E1B-46B2-40E1-985D-882431488CAB}" srcOrd="1" destOrd="0" parTransId="{42B342FC-3817-45C5-8ECB-ECE019A13754}" sibTransId="{36A98761-6570-4DF4-AABB-842178730E06}"/>
    <dgm:cxn modelId="{9C6425B1-411E-4BDB-BD7A-528303441D7A}" type="presOf" srcId="{0F77DBE6-E04B-4C76-8F35-034FFDACBD1B}" destId="{916FB287-B965-4C73-9FA0-36C9C79E2394}" srcOrd="0" destOrd="0" presId="urn:microsoft.com/office/officeart/2005/8/layout/vList3"/>
    <dgm:cxn modelId="{AA90DFB3-E20C-4B54-93FC-595787AD8F06}" type="presOf" srcId="{74F26E1B-46B2-40E1-985D-882431488CAB}" destId="{EF9E2B67-D283-4719-B2F3-A55652CC821B}" srcOrd="0" destOrd="0" presId="urn:microsoft.com/office/officeart/2005/8/layout/vList3"/>
    <dgm:cxn modelId="{7692F3B8-0D37-47E5-A0EB-51CCAF3CE6AB}" srcId="{1AA8197E-066D-4F9D-B5D4-857C0A486ED6}" destId="{89A120B8-6A9A-425B-89E8-8047C7BBC55A}" srcOrd="2" destOrd="0" parTransId="{257B6321-7B85-4E05-A41E-7CC285DFABD8}" sibTransId="{4E2108B0-7274-4F0F-BE40-E6850BC48249}"/>
    <dgm:cxn modelId="{AF929FC7-3C77-4B82-8046-67C07D8D6195}" type="presOf" srcId="{1AA8197E-066D-4F9D-B5D4-857C0A486ED6}" destId="{E5B78947-F44F-467B-A2B4-3FBCB63992B4}" srcOrd="0" destOrd="0" presId="urn:microsoft.com/office/officeart/2005/8/layout/vList3"/>
    <dgm:cxn modelId="{CE892BCF-9B4D-4307-8924-71D57875413E}" type="presOf" srcId="{1C09AF2C-6DE4-4F0C-A7D9-428180893E23}" destId="{685DC612-A0CD-4E52-9527-4EC73378CCB1}" srcOrd="0" destOrd="0" presId="urn:microsoft.com/office/officeart/2005/8/layout/vList3"/>
    <dgm:cxn modelId="{93D4ABD8-F3F9-488A-A810-B82A6FB08698}" type="presOf" srcId="{89A120B8-6A9A-425B-89E8-8047C7BBC55A}" destId="{A07BF171-CCA1-4685-A6F9-929114E4764A}" srcOrd="0" destOrd="0" presId="urn:microsoft.com/office/officeart/2005/8/layout/vList3"/>
    <dgm:cxn modelId="{FD18F88A-BAEA-4B16-801A-3CBC47A4D77E}" type="presParOf" srcId="{E5B78947-F44F-467B-A2B4-3FBCB63992B4}" destId="{D2D1D3A2-EED3-466C-8789-D0C58DF9F9FD}" srcOrd="0" destOrd="0" presId="urn:microsoft.com/office/officeart/2005/8/layout/vList3"/>
    <dgm:cxn modelId="{34FD879E-8943-4842-BEAA-CDAD5E2A3E57}" type="presParOf" srcId="{D2D1D3A2-EED3-466C-8789-D0C58DF9F9FD}" destId="{EF2389AB-60C9-477F-91FB-13A0340DB82A}" srcOrd="0" destOrd="0" presId="urn:microsoft.com/office/officeart/2005/8/layout/vList3"/>
    <dgm:cxn modelId="{D38EA2C8-E178-49AA-A8CB-1B50538CEB36}" type="presParOf" srcId="{D2D1D3A2-EED3-466C-8789-D0C58DF9F9FD}" destId="{916FB287-B965-4C73-9FA0-36C9C79E2394}" srcOrd="1" destOrd="0" presId="urn:microsoft.com/office/officeart/2005/8/layout/vList3"/>
    <dgm:cxn modelId="{AD227D6B-8EB1-46B7-BA8C-D94B8803C5A5}" type="presParOf" srcId="{E5B78947-F44F-467B-A2B4-3FBCB63992B4}" destId="{91EF1CBA-DB66-4F05-A34C-99CB6FDEFAE1}" srcOrd="1" destOrd="0" presId="urn:microsoft.com/office/officeart/2005/8/layout/vList3"/>
    <dgm:cxn modelId="{6C838361-1A6C-4C5A-8A76-5558D9391E4F}" type="presParOf" srcId="{E5B78947-F44F-467B-A2B4-3FBCB63992B4}" destId="{A85A836E-A57F-4D80-A21D-7DC85CE7B2BB}" srcOrd="2" destOrd="0" presId="urn:microsoft.com/office/officeart/2005/8/layout/vList3"/>
    <dgm:cxn modelId="{17DF0E5F-26CD-4A28-B0DD-B0C620E70B30}" type="presParOf" srcId="{A85A836E-A57F-4D80-A21D-7DC85CE7B2BB}" destId="{D60BAD56-03F1-411A-97BA-90F5B52E931A}" srcOrd="0" destOrd="0" presId="urn:microsoft.com/office/officeart/2005/8/layout/vList3"/>
    <dgm:cxn modelId="{A4B62ED5-A45A-4E18-BA9D-E78822E1A18A}" type="presParOf" srcId="{A85A836E-A57F-4D80-A21D-7DC85CE7B2BB}" destId="{EF9E2B67-D283-4719-B2F3-A55652CC821B}" srcOrd="1" destOrd="0" presId="urn:microsoft.com/office/officeart/2005/8/layout/vList3"/>
    <dgm:cxn modelId="{3E46D869-8112-4312-8E8C-AEC19E24C9D0}" type="presParOf" srcId="{E5B78947-F44F-467B-A2B4-3FBCB63992B4}" destId="{D80C47E0-7241-4A69-BD30-190204C6D401}" srcOrd="3" destOrd="0" presId="urn:microsoft.com/office/officeart/2005/8/layout/vList3"/>
    <dgm:cxn modelId="{92C5142C-E46B-45C6-8CD0-7A51962570DC}" type="presParOf" srcId="{E5B78947-F44F-467B-A2B4-3FBCB63992B4}" destId="{6BCFC037-E287-4D04-B92E-0D4F79192911}" srcOrd="4" destOrd="0" presId="urn:microsoft.com/office/officeart/2005/8/layout/vList3"/>
    <dgm:cxn modelId="{C84FD159-F32B-4281-81DD-D69BB70CF2C9}" type="presParOf" srcId="{6BCFC037-E287-4D04-B92E-0D4F79192911}" destId="{51C0F8AE-116F-49AB-B820-F72E04DF0721}" srcOrd="0" destOrd="0" presId="urn:microsoft.com/office/officeart/2005/8/layout/vList3"/>
    <dgm:cxn modelId="{2894004E-7B57-42F5-99CD-08838752B6A8}" type="presParOf" srcId="{6BCFC037-E287-4D04-B92E-0D4F79192911}" destId="{A07BF171-CCA1-4685-A6F9-929114E4764A}" srcOrd="1" destOrd="0" presId="urn:microsoft.com/office/officeart/2005/8/layout/vList3"/>
    <dgm:cxn modelId="{CB000AA9-6222-43D2-B7D7-E4749A44568D}" type="presParOf" srcId="{E5B78947-F44F-467B-A2B4-3FBCB63992B4}" destId="{FBFD885B-FB4E-431F-A8AC-66565F086698}" srcOrd="5" destOrd="0" presId="urn:microsoft.com/office/officeart/2005/8/layout/vList3"/>
    <dgm:cxn modelId="{D9F7F2C6-7F21-4F34-921B-01301E15F617}" type="presParOf" srcId="{E5B78947-F44F-467B-A2B4-3FBCB63992B4}" destId="{AF5063E6-2121-4837-952F-31B8EA3A760B}" srcOrd="6" destOrd="0" presId="urn:microsoft.com/office/officeart/2005/8/layout/vList3"/>
    <dgm:cxn modelId="{E1B4DF11-7F22-4B6B-96E5-11C79B0FB5F2}" type="presParOf" srcId="{AF5063E6-2121-4837-952F-31B8EA3A760B}" destId="{4770667E-547E-4428-9651-2D0405E731BE}" srcOrd="0" destOrd="0" presId="urn:microsoft.com/office/officeart/2005/8/layout/vList3"/>
    <dgm:cxn modelId="{2574AD88-EEA1-47CB-BFF9-864E4A3E6DC3}" type="presParOf" srcId="{AF5063E6-2121-4837-952F-31B8EA3A760B}" destId="{032AF958-0306-4CA5-9917-99EBEFCE18C0}" srcOrd="1" destOrd="0" presId="urn:microsoft.com/office/officeart/2005/8/layout/vList3"/>
    <dgm:cxn modelId="{85FAE6CB-DB1F-4067-8DB9-C5F673521DBC}" type="presParOf" srcId="{E5B78947-F44F-467B-A2B4-3FBCB63992B4}" destId="{6BD370BB-DA95-4A73-A931-0C0686C3C59D}" srcOrd="7" destOrd="0" presId="urn:microsoft.com/office/officeart/2005/8/layout/vList3"/>
    <dgm:cxn modelId="{4DE13588-AB75-4C64-9148-7951B3903FF0}" type="presParOf" srcId="{E5B78947-F44F-467B-A2B4-3FBCB63992B4}" destId="{EAD9BEE6-AE25-4EF8-8BF5-5B88C8A020B3}" srcOrd="8" destOrd="0" presId="urn:microsoft.com/office/officeart/2005/8/layout/vList3"/>
    <dgm:cxn modelId="{95E9859E-2AB7-438C-AC7D-D8A29E7E2ECD}" type="presParOf" srcId="{EAD9BEE6-AE25-4EF8-8BF5-5B88C8A020B3}" destId="{1CB1FC82-52A6-4A6E-A8E8-6B386CF06A45}" srcOrd="0" destOrd="0" presId="urn:microsoft.com/office/officeart/2005/8/layout/vList3"/>
    <dgm:cxn modelId="{F038C9E5-FDAF-4148-9281-B988DF3F8A81}" type="presParOf" srcId="{EAD9BEE6-AE25-4EF8-8BF5-5B88C8A020B3}" destId="{685DC612-A0CD-4E52-9527-4EC73378CCB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A6C0F616-1CC2-4361-8FBB-A822D1F694A4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26795F2-5F7B-4DA3-8B26-9526B33D3C32}">
      <dgm:prSet/>
      <dgm:spPr/>
      <dgm:t>
        <a:bodyPr/>
        <a:lstStyle/>
        <a:p>
          <a:r>
            <a:rPr lang="uk-UA" b="0" i="0"/>
            <a:t>другому</a:t>
          </a:r>
          <a:endParaRPr lang="uk-UA"/>
        </a:p>
      </dgm:t>
    </dgm:pt>
    <dgm:pt modelId="{FBF75CAD-B84C-475B-8C0A-F3C45E83E197}" type="parTrans" cxnId="{F64CA04E-25DB-4144-9848-2A90BB4674D9}">
      <dgm:prSet/>
      <dgm:spPr/>
      <dgm:t>
        <a:bodyPr/>
        <a:lstStyle/>
        <a:p>
          <a:endParaRPr lang="uk-UA"/>
        </a:p>
      </dgm:t>
    </dgm:pt>
    <dgm:pt modelId="{93E4142B-7D91-462F-90DC-C1F25A853503}" type="sibTrans" cxnId="{F64CA04E-25DB-4144-9848-2A90BB4674D9}">
      <dgm:prSet/>
      <dgm:spPr/>
      <dgm:t>
        <a:bodyPr/>
        <a:lstStyle/>
        <a:p>
          <a:endParaRPr lang="uk-UA"/>
        </a:p>
      </dgm:t>
    </dgm:pt>
    <dgm:pt modelId="{E8E22C00-9ADF-4245-A287-559565CD54F7}">
      <dgm:prSet/>
      <dgm:spPr/>
      <dgm:t>
        <a:bodyPr/>
        <a:lstStyle/>
        <a:p>
          <a:r>
            <a:rPr lang="uk-UA" b="0" i="0"/>
            <a:t>четвертому</a:t>
          </a:r>
          <a:endParaRPr lang="uk-UA"/>
        </a:p>
      </dgm:t>
    </dgm:pt>
    <dgm:pt modelId="{6CB151BD-C543-4F78-B430-826C83B26BD4}" type="parTrans" cxnId="{4B195761-DD03-4908-A173-E4F8C290A9EF}">
      <dgm:prSet/>
      <dgm:spPr/>
      <dgm:t>
        <a:bodyPr/>
        <a:lstStyle/>
        <a:p>
          <a:endParaRPr lang="uk-UA"/>
        </a:p>
      </dgm:t>
    </dgm:pt>
    <dgm:pt modelId="{AE022AA7-DD6A-488D-8654-B3634C8F0D8F}" type="sibTrans" cxnId="{4B195761-DD03-4908-A173-E4F8C290A9EF}">
      <dgm:prSet/>
      <dgm:spPr/>
      <dgm:t>
        <a:bodyPr/>
        <a:lstStyle/>
        <a:p>
          <a:endParaRPr lang="uk-UA"/>
        </a:p>
      </dgm:t>
    </dgm:pt>
    <dgm:pt modelId="{5CE04C0A-2965-4612-B16B-5351A7225D6F}">
      <dgm:prSet/>
      <dgm:spPr/>
      <dgm:t>
        <a:bodyPr/>
        <a:lstStyle/>
        <a:p>
          <a:r>
            <a:rPr lang="uk-UA" b="0" i="0"/>
            <a:t>п'ятому</a:t>
          </a:r>
          <a:endParaRPr lang="uk-UA"/>
        </a:p>
      </dgm:t>
    </dgm:pt>
    <dgm:pt modelId="{EEC3A1A7-CFFE-46E5-AA12-683FF5E4B04A}" type="parTrans" cxnId="{A4EFABF2-EBAA-4941-825B-2E62B0685E65}">
      <dgm:prSet/>
      <dgm:spPr/>
      <dgm:t>
        <a:bodyPr/>
        <a:lstStyle/>
        <a:p>
          <a:endParaRPr lang="uk-UA"/>
        </a:p>
      </dgm:t>
    </dgm:pt>
    <dgm:pt modelId="{72A054E7-007E-47E9-9AEB-241912D4A47B}" type="sibTrans" cxnId="{A4EFABF2-EBAA-4941-825B-2E62B0685E65}">
      <dgm:prSet/>
      <dgm:spPr/>
      <dgm:t>
        <a:bodyPr/>
        <a:lstStyle/>
        <a:p>
          <a:endParaRPr lang="uk-UA"/>
        </a:p>
      </dgm:t>
    </dgm:pt>
    <dgm:pt modelId="{6F705F3D-480E-4778-A700-DA4EED392824}">
      <dgm:prSet/>
      <dgm:spPr/>
      <dgm:t>
        <a:bodyPr/>
        <a:lstStyle/>
        <a:p>
          <a:r>
            <a:rPr lang="uk-UA" b="0" i="0"/>
            <a:t>восьмому</a:t>
          </a:r>
          <a:endParaRPr lang="uk-UA"/>
        </a:p>
      </dgm:t>
    </dgm:pt>
    <dgm:pt modelId="{72172E0E-A8AE-428A-9483-7A9F387D4770}" type="parTrans" cxnId="{A0131972-7873-468A-8A3B-095AF97D6809}">
      <dgm:prSet/>
      <dgm:spPr/>
      <dgm:t>
        <a:bodyPr/>
        <a:lstStyle/>
        <a:p>
          <a:endParaRPr lang="uk-UA"/>
        </a:p>
      </dgm:t>
    </dgm:pt>
    <dgm:pt modelId="{57B2B984-E9E5-4A87-B8D9-676E2D647EA3}" type="sibTrans" cxnId="{A0131972-7873-468A-8A3B-095AF97D6809}">
      <dgm:prSet/>
      <dgm:spPr/>
      <dgm:t>
        <a:bodyPr/>
        <a:lstStyle/>
        <a:p>
          <a:endParaRPr lang="uk-UA"/>
        </a:p>
      </dgm:t>
    </dgm:pt>
    <dgm:pt modelId="{E2797ABD-D08D-4E8D-A132-200C1F018232}" type="pres">
      <dgm:prSet presAssocID="{A6C0F616-1CC2-4361-8FBB-A822D1F694A4}" presName="matrix" presStyleCnt="0">
        <dgm:presLayoutVars>
          <dgm:chMax val="1"/>
          <dgm:dir/>
          <dgm:resizeHandles val="exact"/>
        </dgm:presLayoutVars>
      </dgm:prSet>
      <dgm:spPr/>
    </dgm:pt>
    <dgm:pt modelId="{5294F805-FBA5-4BEC-9E78-6846BD86E983}" type="pres">
      <dgm:prSet presAssocID="{A6C0F616-1CC2-4361-8FBB-A822D1F694A4}" presName="diamond" presStyleLbl="bgShp" presStyleIdx="0" presStyleCnt="1"/>
      <dgm:spPr/>
    </dgm:pt>
    <dgm:pt modelId="{EFD1C78C-56B1-4597-BAFA-D1C636BF0190}" type="pres">
      <dgm:prSet presAssocID="{A6C0F616-1CC2-4361-8FBB-A822D1F694A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8C8362B-C72B-439D-B248-9810A7A2B592}" type="pres">
      <dgm:prSet presAssocID="{A6C0F616-1CC2-4361-8FBB-A822D1F694A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0F21147-D431-4F09-ACAE-0A81C6EE1AD3}" type="pres">
      <dgm:prSet presAssocID="{A6C0F616-1CC2-4361-8FBB-A822D1F694A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C3DFA17-E382-4355-AB60-BD6DEACAE096}" type="pres">
      <dgm:prSet presAssocID="{A6C0F616-1CC2-4361-8FBB-A822D1F694A4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A86F60C-9E33-4270-8BE1-55ABAB6D0DDD}" type="presOf" srcId="{5CE04C0A-2965-4612-B16B-5351A7225D6F}" destId="{00F21147-D431-4F09-ACAE-0A81C6EE1AD3}" srcOrd="0" destOrd="0" presId="urn:microsoft.com/office/officeart/2005/8/layout/matrix3"/>
    <dgm:cxn modelId="{69C03614-FDB1-4F9D-9991-BCBBA015A802}" type="presOf" srcId="{E26795F2-5F7B-4DA3-8B26-9526B33D3C32}" destId="{EFD1C78C-56B1-4597-BAFA-D1C636BF0190}" srcOrd="0" destOrd="0" presId="urn:microsoft.com/office/officeart/2005/8/layout/matrix3"/>
    <dgm:cxn modelId="{FFFE5D33-238F-46C8-937C-A51A4621966C}" type="presOf" srcId="{A6C0F616-1CC2-4361-8FBB-A822D1F694A4}" destId="{E2797ABD-D08D-4E8D-A132-200C1F018232}" srcOrd="0" destOrd="0" presId="urn:microsoft.com/office/officeart/2005/8/layout/matrix3"/>
    <dgm:cxn modelId="{4B195761-DD03-4908-A173-E4F8C290A9EF}" srcId="{A6C0F616-1CC2-4361-8FBB-A822D1F694A4}" destId="{E8E22C00-9ADF-4245-A287-559565CD54F7}" srcOrd="1" destOrd="0" parTransId="{6CB151BD-C543-4F78-B430-826C83B26BD4}" sibTransId="{AE022AA7-DD6A-488D-8654-B3634C8F0D8F}"/>
    <dgm:cxn modelId="{F64CA04E-25DB-4144-9848-2A90BB4674D9}" srcId="{A6C0F616-1CC2-4361-8FBB-A822D1F694A4}" destId="{E26795F2-5F7B-4DA3-8B26-9526B33D3C32}" srcOrd="0" destOrd="0" parTransId="{FBF75CAD-B84C-475B-8C0A-F3C45E83E197}" sibTransId="{93E4142B-7D91-462F-90DC-C1F25A853503}"/>
    <dgm:cxn modelId="{A0131972-7873-468A-8A3B-095AF97D6809}" srcId="{A6C0F616-1CC2-4361-8FBB-A822D1F694A4}" destId="{6F705F3D-480E-4778-A700-DA4EED392824}" srcOrd="3" destOrd="0" parTransId="{72172E0E-A8AE-428A-9483-7A9F387D4770}" sibTransId="{57B2B984-E9E5-4A87-B8D9-676E2D647EA3}"/>
    <dgm:cxn modelId="{88BC67BF-A6F0-4DA0-A5F0-77B93AFC6F38}" type="presOf" srcId="{6F705F3D-480E-4778-A700-DA4EED392824}" destId="{4C3DFA17-E382-4355-AB60-BD6DEACAE096}" srcOrd="0" destOrd="0" presId="urn:microsoft.com/office/officeart/2005/8/layout/matrix3"/>
    <dgm:cxn modelId="{3C5FD9D1-0F2E-4C7D-B38E-CA251A07A73E}" type="presOf" srcId="{E8E22C00-9ADF-4245-A287-559565CD54F7}" destId="{58C8362B-C72B-439D-B248-9810A7A2B592}" srcOrd="0" destOrd="0" presId="urn:microsoft.com/office/officeart/2005/8/layout/matrix3"/>
    <dgm:cxn modelId="{A4EFABF2-EBAA-4941-825B-2E62B0685E65}" srcId="{A6C0F616-1CC2-4361-8FBB-A822D1F694A4}" destId="{5CE04C0A-2965-4612-B16B-5351A7225D6F}" srcOrd="2" destOrd="0" parTransId="{EEC3A1A7-CFFE-46E5-AA12-683FF5E4B04A}" sibTransId="{72A054E7-007E-47E9-9AEB-241912D4A47B}"/>
    <dgm:cxn modelId="{E76D6860-318D-41AC-B120-3424547BE3C8}" type="presParOf" srcId="{E2797ABD-D08D-4E8D-A132-200C1F018232}" destId="{5294F805-FBA5-4BEC-9E78-6846BD86E983}" srcOrd="0" destOrd="0" presId="urn:microsoft.com/office/officeart/2005/8/layout/matrix3"/>
    <dgm:cxn modelId="{1ED4BCA7-7A06-4C3C-BEEB-7F56A272AF30}" type="presParOf" srcId="{E2797ABD-D08D-4E8D-A132-200C1F018232}" destId="{EFD1C78C-56B1-4597-BAFA-D1C636BF0190}" srcOrd="1" destOrd="0" presId="urn:microsoft.com/office/officeart/2005/8/layout/matrix3"/>
    <dgm:cxn modelId="{8F830443-86D9-4B4C-8FC8-52BD9EA59343}" type="presParOf" srcId="{E2797ABD-D08D-4E8D-A132-200C1F018232}" destId="{58C8362B-C72B-439D-B248-9810A7A2B592}" srcOrd="2" destOrd="0" presId="urn:microsoft.com/office/officeart/2005/8/layout/matrix3"/>
    <dgm:cxn modelId="{C0C97C39-E052-4106-A217-800EBE0C40EB}" type="presParOf" srcId="{E2797ABD-D08D-4E8D-A132-200C1F018232}" destId="{00F21147-D431-4F09-ACAE-0A81C6EE1AD3}" srcOrd="3" destOrd="0" presId="urn:microsoft.com/office/officeart/2005/8/layout/matrix3"/>
    <dgm:cxn modelId="{5A5507D2-9642-4BB4-945D-FB86940DCC78}" type="presParOf" srcId="{E2797ABD-D08D-4E8D-A132-200C1F018232}" destId="{4C3DFA17-E382-4355-AB60-BD6DEACAE09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42822E1D-6701-4118-A51B-2C5C5A77C1CA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B683A09-78AA-4915-A76E-69F59B6192F0}">
      <dgm:prSet/>
      <dgm:spPr/>
      <dgm:t>
        <a:bodyPr/>
        <a:lstStyle/>
        <a:p>
          <a:r>
            <a:rPr lang="uk-UA" b="0" i="0"/>
            <a:t>Симона Петлюру - головним отаманом Армії УНР</a:t>
          </a:r>
          <a:endParaRPr lang="uk-UA"/>
        </a:p>
      </dgm:t>
    </dgm:pt>
    <dgm:pt modelId="{F91C5890-E90B-4624-BCEB-DD632F713A57}" type="parTrans" cxnId="{1B2EE545-3876-45D7-B1C5-C2294693B3E8}">
      <dgm:prSet/>
      <dgm:spPr/>
      <dgm:t>
        <a:bodyPr/>
        <a:lstStyle/>
        <a:p>
          <a:endParaRPr lang="uk-UA"/>
        </a:p>
      </dgm:t>
    </dgm:pt>
    <dgm:pt modelId="{7B8C6EF8-3203-4D36-81A5-337238BB0B82}" type="sibTrans" cxnId="{1B2EE545-3876-45D7-B1C5-C2294693B3E8}">
      <dgm:prSet/>
      <dgm:spPr/>
      <dgm:t>
        <a:bodyPr/>
        <a:lstStyle/>
        <a:p>
          <a:endParaRPr lang="uk-UA"/>
        </a:p>
      </dgm:t>
    </dgm:pt>
    <dgm:pt modelId="{6F62D5E5-BD85-418D-A1CC-12E527F75AAA}">
      <dgm:prSet/>
      <dgm:spPr/>
      <dgm:t>
        <a:bodyPr/>
        <a:lstStyle/>
        <a:p>
          <a:r>
            <a:rPr lang="uk-UA" b="0" i="0"/>
            <a:t>Дмитра Донцова - головою Союзу визволення України</a:t>
          </a:r>
          <a:endParaRPr lang="uk-UA"/>
        </a:p>
      </dgm:t>
    </dgm:pt>
    <dgm:pt modelId="{84C486B4-2C2C-44EF-AA89-8B27FF7A498F}" type="parTrans" cxnId="{76A7102F-771E-412F-857C-867C9F2A8050}">
      <dgm:prSet/>
      <dgm:spPr/>
      <dgm:t>
        <a:bodyPr/>
        <a:lstStyle/>
        <a:p>
          <a:endParaRPr lang="uk-UA"/>
        </a:p>
      </dgm:t>
    </dgm:pt>
    <dgm:pt modelId="{D3CBEA60-3580-465A-8568-0A96AA432CD3}" type="sibTrans" cxnId="{76A7102F-771E-412F-857C-867C9F2A8050}">
      <dgm:prSet/>
      <dgm:spPr/>
      <dgm:t>
        <a:bodyPr/>
        <a:lstStyle/>
        <a:p>
          <a:endParaRPr lang="uk-UA"/>
        </a:p>
      </dgm:t>
    </dgm:pt>
    <dgm:pt modelId="{584373CB-3D23-477C-A3BE-B2C1F9C65091}">
      <dgm:prSet/>
      <dgm:spPr/>
      <dgm:t>
        <a:bodyPr/>
        <a:lstStyle/>
        <a:p>
          <a:r>
            <a:rPr lang="uk-UA" b="0" i="0"/>
            <a:t>Михайла Грушевського - головою Української Центральної Ради</a:t>
          </a:r>
          <a:endParaRPr lang="uk-UA"/>
        </a:p>
      </dgm:t>
    </dgm:pt>
    <dgm:pt modelId="{9E01924E-A99D-4465-9C33-30BAB011D1B0}" type="parTrans" cxnId="{3AD34C9E-6AD8-4D90-B747-DF81055029DD}">
      <dgm:prSet/>
      <dgm:spPr/>
      <dgm:t>
        <a:bodyPr/>
        <a:lstStyle/>
        <a:p>
          <a:endParaRPr lang="uk-UA"/>
        </a:p>
      </dgm:t>
    </dgm:pt>
    <dgm:pt modelId="{7FB8E24E-5EEC-4747-931F-7E4975195B41}" type="sibTrans" cxnId="{3AD34C9E-6AD8-4D90-B747-DF81055029DD}">
      <dgm:prSet/>
      <dgm:spPr/>
      <dgm:t>
        <a:bodyPr/>
        <a:lstStyle/>
        <a:p>
          <a:endParaRPr lang="uk-UA"/>
        </a:p>
      </dgm:t>
    </dgm:pt>
    <dgm:pt modelId="{41E04A14-DB8E-488C-8EBB-C56F23B19990}">
      <dgm:prSet/>
      <dgm:spPr/>
      <dgm:t>
        <a:bodyPr/>
        <a:lstStyle/>
        <a:p>
          <a:r>
            <a:rPr lang="uk-UA" b="0" i="0"/>
            <a:t>Андрея Шептицького - митрополитом Української греко-католицької церкви</a:t>
          </a:r>
          <a:endParaRPr lang="uk-UA"/>
        </a:p>
      </dgm:t>
    </dgm:pt>
    <dgm:pt modelId="{44E041F9-A2E4-402C-8859-F5D61A9971E2}" type="parTrans" cxnId="{ED54A4C7-189D-4F83-9FDE-5594B3AA94DF}">
      <dgm:prSet/>
      <dgm:spPr/>
      <dgm:t>
        <a:bodyPr/>
        <a:lstStyle/>
        <a:p>
          <a:endParaRPr lang="uk-UA"/>
        </a:p>
      </dgm:t>
    </dgm:pt>
    <dgm:pt modelId="{4A0A479D-1E84-418F-AED8-AA736862D4DB}" type="sibTrans" cxnId="{ED54A4C7-189D-4F83-9FDE-5594B3AA94DF}">
      <dgm:prSet/>
      <dgm:spPr/>
      <dgm:t>
        <a:bodyPr/>
        <a:lstStyle/>
        <a:p>
          <a:endParaRPr lang="uk-UA"/>
        </a:p>
      </dgm:t>
    </dgm:pt>
    <dgm:pt modelId="{B434F7FC-8CFE-4394-B7AA-4709D7F7907C}" type="pres">
      <dgm:prSet presAssocID="{42822E1D-6701-4118-A51B-2C5C5A77C1CA}" presName="CompostProcess" presStyleCnt="0">
        <dgm:presLayoutVars>
          <dgm:dir/>
          <dgm:resizeHandles val="exact"/>
        </dgm:presLayoutVars>
      </dgm:prSet>
      <dgm:spPr/>
    </dgm:pt>
    <dgm:pt modelId="{CF250801-332B-4A8C-BBE2-E4BD01C5D582}" type="pres">
      <dgm:prSet presAssocID="{42822E1D-6701-4118-A51B-2C5C5A77C1CA}" presName="arrow" presStyleLbl="bgShp" presStyleIdx="0" presStyleCnt="1"/>
      <dgm:spPr/>
    </dgm:pt>
    <dgm:pt modelId="{E02255F5-9744-41AB-AA32-C488FD4C9101}" type="pres">
      <dgm:prSet presAssocID="{42822E1D-6701-4118-A51B-2C5C5A77C1CA}" presName="linearProcess" presStyleCnt="0"/>
      <dgm:spPr/>
    </dgm:pt>
    <dgm:pt modelId="{CB1E67F2-EA62-4B7B-98C5-E2761576656F}" type="pres">
      <dgm:prSet presAssocID="{0B683A09-78AA-4915-A76E-69F59B6192F0}" presName="textNode" presStyleLbl="node1" presStyleIdx="0" presStyleCnt="4">
        <dgm:presLayoutVars>
          <dgm:bulletEnabled val="1"/>
        </dgm:presLayoutVars>
      </dgm:prSet>
      <dgm:spPr/>
    </dgm:pt>
    <dgm:pt modelId="{6EB316C8-5AC0-4275-B28F-E74DBDAFEAA5}" type="pres">
      <dgm:prSet presAssocID="{7B8C6EF8-3203-4D36-81A5-337238BB0B82}" presName="sibTrans" presStyleCnt="0"/>
      <dgm:spPr/>
    </dgm:pt>
    <dgm:pt modelId="{BF51A3D3-2E3C-4079-A15A-B5C8D5C865E7}" type="pres">
      <dgm:prSet presAssocID="{6F62D5E5-BD85-418D-A1CC-12E527F75AAA}" presName="textNode" presStyleLbl="node1" presStyleIdx="1" presStyleCnt="4">
        <dgm:presLayoutVars>
          <dgm:bulletEnabled val="1"/>
        </dgm:presLayoutVars>
      </dgm:prSet>
      <dgm:spPr/>
    </dgm:pt>
    <dgm:pt modelId="{6BAD7D56-D835-4A10-82E0-A8AE0C9FF130}" type="pres">
      <dgm:prSet presAssocID="{D3CBEA60-3580-465A-8568-0A96AA432CD3}" presName="sibTrans" presStyleCnt="0"/>
      <dgm:spPr/>
    </dgm:pt>
    <dgm:pt modelId="{5161F965-4BC6-4EE7-BA81-273C6E4B3970}" type="pres">
      <dgm:prSet presAssocID="{584373CB-3D23-477C-A3BE-B2C1F9C65091}" presName="textNode" presStyleLbl="node1" presStyleIdx="2" presStyleCnt="4">
        <dgm:presLayoutVars>
          <dgm:bulletEnabled val="1"/>
        </dgm:presLayoutVars>
      </dgm:prSet>
      <dgm:spPr/>
    </dgm:pt>
    <dgm:pt modelId="{BAB4F84D-5F8D-478F-8AEA-9F821ED39F54}" type="pres">
      <dgm:prSet presAssocID="{7FB8E24E-5EEC-4747-931F-7E4975195B41}" presName="sibTrans" presStyleCnt="0"/>
      <dgm:spPr/>
    </dgm:pt>
    <dgm:pt modelId="{F8E5E74C-80B2-4970-A686-F7D94E0CF0AC}" type="pres">
      <dgm:prSet presAssocID="{41E04A14-DB8E-488C-8EBB-C56F23B19990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E08E3E03-4443-423D-8309-FA5CA0255F92}" type="presOf" srcId="{42822E1D-6701-4118-A51B-2C5C5A77C1CA}" destId="{B434F7FC-8CFE-4394-B7AA-4709D7F7907C}" srcOrd="0" destOrd="0" presId="urn:microsoft.com/office/officeart/2005/8/layout/hProcess9"/>
    <dgm:cxn modelId="{D4027304-B21C-43E0-B3AD-9FF11DDB0FE2}" type="presOf" srcId="{584373CB-3D23-477C-A3BE-B2C1F9C65091}" destId="{5161F965-4BC6-4EE7-BA81-273C6E4B3970}" srcOrd="0" destOrd="0" presId="urn:microsoft.com/office/officeart/2005/8/layout/hProcess9"/>
    <dgm:cxn modelId="{76A7102F-771E-412F-857C-867C9F2A8050}" srcId="{42822E1D-6701-4118-A51B-2C5C5A77C1CA}" destId="{6F62D5E5-BD85-418D-A1CC-12E527F75AAA}" srcOrd="1" destOrd="0" parTransId="{84C486B4-2C2C-44EF-AA89-8B27FF7A498F}" sibTransId="{D3CBEA60-3580-465A-8568-0A96AA432CD3}"/>
    <dgm:cxn modelId="{9039433C-CD3B-4F93-BBD6-220B674D6D16}" type="presOf" srcId="{0B683A09-78AA-4915-A76E-69F59B6192F0}" destId="{CB1E67F2-EA62-4B7B-98C5-E2761576656F}" srcOrd="0" destOrd="0" presId="urn:microsoft.com/office/officeart/2005/8/layout/hProcess9"/>
    <dgm:cxn modelId="{DF288F5F-04F6-4720-86CF-AF96A9CBDFA8}" type="presOf" srcId="{6F62D5E5-BD85-418D-A1CC-12E527F75AAA}" destId="{BF51A3D3-2E3C-4079-A15A-B5C8D5C865E7}" srcOrd="0" destOrd="0" presId="urn:microsoft.com/office/officeart/2005/8/layout/hProcess9"/>
    <dgm:cxn modelId="{1B2EE545-3876-45D7-B1C5-C2294693B3E8}" srcId="{42822E1D-6701-4118-A51B-2C5C5A77C1CA}" destId="{0B683A09-78AA-4915-A76E-69F59B6192F0}" srcOrd="0" destOrd="0" parTransId="{F91C5890-E90B-4624-BCEB-DD632F713A57}" sibTransId="{7B8C6EF8-3203-4D36-81A5-337238BB0B82}"/>
    <dgm:cxn modelId="{7984E845-F1D6-4283-A033-4F780456F064}" type="presOf" srcId="{41E04A14-DB8E-488C-8EBB-C56F23B19990}" destId="{F8E5E74C-80B2-4970-A686-F7D94E0CF0AC}" srcOrd="0" destOrd="0" presId="urn:microsoft.com/office/officeart/2005/8/layout/hProcess9"/>
    <dgm:cxn modelId="{3AD34C9E-6AD8-4D90-B747-DF81055029DD}" srcId="{42822E1D-6701-4118-A51B-2C5C5A77C1CA}" destId="{584373CB-3D23-477C-A3BE-B2C1F9C65091}" srcOrd="2" destOrd="0" parTransId="{9E01924E-A99D-4465-9C33-30BAB011D1B0}" sibTransId="{7FB8E24E-5EEC-4747-931F-7E4975195B41}"/>
    <dgm:cxn modelId="{ED54A4C7-189D-4F83-9FDE-5594B3AA94DF}" srcId="{42822E1D-6701-4118-A51B-2C5C5A77C1CA}" destId="{41E04A14-DB8E-488C-8EBB-C56F23B19990}" srcOrd="3" destOrd="0" parTransId="{44E041F9-A2E4-402C-8859-F5D61A9971E2}" sibTransId="{4A0A479D-1E84-418F-AED8-AA736862D4DB}"/>
    <dgm:cxn modelId="{452D9450-7828-4D21-914E-34CC4E5C5795}" type="presParOf" srcId="{B434F7FC-8CFE-4394-B7AA-4709D7F7907C}" destId="{CF250801-332B-4A8C-BBE2-E4BD01C5D582}" srcOrd="0" destOrd="0" presId="urn:microsoft.com/office/officeart/2005/8/layout/hProcess9"/>
    <dgm:cxn modelId="{ABAECE5A-723E-4CDD-B3AE-12DF588F6461}" type="presParOf" srcId="{B434F7FC-8CFE-4394-B7AA-4709D7F7907C}" destId="{E02255F5-9744-41AB-AA32-C488FD4C9101}" srcOrd="1" destOrd="0" presId="urn:microsoft.com/office/officeart/2005/8/layout/hProcess9"/>
    <dgm:cxn modelId="{B62E61A8-C581-4C57-9B51-982E9A638208}" type="presParOf" srcId="{E02255F5-9744-41AB-AA32-C488FD4C9101}" destId="{CB1E67F2-EA62-4B7B-98C5-E2761576656F}" srcOrd="0" destOrd="0" presId="urn:microsoft.com/office/officeart/2005/8/layout/hProcess9"/>
    <dgm:cxn modelId="{46A7B2F4-5DD6-49CB-8CED-D3BD01C1369B}" type="presParOf" srcId="{E02255F5-9744-41AB-AA32-C488FD4C9101}" destId="{6EB316C8-5AC0-4275-B28F-E74DBDAFEAA5}" srcOrd="1" destOrd="0" presId="urn:microsoft.com/office/officeart/2005/8/layout/hProcess9"/>
    <dgm:cxn modelId="{B6D92C8A-0C8C-4A7A-854D-568BCE59DB30}" type="presParOf" srcId="{E02255F5-9744-41AB-AA32-C488FD4C9101}" destId="{BF51A3D3-2E3C-4079-A15A-B5C8D5C865E7}" srcOrd="2" destOrd="0" presId="urn:microsoft.com/office/officeart/2005/8/layout/hProcess9"/>
    <dgm:cxn modelId="{D9A9CA58-B249-4252-8784-856A6F51C7F2}" type="presParOf" srcId="{E02255F5-9744-41AB-AA32-C488FD4C9101}" destId="{6BAD7D56-D835-4A10-82E0-A8AE0C9FF130}" srcOrd="3" destOrd="0" presId="urn:microsoft.com/office/officeart/2005/8/layout/hProcess9"/>
    <dgm:cxn modelId="{62DD8B5C-DE3F-43E6-966D-B3FAAB15CB71}" type="presParOf" srcId="{E02255F5-9744-41AB-AA32-C488FD4C9101}" destId="{5161F965-4BC6-4EE7-BA81-273C6E4B3970}" srcOrd="4" destOrd="0" presId="urn:microsoft.com/office/officeart/2005/8/layout/hProcess9"/>
    <dgm:cxn modelId="{D25E6CC4-3B7C-4301-AA6C-37307C006A12}" type="presParOf" srcId="{E02255F5-9744-41AB-AA32-C488FD4C9101}" destId="{BAB4F84D-5F8D-478F-8AEA-9F821ED39F54}" srcOrd="5" destOrd="0" presId="urn:microsoft.com/office/officeart/2005/8/layout/hProcess9"/>
    <dgm:cxn modelId="{001DCFC6-E29D-4967-B745-79DF8886CA55}" type="presParOf" srcId="{E02255F5-9744-41AB-AA32-C488FD4C9101}" destId="{F8E5E74C-80B2-4970-A686-F7D94E0CF0AC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80CF6548-4004-4821-AC43-4F827CF0882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9700F45-7047-44FF-B472-3AA73B250EC5}">
      <dgm:prSet/>
      <dgm:spPr/>
      <dgm:t>
        <a:bodyPr/>
        <a:lstStyle/>
        <a:p>
          <a:r>
            <a:rPr lang="ru-RU" b="0" i="0"/>
            <a:t>Брестський договір</a:t>
          </a:r>
          <a:endParaRPr lang="uk-UA"/>
        </a:p>
      </dgm:t>
    </dgm:pt>
    <dgm:pt modelId="{0AEE1E09-DFB9-4998-BCE0-435B3A715B0E}" type="parTrans" cxnId="{EC7404C9-6933-424D-91BA-F15E19E1FE6E}">
      <dgm:prSet/>
      <dgm:spPr/>
      <dgm:t>
        <a:bodyPr/>
        <a:lstStyle/>
        <a:p>
          <a:endParaRPr lang="uk-UA"/>
        </a:p>
      </dgm:t>
    </dgm:pt>
    <dgm:pt modelId="{5D9D0C84-BFA0-4250-B878-3C004FDE1FF0}" type="sibTrans" cxnId="{EC7404C9-6933-424D-91BA-F15E19E1FE6E}">
      <dgm:prSet/>
      <dgm:spPr/>
      <dgm:t>
        <a:bodyPr/>
        <a:lstStyle/>
        <a:p>
          <a:endParaRPr lang="uk-UA"/>
        </a:p>
      </dgm:t>
    </dgm:pt>
    <dgm:pt modelId="{06EF0F3A-CCFA-4CD1-A2CE-2BD0E161FCB5}">
      <dgm:prSet/>
      <dgm:spPr/>
      <dgm:t>
        <a:bodyPr/>
        <a:lstStyle/>
        <a:p>
          <a:r>
            <a:rPr lang="ru-RU" b="0" i="0"/>
            <a:t>Ризький договір</a:t>
          </a:r>
          <a:endParaRPr lang="uk-UA"/>
        </a:p>
      </dgm:t>
    </dgm:pt>
    <dgm:pt modelId="{9AF6BE97-E32E-4262-8E01-322C01EC6030}" type="parTrans" cxnId="{A0F08EE7-6E5A-4F48-98F3-6F1728563A80}">
      <dgm:prSet/>
      <dgm:spPr/>
      <dgm:t>
        <a:bodyPr/>
        <a:lstStyle/>
        <a:p>
          <a:endParaRPr lang="uk-UA"/>
        </a:p>
      </dgm:t>
    </dgm:pt>
    <dgm:pt modelId="{52BAA25E-DAFC-4136-96B2-E5CDE2F749C5}" type="sibTrans" cxnId="{A0F08EE7-6E5A-4F48-98F3-6F1728563A80}">
      <dgm:prSet/>
      <dgm:spPr/>
      <dgm:t>
        <a:bodyPr/>
        <a:lstStyle/>
        <a:p>
          <a:endParaRPr lang="uk-UA"/>
        </a:p>
      </dgm:t>
    </dgm:pt>
    <dgm:pt modelId="{C0B5CDFF-4258-4CE8-B5D9-06EE4B281317}">
      <dgm:prSet/>
      <dgm:spPr/>
      <dgm:t>
        <a:bodyPr/>
        <a:lstStyle/>
        <a:p>
          <a:r>
            <a:rPr lang="ru-RU" b="0" i="0"/>
            <a:t>Варшавський договір</a:t>
          </a:r>
          <a:endParaRPr lang="uk-UA"/>
        </a:p>
      </dgm:t>
    </dgm:pt>
    <dgm:pt modelId="{41092EAC-4E09-46A6-A590-BBDF85869DC0}" type="parTrans" cxnId="{FD1050F4-A16A-4CEE-B796-1005F7A30E5A}">
      <dgm:prSet/>
      <dgm:spPr/>
      <dgm:t>
        <a:bodyPr/>
        <a:lstStyle/>
        <a:p>
          <a:endParaRPr lang="uk-UA"/>
        </a:p>
      </dgm:t>
    </dgm:pt>
    <dgm:pt modelId="{E2938AD3-06B4-4BFF-92E6-EB2E93D90B75}" type="sibTrans" cxnId="{FD1050F4-A16A-4CEE-B796-1005F7A30E5A}">
      <dgm:prSet/>
      <dgm:spPr/>
      <dgm:t>
        <a:bodyPr/>
        <a:lstStyle/>
        <a:p>
          <a:endParaRPr lang="uk-UA"/>
        </a:p>
      </dgm:t>
    </dgm:pt>
    <dgm:pt modelId="{B4393BD1-6EFB-4E14-B0B5-2A15E43D5886}">
      <dgm:prSet/>
      <dgm:spPr/>
      <dgm:t>
        <a:bodyPr/>
        <a:lstStyle/>
        <a:p>
          <a:r>
            <a:rPr lang="ru-RU" b="0" i="0"/>
            <a:t>Рапалльський договір</a:t>
          </a:r>
          <a:endParaRPr lang="uk-UA"/>
        </a:p>
      </dgm:t>
    </dgm:pt>
    <dgm:pt modelId="{09B12202-6C4A-4679-BF6F-0B26D7F492DF}" type="parTrans" cxnId="{6ABF9EC7-A4AB-4BD7-8203-B24A44EF4CE6}">
      <dgm:prSet/>
      <dgm:spPr/>
      <dgm:t>
        <a:bodyPr/>
        <a:lstStyle/>
        <a:p>
          <a:endParaRPr lang="uk-UA"/>
        </a:p>
      </dgm:t>
    </dgm:pt>
    <dgm:pt modelId="{A04C7F60-C733-4A17-893D-D3682890F78E}" type="sibTrans" cxnId="{6ABF9EC7-A4AB-4BD7-8203-B24A44EF4CE6}">
      <dgm:prSet/>
      <dgm:spPr/>
      <dgm:t>
        <a:bodyPr/>
        <a:lstStyle/>
        <a:p>
          <a:endParaRPr lang="uk-UA"/>
        </a:p>
      </dgm:t>
    </dgm:pt>
    <dgm:pt modelId="{8D523282-7AAE-4410-B64C-12DD648E5342}" type="pres">
      <dgm:prSet presAssocID="{80CF6548-4004-4821-AC43-4F827CF08828}" presName="linear" presStyleCnt="0">
        <dgm:presLayoutVars>
          <dgm:animLvl val="lvl"/>
          <dgm:resizeHandles val="exact"/>
        </dgm:presLayoutVars>
      </dgm:prSet>
      <dgm:spPr/>
    </dgm:pt>
    <dgm:pt modelId="{A57D2C9A-DE6B-4492-819B-1077127A30B3}" type="pres">
      <dgm:prSet presAssocID="{19700F45-7047-44FF-B472-3AA73B250EC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1F94317-0ABC-406F-839F-AA5C92F44859}" type="pres">
      <dgm:prSet presAssocID="{5D9D0C84-BFA0-4250-B878-3C004FDE1FF0}" presName="spacer" presStyleCnt="0"/>
      <dgm:spPr/>
    </dgm:pt>
    <dgm:pt modelId="{D42F071F-412F-44DA-9339-C1853844958C}" type="pres">
      <dgm:prSet presAssocID="{06EF0F3A-CCFA-4CD1-A2CE-2BD0E161FCB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009C311-EA80-44A4-81ED-354BBE464272}" type="pres">
      <dgm:prSet presAssocID="{52BAA25E-DAFC-4136-96B2-E5CDE2F749C5}" presName="spacer" presStyleCnt="0"/>
      <dgm:spPr/>
    </dgm:pt>
    <dgm:pt modelId="{D2E75B52-29BC-4334-B430-9E5A3FA6514F}" type="pres">
      <dgm:prSet presAssocID="{C0B5CDFF-4258-4CE8-B5D9-06EE4B28131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072202E-14C6-4DD6-9605-8B9D2FF456A8}" type="pres">
      <dgm:prSet presAssocID="{E2938AD3-06B4-4BFF-92E6-EB2E93D90B75}" presName="spacer" presStyleCnt="0"/>
      <dgm:spPr/>
    </dgm:pt>
    <dgm:pt modelId="{A474CCB3-0D29-4BD3-BE4B-1A33CB15C784}" type="pres">
      <dgm:prSet presAssocID="{B4393BD1-6EFB-4E14-B0B5-2A15E43D588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1E5C511-728A-4A62-8A5F-E1C3E5C4FC6F}" type="presOf" srcId="{C0B5CDFF-4258-4CE8-B5D9-06EE4B281317}" destId="{D2E75B52-29BC-4334-B430-9E5A3FA6514F}" srcOrd="0" destOrd="0" presId="urn:microsoft.com/office/officeart/2005/8/layout/vList2"/>
    <dgm:cxn modelId="{C8BBE633-0784-444F-917A-AE8CF8C13146}" type="presOf" srcId="{B4393BD1-6EFB-4E14-B0B5-2A15E43D5886}" destId="{A474CCB3-0D29-4BD3-BE4B-1A33CB15C784}" srcOrd="0" destOrd="0" presId="urn:microsoft.com/office/officeart/2005/8/layout/vList2"/>
    <dgm:cxn modelId="{BEF9EC39-EBAE-4E75-8E74-CF036E3F5F5E}" type="presOf" srcId="{80CF6548-4004-4821-AC43-4F827CF08828}" destId="{8D523282-7AAE-4410-B64C-12DD648E5342}" srcOrd="0" destOrd="0" presId="urn:microsoft.com/office/officeart/2005/8/layout/vList2"/>
    <dgm:cxn modelId="{ED6C037B-75E1-46DA-ACC4-78EF5C26DC51}" type="presOf" srcId="{19700F45-7047-44FF-B472-3AA73B250EC5}" destId="{A57D2C9A-DE6B-4492-819B-1077127A30B3}" srcOrd="0" destOrd="0" presId="urn:microsoft.com/office/officeart/2005/8/layout/vList2"/>
    <dgm:cxn modelId="{52158F7B-0A58-4DBE-B96E-9BD65465CB7F}" type="presOf" srcId="{06EF0F3A-CCFA-4CD1-A2CE-2BD0E161FCB5}" destId="{D42F071F-412F-44DA-9339-C1853844958C}" srcOrd="0" destOrd="0" presId="urn:microsoft.com/office/officeart/2005/8/layout/vList2"/>
    <dgm:cxn modelId="{6ABF9EC7-A4AB-4BD7-8203-B24A44EF4CE6}" srcId="{80CF6548-4004-4821-AC43-4F827CF08828}" destId="{B4393BD1-6EFB-4E14-B0B5-2A15E43D5886}" srcOrd="3" destOrd="0" parTransId="{09B12202-6C4A-4679-BF6F-0B26D7F492DF}" sibTransId="{A04C7F60-C733-4A17-893D-D3682890F78E}"/>
    <dgm:cxn modelId="{EC7404C9-6933-424D-91BA-F15E19E1FE6E}" srcId="{80CF6548-4004-4821-AC43-4F827CF08828}" destId="{19700F45-7047-44FF-B472-3AA73B250EC5}" srcOrd="0" destOrd="0" parTransId="{0AEE1E09-DFB9-4998-BCE0-435B3A715B0E}" sibTransId="{5D9D0C84-BFA0-4250-B878-3C004FDE1FF0}"/>
    <dgm:cxn modelId="{A0F08EE7-6E5A-4F48-98F3-6F1728563A80}" srcId="{80CF6548-4004-4821-AC43-4F827CF08828}" destId="{06EF0F3A-CCFA-4CD1-A2CE-2BD0E161FCB5}" srcOrd="1" destOrd="0" parTransId="{9AF6BE97-E32E-4262-8E01-322C01EC6030}" sibTransId="{52BAA25E-DAFC-4136-96B2-E5CDE2F749C5}"/>
    <dgm:cxn modelId="{FD1050F4-A16A-4CEE-B796-1005F7A30E5A}" srcId="{80CF6548-4004-4821-AC43-4F827CF08828}" destId="{C0B5CDFF-4258-4CE8-B5D9-06EE4B281317}" srcOrd="2" destOrd="0" parTransId="{41092EAC-4E09-46A6-A590-BBDF85869DC0}" sibTransId="{E2938AD3-06B4-4BFF-92E6-EB2E93D90B75}"/>
    <dgm:cxn modelId="{0C68FE2C-19BA-4564-AF3A-4E98ED25C12B}" type="presParOf" srcId="{8D523282-7AAE-4410-B64C-12DD648E5342}" destId="{A57D2C9A-DE6B-4492-819B-1077127A30B3}" srcOrd="0" destOrd="0" presId="urn:microsoft.com/office/officeart/2005/8/layout/vList2"/>
    <dgm:cxn modelId="{8DF1A4F0-013C-4064-B4B6-35D45DA336DC}" type="presParOf" srcId="{8D523282-7AAE-4410-B64C-12DD648E5342}" destId="{F1F94317-0ABC-406F-839F-AA5C92F44859}" srcOrd="1" destOrd="0" presId="urn:microsoft.com/office/officeart/2005/8/layout/vList2"/>
    <dgm:cxn modelId="{6827534D-0670-4A4B-8681-95BDE953C9E9}" type="presParOf" srcId="{8D523282-7AAE-4410-B64C-12DD648E5342}" destId="{D42F071F-412F-44DA-9339-C1853844958C}" srcOrd="2" destOrd="0" presId="urn:microsoft.com/office/officeart/2005/8/layout/vList2"/>
    <dgm:cxn modelId="{50D05ABA-6E14-4E06-9762-2A7C7892CDFF}" type="presParOf" srcId="{8D523282-7AAE-4410-B64C-12DD648E5342}" destId="{E009C311-EA80-44A4-81ED-354BBE464272}" srcOrd="3" destOrd="0" presId="urn:microsoft.com/office/officeart/2005/8/layout/vList2"/>
    <dgm:cxn modelId="{5DB7AD76-387D-4123-89F6-FA11B65673F0}" type="presParOf" srcId="{8D523282-7AAE-4410-B64C-12DD648E5342}" destId="{D2E75B52-29BC-4334-B430-9E5A3FA6514F}" srcOrd="4" destOrd="0" presId="urn:microsoft.com/office/officeart/2005/8/layout/vList2"/>
    <dgm:cxn modelId="{CB8B5103-B330-4C54-A3D6-D2F41808610A}" type="presParOf" srcId="{8D523282-7AAE-4410-B64C-12DD648E5342}" destId="{F072202E-14C6-4DD6-9605-8B9D2FF456A8}" srcOrd="5" destOrd="0" presId="urn:microsoft.com/office/officeart/2005/8/layout/vList2"/>
    <dgm:cxn modelId="{79214329-B930-4495-A3CC-3927C26DA8EA}" type="presParOf" srcId="{8D523282-7AAE-4410-B64C-12DD648E5342}" destId="{A474CCB3-0D29-4BD3-BE4B-1A33CB15C78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3AC316-EA80-47E8-B3B9-E33A92B2C467}">
      <dsp:nvSpPr>
        <dsp:cNvPr id="0" name=""/>
        <dsp:cNvSpPr/>
      </dsp:nvSpPr>
      <dsp:spPr>
        <a:xfrm>
          <a:off x="0" y="0"/>
          <a:ext cx="103536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9EAB9A-628D-43AE-AF73-2B315FDF21A9}">
      <dsp:nvSpPr>
        <dsp:cNvPr id="0" name=""/>
        <dsp:cNvSpPr/>
      </dsp:nvSpPr>
      <dsp:spPr>
        <a:xfrm>
          <a:off x="0" y="0"/>
          <a:ext cx="10353675" cy="1014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1" kern="1200" baseline="0" dirty="0" err="1"/>
            <a:t>Відсутність</a:t>
          </a:r>
          <a:r>
            <a:rPr lang="ru-RU" sz="2800" b="0" i="1" kern="1200" baseline="0" dirty="0"/>
            <a:t> у </a:t>
          </a:r>
          <a:r>
            <a:rPr lang="ru-RU" sz="2800" b="0" i="1" kern="1200" baseline="0" dirty="0" err="1"/>
            <a:t>керівництва</a:t>
          </a:r>
          <a:r>
            <a:rPr lang="ru-RU" sz="2800" b="0" i="1" kern="1200" baseline="0" dirty="0"/>
            <a:t> УЦР </a:t>
          </a:r>
          <a:r>
            <a:rPr lang="ru-RU" sz="2800" b="0" i="1" kern="1200" baseline="0" dirty="0" err="1"/>
            <a:t>чіткої</a:t>
          </a:r>
          <a:r>
            <a:rPr lang="ru-RU" sz="2800" b="0" i="1" kern="1200" baseline="0" dirty="0"/>
            <a:t> </a:t>
          </a:r>
          <a:r>
            <a:rPr lang="ru-RU" sz="2800" b="0" i="1" kern="1200" baseline="0" dirty="0" err="1"/>
            <a:t>програми</a:t>
          </a:r>
          <a:r>
            <a:rPr lang="ru-RU" sz="2800" b="0" i="1" kern="1200" baseline="0" dirty="0"/>
            <a:t>, брак </a:t>
          </a:r>
          <a:r>
            <a:rPr lang="ru-RU" sz="2800" b="0" i="1" kern="1200" baseline="0" dirty="0" err="1"/>
            <a:t>політичного</a:t>
          </a:r>
          <a:r>
            <a:rPr lang="ru-RU" sz="2800" b="0" i="1" kern="1200" baseline="0" dirty="0"/>
            <a:t> </a:t>
          </a:r>
          <a:r>
            <a:rPr lang="ru-RU" sz="2800" b="0" i="1" kern="1200" baseline="0" dirty="0" err="1"/>
            <a:t>досвіду</a:t>
          </a:r>
          <a:r>
            <a:rPr lang="ru-RU" sz="2800" b="0" i="1" kern="1200" baseline="0" dirty="0"/>
            <a:t> </a:t>
          </a:r>
          <a:r>
            <a:rPr lang="ru-RU" sz="2800" b="0" i="1" kern="1200" baseline="0" dirty="0" err="1"/>
            <a:t>уповільнювали</a:t>
          </a:r>
          <a:r>
            <a:rPr lang="ru-RU" sz="2800" b="0" i="1" kern="1200" baseline="0" dirty="0"/>
            <a:t> </a:t>
          </a:r>
          <a:r>
            <a:rPr lang="ru-RU" sz="2800" b="0" i="1" kern="1200" baseline="0" dirty="0" err="1"/>
            <a:t>здійснення</a:t>
          </a:r>
          <a:r>
            <a:rPr lang="ru-RU" sz="2800" b="0" i="1" kern="1200" baseline="0" dirty="0"/>
            <a:t> реформ. </a:t>
          </a:r>
          <a:endParaRPr lang="uk-UA" sz="2800" kern="1200" dirty="0"/>
        </a:p>
      </dsp:txBody>
      <dsp:txXfrm>
        <a:off x="0" y="0"/>
        <a:ext cx="10353675" cy="1014809"/>
      </dsp:txXfrm>
    </dsp:sp>
    <dsp:sp modelId="{BC255631-1FDF-4060-B820-20C475A4389B}">
      <dsp:nvSpPr>
        <dsp:cNvPr id="0" name=""/>
        <dsp:cNvSpPr/>
      </dsp:nvSpPr>
      <dsp:spPr>
        <a:xfrm>
          <a:off x="0" y="1014809"/>
          <a:ext cx="103536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C15B8C-300C-4E9E-BDEC-25F08505566A}">
      <dsp:nvSpPr>
        <dsp:cNvPr id="0" name=""/>
        <dsp:cNvSpPr/>
      </dsp:nvSpPr>
      <dsp:spPr>
        <a:xfrm>
          <a:off x="0" y="1014809"/>
          <a:ext cx="10353675" cy="1014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1" kern="1200" baseline="0"/>
            <a:t>УЦР втратила час, вагаючись між автономією та незалежністю. </a:t>
          </a:r>
          <a:endParaRPr lang="uk-UA" sz="2800" kern="1200"/>
        </a:p>
      </dsp:txBody>
      <dsp:txXfrm>
        <a:off x="0" y="1014809"/>
        <a:ext cx="10353675" cy="1014809"/>
      </dsp:txXfrm>
    </dsp:sp>
    <dsp:sp modelId="{B5E1A99F-3C24-4C44-84FB-36ED1E507033}">
      <dsp:nvSpPr>
        <dsp:cNvPr id="0" name=""/>
        <dsp:cNvSpPr/>
      </dsp:nvSpPr>
      <dsp:spPr>
        <a:xfrm>
          <a:off x="0" y="2029618"/>
          <a:ext cx="103536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33166A-7ADA-4800-96DE-1EA4493F22E1}">
      <dsp:nvSpPr>
        <dsp:cNvPr id="0" name=""/>
        <dsp:cNvSpPr/>
      </dsp:nvSpPr>
      <dsp:spPr>
        <a:xfrm>
          <a:off x="0" y="2029618"/>
          <a:ext cx="10353675" cy="1014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1" kern="1200" baseline="0"/>
            <a:t>Суперечки всередині УЦР блокували державотворчу діяльність. </a:t>
          </a:r>
          <a:endParaRPr lang="uk-UA" sz="2800" kern="1200"/>
        </a:p>
      </dsp:txBody>
      <dsp:txXfrm>
        <a:off x="0" y="2029618"/>
        <a:ext cx="10353675" cy="1014809"/>
      </dsp:txXfrm>
    </dsp:sp>
    <dsp:sp modelId="{9435975D-33EF-4A4B-8772-319790DC148C}">
      <dsp:nvSpPr>
        <dsp:cNvPr id="0" name=""/>
        <dsp:cNvSpPr/>
      </dsp:nvSpPr>
      <dsp:spPr>
        <a:xfrm>
          <a:off x="0" y="3044427"/>
          <a:ext cx="103536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02A448-F20C-4726-9112-EBDD234C936D}">
      <dsp:nvSpPr>
        <dsp:cNvPr id="0" name=""/>
        <dsp:cNvSpPr/>
      </dsp:nvSpPr>
      <dsp:spPr>
        <a:xfrm>
          <a:off x="0" y="3044427"/>
          <a:ext cx="10353675" cy="1014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1" kern="1200" baseline="0"/>
            <a:t>Військове втручання більшовицької Росії посилило дестабілізацію</a:t>
          </a:r>
          <a:endParaRPr lang="uk-UA" sz="2800" kern="1200"/>
        </a:p>
      </dsp:txBody>
      <dsp:txXfrm>
        <a:off x="0" y="3044427"/>
        <a:ext cx="10353675" cy="10148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D00FE7-3825-4D79-8D22-2813E0085936}">
      <dsp:nvSpPr>
        <dsp:cNvPr id="0" name=""/>
        <dsp:cNvSpPr/>
      </dsp:nvSpPr>
      <dsp:spPr>
        <a:xfrm>
          <a:off x="0" y="0"/>
          <a:ext cx="50604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822C41-B36F-474B-8DA5-43D0ABBD4FA4}">
      <dsp:nvSpPr>
        <dsp:cNvPr id="0" name=""/>
        <dsp:cNvSpPr/>
      </dsp:nvSpPr>
      <dsp:spPr>
        <a:xfrm>
          <a:off x="0" y="0"/>
          <a:ext cx="5060497" cy="101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проведення в Києві Всеукраїнського хліборобського конгресу</a:t>
          </a:r>
          <a:endParaRPr lang="uk-UA" sz="1800" kern="1200"/>
        </a:p>
      </dsp:txBody>
      <dsp:txXfrm>
        <a:off x="0" y="0"/>
        <a:ext cx="5060497" cy="1014687"/>
      </dsp:txXfrm>
    </dsp:sp>
    <dsp:sp modelId="{F95829B3-F938-43C6-BE9E-1764B7FCBCC0}">
      <dsp:nvSpPr>
        <dsp:cNvPr id="0" name=""/>
        <dsp:cNvSpPr/>
      </dsp:nvSpPr>
      <dsp:spPr>
        <a:xfrm>
          <a:off x="0" y="1014687"/>
          <a:ext cx="50604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97C18E-0EAC-468C-8D59-3B35CD7CC2EB}">
      <dsp:nvSpPr>
        <dsp:cNvPr id="0" name=""/>
        <dsp:cNvSpPr/>
      </dsp:nvSpPr>
      <dsp:spPr>
        <a:xfrm>
          <a:off x="0" y="1014687"/>
          <a:ext cx="5060497" cy="101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оприлюднення Українською Центральною Радою Першого Універсалу</a:t>
          </a:r>
          <a:endParaRPr lang="uk-UA" sz="1800" kern="1200"/>
        </a:p>
      </dsp:txBody>
      <dsp:txXfrm>
        <a:off x="0" y="1014687"/>
        <a:ext cx="5060497" cy="1014687"/>
      </dsp:txXfrm>
    </dsp:sp>
    <dsp:sp modelId="{25A51B92-3B70-44CB-BC2B-718B9234244B}">
      <dsp:nvSpPr>
        <dsp:cNvPr id="0" name=""/>
        <dsp:cNvSpPr/>
      </dsp:nvSpPr>
      <dsp:spPr>
        <a:xfrm>
          <a:off x="0" y="2029374"/>
          <a:ext cx="50604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61C522-AC4E-4CB4-8DF8-CF488AD55F3F}">
      <dsp:nvSpPr>
        <dsp:cNvPr id="0" name=""/>
        <dsp:cNvSpPr/>
      </dsp:nvSpPr>
      <dsp:spPr>
        <a:xfrm>
          <a:off x="0" y="2029374"/>
          <a:ext cx="5060497" cy="101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збройна боротьба за владу в Києві між більшовиками, прихильниками Тимчасового уряду Росії та Української Центральної Ради</a:t>
          </a:r>
          <a:endParaRPr lang="uk-UA" sz="1800" kern="1200"/>
        </a:p>
      </dsp:txBody>
      <dsp:txXfrm>
        <a:off x="0" y="2029374"/>
        <a:ext cx="5060497" cy="1014687"/>
      </dsp:txXfrm>
    </dsp:sp>
    <dsp:sp modelId="{BD411821-6AAF-4A9F-AEFF-5E8C79FFC959}">
      <dsp:nvSpPr>
        <dsp:cNvPr id="0" name=""/>
        <dsp:cNvSpPr/>
      </dsp:nvSpPr>
      <dsp:spPr>
        <a:xfrm>
          <a:off x="0" y="3044062"/>
          <a:ext cx="50604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C59E8B-AAC6-43A2-873C-2FD57AB21B28}">
      <dsp:nvSpPr>
        <dsp:cNvPr id="0" name=""/>
        <dsp:cNvSpPr/>
      </dsp:nvSpPr>
      <dsp:spPr>
        <a:xfrm>
          <a:off x="0" y="3044062"/>
          <a:ext cx="5060497" cy="101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ультиматум Ради народних комісарів РСФРР Українській Центральній Раді</a:t>
          </a:r>
          <a:endParaRPr lang="uk-UA" sz="1800" kern="1200"/>
        </a:p>
      </dsp:txBody>
      <dsp:txXfrm>
        <a:off x="0" y="3044062"/>
        <a:ext cx="5060497" cy="10146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571DDA-F832-4FB9-A643-C46F911C903A}">
      <dsp:nvSpPr>
        <dsp:cNvPr id="0" name=""/>
        <dsp:cNvSpPr/>
      </dsp:nvSpPr>
      <dsp:spPr>
        <a:xfrm rot="10800000">
          <a:off x="1011949" y="2458"/>
          <a:ext cx="3368002" cy="65447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605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збройна агресія радянської Росії проти України</a:t>
          </a:r>
          <a:endParaRPr lang="uk-UA" sz="1700" kern="1200"/>
        </a:p>
      </dsp:txBody>
      <dsp:txXfrm rot="10800000">
        <a:off x="1175567" y="2458"/>
        <a:ext cx="3204384" cy="654474"/>
      </dsp:txXfrm>
    </dsp:sp>
    <dsp:sp modelId="{847C44C6-1697-49BF-97F2-096E541462F6}">
      <dsp:nvSpPr>
        <dsp:cNvPr id="0" name=""/>
        <dsp:cNvSpPr/>
      </dsp:nvSpPr>
      <dsp:spPr>
        <a:xfrm>
          <a:off x="684712" y="2458"/>
          <a:ext cx="654474" cy="65447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BD00B0-566D-4A6A-B190-4DFCE4547549}">
      <dsp:nvSpPr>
        <dsp:cNvPr id="0" name=""/>
        <dsp:cNvSpPr/>
      </dsp:nvSpPr>
      <dsp:spPr>
        <a:xfrm rot="10800000">
          <a:off x="1011949" y="852298"/>
          <a:ext cx="3368002" cy="65447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605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створення Генерального секретаріату</a:t>
          </a:r>
          <a:endParaRPr lang="uk-UA" sz="1700" kern="1200"/>
        </a:p>
      </dsp:txBody>
      <dsp:txXfrm rot="10800000">
        <a:off x="1175567" y="852298"/>
        <a:ext cx="3204384" cy="654474"/>
      </dsp:txXfrm>
    </dsp:sp>
    <dsp:sp modelId="{4B69E673-603C-49C1-949D-07BD25545C2D}">
      <dsp:nvSpPr>
        <dsp:cNvPr id="0" name=""/>
        <dsp:cNvSpPr/>
      </dsp:nvSpPr>
      <dsp:spPr>
        <a:xfrm>
          <a:off x="684712" y="852298"/>
          <a:ext cx="654474" cy="65447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CDAC32-1EC6-49BB-85FB-71C3A3826B0E}">
      <dsp:nvSpPr>
        <dsp:cNvPr id="0" name=""/>
        <dsp:cNvSpPr/>
      </dsp:nvSpPr>
      <dsp:spPr>
        <a:xfrm rot="10800000">
          <a:off x="1011949" y="1702138"/>
          <a:ext cx="3368002" cy="65447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605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прихід до влади гетьмана П. Скоропадського</a:t>
          </a:r>
          <a:endParaRPr lang="uk-UA" sz="1700" kern="1200"/>
        </a:p>
      </dsp:txBody>
      <dsp:txXfrm rot="10800000">
        <a:off x="1175567" y="1702138"/>
        <a:ext cx="3204384" cy="654474"/>
      </dsp:txXfrm>
    </dsp:sp>
    <dsp:sp modelId="{25E8FCF5-3F33-4C46-91B1-3BD641133BA3}">
      <dsp:nvSpPr>
        <dsp:cNvPr id="0" name=""/>
        <dsp:cNvSpPr/>
      </dsp:nvSpPr>
      <dsp:spPr>
        <a:xfrm>
          <a:off x="684712" y="1702138"/>
          <a:ext cx="654474" cy="65447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7D23C1-3AC6-481E-8F2E-78A4CE40B458}">
      <dsp:nvSpPr>
        <dsp:cNvPr id="0" name=""/>
        <dsp:cNvSpPr/>
      </dsp:nvSpPr>
      <dsp:spPr>
        <a:xfrm rot="10800000">
          <a:off x="1011949" y="2551978"/>
          <a:ext cx="3368002" cy="65447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605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корніловський заколот в Росії</a:t>
          </a:r>
          <a:endParaRPr lang="uk-UA" sz="1700" kern="1200"/>
        </a:p>
      </dsp:txBody>
      <dsp:txXfrm rot="10800000">
        <a:off x="1175567" y="2551978"/>
        <a:ext cx="3204384" cy="654474"/>
      </dsp:txXfrm>
    </dsp:sp>
    <dsp:sp modelId="{A8EDA94C-1F99-41AB-A0D6-A3E1E196FF77}">
      <dsp:nvSpPr>
        <dsp:cNvPr id="0" name=""/>
        <dsp:cNvSpPr/>
      </dsp:nvSpPr>
      <dsp:spPr>
        <a:xfrm>
          <a:off x="684712" y="2551978"/>
          <a:ext cx="654474" cy="65447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9606CC-F195-40D8-9518-AA3C6C43500E}">
      <dsp:nvSpPr>
        <dsp:cNvPr id="0" name=""/>
        <dsp:cNvSpPr/>
      </dsp:nvSpPr>
      <dsp:spPr>
        <a:xfrm rot="10800000">
          <a:off x="1011949" y="3401818"/>
          <a:ext cx="3368002" cy="65447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605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проголошення Української Народної Республіки</a:t>
          </a:r>
          <a:endParaRPr lang="uk-UA" sz="1700" kern="1200"/>
        </a:p>
      </dsp:txBody>
      <dsp:txXfrm rot="10800000">
        <a:off x="1175567" y="3401818"/>
        <a:ext cx="3204384" cy="654474"/>
      </dsp:txXfrm>
    </dsp:sp>
    <dsp:sp modelId="{BECD6D0B-A68B-4DB6-AFDE-3F62FC5866E2}">
      <dsp:nvSpPr>
        <dsp:cNvPr id="0" name=""/>
        <dsp:cNvSpPr/>
      </dsp:nvSpPr>
      <dsp:spPr>
        <a:xfrm>
          <a:off x="684712" y="3401818"/>
          <a:ext cx="654474" cy="65447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17F155-7EDB-4B03-ADBE-13E29EF706E1}">
      <dsp:nvSpPr>
        <dsp:cNvPr id="0" name=""/>
        <dsp:cNvSpPr/>
      </dsp:nvSpPr>
      <dsp:spPr>
        <a:xfrm rot="10800000">
          <a:off x="1054781" y="1173"/>
          <a:ext cx="3365230" cy="8285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87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М. Міхновський</a:t>
          </a:r>
          <a:endParaRPr lang="uk-UA" sz="2600" kern="1200"/>
        </a:p>
      </dsp:txBody>
      <dsp:txXfrm rot="10800000">
        <a:off x="1261929" y="1173"/>
        <a:ext cx="3158082" cy="828594"/>
      </dsp:txXfrm>
    </dsp:sp>
    <dsp:sp modelId="{2C01ABD7-884E-44E6-A6BF-0959334FDACC}">
      <dsp:nvSpPr>
        <dsp:cNvPr id="0" name=""/>
        <dsp:cNvSpPr/>
      </dsp:nvSpPr>
      <dsp:spPr>
        <a:xfrm>
          <a:off x="640484" y="1173"/>
          <a:ext cx="828594" cy="8285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7F77D3-DF7F-443A-89CA-0C5F6034FCA1}">
      <dsp:nvSpPr>
        <dsp:cNvPr id="0" name=""/>
        <dsp:cNvSpPr/>
      </dsp:nvSpPr>
      <dsp:spPr>
        <a:xfrm rot="10800000">
          <a:off x="1054781" y="1077109"/>
          <a:ext cx="3365230" cy="8285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87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Є. Чикаленко</a:t>
          </a:r>
          <a:endParaRPr lang="uk-UA" sz="2600" kern="1200"/>
        </a:p>
      </dsp:txBody>
      <dsp:txXfrm rot="10800000">
        <a:off x="1261929" y="1077109"/>
        <a:ext cx="3158082" cy="828594"/>
      </dsp:txXfrm>
    </dsp:sp>
    <dsp:sp modelId="{A996572D-0D84-4816-9DF4-F16734DA7161}">
      <dsp:nvSpPr>
        <dsp:cNvPr id="0" name=""/>
        <dsp:cNvSpPr/>
      </dsp:nvSpPr>
      <dsp:spPr>
        <a:xfrm>
          <a:off x="640484" y="1077109"/>
          <a:ext cx="828594" cy="8285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246EED-E36A-482F-B339-29C444E2B5FF}">
      <dsp:nvSpPr>
        <dsp:cNvPr id="0" name=""/>
        <dsp:cNvSpPr/>
      </dsp:nvSpPr>
      <dsp:spPr>
        <a:xfrm rot="10800000">
          <a:off x="1054781" y="2153045"/>
          <a:ext cx="3365230" cy="8285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87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В. Винниченко</a:t>
          </a:r>
          <a:endParaRPr lang="uk-UA" sz="2600" kern="1200"/>
        </a:p>
      </dsp:txBody>
      <dsp:txXfrm rot="10800000">
        <a:off x="1261929" y="2153045"/>
        <a:ext cx="3158082" cy="828594"/>
      </dsp:txXfrm>
    </dsp:sp>
    <dsp:sp modelId="{60192A8E-F72E-473C-A396-EE8B66CFC8BD}">
      <dsp:nvSpPr>
        <dsp:cNvPr id="0" name=""/>
        <dsp:cNvSpPr/>
      </dsp:nvSpPr>
      <dsp:spPr>
        <a:xfrm>
          <a:off x="640484" y="2153045"/>
          <a:ext cx="828594" cy="8285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8F7FF6-58EB-4786-9F90-27808CA2E2A3}">
      <dsp:nvSpPr>
        <dsp:cNvPr id="0" name=""/>
        <dsp:cNvSpPr/>
      </dsp:nvSpPr>
      <dsp:spPr>
        <a:xfrm rot="10800000">
          <a:off x="1054781" y="3228982"/>
          <a:ext cx="3365230" cy="8285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87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І. Шраг</a:t>
          </a:r>
          <a:endParaRPr lang="uk-UA" sz="2600" kern="1200"/>
        </a:p>
      </dsp:txBody>
      <dsp:txXfrm rot="10800000">
        <a:off x="1261929" y="3228982"/>
        <a:ext cx="3158082" cy="828594"/>
      </dsp:txXfrm>
    </dsp:sp>
    <dsp:sp modelId="{40502DFD-C510-45E5-90D1-4FA2A68C4116}">
      <dsp:nvSpPr>
        <dsp:cNvPr id="0" name=""/>
        <dsp:cNvSpPr/>
      </dsp:nvSpPr>
      <dsp:spPr>
        <a:xfrm>
          <a:off x="640484" y="3228982"/>
          <a:ext cx="828594" cy="8285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144FD-1F81-4759-8471-F717C473D4E1}">
      <dsp:nvSpPr>
        <dsp:cNvPr id="0" name=""/>
        <dsp:cNvSpPr/>
      </dsp:nvSpPr>
      <dsp:spPr>
        <a:xfrm>
          <a:off x="0" y="212275"/>
          <a:ext cx="5064665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ініціювання створення Товариства українських поступовців</a:t>
          </a:r>
          <a:endParaRPr lang="uk-UA" sz="2000" kern="1200"/>
        </a:p>
      </dsp:txBody>
      <dsp:txXfrm>
        <a:off x="37696" y="249971"/>
        <a:ext cx="4989273" cy="696808"/>
      </dsp:txXfrm>
    </dsp:sp>
    <dsp:sp modelId="{E19AB7F8-D409-4F89-B270-DA59BA23C293}">
      <dsp:nvSpPr>
        <dsp:cNvPr id="0" name=""/>
        <dsp:cNvSpPr/>
      </dsp:nvSpPr>
      <dsp:spPr>
        <a:xfrm>
          <a:off x="0" y="1042075"/>
          <a:ext cx="5064665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створення програми Української революційної партії</a:t>
          </a:r>
          <a:endParaRPr lang="uk-UA" sz="2000" kern="1200"/>
        </a:p>
      </dsp:txBody>
      <dsp:txXfrm>
        <a:off x="37696" y="1079771"/>
        <a:ext cx="4989273" cy="696808"/>
      </dsp:txXfrm>
    </dsp:sp>
    <dsp:sp modelId="{22D5CD2F-D866-4538-BD53-D3878A6E7C10}">
      <dsp:nvSpPr>
        <dsp:cNvPr id="0" name=""/>
        <dsp:cNvSpPr/>
      </dsp:nvSpPr>
      <dsp:spPr>
        <a:xfrm>
          <a:off x="0" y="1871875"/>
          <a:ext cx="5064665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заснування української парламентської громади в </a:t>
          </a:r>
          <a:r>
            <a:rPr lang="en-US" sz="2000" b="0" i="0" kern="1200"/>
            <a:t>I </a:t>
          </a:r>
          <a:r>
            <a:rPr lang="uk-UA" sz="2000" b="0" i="0" kern="1200"/>
            <a:t>Державній Думі Росії</a:t>
          </a:r>
          <a:endParaRPr lang="uk-UA" sz="2000" kern="1200"/>
        </a:p>
      </dsp:txBody>
      <dsp:txXfrm>
        <a:off x="37696" y="1909571"/>
        <a:ext cx="4989273" cy="696808"/>
      </dsp:txXfrm>
    </dsp:sp>
    <dsp:sp modelId="{B0CC9E57-E266-4E30-A291-FD1E836CD61A}">
      <dsp:nvSpPr>
        <dsp:cNvPr id="0" name=""/>
        <dsp:cNvSpPr/>
      </dsp:nvSpPr>
      <dsp:spPr>
        <a:xfrm>
          <a:off x="0" y="2701675"/>
          <a:ext cx="5064665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утворення Директорії Української Народної Республіки</a:t>
          </a:r>
          <a:endParaRPr lang="uk-UA" sz="2000" kern="1200"/>
        </a:p>
      </dsp:txBody>
      <dsp:txXfrm>
        <a:off x="37696" y="2739371"/>
        <a:ext cx="4989273" cy="696808"/>
      </dsp:txXfrm>
    </dsp:sp>
    <dsp:sp modelId="{0A919568-EDEE-4E05-A467-BAC3672C8100}">
      <dsp:nvSpPr>
        <dsp:cNvPr id="0" name=""/>
        <dsp:cNvSpPr/>
      </dsp:nvSpPr>
      <dsp:spPr>
        <a:xfrm>
          <a:off x="0" y="3531475"/>
          <a:ext cx="5064665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формування легіону Українських січових стрільців</a:t>
          </a:r>
          <a:endParaRPr lang="uk-UA" sz="2000" kern="1200"/>
        </a:p>
      </dsp:txBody>
      <dsp:txXfrm>
        <a:off x="37696" y="3569171"/>
        <a:ext cx="4989273" cy="69680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F29F3C-48C2-4741-B6AE-9A7A964E85C6}">
      <dsp:nvSpPr>
        <dsp:cNvPr id="0" name=""/>
        <dsp:cNvSpPr/>
      </dsp:nvSpPr>
      <dsp:spPr>
        <a:xfrm>
          <a:off x="0" y="90235"/>
          <a:ext cx="5060497" cy="1911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/>
            <a:t>«Селянство відповіло повстанням і терором проти поміщиків.., що вибирали Гетьмана. Піднімались цілі села, викопували принесені з фронтів рушниці й виступали проти урядових сотень.., палили дворища гетьманців...»</a:t>
          </a:r>
          <a:endParaRPr lang="uk-UA" sz="1900" kern="1200"/>
        </a:p>
      </dsp:txBody>
      <dsp:txXfrm>
        <a:off x="93325" y="183560"/>
        <a:ext cx="4873847" cy="1725130"/>
      </dsp:txXfrm>
    </dsp:sp>
    <dsp:sp modelId="{266CD599-22B4-447E-94B7-FA9B0BD21247}">
      <dsp:nvSpPr>
        <dsp:cNvPr id="0" name=""/>
        <dsp:cNvSpPr/>
      </dsp:nvSpPr>
      <dsp:spPr>
        <a:xfrm>
          <a:off x="0" y="2056735"/>
          <a:ext cx="5060497" cy="1911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/>
            <a:t>«Більшовики, що були на з’їзді... переїхали до Харкова, улаштували там свій з’їзд і на ньому вибрали Український Радянський Уряд.., оголосивши себе єдиним робітничо-селянським Правительством на всю Україну...»</a:t>
          </a:r>
          <a:endParaRPr lang="uk-UA" sz="1900" kern="1200"/>
        </a:p>
      </dsp:txBody>
      <dsp:txXfrm>
        <a:off x="93325" y="2150060"/>
        <a:ext cx="4873847" cy="172513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32AC57-9488-4C80-AE58-E5B180FC257F}">
      <dsp:nvSpPr>
        <dsp:cNvPr id="0" name=""/>
        <dsp:cNvSpPr/>
      </dsp:nvSpPr>
      <dsp:spPr>
        <a:xfrm>
          <a:off x="0" y="90235"/>
          <a:ext cx="5064665" cy="1911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/>
            <a:t>«А наступними днями, як виплив з Універсалу, як логічне переведення його в життя було засновано Генеральний Секретаріат Української Центральної Ради, інститут, який мав реалізувати виставлені в Універсалі тези...»</a:t>
          </a:r>
          <a:endParaRPr lang="uk-UA" sz="1900" kern="1200"/>
        </a:p>
      </dsp:txBody>
      <dsp:txXfrm>
        <a:off x="93325" y="183560"/>
        <a:ext cx="4878015" cy="1725130"/>
      </dsp:txXfrm>
    </dsp:sp>
    <dsp:sp modelId="{ADDF930A-D4B7-481A-8A1D-E78B85C39741}">
      <dsp:nvSpPr>
        <dsp:cNvPr id="0" name=""/>
        <dsp:cNvSpPr/>
      </dsp:nvSpPr>
      <dsp:spPr>
        <a:xfrm>
          <a:off x="0" y="2056735"/>
          <a:ext cx="5064665" cy="1911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/>
            <a:t>«Українська Центральна Рада із задоволенням взяла до відома заяву вищої команди в справі формування першого українського полку, як визнання українізації армії.., підтримує... виокремлення українців в окремі відділи...»</a:t>
          </a:r>
          <a:endParaRPr lang="uk-UA" sz="1900" kern="1200"/>
        </a:p>
      </dsp:txBody>
      <dsp:txXfrm>
        <a:off x="93325" y="2150060"/>
        <a:ext cx="4878015" cy="172513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29B599-A26D-43BF-A060-B96A2475F765}">
      <dsp:nvSpPr>
        <dsp:cNvPr id="0" name=""/>
        <dsp:cNvSpPr/>
      </dsp:nvSpPr>
      <dsp:spPr>
        <a:xfrm>
          <a:off x="0" y="398575"/>
          <a:ext cx="5064665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окупація території України німецькими та австро-угорськими військами</a:t>
          </a:r>
          <a:endParaRPr lang="uk-UA" sz="2000" kern="1200"/>
        </a:p>
      </dsp:txBody>
      <dsp:txXfrm>
        <a:off x="37696" y="436271"/>
        <a:ext cx="4989273" cy="696808"/>
      </dsp:txXfrm>
    </dsp:sp>
    <dsp:sp modelId="{E031EB47-F4B5-4274-BFD6-A23E37915E62}">
      <dsp:nvSpPr>
        <dsp:cNvPr id="0" name=""/>
        <dsp:cNvSpPr/>
      </dsp:nvSpPr>
      <dsp:spPr>
        <a:xfrm>
          <a:off x="0" y="1228375"/>
          <a:ext cx="5064665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висадка військ Антанти на Півдні України</a:t>
          </a:r>
          <a:endParaRPr lang="uk-UA" sz="2000" kern="1200"/>
        </a:p>
      </dsp:txBody>
      <dsp:txXfrm>
        <a:off x="37696" y="1266071"/>
        <a:ext cx="4989273" cy="696808"/>
      </dsp:txXfrm>
    </dsp:sp>
    <dsp:sp modelId="{F7CB72B0-3C0D-4FAD-9D91-9314AEF5FEB2}">
      <dsp:nvSpPr>
        <dsp:cNvPr id="0" name=""/>
        <dsp:cNvSpPr/>
      </dsp:nvSpPr>
      <dsp:spPr>
        <a:xfrm>
          <a:off x="0" y="2058175"/>
          <a:ext cx="5064665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селянський повстанський рух проти політики «воєнного комунізму»</a:t>
          </a:r>
          <a:endParaRPr lang="uk-UA" sz="2000" kern="1200"/>
        </a:p>
      </dsp:txBody>
      <dsp:txXfrm>
        <a:off x="37696" y="2095871"/>
        <a:ext cx="4989273" cy="696808"/>
      </dsp:txXfrm>
    </dsp:sp>
    <dsp:sp modelId="{84842043-A6F6-42EB-94F0-9AC1792C5C55}">
      <dsp:nvSpPr>
        <dsp:cNvPr id="0" name=""/>
        <dsp:cNvSpPr/>
      </dsp:nvSpPr>
      <dsp:spPr>
        <a:xfrm>
          <a:off x="0" y="2887975"/>
          <a:ext cx="5064665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спільний наступ об’єднананих Армій УНР та УГА на Київ</a:t>
          </a:r>
          <a:endParaRPr lang="uk-UA" sz="2000" kern="1200"/>
        </a:p>
      </dsp:txBody>
      <dsp:txXfrm>
        <a:off x="37696" y="2925671"/>
        <a:ext cx="4989273" cy="69680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F0B7AE-E856-45ED-AB73-303A1088B58D}">
      <dsp:nvSpPr>
        <dsp:cNvPr id="0" name=""/>
        <dsp:cNvSpPr/>
      </dsp:nvSpPr>
      <dsp:spPr>
        <a:xfrm>
          <a:off x="0" y="16266"/>
          <a:ext cx="5064665" cy="11302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Варшавського договору між Директорією УНР і Польською Республікою.</a:t>
          </a:r>
          <a:endParaRPr lang="uk-UA" sz="2100" kern="1200"/>
        </a:p>
      </dsp:txBody>
      <dsp:txXfrm>
        <a:off x="55173" y="71439"/>
        <a:ext cx="4954319" cy="1019873"/>
      </dsp:txXfrm>
    </dsp:sp>
    <dsp:sp modelId="{CC852070-C66E-424D-97C0-6D4460E7CE33}">
      <dsp:nvSpPr>
        <dsp:cNvPr id="0" name=""/>
        <dsp:cNvSpPr/>
      </dsp:nvSpPr>
      <dsp:spPr>
        <a:xfrm>
          <a:off x="0" y="1206966"/>
          <a:ext cx="5064665" cy="11302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Мюнхенського договору між Німеччиною й Великобританією, Францією, Італією.</a:t>
          </a:r>
          <a:endParaRPr lang="uk-UA" sz="2100" kern="1200"/>
        </a:p>
      </dsp:txBody>
      <dsp:txXfrm>
        <a:off x="55173" y="1262139"/>
        <a:ext cx="4954319" cy="1019873"/>
      </dsp:txXfrm>
    </dsp:sp>
    <dsp:sp modelId="{92E02FA8-ECB1-4034-9B3D-3093E91CDEEA}">
      <dsp:nvSpPr>
        <dsp:cNvPr id="0" name=""/>
        <dsp:cNvSpPr/>
      </dsp:nvSpPr>
      <dsp:spPr>
        <a:xfrm>
          <a:off x="0" y="2397666"/>
          <a:ext cx="5064665" cy="11302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Брест-Литовського договору між УНР, Німеччиною та її союзниками.</a:t>
          </a:r>
          <a:endParaRPr lang="uk-UA" sz="2100" kern="1200"/>
        </a:p>
      </dsp:txBody>
      <dsp:txXfrm>
        <a:off x="55173" y="2452839"/>
        <a:ext cx="4954319" cy="1019873"/>
      </dsp:txXfrm>
    </dsp:sp>
    <dsp:sp modelId="{2A41A397-2663-4E41-AA1C-26FDC1B6B938}">
      <dsp:nvSpPr>
        <dsp:cNvPr id="0" name=""/>
        <dsp:cNvSpPr/>
      </dsp:nvSpPr>
      <dsp:spPr>
        <a:xfrm>
          <a:off x="0" y="3588366"/>
          <a:ext cx="5064665" cy="11302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Договору між Українською Державою та Великим Військом Донським.</a:t>
          </a:r>
          <a:endParaRPr lang="uk-UA" sz="2100" kern="1200"/>
        </a:p>
      </dsp:txBody>
      <dsp:txXfrm>
        <a:off x="55173" y="3643539"/>
        <a:ext cx="4954319" cy="101987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5D42C5-166D-4D0D-9B03-0E18319476AC}">
      <dsp:nvSpPr>
        <dsp:cNvPr id="0" name=""/>
        <dsp:cNvSpPr/>
      </dsp:nvSpPr>
      <dsp:spPr>
        <a:xfrm>
          <a:off x="0" y="12928"/>
          <a:ext cx="5064665" cy="11402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Створити міцний, дієвий бар’єр проти проникнення більшовизму в Європу.</a:t>
          </a:r>
          <a:endParaRPr lang="uk-UA" sz="2100" kern="1200"/>
        </a:p>
      </dsp:txBody>
      <dsp:txXfrm>
        <a:off x="55660" y="68588"/>
        <a:ext cx="4953345" cy="1028881"/>
      </dsp:txXfrm>
    </dsp:sp>
    <dsp:sp modelId="{BDDCE1CC-14F2-4E01-8E9B-82FD412BAE77}">
      <dsp:nvSpPr>
        <dsp:cNvPr id="0" name=""/>
        <dsp:cNvSpPr/>
      </dsp:nvSpPr>
      <dsp:spPr>
        <a:xfrm>
          <a:off x="0" y="1213610"/>
          <a:ext cx="5064665" cy="11402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Включити молоду, незміцнілу державу Україна до складу Четверного союзу.</a:t>
          </a:r>
          <a:endParaRPr lang="uk-UA" sz="2100" kern="1200"/>
        </a:p>
      </dsp:txBody>
      <dsp:txXfrm>
        <a:off x="55660" y="1269270"/>
        <a:ext cx="4953345" cy="1028881"/>
      </dsp:txXfrm>
    </dsp:sp>
    <dsp:sp modelId="{886524B4-18C7-4846-BCA6-E5A88CAB3F1E}">
      <dsp:nvSpPr>
        <dsp:cNvPr id="0" name=""/>
        <dsp:cNvSpPr/>
      </dsp:nvSpPr>
      <dsp:spPr>
        <a:xfrm>
          <a:off x="0" y="2414292"/>
          <a:ext cx="5064665" cy="11402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Використати людські ресурси, щоб компенсувати власні людські втрати у війні.</a:t>
          </a:r>
          <a:endParaRPr lang="uk-UA" sz="2100" kern="1200"/>
        </a:p>
      </dsp:txBody>
      <dsp:txXfrm>
        <a:off x="55660" y="2469952"/>
        <a:ext cx="4953345" cy="1028881"/>
      </dsp:txXfrm>
    </dsp:sp>
    <dsp:sp modelId="{4926ED05-7F7F-4C07-89DE-B9A5838FFAAE}">
      <dsp:nvSpPr>
        <dsp:cNvPr id="0" name=""/>
        <dsp:cNvSpPr/>
      </dsp:nvSpPr>
      <dsp:spPr>
        <a:xfrm>
          <a:off x="0" y="3614973"/>
          <a:ext cx="5064665" cy="11402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Забезпечити продовольчими й сировинними ресурсами власні виснажені економіки.</a:t>
          </a:r>
          <a:endParaRPr lang="uk-UA" sz="2100" kern="1200"/>
        </a:p>
      </dsp:txBody>
      <dsp:txXfrm>
        <a:off x="55660" y="3670633"/>
        <a:ext cx="4953345" cy="102888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925AF8-1393-4FAC-A8AA-645FF30EE9DC}">
      <dsp:nvSpPr>
        <dsp:cNvPr id="0" name=""/>
        <dsp:cNvSpPr/>
      </dsp:nvSpPr>
      <dsp:spPr>
        <a:xfrm>
          <a:off x="0" y="3569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Ризького</a:t>
          </a:r>
          <a:endParaRPr lang="uk-UA" sz="3900" kern="1200"/>
        </a:p>
      </dsp:txBody>
      <dsp:txXfrm>
        <a:off x="44549" y="80244"/>
        <a:ext cx="4975567" cy="823502"/>
      </dsp:txXfrm>
    </dsp:sp>
    <dsp:sp modelId="{0514CFD0-5EB7-440F-A26B-98119E643498}">
      <dsp:nvSpPr>
        <dsp:cNvPr id="0" name=""/>
        <dsp:cNvSpPr/>
      </dsp:nvSpPr>
      <dsp:spPr>
        <a:xfrm>
          <a:off x="0" y="106061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Брестського</a:t>
          </a:r>
          <a:endParaRPr lang="uk-UA" sz="3900" kern="1200"/>
        </a:p>
      </dsp:txBody>
      <dsp:txXfrm>
        <a:off x="44549" y="1105164"/>
        <a:ext cx="4975567" cy="823502"/>
      </dsp:txXfrm>
    </dsp:sp>
    <dsp:sp modelId="{6BA0F001-3CE3-49FC-B3FD-F3548C4123A1}">
      <dsp:nvSpPr>
        <dsp:cNvPr id="0" name=""/>
        <dsp:cNvSpPr/>
      </dsp:nvSpPr>
      <dsp:spPr>
        <a:xfrm>
          <a:off x="0" y="208553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Сен-Жерменського</a:t>
          </a:r>
          <a:endParaRPr lang="uk-UA" sz="3900" kern="1200"/>
        </a:p>
      </dsp:txBody>
      <dsp:txXfrm>
        <a:off x="44549" y="2130084"/>
        <a:ext cx="4975567" cy="823502"/>
      </dsp:txXfrm>
    </dsp:sp>
    <dsp:sp modelId="{C55427E3-475F-4A38-9F73-CEA7A45099A8}">
      <dsp:nvSpPr>
        <dsp:cNvPr id="0" name=""/>
        <dsp:cNvSpPr/>
      </dsp:nvSpPr>
      <dsp:spPr>
        <a:xfrm>
          <a:off x="0" y="311045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Версальського</a:t>
          </a:r>
          <a:endParaRPr lang="uk-UA" sz="3900" kern="1200"/>
        </a:p>
      </dsp:txBody>
      <dsp:txXfrm>
        <a:off x="44549" y="3155004"/>
        <a:ext cx="4975567" cy="82350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74C609-2111-4C42-A84C-5AEB1082553B}">
      <dsp:nvSpPr>
        <dsp:cNvPr id="0" name=""/>
        <dsp:cNvSpPr/>
      </dsp:nvSpPr>
      <dsp:spPr>
        <a:xfrm>
          <a:off x="0" y="144414"/>
          <a:ext cx="5060497" cy="185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«…У сій хвилі представники українського народу в Галичині всіх політичних напрямів, яких об’єднує один національний ідеал, зібралися в Головну Українську Раду…»</a:t>
          </a:r>
          <a:endParaRPr lang="uk-UA" sz="2200" kern="1200"/>
        </a:p>
      </dsp:txBody>
      <dsp:txXfrm>
        <a:off x="90470" y="234884"/>
        <a:ext cx="4879557" cy="1672340"/>
      </dsp:txXfrm>
    </dsp:sp>
    <dsp:sp modelId="{A6E76D2B-D669-4D5E-9798-F851A6BF6417}">
      <dsp:nvSpPr>
        <dsp:cNvPr id="0" name=""/>
        <dsp:cNvSpPr/>
      </dsp:nvSpPr>
      <dsp:spPr>
        <a:xfrm>
          <a:off x="0" y="2061055"/>
          <a:ext cx="5060497" cy="185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«Цього дня Українська Національна Рада перейняла на себе владу в столичнім місті Львові й на цілій території Української Держави…»</a:t>
          </a:r>
          <a:endParaRPr lang="uk-UA" sz="2200" kern="1200"/>
        </a:p>
      </dsp:txBody>
      <dsp:txXfrm>
        <a:off x="90470" y="2151525"/>
        <a:ext cx="4879557" cy="167234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ED4A0B-16CF-4F82-BF42-BE05EFAB8AD7}">
      <dsp:nvSpPr>
        <dsp:cNvPr id="0" name=""/>
        <dsp:cNvSpPr/>
      </dsp:nvSpPr>
      <dsp:spPr>
        <a:xfrm>
          <a:off x="0" y="80537"/>
          <a:ext cx="5064665" cy="19243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«Київ залишений був напризволяще… більшовицькі війська, тоді ще більше схожі на банди, незабаром змусили кошмаром своєї «діяльності» забути кошмар і жах дев’ятиденного бомбардування…»</a:t>
          </a:r>
          <a:endParaRPr lang="uk-UA" sz="1700" kern="1200"/>
        </a:p>
      </dsp:txBody>
      <dsp:txXfrm>
        <a:off x="93939" y="174476"/>
        <a:ext cx="4876787" cy="1736479"/>
      </dsp:txXfrm>
    </dsp:sp>
    <dsp:sp modelId="{2D9096CB-16D4-421F-90AE-6E3A3E6790E4}">
      <dsp:nvSpPr>
        <dsp:cNvPr id="0" name=""/>
        <dsp:cNvSpPr/>
      </dsp:nvSpPr>
      <dsp:spPr>
        <a:xfrm>
          <a:off x="0" y="2053855"/>
          <a:ext cx="5064665" cy="19243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«На цій історичній площі столичного міста Києва стоїмо… ми, український народ західноукраїнських земель.., будучи однією кров’ю… з усім народом Української Народної Республіки, хочемо й бажаємо відновити національну державну єдність нашого народу...»</a:t>
          </a:r>
          <a:endParaRPr lang="uk-UA" sz="1700" kern="1200"/>
        </a:p>
      </dsp:txBody>
      <dsp:txXfrm>
        <a:off x="93939" y="2147794"/>
        <a:ext cx="4876787" cy="173647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6F8C9D-2854-4EF3-AA6B-7AA2E86322D9}">
      <dsp:nvSpPr>
        <dsp:cNvPr id="0" name=""/>
        <dsp:cNvSpPr/>
      </dsp:nvSpPr>
      <dsp:spPr>
        <a:xfrm>
          <a:off x="0" y="7241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влади більшовиків та їхніх союзників.</a:t>
          </a:r>
          <a:endParaRPr lang="uk-UA" sz="2400" kern="1200"/>
        </a:p>
      </dsp:txBody>
      <dsp:txXfrm>
        <a:off x="45235" y="117650"/>
        <a:ext cx="4974195" cy="836169"/>
      </dsp:txXfrm>
    </dsp:sp>
    <dsp:sp modelId="{E7D46E84-19FE-47DA-8F81-95C2DAE76F2E}">
      <dsp:nvSpPr>
        <dsp:cNvPr id="0" name=""/>
        <dsp:cNvSpPr/>
      </dsp:nvSpPr>
      <dsp:spPr>
        <a:xfrm>
          <a:off x="0" y="106817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федеративних зв’язків України з Росією.</a:t>
          </a:r>
          <a:endParaRPr lang="uk-UA" sz="2400" kern="1200"/>
        </a:p>
      </dsp:txBody>
      <dsp:txXfrm>
        <a:off x="45235" y="1113410"/>
        <a:ext cx="4974195" cy="836169"/>
      </dsp:txXfrm>
    </dsp:sp>
    <dsp:sp modelId="{70F575BD-F38D-4E34-9F68-088432665150}">
      <dsp:nvSpPr>
        <dsp:cNvPr id="0" name=""/>
        <dsp:cNvSpPr/>
      </dsp:nvSpPr>
      <dsp:spPr>
        <a:xfrm>
          <a:off x="0" y="206393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союзницьких відносин з країнами Антанти.</a:t>
          </a:r>
          <a:endParaRPr lang="uk-UA" sz="2400" kern="1200"/>
        </a:p>
      </dsp:txBody>
      <dsp:txXfrm>
        <a:off x="45235" y="2109170"/>
        <a:ext cx="4974195" cy="836169"/>
      </dsp:txXfrm>
    </dsp:sp>
    <dsp:sp modelId="{B93E9CCB-28D8-4BD8-9D21-F9D888E783C1}">
      <dsp:nvSpPr>
        <dsp:cNvPr id="0" name=""/>
        <dsp:cNvSpPr/>
      </dsp:nvSpPr>
      <dsp:spPr>
        <a:xfrm>
          <a:off x="0" y="305969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влади Української Центральної Ради.</a:t>
          </a:r>
          <a:endParaRPr lang="uk-UA" sz="2400" kern="1200"/>
        </a:p>
      </dsp:txBody>
      <dsp:txXfrm>
        <a:off x="45235" y="3104930"/>
        <a:ext cx="4974195" cy="83616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BE4643-3ADB-4A2F-BB38-BAC9C8E16C0C}">
      <dsp:nvSpPr>
        <dsp:cNvPr id="0" name=""/>
        <dsp:cNvSpPr/>
      </dsp:nvSpPr>
      <dsp:spPr>
        <a:xfrm>
          <a:off x="0" y="235494"/>
          <a:ext cx="5060497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командуючий Легіону Українських січових стрільців М. Галущинський.</a:t>
          </a:r>
          <a:endParaRPr lang="uk-UA" sz="2200" kern="1200"/>
        </a:p>
      </dsp:txBody>
      <dsp:txXfrm>
        <a:off x="41465" y="276959"/>
        <a:ext cx="4977567" cy="766490"/>
      </dsp:txXfrm>
    </dsp:sp>
    <dsp:sp modelId="{C6BA2F63-806D-468E-80BE-0693384557F3}">
      <dsp:nvSpPr>
        <dsp:cNvPr id="0" name=""/>
        <dsp:cNvSpPr/>
      </dsp:nvSpPr>
      <dsp:spPr>
        <a:xfrm>
          <a:off x="0" y="1148274"/>
          <a:ext cx="5060497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командир Революційної повстанської армії України Н. Махно.</a:t>
          </a:r>
          <a:endParaRPr lang="uk-UA" sz="2200" kern="1200"/>
        </a:p>
      </dsp:txBody>
      <dsp:txXfrm>
        <a:off x="41465" y="1189739"/>
        <a:ext cx="4977567" cy="766490"/>
      </dsp:txXfrm>
    </dsp:sp>
    <dsp:sp modelId="{A88F684D-8BF4-441D-88A6-0C63BD6324D7}">
      <dsp:nvSpPr>
        <dsp:cNvPr id="0" name=""/>
        <dsp:cNvSpPr/>
      </dsp:nvSpPr>
      <dsp:spPr>
        <a:xfrm>
          <a:off x="0" y="2061055"/>
          <a:ext cx="5060497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головнокомандувач Української галицької армії М. Тарнавський.</a:t>
          </a:r>
          <a:endParaRPr lang="uk-UA" sz="2200" kern="1200"/>
        </a:p>
      </dsp:txBody>
      <dsp:txXfrm>
        <a:off x="41465" y="2102520"/>
        <a:ext cx="4977567" cy="766490"/>
      </dsp:txXfrm>
    </dsp:sp>
    <dsp:sp modelId="{EC57C033-03E9-4203-A468-1A82DF82A94F}">
      <dsp:nvSpPr>
        <dsp:cNvPr id="0" name=""/>
        <dsp:cNvSpPr/>
      </dsp:nvSpPr>
      <dsp:spPr>
        <a:xfrm>
          <a:off x="0" y="2973835"/>
          <a:ext cx="5060497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головний отаман Армії Української Народної Республіки С. Петлюра</a:t>
          </a:r>
          <a:endParaRPr lang="uk-UA" sz="2200" kern="1200"/>
        </a:p>
      </dsp:txBody>
      <dsp:txXfrm>
        <a:off x="41465" y="3015300"/>
        <a:ext cx="4977567" cy="76649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7A86A7-C4CE-491C-BDD0-7E34C754AFD9}">
      <dsp:nvSpPr>
        <dsp:cNvPr id="0" name=""/>
        <dsp:cNvSpPr/>
      </dsp:nvSpPr>
      <dsp:spPr>
        <a:xfrm rot="10800000">
          <a:off x="1054781" y="1173"/>
          <a:ext cx="3365230" cy="8285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8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Третій Універсал Центральної Ради</a:t>
          </a:r>
          <a:endParaRPr lang="uk-UA" sz="1600" kern="1200"/>
        </a:p>
      </dsp:txBody>
      <dsp:txXfrm rot="10800000">
        <a:off x="1261929" y="1173"/>
        <a:ext cx="3158082" cy="828594"/>
      </dsp:txXfrm>
    </dsp:sp>
    <dsp:sp modelId="{08C697D1-EF3B-4589-85A4-3F804AA1AAE5}">
      <dsp:nvSpPr>
        <dsp:cNvPr id="0" name=""/>
        <dsp:cNvSpPr/>
      </dsp:nvSpPr>
      <dsp:spPr>
        <a:xfrm>
          <a:off x="640484" y="1173"/>
          <a:ext cx="828594" cy="8285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322922-2EA6-488E-A50B-DF236A77F74E}">
      <dsp:nvSpPr>
        <dsp:cNvPr id="0" name=""/>
        <dsp:cNvSpPr/>
      </dsp:nvSpPr>
      <dsp:spPr>
        <a:xfrm rot="10800000">
          <a:off x="1054781" y="1077109"/>
          <a:ext cx="3365230" cy="8285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8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Грамота П. Скоропадського «До всього українського народу»</a:t>
          </a:r>
          <a:endParaRPr lang="uk-UA" sz="1600" kern="1200"/>
        </a:p>
      </dsp:txBody>
      <dsp:txXfrm rot="10800000">
        <a:off x="1261929" y="1077109"/>
        <a:ext cx="3158082" cy="828594"/>
      </dsp:txXfrm>
    </dsp:sp>
    <dsp:sp modelId="{69042BBD-2FDE-4C2F-B6E7-072E7DC3895C}">
      <dsp:nvSpPr>
        <dsp:cNvPr id="0" name=""/>
        <dsp:cNvSpPr/>
      </dsp:nvSpPr>
      <dsp:spPr>
        <a:xfrm>
          <a:off x="640484" y="1077109"/>
          <a:ext cx="828594" cy="8285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4A11DD-C75E-441F-B686-FB4FB45F277D}">
      <dsp:nvSpPr>
        <dsp:cNvPr id="0" name=""/>
        <dsp:cNvSpPr/>
      </dsp:nvSpPr>
      <dsp:spPr>
        <a:xfrm rot="10800000">
          <a:off x="1054781" y="2153045"/>
          <a:ext cx="3365230" cy="8285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8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Відозва Української Національної Ради</a:t>
          </a:r>
          <a:endParaRPr lang="uk-UA" sz="1600" kern="1200"/>
        </a:p>
      </dsp:txBody>
      <dsp:txXfrm rot="10800000">
        <a:off x="1261929" y="2153045"/>
        <a:ext cx="3158082" cy="828594"/>
      </dsp:txXfrm>
    </dsp:sp>
    <dsp:sp modelId="{049DB12C-B947-46D1-BA5A-3A34E8F8AA0B}">
      <dsp:nvSpPr>
        <dsp:cNvPr id="0" name=""/>
        <dsp:cNvSpPr/>
      </dsp:nvSpPr>
      <dsp:spPr>
        <a:xfrm>
          <a:off x="640484" y="2153045"/>
          <a:ext cx="828594" cy="8285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A7C2D6-2506-4675-AC6D-F889C1AE585F}">
      <dsp:nvSpPr>
        <dsp:cNvPr id="0" name=""/>
        <dsp:cNvSpPr/>
      </dsp:nvSpPr>
      <dsp:spPr>
        <a:xfrm rot="10800000">
          <a:off x="1054781" y="3228982"/>
          <a:ext cx="3365230" cy="8285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8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Універсал Директорії УНР</a:t>
          </a:r>
          <a:endParaRPr lang="uk-UA" sz="1600" kern="1200"/>
        </a:p>
      </dsp:txBody>
      <dsp:txXfrm rot="10800000">
        <a:off x="1261929" y="3228982"/>
        <a:ext cx="3158082" cy="828594"/>
      </dsp:txXfrm>
    </dsp:sp>
    <dsp:sp modelId="{966E1766-97F0-4587-910E-B51705A84DF4}">
      <dsp:nvSpPr>
        <dsp:cNvPr id="0" name=""/>
        <dsp:cNvSpPr/>
      </dsp:nvSpPr>
      <dsp:spPr>
        <a:xfrm>
          <a:off x="640484" y="3228982"/>
          <a:ext cx="828594" cy="8285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941DAF-7684-42E0-AAC3-C03D0B3DF5AF}">
      <dsp:nvSpPr>
        <dsp:cNvPr id="0" name=""/>
        <dsp:cNvSpPr/>
      </dsp:nvSpPr>
      <dsp:spPr>
        <a:xfrm>
          <a:off x="0" y="588"/>
          <a:ext cx="50646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0B3869-4B16-4825-B083-1BFB1DE05718}">
      <dsp:nvSpPr>
        <dsp:cNvPr id="0" name=""/>
        <dsp:cNvSpPr/>
      </dsp:nvSpPr>
      <dsp:spPr>
        <a:xfrm>
          <a:off x="0" y="588"/>
          <a:ext cx="5064665" cy="96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/>
            <a:t>«…Українська Держава стояла на краю загибелі. Спаслась вона дякуючи могутньому підтриманню центральних держав…»</a:t>
          </a:r>
          <a:endParaRPr lang="uk-UA" sz="1500" kern="1200"/>
        </a:p>
      </dsp:txBody>
      <dsp:txXfrm>
        <a:off x="0" y="588"/>
        <a:ext cx="5064665" cy="963360"/>
      </dsp:txXfrm>
    </dsp:sp>
    <dsp:sp modelId="{E3E2A01A-97F3-4902-86D9-9FB143B1C500}">
      <dsp:nvSpPr>
        <dsp:cNvPr id="0" name=""/>
        <dsp:cNvSpPr/>
      </dsp:nvSpPr>
      <dsp:spPr>
        <a:xfrm>
          <a:off x="0" y="963948"/>
          <a:ext cx="50646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5B236-AB0A-429A-8DD8-1256FA4CD1AD}">
      <dsp:nvSpPr>
        <dsp:cNvPr id="0" name=""/>
        <dsp:cNvSpPr/>
      </dsp:nvSpPr>
      <dsp:spPr>
        <a:xfrm>
          <a:off x="0" y="963948"/>
          <a:ext cx="5064665" cy="96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/>
            <a:t>«…Україна стає Українською Народною Республікою. Не віддаляючись від республіки Російської… ми твердо станемо на нашій землі…»</a:t>
          </a:r>
          <a:endParaRPr lang="uk-UA" sz="1500" kern="1200"/>
        </a:p>
      </dsp:txBody>
      <dsp:txXfrm>
        <a:off x="0" y="963948"/>
        <a:ext cx="5064665" cy="963360"/>
      </dsp:txXfrm>
    </dsp:sp>
    <dsp:sp modelId="{F5A9177C-3115-49BD-802E-61173920B1BE}">
      <dsp:nvSpPr>
        <dsp:cNvPr id="0" name=""/>
        <dsp:cNvSpPr/>
      </dsp:nvSpPr>
      <dsp:spPr>
        <a:xfrm>
          <a:off x="0" y="1927309"/>
          <a:ext cx="50646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872391-D398-4E89-A586-511242065516}">
      <dsp:nvSpPr>
        <dsp:cNvPr id="0" name=""/>
        <dsp:cNvSpPr/>
      </dsp:nvSpPr>
      <dsp:spPr>
        <a:xfrm>
          <a:off x="0" y="1927309"/>
          <a:ext cx="5064665" cy="96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/>
            <a:t>«…воєдино зливаються …частини єдиної України — Західноукраїнська Народна Республіка і Наддніпрянська Україна. Однині є єдина незалежна Українська Народна Республіка...»</a:t>
          </a:r>
          <a:endParaRPr lang="uk-UA" sz="1500" kern="1200"/>
        </a:p>
      </dsp:txBody>
      <dsp:txXfrm>
        <a:off x="0" y="1927309"/>
        <a:ext cx="5064665" cy="963360"/>
      </dsp:txXfrm>
    </dsp:sp>
    <dsp:sp modelId="{B00625BF-498A-47A2-8D79-6BDE3B0DD02F}">
      <dsp:nvSpPr>
        <dsp:cNvPr id="0" name=""/>
        <dsp:cNvSpPr/>
      </dsp:nvSpPr>
      <dsp:spPr>
        <a:xfrm>
          <a:off x="0" y="2890670"/>
          <a:ext cx="50646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262E18-E15A-4D54-AB8E-9EB10F27F461}">
      <dsp:nvSpPr>
        <dsp:cNvPr id="0" name=""/>
        <dsp:cNvSpPr/>
      </dsp:nvSpPr>
      <dsp:spPr>
        <a:xfrm>
          <a:off x="0" y="2890670"/>
          <a:ext cx="5064665" cy="96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/>
            <a:t>«Українська Соціалистична Радянська Республіка є організацією диктатури трудящих... Завданням цієї диктатури є здійснення переходу від буржуазного ладу до соціалізму...»</a:t>
          </a:r>
          <a:endParaRPr lang="uk-UA" sz="1500" kern="1200"/>
        </a:p>
      </dsp:txBody>
      <dsp:txXfrm>
        <a:off x="0" y="2890670"/>
        <a:ext cx="5064665" cy="963360"/>
      </dsp:txXfrm>
    </dsp:sp>
    <dsp:sp modelId="{1129C240-C526-4824-BFB1-6E6C060FAD02}">
      <dsp:nvSpPr>
        <dsp:cNvPr id="0" name=""/>
        <dsp:cNvSpPr/>
      </dsp:nvSpPr>
      <dsp:spPr>
        <a:xfrm>
          <a:off x="0" y="3854031"/>
          <a:ext cx="50646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B80FC3-0946-44B0-A555-60DA7AD1E067}">
      <dsp:nvSpPr>
        <dsp:cNvPr id="0" name=""/>
        <dsp:cNvSpPr/>
      </dsp:nvSpPr>
      <dsp:spPr>
        <a:xfrm>
          <a:off x="0" y="3854031"/>
          <a:ext cx="5064665" cy="96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/>
            <a:t>«Український народе! …твоєю волею утворилася на українських землях бувшої Австро-Угорської монархії Українська держава…»</a:t>
          </a:r>
          <a:endParaRPr lang="uk-UA" sz="1500" kern="1200"/>
        </a:p>
      </dsp:txBody>
      <dsp:txXfrm>
        <a:off x="0" y="3854031"/>
        <a:ext cx="5064665" cy="96336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47C995-0F23-4936-9B5A-4EF0ABE05C45}">
      <dsp:nvSpPr>
        <dsp:cNvPr id="0" name=""/>
        <dsp:cNvSpPr/>
      </dsp:nvSpPr>
      <dsp:spPr>
        <a:xfrm>
          <a:off x="0" y="144414"/>
          <a:ext cx="5060497" cy="185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Укладення Центральною Радою союзу з більшовицькою владою Росії, проголошення Радою повної націоналізації земельної власності та промислових підприємств.</a:t>
          </a:r>
          <a:endParaRPr lang="uk-UA" sz="2200" kern="1200"/>
        </a:p>
      </dsp:txBody>
      <dsp:txXfrm>
        <a:off x="90470" y="234884"/>
        <a:ext cx="4879557" cy="1672340"/>
      </dsp:txXfrm>
    </dsp:sp>
    <dsp:sp modelId="{AD669779-F49F-4689-AD16-07232AE504AD}">
      <dsp:nvSpPr>
        <dsp:cNvPr id="0" name=""/>
        <dsp:cNvSpPr/>
      </dsp:nvSpPr>
      <dsp:spPr>
        <a:xfrm>
          <a:off x="0" y="2061055"/>
          <a:ext cx="5060497" cy="185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Проголошення Західноукраїнської Народної Республіки, початок польсько-української війни та загроза її поширення на територію Наддніпрянської України.</a:t>
          </a:r>
          <a:endParaRPr lang="uk-UA" sz="2200" kern="1200"/>
        </a:p>
      </dsp:txBody>
      <dsp:txXfrm>
        <a:off x="90470" y="2151525"/>
        <a:ext cx="4879557" cy="167234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F651AE-1463-4433-9068-CE3F5637BB66}">
      <dsp:nvSpPr>
        <dsp:cNvPr id="0" name=""/>
        <dsp:cNvSpPr/>
      </dsp:nvSpPr>
      <dsp:spPr>
        <a:xfrm>
          <a:off x="0" y="144415"/>
          <a:ext cx="5064665" cy="185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Утворення Директорії УНР, спроба встановити в Україні національний варіант радянської влади, поширення серед селянства руйнівних анархістських рухів.</a:t>
          </a:r>
          <a:endParaRPr lang="uk-UA" sz="2200" kern="1200"/>
        </a:p>
      </dsp:txBody>
      <dsp:txXfrm>
        <a:off x="90470" y="234885"/>
        <a:ext cx="4883725" cy="1672340"/>
      </dsp:txXfrm>
    </dsp:sp>
    <dsp:sp modelId="{00EAF410-CBAD-47CE-83BE-734CA8D7BAB6}">
      <dsp:nvSpPr>
        <dsp:cNvPr id="0" name=""/>
        <dsp:cNvSpPr/>
      </dsp:nvSpPr>
      <dsp:spPr>
        <a:xfrm>
          <a:off x="0" y="2061055"/>
          <a:ext cx="5064665" cy="185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Загострення відносин Центральної Ради з німецьким окупаційним командуванням, розчарування населення в економічній політиці УНР.</a:t>
          </a:r>
          <a:endParaRPr lang="uk-UA" sz="2200" kern="1200"/>
        </a:p>
      </dsp:txBody>
      <dsp:txXfrm>
        <a:off x="90470" y="2151525"/>
        <a:ext cx="4883725" cy="167234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4365C4-35C8-45F8-99BD-B76697D52241}">
      <dsp:nvSpPr>
        <dsp:cNvPr id="0" name=""/>
        <dsp:cNvSpPr/>
      </dsp:nvSpPr>
      <dsp:spPr>
        <a:xfrm>
          <a:off x="502957" y="0"/>
          <a:ext cx="4058751" cy="4058751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6B0887-EF38-49C2-9C7C-4120B6A0F678}">
      <dsp:nvSpPr>
        <dsp:cNvPr id="0" name=""/>
        <dsp:cNvSpPr/>
      </dsp:nvSpPr>
      <dsp:spPr>
        <a:xfrm>
          <a:off x="888538" y="385581"/>
          <a:ext cx="1582912" cy="15829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/>
            <a:t>1,2,3</a:t>
          </a:r>
          <a:endParaRPr lang="uk-UA" sz="4100" kern="1200"/>
        </a:p>
      </dsp:txBody>
      <dsp:txXfrm>
        <a:off x="965809" y="462852"/>
        <a:ext cx="1428370" cy="1428370"/>
      </dsp:txXfrm>
    </dsp:sp>
    <dsp:sp modelId="{23628C2F-AE21-47B8-BB8E-BBDEDE1037E7}">
      <dsp:nvSpPr>
        <dsp:cNvPr id="0" name=""/>
        <dsp:cNvSpPr/>
      </dsp:nvSpPr>
      <dsp:spPr>
        <a:xfrm>
          <a:off x="2593213" y="385581"/>
          <a:ext cx="1582912" cy="15829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/>
            <a:t>2,3,4</a:t>
          </a:r>
          <a:endParaRPr lang="uk-UA" sz="4100" kern="1200"/>
        </a:p>
      </dsp:txBody>
      <dsp:txXfrm>
        <a:off x="2670484" y="462852"/>
        <a:ext cx="1428370" cy="1428370"/>
      </dsp:txXfrm>
    </dsp:sp>
    <dsp:sp modelId="{348A3BEC-F3D1-4960-8144-F778A0F50D63}">
      <dsp:nvSpPr>
        <dsp:cNvPr id="0" name=""/>
        <dsp:cNvSpPr/>
      </dsp:nvSpPr>
      <dsp:spPr>
        <a:xfrm>
          <a:off x="888538" y="2090256"/>
          <a:ext cx="1582912" cy="15829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/>
            <a:t>1,3,4</a:t>
          </a:r>
          <a:endParaRPr lang="uk-UA" sz="4100" kern="1200"/>
        </a:p>
      </dsp:txBody>
      <dsp:txXfrm>
        <a:off x="965809" y="2167527"/>
        <a:ext cx="1428370" cy="1428370"/>
      </dsp:txXfrm>
    </dsp:sp>
    <dsp:sp modelId="{529A9F95-8EC8-43EC-94ED-CB454B74106C}">
      <dsp:nvSpPr>
        <dsp:cNvPr id="0" name=""/>
        <dsp:cNvSpPr/>
      </dsp:nvSpPr>
      <dsp:spPr>
        <a:xfrm>
          <a:off x="2593213" y="2090256"/>
          <a:ext cx="1582912" cy="15829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/>
            <a:t>1,2,4</a:t>
          </a:r>
          <a:endParaRPr lang="uk-UA" sz="4100" kern="1200"/>
        </a:p>
      </dsp:txBody>
      <dsp:txXfrm>
        <a:off x="2670484" y="2167527"/>
        <a:ext cx="1428370" cy="1428370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6A91E1-126D-4091-8C10-CE17B5898DC4}">
      <dsp:nvSpPr>
        <dsp:cNvPr id="0" name=""/>
        <dsp:cNvSpPr/>
      </dsp:nvSpPr>
      <dsp:spPr>
        <a:xfrm>
          <a:off x="0" y="72415"/>
          <a:ext cx="5060497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голова Центральної Ради М. Грушевський.</a:t>
          </a:r>
          <a:endParaRPr lang="uk-UA" sz="2400" kern="1200"/>
        </a:p>
      </dsp:txBody>
      <dsp:txXfrm>
        <a:off x="45235" y="117650"/>
        <a:ext cx="4970027" cy="836169"/>
      </dsp:txXfrm>
    </dsp:sp>
    <dsp:sp modelId="{98E71652-9B7F-4E4E-9817-DFA3ACB1CE4B}">
      <dsp:nvSpPr>
        <dsp:cNvPr id="0" name=""/>
        <dsp:cNvSpPr/>
      </dsp:nvSpPr>
      <dsp:spPr>
        <a:xfrm>
          <a:off x="0" y="1068175"/>
          <a:ext cx="5060497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гетьман України П. Скоропадський.</a:t>
          </a:r>
          <a:endParaRPr lang="uk-UA" sz="2400" kern="1200"/>
        </a:p>
      </dsp:txBody>
      <dsp:txXfrm>
        <a:off x="45235" y="1113410"/>
        <a:ext cx="4970027" cy="836169"/>
      </dsp:txXfrm>
    </dsp:sp>
    <dsp:sp modelId="{F4F4C229-BC82-4AAD-AF02-778EF2EBC479}">
      <dsp:nvSpPr>
        <dsp:cNvPr id="0" name=""/>
        <dsp:cNvSpPr/>
      </dsp:nvSpPr>
      <dsp:spPr>
        <a:xfrm>
          <a:off x="0" y="2063935"/>
          <a:ext cx="5060497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голова Директорії УНР В. Винниченко.</a:t>
          </a:r>
          <a:endParaRPr lang="uk-UA" sz="2400" kern="1200"/>
        </a:p>
      </dsp:txBody>
      <dsp:txXfrm>
        <a:off x="45235" y="2109170"/>
        <a:ext cx="4970027" cy="836169"/>
      </dsp:txXfrm>
    </dsp:sp>
    <dsp:sp modelId="{4AB035B8-82AC-421A-BDC2-2E5DAF1AA83B}">
      <dsp:nvSpPr>
        <dsp:cNvPr id="0" name=""/>
        <dsp:cNvSpPr/>
      </dsp:nvSpPr>
      <dsp:spPr>
        <a:xfrm>
          <a:off x="0" y="3059695"/>
          <a:ext cx="5060497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головний отаман Армії УНР С. Петлюра.</a:t>
          </a:r>
          <a:endParaRPr lang="uk-UA" sz="2400" kern="1200"/>
        </a:p>
      </dsp:txBody>
      <dsp:txXfrm>
        <a:off x="45235" y="3104930"/>
        <a:ext cx="4970027" cy="836169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AE97B-42E3-4762-95CC-295DFD30AF4D}">
      <dsp:nvSpPr>
        <dsp:cNvPr id="0" name=""/>
        <dsp:cNvSpPr/>
      </dsp:nvSpPr>
      <dsp:spPr>
        <a:xfrm>
          <a:off x="0" y="7241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Українську Народну Республіку доби Директорії</a:t>
          </a:r>
          <a:endParaRPr lang="uk-UA" sz="2400" kern="1200"/>
        </a:p>
      </dsp:txBody>
      <dsp:txXfrm>
        <a:off x="45235" y="117650"/>
        <a:ext cx="4974195" cy="836169"/>
      </dsp:txXfrm>
    </dsp:sp>
    <dsp:sp modelId="{BB06BD40-DB23-48D1-A722-66B9CA4E9A2A}">
      <dsp:nvSpPr>
        <dsp:cNvPr id="0" name=""/>
        <dsp:cNvSpPr/>
      </dsp:nvSpPr>
      <dsp:spPr>
        <a:xfrm>
          <a:off x="0" y="106817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Українську Народну Республіку доби Центральної Ради</a:t>
          </a:r>
          <a:endParaRPr lang="uk-UA" sz="2400" kern="1200"/>
        </a:p>
      </dsp:txBody>
      <dsp:txXfrm>
        <a:off x="45235" y="1113410"/>
        <a:ext cx="4974195" cy="836169"/>
      </dsp:txXfrm>
    </dsp:sp>
    <dsp:sp modelId="{3AA1362B-658B-406B-91B3-95CFE943A914}">
      <dsp:nvSpPr>
        <dsp:cNvPr id="0" name=""/>
        <dsp:cNvSpPr/>
      </dsp:nvSpPr>
      <dsp:spPr>
        <a:xfrm>
          <a:off x="0" y="206393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Західноукраїнську Народну Республіку</a:t>
          </a:r>
          <a:endParaRPr lang="uk-UA" sz="2400" kern="1200"/>
        </a:p>
      </dsp:txBody>
      <dsp:txXfrm>
        <a:off x="45235" y="2109170"/>
        <a:ext cx="4974195" cy="836169"/>
      </dsp:txXfrm>
    </dsp:sp>
    <dsp:sp modelId="{29DBEC93-591A-4041-ACEC-2AA6EEB8844E}">
      <dsp:nvSpPr>
        <dsp:cNvPr id="0" name=""/>
        <dsp:cNvSpPr/>
      </dsp:nvSpPr>
      <dsp:spPr>
        <a:xfrm>
          <a:off x="0" y="305969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Українську Державу гетьмана П. Скоропадського</a:t>
          </a:r>
          <a:endParaRPr lang="uk-UA" sz="2400" kern="1200"/>
        </a:p>
      </dsp:txBody>
      <dsp:txXfrm>
        <a:off x="45235" y="3104930"/>
        <a:ext cx="4974195" cy="836169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1DF72F-EC91-45AE-87D4-0248408D03D7}">
      <dsp:nvSpPr>
        <dsp:cNvPr id="0" name=""/>
        <dsp:cNvSpPr/>
      </dsp:nvSpPr>
      <dsp:spPr>
        <a:xfrm>
          <a:off x="0" y="14338"/>
          <a:ext cx="5065712" cy="968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поширення влади Генерального Секретаріату згідно з «Тимчасовою інструкцією...» Тимчасового уряду Росії.</a:t>
          </a:r>
          <a:endParaRPr lang="uk-UA" sz="1800" kern="1200"/>
        </a:p>
      </dsp:txBody>
      <dsp:txXfrm>
        <a:off x="47291" y="61629"/>
        <a:ext cx="4971130" cy="874177"/>
      </dsp:txXfrm>
    </dsp:sp>
    <dsp:sp modelId="{A93534BC-49F1-4462-BC9D-CB4EFB2A369C}">
      <dsp:nvSpPr>
        <dsp:cNvPr id="0" name=""/>
        <dsp:cNvSpPr/>
      </dsp:nvSpPr>
      <dsp:spPr>
        <a:xfrm>
          <a:off x="0" y="1034938"/>
          <a:ext cx="5065712" cy="968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Української Народної Республіки згідно з Третім Універсалом Української Центральної Ради.</a:t>
          </a:r>
          <a:endParaRPr lang="uk-UA" sz="1800" kern="1200"/>
        </a:p>
      </dsp:txBody>
      <dsp:txXfrm>
        <a:off x="47291" y="1082229"/>
        <a:ext cx="4971130" cy="874177"/>
      </dsp:txXfrm>
    </dsp:sp>
    <dsp:sp modelId="{3BF86BAB-2E90-4DDB-A276-38EE1CE1B2B4}">
      <dsp:nvSpPr>
        <dsp:cNvPr id="0" name=""/>
        <dsp:cNvSpPr/>
      </dsp:nvSpPr>
      <dsp:spPr>
        <a:xfrm>
          <a:off x="0" y="2055538"/>
          <a:ext cx="5065712" cy="968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Української Держави гетьмана Павла Скоропадського.</a:t>
          </a:r>
          <a:endParaRPr lang="uk-UA" sz="1800" kern="1200"/>
        </a:p>
      </dsp:txBody>
      <dsp:txXfrm>
        <a:off x="47291" y="2102829"/>
        <a:ext cx="4971130" cy="874177"/>
      </dsp:txXfrm>
    </dsp:sp>
    <dsp:sp modelId="{6C5F7BA4-193E-4E8D-B9DE-E40E90FC7E7F}">
      <dsp:nvSpPr>
        <dsp:cNvPr id="0" name=""/>
        <dsp:cNvSpPr/>
      </dsp:nvSpPr>
      <dsp:spPr>
        <a:xfrm>
          <a:off x="0" y="3076138"/>
          <a:ext cx="5065712" cy="968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Української Соціалістичної Радянської Республіки.</a:t>
          </a:r>
          <a:endParaRPr lang="uk-UA" sz="1800" kern="1200"/>
        </a:p>
      </dsp:txBody>
      <dsp:txXfrm>
        <a:off x="47291" y="3123429"/>
        <a:ext cx="4971130" cy="874177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91B8DA-6216-4433-BFDF-C6EF171971C3}">
      <dsp:nvSpPr>
        <dsp:cNvPr id="0" name=""/>
        <dsp:cNvSpPr/>
      </dsp:nvSpPr>
      <dsp:spPr>
        <a:xfrm rot="10800000">
          <a:off x="1055443" y="1531"/>
          <a:ext cx="3368002" cy="82844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23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Ризького</a:t>
          </a:r>
          <a:endParaRPr lang="uk-UA" sz="2300" kern="1200"/>
        </a:p>
      </dsp:txBody>
      <dsp:txXfrm rot="10800000">
        <a:off x="1262555" y="1531"/>
        <a:ext cx="3160890" cy="828448"/>
      </dsp:txXfrm>
    </dsp:sp>
    <dsp:sp modelId="{8977C55B-816A-453B-8197-41E2D7ED6952}">
      <dsp:nvSpPr>
        <dsp:cNvPr id="0" name=""/>
        <dsp:cNvSpPr/>
      </dsp:nvSpPr>
      <dsp:spPr>
        <a:xfrm>
          <a:off x="641219" y="1531"/>
          <a:ext cx="828448" cy="82844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4F4D93-B316-4342-942C-F1631929A647}">
      <dsp:nvSpPr>
        <dsp:cNvPr id="0" name=""/>
        <dsp:cNvSpPr/>
      </dsp:nvSpPr>
      <dsp:spPr>
        <a:xfrm rot="10800000">
          <a:off x="1055443" y="1077277"/>
          <a:ext cx="3368002" cy="82844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23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Брестського</a:t>
          </a:r>
          <a:endParaRPr lang="uk-UA" sz="2300" kern="1200"/>
        </a:p>
      </dsp:txBody>
      <dsp:txXfrm rot="10800000">
        <a:off x="1262555" y="1077277"/>
        <a:ext cx="3160890" cy="828448"/>
      </dsp:txXfrm>
    </dsp:sp>
    <dsp:sp modelId="{7A71D41A-C144-46BA-9DA9-85E487D7B4DA}">
      <dsp:nvSpPr>
        <dsp:cNvPr id="0" name=""/>
        <dsp:cNvSpPr/>
      </dsp:nvSpPr>
      <dsp:spPr>
        <a:xfrm>
          <a:off x="641219" y="1077277"/>
          <a:ext cx="828448" cy="82844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F2139B-C083-4CB4-B941-BE4D6E93CBD2}">
      <dsp:nvSpPr>
        <dsp:cNvPr id="0" name=""/>
        <dsp:cNvSpPr/>
      </dsp:nvSpPr>
      <dsp:spPr>
        <a:xfrm rot="10800000">
          <a:off x="1055443" y="2153024"/>
          <a:ext cx="3368002" cy="82844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23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Сен-Жерменського</a:t>
          </a:r>
          <a:endParaRPr lang="uk-UA" sz="2300" kern="1200"/>
        </a:p>
      </dsp:txBody>
      <dsp:txXfrm rot="10800000">
        <a:off x="1262555" y="2153024"/>
        <a:ext cx="3160890" cy="828448"/>
      </dsp:txXfrm>
    </dsp:sp>
    <dsp:sp modelId="{FF384116-78ED-46DE-92A8-6FC43D1E51CD}">
      <dsp:nvSpPr>
        <dsp:cNvPr id="0" name=""/>
        <dsp:cNvSpPr/>
      </dsp:nvSpPr>
      <dsp:spPr>
        <a:xfrm>
          <a:off x="641219" y="2153024"/>
          <a:ext cx="828448" cy="82844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8B0F0C-FF9E-4D33-A66A-AB8E0C13DFB0}">
      <dsp:nvSpPr>
        <dsp:cNvPr id="0" name=""/>
        <dsp:cNvSpPr/>
      </dsp:nvSpPr>
      <dsp:spPr>
        <a:xfrm rot="10800000">
          <a:off x="1055443" y="3228771"/>
          <a:ext cx="3368002" cy="82844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23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Версальського</a:t>
          </a:r>
          <a:endParaRPr lang="uk-UA" sz="2300" kern="1200"/>
        </a:p>
      </dsp:txBody>
      <dsp:txXfrm rot="10800000">
        <a:off x="1262555" y="3228771"/>
        <a:ext cx="3160890" cy="828448"/>
      </dsp:txXfrm>
    </dsp:sp>
    <dsp:sp modelId="{02DFE955-7577-4F01-B295-8AE4663003A4}">
      <dsp:nvSpPr>
        <dsp:cNvPr id="0" name=""/>
        <dsp:cNvSpPr/>
      </dsp:nvSpPr>
      <dsp:spPr>
        <a:xfrm>
          <a:off x="641219" y="3228771"/>
          <a:ext cx="828448" cy="82844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CD795E-5790-4495-ADB8-5C562D409F67}">
      <dsp:nvSpPr>
        <dsp:cNvPr id="0" name=""/>
        <dsp:cNvSpPr/>
      </dsp:nvSpPr>
      <dsp:spPr>
        <a:xfrm rot="10800000">
          <a:off x="1055443" y="1531"/>
          <a:ext cx="3368002" cy="82844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23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Української Народної Республіки</a:t>
          </a:r>
          <a:endParaRPr lang="uk-UA" sz="1700" kern="1200"/>
        </a:p>
      </dsp:txBody>
      <dsp:txXfrm rot="10800000">
        <a:off x="1262555" y="1531"/>
        <a:ext cx="3160890" cy="828448"/>
      </dsp:txXfrm>
    </dsp:sp>
    <dsp:sp modelId="{32F7AF00-FEBB-438A-AEEE-BBF42CF6E4A9}">
      <dsp:nvSpPr>
        <dsp:cNvPr id="0" name=""/>
        <dsp:cNvSpPr/>
      </dsp:nvSpPr>
      <dsp:spPr>
        <a:xfrm>
          <a:off x="641219" y="1531"/>
          <a:ext cx="828448" cy="82844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C1DA75-B020-4F51-A1BF-3D1B725DBBF8}">
      <dsp:nvSpPr>
        <dsp:cNvPr id="0" name=""/>
        <dsp:cNvSpPr/>
      </dsp:nvSpPr>
      <dsp:spPr>
        <a:xfrm rot="10800000">
          <a:off x="1055443" y="1077277"/>
          <a:ext cx="3368002" cy="82844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23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Західноукраїнської Народної Республіки</a:t>
          </a:r>
          <a:endParaRPr lang="uk-UA" sz="1700" kern="1200"/>
        </a:p>
      </dsp:txBody>
      <dsp:txXfrm rot="10800000">
        <a:off x="1262555" y="1077277"/>
        <a:ext cx="3160890" cy="828448"/>
      </dsp:txXfrm>
    </dsp:sp>
    <dsp:sp modelId="{5FE77A1B-ED80-40D0-BBFF-CF47389FF76E}">
      <dsp:nvSpPr>
        <dsp:cNvPr id="0" name=""/>
        <dsp:cNvSpPr/>
      </dsp:nvSpPr>
      <dsp:spPr>
        <a:xfrm>
          <a:off x="641219" y="1077277"/>
          <a:ext cx="828448" cy="82844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29A41E-D7E3-41FB-A4CB-C68C194FC695}">
      <dsp:nvSpPr>
        <dsp:cNvPr id="0" name=""/>
        <dsp:cNvSpPr/>
      </dsp:nvSpPr>
      <dsp:spPr>
        <a:xfrm rot="10800000">
          <a:off x="1055443" y="2153024"/>
          <a:ext cx="3368002" cy="82844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23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Української Соціалістичної Радянської Республіки</a:t>
          </a:r>
          <a:endParaRPr lang="uk-UA" sz="1700" kern="1200"/>
        </a:p>
      </dsp:txBody>
      <dsp:txXfrm rot="10800000">
        <a:off x="1262555" y="2153024"/>
        <a:ext cx="3160890" cy="828448"/>
      </dsp:txXfrm>
    </dsp:sp>
    <dsp:sp modelId="{5F4B6108-40C5-4A1F-ABB3-9A4908B5F84F}">
      <dsp:nvSpPr>
        <dsp:cNvPr id="0" name=""/>
        <dsp:cNvSpPr/>
      </dsp:nvSpPr>
      <dsp:spPr>
        <a:xfrm>
          <a:off x="641219" y="2153024"/>
          <a:ext cx="828448" cy="82844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5EEC32-F9F6-45C9-B370-12176A3F1A24}">
      <dsp:nvSpPr>
        <dsp:cNvPr id="0" name=""/>
        <dsp:cNvSpPr/>
      </dsp:nvSpPr>
      <dsp:spPr>
        <a:xfrm rot="10800000">
          <a:off x="1055443" y="3228771"/>
          <a:ext cx="3368002" cy="82844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23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Української Держави гетьмана П. Скоропадського</a:t>
          </a:r>
          <a:endParaRPr lang="uk-UA" sz="1700" kern="1200"/>
        </a:p>
      </dsp:txBody>
      <dsp:txXfrm rot="10800000">
        <a:off x="1262555" y="3228771"/>
        <a:ext cx="3160890" cy="828448"/>
      </dsp:txXfrm>
    </dsp:sp>
    <dsp:sp modelId="{9B2CDE46-A0C2-4DF6-A82D-94469C6C00C0}">
      <dsp:nvSpPr>
        <dsp:cNvPr id="0" name=""/>
        <dsp:cNvSpPr/>
      </dsp:nvSpPr>
      <dsp:spPr>
        <a:xfrm>
          <a:off x="641219" y="3228771"/>
          <a:ext cx="828448" cy="82844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258016-DD86-4A72-811C-3812EEE57768}">
      <dsp:nvSpPr>
        <dsp:cNvPr id="0" name=""/>
        <dsp:cNvSpPr/>
      </dsp:nvSpPr>
      <dsp:spPr>
        <a:xfrm>
          <a:off x="0" y="480115"/>
          <a:ext cx="5064665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розширити територію Австро-Угорщини за рахунок українських земель</a:t>
          </a:r>
          <a:endParaRPr lang="uk-UA" sz="1900" kern="1200"/>
        </a:p>
      </dsp:txBody>
      <dsp:txXfrm>
        <a:off x="35811" y="515926"/>
        <a:ext cx="4993043" cy="661968"/>
      </dsp:txXfrm>
    </dsp:sp>
    <dsp:sp modelId="{3EF26836-BF7B-459B-845F-42F6E02AF0D0}">
      <dsp:nvSpPr>
        <dsp:cNvPr id="0" name=""/>
        <dsp:cNvSpPr/>
      </dsp:nvSpPr>
      <dsp:spPr>
        <a:xfrm>
          <a:off x="0" y="1268425"/>
          <a:ext cx="5064665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включити молоду, незміцнілу державу Україну до складу Четверного союзу</a:t>
          </a:r>
          <a:endParaRPr lang="uk-UA" sz="1900" kern="1200"/>
        </a:p>
      </dsp:txBody>
      <dsp:txXfrm>
        <a:off x="35811" y="1304236"/>
        <a:ext cx="4993043" cy="661968"/>
      </dsp:txXfrm>
    </dsp:sp>
    <dsp:sp modelId="{0527B476-3244-4BD9-A2D2-0A9AF19F333A}">
      <dsp:nvSpPr>
        <dsp:cNvPr id="0" name=""/>
        <dsp:cNvSpPr/>
      </dsp:nvSpPr>
      <dsp:spPr>
        <a:xfrm>
          <a:off x="0" y="2056735"/>
          <a:ext cx="5064665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використати людські ресурси України, щоб компенсувати власні втрати у війні</a:t>
          </a:r>
          <a:endParaRPr lang="uk-UA" sz="1900" kern="1200"/>
        </a:p>
      </dsp:txBody>
      <dsp:txXfrm>
        <a:off x="35811" y="2092546"/>
        <a:ext cx="4993043" cy="661968"/>
      </dsp:txXfrm>
    </dsp:sp>
    <dsp:sp modelId="{E27D78FC-6D38-46A8-BA43-F1CC8B5DF46E}">
      <dsp:nvSpPr>
        <dsp:cNvPr id="0" name=""/>
        <dsp:cNvSpPr/>
      </dsp:nvSpPr>
      <dsp:spPr>
        <a:xfrm>
          <a:off x="0" y="2845045"/>
          <a:ext cx="5064665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забезпечити продовольчими й сировинними ресурсами власні економіки</a:t>
          </a:r>
          <a:endParaRPr lang="uk-UA" sz="1900" kern="1200"/>
        </a:p>
      </dsp:txBody>
      <dsp:txXfrm>
        <a:off x="35811" y="2880856"/>
        <a:ext cx="4993043" cy="661968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A2E391-4188-4832-A2D1-52598BF9306E}">
      <dsp:nvSpPr>
        <dsp:cNvPr id="0" name=""/>
        <dsp:cNvSpPr/>
      </dsp:nvSpPr>
      <dsp:spPr>
        <a:xfrm>
          <a:off x="0" y="3569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Брестського</a:t>
          </a:r>
          <a:endParaRPr lang="uk-UA" sz="3900" kern="1200"/>
        </a:p>
      </dsp:txBody>
      <dsp:txXfrm>
        <a:off x="44549" y="80244"/>
        <a:ext cx="4975567" cy="823502"/>
      </dsp:txXfrm>
    </dsp:sp>
    <dsp:sp modelId="{FFF83F6D-8960-4299-8CDF-B06A32163F01}">
      <dsp:nvSpPr>
        <dsp:cNvPr id="0" name=""/>
        <dsp:cNvSpPr/>
      </dsp:nvSpPr>
      <dsp:spPr>
        <a:xfrm>
          <a:off x="0" y="106061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Варшавського</a:t>
          </a:r>
          <a:endParaRPr lang="uk-UA" sz="3900" kern="1200"/>
        </a:p>
      </dsp:txBody>
      <dsp:txXfrm>
        <a:off x="44549" y="1105164"/>
        <a:ext cx="4975567" cy="823502"/>
      </dsp:txXfrm>
    </dsp:sp>
    <dsp:sp modelId="{C852602B-5E92-4DB4-BE9D-6B6074A4DED4}">
      <dsp:nvSpPr>
        <dsp:cNvPr id="0" name=""/>
        <dsp:cNvSpPr/>
      </dsp:nvSpPr>
      <dsp:spPr>
        <a:xfrm>
          <a:off x="0" y="208553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Ризького</a:t>
          </a:r>
          <a:endParaRPr lang="uk-UA" sz="3900" kern="1200"/>
        </a:p>
      </dsp:txBody>
      <dsp:txXfrm>
        <a:off x="44549" y="2130084"/>
        <a:ext cx="4975567" cy="823502"/>
      </dsp:txXfrm>
    </dsp:sp>
    <dsp:sp modelId="{5BE89458-C7A1-4D58-8299-5349BA887558}">
      <dsp:nvSpPr>
        <dsp:cNvPr id="0" name=""/>
        <dsp:cNvSpPr/>
      </dsp:nvSpPr>
      <dsp:spPr>
        <a:xfrm>
          <a:off x="0" y="311045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Версальського</a:t>
          </a:r>
          <a:endParaRPr lang="uk-UA" sz="3900" kern="1200"/>
        </a:p>
      </dsp:txBody>
      <dsp:txXfrm>
        <a:off x="44549" y="3155004"/>
        <a:ext cx="4975567" cy="823502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738BFE-58F6-4DDC-9A20-2E35242C1398}">
      <dsp:nvSpPr>
        <dsp:cNvPr id="0" name=""/>
        <dsp:cNvSpPr/>
      </dsp:nvSpPr>
      <dsp:spPr>
        <a:xfrm>
          <a:off x="0" y="7241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Західноукраїнської Народної Республіки.</a:t>
          </a:r>
          <a:endParaRPr lang="uk-UA" sz="2400" kern="1200"/>
        </a:p>
      </dsp:txBody>
      <dsp:txXfrm>
        <a:off x="45235" y="117650"/>
        <a:ext cx="4974195" cy="836169"/>
      </dsp:txXfrm>
    </dsp:sp>
    <dsp:sp modelId="{7DD46F79-1D88-4F55-85CC-4F618EAF3FE1}">
      <dsp:nvSpPr>
        <dsp:cNvPr id="0" name=""/>
        <dsp:cNvSpPr/>
      </dsp:nvSpPr>
      <dsp:spPr>
        <a:xfrm>
          <a:off x="0" y="106817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Української Народної Республіки періоду Директорії.</a:t>
          </a:r>
          <a:endParaRPr lang="uk-UA" sz="2400" kern="1200"/>
        </a:p>
      </dsp:txBody>
      <dsp:txXfrm>
        <a:off x="45235" y="1113410"/>
        <a:ext cx="4974195" cy="836169"/>
      </dsp:txXfrm>
    </dsp:sp>
    <dsp:sp modelId="{F9518949-1A86-4D4A-A71A-52813062F40E}">
      <dsp:nvSpPr>
        <dsp:cNvPr id="0" name=""/>
        <dsp:cNvSpPr/>
      </dsp:nvSpPr>
      <dsp:spPr>
        <a:xfrm>
          <a:off x="0" y="206393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Української Народної Республіки доби Центральної Ради.</a:t>
          </a:r>
          <a:endParaRPr lang="uk-UA" sz="2400" kern="1200"/>
        </a:p>
      </dsp:txBody>
      <dsp:txXfrm>
        <a:off x="45235" y="2109170"/>
        <a:ext cx="4974195" cy="836169"/>
      </dsp:txXfrm>
    </dsp:sp>
    <dsp:sp modelId="{D198A23B-E068-4847-A59C-F2DCF42E09BE}">
      <dsp:nvSpPr>
        <dsp:cNvPr id="0" name=""/>
        <dsp:cNvSpPr/>
      </dsp:nvSpPr>
      <dsp:spPr>
        <a:xfrm>
          <a:off x="0" y="305969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Української Соціалістичної Радянської Республіки.</a:t>
          </a:r>
          <a:endParaRPr lang="uk-UA" sz="2400" kern="1200"/>
        </a:p>
      </dsp:txBody>
      <dsp:txXfrm>
        <a:off x="45235" y="3104930"/>
        <a:ext cx="4974195" cy="836169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5F576D-C757-44EA-9388-4F5B6E196F73}">
      <dsp:nvSpPr>
        <dsp:cNvPr id="0" name=""/>
        <dsp:cNvSpPr/>
      </dsp:nvSpPr>
      <dsp:spPr>
        <a:xfrm>
          <a:off x="0" y="153955"/>
          <a:ext cx="5064665" cy="8880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зупинити наступ польської армії Ю. Галлера у Східній Галичині</a:t>
          </a:r>
          <a:endParaRPr lang="uk-UA" sz="2300" kern="1200"/>
        </a:p>
      </dsp:txBody>
      <dsp:txXfrm>
        <a:off x="43350" y="197305"/>
        <a:ext cx="4977965" cy="801330"/>
      </dsp:txXfrm>
    </dsp:sp>
    <dsp:sp modelId="{FD73F332-2803-4B8E-9B11-36C8BBA77168}">
      <dsp:nvSpPr>
        <dsp:cNvPr id="0" name=""/>
        <dsp:cNvSpPr/>
      </dsp:nvSpPr>
      <dsp:spPr>
        <a:xfrm>
          <a:off x="0" y="1108225"/>
          <a:ext cx="5064665" cy="8880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отримати допомогу у звільненні території України від більшовиків</a:t>
          </a:r>
          <a:endParaRPr lang="uk-UA" sz="2300" kern="1200"/>
        </a:p>
      </dsp:txBody>
      <dsp:txXfrm>
        <a:off x="43350" y="1151575"/>
        <a:ext cx="4977965" cy="801330"/>
      </dsp:txXfrm>
    </dsp:sp>
    <dsp:sp modelId="{9055D9E9-7493-448E-8C8F-86D48D0F4680}">
      <dsp:nvSpPr>
        <dsp:cNvPr id="0" name=""/>
        <dsp:cNvSpPr/>
      </dsp:nvSpPr>
      <dsp:spPr>
        <a:xfrm>
          <a:off x="0" y="2062495"/>
          <a:ext cx="5064665" cy="8880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зупинити просування військ Антанти на Півдні України</a:t>
          </a:r>
          <a:endParaRPr lang="uk-UA" sz="2300" kern="1200"/>
        </a:p>
      </dsp:txBody>
      <dsp:txXfrm>
        <a:off x="43350" y="2105845"/>
        <a:ext cx="4977965" cy="801330"/>
      </dsp:txXfrm>
    </dsp:sp>
    <dsp:sp modelId="{BB159BAB-5411-4A50-BDCA-B2E098CD3454}">
      <dsp:nvSpPr>
        <dsp:cNvPr id="0" name=""/>
        <dsp:cNvSpPr/>
      </dsp:nvSpPr>
      <dsp:spPr>
        <a:xfrm>
          <a:off x="0" y="3016765"/>
          <a:ext cx="5064665" cy="8880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отримати допомогу в боротьбі з Білою армією генерала А. Денікіна</a:t>
          </a:r>
          <a:endParaRPr lang="uk-UA" sz="2300" kern="1200"/>
        </a:p>
      </dsp:txBody>
      <dsp:txXfrm>
        <a:off x="43350" y="3060115"/>
        <a:ext cx="4977965" cy="801330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37E3B2-0A74-403B-A533-B115B6EEC77A}">
      <dsp:nvSpPr>
        <dsp:cNvPr id="0" name=""/>
        <dsp:cNvSpPr/>
      </dsp:nvSpPr>
      <dsp:spPr>
        <a:xfrm>
          <a:off x="0" y="567"/>
          <a:ext cx="50646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CB0C07-D5C7-4CCF-B00A-C2C14120814D}">
      <dsp:nvSpPr>
        <dsp:cNvPr id="0" name=""/>
        <dsp:cNvSpPr/>
      </dsp:nvSpPr>
      <dsp:spPr>
        <a:xfrm>
          <a:off x="0" y="567"/>
          <a:ext cx="5064665" cy="664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вказати райони антигетьманського повстанського руху влітку 1918 р.</a:t>
          </a:r>
          <a:endParaRPr lang="uk-UA" sz="1400" kern="1200"/>
        </a:p>
      </dsp:txBody>
      <dsp:txXfrm>
        <a:off x="0" y="567"/>
        <a:ext cx="5064665" cy="664370"/>
      </dsp:txXfrm>
    </dsp:sp>
    <dsp:sp modelId="{033F15A5-3E50-4139-87F1-9D745F22B0F2}">
      <dsp:nvSpPr>
        <dsp:cNvPr id="0" name=""/>
        <dsp:cNvSpPr/>
      </dsp:nvSpPr>
      <dsp:spPr>
        <a:xfrm>
          <a:off x="0" y="664937"/>
          <a:ext cx="50646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A6858-62BA-4AC1-878C-482EA145DE55}">
      <dsp:nvSpPr>
        <dsp:cNvPr id="0" name=""/>
        <dsp:cNvSpPr/>
      </dsp:nvSpPr>
      <dsp:spPr>
        <a:xfrm>
          <a:off x="0" y="664937"/>
          <a:ext cx="5064665" cy="664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визначити кордони Української Держави гетьмана П. Скоропадського.</a:t>
          </a:r>
          <a:endParaRPr lang="uk-UA" sz="1400" kern="1200"/>
        </a:p>
      </dsp:txBody>
      <dsp:txXfrm>
        <a:off x="0" y="664937"/>
        <a:ext cx="5064665" cy="664370"/>
      </dsp:txXfrm>
    </dsp:sp>
    <dsp:sp modelId="{565136BF-0B23-45B0-A921-4EEF51048697}">
      <dsp:nvSpPr>
        <dsp:cNvPr id="0" name=""/>
        <dsp:cNvSpPr/>
      </dsp:nvSpPr>
      <dsp:spPr>
        <a:xfrm>
          <a:off x="0" y="1329307"/>
          <a:ext cx="50646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8F7B2C-80A3-48B1-BFAD-40EB26284EDD}">
      <dsp:nvSpPr>
        <dsp:cNvPr id="0" name=""/>
        <dsp:cNvSpPr/>
      </dsp:nvSpPr>
      <dsp:spPr>
        <a:xfrm>
          <a:off x="0" y="1329307"/>
          <a:ext cx="5064665" cy="664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вказати напрямки загального наступу німецько-австро-угорських військ у лютому-квітні 1918 р.</a:t>
          </a:r>
          <a:endParaRPr lang="uk-UA" sz="1400" kern="1200"/>
        </a:p>
      </dsp:txBody>
      <dsp:txXfrm>
        <a:off x="0" y="1329307"/>
        <a:ext cx="5064665" cy="664370"/>
      </dsp:txXfrm>
    </dsp:sp>
    <dsp:sp modelId="{6B37CB49-7DB2-4091-B433-DD4392827191}">
      <dsp:nvSpPr>
        <dsp:cNvPr id="0" name=""/>
        <dsp:cNvSpPr/>
      </dsp:nvSpPr>
      <dsp:spPr>
        <a:xfrm>
          <a:off x="0" y="1993677"/>
          <a:ext cx="50646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33D494-7332-462E-B791-499C54EE69B5}">
      <dsp:nvSpPr>
        <dsp:cNvPr id="0" name=""/>
        <dsp:cNvSpPr/>
      </dsp:nvSpPr>
      <dsp:spPr>
        <a:xfrm>
          <a:off x="0" y="1993677"/>
          <a:ext cx="5064665" cy="664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окреслити район формування українських радянських повстанських дивізій.</a:t>
          </a:r>
          <a:endParaRPr lang="uk-UA" sz="1400" kern="1200"/>
        </a:p>
      </dsp:txBody>
      <dsp:txXfrm>
        <a:off x="0" y="1993677"/>
        <a:ext cx="5064665" cy="664370"/>
      </dsp:txXfrm>
    </dsp:sp>
    <dsp:sp modelId="{2CC34F72-FE9A-4357-820E-3355BD720E64}">
      <dsp:nvSpPr>
        <dsp:cNvPr id="0" name=""/>
        <dsp:cNvSpPr/>
      </dsp:nvSpPr>
      <dsp:spPr>
        <a:xfrm>
          <a:off x="0" y="2658048"/>
          <a:ext cx="50646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4F3A7D-8CC0-4453-9F3D-A5531D670336}">
      <dsp:nvSpPr>
        <dsp:cNvPr id="0" name=""/>
        <dsp:cNvSpPr/>
      </dsp:nvSpPr>
      <dsp:spPr>
        <a:xfrm>
          <a:off x="0" y="2658048"/>
          <a:ext cx="5064665" cy="664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вказати межі територій регіональних радянських республік, утворених більшовиками в січні-березні 1918 р.</a:t>
          </a:r>
          <a:endParaRPr lang="uk-UA" sz="1400" kern="1200"/>
        </a:p>
      </dsp:txBody>
      <dsp:txXfrm>
        <a:off x="0" y="2658048"/>
        <a:ext cx="5064665" cy="664370"/>
      </dsp:txXfrm>
    </dsp:sp>
    <dsp:sp modelId="{A74A4A8A-D36D-46C2-A662-935186C6070D}">
      <dsp:nvSpPr>
        <dsp:cNvPr id="0" name=""/>
        <dsp:cNvSpPr/>
      </dsp:nvSpPr>
      <dsp:spPr>
        <a:xfrm>
          <a:off x="0" y="3322418"/>
          <a:ext cx="50646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055F21-6272-4D66-8BF5-D5AAAB761854}">
      <dsp:nvSpPr>
        <dsp:cNvPr id="0" name=""/>
        <dsp:cNvSpPr/>
      </dsp:nvSpPr>
      <dsp:spPr>
        <a:xfrm>
          <a:off x="0" y="3322418"/>
          <a:ext cx="5064665" cy="664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визначити один із підсумків переговорів українсько-німецької та радянської делегацій у травні 1918 р.</a:t>
          </a:r>
          <a:endParaRPr lang="uk-UA" sz="1400" kern="1200"/>
        </a:p>
      </dsp:txBody>
      <dsp:txXfrm>
        <a:off x="0" y="3322418"/>
        <a:ext cx="5064665" cy="664370"/>
      </dsp:txXfrm>
    </dsp:sp>
    <dsp:sp modelId="{FE54BCAF-060A-4825-95C1-67B8943076FC}">
      <dsp:nvSpPr>
        <dsp:cNvPr id="0" name=""/>
        <dsp:cNvSpPr/>
      </dsp:nvSpPr>
      <dsp:spPr>
        <a:xfrm>
          <a:off x="0" y="3986788"/>
          <a:ext cx="50646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758A6A-9AB6-407E-A259-97C1D9AA42A7}">
      <dsp:nvSpPr>
        <dsp:cNvPr id="0" name=""/>
        <dsp:cNvSpPr/>
      </dsp:nvSpPr>
      <dsp:spPr>
        <a:xfrm>
          <a:off x="0" y="3986788"/>
          <a:ext cx="5064665" cy="664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охарактеризувати адміністративно-територіальний устрій Української Народної Республіки.</a:t>
          </a:r>
          <a:endParaRPr lang="uk-UA" sz="1400" kern="1200"/>
        </a:p>
      </dsp:txBody>
      <dsp:txXfrm>
        <a:off x="0" y="3986788"/>
        <a:ext cx="5064665" cy="664370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1B29F2-58B5-4CAF-B1C9-777791028BDA}">
      <dsp:nvSpPr>
        <dsp:cNvPr id="0" name=""/>
        <dsp:cNvSpPr/>
      </dsp:nvSpPr>
      <dsp:spPr>
        <a:xfrm>
          <a:off x="502957" y="0"/>
          <a:ext cx="4058751" cy="4058751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8A38CE-9CD6-4156-905A-C04FCAA7AFBE}">
      <dsp:nvSpPr>
        <dsp:cNvPr id="0" name=""/>
        <dsp:cNvSpPr/>
      </dsp:nvSpPr>
      <dsp:spPr>
        <a:xfrm>
          <a:off x="888538" y="385581"/>
          <a:ext cx="1582912" cy="15829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1917 р.</a:t>
          </a:r>
          <a:endParaRPr lang="uk-UA" sz="4100" kern="1200"/>
        </a:p>
      </dsp:txBody>
      <dsp:txXfrm>
        <a:off x="965809" y="462852"/>
        <a:ext cx="1428370" cy="1428370"/>
      </dsp:txXfrm>
    </dsp:sp>
    <dsp:sp modelId="{ED43F42B-D05C-40DA-BCA2-6E97BB556033}">
      <dsp:nvSpPr>
        <dsp:cNvPr id="0" name=""/>
        <dsp:cNvSpPr/>
      </dsp:nvSpPr>
      <dsp:spPr>
        <a:xfrm>
          <a:off x="2593213" y="385581"/>
          <a:ext cx="1582912" cy="15829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1918 р.</a:t>
          </a:r>
          <a:endParaRPr lang="uk-UA" sz="4100" kern="1200"/>
        </a:p>
      </dsp:txBody>
      <dsp:txXfrm>
        <a:off x="2670484" y="462852"/>
        <a:ext cx="1428370" cy="1428370"/>
      </dsp:txXfrm>
    </dsp:sp>
    <dsp:sp modelId="{20CB8F48-EE29-4200-8097-3A009C19E2AA}">
      <dsp:nvSpPr>
        <dsp:cNvPr id="0" name=""/>
        <dsp:cNvSpPr/>
      </dsp:nvSpPr>
      <dsp:spPr>
        <a:xfrm>
          <a:off x="888538" y="2090256"/>
          <a:ext cx="1582912" cy="15829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1919 р.</a:t>
          </a:r>
          <a:endParaRPr lang="uk-UA" sz="4100" kern="1200"/>
        </a:p>
      </dsp:txBody>
      <dsp:txXfrm>
        <a:off x="965809" y="2167527"/>
        <a:ext cx="1428370" cy="1428370"/>
      </dsp:txXfrm>
    </dsp:sp>
    <dsp:sp modelId="{E3D63F9D-DFB1-4417-8118-16AB1717F3EE}">
      <dsp:nvSpPr>
        <dsp:cNvPr id="0" name=""/>
        <dsp:cNvSpPr/>
      </dsp:nvSpPr>
      <dsp:spPr>
        <a:xfrm>
          <a:off x="2593213" y="2090256"/>
          <a:ext cx="1582912" cy="15829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1922 р.</a:t>
          </a:r>
          <a:endParaRPr lang="uk-UA" sz="4100" kern="1200"/>
        </a:p>
      </dsp:txBody>
      <dsp:txXfrm>
        <a:off x="2670484" y="2167527"/>
        <a:ext cx="1428370" cy="1428370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23E576-A8AC-454D-8205-5F84D0DB0D85}">
      <dsp:nvSpPr>
        <dsp:cNvPr id="0" name=""/>
        <dsp:cNvSpPr/>
      </dsp:nvSpPr>
      <dsp:spPr>
        <a:xfrm rot="10800000">
          <a:off x="1055443" y="1531"/>
          <a:ext cx="3368002" cy="82844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23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Директорії УНР</a:t>
          </a:r>
          <a:endParaRPr lang="uk-UA" sz="2100" kern="1200"/>
        </a:p>
      </dsp:txBody>
      <dsp:txXfrm rot="10800000">
        <a:off x="1262555" y="1531"/>
        <a:ext cx="3160890" cy="828448"/>
      </dsp:txXfrm>
    </dsp:sp>
    <dsp:sp modelId="{011731CD-8C75-4E79-9D80-61D511DFEB74}">
      <dsp:nvSpPr>
        <dsp:cNvPr id="0" name=""/>
        <dsp:cNvSpPr/>
      </dsp:nvSpPr>
      <dsp:spPr>
        <a:xfrm>
          <a:off x="641219" y="1531"/>
          <a:ext cx="828448" cy="82844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3C47EB-3A98-404D-A7D7-F822092D8615}">
      <dsp:nvSpPr>
        <dsp:cNvPr id="0" name=""/>
        <dsp:cNvSpPr/>
      </dsp:nvSpPr>
      <dsp:spPr>
        <a:xfrm rot="10800000">
          <a:off x="1055443" y="1077277"/>
          <a:ext cx="3368002" cy="82844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23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Гетьманату П. Скоропадського</a:t>
          </a:r>
          <a:endParaRPr lang="uk-UA" sz="2100" kern="1200"/>
        </a:p>
      </dsp:txBody>
      <dsp:txXfrm rot="10800000">
        <a:off x="1262555" y="1077277"/>
        <a:ext cx="3160890" cy="828448"/>
      </dsp:txXfrm>
    </dsp:sp>
    <dsp:sp modelId="{23B9C279-6310-4F67-AADF-87197FCB65A7}">
      <dsp:nvSpPr>
        <dsp:cNvPr id="0" name=""/>
        <dsp:cNvSpPr/>
      </dsp:nvSpPr>
      <dsp:spPr>
        <a:xfrm>
          <a:off x="641219" y="1077277"/>
          <a:ext cx="828448" cy="82844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874416-1AD5-4911-935C-672753AD9A52}">
      <dsp:nvSpPr>
        <dsp:cNvPr id="0" name=""/>
        <dsp:cNvSpPr/>
      </dsp:nvSpPr>
      <dsp:spPr>
        <a:xfrm rot="10800000">
          <a:off x="1055443" y="2153024"/>
          <a:ext cx="3368002" cy="82844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23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Української Центральної Ради</a:t>
          </a:r>
          <a:endParaRPr lang="uk-UA" sz="2100" kern="1200"/>
        </a:p>
      </dsp:txBody>
      <dsp:txXfrm rot="10800000">
        <a:off x="1262555" y="2153024"/>
        <a:ext cx="3160890" cy="828448"/>
      </dsp:txXfrm>
    </dsp:sp>
    <dsp:sp modelId="{2A2498F4-F1CB-4406-8962-509A6AF30699}">
      <dsp:nvSpPr>
        <dsp:cNvPr id="0" name=""/>
        <dsp:cNvSpPr/>
      </dsp:nvSpPr>
      <dsp:spPr>
        <a:xfrm>
          <a:off x="641219" y="2153024"/>
          <a:ext cx="828448" cy="82844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532DB8-78C1-4633-9095-93367013CC40}">
      <dsp:nvSpPr>
        <dsp:cNvPr id="0" name=""/>
        <dsp:cNvSpPr/>
      </dsp:nvSpPr>
      <dsp:spPr>
        <a:xfrm rot="10800000">
          <a:off x="1055443" y="3228771"/>
          <a:ext cx="3368002" cy="82844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23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УСРР</a:t>
          </a:r>
          <a:endParaRPr lang="uk-UA" sz="2100" kern="1200"/>
        </a:p>
      </dsp:txBody>
      <dsp:txXfrm rot="10800000">
        <a:off x="1262555" y="3228771"/>
        <a:ext cx="3160890" cy="828448"/>
      </dsp:txXfrm>
    </dsp:sp>
    <dsp:sp modelId="{C60B330E-F403-4848-8029-ACB3CC3D1E9B}">
      <dsp:nvSpPr>
        <dsp:cNvPr id="0" name=""/>
        <dsp:cNvSpPr/>
      </dsp:nvSpPr>
      <dsp:spPr>
        <a:xfrm>
          <a:off x="641219" y="3228771"/>
          <a:ext cx="828448" cy="82844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40CC4F-77D8-470D-8712-ECEA7862FA69}">
      <dsp:nvSpPr>
        <dsp:cNvPr id="0" name=""/>
        <dsp:cNvSpPr/>
      </dsp:nvSpPr>
      <dsp:spPr>
        <a:xfrm>
          <a:off x="0" y="398574"/>
          <a:ext cx="5060497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сприяла відновленню економіки України як складової частини Російської імперії.</a:t>
          </a:r>
          <a:endParaRPr lang="uk-UA" sz="2000" kern="1200"/>
        </a:p>
      </dsp:txBody>
      <dsp:txXfrm>
        <a:off x="37696" y="436270"/>
        <a:ext cx="4985105" cy="696808"/>
      </dsp:txXfrm>
    </dsp:sp>
    <dsp:sp modelId="{56556058-3C3A-4E42-96A6-5015D50FFC79}">
      <dsp:nvSpPr>
        <dsp:cNvPr id="0" name=""/>
        <dsp:cNvSpPr/>
      </dsp:nvSpPr>
      <dsp:spPr>
        <a:xfrm>
          <a:off x="0" y="1228375"/>
          <a:ext cx="5060497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відновила рівноправність економічних відносин із країнами Четверного союзу.</a:t>
          </a:r>
          <a:endParaRPr lang="uk-UA" sz="2000" kern="1200"/>
        </a:p>
      </dsp:txBody>
      <dsp:txXfrm>
        <a:off x="37696" y="1266071"/>
        <a:ext cx="4985105" cy="696808"/>
      </dsp:txXfrm>
    </dsp:sp>
    <dsp:sp modelId="{539E1641-4600-4D65-B901-F5647F21610A}">
      <dsp:nvSpPr>
        <dsp:cNvPr id="0" name=""/>
        <dsp:cNvSpPr/>
      </dsp:nvSpPr>
      <dsp:spPr>
        <a:xfrm>
          <a:off x="0" y="2058175"/>
          <a:ext cx="5060497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захищала інтереси промисловців і великих землевласників.</a:t>
          </a:r>
          <a:endParaRPr lang="uk-UA" sz="2000" kern="1200"/>
        </a:p>
      </dsp:txBody>
      <dsp:txXfrm>
        <a:off x="37696" y="2095871"/>
        <a:ext cx="4985105" cy="696808"/>
      </dsp:txXfrm>
    </dsp:sp>
    <dsp:sp modelId="{54C27133-E45D-4FBF-B7EB-B0F5E2A94B08}">
      <dsp:nvSpPr>
        <dsp:cNvPr id="0" name=""/>
        <dsp:cNvSpPr/>
      </dsp:nvSpPr>
      <dsp:spPr>
        <a:xfrm>
          <a:off x="0" y="2887975"/>
          <a:ext cx="5060497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забезпечила вільний розвиток селянського господарства.</a:t>
          </a:r>
          <a:endParaRPr lang="uk-UA" sz="2000" kern="1200"/>
        </a:p>
      </dsp:txBody>
      <dsp:txXfrm>
        <a:off x="37696" y="2925671"/>
        <a:ext cx="4985105" cy="696808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D9E7AE-ECFD-464D-864B-0041EC7A4C02}">
      <dsp:nvSpPr>
        <dsp:cNvPr id="0" name=""/>
        <dsp:cNvSpPr/>
      </dsp:nvSpPr>
      <dsp:spPr>
        <a:xfrm>
          <a:off x="0" y="110591"/>
          <a:ext cx="5060497" cy="9773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націоналізацію великої промисловості і запровадження трудової повинності.</a:t>
          </a:r>
          <a:endParaRPr lang="uk-UA" sz="1800" kern="1200"/>
        </a:p>
      </dsp:txBody>
      <dsp:txXfrm>
        <a:off x="47709" y="158300"/>
        <a:ext cx="4965079" cy="881897"/>
      </dsp:txXfrm>
    </dsp:sp>
    <dsp:sp modelId="{65AE83E6-4170-47C9-A824-29AA00D64D3C}">
      <dsp:nvSpPr>
        <dsp:cNvPr id="0" name=""/>
        <dsp:cNvSpPr/>
      </dsp:nvSpPr>
      <dsp:spPr>
        <a:xfrm>
          <a:off x="0" y="1139747"/>
          <a:ext cx="5060497" cy="9773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створення централізованої системи управління і корпорацій роботодавців.</a:t>
          </a:r>
          <a:endParaRPr lang="uk-UA" sz="1800" kern="1200"/>
        </a:p>
      </dsp:txBody>
      <dsp:txXfrm>
        <a:off x="47709" y="1187456"/>
        <a:ext cx="4965079" cy="881897"/>
      </dsp:txXfrm>
    </dsp:sp>
    <dsp:sp modelId="{D2A6380D-233A-4540-AD1B-4CC6EE64088D}">
      <dsp:nvSpPr>
        <dsp:cNvPr id="0" name=""/>
        <dsp:cNvSpPr/>
      </dsp:nvSpPr>
      <dsp:spPr>
        <a:xfrm>
          <a:off x="0" y="2168903"/>
          <a:ext cx="5060497" cy="9773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скасування восьмигодинного робочого дня й заборону страйків.</a:t>
          </a:r>
          <a:endParaRPr lang="uk-UA" sz="1800" kern="1200"/>
        </a:p>
      </dsp:txBody>
      <dsp:txXfrm>
        <a:off x="47709" y="2216612"/>
        <a:ext cx="4965079" cy="881897"/>
      </dsp:txXfrm>
    </dsp:sp>
    <dsp:sp modelId="{FBA1D964-A09C-4E12-9FAC-7076E0FF128F}">
      <dsp:nvSpPr>
        <dsp:cNvPr id="0" name=""/>
        <dsp:cNvSpPr/>
      </dsp:nvSpPr>
      <dsp:spPr>
        <a:xfrm>
          <a:off x="0" y="3198058"/>
          <a:ext cx="5060497" cy="9773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установлення державного контролю на виробництві і створення галузевих профспілок.</a:t>
          </a:r>
          <a:endParaRPr lang="uk-UA" sz="1800" kern="1200"/>
        </a:p>
      </dsp:txBody>
      <dsp:txXfrm>
        <a:off x="47709" y="3245767"/>
        <a:ext cx="4965079" cy="881897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16834D-348A-4400-A307-71509D0A6581}">
      <dsp:nvSpPr>
        <dsp:cNvPr id="0" name=""/>
        <dsp:cNvSpPr/>
      </dsp:nvSpPr>
      <dsp:spPr>
        <a:xfrm>
          <a:off x="0" y="7241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Українську Народну Республіку доби Центральної Ради</a:t>
          </a:r>
          <a:endParaRPr lang="uk-UA" sz="2400" kern="1200"/>
        </a:p>
      </dsp:txBody>
      <dsp:txXfrm>
        <a:off x="45235" y="117650"/>
        <a:ext cx="4974195" cy="836169"/>
      </dsp:txXfrm>
    </dsp:sp>
    <dsp:sp modelId="{DC988ABC-B6FD-404B-BDBF-09DD52F1F852}">
      <dsp:nvSpPr>
        <dsp:cNvPr id="0" name=""/>
        <dsp:cNvSpPr/>
      </dsp:nvSpPr>
      <dsp:spPr>
        <a:xfrm>
          <a:off x="0" y="106817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Українську Державу гетьмана П. Скоропадського</a:t>
          </a:r>
          <a:endParaRPr lang="uk-UA" sz="2400" kern="1200"/>
        </a:p>
      </dsp:txBody>
      <dsp:txXfrm>
        <a:off x="45235" y="1113410"/>
        <a:ext cx="4974195" cy="836169"/>
      </dsp:txXfrm>
    </dsp:sp>
    <dsp:sp modelId="{C4776795-B732-48BF-BFC2-3D2F06C28E63}">
      <dsp:nvSpPr>
        <dsp:cNvPr id="0" name=""/>
        <dsp:cNvSpPr/>
      </dsp:nvSpPr>
      <dsp:spPr>
        <a:xfrm>
          <a:off x="0" y="206393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Українську Народну Республіку доби Директорії</a:t>
          </a:r>
          <a:endParaRPr lang="uk-UA" sz="2400" kern="1200"/>
        </a:p>
      </dsp:txBody>
      <dsp:txXfrm>
        <a:off x="45235" y="2109170"/>
        <a:ext cx="4974195" cy="836169"/>
      </dsp:txXfrm>
    </dsp:sp>
    <dsp:sp modelId="{0D1D17FC-BBEF-4676-80B4-B790248BBE58}">
      <dsp:nvSpPr>
        <dsp:cNvPr id="0" name=""/>
        <dsp:cNvSpPr/>
      </dsp:nvSpPr>
      <dsp:spPr>
        <a:xfrm>
          <a:off x="0" y="305969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Українську Соціалістичну Радянську Республіку</a:t>
          </a:r>
          <a:endParaRPr lang="uk-UA" sz="2400" kern="1200"/>
        </a:p>
      </dsp:txBody>
      <dsp:txXfrm>
        <a:off x="45235" y="3104930"/>
        <a:ext cx="4974195" cy="836169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575C6C-90B2-4185-8871-44EE6E27099B}">
      <dsp:nvSpPr>
        <dsp:cNvPr id="0" name=""/>
        <dsp:cNvSpPr/>
      </dsp:nvSpPr>
      <dsp:spPr>
        <a:xfrm>
          <a:off x="0" y="700254"/>
          <a:ext cx="5060497" cy="608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Київ, Львів</a:t>
          </a:r>
          <a:endParaRPr lang="uk-UA" sz="2600" kern="1200"/>
        </a:p>
      </dsp:txBody>
      <dsp:txXfrm>
        <a:off x="29700" y="729954"/>
        <a:ext cx="5001097" cy="549000"/>
      </dsp:txXfrm>
    </dsp:sp>
    <dsp:sp modelId="{0DFAF768-1990-4EA9-AA59-56F7A2ABB05D}">
      <dsp:nvSpPr>
        <dsp:cNvPr id="0" name=""/>
        <dsp:cNvSpPr/>
      </dsp:nvSpPr>
      <dsp:spPr>
        <a:xfrm>
          <a:off x="0" y="1383534"/>
          <a:ext cx="5060497" cy="608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Львів, Харків</a:t>
          </a:r>
          <a:endParaRPr lang="uk-UA" sz="2600" kern="1200"/>
        </a:p>
      </dsp:txBody>
      <dsp:txXfrm>
        <a:off x="29700" y="1413234"/>
        <a:ext cx="5001097" cy="549000"/>
      </dsp:txXfrm>
    </dsp:sp>
    <dsp:sp modelId="{2149CC9E-5EBF-4010-ACE6-A7CE4F7AD3B6}">
      <dsp:nvSpPr>
        <dsp:cNvPr id="0" name=""/>
        <dsp:cNvSpPr/>
      </dsp:nvSpPr>
      <dsp:spPr>
        <a:xfrm>
          <a:off x="0" y="2066815"/>
          <a:ext cx="5060497" cy="608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Харків, Кам’янець-Подільський</a:t>
          </a:r>
          <a:endParaRPr lang="uk-UA" sz="2600" kern="1200"/>
        </a:p>
      </dsp:txBody>
      <dsp:txXfrm>
        <a:off x="29700" y="2096515"/>
        <a:ext cx="5001097" cy="549000"/>
      </dsp:txXfrm>
    </dsp:sp>
    <dsp:sp modelId="{44870902-0F5A-4810-A923-5EA04BAF4104}">
      <dsp:nvSpPr>
        <dsp:cNvPr id="0" name=""/>
        <dsp:cNvSpPr/>
      </dsp:nvSpPr>
      <dsp:spPr>
        <a:xfrm>
          <a:off x="0" y="2750095"/>
          <a:ext cx="5060497" cy="608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Кам’янець-Подільський, Київ</a:t>
          </a:r>
          <a:endParaRPr lang="uk-UA" sz="2600" kern="1200"/>
        </a:p>
      </dsp:txBody>
      <dsp:txXfrm>
        <a:off x="29700" y="2779795"/>
        <a:ext cx="5001097" cy="549000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70E1E0-AD57-49A7-9215-DEB19E254345}">
      <dsp:nvSpPr>
        <dsp:cNvPr id="0" name=""/>
        <dsp:cNvSpPr/>
      </dsp:nvSpPr>
      <dsp:spPr>
        <a:xfrm>
          <a:off x="0" y="109894"/>
          <a:ext cx="5064665" cy="923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письменника, кінорежисера, кінодраматурга, класика світового кінематографа.</a:t>
          </a:r>
          <a:endParaRPr lang="uk-UA" sz="1700" kern="1200"/>
        </a:p>
      </dsp:txBody>
      <dsp:txXfrm>
        <a:off x="45058" y="154952"/>
        <a:ext cx="4974549" cy="832904"/>
      </dsp:txXfrm>
    </dsp:sp>
    <dsp:sp modelId="{E44BDB9E-34AD-4F03-923C-14382B792480}">
      <dsp:nvSpPr>
        <dsp:cNvPr id="0" name=""/>
        <dsp:cNvSpPr/>
      </dsp:nvSpPr>
      <dsp:spPr>
        <a:xfrm>
          <a:off x="0" y="1081875"/>
          <a:ext cx="5064665" cy="923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композитора, піаніста, диригента, фундатора української національної музики.</a:t>
          </a:r>
          <a:endParaRPr lang="uk-UA" sz="1700" kern="1200"/>
        </a:p>
      </dsp:txBody>
      <dsp:txXfrm>
        <a:off x="45058" y="1126933"/>
        <a:ext cx="4974549" cy="832904"/>
      </dsp:txXfrm>
    </dsp:sp>
    <dsp:sp modelId="{5029A2F9-85F2-4D10-9D58-C459E50C0464}">
      <dsp:nvSpPr>
        <dsp:cNvPr id="0" name=""/>
        <dsp:cNvSpPr/>
      </dsp:nvSpPr>
      <dsp:spPr>
        <a:xfrm>
          <a:off x="0" y="2053855"/>
          <a:ext cx="5064665" cy="923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історика, сходознавця, письменника, перекладача, одного з організаторів Академії наук України.</a:t>
          </a:r>
          <a:endParaRPr lang="uk-UA" sz="1700" kern="1200"/>
        </a:p>
      </dsp:txBody>
      <dsp:txXfrm>
        <a:off x="45058" y="2098913"/>
        <a:ext cx="4974549" cy="832904"/>
      </dsp:txXfrm>
    </dsp:sp>
    <dsp:sp modelId="{0696D969-0896-4537-904A-AA0F7D5781D5}">
      <dsp:nvSpPr>
        <dsp:cNvPr id="0" name=""/>
        <dsp:cNvSpPr/>
      </dsp:nvSpPr>
      <dsp:spPr>
        <a:xfrm>
          <a:off x="0" y="3025835"/>
          <a:ext cx="5064665" cy="923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режисера, драматурга, актора, основоположника українського модерного (нового) театру.</a:t>
          </a:r>
          <a:endParaRPr lang="uk-UA" sz="1700" kern="1200"/>
        </a:p>
      </dsp:txBody>
      <dsp:txXfrm>
        <a:off x="45058" y="3070893"/>
        <a:ext cx="4974549" cy="832904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44D7EB-5B30-4455-AB7C-C9847199D4AD}">
      <dsp:nvSpPr>
        <dsp:cNvPr id="0" name=""/>
        <dsp:cNvSpPr/>
      </dsp:nvSpPr>
      <dsp:spPr>
        <a:xfrm>
          <a:off x="0" y="65395"/>
          <a:ext cx="5064665" cy="930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Української Народної Республіки.</a:t>
          </a:r>
          <a:endParaRPr lang="uk-UA" sz="2400" kern="1200"/>
        </a:p>
      </dsp:txBody>
      <dsp:txXfrm>
        <a:off x="45406" y="110801"/>
        <a:ext cx="4973853" cy="839338"/>
      </dsp:txXfrm>
    </dsp:sp>
    <dsp:sp modelId="{98F4B2B9-D4F2-4C3E-9C3B-6F22D291BDA0}">
      <dsp:nvSpPr>
        <dsp:cNvPr id="0" name=""/>
        <dsp:cNvSpPr/>
      </dsp:nvSpPr>
      <dsp:spPr>
        <a:xfrm>
          <a:off x="0" y="1064665"/>
          <a:ext cx="5064665" cy="930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Української Держави П. Скоропадського.</a:t>
          </a:r>
          <a:endParaRPr lang="uk-UA" sz="2400" kern="1200"/>
        </a:p>
      </dsp:txBody>
      <dsp:txXfrm>
        <a:off x="45406" y="1110071"/>
        <a:ext cx="4973853" cy="839338"/>
      </dsp:txXfrm>
    </dsp:sp>
    <dsp:sp modelId="{C80D5A1F-3CB5-43EB-BD06-E4B554DAD995}">
      <dsp:nvSpPr>
        <dsp:cNvPr id="0" name=""/>
        <dsp:cNvSpPr/>
      </dsp:nvSpPr>
      <dsp:spPr>
        <a:xfrm>
          <a:off x="0" y="2063935"/>
          <a:ext cx="5064665" cy="930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Західноукраїнської Народної Республіки.</a:t>
          </a:r>
          <a:endParaRPr lang="uk-UA" sz="2400" kern="1200"/>
        </a:p>
      </dsp:txBody>
      <dsp:txXfrm>
        <a:off x="45406" y="2109341"/>
        <a:ext cx="4973853" cy="839338"/>
      </dsp:txXfrm>
    </dsp:sp>
    <dsp:sp modelId="{3DB94123-A36E-4ED4-AE04-5313836AD03F}">
      <dsp:nvSpPr>
        <dsp:cNvPr id="0" name=""/>
        <dsp:cNvSpPr/>
      </dsp:nvSpPr>
      <dsp:spPr>
        <a:xfrm>
          <a:off x="0" y="3063205"/>
          <a:ext cx="5064665" cy="930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Української Соціалістичної Радянської Республіки.</a:t>
          </a:r>
          <a:endParaRPr lang="uk-UA" sz="2400" kern="1200"/>
        </a:p>
      </dsp:txBody>
      <dsp:txXfrm>
        <a:off x="45406" y="3108611"/>
        <a:ext cx="4973853" cy="839338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FBA19C-CCD5-4A0B-8FCF-F182A9E2B2B5}">
      <dsp:nvSpPr>
        <dsp:cNvPr id="0" name=""/>
        <dsp:cNvSpPr/>
      </dsp:nvSpPr>
      <dsp:spPr>
        <a:xfrm>
          <a:off x="0" y="480114"/>
          <a:ext cx="5060497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заснування у Києві Української академії наук</a:t>
          </a:r>
          <a:endParaRPr lang="uk-UA" sz="1900" kern="1200"/>
        </a:p>
      </dsp:txBody>
      <dsp:txXfrm>
        <a:off x="35811" y="515925"/>
        <a:ext cx="4988875" cy="661968"/>
      </dsp:txXfrm>
    </dsp:sp>
    <dsp:sp modelId="{DCBE3883-7297-4824-BFF9-A77BF9D64726}">
      <dsp:nvSpPr>
        <dsp:cNvPr id="0" name=""/>
        <dsp:cNvSpPr/>
      </dsp:nvSpPr>
      <dsp:spPr>
        <a:xfrm>
          <a:off x="0" y="1268425"/>
          <a:ext cx="5060497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проголошення Центральною Радою незалежності УНР</a:t>
          </a:r>
          <a:endParaRPr lang="uk-UA" sz="1900" kern="1200"/>
        </a:p>
      </dsp:txBody>
      <dsp:txXfrm>
        <a:off x="35811" y="1304236"/>
        <a:ext cx="4988875" cy="661968"/>
      </dsp:txXfrm>
    </dsp:sp>
    <dsp:sp modelId="{2494DFF4-D091-4F68-87C1-08856A289CB9}">
      <dsp:nvSpPr>
        <dsp:cNvPr id="0" name=""/>
        <dsp:cNvSpPr/>
      </dsp:nvSpPr>
      <dsp:spPr>
        <a:xfrm>
          <a:off x="0" y="2056735"/>
          <a:ext cx="5060497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проголошення радянської влади в Україні Всеукраїнським з’їздом рад у Харкові</a:t>
          </a:r>
          <a:endParaRPr lang="uk-UA" sz="1900" kern="1200"/>
        </a:p>
      </dsp:txBody>
      <dsp:txXfrm>
        <a:off x="35811" y="2092546"/>
        <a:ext cx="4988875" cy="661968"/>
      </dsp:txXfrm>
    </dsp:sp>
    <dsp:sp modelId="{CA9CF436-85D5-4621-8A13-29444184D907}">
      <dsp:nvSpPr>
        <dsp:cNvPr id="0" name=""/>
        <dsp:cNvSpPr/>
      </dsp:nvSpPr>
      <dsp:spPr>
        <a:xfrm>
          <a:off x="0" y="2845045"/>
          <a:ext cx="5060497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схвалення Центральною Радою проекту Конституції УНР</a:t>
          </a:r>
          <a:endParaRPr lang="uk-UA" sz="1900" kern="1200"/>
        </a:p>
      </dsp:txBody>
      <dsp:txXfrm>
        <a:off x="35811" y="2880856"/>
        <a:ext cx="4988875" cy="661968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BE0E53-1492-4F1A-B9DF-D588DDF3F6DB}">
      <dsp:nvSpPr>
        <dsp:cNvPr id="0" name=""/>
        <dsp:cNvSpPr/>
      </dsp:nvSpPr>
      <dsp:spPr>
        <a:xfrm rot="10800000">
          <a:off x="1054781" y="1173"/>
          <a:ext cx="3365230" cy="8285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8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оприлюднення «Федеративної грамоти» гетьмана П. Скоропадського</a:t>
          </a:r>
          <a:endParaRPr lang="uk-UA" sz="1600" kern="1200"/>
        </a:p>
      </dsp:txBody>
      <dsp:txXfrm rot="10800000">
        <a:off x="1261929" y="1173"/>
        <a:ext cx="3158082" cy="828594"/>
      </dsp:txXfrm>
    </dsp:sp>
    <dsp:sp modelId="{FBCABD6E-97F4-424D-8250-4238904064E9}">
      <dsp:nvSpPr>
        <dsp:cNvPr id="0" name=""/>
        <dsp:cNvSpPr/>
      </dsp:nvSpPr>
      <dsp:spPr>
        <a:xfrm>
          <a:off x="640484" y="1173"/>
          <a:ext cx="828594" cy="8285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8E81C5-125D-4388-8D03-33A5D543C37E}">
      <dsp:nvSpPr>
        <dsp:cNvPr id="0" name=""/>
        <dsp:cNvSpPr/>
      </dsp:nvSpPr>
      <dsp:spPr>
        <a:xfrm rot="10800000">
          <a:off x="1054781" y="1077109"/>
          <a:ext cx="3365230" cy="8285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8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підписання Брестського мирного договору</a:t>
          </a:r>
          <a:endParaRPr lang="uk-UA" sz="1600" kern="1200"/>
        </a:p>
      </dsp:txBody>
      <dsp:txXfrm rot="10800000">
        <a:off x="1261929" y="1077109"/>
        <a:ext cx="3158082" cy="828594"/>
      </dsp:txXfrm>
    </dsp:sp>
    <dsp:sp modelId="{D1F07935-FF9D-4359-88A7-03B2A4626052}">
      <dsp:nvSpPr>
        <dsp:cNvPr id="0" name=""/>
        <dsp:cNvSpPr/>
      </dsp:nvSpPr>
      <dsp:spPr>
        <a:xfrm>
          <a:off x="640484" y="1077109"/>
          <a:ext cx="828594" cy="8285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955D47-7DDB-4886-A3C8-C509197E23AB}">
      <dsp:nvSpPr>
        <dsp:cNvPr id="0" name=""/>
        <dsp:cNvSpPr/>
      </dsp:nvSpPr>
      <dsp:spPr>
        <a:xfrm rot="10800000">
          <a:off x="1054781" y="2153045"/>
          <a:ext cx="3365230" cy="8285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8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скликання Трудового конгресу України</a:t>
          </a:r>
          <a:endParaRPr lang="uk-UA" sz="1600" kern="1200"/>
        </a:p>
      </dsp:txBody>
      <dsp:txXfrm rot="10800000">
        <a:off x="1261929" y="2153045"/>
        <a:ext cx="3158082" cy="828594"/>
      </dsp:txXfrm>
    </dsp:sp>
    <dsp:sp modelId="{A5A3CD15-3629-49F5-810D-22B664719EED}">
      <dsp:nvSpPr>
        <dsp:cNvPr id="0" name=""/>
        <dsp:cNvSpPr/>
      </dsp:nvSpPr>
      <dsp:spPr>
        <a:xfrm>
          <a:off x="640484" y="2153045"/>
          <a:ext cx="828594" cy="8285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F33CBA-CBCF-4515-A4B0-389D6DC114B3}">
      <dsp:nvSpPr>
        <dsp:cNvPr id="0" name=""/>
        <dsp:cNvSpPr/>
      </dsp:nvSpPr>
      <dsp:spPr>
        <a:xfrm rot="10800000">
          <a:off x="1054781" y="3228982"/>
          <a:ext cx="3365230" cy="8285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8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проведення Всеукраїнського з'їзду хліборобів</a:t>
          </a:r>
          <a:endParaRPr lang="uk-UA" sz="1600" kern="1200"/>
        </a:p>
      </dsp:txBody>
      <dsp:txXfrm rot="10800000">
        <a:off x="1261929" y="3228982"/>
        <a:ext cx="3158082" cy="828594"/>
      </dsp:txXfrm>
    </dsp:sp>
    <dsp:sp modelId="{153C51C2-87D6-4EC7-8F7C-7AD21D41EA0C}">
      <dsp:nvSpPr>
        <dsp:cNvPr id="0" name=""/>
        <dsp:cNvSpPr/>
      </dsp:nvSpPr>
      <dsp:spPr>
        <a:xfrm>
          <a:off x="640484" y="3228982"/>
          <a:ext cx="828594" cy="8285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480DD3-5363-41BB-968B-CEA70B63D5FD}">
      <dsp:nvSpPr>
        <dsp:cNvPr id="0" name=""/>
        <dsp:cNvSpPr/>
      </dsp:nvSpPr>
      <dsp:spPr>
        <a:xfrm>
          <a:off x="0" y="85960"/>
          <a:ext cx="5064665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визнання Директорії вищою владою в Україні</a:t>
          </a:r>
          <a:endParaRPr lang="uk-UA" sz="1900" kern="1200"/>
        </a:p>
      </dsp:txBody>
      <dsp:txXfrm>
        <a:off x="35811" y="121771"/>
        <a:ext cx="4993043" cy="661968"/>
      </dsp:txXfrm>
    </dsp:sp>
    <dsp:sp modelId="{42B2CF2B-9293-4DE0-9D3C-614C8F61ECFA}">
      <dsp:nvSpPr>
        <dsp:cNvPr id="0" name=""/>
        <dsp:cNvSpPr/>
      </dsp:nvSpPr>
      <dsp:spPr>
        <a:xfrm>
          <a:off x="0" y="874270"/>
          <a:ext cx="5064665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утворення Державного секретаріату на чолі з К. Левицьким</a:t>
          </a:r>
          <a:endParaRPr lang="uk-UA" sz="1900" kern="1200"/>
        </a:p>
      </dsp:txBody>
      <dsp:txXfrm>
        <a:off x="35811" y="910081"/>
        <a:ext cx="4993043" cy="661968"/>
      </dsp:txXfrm>
    </dsp:sp>
    <dsp:sp modelId="{FA32A77E-0F4C-4D6B-AC3C-E2E3DE0AA233}">
      <dsp:nvSpPr>
        <dsp:cNvPr id="0" name=""/>
        <dsp:cNvSpPr/>
      </dsp:nvSpPr>
      <dsp:spPr>
        <a:xfrm>
          <a:off x="0" y="1662580"/>
          <a:ext cx="5064665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початок антигетьманського повстання на чолі з Директорією</a:t>
          </a:r>
          <a:endParaRPr lang="uk-UA" sz="1900" kern="1200"/>
        </a:p>
      </dsp:txBody>
      <dsp:txXfrm>
        <a:off x="35811" y="1698391"/>
        <a:ext cx="4993043" cy="661968"/>
      </dsp:txXfrm>
    </dsp:sp>
    <dsp:sp modelId="{9F8E77B9-45C8-4D92-A940-98A4A17D5FBA}">
      <dsp:nvSpPr>
        <dsp:cNvPr id="0" name=""/>
        <dsp:cNvSpPr/>
      </dsp:nvSpPr>
      <dsp:spPr>
        <a:xfrm>
          <a:off x="0" y="2450890"/>
          <a:ext cx="5064665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проголошення П. Скоропадського гетьманом України</a:t>
          </a:r>
          <a:endParaRPr lang="uk-UA" sz="1900" kern="1200"/>
        </a:p>
      </dsp:txBody>
      <dsp:txXfrm>
        <a:off x="35811" y="2486701"/>
        <a:ext cx="4993043" cy="661968"/>
      </dsp:txXfrm>
    </dsp:sp>
    <dsp:sp modelId="{43337FD2-7F28-4B6A-AD2A-A429F0DAE45A}">
      <dsp:nvSpPr>
        <dsp:cNvPr id="0" name=""/>
        <dsp:cNvSpPr/>
      </dsp:nvSpPr>
      <dsp:spPr>
        <a:xfrm>
          <a:off x="0" y="3239200"/>
          <a:ext cx="5064665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відновлення влади Української Центральної Ради</a:t>
          </a:r>
          <a:endParaRPr lang="uk-UA" sz="1900" kern="1200"/>
        </a:p>
      </dsp:txBody>
      <dsp:txXfrm>
        <a:off x="35811" y="3275011"/>
        <a:ext cx="4993043" cy="661968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8272C6-97C1-412B-987D-E564350ECFD9}">
      <dsp:nvSpPr>
        <dsp:cNvPr id="0" name=""/>
        <dsp:cNvSpPr/>
      </dsp:nvSpPr>
      <dsp:spPr>
        <a:xfrm>
          <a:off x="0" y="65395"/>
          <a:ext cx="5064665" cy="930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держав Антанти.</a:t>
          </a:r>
          <a:endParaRPr lang="uk-UA" sz="2400" kern="1200"/>
        </a:p>
      </dsp:txBody>
      <dsp:txXfrm>
        <a:off x="45406" y="110801"/>
        <a:ext cx="4973853" cy="839338"/>
      </dsp:txXfrm>
    </dsp:sp>
    <dsp:sp modelId="{3C0AE354-4AF2-46DE-8A0D-5D2B4B0BF663}">
      <dsp:nvSpPr>
        <dsp:cNvPr id="0" name=""/>
        <dsp:cNvSpPr/>
      </dsp:nvSpPr>
      <dsp:spPr>
        <a:xfrm>
          <a:off x="0" y="1064665"/>
          <a:ext cx="5064665" cy="930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Раднаркому Російської СФРР.</a:t>
          </a:r>
          <a:endParaRPr lang="uk-UA" sz="2400" kern="1200"/>
        </a:p>
      </dsp:txBody>
      <dsp:txXfrm>
        <a:off x="45406" y="1110071"/>
        <a:ext cx="4973853" cy="839338"/>
      </dsp:txXfrm>
    </dsp:sp>
    <dsp:sp modelId="{B41708B6-4736-4D49-80EA-3E710511302F}">
      <dsp:nvSpPr>
        <dsp:cNvPr id="0" name=""/>
        <dsp:cNvSpPr/>
      </dsp:nvSpPr>
      <dsp:spPr>
        <a:xfrm>
          <a:off x="0" y="2063935"/>
          <a:ext cx="5064665" cy="930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дипломатичних місій Четверного союзу.</a:t>
          </a:r>
          <a:endParaRPr lang="uk-UA" sz="2400" kern="1200"/>
        </a:p>
      </dsp:txBody>
      <dsp:txXfrm>
        <a:off x="45406" y="2109341"/>
        <a:ext cx="4973853" cy="839338"/>
      </dsp:txXfrm>
    </dsp:sp>
    <dsp:sp modelId="{D56209EE-22A1-4297-A877-9E8E35CB9378}">
      <dsp:nvSpPr>
        <dsp:cNvPr id="0" name=""/>
        <dsp:cNvSpPr/>
      </dsp:nvSpPr>
      <dsp:spPr>
        <a:xfrm>
          <a:off x="0" y="3063205"/>
          <a:ext cx="5064665" cy="930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Директорії Української Народної Республіки.</a:t>
          </a:r>
          <a:endParaRPr lang="uk-UA" sz="2400" kern="1200"/>
        </a:p>
      </dsp:txBody>
      <dsp:txXfrm>
        <a:off x="45406" y="3108611"/>
        <a:ext cx="4973853" cy="839338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C367C4-DA4D-4563-8FE8-696051A34F3F}">
      <dsp:nvSpPr>
        <dsp:cNvPr id="0" name=""/>
        <dsp:cNvSpPr/>
      </dsp:nvSpPr>
      <dsp:spPr>
        <a:xfrm>
          <a:off x="0" y="46108"/>
          <a:ext cx="5064665" cy="10076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підписання Брестського миру</a:t>
          </a:r>
          <a:endParaRPr lang="uk-UA" sz="2600" kern="1200"/>
        </a:p>
      </dsp:txBody>
      <dsp:txXfrm>
        <a:off x="49190" y="95298"/>
        <a:ext cx="4966285" cy="909282"/>
      </dsp:txXfrm>
    </dsp:sp>
    <dsp:sp modelId="{395CE3E1-4CFA-4A4E-A268-D53ECCD6CA75}">
      <dsp:nvSpPr>
        <dsp:cNvPr id="0" name=""/>
        <dsp:cNvSpPr/>
      </dsp:nvSpPr>
      <dsp:spPr>
        <a:xfrm>
          <a:off x="0" y="1128651"/>
          <a:ext cx="5064665" cy="10076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вибух антиурядового повстання</a:t>
          </a:r>
          <a:endParaRPr lang="uk-UA" sz="2600" kern="1200"/>
        </a:p>
      </dsp:txBody>
      <dsp:txXfrm>
        <a:off x="49190" y="1177841"/>
        <a:ext cx="4966285" cy="909282"/>
      </dsp:txXfrm>
    </dsp:sp>
    <dsp:sp modelId="{CEAB92CE-CBF3-495A-B61B-31AFE7877B8C}">
      <dsp:nvSpPr>
        <dsp:cNvPr id="0" name=""/>
        <dsp:cNvSpPr/>
      </dsp:nvSpPr>
      <dsp:spPr>
        <a:xfrm>
          <a:off x="0" y="2211193"/>
          <a:ext cx="5064665" cy="10076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проголошення незалежності УНР</a:t>
          </a:r>
          <a:endParaRPr lang="uk-UA" sz="2600" kern="1200"/>
        </a:p>
      </dsp:txBody>
      <dsp:txXfrm>
        <a:off x="49190" y="2260383"/>
        <a:ext cx="4966285" cy="909282"/>
      </dsp:txXfrm>
    </dsp:sp>
    <dsp:sp modelId="{4F2BBB5D-49D6-412A-9306-018E30940A95}">
      <dsp:nvSpPr>
        <dsp:cNvPr id="0" name=""/>
        <dsp:cNvSpPr/>
      </dsp:nvSpPr>
      <dsp:spPr>
        <a:xfrm>
          <a:off x="0" y="3293736"/>
          <a:ext cx="5064665" cy="10076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ухвалення Акта Злуки УНР і ЗУНР</a:t>
          </a:r>
          <a:endParaRPr lang="uk-UA" sz="2600" kern="1200"/>
        </a:p>
      </dsp:txBody>
      <dsp:txXfrm>
        <a:off x="49190" y="3342926"/>
        <a:ext cx="4966285" cy="909282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541A8-1E63-4196-B2D7-7E770D97158F}">
      <dsp:nvSpPr>
        <dsp:cNvPr id="0" name=""/>
        <dsp:cNvSpPr/>
      </dsp:nvSpPr>
      <dsp:spPr>
        <a:xfrm>
          <a:off x="0" y="48497"/>
          <a:ext cx="5064665" cy="1046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обидва варіанти правильні</a:t>
          </a:r>
          <a:endParaRPr lang="uk-UA" sz="2700" kern="1200"/>
        </a:p>
      </dsp:txBody>
      <dsp:txXfrm>
        <a:off x="51082" y="99579"/>
        <a:ext cx="4962501" cy="944254"/>
      </dsp:txXfrm>
    </dsp:sp>
    <dsp:sp modelId="{0CDAAD42-15CC-4B71-BDD4-EDD1378D802C}">
      <dsp:nvSpPr>
        <dsp:cNvPr id="0" name=""/>
        <dsp:cNvSpPr/>
      </dsp:nvSpPr>
      <dsp:spPr>
        <a:xfrm>
          <a:off x="0" y="1172676"/>
          <a:ext cx="5064665" cy="1046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тільки 1-й варіант правильний</a:t>
          </a:r>
          <a:endParaRPr lang="uk-UA" sz="2700" kern="1200"/>
        </a:p>
      </dsp:txBody>
      <dsp:txXfrm>
        <a:off x="51082" y="1223758"/>
        <a:ext cx="4962501" cy="944254"/>
      </dsp:txXfrm>
    </dsp:sp>
    <dsp:sp modelId="{8EEB0AF5-2578-4AA7-AE50-114E27A7DCFF}">
      <dsp:nvSpPr>
        <dsp:cNvPr id="0" name=""/>
        <dsp:cNvSpPr/>
      </dsp:nvSpPr>
      <dsp:spPr>
        <a:xfrm>
          <a:off x="0" y="2296855"/>
          <a:ext cx="5064665" cy="1046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тільки 2-й варіант правильний</a:t>
          </a:r>
          <a:endParaRPr lang="uk-UA" sz="2700" kern="1200"/>
        </a:p>
      </dsp:txBody>
      <dsp:txXfrm>
        <a:off x="51082" y="2347937"/>
        <a:ext cx="4962501" cy="944254"/>
      </dsp:txXfrm>
    </dsp:sp>
    <dsp:sp modelId="{1880F2CE-BC85-4689-9A29-71C8ADB01F98}">
      <dsp:nvSpPr>
        <dsp:cNvPr id="0" name=""/>
        <dsp:cNvSpPr/>
      </dsp:nvSpPr>
      <dsp:spPr>
        <a:xfrm>
          <a:off x="0" y="3421034"/>
          <a:ext cx="5064665" cy="1046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обидва варіанти не правильні</a:t>
          </a:r>
          <a:endParaRPr lang="uk-UA" sz="2700" kern="1200"/>
        </a:p>
      </dsp:txBody>
      <dsp:txXfrm>
        <a:off x="51082" y="3472116"/>
        <a:ext cx="4962501" cy="944254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B8B40C-43C5-4B71-AEA5-0D421F8A5913}">
      <dsp:nvSpPr>
        <dsp:cNvPr id="0" name=""/>
        <dsp:cNvSpPr/>
      </dsp:nvSpPr>
      <dsp:spPr>
        <a:xfrm rot="10800000">
          <a:off x="1055443" y="1531"/>
          <a:ext cx="3368002" cy="82844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23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С. Петлюра.</a:t>
          </a:r>
          <a:endParaRPr lang="uk-UA" sz="2200" kern="1200"/>
        </a:p>
      </dsp:txBody>
      <dsp:txXfrm rot="10800000">
        <a:off x="1262555" y="1531"/>
        <a:ext cx="3160890" cy="828448"/>
      </dsp:txXfrm>
    </dsp:sp>
    <dsp:sp modelId="{030CF14E-64B2-448D-BD2E-EC3CA0720FF4}">
      <dsp:nvSpPr>
        <dsp:cNvPr id="0" name=""/>
        <dsp:cNvSpPr/>
      </dsp:nvSpPr>
      <dsp:spPr>
        <a:xfrm>
          <a:off x="641219" y="1531"/>
          <a:ext cx="828448" cy="82844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7C1569-5C99-45CF-AFD2-AC28F588814F}">
      <dsp:nvSpPr>
        <dsp:cNvPr id="0" name=""/>
        <dsp:cNvSpPr/>
      </dsp:nvSpPr>
      <dsp:spPr>
        <a:xfrm rot="10800000">
          <a:off x="1055443" y="1077277"/>
          <a:ext cx="3368002" cy="82844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23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Х. Раковський.</a:t>
          </a:r>
          <a:endParaRPr lang="uk-UA" sz="2200" kern="1200"/>
        </a:p>
      </dsp:txBody>
      <dsp:txXfrm rot="10800000">
        <a:off x="1262555" y="1077277"/>
        <a:ext cx="3160890" cy="828448"/>
      </dsp:txXfrm>
    </dsp:sp>
    <dsp:sp modelId="{C22A516C-F9C0-4B3E-BEE6-0B3280683F75}">
      <dsp:nvSpPr>
        <dsp:cNvPr id="0" name=""/>
        <dsp:cNvSpPr/>
      </dsp:nvSpPr>
      <dsp:spPr>
        <a:xfrm>
          <a:off x="641219" y="1077277"/>
          <a:ext cx="828448" cy="82844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49F744-94F7-4CC5-8B8A-2F465B196F28}">
      <dsp:nvSpPr>
        <dsp:cNvPr id="0" name=""/>
        <dsp:cNvSpPr/>
      </dsp:nvSpPr>
      <dsp:spPr>
        <a:xfrm rot="10800000">
          <a:off x="1055443" y="2153024"/>
          <a:ext cx="3368002" cy="82844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23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М. Грушевський.</a:t>
          </a:r>
          <a:endParaRPr lang="uk-UA" sz="2200" kern="1200"/>
        </a:p>
      </dsp:txBody>
      <dsp:txXfrm rot="10800000">
        <a:off x="1262555" y="2153024"/>
        <a:ext cx="3160890" cy="828448"/>
      </dsp:txXfrm>
    </dsp:sp>
    <dsp:sp modelId="{EC2917A5-28E5-4B97-B233-25381B566BCC}">
      <dsp:nvSpPr>
        <dsp:cNvPr id="0" name=""/>
        <dsp:cNvSpPr/>
      </dsp:nvSpPr>
      <dsp:spPr>
        <a:xfrm>
          <a:off x="641219" y="2153024"/>
          <a:ext cx="828448" cy="82844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D473E4-25D0-466A-BE3E-E4F6735DDC2D}">
      <dsp:nvSpPr>
        <dsp:cNvPr id="0" name=""/>
        <dsp:cNvSpPr/>
      </dsp:nvSpPr>
      <dsp:spPr>
        <a:xfrm rot="10800000">
          <a:off x="1055443" y="3228771"/>
          <a:ext cx="3368002" cy="82844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323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П. Скоропадський.</a:t>
          </a:r>
          <a:endParaRPr lang="uk-UA" sz="2200" kern="1200"/>
        </a:p>
      </dsp:txBody>
      <dsp:txXfrm rot="10800000">
        <a:off x="1262555" y="3228771"/>
        <a:ext cx="3160890" cy="828448"/>
      </dsp:txXfrm>
    </dsp:sp>
    <dsp:sp modelId="{C849A216-35E5-489A-B181-8200F1457B2C}">
      <dsp:nvSpPr>
        <dsp:cNvPr id="0" name=""/>
        <dsp:cNvSpPr/>
      </dsp:nvSpPr>
      <dsp:spPr>
        <a:xfrm>
          <a:off x="641219" y="3228771"/>
          <a:ext cx="828448" cy="82844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527FC7-0110-4991-82E9-B7B21478B037}">
      <dsp:nvSpPr>
        <dsp:cNvPr id="0" name=""/>
        <dsp:cNvSpPr/>
      </dsp:nvSpPr>
      <dsp:spPr>
        <a:xfrm>
          <a:off x="0" y="14095"/>
          <a:ext cx="5064665" cy="968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узаконення повної націоналізації промислових підприємств і поміщицьких господарств</a:t>
          </a:r>
          <a:endParaRPr lang="uk-UA" sz="1800" kern="1200"/>
        </a:p>
      </dsp:txBody>
      <dsp:txXfrm>
        <a:off x="47291" y="61386"/>
        <a:ext cx="4970083" cy="874177"/>
      </dsp:txXfrm>
    </dsp:sp>
    <dsp:sp modelId="{F552B7B7-1ABB-4008-8377-72B203B12FA5}">
      <dsp:nvSpPr>
        <dsp:cNvPr id="0" name=""/>
        <dsp:cNvSpPr/>
      </dsp:nvSpPr>
      <dsp:spPr>
        <a:xfrm>
          <a:off x="0" y="1034695"/>
          <a:ext cx="5064665" cy="968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санкціонування утворення Української автокефальної православної церкви</a:t>
          </a:r>
          <a:endParaRPr lang="uk-UA" sz="1800" kern="1200"/>
        </a:p>
      </dsp:txBody>
      <dsp:txXfrm>
        <a:off x="47291" y="1081986"/>
        <a:ext cx="4970083" cy="874177"/>
      </dsp:txXfrm>
    </dsp:sp>
    <dsp:sp modelId="{39ACB911-EB8D-48CB-9959-02A67F34A02E}">
      <dsp:nvSpPr>
        <dsp:cNvPr id="0" name=""/>
        <dsp:cNvSpPr/>
      </dsp:nvSpPr>
      <dsp:spPr>
        <a:xfrm>
          <a:off x="0" y="2055295"/>
          <a:ext cx="5064665" cy="968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започаткування широкомасштабних заходів політики «коренізації»</a:t>
          </a:r>
          <a:endParaRPr lang="uk-UA" sz="1800" kern="1200"/>
        </a:p>
      </dsp:txBody>
      <dsp:txXfrm>
        <a:off x="47291" y="2102586"/>
        <a:ext cx="4970083" cy="874177"/>
      </dsp:txXfrm>
    </dsp:sp>
    <dsp:sp modelId="{93E199E7-5096-4682-A84B-4C22FA0CC56A}">
      <dsp:nvSpPr>
        <dsp:cNvPr id="0" name=""/>
        <dsp:cNvSpPr/>
      </dsp:nvSpPr>
      <dsp:spPr>
        <a:xfrm>
          <a:off x="0" y="3075895"/>
          <a:ext cx="5064665" cy="968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розв’язання проблем організації влади та визначення форми державного устрою</a:t>
          </a:r>
          <a:endParaRPr lang="uk-UA" sz="1800" kern="1200"/>
        </a:p>
      </dsp:txBody>
      <dsp:txXfrm>
        <a:off x="47291" y="3123186"/>
        <a:ext cx="4970083" cy="874177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4C8C7D-D228-4736-83F3-9CC29909C8BB}">
      <dsp:nvSpPr>
        <dsp:cNvPr id="0" name=""/>
        <dsp:cNvSpPr/>
      </dsp:nvSpPr>
      <dsp:spPr>
        <a:xfrm>
          <a:off x="0" y="7241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Генеральний секретаріат Української Центральної Ради.</a:t>
          </a:r>
          <a:endParaRPr lang="uk-UA" sz="2400" kern="1200"/>
        </a:p>
      </dsp:txBody>
      <dsp:txXfrm>
        <a:off x="45235" y="117650"/>
        <a:ext cx="4974195" cy="836169"/>
      </dsp:txXfrm>
    </dsp:sp>
    <dsp:sp modelId="{CFE35C12-E4B4-492E-B6C4-4EBE000BB958}">
      <dsp:nvSpPr>
        <dsp:cNvPr id="0" name=""/>
        <dsp:cNvSpPr/>
      </dsp:nvSpPr>
      <dsp:spPr>
        <a:xfrm>
          <a:off x="0" y="106817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Раду Народних Міністрів УНР.</a:t>
          </a:r>
          <a:endParaRPr lang="uk-UA" sz="2400" kern="1200"/>
        </a:p>
      </dsp:txBody>
      <dsp:txXfrm>
        <a:off x="45235" y="1113410"/>
        <a:ext cx="4974195" cy="836169"/>
      </dsp:txXfrm>
    </dsp:sp>
    <dsp:sp modelId="{6BB15626-0C75-464F-859E-BB3DA5C7C336}">
      <dsp:nvSpPr>
        <dsp:cNvPr id="0" name=""/>
        <dsp:cNvSpPr/>
      </dsp:nvSpPr>
      <dsp:spPr>
        <a:xfrm>
          <a:off x="0" y="206393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Директорію УНР.</a:t>
          </a:r>
          <a:endParaRPr lang="uk-UA" sz="2400" kern="1200"/>
        </a:p>
      </dsp:txBody>
      <dsp:txXfrm>
        <a:off x="45235" y="2109170"/>
        <a:ext cx="4974195" cy="836169"/>
      </dsp:txXfrm>
    </dsp:sp>
    <dsp:sp modelId="{FB2C0AD3-3602-4F46-AFBB-E8F666B56485}">
      <dsp:nvSpPr>
        <dsp:cNvPr id="0" name=""/>
        <dsp:cNvSpPr/>
      </dsp:nvSpPr>
      <dsp:spPr>
        <a:xfrm>
          <a:off x="0" y="305969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Державний секретаріат ЗУНР.</a:t>
          </a:r>
          <a:endParaRPr lang="uk-UA" sz="2400" kern="1200"/>
        </a:p>
      </dsp:txBody>
      <dsp:txXfrm>
        <a:off x="45235" y="3104930"/>
        <a:ext cx="4974195" cy="836169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EA3F72-65E8-4E44-873D-9B85909943FE}">
      <dsp:nvSpPr>
        <dsp:cNvPr id="0" name=""/>
        <dsp:cNvSpPr/>
      </dsp:nvSpPr>
      <dsp:spPr>
        <a:xfrm>
          <a:off x="0" y="79013"/>
          <a:ext cx="5064665" cy="7363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голова Української Центральної Ради</a:t>
          </a:r>
          <a:endParaRPr lang="uk-UA" sz="1900" kern="1200"/>
        </a:p>
      </dsp:txBody>
      <dsp:txXfrm>
        <a:off x="35947" y="114960"/>
        <a:ext cx="4992771" cy="664474"/>
      </dsp:txXfrm>
    </dsp:sp>
    <dsp:sp modelId="{D66AA4B1-BF86-4502-9874-8E289EB4B79F}">
      <dsp:nvSpPr>
        <dsp:cNvPr id="0" name=""/>
        <dsp:cNvSpPr/>
      </dsp:nvSpPr>
      <dsp:spPr>
        <a:xfrm>
          <a:off x="0" y="870102"/>
          <a:ext cx="5064665" cy="7363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головний отаман Армії Української Народної Республіки</a:t>
          </a:r>
          <a:endParaRPr lang="uk-UA" sz="1900" kern="1200"/>
        </a:p>
      </dsp:txBody>
      <dsp:txXfrm>
        <a:off x="35947" y="906049"/>
        <a:ext cx="4992771" cy="664474"/>
      </dsp:txXfrm>
    </dsp:sp>
    <dsp:sp modelId="{93C2C8ED-AAD5-4684-9FB7-0815DA167F51}">
      <dsp:nvSpPr>
        <dsp:cNvPr id="0" name=""/>
        <dsp:cNvSpPr/>
      </dsp:nvSpPr>
      <dsp:spPr>
        <a:xfrm>
          <a:off x="0" y="1661191"/>
          <a:ext cx="5064665" cy="7363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гетьман Української Держави</a:t>
          </a:r>
          <a:endParaRPr lang="uk-UA" sz="1900" kern="1200"/>
        </a:p>
      </dsp:txBody>
      <dsp:txXfrm>
        <a:off x="35947" y="1697138"/>
        <a:ext cx="4992771" cy="664474"/>
      </dsp:txXfrm>
    </dsp:sp>
    <dsp:sp modelId="{3F6FF401-6A3B-4C52-BD35-B863DDBB3662}">
      <dsp:nvSpPr>
        <dsp:cNvPr id="0" name=""/>
        <dsp:cNvSpPr/>
      </dsp:nvSpPr>
      <dsp:spPr>
        <a:xfrm>
          <a:off x="0" y="2452279"/>
          <a:ext cx="5064665" cy="7363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командир Революційної повстанської армії України</a:t>
          </a:r>
          <a:endParaRPr lang="uk-UA" sz="1900" kern="1200"/>
        </a:p>
      </dsp:txBody>
      <dsp:txXfrm>
        <a:off x="35947" y="2488226"/>
        <a:ext cx="4992771" cy="664474"/>
      </dsp:txXfrm>
    </dsp:sp>
    <dsp:sp modelId="{EBD89E42-1D4B-4EF8-AB69-A6CE1E74853A}">
      <dsp:nvSpPr>
        <dsp:cNvPr id="0" name=""/>
        <dsp:cNvSpPr/>
      </dsp:nvSpPr>
      <dsp:spPr>
        <a:xfrm>
          <a:off x="0" y="3243368"/>
          <a:ext cx="5064665" cy="7363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митрополит Української греко-католицької церкви</a:t>
          </a:r>
          <a:endParaRPr lang="uk-UA" sz="1900" kern="1200"/>
        </a:p>
      </dsp:txBody>
      <dsp:txXfrm>
        <a:off x="35947" y="3279315"/>
        <a:ext cx="4992771" cy="664474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15540D-761C-460E-B1F9-02638C3FFC8B}">
      <dsp:nvSpPr>
        <dsp:cNvPr id="0" name=""/>
        <dsp:cNvSpPr/>
      </dsp:nvSpPr>
      <dsp:spPr>
        <a:xfrm>
          <a:off x="0" y="18775"/>
          <a:ext cx="5064665" cy="1076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домогтися визнання державних кордонів на Паризькій мирній конференції.</a:t>
          </a:r>
          <a:endParaRPr lang="uk-UA" sz="2000" kern="1200"/>
        </a:p>
      </dsp:txBody>
      <dsp:txXfrm>
        <a:off x="52546" y="71321"/>
        <a:ext cx="4959573" cy="971308"/>
      </dsp:txXfrm>
    </dsp:sp>
    <dsp:sp modelId="{892A057F-D9D3-4268-BF67-B8844FF42FD0}">
      <dsp:nvSpPr>
        <dsp:cNvPr id="0" name=""/>
        <dsp:cNvSpPr/>
      </dsp:nvSpPr>
      <dsp:spPr>
        <a:xfrm>
          <a:off x="0" y="1152775"/>
          <a:ext cx="5064665" cy="1076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укласти мир з державами Четверного союзу та вивести країну зі світової війни.</a:t>
          </a:r>
          <a:endParaRPr lang="uk-UA" sz="2000" kern="1200"/>
        </a:p>
      </dsp:txBody>
      <dsp:txXfrm>
        <a:off x="52546" y="1205321"/>
        <a:ext cx="4959573" cy="971308"/>
      </dsp:txXfrm>
    </dsp:sp>
    <dsp:sp modelId="{1BDF53DD-8902-4171-9B3E-6F70E303EA02}">
      <dsp:nvSpPr>
        <dsp:cNvPr id="0" name=""/>
        <dsp:cNvSpPr/>
      </dsp:nvSpPr>
      <dsp:spPr>
        <a:xfrm>
          <a:off x="0" y="2286775"/>
          <a:ext cx="5064665" cy="1076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дати відсіч агресії з боку сусідніх держав та уникнути окупації території країни.</a:t>
          </a:r>
          <a:endParaRPr lang="uk-UA" sz="2000" kern="1200"/>
        </a:p>
      </dsp:txBody>
      <dsp:txXfrm>
        <a:off x="52546" y="2339321"/>
        <a:ext cx="4959573" cy="971308"/>
      </dsp:txXfrm>
    </dsp:sp>
    <dsp:sp modelId="{14D9B5B0-3B66-48A2-BD9B-0ADBF6AF7D1B}">
      <dsp:nvSpPr>
        <dsp:cNvPr id="0" name=""/>
        <dsp:cNvSpPr/>
      </dsp:nvSpPr>
      <dsp:spPr>
        <a:xfrm>
          <a:off x="0" y="3420775"/>
          <a:ext cx="5064665" cy="1076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створити систему управління й забезпечити відносну соціальну стабільність</a:t>
          </a:r>
          <a:endParaRPr lang="uk-UA" sz="2000" kern="1200"/>
        </a:p>
      </dsp:txBody>
      <dsp:txXfrm>
        <a:off x="52546" y="3473321"/>
        <a:ext cx="4959573" cy="971308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D57111-AC70-4538-A863-330CF4E0AFB2}">
      <dsp:nvSpPr>
        <dsp:cNvPr id="0" name=""/>
        <dsp:cNvSpPr/>
      </dsp:nvSpPr>
      <dsp:spPr>
        <a:xfrm>
          <a:off x="0" y="96219"/>
          <a:ext cx="5060497" cy="9298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/>
            <a:t>«Ця державна територія творить самостійну Західноукраїнську Народну Республіку…»</a:t>
          </a:r>
          <a:endParaRPr lang="uk-UA" sz="1700" kern="1200"/>
        </a:p>
      </dsp:txBody>
      <dsp:txXfrm>
        <a:off x="45392" y="141611"/>
        <a:ext cx="4969713" cy="839073"/>
      </dsp:txXfrm>
    </dsp:sp>
    <dsp:sp modelId="{108E3DE8-C16F-48B0-8DEF-6FCB55189843}">
      <dsp:nvSpPr>
        <dsp:cNvPr id="0" name=""/>
        <dsp:cNvSpPr/>
      </dsp:nvSpPr>
      <dsp:spPr>
        <a:xfrm>
          <a:off x="0" y="1075037"/>
          <a:ext cx="5060497" cy="9298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/>
            <a:t>Всенародні Збори затверджують трактати політичні й економічні, що укладають іменем УНР…»</a:t>
          </a:r>
          <a:endParaRPr lang="uk-UA" sz="1700" kern="1200"/>
        </a:p>
      </dsp:txBody>
      <dsp:txXfrm>
        <a:off x="45392" y="1120429"/>
        <a:ext cx="4969713" cy="839073"/>
      </dsp:txXfrm>
    </dsp:sp>
    <dsp:sp modelId="{EE6AC03D-838A-452B-8CFD-DCEAF675EF43}">
      <dsp:nvSpPr>
        <dsp:cNvPr id="0" name=""/>
        <dsp:cNvSpPr/>
      </dsp:nvSpPr>
      <dsp:spPr>
        <a:xfrm>
          <a:off x="0" y="2053855"/>
          <a:ext cx="5060497" cy="9298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/>
            <a:t>«Народна Українська Держава має бути вичищена від насланих з Петрограду найманих [більшовицьких] насильників…»</a:t>
          </a:r>
          <a:endParaRPr lang="uk-UA" sz="1700" kern="1200"/>
        </a:p>
      </dsp:txBody>
      <dsp:txXfrm>
        <a:off x="45392" y="2099247"/>
        <a:ext cx="4969713" cy="839073"/>
      </dsp:txXfrm>
    </dsp:sp>
    <dsp:sp modelId="{B2F2EA64-B238-4AA7-9E39-B8EC3B2A517E}">
      <dsp:nvSpPr>
        <dsp:cNvPr id="0" name=""/>
        <dsp:cNvSpPr/>
      </dsp:nvSpPr>
      <dsp:spPr>
        <a:xfrm>
          <a:off x="0" y="3032672"/>
          <a:ext cx="5060497" cy="9298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/>
            <a:t>«Гербом… є: Золотий лев на синім полі, обернений у свою праву сторону. Державний прапор є синьо-жовтий…»</a:t>
          </a:r>
          <a:endParaRPr lang="uk-UA" sz="1700" kern="1200"/>
        </a:p>
      </dsp:txBody>
      <dsp:txXfrm>
        <a:off x="45392" y="3078064"/>
        <a:ext cx="4969713" cy="839073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E53775-289B-4262-BCB2-B438D1255137}">
      <dsp:nvSpPr>
        <dsp:cNvPr id="0" name=""/>
        <dsp:cNvSpPr/>
      </dsp:nvSpPr>
      <dsp:spPr>
        <a:xfrm>
          <a:off x="0" y="75225"/>
          <a:ext cx="5064665" cy="12682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1" kern="1200"/>
            <a:t>«До часу зібрання Установчих Зборів виконує всю власть Українська Національна Рада й Державний секретаріат…»</a:t>
          </a:r>
          <a:endParaRPr lang="uk-UA" sz="1800" kern="1200"/>
        </a:p>
      </dsp:txBody>
      <dsp:txXfrm>
        <a:off x="61909" y="137134"/>
        <a:ext cx="4940847" cy="1144388"/>
      </dsp:txXfrm>
    </dsp:sp>
    <dsp:sp modelId="{CB329DC1-5C78-42E6-870E-65CD6417EBB5}">
      <dsp:nvSpPr>
        <dsp:cNvPr id="0" name=""/>
        <dsp:cNvSpPr/>
      </dsp:nvSpPr>
      <dsp:spPr>
        <a:xfrm>
          <a:off x="0" y="1395272"/>
          <a:ext cx="5064665" cy="12682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1" kern="1200"/>
            <a:t>«Отож, насамперед приписуємо правительству Республіки нашої – Раді народних міністрів – від цього дня вести розпочаті вже нею переговори про мир…»</a:t>
          </a:r>
          <a:endParaRPr lang="uk-UA" sz="1800" kern="1200"/>
        </a:p>
      </dsp:txBody>
      <dsp:txXfrm>
        <a:off x="61909" y="1457181"/>
        <a:ext cx="4940847" cy="1144388"/>
      </dsp:txXfrm>
    </dsp:sp>
    <dsp:sp modelId="{23B4C504-58E4-4325-B30A-EF71978BBA30}">
      <dsp:nvSpPr>
        <dsp:cNvPr id="0" name=""/>
        <dsp:cNvSpPr/>
      </dsp:nvSpPr>
      <dsp:spPr>
        <a:xfrm>
          <a:off x="0" y="2715318"/>
          <a:ext cx="5064665" cy="12682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1" kern="1200"/>
            <a:t>«Привітавши з великою радістю цей історичний крок західних братів наших, Директорія Української Народної Республіки ухвалила тую Злуку прийняти…»</a:t>
          </a:r>
          <a:endParaRPr lang="uk-UA" sz="1800" kern="1200"/>
        </a:p>
      </dsp:txBody>
      <dsp:txXfrm>
        <a:off x="61909" y="2777227"/>
        <a:ext cx="4940847" cy="1144388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5A86E0-A46E-412E-8AA7-46A764D2892D}">
      <dsp:nvSpPr>
        <dsp:cNvPr id="0" name=""/>
        <dsp:cNvSpPr/>
      </dsp:nvSpPr>
      <dsp:spPr>
        <a:xfrm>
          <a:off x="1922988" y="1115581"/>
          <a:ext cx="1214519" cy="121466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319A045-D44B-4F94-BED6-FE772BD6E8EB}">
      <dsp:nvSpPr>
        <dsp:cNvPr id="0" name=""/>
        <dsp:cNvSpPr/>
      </dsp:nvSpPr>
      <dsp:spPr>
        <a:xfrm>
          <a:off x="1834430" y="167529"/>
          <a:ext cx="1391636" cy="74473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М. Міхновський</a:t>
          </a:r>
          <a:endParaRPr lang="uk-UA" sz="1700" kern="1200"/>
        </a:p>
      </dsp:txBody>
      <dsp:txXfrm>
        <a:off x="1834430" y="167529"/>
        <a:ext cx="1391636" cy="744738"/>
      </dsp:txXfrm>
    </dsp:sp>
    <dsp:sp modelId="{A23D11E1-AD37-413B-A774-88006AE7E5B0}">
      <dsp:nvSpPr>
        <dsp:cNvPr id="0" name=""/>
        <dsp:cNvSpPr/>
      </dsp:nvSpPr>
      <dsp:spPr>
        <a:xfrm>
          <a:off x="2279247" y="1286870"/>
          <a:ext cx="1214519" cy="121466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2A70164-0890-4094-88BF-E04525569B65}">
      <dsp:nvSpPr>
        <dsp:cNvPr id="0" name=""/>
        <dsp:cNvSpPr/>
      </dsp:nvSpPr>
      <dsp:spPr>
        <a:xfrm>
          <a:off x="3643557" y="875030"/>
          <a:ext cx="1315729" cy="81921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А. Волошин</a:t>
          </a:r>
          <a:endParaRPr lang="uk-UA" sz="1700" kern="1200"/>
        </a:p>
      </dsp:txBody>
      <dsp:txXfrm>
        <a:off x="3643557" y="875030"/>
        <a:ext cx="1315729" cy="819212"/>
      </dsp:txXfrm>
    </dsp:sp>
    <dsp:sp modelId="{E0BB207F-218D-4707-B4B4-81259A465BC9}">
      <dsp:nvSpPr>
        <dsp:cNvPr id="0" name=""/>
        <dsp:cNvSpPr/>
      </dsp:nvSpPr>
      <dsp:spPr>
        <a:xfrm>
          <a:off x="2366794" y="1672272"/>
          <a:ext cx="1214519" cy="121466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27216AC-B27D-4820-A684-DFD150B1BBDD}">
      <dsp:nvSpPr>
        <dsp:cNvPr id="0" name=""/>
        <dsp:cNvSpPr/>
      </dsp:nvSpPr>
      <dsp:spPr>
        <a:xfrm>
          <a:off x="3770070" y="1917664"/>
          <a:ext cx="1290426" cy="87506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Х. Раковський</a:t>
          </a:r>
          <a:endParaRPr lang="uk-UA" sz="1700" kern="1200"/>
        </a:p>
      </dsp:txBody>
      <dsp:txXfrm>
        <a:off x="3770070" y="1917664"/>
        <a:ext cx="1290426" cy="875067"/>
      </dsp:txXfrm>
    </dsp:sp>
    <dsp:sp modelId="{7429D08C-B6BC-4DF9-8C3E-FB4E29A2E51B}">
      <dsp:nvSpPr>
        <dsp:cNvPr id="0" name=""/>
        <dsp:cNvSpPr/>
      </dsp:nvSpPr>
      <dsp:spPr>
        <a:xfrm>
          <a:off x="2120348" y="1981339"/>
          <a:ext cx="1214519" cy="121466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2F886F9-0B56-4288-B4F5-3C2EDA510131}">
      <dsp:nvSpPr>
        <dsp:cNvPr id="0" name=""/>
        <dsp:cNvSpPr/>
      </dsp:nvSpPr>
      <dsp:spPr>
        <a:xfrm>
          <a:off x="3213415" y="3090627"/>
          <a:ext cx="1391636" cy="80059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Д. Вітовський</a:t>
          </a:r>
          <a:endParaRPr lang="uk-UA" sz="1700" kern="1200"/>
        </a:p>
      </dsp:txBody>
      <dsp:txXfrm>
        <a:off x="3213415" y="3090627"/>
        <a:ext cx="1391636" cy="800593"/>
      </dsp:txXfrm>
    </dsp:sp>
    <dsp:sp modelId="{D5477FF8-5980-43BB-89A3-7EC9746AAFD0}">
      <dsp:nvSpPr>
        <dsp:cNvPr id="0" name=""/>
        <dsp:cNvSpPr/>
      </dsp:nvSpPr>
      <dsp:spPr>
        <a:xfrm>
          <a:off x="1725629" y="1981339"/>
          <a:ext cx="1214519" cy="121466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E027B64-07CC-4BEA-B291-5E6D3C011C42}">
      <dsp:nvSpPr>
        <dsp:cNvPr id="0" name=""/>
        <dsp:cNvSpPr/>
      </dsp:nvSpPr>
      <dsp:spPr>
        <a:xfrm>
          <a:off x="455444" y="3090627"/>
          <a:ext cx="1391636" cy="80059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Є. Петрушевич</a:t>
          </a:r>
          <a:endParaRPr lang="uk-UA" sz="1700" kern="1200"/>
        </a:p>
      </dsp:txBody>
      <dsp:txXfrm>
        <a:off x="455444" y="3090627"/>
        <a:ext cx="1391636" cy="800593"/>
      </dsp:txXfrm>
    </dsp:sp>
    <dsp:sp modelId="{42641F5B-F6E9-4F0C-A442-7A49B1746C54}">
      <dsp:nvSpPr>
        <dsp:cNvPr id="0" name=""/>
        <dsp:cNvSpPr/>
      </dsp:nvSpPr>
      <dsp:spPr>
        <a:xfrm>
          <a:off x="1479183" y="1672272"/>
          <a:ext cx="1214519" cy="121466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F3AE57E-A974-4ED8-BEF9-E96B528013FD}">
      <dsp:nvSpPr>
        <dsp:cNvPr id="0" name=""/>
        <dsp:cNvSpPr/>
      </dsp:nvSpPr>
      <dsp:spPr>
        <a:xfrm>
          <a:off x="0" y="1917664"/>
          <a:ext cx="1290426" cy="87506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В. Липківський</a:t>
          </a:r>
          <a:endParaRPr lang="uk-UA" sz="1700" kern="1200"/>
        </a:p>
      </dsp:txBody>
      <dsp:txXfrm>
        <a:off x="0" y="1917664"/>
        <a:ext cx="1290426" cy="875067"/>
      </dsp:txXfrm>
    </dsp:sp>
    <dsp:sp modelId="{0D86D52A-EC8F-4E67-B157-DA0520E8DF3D}">
      <dsp:nvSpPr>
        <dsp:cNvPr id="0" name=""/>
        <dsp:cNvSpPr/>
      </dsp:nvSpPr>
      <dsp:spPr>
        <a:xfrm>
          <a:off x="1566729" y="1286870"/>
          <a:ext cx="1214519" cy="121466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1EF8E33-35F7-4AB3-B973-632CBF3ED103}">
      <dsp:nvSpPr>
        <dsp:cNvPr id="0" name=""/>
        <dsp:cNvSpPr/>
      </dsp:nvSpPr>
      <dsp:spPr>
        <a:xfrm>
          <a:off x="101209" y="875030"/>
          <a:ext cx="1315729" cy="81921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К. Левицький</a:t>
          </a:r>
          <a:endParaRPr lang="uk-UA" sz="1700" kern="1200"/>
        </a:p>
      </dsp:txBody>
      <dsp:txXfrm>
        <a:off x="101209" y="875030"/>
        <a:ext cx="1315729" cy="819212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A093B-0969-4C8D-A5DC-4E2B24F22D0C}">
      <dsp:nvSpPr>
        <dsp:cNvPr id="0" name=""/>
        <dsp:cNvSpPr/>
      </dsp:nvSpPr>
      <dsp:spPr>
        <a:xfrm>
          <a:off x="0" y="444655"/>
          <a:ext cx="5064665" cy="725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/>
            <a:t>«Брусиловський прорив».</a:t>
          </a:r>
          <a:endParaRPr lang="uk-UA" sz="3100" kern="1200"/>
        </a:p>
      </dsp:txBody>
      <dsp:txXfrm>
        <a:off x="35411" y="480066"/>
        <a:ext cx="4993843" cy="654577"/>
      </dsp:txXfrm>
    </dsp:sp>
    <dsp:sp modelId="{79D9A697-8C8E-4047-9CA9-F4670B68DA93}">
      <dsp:nvSpPr>
        <dsp:cNvPr id="0" name=""/>
        <dsp:cNvSpPr/>
      </dsp:nvSpPr>
      <dsp:spPr>
        <a:xfrm>
          <a:off x="0" y="1259335"/>
          <a:ext cx="5064665" cy="725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/>
            <a:t>«Київська катастрофа».</a:t>
          </a:r>
          <a:endParaRPr lang="uk-UA" sz="3100" kern="1200"/>
        </a:p>
      </dsp:txBody>
      <dsp:txXfrm>
        <a:off x="35411" y="1294746"/>
        <a:ext cx="4993843" cy="654577"/>
      </dsp:txXfrm>
    </dsp:sp>
    <dsp:sp modelId="{C0BEB886-D1F8-4E98-9D54-56794A1C2023}">
      <dsp:nvSpPr>
        <dsp:cNvPr id="0" name=""/>
        <dsp:cNvSpPr/>
      </dsp:nvSpPr>
      <dsp:spPr>
        <a:xfrm>
          <a:off x="0" y="2074015"/>
          <a:ext cx="5064665" cy="725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/>
            <a:t>«Чортківська офензива».</a:t>
          </a:r>
          <a:endParaRPr lang="uk-UA" sz="3100" kern="1200"/>
        </a:p>
      </dsp:txBody>
      <dsp:txXfrm>
        <a:off x="35411" y="2109426"/>
        <a:ext cx="4993843" cy="654577"/>
      </dsp:txXfrm>
    </dsp:sp>
    <dsp:sp modelId="{016A260B-C3EC-4002-9539-5EE94B0587D1}">
      <dsp:nvSpPr>
        <dsp:cNvPr id="0" name=""/>
        <dsp:cNvSpPr/>
      </dsp:nvSpPr>
      <dsp:spPr>
        <a:xfrm>
          <a:off x="0" y="2888695"/>
          <a:ext cx="5064665" cy="725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/>
            <a:t>«Зимовий похід».</a:t>
          </a:r>
          <a:endParaRPr lang="uk-UA" sz="3100" kern="1200"/>
        </a:p>
      </dsp:txBody>
      <dsp:txXfrm>
        <a:off x="35411" y="2924106"/>
        <a:ext cx="4993843" cy="654577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661E3A-30E4-4F33-98B8-CFC30048D3D6}">
      <dsp:nvSpPr>
        <dsp:cNvPr id="0" name=""/>
        <dsp:cNvSpPr/>
      </dsp:nvSpPr>
      <dsp:spPr>
        <a:xfrm>
          <a:off x="0" y="100402"/>
          <a:ext cx="5060497" cy="98638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1" kern="1200"/>
            <a:t>«…Україна стає Українською Народною Республікою. Не відділяючись від республіки Російської.., ми твердо станемо на нашій землі…»</a:t>
          </a:r>
          <a:endParaRPr lang="uk-UA" sz="1400" kern="1200"/>
        </a:p>
      </dsp:txBody>
      <dsp:txXfrm>
        <a:off x="48151" y="148553"/>
        <a:ext cx="4964195" cy="890081"/>
      </dsp:txXfrm>
    </dsp:sp>
    <dsp:sp modelId="{125531B5-40C3-466A-AFD4-23EFE84F5C52}">
      <dsp:nvSpPr>
        <dsp:cNvPr id="0" name=""/>
        <dsp:cNvSpPr/>
      </dsp:nvSpPr>
      <dsp:spPr>
        <a:xfrm>
          <a:off x="0" y="1127105"/>
          <a:ext cx="5060497" cy="98638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1" kern="1200"/>
            <a:t>«Цією грамотою я оголошую себе Гетьманом усієї України. …Центральна і Мала Рада з нинішнього дня розпускаються…»</a:t>
          </a:r>
          <a:endParaRPr lang="uk-UA" sz="1400" kern="1200"/>
        </a:p>
      </dsp:txBody>
      <dsp:txXfrm>
        <a:off x="48151" y="1175256"/>
        <a:ext cx="4964195" cy="890081"/>
      </dsp:txXfrm>
    </dsp:sp>
    <dsp:sp modelId="{23EFC22B-55E0-496B-ABDC-3741F74185F3}">
      <dsp:nvSpPr>
        <dsp:cNvPr id="0" name=""/>
        <dsp:cNvSpPr/>
      </dsp:nvSpPr>
      <dsp:spPr>
        <a:xfrm>
          <a:off x="0" y="2153808"/>
          <a:ext cx="5060497" cy="98638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1" kern="1200"/>
            <a:t>«…воєдино зливаються …частини єдиної України – Західноукраїнська Народна Республіка і Наддніпрянська Україна. Однині є єдина незалежна Українська Народна Республіка…»</a:t>
          </a:r>
          <a:endParaRPr lang="uk-UA" sz="1400" kern="1200"/>
        </a:p>
      </dsp:txBody>
      <dsp:txXfrm>
        <a:off x="48151" y="2201959"/>
        <a:ext cx="4964195" cy="890081"/>
      </dsp:txXfrm>
    </dsp:sp>
    <dsp:sp modelId="{942AC8D6-F54C-4CFC-B8CF-45B538B456DB}">
      <dsp:nvSpPr>
        <dsp:cNvPr id="0" name=""/>
        <dsp:cNvSpPr/>
      </dsp:nvSpPr>
      <dsp:spPr>
        <a:xfrm>
          <a:off x="0" y="3180512"/>
          <a:ext cx="5060497" cy="98638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1" kern="1200"/>
            <a:t>«Однині Українська Народна Республіка стає самостійною, ні від нікого не залежною, суверенною державою українського народу…»</a:t>
          </a:r>
          <a:endParaRPr lang="uk-UA" sz="1400" kern="1200"/>
        </a:p>
      </dsp:txBody>
      <dsp:txXfrm>
        <a:off x="48151" y="3228663"/>
        <a:ext cx="4964195" cy="890081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6FB287-B965-4C73-9FA0-36C9C79E2394}">
      <dsp:nvSpPr>
        <dsp:cNvPr id="0" name=""/>
        <dsp:cNvSpPr/>
      </dsp:nvSpPr>
      <dsp:spPr>
        <a:xfrm rot="10800000">
          <a:off x="1011949" y="2458"/>
          <a:ext cx="3368002" cy="65447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605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липень 1917 р.</a:t>
          </a:r>
          <a:endParaRPr lang="uk-UA" sz="2800" kern="1200"/>
        </a:p>
      </dsp:txBody>
      <dsp:txXfrm rot="10800000">
        <a:off x="1175567" y="2458"/>
        <a:ext cx="3204384" cy="654474"/>
      </dsp:txXfrm>
    </dsp:sp>
    <dsp:sp modelId="{EF2389AB-60C9-477F-91FB-13A0340DB82A}">
      <dsp:nvSpPr>
        <dsp:cNvPr id="0" name=""/>
        <dsp:cNvSpPr/>
      </dsp:nvSpPr>
      <dsp:spPr>
        <a:xfrm>
          <a:off x="684712" y="2458"/>
          <a:ext cx="654474" cy="65447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9E2B67-D283-4719-B2F3-A55652CC821B}">
      <dsp:nvSpPr>
        <dsp:cNvPr id="0" name=""/>
        <dsp:cNvSpPr/>
      </dsp:nvSpPr>
      <dsp:spPr>
        <a:xfrm rot="10800000">
          <a:off x="1011949" y="852298"/>
          <a:ext cx="3368002" cy="65447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605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листопад 1917 р.</a:t>
          </a:r>
          <a:endParaRPr lang="uk-UA" sz="2800" kern="1200"/>
        </a:p>
      </dsp:txBody>
      <dsp:txXfrm rot="10800000">
        <a:off x="1175567" y="852298"/>
        <a:ext cx="3204384" cy="654474"/>
      </dsp:txXfrm>
    </dsp:sp>
    <dsp:sp modelId="{D60BAD56-03F1-411A-97BA-90F5B52E931A}">
      <dsp:nvSpPr>
        <dsp:cNvPr id="0" name=""/>
        <dsp:cNvSpPr/>
      </dsp:nvSpPr>
      <dsp:spPr>
        <a:xfrm>
          <a:off x="684712" y="852298"/>
          <a:ext cx="654474" cy="65447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7BF171-CCA1-4685-A6F9-929114E4764A}">
      <dsp:nvSpPr>
        <dsp:cNvPr id="0" name=""/>
        <dsp:cNvSpPr/>
      </dsp:nvSpPr>
      <dsp:spPr>
        <a:xfrm rot="10800000">
          <a:off x="1011949" y="1702138"/>
          <a:ext cx="3368002" cy="65447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605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січень 1918 р.</a:t>
          </a:r>
          <a:endParaRPr lang="uk-UA" sz="2800" kern="1200"/>
        </a:p>
      </dsp:txBody>
      <dsp:txXfrm rot="10800000">
        <a:off x="1175567" y="1702138"/>
        <a:ext cx="3204384" cy="654474"/>
      </dsp:txXfrm>
    </dsp:sp>
    <dsp:sp modelId="{51C0F8AE-116F-49AB-B820-F72E04DF0721}">
      <dsp:nvSpPr>
        <dsp:cNvPr id="0" name=""/>
        <dsp:cNvSpPr/>
      </dsp:nvSpPr>
      <dsp:spPr>
        <a:xfrm>
          <a:off x="684712" y="1702138"/>
          <a:ext cx="654474" cy="65447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2AF958-0306-4CA5-9917-99EBEFCE18C0}">
      <dsp:nvSpPr>
        <dsp:cNvPr id="0" name=""/>
        <dsp:cNvSpPr/>
      </dsp:nvSpPr>
      <dsp:spPr>
        <a:xfrm rot="10800000">
          <a:off x="1011949" y="2551978"/>
          <a:ext cx="3368002" cy="65447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605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квітень 1918 р.</a:t>
          </a:r>
          <a:endParaRPr lang="uk-UA" sz="2800" kern="1200"/>
        </a:p>
      </dsp:txBody>
      <dsp:txXfrm rot="10800000">
        <a:off x="1175567" y="2551978"/>
        <a:ext cx="3204384" cy="654474"/>
      </dsp:txXfrm>
    </dsp:sp>
    <dsp:sp modelId="{4770667E-547E-4428-9651-2D0405E731BE}">
      <dsp:nvSpPr>
        <dsp:cNvPr id="0" name=""/>
        <dsp:cNvSpPr/>
      </dsp:nvSpPr>
      <dsp:spPr>
        <a:xfrm>
          <a:off x="684712" y="2551978"/>
          <a:ext cx="654474" cy="65447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5DC612-A0CD-4E52-9527-4EC73378CCB1}">
      <dsp:nvSpPr>
        <dsp:cNvPr id="0" name=""/>
        <dsp:cNvSpPr/>
      </dsp:nvSpPr>
      <dsp:spPr>
        <a:xfrm rot="10800000">
          <a:off x="1011949" y="3401818"/>
          <a:ext cx="3368002" cy="65447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605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січень 1919 р.</a:t>
          </a:r>
          <a:endParaRPr lang="uk-UA" sz="2800" kern="1200"/>
        </a:p>
      </dsp:txBody>
      <dsp:txXfrm rot="10800000">
        <a:off x="1175567" y="3401818"/>
        <a:ext cx="3204384" cy="654474"/>
      </dsp:txXfrm>
    </dsp:sp>
    <dsp:sp modelId="{1CB1FC82-52A6-4A6E-A8E8-6B386CF06A45}">
      <dsp:nvSpPr>
        <dsp:cNvPr id="0" name=""/>
        <dsp:cNvSpPr/>
      </dsp:nvSpPr>
      <dsp:spPr>
        <a:xfrm>
          <a:off x="684712" y="3401818"/>
          <a:ext cx="654474" cy="65447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94F805-FBA5-4BEC-9E78-6846BD86E983}">
      <dsp:nvSpPr>
        <dsp:cNvPr id="0" name=""/>
        <dsp:cNvSpPr/>
      </dsp:nvSpPr>
      <dsp:spPr>
        <a:xfrm>
          <a:off x="99752" y="0"/>
          <a:ext cx="3275215" cy="327521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D1C78C-56B1-4597-BAFA-D1C636BF0190}">
      <dsp:nvSpPr>
        <dsp:cNvPr id="0" name=""/>
        <dsp:cNvSpPr/>
      </dsp:nvSpPr>
      <dsp:spPr>
        <a:xfrm>
          <a:off x="410897" y="311145"/>
          <a:ext cx="1277333" cy="12773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другому</a:t>
          </a:r>
          <a:endParaRPr lang="uk-UA" sz="1500" kern="1200"/>
        </a:p>
      </dsp:txBody>
      <dsp:txXfrm>
        <a:off x="473251" y="373499"/>
        <a:ext cx="1152625" cy="1152625"/>
      </dsp:txXfrm>
    </dsp:sp>
    <dsp:sp modelId="{58C8362B-C72B-439D-B248-9810A7A2B592}">
      <dsp:nvSpPr>
        <dsp:cNvPr id="0" name=""/>
        <dsp:cNvSpPr/>
      </dsp:nvSpPr>
      <dsp:spPr>
        <a:xfrm>
          <a:off x="1786488" y="311145"/>
          <a:ext cx="1277333" cy="12773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четвертому</a:t>
          </a:r>
          <a:endParaRPr lang="uk-UA" sz="1500" kern="1200"/>
        </a:p>
      </dsp:txBody>
      <dsp:txXfrm>
        <a:off x="1848842" y="373499"/>
        <a:ext cx="1152625" cy="1152625"/>
      </dsp:txXfrm>
    </dsp:sp>
    <dsp:sp modelId="{00F21147-D431-4F09-ACAE-0A81C6EE1AD3}">
      <dsp:nvSpPr>
        <dsp:cNvPr id="0" name=""/>
        <dsp:cNvSpPr/>
      </dsp:nvSpPr>
      <dsp:spPr>
        <a:xfrm>
          <a:off x="410897" y="1686735"/>
          <a:ext cx="1277333" cy="12773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п'ятому</a:t>
          </a:r>
          <a:endParaRPr lang="uk-UA" sz="1500" kern="1200"/>
        </a:p>
      </dsp:txBody>
      <dsp:txXfrm>
        <a:off x="473251" y="1749089"/>
        <a:ext cx="1152625" cy="1152625"/>
      </dsp:txXfrm>
    </dsp:sp>
    <dsp:sp modelId="{4C3DFA17-E382-4355-AB60-BD6DEACAE096}">
      <dsp:nvSpPr>
        <dsp:cNvPr id="0" name=""/>
        <dsp:cNvSpPr/>
      </dsp:nvSpPr>
      <dsp:spPr>
        <a:xfrm>
          <a:off x="1786488" y="1686735"/>
          <a:ext cx="1277333" cy="12773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восьмому</a:t>
          </a:r>
          <a:endParaRPr lang="uk-UA" sz="1500" kern="1200"/>
        </a:p>
      </dsp:txBody>
      <dsp:txXfrm>
        <a:off x="1848842" y="1749089"/>
        <a:ext cx="1152625" cy="1152625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250801-332B-4A8C-BBE2-E4BD01C5D582}">
      <dsp:nvSpPr>
        <dsp:cNvPr id="0" name=""/>
        <dsp:cNvSpPr/>
      </dsp:nvSpPr>
      <dsp:spPr>
        <a:xfrm>
          <a:off x="776525" y="0"/>
          <a:ext cx="8800623" cy="4059237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1E67F2-EA62-4B7B-98C5-E2761576656F}">
      <dsp:nvSpPr>
        <dsp:cNvPr id="0" name=""/>
        <dsp:cNvSpPr/>
      </dsp:nvSpPr>
      <dsp:spPr>
        <a:xfrm>
          <a:off x="5181" y="1217771"/>
          <a:ext cx="2492364" cy="16236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Симона Петлюру - головним отаманом Армії УНР</a:t>
          </a:r>
          <a:endParaRPr lang="uk-UA" sz="1800" kern="1200"/>
        </a:p>
      </dsp:txBody>
      <dsp:txXfrm>
        <a:off x="84443" y="1297033"/>
        <a:ext cx="2333840" cy="1465170"/>
      </dsp:txXfrm>
    </dsp:sp>
    <dsp:sp modelId="{BF51A3D3-2E3C-4079-A15A-B5C8D5C865E7}">
      <dsp:nvSpPr>
        <dsp:cNvPr id="0" name=""/>
        <dsp:cNvSpPr/>
      </dsp:nvSpPr>
      <dsp:spPr>
        <a:xfrm>
          <a:off x="2622164" y="1217771"/>
          <a:ext cx="2492364" cy="16236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Дмитра Донцова - головою Союзу визволення України</a:t>
          </a:r>
          <a:endParaRPr lang="uk-UA" sz="1800" kern="1200"/>
        </a:p>
      </dsp:txBody>
      <dsp:txXfrm>
        <a:off x="2701426" y="1297033"/>
        <a:ext cx="2333840" cy="1465170"/>
      </dsp:txXfrm>
    </dsp:sp>
    <dsp:sp modelId="{5161F965-4BC6-4EE7-BA81-273C6E4B3970}">
      <dsp:nvSpPr>
        <dsp:cNvPr id="0" name=""/>
        <dsp:cNvSpPr/>
      </dsp:nvSpPr>
      <dsp:spPr>
        <a:xfrm>
          <a:off x="5239146" y="1217771"/>
          <a:ext cx="2492364" cy="16236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Михайла Грушевського - головою Української Центральної Ради</a:t>
          </a:r>
          <a:endParaRPr lang="uk-UA" sz="1800" kern="1200"/>
        </a:p>
      </dsp:txBody>
      <dsp:txXfrm>
        <a:off x="5318408" y="1297033"/>
        <a:ext cx="2333840" cy="1465170"/>
      </dsp:txXfrm>
    </dsp:sp>
    <dsp:sp modelId="{F8E5E74C-80B2-4970-A686-F7D94E0CF0AC}">
      <dsp:nvSpPr>
        <dsp:cNvPr id="0" name=""/>
        <dsp:cNvSpPr/>
      </dsp:nvSpPr>
      <dsp:spPr>
        <a:xfrm>
          <a:off x="7856128" y="1217771"/>
          <a:ext cx="2492364" cy="16236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Андрея Шептицького - митрополитом Української греко-католицької церкви</a:t>
          </a:r>
          <a:endParaRPr lang="uk-UA" sz="1800" kern="1200"/>
        </a:p>
      </dsp:txBody>
      <dsp:txXfrm>
        <a:off x="7935390" y="1297033"/>
        <a:ext cx="2333840" cy="1465170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7D2C9A-DE6B-4492-819B-1077127A30B3}">
      <dsp:nvSpPr>
        <dsp:cNvPr id="0" name=""/>
        <dsp:cNvSpPr/>
      </dsp:nvSpPr>
      <dsp:spPr>
        <a:xfrm>
          <a:off x="0" y="189055"/>
          <a:ext cx="5064665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Брестський договір</a:t>
          </a:r>
          <a:endParaRPr lang="uk-UA" sz="3600" kern="1200"/>
        </a:p>
      </dsp:txBody>
      <dsp:txXfrm>
        <a:off x="41123" y="230178"/>
        <a:ext cx="4982419" cy="760154"/>
      </dsp:txXfrm>
    </dsp:sp>
    <dsp:sp modelId="{D42F071F-412F-44DA-9339-C1853844958C}">
      <dsp:nvSpPr>
        <dsp:cNvPr id="0" name=""/>
        <dsp:cNvSpPr/>
      </dsp:nvSpPr>
      <dsp:spPr>
        <a:xfrm>
          <a:off x="0" y="1135135"/>
          <a:ext cx="5064665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Ризький договір</a:t>
          </a:r>
          <a:endParaRPr lang="uk-UA" sz="3600" kern="1200"/>
        </a:p>
      </dsp:txBody>
      <dsp:txXfrm>
        <a:off x="41123" y="1176258"/>
        <a:ext cx="4982419" cy="760154"/>
      </dsp:txXfrm>
    </dsp:sp>
    <dsp:sp modelId="{D2E75B52-29BC-4334-B430-9E5A3FA6514F}">
      <dsp:nvSpPr>
        <dsp:cNvPr id="0" name=""/>
        <dsp:cNvSpPr/>
      </dsp:nvSpPr>
      <dsp:spPr>
        <a:xfrm>
          <a:off x="0" y="2081215"/>
          <a:ext cx="5064665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Варшавський договір</a:t>
          </a:r>
          <a:endParaRPr lang="uk-UA" sz="3600" kern="1200"/>
        </a:p>
      </dsp:txBody>
      <dsp:txXfrm>
        <a:off x="41123" y="2122338"/>
        <a:ext cx="4982419" cy="760154"/>
      </dsp:txXfrm>
    </dsp:sp>
    <dsp:sp modelId="{A474CCB3-0D29-4BD3-BE4B-1A33CB15C784}">
      <dsp:nvSpPr>
        <dsp:cNvPr id="0" name=""/>
        <dsp:cNvSpPr/>
      </dsp:nvSpPr>
      <dsp:spPr>
        <a:xfrm>
          <a:off x="0" y="3027295"/>
          <a:ext cx="5064665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Рапалльський договір</a:t>
          </a:r>
          <a:endParaRPr lang="uk-UA" sz="3600" kern="1200"/>
        </a:p>
      </dsp:txBody>
      <dsp:txXfrm>
        <a:off x="41123" y="3068418"/>
        <a:ext cx="4982419" cy="760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4963987-76F4-4CD3-A182-025AC9E8E99A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84268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8417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47722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4408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97346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09744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32551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2184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68053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фотографі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19419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778688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1912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617612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54034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 з малю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90345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799810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468368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FA16A1DB-7406-44DA-8B5C-91F3444EAFA3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9144" y="4882896"/>
            <a:ext cx="4050792" cy="1197864"/>
          </a:xfrm>
          <a:noFill/>
        </p:spPr>
        <p:txBody>
          <a:bodyPr wrap="square" rtlCol="0">
            <a:spAutoFit/>
          </a:bodyPr>
          <a:lstStyle>
            <a:lvl1pPr>
              <a:defRPr lang="en-US" sz="5400" dirty="0"/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240006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384264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142825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114224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097619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59903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63748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836774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378955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фотографі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55318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667249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92515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551516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695339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 з малю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580540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102905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A1DB-7406-44DA-8B5C-91F3444EAFA3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705441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C3D3-62BE-4635-8180-25F73D6DFFC7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2FD6-FED3-4691-BDD6-6A6E195AA1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844758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C3D3-62BE-4635-8180-25F73D6DFFC7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2FD6-FED3-4691-BDD6-6A6E195AA1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259814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C3D3-62BE-4635-8180-25F73D6DFFC7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2FD6-FED3-4691-BDD6-6A6E195AA1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8458601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C3D3-62BE-4635-8180-25F73D6DFFC7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2FD6-FED3-4691-BDD6-6A6E195AA1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049924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C3D3-62BE-4635-8180-25F73D6DFFC7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2FD6-FED3-4691-BDD6-6A6E195AA1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126269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C3D3-62BE-4635-8180-25F73D6DFFC7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2FD6-FED3-4691-BDD6-6A6E195AA1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325118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C3D3-62BE-4635-8180-25F73D6DFFC7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2FD6-FED3-4691-BDD6-6A6E195AA1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108747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C3D3-62BE-4635-8180-25F73D6DFFC7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2FD6-FED3-4691-BDD6-6A6E195AA1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206099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C3D3-62BE-4635-8180-25F73D6DFFC7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2FD6-FED3-4691-BDD6-6A6E195AA1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845332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фотографі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C3D3-62BE-4635-8180-25F73D6DFFC7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2FD6-FED3-4691-BDD6-6A6E195AA1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1906948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C3D3-62BE-4635-8180-25F73D6DFFC7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2FD6-FED3-4691-BDD6-6A6E195AA1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938983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C3D3-62BE-4635-8180-25F73D6DFFC7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2FD6-FED3-4691-BDD6-6A6E195AA1ED}" type="slidenum">
              <a:rPr lang="uk-UA" smtClean="0"/>
              <a:t>‹№›</a:t>
            </a:fld>
            <a:endParaRPr lang="uk-UA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554698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C3D3-62BE-4635-8180-25F73D6DFFC7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2FD6-FED3-4691-BDD6-6A6E195AA1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423211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C3D3-62BE-4635-8180-25F73D6DFFC7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2FD6-FED3-4691-BDD6-6A6E195AA1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302144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 з малю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C3D3-62BE-4635-8180-25F73D6DFFC7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2FD6-FED3-4691-BDD6-6A6E195AA1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146084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C3D3-62BE-4635-8180-25F73D6DFFC7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2FD6-FED3-4691-BDD6-6A6E195AA1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5998737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C3D3-62BE-4635-8180-25F73D6DFFC7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2FD6-FED3-4691-BDD6-6A6E195AA1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72727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4963987-76F4-4CD3-A182-025AC9E8E99A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092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FA16A1DB-7406-44DA-8B5C-91F3444EAFA3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D7D0635E-008D-4740-9CE4-451D2BD47BB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47747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>
              <a:lumMod val="60000"/>
              <a:lumOff val="4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963987-76F4-4CD3-A182-025AC9E8E99A}" type="datetimeFigureOut">
              <a:rPr lang="uk-UA" smtClean="0"/>
              <a:t>13.01.2025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372240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8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3.xml"/><Relationship Id="rId3" Type="http://schemas.openxmlformats.org/officeDocument/2006/relationships/diagramLayout" Target="../diagrams/layout12.xml"/><Relationship Id="rId7" Type="http://schemas.openxmlformats.org/officeDocument/2006/relationships/diagramData" Target="../diagrams/data13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12.xml"/><Relationship Id="rId11" Type="http://schemas.microsoft.com/office/2007/relationships/diagramDrawing" Target="../diagrams/drawing13.xml"/><Relationship Id="rId5" Type="http://schemas.openxmlformats.org/officeDocument/2006/relationships/diagramColors" Target="../diagrams/colors12.xml"/><Relationship Id="rId10" Type="http://schemas.openxmlformats.org/officeDocument/2006/relationships/diagramColors" Target="../diagrams/colors13.xml"/><Relationship Id="rId4" Type="http://schemas.openxmlformats.org/officeDocument/2006/relationships/diagramQuickStyle" Target="../diagrams/quickStyle12.xml"/><Relationship Id="rId9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26.jpe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7.xml"/><Relationship Id="rId3" Type="http://schemas.openxmlformats.org/officeDocument/2006/relationships/diagramLayout" Target="../diagrams/layout16.xml"/><Relationship Id="rId7" Type="http://schemas.openxmlformats.org/officeDocument/2006/relationships/diagramData" Target="../diagrams/data17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16.xml"/><Relationship Id="rId11" Type="http://schemas.microsoft.com/office/2007/relationships/diagramDrawing" Target="../diagrams/drawing17.xml"/><Relationship Id="rId5" Type="http://schemas.openxmlformats.org/officeDocument/2006/relationships/diagramColors" Target="../diagrams/colors16.xml"/><Relationship Id="rId10" Type="http://schemas.openxmlformats.org/officeDocument/2006/relationships/diagramColors" Target="../diagrams/colors17.xml"/><Relationship Id="rId4" Type="http://schemas.openxmlformats.org/officeDocument/2006/relationships/diagramQuickStyle" Target="../diagrams/quickStyle16.xml"/><Relationship Id="rId9" Type="http://schemas.openxmlformats.org/officeDocument/2006/relationships/diagramQuickStyle" Target="../diagrams/quickStyle1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9.xml"/><Relationship Id="rId3" Type="http://schemas.openxmlformats.org/officeDocument/2006/relationships/diagramLayout" Target="../diagrams/layout18.xml"/><Relationship Id="rId7" Type="http://schemas.openxmlformats.org/officeDocument/2006/relationships/diagramData" Target="../diagrams/data19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18.xml"/><Relationship Id="rId11" Type="http://schemas.microsoft.com/office/2007/relationships/diagramDrawing" Target="../diagrams/drawing19.xml"/><Relationship Id="rId5" Type="http://schemas.openxmlformats.org/officeDocument/2006/relationships/diagramColors" Target="../diagrams/colors18.xml"/><Relationship Id="rId10" Type="http://schemas.openxmlformats.org/officeDocument/2006/relationships/diagramColors" Target="../diagrams/colors19.xml"/><Relationship Id="rId4" Type="http://schemas.openxmlformats.org/officeDocument/2006/relationships/diagramQuickStyle" Target="../diagrams/quickStyle18.xml"/><Relationship Id="rId9" Type="http://schemas.openxmlformats.org/officeDocument/2006/relationships/diagramQuickStyle" Target="../diagrams/quickStyl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7" Type="http://schemas.openxmlformats.org/officeDocument/2006/relationships/image" Target="../media/image27.jpeg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7" Type="http://schemas.openxmlformats.org/officeDocument/2006/relationships/image" Target="../media/image28.jpe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8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0.xml"/><Relationship Id="rId7" Type="http://schemas.microsoft.com/office/2007/relationships/diagramDrawing" Target="../diagrams/drawing30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8.xml"/><Relationship Id="rId6" Type="http://schemas.openxmlformats.org/officeDocument/2006/relationships/diagramColors" Target="../diagrams/colors30.xml"/><Relationship Id="rId5" Type="http://schemas.openxmlformats.org/officeDocument/2006/relationships/diagramQuickStyle" Target="../diagrams/quickStyle30.xml"/><Relationship Id="rId4" Type="http://schemas.openxmlformats.org/officeDocument/2006/relationships/diagramLayout" Target="../diagrams/layout3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7" Type="http://schemas.openxmlformats.org/officeDocument/2006/relationships/image" Target="../media/image34.jpeg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7" Type="http://schemas.openxmlformats.org/officeDocument/2006/relationships/image" Target="../media/image35.jpeg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7" Type="http://schemas.openxmlformats.org/officeDocument/2006/relationships/image" Target="../media/image36.jpeg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1.xml"/><Relationship Id="rId3" Type="http://schemas.openxmlformats.org/officeDocument/2006/relationships/diagramLayout" Target="../diagrams/layout40.xml"/><Relationship Id="rId7" Type="http://schemas.openxmlformats.org/officeDocument/2006/relationships/diagramData" Target="../diagrams/data41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40.xml"/><Relationship Id="rId11" Type="http://schemas.microsoft.com/office/2007/relationships/diagramDrawing" Target="../diagrams/drawing41.xml"/><Relationship Id="rId5" Type="http://schemas.openxmlformats.org/officeDocument/2006/relationships/diagramColors" Target="../diagrams/colors40.xml"/><Relationship Id="rId10" Type="http://schemas.openxmlformats.org/officeDocument/2006/relationships/diagramColors" Target="../diagrams/colors41.xml"/><Relationship Id="rId4" Type="http://schemas.openxmlformats.org/officeDocument/2006/relationships/diagramQuickStyle" Target="../diagrams/quickStyle40.xml"/><Relationship Id="rId9" Type="http://schemas.openxmlformats.org/officeDocument/2006/relationships/diagramQuickStyle" Target="../diagrams/quickStyle4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3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46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7" Type="http://schemas.openxmlformats.org/officeDocument/2006/relationships/image" Target="../media/image38.jpeg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9.xml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49.xml"/><Relationship Id="rId5" Type="http://schemas.openxmlformats.org/officeDocument/2006/relationships/diagramColors" Target="../diagrams/colors49.xml"/><Relationship Id="rId4" Type="http://schemas.openxmlformats.org/officeDocument/2006/relationships/diagramQuickStyle" Target="../diagrams/quickStyle49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1.xml"/><Relationship Id="rId3" Type="http://schemas.openxmlformats.org/officeDocument/2006/relationships/diagramLayout" Target="../diagrams/layout50.xml"/><Relationship Id="rId7" Type="http://schemas.openxmlformats.org/officeDocument/2006/relationships/diagramData" Target="../diagrams/data51.xml"/><Relationship Id="rId2" Type="http://schemas.openxmlformats.org/officeDocument/2006/relationships/diagramData" Target="../diagrams/data50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50.xml"/><Relationship Id="rId11" Type="http://schemas.microsoft.com/office/2007/relationships/diagramDrawing" Target="../diagrams/drawing51.xml"/><Relationship Id="rId5" Type="http://schemas.openxmlformats.org/officeDocument/2006/relationships/diagramColors" Target="../diagrams/colors50.xml"/><Relationship Id="rId10" Type="http://schemas.openxmlformats.org/officeDocument/2006/relationships/diagramColors" Target="../diagrams/colors51.xml"/><Relationship Id="rId4" Type="http://schemas.openxmlformats.org/officeDocument/2006/relationships/diagramQuickStyle" Target="../diagrams/quickStyle50.xml"/><Relationship Id="rId9" Type="http://schemas.openxmlformats.org/officeDocument/2006/relationships/diagramQuickStyle" Target="../diagrams/quickStyle5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2.xml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52.xml"/><Relationship Id="rId5" Type="http://schemas.openxmlformats.org/officeDocument/2006/relationships/diagramColors" Target="../diagrams/colors52.xml"/><Relationship Id="rId4" Type="http://schemas.openxmlformats.org/officeDocument/2006/relationships/diagramQuickStyle" Target="../diagrams/quickStyle5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3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3.xml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53.xml"/><Relationship Id="rId5" Type="http://schemas.openxmlformats.org/officeDocument/2006/relationships/diagramColors" Target="../diagrams/colors53.xml"/><Relationship Id="rId4" Type="http://schemas.openxmlformats.org/officeDocument/2006/relationships/diagramQuickStyle" Target="../diagrams/quickStyle53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5.xml"/><Relationship Id="rId3" Type="http://schemas.openxmlformats.org/officeDocument/2006/relationships/diagramLayout" Target="../diagrams/layout54.xml"/><Relationship Id="rId7" Type="http://schemas.openxmlformats.org/officeDocument/2006/relationships/diagramData" Target="../diagrams/data55.xml"/><Relationship Id="rId2" Type="http://schemas.openxmlformats.org/officeDocument/2006/relationships/diagramData" Target="../diagrams/data54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54.xml"/><Relationship Id="rId11" Type="http://schemas.microsoft.com/office/2007/relationships/diagramDrawing" Target="../diagrams/drawing55.xml"/><Relationship Id="rId5" Type="http://schemas.openxmlformats.org/officeDocument/2006/relationships/diagramColors" Target="../diagrams/colors54.xml"/><Relationship Id="rId10" Type="http://schemas.openxmlformats.org/officeDocument/2006/relationships/diagramColors" Target="../diagrams/colors55.xml"/><Relationship Id="rId4" Type="http://schemas.openxmlformats.org/officeDocument/2006/relationships/diagramQuickStyle" Target="../diagrams/quickStyle54.xml"/><Relationship Id="rId9" Type="http://schemas.openxmlformats.org/officeDocument/2006/relationships/diagramQuickStyle" Target="../diagrams/quickStyle5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6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56.xml"/><Relationship Id="rId5" Type="http://schemas.openxmlformats.org/officeDocument/2006/relationships/diagramColors" Target="../diagrams/colors56.xml"/><Relationship Id="rId4" Type="http://schemas.openxmlformats.org/officeDocument/2006/relationships/diagramQuickStyle" Target="../diagrams/quickStyle5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7.xml"/><Relationship Id="rId2" Type="http://schemas.openxmlformats.org/officeDocument/2006/relationships/diagramData" Target="../diagrams/data57.xml"/><Relationship Id="rId1" Type="http://schemas.openxmlformats.org/officeDocument/2006/relationships/slideLayout" Target="../slideLayouts/slideLayout36.xml"/><Relationship Id="rId6" Type="http://schemas.microsoft.com/office/2007/relationships/diagramDrawing" Target="../diagrams/drawing57.xml"/><Relationship Id="rId5" Type="http://schemas.openxmlformats.org/officeDocument/2006/relationships/diagramColors" Target="../diagrams/colors57.xml"/><Relationship Id="rId4" Type="http://schemas.openxmlformats.org/officeDocument/2006/relationships/diagramQuickStyle" Target="../diagrams/quickStyle5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8.xml"/><Relationship Id="rId2" Type="http://schemas.openxmlformats.org/officeDocument/2006/relationships/diagramData" Target="../diagrams/data58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58.xml"/><Relationship Id="rId5" Type="http://schemas.openxmlformats.org/officeDocument/2006/relationships/diagramColors" Target="../diagrams/colors58.xml"/><Relationship Id="rId4" Type="http://schemas.openxmlformats.org/officeDocument/2006/relationships/diagramQuickStyle" Target="../diagrams/quickStyl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D59BC4-A05B-7CC6-4E5A-8FFC9BC40B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Період Гетьманату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1E629DF7-B59F-888D-A7C8-8A74100470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9093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5ED7B2E-0C34-30E0-490D-CA597B64C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Короткий зміст попередньої лекції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AB3E5A45-2ED3-96A7-05B1-7C1678822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76708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788CC2-71C6-35F3-DF81-0C6502BB7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Початок Української революції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B5FDD16-7E22-43FB-5E89-55F172C86CC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endParaRPr lang="uk-UA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Перша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світова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війна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стала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потужним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каталізатором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карколомних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ЗМІН;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зокрема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блискавичної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перемоги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Лютневої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революції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та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повалення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самодержавства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в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Росії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endParaRPr lang="ru-RU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Кризове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становище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країни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зумовило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загострення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політичних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;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соціально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-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економічних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національних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проблем та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активізацію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політичних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сил в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Україні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endParaRPr lang="ru-RU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Поряд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з органами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Тимчасового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уряду; радами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робітничих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та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військових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депутатів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українці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створили свою;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альтернативну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Центральну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Раду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України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; яка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очолила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боротьбу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за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автономні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права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українців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endParaRPr lang="ru-RU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6232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C07D191-4C77-A5C3-F086-3F1492361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033"/>
            <a:ext cx="2011680" cy="240664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E062381-A130-DF56-9749-36DE816AE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54033"/>
            <a:ext cx="1947726" cy="240664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9C7AF75-14D8-47F7-6ACF-9AB2FBD12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406" y="0"/>
            <a:ext cx="2327564" cy="238194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F8D0C87-EE9F-725E-F125-65413DC1F8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2769" y="1"/>
            <a:ext cx="2013439" cy="238194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1100DB0-E065-6B8F-89E8-83818A840B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2007" y="0"/>
            <a:ext cx="2567542" cy="246619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F6F099F-EA78-BC75-77A2-6A48B419B6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131" y="2381946"/>
            <a:ext cx="2637999" cy="318758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B25AA15-E521-3186-B306-F4613D9AD5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0065" y="2460676"/>
            <a:ext cx="3767962" cy="307737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17D8F73-8FED-374B-885E-DAA7DF6B67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097" y="2469067"/>
            <a:ext cx="3767963" cy="310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573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B5D01A-EF36-EBD3-B2AD-FCB00BAD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4000" dirty="0"/>
              <a:t>Універсали Української Центральної Ради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754D78-B851-371E-944E-A87084280F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61"/>
          <a:stretch/>
        </p:blipFill>
        <p:spPr>
          <a:xfrm>
            <a:off x="166043" y="1837765"/>
            <a:ext cx="2942918" cy="365811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273BE7E-31D5-89E8-90F0-DE2D1A2D3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240" y="1837765"/>
            <a:ext cx="2611721" cy="365811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F7A478E-F57D-BFC6-3A1E-C15229A23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5730" y="1837765"/>
            <a:ext cx="2819794" cy="365811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E1FC1F8-D827-A25D-A638-83A18F2957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1174" y="1837765"/>
            <a:ext cx="3112862" cy="365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49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7396B9-7C6B-EBC3-B0F5-0FB551AC0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Події</a:t>
            </a:r>
            <a:r>
              <a:rPr lang="ru-RU" dirty="0"/>
              <a:t> </a:t>
            </a:r>
            <a:r>
              <a:rPr lang="ru-RU" dirty="0" err="1"/>
              <a:t>кінця</a:t>
            </a:r>
            <a:r>
              <a:rPr lang="ru-RU" dirty="0"/>
              <a:t> 1917 — початку 1918 </a:t>
            </a:r>
            <a:r>
              <a:rPr lang="ru-RU" dirty="0" err="1"/>
              <a:t>рр</a:t>
            </a:r>
            <a:r>
              <a:rPr lang="ru-RU" dirty="0"/>
              <a:t>.</a:t>
            </a:r>
            <a:endParaRPr lang="uk-UA" dirty="0"/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5CE973E1-C597-8D10-F001-6482E249531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rcRect t="3897"/>
          <a:stretch/>
        </p:blipFill>
        <p:spPr>
          <a:xfrm>
            <a:off x="0" y="1704762"/>
            <a:ext cx="3670974" cy="3182471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15EE562-881D-330D-5847-672011C06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974" y="1767617"/>
            <a:ext cx="3145462" cy="31897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A3CAE1D-1226-5E08-A968-4AAA44EE8B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147" y="1742169"/>
            <a:ext cx="2705572" cy="323756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5D9CAE1-4FBA-6864-8966-4E36FDEBEE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1784" y="1982048"/>
            <a:ext cx="2351252" cy="285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92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AE333A-87B0-4C6E-7CD9-96B530175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Причини поразки</a:t>
            </a:r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BACFE75A-4E0A-1B2D-5F73-426356A37F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1852420"/>
              </p:ext>
            </p:extLst>
          </p:nvPr>
        </p:nvGraphicFramePr>
        <p:xfrm>
          <a:off x="914400" y="1731963"/>
          <a:ext cx="10353675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8558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9BEDD4B7-239B-FF72-8961-DFC6124D8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Передумови Гетьманського перевороту</a:t>
            </a:r>
          </a:p>
        </p:txBody>
      </p:sp>
      <p:sp>
        <p:nvSpPr>
          <p:cNvPr id="7" name="Місце для тексту 6">
            <a:extLst>
              <a:ext uri="{FF2B5EF4-FFF2-40B4-BE49-F238E27FC236}">
                <a16:creationId xmlns:a16="http://schemas.microsoft.com/office/drawing/2014/main" id="{1F1019CA-BCD0-45B9-0E83-82DC89A9A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46294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B9A799-B235-B73A-1E57-94F6673DE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Установіть відповідність між подією та її наслідком.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EB23D2A-55D6-326C-93C4-1424D64352F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13439247"/>
              </p:ext>
            </p:extLst>
          </p:nvPr>
        </p:nvGraphicFramePr>
        <p:xfrm>
          <a:off x="913795" y="1732449"/>
          <a:ext cx="5060497" cy="4058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DDEA7D2E-EEF1-8CB9-4B3F-D886735378C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16635018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208142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1841B1-F9B6-4E77-8029-AB3C1FE4E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З’ясуйте</a:t>
            </a:r>
            <a:r>
              <a:rPr lang="ru-RU" dirty="0"/>
              <a:t>, до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 </a:t>
            </a:r>
            <a:r>
              <a:rPr lang="ru-RU" dirty="0" err="1"/>
              <a:t>причетний</a:t>
            </a:r>
            <a:r>
              <a:rPr lang="ru-RU" dirty="0"/>
              <a:t> </a:t>
            </a:r>
            <a:r>
              <a:rPr lang="ru-RU" dirty="0" err="1"/>
              <a:t>кожен</a:t>
            </a:r>
            <a:r>
              <a:rPr lang="ru-RU" dirty="0"/>
              <a:t> з </a:t>
            </a:r>
            <a:r>
              <a:rPr lang="ru-RU" dirty="0" err="1"/>
              <a:t>указаних</a:t>
            </a:r>
            <a:r>
              <a:rPr lang="ru-RU" dirty="0"/>
              <a:t> </a:t>
            </a:r>
            <a:r>
              <a:rPr lang="ru-RU" dirty="0" err="1"/>
              <a:t>діячів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3D8F3A6-1031-3652-3F36-DC3FDE5B5D9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46752661"/>
              </p:ext>
            </p:extLst>
          </p:nvPr>
        </p:nvGraphicFramePr>
        <p:xfrm>
          <a:off x="913795" y="1732449"/>
          <a:ext cx="5060497" cy="4058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E24E6FE-C77D-36CE-C7BB-D86A765F79A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66514172"/>
              </p:ext>
            </p:extLst>
          </p:nvPr>
        </p:nvGraphicFramePr>
        <p:xfrm>
          <a:off x="6202892" y="1732449"/>
          <a:ext cx="5064665" cy="45159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826443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69107-735E-7058-05F2-7BE27488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1917-1918 </a:t>
            </a:r>
            <a:r>
              <a:rPr lang="ru-RU" dirty="0" err="1"/>
              <a:t>рр</a:t>
            </a:r>
            <a:r>
              <a:rPr lang="ru-RU" dirty="0"/>
              <a:t>., </a:t>
            </a:r>
            <a:r>
              <a:rPr lang="ru-RU" dirty="0" err="1"/>
              <a:t>описаних</a:t>
            </a:r>
            <a:r>
              <a:rPr lang="ru-RU" dirty="0"/>
              <a:t> у </a:t>
            </a:r>
            <a:r>
              <a:rPr lang="ru-RU" dirty="0" err="1"/>
              <a:t>спогадах</a:t>
            </a:r>
            <a:r>
              <a:rPr lang="ru-RU" dirty="0"/>
              <a:t> В. Винниченка.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F8357469-69AB-279A-F257-0D0EAC81BE9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73479032"/>
              </p:ext>
            </p:extLst>
          </p:nvPr>
        </p:nvGraphicFramePr>
        <p:xfrm>
          <a:off x="913795" y="1732449"/>
          <a:ext cx="5060497" cy="4058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CCD60B9-41BE-FBFC-1B25-405EC44E762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29279595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336132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7BA64A-61B2-0061-1EC0-76E55C055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Яка </a:t>
            </a:r>
            <a:r>
              <a:rPr lang="ru-RU" sz="3200" dirty="0" err="1"/>
              <a:t>обставина</a:t>
            </a:r>
            <a:r>
              <a:rPr lang="ru-RU" sz="3200" dirty="0"/>
              <a:t> </a:t>
            </a:r>
            <a:r>
              <a:rPr lang="ru-RU" sz="3200" dirty="0" err="1"/>
              <a:t>відіграла</a:t>
            </a:r>
            <a:r>
              <a:rPr lang="ru-RU" sz="3200" dirty="0"/>
              <a:t> </a:t>
            </a:r>
            <a:r>
              <a:rPr lang="ru-RU" sz="3200" dirty="0" err="1"/>
              <a:t>вирішальну</a:t>
            </a:r>
            <a:r>
              <a:rPr lang="ru-RU" sz="3200" dirty="0"/>
              <a:t> роль у </a:t>
            </a:r>
            <a:r>
              <a:rPr lang="ru-RU" sz="3200" dirty="0" err="1"/>
              <a:t>втраті</a:t>
            </a:r>
            <a:r>
              <a:rPr lang="ru-RU" sz="3200" dirty="0"/>
              <a:t> </a:t>
            </a:r>
            <a:r>
              <a:rPr lang="ru-RU" sz="3200" dirty="0" err="1"/>
              <a:t>більшовиками</a:t>
            </a:r>
            <a:r>
              <a:rPr lang="ru-RU" sz="3200" dirty="0"/>
              <a:t> весною 1918 р. контролю над </a:t>
            </a:r>
            <a:r>
              <a:rPr lang="ru-RU" sz="3200" dirty="0" err="1"/>
              <a:t>Україною</a:t>
            </a:r>
            <a:r>
              <a:rPr lang="ru-RU" sz="3200" dirty="0"/>
              <a:t>?</a:t>
            </a:r>
            <a:endParaRPr lang="uk-UA" sz="3200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2E85C70-9F08-CE61-A075-C5288A1D41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F08D384C-42C0-21DD-787D-9401FB46E87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13550904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7873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3B6D9-5AFF-7F91-315E-1F6FC41CC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Якого</a:t>
            </a:r>
            <a:r>
              <a:rPr lang="ru-RU" dirty="0"/>
              <a:t> договору </a:t>
            </a:r>
            <a:r>
              <a:rPr lang="ru-RU" dirty="0" err="1"/>
              <a:t>стосується</a:t>
            </a:r>
            <a:r>
              <a:rPr lang="ru-RU" dirty="0"/>
              <a:t> </a:t>
            </a:r>
            <a:r>
              <a:rPr lang="ru-RU" dirty="0" err="1"/>
              <a:t>цитований</a:t>
            </a:r>
            <a:r>
              <a:rPr lang="ru-RU" dirty="0"/>
              <a:t> </a:t>
            </a:r>
            <a:r>
              <a:rPr lang="ru-RU" dirty="0" err="1"/>
              <a:t>нижче</a:t>
            </a:r>
            <a:r>
              <a:rPr lang="ru-RU" dirty="0"/>
              <a:t> документ?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4671CF8-EA4D-E904-D1DD-2168945364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uk-UA" sz="2400" i="1" dirty="0"/>
              <a:t>«Строго таємно. З огляду на сучасний брак харчових продуктів... мир з Україною мусить бути підписаний якнайскоріше... На випадок, якби Україна попросила військової допомоги проти російських максималістів, то таке прохання можливо задовольнити. За це Україна зобов’язується до якнайскорішої поставки хліба...»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9B2D1C4-F239-4DA3-CED5-F5A5664EEB5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23544386"/>
              </p:ext>
            </p:extLst>
          </p:nvPr>
        </p:nvGraphicFramePr>
        <p:xfrm>
          <a:off x="6202892" y="1732449"/>
          <a:ext cx="5064665" cy="4734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9474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0F101E-A6E3-BDAC-F2D5-E741475F9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Яку «велику потребу» в </a:t>
            </a:r>
            <a:r>
              <a:rPr lang="ru-RU" dirty="0" err="1"/>
              <a:t>Україні</a:t>
            </a:r>
            <a:r>
              <a:rPr lang="ru-RU" dirty="0"/>
              <a:t> </a:t>
            </a:r>
            <a:r>
              <a:rPr lang="ru-RU" dirty="0" err="1"/>
              <a:t>мали</a:t>
            </a:r>
            <a:r>
              <a:rPr lang="ru-RU" dirty="0"/>
              <a:t> </a:t>
            </a:r>
            <a:r>
              <a:rPr lang="ru-RU" dirty="0" err="1"/>
              <a:t>зазначені</a:t>
            </a:r>
            <a:r>
              <a:rPr lang="ru-RU" dirty="0"/>
              <a:t> </a:t>
            </a:r>
            <a:r>
              <a:rPr lang="ru-RU" dirty="0" err="1"/>
              <a:t>вище</a:t>
            </a:r>
            <a:r>
              <a:rPr lang="ru-RU" dirty="0"/>
              <a:t> </a:t>
            </a:r>
            <a:r>
              <a:rPr lang="ru-RU" dirty="0" err="1"/>
              <a:t>країни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BAFA6CC-0DF4-A672-CC6C-11C5320779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ru-RU" sz="2400" i="1" dirty="0"/>
              <a:t>«</a:t>
            </a:r>
            <a:r>
              <a:rPr lang="ru-RU" sz="2400" i="1" dirty="0" err="1"/>
              <a:t>Допомагаючи</a:t>
            </a:r>
            <a:r>
              <a:rPr lang="ru-RU" sz="2400" i="1" dirty="0"/>
              <a:t> </a:t>
            </a:r>
            <a:r>
              <a:rPr lang="ru-RU" sz="2400" i="1" dirty="0" err="1"/>
              <a:t>українському</a:t>
            </a:r>
            <a:r>
              <a:rPr lang="ru-RU" sz="2400" i="1" dirty="0"/>
              <a:t> </a:t>
            </a:r>
            <a:r>
              <a:rPr lang="ru-RU" sz="2400" i="1" dirty="0" err="1"/>
              <a:t>урядові</a:t>
            </a:r>
            <a:r>
              <a:rPr lang="ru-RU" sz="2400" i="1" dirty="0"/>
              <a:t> в </a:t>
            </a:r>
            <a:r>
              <a:rPr lang="ru-RU" sz="2400" i="1" dirty="0" err="1"/>
              <a:t>його</a:t>
            </a:r>
            <a:r>
              <a:rPr lang="ru-RU" sz="2400" i="1" dirty="0"/>
              <a:t> </a:t>
            </a:r>
            <a:r>
              <a:rPr lang="ru-RU" sz="2400" i="1" dirty="0" err="1"/>
              <a:t>боротьбі</a:t>
            </a:r>
            <a:r>
              <a:rPr lang="ru-RU" sz="2400" i="1" dirty="0"/>
              <a:t> з насильниками та </a:t>
            </a:r>
            <a:r>
              <a:rPr lang="ru-RU" sz="2400" i="1" dirty="0" err="1"/>
              <a:t>грабіжниками</a:t>
            </a:r>
            <a:r>
              <a:rPr lang="ru-RU" sz="2400" i="1" dirty="0"/>
              <a:t>, </a:t>
            </a:r>
            <a:r>
              <a:rPr lang="ru-RU" sz="2400" i="1" dirty="0" err="1"/>
              <a:t>ці</a:t>
            </a:r>
            <a:r>
              <a:rPr lang="ru-RU" sz="2400" i="1" dirty="0"/>
              <a:t> </a:t>
            </a:r>
            <a:r>
              <a:rPr lang="ru-RU" sz="2400" i="1" dirty="0" err="1"/>
              <a:t>війська</a:t>
            </a:r>
            <a:r>
              <a:rPr lang="ru-RU" sz="2400" i="1" dirty="0"/>
              <a:t> [</a:t>
            </a:r>
            <a:r>
              <a:rPr lang="ru-RU" sz="2400" i="1" dirty="0" err="1"/>
              <a:t>що</a:t>
            </a:r>
            <a:r>
              <a:rPr lang="ru-RU" sz="2400" i="1" dirty="0"/>
              <a:t> вступили на </a:t>
            </a:r>
            <a:r>
              <a:rPr lang="ru-RU" sz="2400" i="1" dirty="0" err="1"/>
              <a:t>територію</a:t>
            </a:r>
            <a:r>
              <a:rPr lang="ru-RU" sz="2400" i="1" dirty="0"/>
              <a:t> </a:t>
            </a:r>
            <a:r>
              <a:rPr lang="ru-RU" sz="2400" i="1" dirty="0" err="1"/>
              <a:t>України</a:t>
            </a:r>
            <a:r>
              <a:rPr lang="ru-RU" sz="2400" i="1" dirty="0"/>
              <a:t>] не </a:t>
            </a:r>
            <a:r>
              <a:rPr lang="ru-RU" sz="2400" i="1" dirty="0" err="1"/>
              <a:t>мають</a:t>
            </a:r>
            <a:r>
              <a:rPr lang="ru-RU" sz="2400" i="1" dirty="0"/>
              <a:t> </a:t>
            </a:r>
            <a:r>
              <a:rPr lang="ru-RU" sz="2400" i="1" dirty="0" err="1"/>
              <a:t>ніяких</a:t>
            </a:r>
            <a:r>
              <a:rPr lang="ru-RU" sz="2400" i="1" dirty="0"/>
              <a:t> </a:t>
            </a:r>
            <a:r>
              <a:rPr lang="ru-RU" sz="2400" i="1" dirty="0" err="1"/>
              <a:t>ворожих</a:t>
            </a:r>
            <a:r>
              <a:rPr lang="ru-RU" sz="2400" i="1" dirty="0"/>
              <a:t> нам </a:t>
            </a:r>
            <a:r>
              <a:rPr lang="ru-RU" sz="2400" i="1" dirty="0" err="1"/>
              <a:t>намірів</a:t>
            </a:r>
            <a:r>
              <a:rPr lang="ru-RU" sz="2400" i="1" dirty="0"/>
              <a:t>, </a:t>
            </a:r>
            <a:r>
              <a:rPr lang="ru-RU" sz="2400" i="1" dirty="0" err="1"/>
              <a:t>оскільки</a:t>
            </a:r>
            <a:r>
              <a:rPr lang="ru-RU" sz="2400" i="1" dirty="0"/>
              <a:t> </a:t>
            </a:r>
            <a:r>
              <a:rPr lang="ru-RU" sz="2400" i="1" dirty="0" err="1"/>
              <a:t>Німеччина</a:t>
            </a:r>
            <a:r>
              <a:rPr lang="ru-RU" sz="2400" i="1" dirty="0"/>
              <a:t> та Австро-</a:t>
            </a:r>
            <a:r>
              <a:rPr lang="ru-RU" sz="2400" i="1" dirty="0" err="1"/>
              <a:t>Угорщина</a:t>
            </a:r>
            <a:r>
              <a:rPr lang="ru-RU" sz="2400" i="1" dirty="0"/>
              <a:t> також </a:t>
            </a:r>
            <a:r>
              <a:rPr lang="ru-RU" sz="2400" i="1" dirty="0" err="1"/>
              <a:t>мають</a:t>
            </a:r>
            <a:r>
              <a:rPr lang="ru-RU" sz="2400" i="1" dirty="0"/>
              <a:t> велику потребу, </a:t>
            </a:r>
            <a:r>
              <a:rPr lang="ru-RU" sz="2400" i="1" dirty="0" err="1"/>
              <a:t>щоб</a:t>
            </a:r>
            <a:r>
              <a:rPr lang="ru-RU" sz="2400" i="1" dirty="0"/>
              <a:t> на </a:t>
            </a:r>
            <a:r>
              <a:rPr lang="ru-RU" sz="2400" i="1" dirty="0" err="1"/>
              <a:t>Україні</a:t>
            </a:r>
            <a:r>
              <a:rPr lang="ru-RU" sz="2400" i="1" dirty="0"/>
              <a:t> настав </a:t>
            </a:r>
            <a:r>
              <a:rPr lang="ru-RU" sz="2400" i="1" dirty="0" err="1"/>
              <a:t>добрий</a:t>
            </a:r>
            <a:r>
              <a:rPr lang="ru-RU" sz="2400" i="1" dirty="0"/>
              <a:t> лад і </a:t>
            </a:r>
            <a:r>
              <a:rPr lang="ru-RU" sz="2400" i="1" dirty="0" err="1"/>
              <a:t>спокійна</a:t>
            </a:r>
            <a:r>
              <a:rPr lang="ru-RU" sz="2400" i="1" dirty="0"/>
              <a:t> </a:t>
            </a:r>
            <a:r>
              <a:rPr lang="ru-RU" sz="2400" i="1" dirty="0" err="1"/>
              <a:t>праця</a:t>
            </a:r>
            <a:r>
              <a:rPr lang="ru-RU" sz="2400" i="1" dirty="0"/>
              <a:t> </a:t>
            </a:r>
            <a:r>
              <a:rPr lang="ru-RU" sz="2400" i="1" dirty="0" err="1"/>
              <a:t>трудящого</a:t>
            </a:r>
            <a:r>
              <a:rPr lang="ru-RU" sz="2400" i="1" dirty="0"/>
              <a:t> люду...»</a:t>
            </a:r>
            <a:endParaRPr lang="uk-UA" sz="2400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CB277DC-A21A-93D9-C93F-BA3702C9301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21348528"/>
              </p:ext>
            </p:extLst>
          </p:nvPr>
        </p:nvGraphicFramePr>
        <p:xfrm>
          <a:off x="6202892" y="1732449"/>
          <a:ext cx="5064665" cy="47681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9276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Місце для вмісту 5">
            <a:extLst>
              <a:ext uri="{FF2B5EF4-FFF2-40B4-BE49-F238E27FC236}">
                <a16:creationId xmlns:a16="http://schemas.microsoft.com/office/drawing/2014/main" id="{208C3992-0D93-6956-622D-6DEF0FE389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44229" b="51862"/>
          <a:stretch/>
        </p:blipFill>
        <p:spPr>
          <a:xfrm>
            <a:off x="685194" y="3981450"/>
            <a:ext cx="5517697" cy="28765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B61246-988B-8E9F-77B4-1B726D299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Оцінку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мирного договору наведено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49A0C1E-1234-D4B2-7E44-53C7E26D583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41543476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Місце для вмісту 8">
            <a:extLst>
              <a:ext uri="{FF2B5EF4-FFF2-40B4-BE49-F238E27FC236}">
                <a16:creationId xmlns:a16="http://schemas.microsoft.com/office/drawing/2014/main" id="{54BD3E7D-31EA-8CD3-B7C3-8D3BE32EEA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«Для </a:t>
            </a:r>
            <a:r>
              <a:rPr lang="ru-RU" b="0" i="1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української</a:t>
            </a:r>
            <a:r>
              <a:rPr lang="ru-RU" b="0" i="1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держави</a:t>
            </a:r>
            <a:r>
              <a:rPr lang="ru-RU" b="0" i="1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цей</a:t>
            </a:r>
            <a:r>
              <a:rPr lang="ru-RU" b="0" i="1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мир... </a:t>
            </a:r>
            <a:r>
              <a:rPr lang="ru-RU" b="0" i="1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дуже</a:t>
            </a:r>
            <a:r>
              <a:rPr lang="ru-RU" b="0" i="1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корисний</a:t>
            </a:r>
            <a:r>
              <a:rPr lang="ru-RU" b="0" i="1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... ним </a:t>
            </a:r>
            <a:r>
              <a:rPr lang="ru-RU" b="0" i="1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українська</a:t>
            </a:r>
            <a:r>
              <a:rPr lang="ru-RU" b="0" i="1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держава </a:t>
            </a:r>
            <a:r>
              <a:rPr lang="ru-RU" b="0" i="1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визнана</a:t>
            </a:r>
            <a:r>
              <a:rPr lang="ru-RU" b="0" i="1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такими </a:t>
            </a:r>
            <a:r>
              <a:rPr lang="ru-RU" b="0" i="1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поважними</a:t>
            </a:r>
            <a:r>
              <a:rPr lang="ru-RU" b="0" i="1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суб'єктами</a:t>
            </a:r>
            <a:r>
              <a:rPr lang="ru-RU" b="0" i="1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міжнародного</a:t>
            </a:r>
            <a:r>
              <a:rPr lang="ru-RU" b="0" i="1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права, як </a:t>
            </a:r>
            <a:r>
              <a:rPr lang="ru-RU" b="0" i="1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центральні</a:t>
            </a:r>
            <a:r>
              <a:rPr lang="ru-RU" b="0" i="1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держави</a:t>
            </a:r>
            <a:r>
              <a:rPr lang="ru-RU" b="0" i="1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... </a:t>
            </a:r>
            <a:r>
              <a:rPr lang="ru-RU" b="0" i="1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цей</a:t>
            </a:r>
            <a:r>
              <a:rPr lang="ru-RU" b="0" i="1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мир»</a:t>
            </a:r>
            <a:endParaRPr lang="uk-U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084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8320B0-F72B-3A68-8306-63D51292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суспільно-політичних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, </a:t>
            </a:r>
            <a:r>
              <a:rPr lang="ru-RU" dirty="0" err="1"/>
              <a:t>описаних</a:t>
            </a:r>
            <a:r>
              <a:rPr lang="ru-RU" dirty="0"/>
              <a:t> в </a:t>
            </a:r>
            <a:r>
              <a:rPr lang="ru-RU" dirty="0" err="1"/>
              <a:t>уривках</a:t>
            </a:r>
            <a:r>
              <a:rPr lang="ru-RU" dirty="0"/>
              <a:t> з </a:t>
            </a:r>
            <a:r>
              <a:rPr lang="ru-RU" dirty="0" err="1"/>
              <a:t>історичних</a:t>
            </a:r>
            <a:r>
              <a:rPr lang="ru-RU" dirty="0"/>
              <a:t> </a:t>
            </a:r>
            <a:r>
              <a:rPr lang="ru-RU" dirty="0" err="1"/>
              <a:t>джерел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0C21F748-7BF1-052A-63C3-A3F8E392B88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14445562"/>
              </p:ext>
            </p:extLst>
          </p:nvPr>
        </p:nvGraphicFramePr>
        <p:xfrm>
          <a:off x="913795" y="1732449"/>
          <a:ext cx="5060497" cy="4058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AA70E23-DE08-CF5F-9AC3-30D6366E161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69301655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761448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19740B-B383-E1B7-E25D-E6D0DCC7E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Наслідком</a:t>
            </a:r>
            <a:r>
              <a:rPr lang="ru-RU" sz="3200" dirty="0"/>
              <a:t> </a:t>
            </a:r>
            <a:r>
              <a:rPr lang="ru-RU" sz="3200" dirty="0" err="1"/>
              <a:t>укладення</a:t>
            </a:r>
            <a:r>
              <a:rPr lang="ru-RU" sz="3200" dirty="0"/>
              <a:t> Брест-</a:t>
            </a:r>
            <a:r>
              <a:rPr lang="ru-RU" sz="3200" dirty="0" err="1"/>
              <a:t>Литовського</a:t>
            </a:r>
            <a:r>
              <a:rPr lang="ru-RU" sz="3200" dirty="0"/>
              <a:t> мирного договору для </a:t>
            </a:r>
            <a:r>
              <a:rPr lang="ru-RU" sz="3200" dirty="0" err="1"/>
              <a:t>України</a:t>
            </a:r>
            <a:r>
              <a:rPr lang="ru-RU" sz="3200" dirty="0"/>
              <a:t> </a:t>
            </a:r>
            <a:r>
              <a:rPr lang="ru-RU" sz="3200" dirty="0" err="1"/>
              <a:t>було</a:t>
            </a:r>
            <a:r>
              <a:rPr lang="ru-RU" sz="3200" dirty="0"/>
              <a:t> </a:t>
            </a:r>
            <a:r>
              <a:rPr lang="ru-RU" sz="3200" dirty="0" err="1"/>
              <a:t>відновлення</a:t>
            </a:r>
            <a:endParaRPr lang="uk-UA" sz="32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BB1E408-716A-5549-2D57-823C976CEA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E0D3F98-28F5-1914-8E15-EEF6524BB13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05608303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4061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EDA6EF-5656-77DF-F37A-4281CA3D7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 фото зображений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D99E021-7810-B685-B57A-EEED40683E3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0989459"/>
              </p:ext>
            </p:extLst>
          </p:nvPr>
        </p:nvGraphicFramePr>
        <p:xfrm>
          <a:off x="913795" y="1732449"/>
          <a:ext cx="5060497" cy="4058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2A074968-DEE7-A10E-ED72-D293D2131AB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6319" y="2231231"/>
            <a:ext cx="2717800" cy="306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303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C6BC38-3762-311D-0F93-E932ED8D4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назвами</a:t>
            </a:r>
            <a:r>
              <a:rPr lang="ru-RU" dirty="0"/>
              <a:t> </a:t>
            </a:r>
            <a:r>
              <a:rPr lang="ru-RU" dirty="0" err="1"/>
              <a:t>документів</a:t>
            </a:r>
            <a:r>
              <a:rPr lang="ru-RU" dirty="0"/>
              <a:t> та цитатами з них.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ECBE0B1-32A4-C3B1-A445-E7005F722F6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4205466"/>
              </p:ext>
            </p:extLst>
          </p:nvPr>
        </p:nvGraphicFramePr>
        <p:xfrm>
          <a:off x="913795" y="1732449"/>
          <a:ext cx="5060497" cy="4058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84B74DF1-F409-3CCA-D8F2-2FDA5F4EE32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61060312"/>
              </p:ext>
            </p:extLst>
          </p:nvPr>
        </p:nvGraphicFramePr>
        <p:xfrm>
          <a:off x="6202892" y="1732449"/>
          <a:ext cx="5064665" cy="48179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8" name="Пряма зі стрілкою 7">
            <a:extLst>
              <a:ext uri="{FF2B5EF4-FFF2-40B4-BE49-F238E27FC236}">
                <a16:creationId xmlns:a16="http://schemas.microsoft.com/office/drawing/2014/main" id="{5B40CE78-0707-B904-73D5-8F26FF9B03B8}"/>
              </a:ext>
            </a:extLst>
          </p:cNvPr>
          <p:cNvCxnSpPr/>
          <p:nvPr/>
        </p:nvCxnSpPr>
        <p:spPr>
          <a:xfrm>
            <a:off x="5320145" y="2111433"/>
            <a:ext cx="882747" cy="1064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 зі стрілкою 9">
            <a:extLst>
              <a:ext uri="{FF2B5EF4-FFF2-40B4-BE49-F238E27FC236}">
                <a16:creationId xmlns:a16="http://schemas.microsoft.com/office/drawing/2014/main" id="{A4040C9C-C0EF-7557-C73E-F7302343C798}"/>
              </a:ext>
            </a:extLst>
          </p:cNvPr>
          <p:cNvCxnSpPr/>
          <p:nvPr/>
        </p:nvCxnSpPr>
        <p:spPr>
          <a:xfrm flipV="1">
            <a:off x="5320145" y="2205012"/>
            <a:ext cx="882747" cy="1103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 зі стрілкою 11">
            <a:extLst>
              <a:ext uri="{FF2B5EF4-FFF2-40B4-BE49-F238E27FC236}">
                <a16:creationId xmlns:a16="http://schemas.microsoft.com/office/drawing/2014/main" id="{580AE77B-E8C4-9925-77B0-3CD2F764FB84}"/>
              </a:ext>
            </a:extLst>
          </p:cNvPr>
          <p:cNvCxnSpPr/>
          <p:nvPr/>
        </p:nvCxnSpPr>
        <p:spPr>
          <a:xfrm>
            <a:off x="5320145" y="4256116"/>
            <a:ext cx="897565" cy="1687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 зі стрілкою 13">
            <a:extLst>
              <a:ext uri="{FF2B5EF4-FFF2-40B4-BE49-F238E27FC236}">
                <a16:creationId xmlns:a16="http://schemas.microsoft.com/office/drawing/2014/main" id="{0495EB09-E144-5D14-F4BB-3839965CCF17}"/>
              </a:ext>
            </a:extLst>
          </p:cNvPr>
          <p:cNvCxnSpPr/>
          <p:nvPr/>
        </p:nvCxnSpPr>
        <p:spPr>
          <a:xfrm flipV="1">
            <a:off x="5320145" y="3973484"/>
            <a:ext cx="882747" cy="1386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591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74A05B-87B0-E64C-C9E2-4AC1A23E2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Якими</a:t>
            </a:r>
            <a:r>
              <a:rPr lang="ru-RU" dirty="0"/>
              <a:t> були </a:t>
            </a:r>
            <a:r>
              <a:rPr lang="ru-RU" dirty="0" err="1"/>
              <a:t>передумови</a:t>
            </a:r>
            <a:r>
              <a:rPr lang="ru-RU" dirty="0"/>
              <a:t> </a:t>
            </a:r>
            <a:r>
              <a:rPr lang="ru-RU" dirty="0" err="1"/>
              <a:t>гетьманського</a:t>
            </a:r>
            <a:r>
              <a:rPr lang="ru-RU" dirty="0"/>
              <a:t> перевороту 1918 р.?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383E3AA-7D83-E517-D1B2-3B240CCE8B2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90655011"/>
              </p:ext>
            </p:extLst>
          </p:nvPr>
        </p:nvGraphicFramePr>
        <p:xfrm>
          <a:off x="913795" y="1732449"/>
          <a:ext cx="5060497" cy="4058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D5DB5DE9-57CD-D164-99B9-40C1426612B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01119832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843997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6B49D7-C678-9A08-C36B-79A527B25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Якими</a:t>
            </a:r>
            <a:r>
              <a:rPr lang="ru-RU" dirty="0"/>
              <a:t> цифрами на </a:t>
            </a:r>
            <a:r>
              <a:rPr lang="ru-RU" dirty="0" err="1"/>
              <a:t>карті</a:t>
            </a:r>
            <a:r>
              <a:rPr lang="ru-RU" dirty="0"/>
              <a:t> </a:t>
            </a:r>
            <a:r>
              <a:rPr lang="ru-RU" dirty="0" err="1"/>
              <a:t>позначено</a:t>
            </a:r>
            <a:r>
              <a:rPr lang="ru-RU" dirty="0"/>
              <a:t> </a:t>
            </a:r>
            <a:r>
              <a:rPr lang="ru-RU" dirty="0" err="1"/>
              <a:t>регіональні</a:t>
            </a:r>
            <a:r>
              <a:rPr lang="ru-RU" dirty="0"/>
              <a:t> </a:t>
            </a:r>
            <a:r>
              <a:rPr lang="ru-RU" dirty="0" err="1"/>
              <a:t>радянські</a:t>
            </a:r>
            <a:r>
              <a:rPr lang="ru-RU" dirty="0"/>
              <a:t> </a:t>
            </a:r>
            <a:r>
              <a:rPr lang="ru-RU" dirty="0" err="1"/>
              <a:t>республіки</a:t>
            </a:r>
            <a:r>
              <a:rPr lang="ru-RU" dirty="0"/>
              <a:t>, </a:t>
            </a:r>
            <a:r>
              <a:rPr lang="ru-RU" dirty="0" err="1"/>
              <a:t>утворені</a:t>
            </a:r>
            <a:r>
              <a:rPr lang="ru-RU" dirty="0"/>
              <a:t> </a:t>
            </a:r>
            <a:r>
              <a:rPr lang="ru-RU" dirty="0" err="1"/>
              <a:t>більшовиками</a:t>
            </a:r>
            <a:r>
              <a:rPr lang="ru-RU" dirty="0"/>
              <a:t> на початку 1918 р.?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D00B5EB-D67C-97C5-1D85-1298DE86291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13110142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6A0CE60A-C4CD-786A-53CC-CB7EABF34A6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20509"/>
            <a:ext cx="5059363" cy="3682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69681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9975F4E-0B8E-FD88-A410-AE05CB915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Українська держава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9EF6CEF4-D48F-D6D7-7892-94FC88584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25570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8499B6-7795-02D9-45CF-F36D98B96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 фото зображений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A5EA6BD-6435-FA83-52A2-5E77249B0DB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21400604"/>
              </p:ext>
            </p:extLst>
          </p:nvPr>
        </p:nvGraphicFramePr>
        <p:xfrm>
          <a:off x="913795" y="1732449"/>
          <a:ext cx="5060497" cy="4058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4DC6544C-77E4-C48F-871C-BB3970CE041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7269" y="1888331"/>
            <a:ext cx="2755900" cy="374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72442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A02BD0-90E7-B633-8597-6F2770634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 яке </a:t>
            </a:r>
            <a:r>
              <a:rPr lang="ru-RU" dirty="0" err="1"/>
              <a:t>державне</a:t>
            </a:r>
            <a:r>
              <a:rPr lang="ru-RU" dirty="0"/>
              <a:t> </a:t>
            </a:r>
            <a:r>
              <a:rPr lang="ru-RU" dirty="0" err="1"/>
              <a:t>утворення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48A3C7A-0FC1-029E-3419-6FA9E9166E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uk-UA" sz="2800" i="1" dirty="0"/>
              <a:t>"Характер державної системи... складно визначити.., найправдоподібніше це мала бути конституційна монархія, відмінна від традиційної самодержавної системи в Росії... її характер визначався... українською історичною традицією..."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5A5BE0F-6C7A-87F2-92D0-54127DF82DC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08426798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74481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30244C7-CAB5-D8F9-68DA-6D31B246E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 </a:t>
            </a:r>
            <a:r>
              <a:rPr lang="ru-RU" dirty="0" err="1"/>
              <a:t>карті</a:t>
            </a:r>
            <a:r>
              <a:rPr lang="ru-RU" dirty="0"/>
              <a:t> </a:t>
            </a:r>
            <a:r>
              <a:rPr lang="ru-RU" dirty="0" err="1"/>
              <a:t>суцільною</a:t>
            </a:r>
            <a:r>
              <a:rPr lang="ru-RU" dirty="0"/>
              <a:t> жирною </a:t>
            </a:r>
            <a:r>
              <a:rPr lang="ru-RU" dirty="0" err="1"/>
              <a:t>лінією</a:t>
            </a:r>
            <a:r>
              <a:rPr lang="ru-RU" dirty="0"/>
              <a:t> </a:t>
            </a:r>
            <a:r>
              <a:rPr lang="ru-RU" dirty="0" err="1"/>
              <a:t>позначено</a:t>
            </a:r>
            <a:r>
              <a:rPr lang="ru-RU" dirty="0"/>
              <a:t> </a:t>
            </a:r>
            <a:r>
              <a:rPr lang="ru-RU" dirty="0" err="1"/>
              <a:t>територію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94AB51-F3C7-4B5C-EF8D-2217F47C46D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4400" y="2252205"/>
            <a:ext cx="5059363" cy="3018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2C799039-13C5-807E-1F6E-59B4D2EBB89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31772580"/>
              </p:ext>
            </p:extLst>
          </p:nvPr>
        </p:nvGraphicFramePr>
        <p:xfrm>
          <a:off x="6202363" y="1731963"/>
          <a:ext cx="5065712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582840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0498E5-458A-8343-B70A-6F002FA74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Підписання</a:t>
            </a:r>
            <a:r>
              <a:rPr lang="ru-RU" sz="3200" dirty="0"/>
              <a:t> </a:t>
            </a:r>
            <a:r>
              <a:rPr lang="ru-RU" sz="3200" dirty="0" err="1"/>
              <a:t>якого</a:t>
            </a:r>
            <a:r>
              <a:rPr lang="ru-RU" sz="3200" dirty="0"/>
              <a:t> договору </a:t>
            </a:r>
            <a:r>
              <a:rPr lang="ru-RU" sz="3200" dirty="0" err="1"/>
              <a:t>зумовило</a:t>
            </a:r>
            <a:r>
              <a:rPr lang="ru-RU" sz="3200" dirty="0"/>
              <a:t> </a:t>
            </a:r>
            <a:r>
              <a:rPr lang="ru-RU" sz="3200" dirty="0" err="1"/>
              <a:t>вступ</a:t>
            </a:r>
            <a:r>
              <a:rPr lang="ru-RU" sz="3200" dirty="0"/>
              <a:t> на </a:t>
            </a:r>
            <a:r>
              <a:rPr lang="ru-RU" sz="3200" dirty="0" err="1"/>
              <a:t>територію</a:t>
            </a:r>
            <a:r>
              <a:rPr lang="ru-RU" sz="3200" dirty="0"/>
              <a:t> </a:t>
            </a:r>
            <a:r>
              <a:rPr lang="ru-RU" sz="3200" dirty="0" err="1"/>
              <a:t>України</a:t>
            </a:r>
            <a:r>
              <a:rPr lang="ru-RU" sz="3200" dirty="0"/>
              <a:t> </a:t>
            </a:r>
            <a:r>
              <a:rPr lang="ru-RU" sz="3200" dirty="0" err="1"/>
              <a:t>німецьких</a:t>
            </a:r>
            <a:r>
              <a:rPr lang="ru-RU" sz="3200" dirty="0"/>
              <a:t> та австро-</a:t>
            </a:r>
            <a:r>
              <a:rPr lang="ru-RU" sz="3200" dirty="0" err="1"/>
              <a:t>угорських</a:t>
            </a:r>
            <a:r>
              <a:rPr lang="ru-RU" sz="3200" dirty="0"/>
              <a:t> </a:t>
            </a:r>
            <a:r>
              <a:rPr lang="ru-RU" sz="3200" dirty="0" err="1"/>
              <a:t>військ</a:t>
            </a:r>
            <a:r>
              <a:rPr lang="ru-RU" sz="3200" dirty="0"/>
              <a:t>?</a:t>
            </a:r>
            <a:endParaRPr lang="uk-UA" sz="32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5FDCA95-2AA2-6FED-BB70-A7D1008D7E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Допомагаючи</a:t>
            </a:r>
            <a:r>
              <a:rPr lang="ru-RU" i="1" dirty="0"/>
              <a:t> </a:t>
            </a:r>
            <a:r>
              <a:rPr lang="ru-RU" i="1" dirty="0" err="1"/>
              <a:t>українському</a:t>
            </a:r>
            <a:r>
              <a:rPr lang="ru-RU" i="1" dirty="0"/>
              <a:t> </a:t>
            </a:r>
            <a:r>
              <a:rPr lang="ru-RU" i="1" dirty="0" err="1"/>
              <a:t>урядові</a:t>
            </a:r>
            <a:r>
              <a:rPr lang="ru-RU" i="1" dirty="0"/>
              <a:t> в </a:t>
            </a:r>
            <a:r>
              <a:rPr lang="ru-RU" i="1" dirty="0" err="1"/>
              <a:t>його</a:t>
            </a:r>
            <a:r>
              <a:rPr lang="ru-RU" i="1" dirty="0"/>
              <a:t> </a:t>
            </a:r>
            <a:r>
              <a:rPr lang="ru-RU" i="1" dirty="0" err="1"/>
              <a:t>боротьбі</a:t>
            </a:r>
            <a:r>
              <a:rPr lang="ru-RU" i="1" dirty="0"/>
              <a:t> з насильниками та </a:t>
            </a:r>
            <a:r>
              <a:rPr lang="ru-RU" i="1" dirty="0" err="1"/>
              <a:t>грабіжниками</a:t>
            </a:r>
            <a:r>
              <a:rPr lang="ru-RU" i="1" dirty="0"/>
              <a:t>, </a:t>
            </a:r>
            <a:r>
              <a:rPr lang="ru-RU" i="1" dirty="0" err="1"/>
              <a:t>ці</a:t>
            </a:r>
            <a:r>
              <a:rPr lang="ru-RU" i="1" dirty="0"/>
              <a:t> </a:t>
            </a:r>
            <a:r>
              <a:rPr lang="ru-RU" i="1" dirty="0" err="1"/>
              <a:t>війська</a:t>
            </a:r>
            <a:r>
              <a:rPr lang="ru-RU" i="1" dirty="0"/>
              <a:t>, </a:t>
            </a:r>
            <a:r>
              <a:rPr lang="ru-RU" i="1" dirty="0" err="1"/>
              <a:t>що</a:t>
            </a:r>
            <a:r>
              <a:rPr lang="ru-RU" i="1" dirty="0"/>
              <a:t> вступили на </a:t>
            </a:r>
            <a:r>
              <a:rPr lang="ru-RU" i="1" dirty="0" err="1"/>
              <a:t>територію</a:t>
            </a:r>
            <a:r>
              <a:rPr lang="ru-RU" i="1" dirty="0"/>
              <a:t> [</a:t>
            </a:r>
            <a:r>
              <a:rPr lang="ru-RU" i="1" dirty="0" err="1"/>
              <a:t>України</a:t>
            </a:r>
            <a:r>
              <a:rPr lang="ru-RU" i="1" dirty="0"/>
              <a:t>], не </a:t>
            </a:r>
            <a:r>
              <a:rPr lang="ru-RU" i="1" dirty="0" err="1"/>
              <a:t>мають</a:t>
            </a:r>
            <a:r>
              <a:rPr lang="ru-RU" i="1" dirty="0"/>
              <a:t> </a:t>
            </a:r>
            <a:r>
              <a:rPr lang="ru-RU" i="1" dirty="0" err="1"/>
              <a:t>ніяких</a:t>
            </a:r>
            <a:r>
              <a:rPr lang="ru-RU" i="1" dirty="0"/>
              <a:t> </a:t>
            </a:r>
            <a:r>
              <a:rPr lang="ru-RU" i="1" dirty="0" err="1"/>
              <a:t>ворожих</a:t>
            </a:r>
            <a:r>
              <a:rPr lang="ru-RU" i="1" dirty="0"/>
              <a:t> нам </a:t>
            </a:r>
            <a:r>
              <a:rPr lang="ru-RU" i="1" dirty="0" err="1"/>
              <a:t>намірів</a:t>
            </a:r>
            <a:r>
              <a:rPr lang="ru-RU" i="1" dirty="0"/>
              <a:t>, </a:t>
            </a:r>
            <a:r>
              <a:rPr lang="ru-RU" i="1" dirty="0" err="1"/>
              <a:t>оскільки</a:t>
            </a:r>
            <a:r>
              <a:rPr lang="ru-RU" i="1" dirty="0"/>
              <a:t> </a:t>
            </a:r>
            <a:r>
              <a:rPr lang="ru-RU" i="1" dirty="0" err="1"/>
              <a:t>Німеччина</a:t>
            </a:r>
            <a:r>
              <a:rPr lang="ru-RU" i="1" dirty="0"/>
              <a:t> та Австро-</a:t>
            </a:r>
            <a:r>
              <a:rPr lang="ru-RU" i="1" dirty="0" err="1"/>
              <a:t>Угорщина</a:t>
            </a:r>
            <a:r>
              <a:rPr lang="ru-RU" i="1" dirty="0"/>
              <a:t> також </a:t>
            </a:r>
            <a:r>
              <a:rPr lang="ru-RU" i="1" dirty="0" err="1"/>
              <a:t>мають</a:t>
            </a:r>
            <a:r>
              <a:rPr lang="ru-RU" i="1" dirty="0"/>
              <a:t> велику потребу, </a:t>
            </a:r>
            <a:r>
              <a:rPr lang="ru-RU" i="1" dirty="0" err="1"/>
              <a:t>щоб</a:t>
            </a:r>
            <a:r>
              <a:rPr lang="ru-RU" i="1" dirty="0"/>
              <a:t> на </a:t>
            </a:r>
            <a:r>
              <a:rPr lang="ru-RU" i="1" dirty="0" err="1"/>
              <a:t>Україні</a:t>
            </a:r>
            <a:r>
              <a:rPr lang="ru-RU" i="1" dirty="0"/>
              <a:t> настав </a:t>
            </a:r>
            <a:r>
              <a:rPr lang="ru-RU" i="1" dirty="0" err="1"/>
              <a:t>добрий</a:t>
            </a:r>
            <a:r>
              <a:rPr lang="ru-RU" i="1" dirty="0"/>
              <a:t> лад і </a:t>
            </a:r>
            <a:r>
              <a:rPr lang="ru-RU" i="1" dirty="0" err="1"/>
              <a:t>спокійна</a:t>
            </a:r>
            <a:r>
              <a:rPr lang="ru-RU" i="1" dirty="0"/>
              <a:t> </a:t>
            </a:r>
            <a:r>
              <a:rPr lang="ru-RU" i="1" dirty="0" err="1"/>
              <a:t>праця</a:t>
            </a:r>
            <a:r>
              <a:rPr lang="ru-RU" i="1" dirty="0"/>
              <a:t> </a:t>
            </a:r>
            <a:r>
              <a:rPr lang="ru-RU" i="1" dirty="0" err="1"/>
              <a:t>трудящого</a:t>
            </a:r>
            <a:r>
              <a:rPr lang="ru-RU" i="1" dirty="0"/>
              <a:t> люду…»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1BAACAA-7131-FCDF-6C8C-544ED939FB0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30952277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21317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26F69-DFE9-A80D-220C-282E2BECB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A1AEA7-08E6-009A-08B7-27E23D7CC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Про </a:t>
            </a:r>
            <a:r>
              <a:rPr lang="ru-RU" sz="3200" dirty="0" err="1"/>
              <a:t>допомогу</a:t>
            </a:r>
            <a:r>
              <a:rPr lang="ru-RU" sz="3200" dirty="0"/>
              <a:t> </a:t>
            </a:r>
            <a:r>
              <a:rPr lang="ru-RU" sz="3200" dirty="0" err="1"/>
              <a:t>урядові</a:t>
            </a:r>
            <a:r>
              <a:rPr lang="ru-RU" sz="3200" dirty="0"/>
              <a:t> </a:t>
            </a:r>
            <a:r>
              <a:rPr lang="ru-RU" sz="3200" dirty="0" err="1"/>
              <a:t>якого</a:t>
            </a:r>
            <a:r>
              <a:rPr lang="ru-RU" sz="3200" dirty="0"/>
              <a:t> державного </a:t>
            </a:r>
            <a:r>
              <a:rPr lang="ru-RU" sz="3200" dirty="0" err="1"/>
              <a:t>утворення</a:t>
            </a:r>
            <a:r>
              <a:rPr lang="ru-RU" sz="3200" dirty="0"/>
              <a:t> </a:t>
            </a:r>
            <a:r>
              <a:rPr lang="ru-RU" sz="3200" dirty="0" err="1"/>
              <a:t>йдеться</a:t>
            </a:r>
            <a:r>
              <a:rPr lang="ru-RU" sz="3200" dirty="0"/>
              <a:t> в </a:t>
            </a:r>
            <a:r>
              <a:rPr lang="ru-RU" sz="3200" dirty="0" err="1"/>
              <a:t>уривку</a:t>
            </a:r>
            <a:r>
              <a:rPr lang="ru-RU" sz="3200" dirty="0"/>
              <a:t> документа?</a:t>
            </a:r>
            <a:endParaRPr lang="uk-UA" sz="32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F52E5A3-9DC7-98D0-FA84-FC0D13C11B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Допомагаючи</a:t>
            </a:r>
            <a:r>
              <a:rPr lang="ru-RU" i="1" dirty="0"/>
              <a:t> </a:t>
            </a:r>
            <a:r>
              <a:rPr lang="ru-RU" i="1" dirty="0" err="1"/>
              <a:t>українському</a:t>
            </a:r>
            <a:r>
              <a:rPr lang="ru-RU" i="1" dirty="0"/>
              <a:t> </a:t>
            </a:r>
            <a:r>
              <a:rPr lang="ru-RU" i="1" dirty="0" err="1"/>
              <a:t>урядові</a:t>
            </a:r>
            <a:r>
              <a:rPr lang="ru-RU" i="1" dirty="0"/>
              <a:t> в </a:t>
            </a:r>
            <a:r>
              <a:rPr lang="ru-RU" i="1" dirty="0" err="1"/>
              <a:t>його</a:t>
            </a:r>
            <a:r>
              <a:rPr lang="ru-RU" i="1" dirty="0"/>
              <a:t> </a:t>
            </a:r>
            <a:r>
              <a:rPr lang="ru-RU" i="1" dirty="0" err="1"/>
              <a:t>боротьбі</a:t>
            </a:r>
            <a:r>
              <a:rPr lang="ru-RU" i="1" dirty="0"/>
              <a:t> з насильниками та </a:t>
            </a:r>
            <a:r>
              <a:rPr lang="ru-RU" i="1" dirty="0" err="1"/>
              <a:t>грабіжниками</a:t>
            </a:r>
            <a:r>
              <a:rPr lang="ru-RU" i="1" dirty="0"/>
              <a:t>, </a:t>
            </a:r>
            <a:r>
              <a:rPr lang="ru-RU" i="1" dirty="0" err="1"/>
              <a:t>ці</a:t>
            </a:r>
            <a:r>
              <a:rPr lang="ru-RU" i="1" dirty="0"/>
              <a:t> </a:t>
            </a:r>
            <a:r>
              <a:rPr lang="ru-RU" i="1" dirty="0" err="1"/>
              <a:t>війська</a:t>
            </a:r>
            <a:r>
              <a:rPr lang="ru-RU" i="1" dirty="0"/>
              <a:t>, </a:t>
            </a:r>
            <a:r>
              <a:rPr lang="ru-RU" i="1" dirty="0" err="1"/>
              <a:t>що</a:t>
            </a:r>
            <a:r>
              <a:rPr lang="ru-RU" i="1" dirty="0"/>
              <a:t> вступили на </a:t>
            </a:r>
            <a:r>
              <a:rPr lang="ru-RU" i="1" dirty="0" err="1"/>
              <a:t>територію</a:t>
            </a:r>
            <a:r>
              <a:rPr lang="ru-RU" i="1" dirty="0"/>
              <a:t> [</a:t>
            </a:r>
            <a:r>
              <a:rPr lang="ru-RU" i="1" dirty="0" err="1"/>
              <a:t>України</a:t>
            </a:r>
            <a:r>
              <a:rPr lang="ru-RU" i="1" dirty="0"/>
              <a:t>], не </a:t>
            </a:r>
            <a:r>
              <a:rPr lang="ru-RU" i="1" dirty="0" err="1"/>
              <a:t>мають</a:t>
            </a:r>
            <a:r>
              <a:rPr lang="ru-RU" i="1" dirty="0"/>
              <a:t> </a:t>
            </a:r>
            <a:r>
              <a:rPr lang="ru-RU" i="1" dirty="0" err="1"/>
              <a:t>ніяких</a:t>
            </a:r>
            <a:r>
              <a:rPr lang="ru-RU" i="1" dirty="0"/>
              <a:t> </a:t>
            </a:r>
            <a:r>
              <a:rPr lang="ru-RU" i="1" dirty="0" err="1"/>
              <a:t>ворожих</a:t>
            </a:r>
            <a:r>
              <a:rPr lang="ru-RU" i="1" dirty="0"/>
              <a:t> нам </a:t>
            </a:r>
            <a:r>
              <a:rPr lang="ru-RU" i="1" dirty="0" err="1"/>
              <a:t>намірів</a:t>
            </a:r>
            <a:r>
              <a:rPr lang="ru-RU" i="1" dirty="0"/>
              <a:t>, </a:t>
            </a:r>
            <a:r>
              <a:rPr lang="ru-RU" i="1" dirty="0" err="1"/>
              <a:t>оскільки</a:t>
            </a:r>
            <a:r>
              <a:rPr lang="ru-RU" i="1" dirty="0"/>
              <a:t> </a:t>
            </a:r>
            <a:r>
              <a:rPr lang="ru-RU" i="1" dirty="0" err="1"/>
              <a:t>Німеччина</a:t>
            </a:r>
            <a:r>
              <a:rPr lang="ru-RU" i="1" dirty="0"/>
              <a:t> та Австро-</a:t>
            </a:r>
            <a:r>
              <a:rPr lang="ru-RU" i="1" dirty="0" err="1"/>
              <a:t>Угорщина</a:t>
            </a:r>
            <a:r>
              <a:rPr lang="ru-RU" i="1" dirty="0"/>
              <a:t> також </a:t>
            </a:r>
            <a:r>
              <a:rPr lang="ru-RU" i="1" dirty="0" err="1"/>
              <a:t>мають</a:t>
            </a:r>
            <a:r>
              <a:rPr lang="ru-RU" i="1" dirty="0"/>
              <a:t> велику потребу, </a:t>
            </a:r>
            <a:r>
              <a:rPr lang="ru-RU" i="1" dirty="0" err="1"/>
              <a:t>щоб</a:t>
            </a:r>
            <a:r>
              <a:rPr lang="ru-RU" i="1" dirty="0"/>
              <a:t> на </a:t>
            </a:r>
            <a:r>
              <a:rPr lang="ru-RU" i="1" dirty="0" err="1"/>
              <a:t>Україні</a:t>
            </a:r>
            <a:r>
              <a:rPr lang="ru-RU" i="1" dirty="0"/>
              <a:t> настав </a:t>
            </a:r>
            <a:r>
              <a:rPr lang="ru-RU" i="1" dirty="0" err="1"/>
              <a:t>добрий</a:t>
            </a:r>
            <a:r>
              <a:rPr lang="ru-RU" i="1" dirty="0"/>
              <a:t> лад і </a:t>
            </a:r>
            <a:r>
              <a:rPr lang="ru-RU" i="1" dirty="0" err="1"/>
              <a:t>спокійна</a:t>
            </a:r>
            <a:r>
              <a:rPr lang="ru-RU" i="1" dirty="0"/>
              <a:t> </a:t>
            </a:r>
            <a:r>
              <a:rPr lang="ru-RU" i="1" dirty="0" err="1"/>
              <a:t>праця</a:t>
            </a:r>
            <a:r>
              <a:rPr lang="ru-RU" i="1" dirty="0"/>
              <a:t> </a:t>
            </a:r>
            <a:r>
              <a:rPr lang="ru-RU" i="1" dirty="0" err="1"/>
              <a:t>трудящого</a:t>
            </a:r>
            <a:r>
              <a:rPr lang="ru-RU" i="1" dirty="0"/>
              <a:t> люду…»</a:t>
            </a:r>
            <a:endParaRPr lang="uk-UA" i="1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970947A3-5878-27F8-ACFB-FEDF189CC6F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37226543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61344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B777B-7059-6060-501E-4CE2C5BDC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BE0C3-EBBD-B4F4-4370-DA45AA4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Яку «велику потребу» в </a:t>
            </a:r>
            <a:r>
              <a:rPr lang="ru-RU" sz="3200" dirty="0" err="1"/>
              <a:t>Україні</a:t>
            </a:r>
            <a:r>
              <a:rPr lang="ru-RU" sz="3200" dirty="0"/>
              <a:t> </a:t>
            </a:r>
            <a:r>
              <a:rPr lang="ru-RU" sz="3200" dirty="0" err="1"/>
              <a:t>мали</a:t>
            </a:r>
            <a:r>
              <a:rPr lang="ru-RU" sz="3200" dirty="0"/>
              <a:t> </a:t>
            </a:r>
            <a:r>
              <a:rPr lang="ru-RU" sz="3200" dirty="0" err="1"/>
              <a:t>країни</a:t>
            </a:r>
            <a:r>
              <a:rPr lang="ru-RU" sz="3200" dirty="0"/>
              <a:t>, </a:t>
            </a:r>
            <a:r>
              <a:rPr lang="ru-RU" sz="3200" dirty="0" err="1"/>
              <a:t>указані</a:t>
            </a:r>
            <a:r>
              <a:rPr lang="ru-RU" sz="3200" dirty="0"/>
              <a:t> в </a:t>
            </a:r>
            <a:r>
              <a:rPr lang="ru-RU" sz="3200" dirty="0" err="1"/>
              <a:t>уривку</a:t>
            </a:r>
            <a:r>
              <a:rPr lang="ru-RU" sz="3200" dirty="0"/>
              <a:t> документа?</a:t>
            </a:r>
            <a:endParaRPr lang="uk-UA" sz="32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C0B2250-5FCB-D495-A86C-237CA5FE0D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i="1" dirty="0"/>
              <a:t>«</a:t>
            </a:r>
            <a:r>
              <a:rPr lang="ru-RU" i="1" dirty="0" err="1"/>
              <a:t>Допомагаючи</a:t>
            </a:r>
            <a:r>
              <a:rPr lang="ru-RU" i="1" dirty="0"/>
              <a:t> </a:t>
            </a:r>
            <a:r>
              <a:rPr lang="ru-RU" i="1" dirty="0" err="1"/>
              <a:t>українському</a:t>
            </a:r>
            <a:r>
              <a:rPr lang="ru-RU" i="1" dirty="0"/>
              <a:t> </a:t>
            </a:r>
            <a:r>
              <a:rPr lang="ru-RU" i="1" dirty="0" err="1"/>
              <a:t>урядові</a:t>
            </a:r>
            <a:r>
              <a:rPr lang="ru-RU" i="1" dirty="0"/>
              <a:t> в </a:t>
            </a:r>
            <a:r>
              <a:rPr lang="ru-RU" i="1" dirty="0" err="1"/>
              <a:t>його</a:t>
            </a:r>
            <a:r>
              <a:rPr lang="ru-RU" i="1" dirty="0"/>
              <a:t> </a:t>
            </a:r>
            <a:r>
              <a:rPr lang="ru-RU" i="1" dirty="0" err="1"/>
              <a:t>боротьбі</a:t>
            </a:r>
            <a:r>
              <a:rPr lang="ru-RU" i="1" dirty="0"/>
              <a:t> з насильниками та </a:t>
            </a:r>
            <a:r>
              <a:rPr lang="ru-RU" i="1" dirty="0" err="1"/>
              <a:t>грабіжниками</a:t>
            </a:r>
            <a:r>
              <a:rPr lang="ru-RU" i="1" dirty="0"/>
              <a:t>, </a:t>
            </a:r>
            <a:r>
              <a:rPr lang="ru-RU" i="1" dirty="0" err="1"/>
              <a:t>ці</a:t>
            </a:r>
            <a:r>
              <a:rPr lang="ru-RU" i="1" dirty="0"/>
              <a:t> </a:t>
            </a:r>
            <a:r>
              <a:rPr lang="ru-RU" i="1" dirty="0" err="1"/>
              <a:t>війська</a:t>
            </a:r>
            <a:r>
              <a:rPr lang="ru-RU" i="1" dirty="0"/>
              <a:t>, </a:t>
            </a:r>
            <a:r>
              <a:rPr lang="ru-RU" i="1" dirty="0" err="1"/>
              <a:t>що</a:t>
            </a:r>
            <a:r>
              <a:rPr lang="ru-RU" i="1" dirty="0"/>
              <a:t> вступили на </a:t>
            </a:r>
            <a:r>
              <a:rPr lang="ru-RU" i="1" dirty="0" err="1"/>
              <a:t>територію</a:t>
            </a:r>
            <a:r>
              <a:rPr lang="ru-RU" i="1" dirty="0"/>
              <a:t> [</a:t>
            </a:r>
            <a:r>
              <a:rPr lang="ru-RU" i="1" dirty="0" err="1"/>
              <a:t>України</a:t>
            </a:r>
            <a:r>
              <a:rPr lang="ru-RU" i="1" dirty="0"/>
              <a:t>], не </a:t>
            </a:r>
            <a:r>
              <a:rPr lang="ru-RU" i="1" dirty="0" err="1"/>
              <a:t>мають</a:t>
            </a:r>
            <a:r>
              <a:rPr lang="ru-RU" i="1" dirty="0"/>
              <a:t> </a:t>
            </a:r>
            <a:r>
              <a:rPr lang="ru-RU" i="1" dirty="0" err="1"/>
              <a:t>ніяких</a:t>
            </a:r>
            <a:r>
              <a:rPr lang="ru-RU" i="1" dirty="0"/>
              <a:t> </a:t>
            </a:r>
            <a:r>
              <a:rPr lang="ru-RU" i="1" dirty="0" err="1"/>
              <a:t>ворожих</a:t>
            </a:r>
            <a:r>
              <a:rPr lang="ru-RU" i="1" dirty="0"/>
              <a:t> нам </a:t>
            </a:r>
            <a:r>
              <a:rPr lang="ru-RU" i="1" dirty="0" err="1"/>
              <a:t>намірів</a:t>
            </a:r>
            <a:r>
              <a:rPr lang="ru-RU" i="1" dirty="0"/>
              <a:t>, </a:t>
            </a:r>
            <a:r>
              <a:rPr lang="ru-RU" i="1" dirty="0" err="1"/>
              <a:t>оскільки</a:t>
            </a:r>
            <a:r>
              <a:rPr lang="ru-RU" i="1" dirty="0"/>
              <a:t> </a:t>
            </a:r>
            <a:r>
              <a:rPr lang="ru-RU" i="1" dirty="0" err="1"/>
              <a:t>Німеччина</a:t>
            </a:r>
            <a:r>
              <a:rPr lang="ru-RU" i="1" dirty="0"/>
              <a:t> та Австро-</a:t>
            </a:r>
            <a:r>
              <a:rPr lang="ru-RU" i="1" dirty="0" err="1"/>
              <a:t>Угорщина</a:t>
            </a:r>
            <a:r>
              <a:rPr lang="ru-RU" i="1" dirty="0"/>
              <a:t> також </a:t>
            </a:r>
            <a:r>
              <a:rPr lang="ru-RU" i="1" dirty="0" err="1"/>
              <a:t>мають</a:t>
            </a:r>
            <a:r>
              <a:rPr lang="ru-RU" i="1" dirty="0"/>
              <a:t> велику потребу, </a:t>
            </a:r>
            <a:r>
              <a:rPr lang="ru-RU" i="1" dirty="0" err="1"/>
              <a:t>щоб</a:t>
            </a:r>
            <a:r>
              <a:rPr lang="ru-RU" i="1" dirty="0"/>
              <a:t> на </a:t>
            </a:r>
            <a:r>
              <a:rPr lang="ru-RU" i="1" dirty="0" err="1"/>
              <a:t>Україні</a:t>
            </a:r>
            <a:r>
              <a:rPr lang="ru-RU" i="1" dirty="0"/>
              <a:t> настав </a:t>
            </a:r>
            <a:r>
              <a:rPr lang="ru-RU" i="1" dirty="0" err="1"/>
              <a:t>добрий</a:t>
            </a:r>
            <a:r>
              <a:rPr lang="ru-RU" i="1" dirty="0"/>
              <a:t> лад і </a:t>
            </a:r>
            <a:r>
              <a:rPr lang="ru-RU" i="1" dirty="0" err="1"/>
              <a:t>спокійна</a:t>
            </a:r>
            <a:r>
              <a:rPr lang="ru-RU" i="1" dirty="0"/>
              <a:t> </a:t>
            </a:r>
            <a:r>
              <a:rPr lang="ru-RU" i="1" dirty="0" err="1"/>
              <a:t>праця</a:t>
            </a:r>
            <a:r>
              <a:rPr lang="ru-RU" i="1" dirty="0"/>
              <a:t> </a:t>
            </a:r>
            <a:r>
              <a:rPr lang="ru-RU" i="1" dirty="0" err="1"/>
              <a:t>трудящого</a:t>
            </a:r>
            <a:r>
              <a:rPr lang="ru-RU" i="1" dirty="0"/>
              <a:t> люду…»</a:t>
            </a:r>
            <a:endParaRPr lang="uk-UA" i="1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B76FCBC1-85BD-38F9-3D61-3494F5EDC37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38004673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8977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15615-FCD5-1F42-F7DD-ED9BCE417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Підписання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договору </a:t>
            </a:r>
            <a:r>
              <a:rPr lang="ru-RU" dirty="0" err="1"/>
              <a:t>спричинило</a:t>
            </a:r>
            <a:r>
              <a:rPr lang="ru-RU" dirty="0"/>
              <a:t> </a:t>
            </a:r>
            <a:r>
              <a:rPr lang="ru-RU" dirty="0" err="1"/>
              <a:t>ситуацію</a:t>
            </a:r>
            <a:r>
              <a:rPr lang="ru-RU" dirty="0"/>
              <a:t>, </a:t>
            </a:r>
            <a:r>
              <a:rPr lang="ru-RU" dirty="0" err="1"/>
              <a:t>описану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94D49B5D-B242-9CC6-485A-E4FFF6723F9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40719012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6A92F791-9544-ECCD-98BA-D730B0F82B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«Німці, увійшовши до Києва, поводяться </a:t>
            </a:r>
            <a:r>
              <a:rPr lang="uk-UA" i="1" dirty="0" err="1"/>
              <a:t>коректно</a:t>
            </a:r>
            <a:r>
              <a:rPr lang="uk-UA" i="1" dirty="0"/>
              <a:t>, але як пани... Обиватель вважає, що справжніми господарями становища є німці, що здійснюється справжня окупація і що ми потрапили в остаточне ярмо... Українці грають сумну роль маріонеток, які привели до своєї країни іноземних поневолювачів…»</a:t>
            </a:r>
          </a:p>
        </p:txBody>
      </p:sp>
    </p:spTree>
    <p:extLst>
      <p:ext uri="{BB962C8B-B14F-4D97-AF65-F5344CB8AC3E}">
        <p14:creationId xmlns:p14="http://schemas.microsoft.com/office/powerpoint/2010/main" val="5149576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75C76-0EBD-A284-1090-1C9169581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CF596A-2EF8-0920-B35B-051141609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Автор документа, </a:t>
            </a:r>
            <a:r>
              <a:rPr lang="ru-RU" sz="3200" dirty="0" err="1"/>
              <a:t>говорячи</a:t>
            </a:r>
            <a:r>
              <a:rPr lang="ru-RU" sz="3200" dirty="0"/>
              <a:t> про «…</a:t>
            </a:r>
            <a:r>
              <a:rPr lang="ru-RU" sz="3200" dirty="0" err="1"/>
              <a:t>маріонеток</a:t>
            </a:r>
            <a:r>
              <a:rPr lang="ru-RU" sz="3200" dirty="0"/>
              <a:t>, </a:t>
            </a:r>
            <a:r>
              <a:rPr lang="ru-RU" sz="3200" dirty="0" err="1"/>
              <a:t>які</a:t>
            </a:r>
            <a:r>
              <a:rPr lang="ru-RU" sz="3200" dirty="0"/>
              <a:t> привели до </a:t>
            </a:r>
            <a:r>
              <a:rPr lang="ru-RU" sz="3200" dirty="0" err="1"/>
              <a:t>своєї</a:t>
            </a:r>
            <a:r>
              <a:rPr lang="ru-RU" sz="3200" dirty="0"/>
              <a:t> </a:t>
            </a:r>
            <a:r>
              <a:rPr lang="ru-RU" sz="3200" dirty="0" err="1"/>
              <a:t>країни</a:t>
            </a:r>
            <a:r>
              <a:rPr lang="ru-RU" sz="3200" dirty="0"/>
              <a:t> </a:t>
            </a:r>
            <a:r>
              <a:rPr lang="ru-RU" sz="3200" dirty="0" err="1"/>
              <a:t>іноземних</a:t>
            </a:r>
            <a:r>
              <a:rPr lang="ru-RU" sz="3200" dirty="0"/>
              <a:t> </a:t>
            </a:r>
            <a:r>
              <a:rPr lang="ru-RU" sz="3200" dirty="0" err="1"/>
              <a:t>поневолювачів</a:t>
            </a:r>
            <a:r>
              <a:rPr lang="ru-RU" sz="3200" dirty="0"/>
              <a:t>», мав на </a:t>
            </a:r>
            <a:r>
              <a:rPr lang="ru-RU" sz="3200" dirty="0" err="1"/>
              <a:t>увазі</a:t>
            </a:r>
            <a:r>
              <a:rPr lang="ru-RU" sz="3200" dirty="0"/>
              <a:t> </a:t>
            </a:r>
            <a:r>
              <a:rPr lang="ru-RU" sz="3200" dirty="0" err="1"/>
              <a:t>керівників</a:t>
            </a:r>
            <a:endParaRPr lang="uk-UA" sz="3200" dirty="0"/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82F040B5-CD22-120A-FDB4-5720859DD0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«Німці, увійшовши до Києва, поводяться </a:t>
            </a:r>
            <a:r>
              <a:rPr lang="uk-UA" i="1" dirty="0" err="1"/>
              <a:t>коректно</a:t>
            </a:r>
            <a:r>
              <a:rPr lang="uk-UA" i="1" dirty="0"/>
              <a:t>, але як пани... Обиватель вважає, що справжніми господарями становища є німці, що здійснюється справжня окупація і що ми потрапили в остаточне ярмо... Українці грають сумну роль маріонеток, які привели до своєї країни іноземних поневолювачів…»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190D32A-8E96-A94D-A0B0-BDBC92DB46D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64300030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6590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A6820-115A-C072-342B-6573ED6C4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E13FA996-5536-C1E9-6B23-4FA9B84265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«Німці, увійшовши до Києва, поводяться </a:t>
            </a:r>
            <a:r>
              <a:rPr lang="uk-UA" i="1" dirty="0" err="1"/>
              <a:t>коректно</a:t>
            </a:r>
            <a:r>
              <a:rPr lang="uk-UA" i="1" dirty="0"/>
              <a:t>, але як пани... Обиватель вважає, що справжніми господарями становища є німці, що здійснюється справжня окупація і що ми потрапили в остаточне ярмо... Українці грають сумну роль маріонеток, які привели до своєї країни іноземних поневолювачів…»</a:t>
            </a:r>
          </a:p>
        </p:txBody>
      </p:sp>
      <p:graphicFrame>
        <p:nvGraphicFramePr>
          <p:cNvPr id="9" name="Місце для вмісту 8">
            <a:extLst>
              <a:ext uri="{FF2B5EF4-FFF2-40B4-BE49-F238E27FC236}">
                <a16:creationId xmlns:a16="http://schemas.microsoft.com/office/drawing/2014/main" id="{78A356D7-947F-6C9F-AFD5-908BA6CBB65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3243636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65A05D20-9EBB-6D9E-3EA3-338AD623C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якою</a:t>
            </a:r>
            <a:r>
              <a:rPr lang="ru-RU" dirty="0"/>
              <a:t> метою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укладено</a:t>
            </a:r>
            <a:r>
              <a:rPr lang="ru-RU" dirty="0"/>
              <a:t> </a:t>
            </a:r>
            <a:r>
              <a:rPr lang="ru-RU" dirty="0" err="1"/>
              <a:t>договір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призвів</a:t>
            </a:r>
            <a:r>
              <a:rPr lang="ru-RU" dirty="0"/>
              <a:t> до </a:t>
            </a:r>
            <a:r>
              <a:rPr lang="ru-RU" dirty="0" err="1"/>
              <a:t>ситуації</a:t>
            </a:r>
            <a:r>
              <a:rPr lang="ru-RU" dirty="0"/>
              <a:t>, </a:t>
            </a:r>
            <a:r>
              <a:rPr lang="ru-RU" dirty="0" err="1"/>
              <a:t>описаної</a:t>
            </a:r>
            <a:r>
              <a:rPr lang="ru-RU" dirty="0"/>
              <a:t> в </a:t>
            </a:r>
            <a:r>
              <a:rPr lang="ru-RU" dirty="0" err="1"/>
              <a:t>джерелі</a:t>
            </a:r>
            <a:r>
              <a:rPr lang="ru-RU" dirty="0"/>
              <a:t>?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895560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AAA630-B215-3538-4722-337385DB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фото державного </a:t>
            </a:r>
            <a:r>
              <a:rPr lang="ru-RU" dirty="0" err="1"/>
              <a:t>діяча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у </a:t>
            </a:r>
            <a:r>
              <a:rPr lang="ru-RU" dirty="0" err="1"/>
              <a:t>квітні</a:t>
            </a:r>
            <a:r>
              <a:rPr lang="ru-RU" dirty="0"/>
              <a:t> 1918 р. </a:t>
            </a:r>
            <a:r>
              <a:rPr lang="ru-RU" dirty="0" err="1"/>
              <a:t>прийшов</a:t>
            </a:r>
            <a:r>
              <a:rPr lang="ru-RU" dirty="0"/>
              <a:t> до </a:t>
            </a:r>
            <a:r>
              <a:rPr lang="ru-RU" dirty="0" err="1"/>
              <a:t>влади</a:t>
            </a:r>
            <a:r>
              <a:rPr lang="ru-RU" dirty="0"/>
              <a:t> в </a:t>
            </a:r>
            <a:r>
              <a:rPr lang="ru-RU" dirty="0" err="1"/>
              <a:t>Україні</a:t>
            </a:r>
            <a:r>
              <a:rPr lang="ru-RU" dirty="0"/>
              <a:t> в </a:t>
            </a:r>
            <a:r>
              <a:rPr lang="ru-RU" dirty="0" err="1"/>
              <a:t>результаті</a:t>
            </a:r>
            <a:r>
              <a:rPr lang="ru-RU" dirty="0"/>
              <a:t> державного перевороту.</a:t>
            </a:r>
            <a:endParaRPr lang="uk-UA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7FBE18C0-8A6A-B823-56EA-8DD0E37CAFB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786" y="2305641"/>
            <a:ext cx="2609850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100A5BB8-5589-CBCE-4EDA-8F0AC6A5005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9106" y="2315166"/>
            <a:ext cx="27051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>
            <a:extLst>
              <a:ext uri="{FF2B5EF4-FFF2-40B4-BE49-F238E27FC236}">
                <a16:creationId xmlns:a16="http://schemas.microsoft.com/office/drawing/2014/main" id="{537457D3-5F7A-D3D0-C52D-B0E565BC4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676" y="2324691"/>
            <a:ext cx="272415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>
            <a:extLst>
              <a:ext uri="{FF2B5EF4-FFF2-40B4-BE49-F238E27FC236}">
                <a16:creationId xmlns:a16="http://schemas.microsoft.com/office/drawing/2014/main" id="{7535B5AE-472E-AB17-F90A-BBD4F217E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087" y="2310403"/>
            <a:ext cx="2752725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3463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D95C8E-723D-841E-3301-904A40FE1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Проаналізуйте зображену картосхему.</a:t>
            </a: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B00D264E-6A91-2391-3F4D-B4DB6970E57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62831" y="2323306"/>
            <a:ext cx="4762500" cy="2876550"/>
          </a:xfrm>
          <a:prstGeom prst="rect">
            <a:avLst/>
          </a:prstGeom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1E312D9-EB1F-7589-84EC-D2DD78BCE4E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59889106"/>
              </p:ext>
            </p:extLst>
          </p:nvPr>
        </p:nvGraphicFramePr>
        <p:xfrm>
          <a:off x="6202892" y="1732449"/>
          <a:ext cx="5064665" cy="4651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113164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48114C-E78C-5489-BFFF-1E1052531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У </a:t>
            </a:r>
            <a:r>
              <a:rPr lang="ru-RU" sz="3200" dirty="0" err="1"/>
              <a:t>якому</a:t>
            </a:r>
            <a:r>
              <a:rPr lang="ru-RU" sz="3200" dirty="0"/>
              <a:t> </a:t>
            </a:r>
            <a:r>
              <a:rPr lang="ru-RU" sz="3200" dirty="0" err="1"/>
              <a:t>році</a:t>
            </a:r>
            <a:r>
              <a:rPr lang="ru-RU" sz="3200" dirty="0"/>
              <a:t> для </a:t>
            </a:r>
            <a:r>
              <a:rPr lang="ru-RU" sz="3200" dirty="0" err="1"/>
              <a:t>скріплення</a:t>
            </a:r>
            <a:r>
              <a:rPr lang="ru-RU" sz="3200" dirty="0"/>
              <a:t> </a:t>
            </a:r>
            <a:r>
              <a:rPr lang="ru-RU" sz="3200" dirty="0" err="1"/>
              <a:t>державних</a:t>
            </a:r>
            <a:r>
              <a:rPr lang="ru-RU" sz="3200" dirty="0"/>
              <a:t> </a:t>
            </a:r>
            <a:r>
              <a:rPr lang="ru-RU" sz="3200" dirty="0" err="1"/>
              <a:t>документів</a:t>
            </a:r>
            <a:r>
              <a:rPr lang="ru-RU" sz="3200" dirty="0"/>
              <a:t> </a:t>
            </a:r>
            <a:r>
              <a:rPr lang="ru-RU" sz="3200" dirty="0" err="1"/>
              <a:t>використовували</a:t>
            </a:r>
            <a:r>
              <a:rPr lang="ru-RU" sz="3200" dirty="0"/>
              <a:t> печатку, </a:t>
            </a:r>
            <a:r>
              <a:rPr lang="ru-RU" sz="3200" dirty="0" err="1"/>
              <a:t>відбиток</a:t>
            </a:r>
            <a:r>
              <a:rPr lang="ru-RU" sz="3200" dirty="0"/>
              <a:t> </a:t>
            </a:r>
            <a:r>
              <a:rPr lang="ru-RU" sz="3200" dirty="0" err="1"/>
              <a:t>якої</a:t>
            </a:r>
            <a:r>
              <a:rPr lang="ru-RU" sz="3200" dirty="0"/>
              <a:t> </a:t>
            </a:r>
            <a:r>
              <a:rPr lang="ru-RU" sz="3200" dirty="0" err="1"/>
              <a:t>зображено</a:t>
            </a:r>
            <a:r>
              <a:rPr lang="ru-RU" sz="3200" dirty="0"/>
              <a:t> на фото?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CCC3647-6167-E860-87EE-786B37A6BDB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11670389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6" name="Picture 2">
            <a:extLst>
              <a:ext uri="{FF2B5EF4-FFF2-40B4-BE49-F238E27FC236}">
                <a16:creationId xmlns:a16="http://schemas.microsoft.com/office/drawing/2014/main" id="{5D50D51E-7414-6918-284D-F42F9224E3B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531" y="1731963"/>
            <a:ext cx="4023101" cy="4059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10417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8B232-7957-973C-29D9-4EC74267E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26720"/>
            <a:ext cx="10353762" cy="970450"/>
          </a:xfrm>
        </p:spPr>
        <p:txBody>
          <a:bodyPr>
            <a:noAutofit/>
          </a:bodyPr>
          <a:lstStyle/>
          <a:p>
            <a:r>
              <a:rPr lang="ru-RU" sz="3200" dirty="0"/>
              <a:t>За </a:t>
            </a:r>
            <a:r>
              <a:rPr lang="ru-RU" sz="3200" dirty="0" err="1"/>
              <a:t>якого</a:t>
            </a:r>
            <a:r>
              <a:rPr lang="ru-RU" sz="3200" dirty="0"/>
              <a:t> </a:t>
            </a:r>
            <a:r>
              <a:rPr lang="ru-RU" sz="3200" dirty="0" err="1"/>
              <a:t>політичного</a:t>
            </a:r>
            <a:r>
              <a:rPr lang="ru-RU" sz="3200" dirty="0"/>
              <a:t> режиму </a:t>
            </a:r>
            <a:r>
              <a:rPr lang="ru-RU" sz="3200" dirty="0" err="1"/>
              <a:t>періоду</a:t>
            </a:r>
            <a:r>
              <a:rPr lang="ru-RU" sz="3200" dirty="0"/>
              <a:t> </a:t>
            </a:r>
            <a:r>
              <a:rPr lang="ru-RU" sz="3200" dirty="0" err="1"/>
              <a:t>національно-визвольних</a:t>
            </a:r>
            <a:r>
              <a:rPr lang="ru-RU" sz="3200" dirty="0"/>
              <a:t> </a:t>
            </a:r>
            <a:r>
              <a:rPr lang="ru-RU" sz="3200" dirty="0" err="1"/>
              <a:t>змагань</a:t>
            </a:r>
            <a:r>
              <a:rPr lang="ru-RU" sz="3200" dirty="0"/>
              <a:t> початку XX ст. уведено в </a:t>
            </a:r>
            <a:r>
              <a:rPr lang="ru-RU" sz="3200" dirty="0" err="1"/>
              <a:t>обіг</a:t>
            </a:r>
            <a:r>
              <a:rPr lang="ru-RU" sz="3200" dirty="0"/>
              <a:t> </a:t>
            </a:r>
            <a:r>
              <a:rPr lang="ru-RU" sz="3200" dirty="0" err="1"/>
              <a:t>грошову</a:t>
            </a:r>
            <a:r>
              <a:rPr lang="ru-RU" sz="3200" dirty="0"/>
              <a:t> купюру, </a:t>
            </a:r>
            <a:r>
              <a:rPr lang="ru-RU" sz="3200" dirty="0" err="1"/>
              <a:t>зображену</a:t>
            </a:r>
            <a:r>
              <a:rPr lang="ru-RU" sz="3200" dirty="0"/>
              <a:t> на фото?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7A0CB73-22D9-4CB8-AA0C-6FD370B0690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15327210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1CB6EEC2-B585-B751-9771-1B339B8D75A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193179"/>
            <a:ext cx="5059363" cy="3136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61576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D39A14-1C31-D4A7-27BA-0B5B6D050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Економічна</a:t>
            </a:r>
            <a:r>
              <a:rPr lang="ru-RU" dirty="0"/>
              <a:t> </a:t>
            </a:r>
            <a:r>
              <a:rPr lang="ru-RU" dirty="0" err="1"/>
              <a:t>політика</a:t>
            </a:r>
            <a:r>
              <a:rPr lang="ru-RU" dirty="0"/>
              <a:t> </a:t>
            </a:r>
            <a:r>
              <a:rPr lang="ru-RU" dirty="0" err="1"/>
              <a:t>гетьмана</a:t>
            </a:r>
            <a:r>
              <a:rPr lang="ru-RU" dirty="0"/>
              <a:t> П. </a:t>
            </a:r>
            <a:r>
              <a:rPr lang="ru-RU" dirty="0" err="1"/>
              <a:t>Скоропадського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BDCC1BC-5B5E-6E49-11B6-C2438F96C24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54593605"/>
              </p:ext>
            </p:extLst>
          </p:nvPr>
        </p:nvGraphicFramePr>
        <p:xfrm>
          <a:off x="913795" y="1732449"/>
          <a:ext cx="5060497" cy="4058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10D12E5-B9A0-2D22-37B6-B9CCC94F36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89204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C3C67E-E9D7-4E16-A787-4936F9147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Внутрішня</a:t>
            </a:r>
            <a:r>
              <a:rPr lang="ru-RU" dirty="0"/>
              <a:t> </a:t>
            </a:r>
            <a:r>
              <a:rPr lang="ru-RU" dirty="0" err="1"/>
              <a:t>політика</a:t>
            </a:r>
            <a:r>
              <a:rPr lang="ru-RU" dirty="0"/>
              <a:t> </a:t>
            </a:r>
            <a:r>
              <a:rPr lang="ru-RU" dirty="0" err="1"/>
              <a:t>гетьмана</a:t>
            </a:r>
            <a:r>
              <a:rPr lang="ru-RU" dirty="0"/>
              <a:t> П. </a:t>
            </a:r>
            <a:r>
              <a:rPr lang="ru-RU" dirty="0" err="1"/>
              <a:t>Скоропадського</a:t>
            </a:r>
            <a:r>
              <a:rPr lang="ru-RU" dirty="0"/>
              <a:t> в </a:t>
            </a:r>
            <a:r>
              <a:rPr lang="ru-RU" dirty="0" err="1"/>
              <a:t>соціально-економічній</a:t>
            </a:r>
            <a:r>
              <a:rPr lang="ru-RU" dirty="0"/>
              <a:t> </a:t>
            </a:r>
            <a:r>
              <a:rPr lang="ru-RU" dirty="0" err="1"/>
              <a:t>сфері</a:t>
            </a:r>
            <a:r>
              <a:rPr lang="ru-RU" dirty="0"/>
              <a:t>     </a:t>
            </a:r>
            <a:r>
              <a:rPr lang="ru-RU" dirty="0" err="1"/>
              <a:t>передбачала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D94E8AD-1870-F98C-78E7-64C35C7B405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3446642"/>
              </p:ext>
            </p:extLst>
          </p:nvPr>
        </p:nvGraphicFramePr>
        <p:xfrm>
          <a:off x="913795" y="1962434"/>
          <a:ext cx="5060497" cy="4285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E091891-A1C7-3C09-1041-F38BA9689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710" y="2076041"/>
            <a:ext cx="5064665" cy="4058751"/>
          </a:xfr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568324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8A2C13-0315-2545-1E06-D8177E8EA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 яку державу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26BF4CC-369B-B90D-5E42-4E5F076DA5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Тепер</a:t>
            </a:r>
            <a:r>
              <a:rPr lang="ru-RU" i="1" dirty="0"/>
              <a:t> є </a:t>
            </a:r>
            <a:r>
              <a:rPr lang="ru-RU" i="1" dirty="0" err="1"/>
              <a:t>сприятливі</a:t>
            </a:r>
            <a:r>
              <a:rPr lang="ru-RU" i="1" dirty="0"/>
              <a:t> </a:t>
            </a:r>
            <a:r>
              <a:rPr lang="ru-RU" i="1" dirty="0" err="1"/>
              <a:t>обставини</a:t>
            </a:r>
            <a:r>
              <a:rPr lang="ru-RU" i="1" dirty="0"/>
              <a:t> в </a:t>
            </a:r>
            <a:r>
              <a:rPr lang="ru-RU" i="1" dirty="0" err="1"/>
              <a:t>цьому</a:t>
            </a:r>
            <a:r>
              <a:rPr lang="ru-RU" i="1" dirty="0"/>
              <a:t> </a:t>
            </a:r>
            <a:r>
              <a:rPr lang="ru-RU" i="1" dirty="0" err="1"/>
              <a:t>питанні</a:t>
            </a:r>
            <a:r>
              <a:rPr lang="ru-RU" i="1" dirty="0"/>
              <a:t>, </a:t>
            </a:r>
            <a:r>
              <a:rPr lang="ru-RU" i="1" dirty="0" err="1"/>
              <a:t>завдання</a:t>
            </a:r>
            <a:r>
              <a:rPr lang="ru-RU" i="1" dirty="0"/>
              <a:t> </a:t>
            </a:r>
            <a:r>
              <a:rPr lang="ru-RU" i="1" dirty="0" err="1"/>
              <a:t>створення</a:t>
            </a:r>
            <a:r>
              <a:rPr lang="ru-RU" i="1" dirty="0"/>
              <a:t> в </a:t>
            </a:r>
            <a:r>
              <a:rPr lang="ru-RU" i="1" dirty="0" err="1"/>
              <a:t>Києві</a:t>
            </a:r>
            <a:r>
              <a:rPr lang="ru-RU" i="1" dirty="0"/>
              <a:t> </a:t>
            </a:r>
            <a:r>
              <a:rPr lang="ru-RU" i="1" dirty="0" err="1"/>
              <a:t>Української</a:t>
            </a:r>
            <a:r>
              <a:rPr lang="ru-RU" i="1" dirty="0"/>
              <a:t> </a:t>
            </a:r>
            <a:r>
              <a:rPr lang="ru-RU" i="1" dirty="0" err="1"/>
              <a:t>академії</a:t>
            </a:r>
            <a:r>
              <a:rPr lang="ru-RU" i="1" dirty="0"/>
              <a:t> наук </a:t>
            </a:r>
            <a:r>
              <a:rPr lang="ru-RU" i="1" dirty="0" err="1"/>
              <a:t>бере</a:t>
            </a:r>
            <a:r>
              <a:rPr lang="ru-RU" i="1" dirty="0"/>
              <a:t> на себе держава. </a:t>
            </a:r>
            <a:r>
              <a:rPr lang="ru-RU" i="1" dirty="0" err="1"/>
              <a:t>Завдання</a:t>
            </a:r>
            <a:r>
              <a:rPr lang="ru-RU" i="1" dirty="0"/>
              <a:t> </a:t>
            </a:r>
            <a:r>
              <a:rPr lang="ru-RU" i="1" dirty="0" err="1"/>
              <a:t>це</a:t>
            </a:r>
            <a:r>
              <a:rPr lang="ru-RU" i="1" dirty="0"/>
              <a:t> – справа </a:t>
            </a:r>
            <a:r>
              <a:rPr lang="ru-RU" i="1" dirty="0" err="1"/>
              <a:t>державної</a:t>
            </a:r>
            <a:r>
              <a:rPr lang="ru-RU" i="1" dirty="0"/>
              <a:t> ваги й </a:t>
            </a:r>
            <a:r>
              <a:rPr lang="ru-RU" i="1" dirty="0" err="1"/>
              <a:t>вирішити</a:t>
            </a:r>
            <a:r>
              <a:rPr lang="ru-RU" i="1" dirty="0"/>
              <a:t> </a:t>
            </a:r>
            <a:r>
              <a:rPr lang="ru-RU" i="1" dirty="0" err="1"/>
              <a:t>його</a:t>
            </a:r>
            <a:r>
              <a:rPr lang="ru-RU" i="1" dirty="0"/>
              <a:t> не </a:t>
            </a:r>
            <a:r>
              <a:rPr lang="ru-RU" i="1" dirty="0" err="1"/>
              <a:t>під</a:t>
            </a:r>
            <a:r>
              <a:rPr lang="ru-RU" i="1" dirty="0"/>
              <a:t> силу приватному </a:t>
            </a:r>
            <a:r>
              <a:rPr lang="ru-RU" i="1" dirty="0" err="1"/>
              <a:t>товариству</a:t>
            </a:r>
            <a:r>
              <a:rPr lang="ru-RU" i="1" dirty="0"/>
              <a:t>. Участь </a:t>
            </a:r>
            <a:r>
              <a:rPr lang="ru-RU" i="1" dirty="0" err="1"/>
              <a:t>держави</a:t>
            </a:r>
            <a:r>
              <a:rPr lang="ru-RU" i="1" dirty="0"/>
              <a:t> в </a:t>
            </a:r>
            <a:r>
              <a:rPr lang="ru-RU" i="1" dirty="0" err="1"/>
              <a:t>цій</a:t>
            </a:r>
            <a:r>
              <a:rPr lang="ru-RU" i="1" dirty="0"/>
              <a:t> </a:t>
            </a:r>
            <a:r>
              <a:rPr lang="ru-RU" i="1" dirty="0" err="1"/>
              <a:t>справі</a:t>
            </a:r>
            <a:r>
              <a:rPr lang="ru-RU" i="1" dirty="0"/>
              <a:t>, </a:t>
            </a:r>
            <a:r>
              <a:rPr lang="ru-RU" i="1" dirty="0" err="1"/>
              <a:t>створення</a:t>
            </a:r>
            <a:r>
              <a:rPr lang="ru-RU" i="1" dirty="0"/>
              <a:t> </a:t>
            </a:r>
            <a:r>
              <a:rPr lang="ru-RU" i="1" dirty="0" err="1"/>
              <a:t>Комісії</a:t>
            </a:r>
            <a:r>
              <a:rPr lang="ru-RU" i="1" dirty="0"/>
              <a:t> для </a:t>
            </a:r>
            <a:r>
              <a:rPr lang="ru-RU" i="1" dirty="0" err="1"/>
              <a:t>вироблення</a:t>
            </a:r>
            <a:r>
              <a:rPr lang="ru-RU" i="1" dirty="0"/>
              <a:t> законопроекту про </a:t>
            </a:r>
            <a:r>
              <a:rPr lang="ru-RU" i="1" dirty="0" err="1"/>
              <a:t>заснування</a:t>
            </a:r>
            <a:r>
              <a:rPr lang="ru-RU" i="1" dirty="0"/>
              <a:t> </a:t>
            </a:r>
            <a:r>
              <a:rPr lang="ru-RU" i="1" dirty="0" err="1"/>
              <a:t>Академії</a:t>
            </a:r>
            <a:r>
              <a:rPr lang="ru-RU" i="1" dirty="0"/>
              <a:t> на </a:t>
            </a:r>
            <a:r>
              <a:rPr lang="ru-RU" i="1" dirty="0" err="1"/>
              <a:t>чолі</a:t>
            </a:r>
            <a:r>
              <a:rPr lang="ru-RU" i="1" dirty="0"/>
              <a:t> з В. І. </a:t>
            </a:r>
            <a:r>
              <a:rPr lang="ru-RU" i="1" dirty="0" err="1"/>
              <a:t>Вернадським</a:t>
            </a:r>
            <a:r>
              <a:rPr lang="ru-RU" i="1" dirty="0"/>
              <a:t> </a:t>
            </a:r>
            <a:r>
              <a:rPr lang="ru-RU" i="1" dirty="0" err="1"/>
              <a:t>дасть</a:t>
            </a:r>
            <a:r>
              <a:rPr lang="ru-RU" i="1" dirty="0"/>
              <a:t> </a:t>
            </a:r>
            <a:r>
              <a:rPr lang="ru-RU" i="1" dirty="0" err="1"/>
              <a:t>можливість</a:t>
            </a:r>
            <a:r>
              <a:rPr lang="ru-RU" i="1" dirty="0"/>
              <a:t> </a:t>
            </a:r>
            <a:r>
              <a:rPr lang="ru-RU" i="1" dirty="0" err="1"/>
              <a:t>втілити</a:t>
            </a:r>
            <a:r>
              <a:rPr lang="ru-RU" i="1" dirty="0"/>
              <a:t> думку про </a:t>
            </a:r>
            <a:r>
              <a:rPr lang="ru-RU" i="1" dirty="0" err="1"/>
              <a:t>Академію</a:t>
            </a:r>
            <a:r>
              <a:rPr lang="ru-RU" i="1" dirty="0"/>
              <a:t> скоро та </a:t>
            </a:r>
            <a:r>
              <a:rPr lang="ru-RU" i="1" dirty="0" err="1"/>
              <a:t>найбільш</a:t>
            </a:r>
            <a:r>
              <a:rPr lang="ru-RU" i="1" dirty="0"/>
              <a:t> </a:t>
            </a:r>
            <a:r>
              <a:rPr lang="ru-RU" i="1" dirty="0" err="1"/>
              <a:t>повно</a:t>
            </a:r>
            <a:r>
              <a:rPr lang="ru-RU" i="1" dirty="0"/>
              <a:t>...»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008B9A3-E1BA-1E2F-49FB-A7D840F77F4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43903715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99277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4F307F-6B33-E3ED-0AAF-9E43638E5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містах</a:t>
            </a:r>
            <a:r>
              <a:rPr lang="ru-RU" dirty="0"/>
              <a:t> у </a:t>
            </a:r>
            <a:r>
              <a:rPr lang="ru-RU" dirty="0" err="1"/>
              <a:t>жовтні</a:t>
            </a:r>
            <a:r>
              <a:rPr lang="ru-RU" dirty="0"/>
              <a:t> 1918 р. </a:t>
            </a:r>
            <a:r>
              <a:rPr lang="ru-RU" dirty="0" err="1"/>
              <a:t>було</a:t>
            </a:r>
            <a:r>
              <a:rPr lang="ru-RU" dirty="0"/>
              <a:t> створено два </a:t>
            </a:r>
            <a:r>
              <a:rPr lang="ru-RU" dirty="0" err="1"/>
              <a:t>українських</a:t>
            </a:r>
            <a:r>
              <a:rPr lang="ru-RU" dirty="0"/>
              <a:t> </a:t>
            </a:r>
            <a:r>
              <a:rPr lang="ru-RU" dirty="0" err="1"/>
              <a:t>державних</a:t>
            </a:r>
            <a:r>
              <a:rPr lang="ru-RU" dirty="0"/>
              <a:t> </a:t>
            </a:r>
            <a:r>
              <a:rPr lang="ru-RU" dirty="0" err="1"/>
              <a:t>університети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5A5181C-A024-1C98-8CF6-4C949DB9FF9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96576225"/>
              </p:ext>
            </p:extLst>
          </p:nvPr>
        </p:nvGraphicFramePr>
        <p:xfrm>
          <a:off x="913795" y="1732449"/>
          <a:ext cx="5060497" cy="4058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1A643C7-0CB2-FDEC-0FAE-9DE9880A11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978369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83345E-2D2A-27A1-B798-159A78E4C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 фото зображено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955F81F-2019-E672-8107-77CA4A41533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86176979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314" name="Picture 2">
            <a:extLst>
              <a:ext uri="{FF2B5EF4-FFF2-40B4-BE49-F238E27FC236}">
                <a16:creationId xmlns:a16="http://schemas.microsoft.com/office/drawing/2014/main" id="{4D435000-0575-E3E7-9C44-6E6680D6AF6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5781" y="1751806"/>
            <a:ext cx="3276600" cy="401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89498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5A8C27-3D84-8BA8-3851-0BCE3E01C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Заснування українських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AFF5FF5-F763-390F-6F82-73B2E1E0FE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dirty="0"/>
              <a:t>гімназій, державних університетів у Києві та Кам’янець-Подільську, відкриття Української академії наук, Національної бібліотеки були складовими національно-культурної політики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B592871-908F-774E-5085-93CAED80EEA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24806884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64711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EE7B1-65B4-67DF-1769-59FB1A812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Установіть хронологічну послідовність подій: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C1D8572-FDEE-7F3E-8A51-66484C15E44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77855904"/>
              </p:ext>
            </p:extLst>
          </p:nvPr>
        </p:nvGraphicFramePr>
        <p:xfrm>
          <a:off x="913795" y="1732449"/>
          <a:ext cx="5060497" cy="4058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19E7624-7834-72AE-68FF-54919A0B9C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349271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EB0289-1BA6-B917-470A-B649B6BD2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2800" dirty="0"/>
              <a:t>Установіть відповідність між подією періоду боротьби за збереження державної незалежності України (1918-1921 рр.) та її наслідком.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F284F3E-A2AF-9FD7-0CAD-3F431F14499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41782878"/>
              </p:ext>
            </p:extLst>
          </p:nvPr>
        </p:nvGraphicFramePr>
        <p:xfrm>
          <a:off x="913795" y="1732449"/>
          <a:ext cx="5060497" cy="4058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29428EC0-9B94-A1BB-375F-30578B3C086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35676304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5488761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019294-CA17-3461-1483-9C17F8DC2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фото </a:t>
            </a:r>
            <a:r>
              <a:rPr lang="ru-RU" dirty="0" err="1"/>
              <a:t>політичного</a:t>
            </a:r>
            <a:r>
              <a:rPr lang="ru-RU" dirty="0"/>
              <a:t> </a:t>
            </a:r>
            <a:r>
              <a:rPr lang="ru-RU" dirty="0" err="1"/>
              <a:t>діяча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так </a:t>
            </a:r>
            <a:r>
              <a:rPr lang="ru-RU" dirty="0" err="1"/>
              <a:t>пояснював</a:t>
            </a:r>
            <a:r>
              <a:rPr lang="ru-RU" dirty="0"/>
              <a:t> </a:t>
            </a:r>
            <a:r>
              <a:rPr lang="ru-RU" dirty="0" err="1"/>
              <a:t>своє</a:t>
            </a:r>
            <a:r>
              <a:rPr lang="ru-RU" dirty="0"/>
              <a:t> </a:t>
            </a:r>
            <a:r>
              <a:rPr lang="ru-RU" dirty="0" err="1"/>
              <a:t>рішення</a:t>
            </a:r>
            <a:r>
              <a:rPr lang="ru-RU" dirty="0"/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4CBC426-D2E6-A0F4-6BB4-C3B711345A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>
                <a:solidFill>
                  <a:schemeClr val="tx1"/>
                </a:solidFill>
              </a:rPr>
              <a:t>«Союзні місії ставили мені умови, які зводилися до вимог федерації з Росією. Я дуже добре розумів небезпеку, що виникала з подібного політичного домагання, але змагаючись, перш за все, за вищу мету – утримання ладу в державі, яку я збудував, я мусив усупереч власній волі схилитися перед вимогою союзників і проголосити федерацію з Росією».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3D8BEE55-5E43-C993-44F8-38E1EBDC027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313"/>
          <a:stretch/>
        </p:blipFill>
        <p:spPr bwMode="auto">
          <a:xfrm>
            <a:off x="6213296" y="3020234"/>
            <a:ext cx="1511532" cy="2275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63CD9058-9B7B-3EB6-6B0D-7585C9E7E3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54" r="51959"/>
          <a:stretch/>
        </p:blipFill>
        <p:spPr bwMode="auto">
          <a:xfrm>
            <a:off x="9756025" y="3020234"/>
            <a:ext cx="1511532" cy="2275972"/>
          </a:xfrm>
          <a:prstGeom prst="rect">
            <a:avLst/>
          </a:prstGeom>
          <a:noFill/>
          <a:effectLst>
            <a:outerShdw blurRad="25400" dir="17880000">
              <a:srgbClr val="000000">
                <a:alpha val="46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972181C2-5195-3579-4D18-44D752705C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-1607" r="26313" b="1607"/>
          <a:stretch/>
        </p:blipFill>
        <p:spPr bwMode="auto">
          <a:xfrm>
            <a:off x="7989165" y="1869231"/>
            <a:ext cx="1511532" cy="2275972"/>
          </a:xfrm>
          <a:prstGeom prst="rect">
            <a:avLst/>
          </a:prstGeom>
          <a:noFill/>
          <a:effectLst>
            <a:outerShdw blurRad="25400" dir="17880000">
              <a:srgbClr val="000000">
                <a:alpha val="46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06C8933-2032-7F28-1C60-053F096C22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28" r="185"/>
          <a:stretch/>
        </p:blipFill>
        <p:spPr bwMode="auto">
          <a:xfrm>
            <a:off x="8000276" y="4302109"/>
            <a:ext cx="1511532" cy="2275972"/>
          </a:xfrm>
          <a:prstGeom prst="rect">
            <a:avLst/>
          </a:prstGeom>
          <a:noFill/>
          <a:effectLst>
            <a:outerShdw blurRad="25400" dir="17880000">
              <a:srgbClr val="000000">
                <a:alpha val="46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74467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FF929-901C-CFEB-F3EA-93E3562A3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B044B-32BB-0E92-DBFF-007E7FCA8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Вимоги</a:t>
            </a:r>
            <a:r>
              <a:rPr lang="ru-RU" dirty="0"/>
              <a:t> «</a:t>
            </a:r>
            <a:r>
              <a:rPr lang="ru-RU" dirty="0" err="1"/>
              <a:t>федерації</a:t>
            </a:r>
            <a:r>
              <a:rPr lang="ru-RU" dirty="0"/>
              <a:t> з </a:t>
            </a:r>
            <a:r>
              <a:rPr lang="ru-RU" dirty="0" err="1"/>
              <a:t>Росією</a:t>
            </a:r>
            <a:r>
              <a:rPr lang="ru-RU" dirty="0"/>
              <a:t>» </a:t>
            </a:r>
            <a:r>
              <a:rPr lang="ru-RU" dirty="0" err="1"/>
              <a:t>висували</a:t>
            </a:r>
            <a:r>
              <a:rPr lang="ru-RU" dirty="0"/>
              <a:t> </a:t>
            </a:r>
            <a:r>
              <a:rPr lang="ru-RU" dirty="0" err="1"/>
              <a:t>представники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2D61310-6C39-6E27-060A-D0B8B7E285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>
                <a:solidFill>
                  <a:schemeClr val="tx1"/>
                </a:solidFill>
              </a:rPr>
              <a:t>«Союзні місії ставили мені умови, які зводилися до вимог федерації з Росією. Я дуже добре розумів небезпеку, що виникала з подібного політичного домагання, але змагаючись, перш за все, за вищу мету – утримання ладу в державі, яку я збудував, я мусив усупереч власній волі схилитися перед вимогою союзників і проголосити федерацію з Росією».</a:t>
            </a:r>
          </a:p>
        </p:txBody>
      </p:sp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F8E91A75-3037-6162-D614-2C4F4360192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28401878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78248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851A7-B75F-84CB-C957-9D18C3B0D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243ADE-6558-7978-7DD6-CD824FA9A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стало </a:t>
            </a:r>
            <a:r>
              <a:rPr lang="ru-RU" dirty="0" err="1"/>
              <a:t>наслідком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, про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документа?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FBB81E4-2A28-E987-689E-BE79107006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>
                <a:solidFill>
                  <a:schemeClr val="tx1"/>
                </a:solidFill>
              </a:rPr>
              <a:t>«Союзні місії ставили мені умови, які зводилися до вимог федерації з Росією. Я дуже добре розумів небезпеку, що виникала з подібного політичного домагання, але змагаючись, перш за все, за вищу мету – утримання ладу в державі, яку я збудував, я мусив усупереч власній волі схилитися перед вимогою союзників і проголосити федерацію з Росією».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5BF1D09-240A-21D5-13E7-DE426C56D3D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96849318"/>
              </p:ext>
            </p:extLst>
          </p:nvPr>
        </p:nvGraphicFramePr>
        <p:xfrm>
          <a:off x="6202892" y="1732450"/>
          <a:ext cx="5064665" cy="43475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59036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9CC1E-A12B-B58A-0D95-2E8484626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Чи правильне твердження?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C9B2613-643E-2FB0-CAD7-2346C48D7F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dirty="0"/>
              <a:t>Восени 1918 р. на Катеринославщині діяли повстанські загони Н. Махна проти:</a:t>
            </a:r>
          </a:p>
          <a:p>
            <a:endParaRPr lang="uk-UA" dirty="0"/>
          </a:p>
          <a:p>
            <a:r>
              <a:rPr lang="uk-UA" i="1" dirty="0"/>
              <a:t>1) гетьманських військ, німецьких та австрійських окупаційних військ;</a:t>
            </a:r>
          </a:p>
          <a:p>
            <a:r>
              <a:rPr lang="uk-UA" i="1" dirty="0"/>
              <a:t>2) військ Директорії УНР та наступаючих частин Червоної й Добровольчої армій.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DB36189-72D5-FE83-D200-C44A0AE5512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8822067"/>
              </p:ext>
            </p:extLst>
          </p:nvPr>
        </p:nvGraphicFramePr>
        <p:xfrm>
          <a:off x="6202892" y="1732449"/>
          <a:ext cx="5064665" cy="45159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83041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1900D5-7B1F-5A15-11C4-119E99E11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 Так </a:t>
            </a:r>
            <a:r>
              <a:rPr lang="ru-RU" dirty="0" err="1"/>
              <a:t>оповідає</a:t>
            </a:r>
            <a:r>
              <a:rPr lang="ru-RU" dirty="0"/>
              <a:t> про </a:t>
            </a:r>
            <a:r>
              <a:rPr lang="ru-RU" dirty="0" err="1"/>
              <a:t>останні</a:t>
            </a:r>
            <a:r>
              <a:rPr lang="ru-RU" dirty="0"/>
              <a:t> </a:t>
            </a:r>
            <a:r>
              <a:rPr lang="ru-RU" dirty="0" err="1"/>
              <a:t>дні</a:t>
            </a:r>
            <a:r>
              <a:rPr lang="ru-RU" dirty="0"/>
              <a:t> </a:t>
            </a:r>
            <a:r>
              <a:rPr lang="ru-RU" dirty="0" err="1"/>
              <a:t>свого</a:t>
            </a:r>
            <a:r>
              <a:rPr lang="ru-RU" dirty="0"/>
              <a:t> </a:t>
            </a:r>
            <a:r>
              <a:rPr lang="ru-RU" dirty="0" err="1"/>
              <a:t>перебування</a:t>
            </a:r>
            <a:r>
              <a:rPr lang="ru-RU" dirty="0"/>
              <a:t> в </a:t>
            </a:r>
            <a:r>
              <a:rPr lang="ru-RU" dirty="0" err="1"/>
              <a:t>Києві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A7806FC-C1D0-5E2A-7860-FFB192FD67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«Німці вважали моє становище поганим і запропонували мені полетіти на аероплані до Одеси (де ще зберігалася моя влада), тому що шляхи всі були відрізані остаточно... Я відхилив цю пропозицію, бо вважав, що повинен досидіти до кінця отут, де уряд і військо, незважаючи на їхнє ставлення до мене»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2466446-B710-9BC4-5B9A-CC19EAAFF7A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37175723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11794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21FF61-51CD-5292-896F-39F3422E9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якою</a:t>
            </a:r>
            <a:r>
              <a:rPr lang="ru-RU" dirty="0"/>
              <a:t> метою </a:t>
            </a:r>
            <a:r>
              <a:rPr lang="ru-RU" dirty="0" err="1"/>
              <a:t>Директорія</a:t>
            </a:r>
            <a:r>
              <a:rPr lang="ru-RU" dirty="0"/>
              <a:t> УНР </a:t>
            </a:r>
            <a:r>
              <a:rPr lang="ru-RU" dirty="0" err="1"/>
              <a:t>ініціювала</a:t>
            </a:r>
            <a:r>
              <a:rPr lang="ru-RU" dirty="0"/>
              <a:t> заходи, </a:t>
            </a:r>
            <a:r>
              <a:rPr lang="ru-RU" dirty="0" err="1"/>
              <a:t>описані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DE5E4A4-FBD6-92A2-BEE8-0368F60ADA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«Ми, уповноважена волею трудящих України... Директорія, поваливши ненависний гетьманський режим, найближчим часом скличемо Конгрес усього трудового люду України. Делегатів обиратимуть на чесних і соціально справедливих засадах: від селянської курії – 71,4 %, від робітничої – 22,2 %, від трудової інтелігенції – 6,4 %...»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F6250AC-7E9D-EC8B-4C35-E19FB1AACB9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89980932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78215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989602-EB3F-49D1-2E93-9BD2F9A58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</a:t>
            </a:r>
            <a:r>
              <a:rPr lang="ru-RU" dirty="0" err="1"/>
              <a:t>листопаді</a:t>
            </a:r>
            <a:r>
              <a:rPr lang="ru-RU" dirty="0"/>
              <a:t> 1918 р. В. Винниченко </a:t>
            </a:r>
            <a:r>
              <a:rPr lang="ru-RU" dirty="0" err="1"/>
              <a:t>очолив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D82932F-B226-0681-7D3C-2AA2DB883F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FBFADB8-5753-FE69-652D-7CC5EE4DF4F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32415095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12337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Місце для вмісту 10">
            <a:extLst>
              <a:ext uri="{FF2B5EF4-FFF2-40B4-BE49-F238E27FC236}">
                <a16:creationId xmlns:a16="http://schemas.microsoft.com/office/drawing/2014/main" id="{2B2A758A-0271-42E2-396E-619A86F51B2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13968855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0A2CAAE-968B-9D44-8660-64E6222E6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З’ясуйте</a:t>
            </a:r>
            <a:r>
              <a:rPr lang="ru-RU" dirty="0"/>
              <a:t>, яку посаду </a:t>
            </a:r>
            <a:r>
              <a:rPr lang="ru-RU" dirty="0" err="1"/>
              <a:t>обіймав</a:t>
            </a:r>
            <a:r>
              <a:rPr lang="ru-RU" dirty="0"/>
              <a:t> </a:t>
            </a:r>
            <a:r>
              <a:rPr lang="ru-RU" dirty="0" err="1"/>
              <a:t>діяч</a:t>
            </a:r>
            <a:r>
              <a:rPr lang="ru-RU" dirty="0"/>
              <a:t>, </a:t>
            </a:r>
            <a:r>
              <a:rPr lang="ru-RU" dirty="0" err="1"/>
              <a:t>зображений</a:t>
            </a:r>
            <a:r>
              <a:rPr lang="ru-RU" dirty="0"/>
              <a:t> на фото.</a:t>
            </a:r>
            <a:endParaRPr lang="uk-UA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7609C71-897A-5C14-505B-6A7644F4E8E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369"/>
          <a:stretch/>
        </p:blipFill>
        <p:spPr bwMode="auto">
          <a:xfrm>
            <a:off x="1238749" y="1630151"/>
            <a:ext cx="1729224" cy="2451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DA81B9B5-5919-1EF6-8784-2759801B25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3" r="50046"/>
          <a:stretch/>
        </p:blipFill>
        <p:spPr bwMode="auto">
          <a:xfrm>
            <a:off x="3125602" y="1630151"/>
            <a:ext cx="1729224" cy="2451231"/>
          </a:xfrm>
          <a:prstGeom prst="rect">
            <a:avLst/>
          </a:prstGeom>
          <a:noFill/>
          <a:effectLst>
            <a:outerShdw blurRad="25400" dir="17880000">
              <a:srgbClr val="000000">
                <a:alpha val="46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38705700-0144-FA82-809F-E1C6D1EA6C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90" r="24579"/>
          <a:stretch/>
        </p:blipFill>
        <p:spPr bwMode="auto">
          <a:xfrm>
            <a:off x="1247536" y="4183680"/>
            <a:ext cx="1729224" cy="2451231"/>
          </a:xfrm>
          <a:prstGeom prst="rect">
            <a:avLst/>
          </a:prstGeom>
          <a:noFill/>
          <a:effectLst>
            <a:outerShdw blurRad="25400" dir="17880000">
              <a:srgbClr val="000000">
                <a:alpha val="46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A2F4FD3D-0564-FED4-2940-2F8DD09556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26" r="-57"/>
          <a:stretch/>
        </p:blipFill>
        <p:spPr bwMode="auto">
          <a:xfrm>
            <a:off x="3125602" y="4154651"/>
            <a:ext cx="1729224" cy="2451231"/>
          </a:xfrm>
          <a:prstGeom prst="rect">
            <a:avLst/>
          </a:prstGeom>
          <a:noFill/>
          <a:effectLst>
            <a:outerShdw blurRad="25400" dir="17880000">
              <a:srgbClr val="000000">
                <a:alpha val="46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1994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CE04BE9-9930-B8A8-E7D7-E6CC8E454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Західноукраїнська народна республіка</a:t>
            </a:r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5C0F4C44-47AB-6C77-1EB5-100853856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4845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FC3720-CE5E-8DF1-A975-8114E085C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200" dirty="0"/>
              <a:t>На відміну від Української Народної Республіки (УНР) Західноукраїнській Народній Республіці (ЗУНР) вдалося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4D913D5-D00A-C535-A1BD-7423AA5273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8029FE0-F67B-90F8-5BC3-6703D1A0031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98942191"/>
              </p:ext>
            </p:extLst>
          </p:nvPr>
        </p:nvGraphicFramePr>
        <p:xfrm>
          <a:off x="6202892" y="1732449"/>
          <a:ext cx="5064665" cy="45159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03001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434BDB-0C3C-B64C-E1D3-250C1A6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положення</a:t>
            </a:r>
            <a:r>
              <a:rPr lang="ru-RU" dirty="0"/>
              <a:t> </a:t>
            </a:r>
            <a:r>
              <a:rPr lang="ru-RU" dirty="0" err="1"/>
              <a:t>Тимчасового</a:t>
            </a:r>
            <a:r>
              <a:rPr lang="ru-RU" dirty="0"/>
              <a:t> основного закону про </a:t>
            </a:r>
            <a:r>
              <a:rPr lang="ru-RU" dirty="0" err="1"/>
              <a:t>державну</a:t>
            </a:r>
            <a:r>
              <a:rPr lang="ru-RU" dirty="0"/>
              <a:t> </a:t>
            </a:r>
            <a:r>
              <a:rPr lang="ru-RU" dirty="0" err="1"/>
              <a:t>самостійність</a:t>
            </a:r>
            <a:r>
              <a:rPr lang="ru-RU" dirty="0"/>
              <a:t> </a:t>
            </a:r>
            <a:r>
              <a:rPr lang="ru-RU" dirty="0" err="1"/>
              <a:t>українських</a:t>
            </a:r>
            <a:r>
              <a:rPr lang="ru-RU" dirty="0"/>
              <a:t> земель </a:t>
            </a:r>
            <a:r>
              <a:rPr lang="ru-RU" dirty="0" err="1"/>
              <a:t>колишньої</a:t>
            </a:r>
            <a:r>
              <a:rPr lang="ru-RU" dirty="0"/>
              <a:t> австро-</a:t>
            </a:r>
            <a:r>
              <a:rPr lang="ru-RU" dirty="0" err="1"/>
              <a:t>угорської</a:t>
            </a:r>
            <a:r>
              <a:rPr lang="ru-RU" dirty="0"/>
              <a:t> </a:t>
            </a:r>
            <a:r>
              <a:rPr lang="ru-RU" dirty="0" err="1"/>
              <a:t>монархії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3382FA3-A172-D3A7-F4FA-E672C7A99A4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95608886"/>
              </p:ext>
            </p:extLst>
          </p:nvPr>
        </p:nvGraphicFramePr>
        <p:xfrm>
          <a:off x="913795" y="1732449"/>
          <a:ext cx="5060497" cy="4058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CB313C1-42C4-BDA2-6FAC-46E2D9D5860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45823938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506340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8689F5-2E1C-02F3-2B0F-6023B55DC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Хто</a:t>
            </a:r>
            <a:r>
              <a:rPr lang="ru-RU" dirty="0"/>
              <a:t> з </a:t>
            </a:r>
            <a:r>
              <a:rPr lang="ru-RU" dirty="0" err="1"/>
              <a:t>указаних</a:t>
            </a:r>
            <a:r>
              <a:rPr lang="ru-RU" dirty="0"/>
              <a:t> </a:t>
            </a:r>
            <a:r>
              <a:rPr lang="ru-RU" dirty="0" err="1"/>
              <a:t>діячів</a:t>
            </a:r>
            <a:r>
              <a:rPr lang="ru-RU" dirty="0"/>
              <a:t> </a:t>
            </a:r>
            <a:r>
              <a:rPr lang="ru-RU" dirty="0" err="1"/>
              <a:t>був</a:t>
            </a:r>
            <a:r>
              <a:rPr lang="ru-RU" dirty="0"/>
              <a:t> </a:t>
            </a:r>
            <a:r>
              <a:rPr lang="ru-RU" dirty="0" err="1"/>
              <a:t>причетний</a:t>
            </a:r>
            <a:r>
              <a:rPr lang="ru-RU" dirty="0"/>
              <a:t> до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Західноукраїнської</a:t>
            </a:r>
            <a:r>
              <a:rPr lang="ru-RU" dirty="0"/>
              <a:t> </a:t>
            </a:r>
            <a:r>
              <a:rPr lang="ru-RU" dirty="0" err="1"/>
              <a:t>Народної</a:t>
            </a:r>
            <a:r>
              <a:rPr lang="ru-RU" dirty="0"/>
              <a:t> </a:t>
            </a:r>
            <a:r>
              <a:rPr lang="ru-RU" dirty="0" err="1"/>
              <a:t>Республіки</a:t>
            </a:r>
            <a:r>
              <a:rPr lang="ru-RU" dirty="0"/>
              <a:t> (ЗУНР)?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23A059E-0B3A-882C-E248-F7CA804D7C3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44772559"/>
              </p:ext>
            </p:extLst>
          </p:nvPr>
        </p:nvGraphicFramePr>
        <p:xfrm>
          <a:off x="913795" y="1732449"/>
          <a:ext cx="5060497" cy="4058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41A7BA1-5010-20DF-B290-51EEC10555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987268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2E6CE6-78C3-B7BB-E8ED-75A7B8B43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err="1"/>
              <a:t>Хто</a:t>
            </a:r>
            <a:r>
              <a:rPr lang="ru-RU" sz="2800" dirty="0"/>
              <a:t> з </a:t>
            </a:r>
            <a:r>
              <a:rPr lang="ru-RU" sz="2800" dirty="0" err="1"/>
              <a:t>діячів</a:t>
            </a:r>
            <a:r>
              <a:rPr lang="ru-RU" sz="2800" dirty="0"/>
              <a:t>, </a:t>
            </a:r>
            <a:r>
              <a:rPr lang="ru-RU" sz="2800" dirty="0" err="1"/>
              <a:t>зображених</a:t>
            </a:r>
            <a:r>
              <a:rPr lang="ru-RU" sz="2800" dirty="0"/>
              <a:t> на фото, </a:t>
            </a:r>
            <a:r>
              <a:rPr lang="ru-RU" sz="2800" dirty="0" err="1"/>
              <a:t>був</a:t>
            </a:r>
            <a:r>
              <a:rPr lang="ru-RU" sz="2800" dirty="0"/>
              <a:t> Президентом державного </a:t>
            </a:r>
            <a:r>
              <a:rPr lang="ru-RU" sz="2800" dirty="0" err="1"/>
              <a:t>утворення</a:t>
            </a:r>
            <a:r>
              <a:rPr lang="ru-RU" sz="2800" dirty="0"/>
              <a:t>, </a:t>
            </a:r>
            <a:r>
              <a:rPr lang="ru-RU" sz="2800" dirty="0" err="1"/>
              <a:t>позначеного</a:t>
            </a:r>
            <a:r>
              <a:rPr lang="ru-RU" sz="2800" dirty="0"/>
              <a:t> на </a:t>
            </a:r>
            <a:r>
              <a:rPr lang="ru-RU" sz="2800" dirty="0" err="1"/>
              <a:t>картосхемі</a:t>
            </a:r>
            <a:r>
              <a:rPr lang="ru-RU" sz="2800" dirty="0"/>
              <a:t>?</a:t>
            </a:r>
            <a:endParaRPr lang="uk-UA" sz="2800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F75BFAF-7CAE-20FB-1E4A-D694F10FE1A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272" y="1731963"/>
            <a:ext cx="3847618" cy="4059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FCE41DFB-574C-F98C-2636-61DA7C42036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68" r="50756"/>
          <a:stretch/>
        </p:blipFill>
        <p:spPr bwMode="auto">
          <a:xfrm>
            <a:off x="6117402" y="3050384"/>
            <a:ext cx="1591023" cy="2285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56C404-FDD8-A3E6-5CBE-9C3A1D46E5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09" t="-2489" r="75904" b="2489"/>
          <a:stretch/>
        </p:blipFill>
        <p:spPr bwMode="auto">
          <a:xfrm>
            <a:off x="7963593" y="1731963"/>
            <a:ext cx="1573952" cy="2285625"/>
          </a:xfrm>
          <a:prstGeom prst="rect">
            <a:avLst/>
          </a:prstGeom>
          <a:noFill/>
          <a:effectLst>
            <a:outerShdw blurRad="25400" dir="17880000">
              <a:srgbClr val="000000">
                <a:alpha val="46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D68D8A90-5E23-3526-31C3-1B028A4972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31" t="1245" r="25093" b="-1245"/>
          <a:stretch/>
        </p:blipFill>
        <p:spPr bwMode="auto">
          <a:xfrm>
            <a:off x="9792713" y="3050384"/>
            <a:ext cx="1591023" cy="2285624"/>
          </a:xfrm>
          <a:prstGeom prst="rect">
            <a:avLst/>
          </a:prstGeom>
          <a:noFill/>
          <a:effectLst>
            <a:outerShdw blurRad="25400" dir="17880000">
              <a:srgbClr val="000000">
                <a:alpha val="46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F29065AA-0E3D-94C4-E10D-0E5EAE3B30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94"/>
          <a:stretch/>
        </p:blipFill>
        <p:spPr bwMode="auto">
          <a:xfrm>
            <a:off x="7980664" y="4123100"/>
            <a:ext cx="1573952" cy="2285625"/>
          </a:xfrm>
          <a:prstGeom prst="rect">
            <a:avLst/>
          </a:prstGeom>
          <a:noFill/>
          <a:effectLst>
            <a:outerShdw blurRad="25400" dir="17880000">
              <a:srgbClr val="000000">
                <a:alpha val="46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4219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BC16C3-DF83-5A23-26A0-8B1CF69DD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Найбільш успішна наступальна операція Української Галицької армії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3214FFF-72E2-201D-11E7-2B7433C840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проведена на </a:t>
            </a:r>
            <a:r>
              <a:rPr lang="ru-RU" sz="3200" dirty="0" err="1"/>
              <a:t>завершальному</a:t>
            </a:r>
            <a:r>
              <a:rPr lang="ru-RU" sz="3200" dirty="0"/>
              <a:t> </a:t>
            </a:r>
            <a:r>
              <a:rPr lang="ru-RU" sz="3200" dirty="0" err="1"/>
              <a:t>етапі</a:t>
            </a:r>
            <a:r>
              <a:rPr lang="ru-RU" sz="3200" dirty="0"/>
              <a:t> </a:t>
            </a:r>
            <a:r>
              <a:rPr lang="ru-RU" sz="3200" dirty="0" err="1"/>
              <a:t>українсько-польської</a:t>
            </a:r>
            <a:r>
              <a:rPr lang="ru-RU" sz="3200" dirty="0"/>
              <a:t> </a:t>
            </a:r>
            <a:r>
              <a:rPr lang="ru-RU" sz="3200" dirty="0" err="1"/>
              <a:t>війни</a:t>
            </a:r>
            <a:r>
              <a:rPr lang="ru-RU" sz="3200" dirty="0"/>
              <a:t> 1918-1919 </a:t>
            </a:r>
            <a:r>
              <a:rPr lang="ru-RU" sz="3200" dirty="0" err="1"/>
              <a:t>рр</a:t>
            </a:r>
            <a:r>
              <a:rPr lang="ru-RU" sz="3200" dirty="0"/>
              <a:t>., </a:t>
            </a:r>
            <a:r>
              <a:rPr lang="ru-RU" sz="3200" dirty="0" err="1"/>
              <a:t>увійшла</a:t>
            </a:r>
            <a:r>
              <a:rPr lang="ru-RU" sz="3200" dirty="0"/>
              <a:t> в </a:t>
            </a:r>
            <a:r>
              <a:rPr lang="ru-RU" sz="3200" dirty="0" err="1"/>
              <a:t>історію</a:t>
            </a:r>
            <a:r>
              <a:rPr lang="ru-RU" sz="3200" dirty="0"/>
              <a:t> </a:t>
            </a:r>
            <a:r>
              <a:rPr lang="ru-RU" sz="3200" dirty="0" err="1"/>
              <a:t>під</a:t>
            </a:r>
            <a:r>
              <a:rPr lang="ru-RU" sz="3200" dirty="0"/>
              <a:t> </a:t>
            </a:r>
            <a:r>
              <a:rPr lang="ru-RU" sz="3200" dirty="0" err="1"/>
              <a:t>назвою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4C7C1A7-856F-7BEE-DA41-377054A0620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97265472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53219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1F7F67-CFCE-F48F-07BB-D315951CA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цитованим</a:t>
            </a:r>
            <a:r>
              <a:rPr lang="ru-RU" dirty="0"/>
              <a:t> документом і часом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оприлюднення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D34EAA7-69E2-7B70-EC0B-A7808D7F26C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13339695"/>
              </p:ext>
            </p:extLst>
          </p:nvPr>
        </p:nvGraphicFramePr>
        <p:xfrm>
          <a:off x="913795" y="1732449"/>
          <a:ext cx="5060497" cy="42672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7CB354D2-20D6-973A-FF31-33C89D55A16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4556064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2192238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E701BD-6569-93B9-A89C-C84817736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2800" dirty="0"/>
              <a:t>У якому пункті угоди зафіксовано положення, що викликали вкрай різку та негативну реакцію громадських і політичних кіл Західноукраїнської Народної Республіки?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D84E8DE-C45D-3811-DCDA-E3A648C37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1957270"/>
            <a:ext cx="3724707" cy="4058750"/>
          </a:xfrm>
        </p:spPr>
        <p:txBody>
          <a:bodyPr>
            <a:noAutofit/>
          </a:bodyPr>
          <a:lstStyle/>
          <a:p>
            <a:r>
              <a:rPr lang="uk-UA" sz="1400" i="1" dirty="0"/>
              <a:t>«Уряд Речі Посполитої Польської... і уряд Української Народної Республіки... погодилися на такі рішення:</a:t>
            </a:r>
          </a:p>
          <a:p>
            <a:r>
              <a:rPr lang="uk-UA" sz="1400" i="1" dirty="0"/>
              <a:t>(…)</a:t>
            </a:r>
          </a:p>
          <a:p>
            <a:r>
              <a:rPr lang="uk-UA" sz="1400" i="1" dirty="0"/>
              <a:t>2) Кордони між Річчю Посполитою Польською та Українською Народною Республікою визначатимуться таким чином: на півночі від Дністра вздовж р. Збруч, а далі уздовж колишнього кордону між Австро-Угорщиною та Росією...</a:t>
            </a:r>
          </a:p>
          <a:p>
            <a:r>
              <a:rPr lang="uk-UA" sz="1400" i="1" dirty="0"/>
              <a:t>(…)</a:t>
            </a:r>
          </a:p>
          <a:p>
            <a:r>
              <a:rPr lang="uk-UA" sz="1400" i="1" dirty="0"/>
              <a:t>4) Український уряд зобов'язується не укладати будь-яких міжнародних договорів, спрямованих проти Польщі. Ці ж зобов’язання бере на себе уряд Речі Посполитої Польської стосовно Української Народної Республіки.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9EC83B2-8C0B-3BC0-A095-39E4B4F9064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27503440"/>
              </p:ext>
            </p:extLst>
          </p:nvPr>
        </p:nvGraphicFramePr>
        <p:xfrm>
          <a:off x="8495607" y="2277687"/>
          <a:ext cx="3474720" cy="3275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Місце для вмісту 2">
            <a:extLst>
              <a:ext uri="{FF2B5EF4-FFF2-40B4-BE49-F238E27FC236}">
                <a16:creationId xmlns:a16="http://schemas.microsoft.com/office/drawing/2014/main" id="{DE34D050-48F0-7256-17F8-44C94DD0162E}"/>
              </a:ext>
            </a:extLst>
          </p:cNvPr>
          <p:cNvSpPr txBox="1">
            <a:spLocks/>
          </p:cNvSpPr>
          <p:nvPr/>
        </p:nvSpPr>
        <p:spPr>
          <a:xfrm>
            <a:off x="4622482" y="1957270"/>
            <a:ext cx="3724707" cy="40587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uk-UA" sz="1400" i="1" dirty="0"/>
              <a:t>5) Національно-культурні права, які польський уряд надає своїм громадянам української національності, які проживають на території Речі Посполитої Польської, будуть тією ж мірою надані громадянам польської національності, які проживають у межах Української Народної Республіки....</a:t>
            </a:r>
          </a:p>
          <a:p>
            <a:r>
              <a:rPr lang="uk-UA" sz="1400" i="1" dirty="0"/>
              <a:t>(…)</a:t>
            </a:r>
          </a:p>
          <a:p>
            <a:r>
              <a:rPr lang="uk-UA" sz="1400" i="1" dirty="0"/>
              <a:t>8) Договір залишається таємним. Його не можна передати третій стороні або публікувати...»</a:t>
            </a:r>
          </a:p>
        </p:txBody>
      </p:sp>
    </p:spTree>
    <p:extLst>
      <p:ext uri="{BB962C8B-B14F-4D97-AF65-F5344CB8AC3E}">
        <p14:creationId xmlns:p14="http://schemas.microsoft.com/office/powerpoint/2010/main" val="304399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92F93E-B3D5-8065-AD16-817C5E76A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обрання</a:t>
            </a:r>
            <a:r>
              <a:rPr lang="ru-RU" dirty="0"/>
              <a:t> </a:t>
            </a:r>
            <a:r>
              <a:rPr lang="ru-RU" dirty="0" err="1"/>
              <a:t>діячів</a:t>
            </a:r>
            <a:r>
              <a:rPr lang="ru-RU" dirty="0"/>
              <a:t> на посаду.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0F15A1E-67EE-2963-6E7C-3DF919864E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7187468"/>
              </p:ext>
            </p:extLst>
          </p:nvPr>
        </p:nvGraphicFramePr>
        <p:xfrm>
          <a:off x="914400" y="1731963"/>
          <a:ext cx="10353675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052368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C53683-9652-69E1-CE64-365610477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договір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3E87616-676B-AEA2-8243-A703758911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«Безсумнівно, він був великою поразкою української дипломатії та гробом самостійності Української держави в новітніх часах. Польща і більшовицька Росія поділились українськими землями, як в Андрусові в 1667 році…»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B0173EB-8361-EE88-24D4-7F28CE1562F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00201455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48805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1_Основна подія">
  <a:themeElements>
    <a:clrScheme name="Основна подія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Основна подія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сновна поді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Основна подія">
  <a:themeElements>
    <a:clrScheme name="Основна подія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346492"/>
      </a:accent1>
      <a:accent2>
        <a:srgbClr val="6DA5D4"/>
      </a:accent2>
      <a:accent3>
        <a:srgbClr val="538C79"/>
      </a:accent3>
      <a:accent4>
        <a:srgbClr val="93B75D"/>
      </a:accent4>
      <a:accent5>
        <a:srgbClr val="DEB050"/>
      </a:accent5>
      <a:accent6>
        <a:srgbClr val="BB5354"/>
      </a:accent6>
      <a:hlink>
        <a:srgbClr val="3289DD"/>
      </a:hlink>
      <a:folHlink>
        <a:srgbClr val="859EB6"/>
      </a:folHlink>
    </a:clrScheme>
    <a:fontScheme name="Основна подія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сновна поді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E3530EC-BA5B-407C-9B36-00820F39551C}"/>
    </a:ext>
  </a:extLst>
</a:theme>
</file>

<file path=ppt/theme/theme3.xml><?xml version="1.0" encoding="utf-8"?>
<a:theme xmlns:a="http://schemas.openxmlformats.org/drawingml/2006/main" name="Сланець">
  <a:themeElements>
    <a:clrScheme name="Сланець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3EC26C"/>
      </a:accent1>
      <a:accent2>
        <a:srgbClr val="B3D463"/>
      </a:accent2>
      <a:accent3>
        <a:srgbClr val="3BBC9D"/>
      </a:accent3>
      <a:accent4>
        <a:srgbClr val="97AF75"/>
      </a:accent4>
      <a:accent5>
        <a:srgbClr val="6BA841"/>
      </a:accent5>
      <a:accent6>
        <a:srgbClr val="79AE90"/>
      </a:accent6>
      <a:hlink>
        <a:srgbClr val="85E4A6"/>
      </a:hlink>
      <a:folHlink>
        <a:srgbClr val="BDF3D0"/>
      </a:folHlink>
    </a:clrScheme>
    <a:fontScheme name="Сланець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ь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43372978-11FE-4814-AC26-BC300187D8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Сланець</Template>
  <TotalTime>238</TotalTime>
  <Words>3518</Words>
  <Application>Microsoft Office PowerPoint</Application>
  <PresentationFormat>Широкий екран</PresentationFormat>
  <Paragraphs>326</Paragraphs>
  <Slides>61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слайдів</vt:lpstr>
      </vt:variant>
      <vt:variant>
        <vt:i4>61</vt:i4>
      </vt:variant>
    </vt:vector>
  </HeadingPairs>
  <TitlesOfParts>
    <vt:vector size="69" baseType="lpstr">
      <vt:lpstr>Arial</vt:lpstr>
      <vt:lpstr>Calisto MT</vt:lpstr>
      <vt:lpstr>Century Gothic</vt:lpstr>
      <vt:lpstr>Impact</vt:lpstr>
      <vt:lpstr>Wingdings 2</vt:lpstr>
      <vt:lpstr>1_Основна подія</vt:lpstr>
      <vt:lpstr>Основна подія</vt:lpstr>
      <vt:lpstr>Сланець</vt:lpstr>
      <vt:lpstr>Період Гетьманату</vt:lpstr>
      <vt:lpstr>Короткий зміст попередньої лекції</vt:lpstr>
      <vt:lpstr>Початок Української революції</vt:lpstr>
      <vt:lpstr>Презентація PowerPoint</vt:lpstr>
      <vt:lpstr>Універсали Української Центральної Ради</vt:lpstr>
      <vt:lpstr>Події кінця 1917 — початку 1918 рр.</vt:lpstr>
      <vt:lpstr>Причини поразки</vt:lpstr>
      <vt:lpstr>Передумови Гетьманського перевороту</vt:lpstr>
      <vt:lpstr>Установіть відповідність між подією та її наслідком.</vt:lpstr>
      <vt:lpstr>З’ясуйте, до якої події причетний кожен з указаних діячів.</vt:lpstr>
      <vt:lpstr>Установіть послідовність подій 1917-1918 рр., описаних у спогадах В. Винниченка.</vt:lpstr>
      <vt:lpstr>Яка обставина відіграла вирішальну роль у втраті більшовиками весною 1918 р. контролю над Україною?</vt:lpstr>
      <vt:lpstr>Якого договору стосується цитований нижче документ?</vt:lpstr>
      <vt:lpstr>Яку «велику потребу» в Україні мали зазначені вище країни?</vt:lpstr>
      <vt:lpstr>Оцінку якого мирного договору наведено в уривку з історичного джерела:</vt:lpstr>
      <vt:lpstr>Установіть послідовність суспільно-політичних подій, описаних в уривках з історичних джерел.</vt:lpstr>
      <vt:lpstr>Наслідком укладення Брест-Литовського мирного договору для України було відновлення</vt:lpstr>
      <vt:lpstr>На фото зображений</vt:lpstr>
      <vt:lpstr>Установіть відповідність між назвами документів та цитатами з них.</vt:lpstr>
      <vt:lpstr>Якими були передумови гетьманського перевороту 1918 р.?</vt:lpstr>
      <vt:lpstr>Якими цифрами на карті позначено регіональні радянські республіки, утворені більшовиками на початку 1918 р.?</vt:lpstr>
      <vt:lpstr>Українська держава</vt:lpstr>
      <vt:lpstr>На фото зображений</vt:lpstr>
      <vt:lpstr>Про яке державне утворення йдеться в уривку з історичного джерела:</vt:lpstr>
      <vt:lpstr>На карті суцільною жирною лінією позначено територію</vt:lpstr>
      <vt:lpstr>Підписання якого договору зумовило вступ на територію України німецьких та австро-угорських військ?</vt:lpstr>
      <vt:lpstr>Про допомогу урядові якого державного утворення йдеться в уривку документа?</vt:lpstr>
      <vt:lpstr>Яку «велику потребу» в Україні мали країни, указані в уривку документа?</vt:lpstr>
      <vt:lpstr>Підписання якого договору спричинило ситуацію, описану в уривку джерела?</vt:lpstr>
      <vt:lpstr>Автор документа, говорячи про «…маріонеток, які привели до своєї країни іноземних поневолювачів», мав на увазі керівників</vt:lpstr>
      <vt:lpstr>Із якою метою було укладено договір, що призвів до ситуації, описаної в джерелі?</vt:lpstr>
      <vt:lpstr>Укажіть фото державного діяча, який у квітні 1918 р. прийшов до влади в Україні в результаті державного перевороту.</vt:lpstr>
      <vt:lpstr>Проаналізуйте зображену картосхему.</vt:lpstr>
      <vt:lpstr>У якому році для скріплення державних документів використовували печатку, відбиток якої зображено на фото?</vt:lpstr>
      <vt:lpstr>За якого політичного режиму періоду національно-визвольних змагань початку XX ст. уведено в обіг грошову купюру, зображену на фото?</vt:lpstr>
      <vt:lpstr>Економічна політика гетьмана П. Скоропадського</vt:lpstr>
      <vt:lpstr>Внутрішня політика гетьмана П. Скоропадського в соціально-економічній сфері     передбачала</vt:lpstr>
      <vt:lpstr>Про яку державу йдеться в уривку з історичного джерела?</vt:lpstr>
      <vt:lpstr>У яких містах у жовтні 1918 р. було створено два українських державних університети?</vt:lpstr>
      <vt:lpstr>На фото зображено</vt:lpstr>
      <vt:lpstr>Заснування українських</vt:lpstr>
      <vt:lpstr>Установіть хронологічну послідовність подій:</vt:lpstr>
      <vt:lpstr>Установіть відповідність між подією періоду боротьби за збереження державної незалежності України (1918-1921 рр.) та її наслідком.</vt:lpstr>
      <vt:lpstr>Укажіть фото політичного діяча, який так пояснював своє рішення.</vt:lpstr>
      <vt:lpstr>Вимоги «федерації з Росією» висували представники</vt:lpstr>
      <vt:lpstr>Що стало наслідком подій, про які йдеться в уривку з історичного документа?</vt:lpstr>
      <vt:lpstr>Чи правильне твердження?</vt:lpstr>
      <vt:lpstr> Так оповідає про останні дні свого перебування в Києві</vt:lpstr>
      <vt:lpstr>Із якою метою Директорія УНР ініціювала заходи, описані в уривку з історичного джерела</vt:lpstr>
      <vt:lpstr>У листопаді 1918 р. В. Винниченко очолив</vt:lpstr>
      <vt:lpstr>З’ясуйте, яку посаду обіймав діяч, зображений на фото.</vt:lpstr>
      <vt:lpstr>Західноукраїнська народна республіка</vt:lpstr>
      <vt:lpstr>На відміну від Української Народної Республіки (УНР) Західноукраїнській Народній Республіці (ЗУНР) вдалося</vt:lpstr>
      <vt:lpstr>Укажіть положення Тимчасового основного закону про державну самостійність українських земель колишньої австро-угорської монархії.</vt:lpstr>
      <vt:lpstr>Хто з указаних діячів був причетний до створення Західноукраїнської Народної Республіки (ЗУНР)?</vt:lpstr>
      <vt:lpstr>Хто з діячів, зображених на фото, був Президентом державного утворення, позначеного на картосхемі?</vt:lpstr>
      <vt:lpstr>Найбільш успішна наступальна операція Української Галицької армії</vt:lpstr>
      <vt:lpstr>Установіть відповідність між цитованим документом і часом його оприлюднення.</vt:lpstr>
      <vt:lpstr>У якому пункті угоди зафіксовано положення, що викликали вкрай різку та негативну реакцію громадських і політичних кіл Західноукраїнської Народної Республіки?</vt:lpstr>
      <vt:lpstr>Установіть послідовність обрання діячів на посаду.</vt:lpstr>
      <vt:lpstr>Про який договір йдеться в уривку з історичного джерела: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7</cp:revision>
  <dcterms:created xsi:type="dcterms:W3CDTF">2025-01-13T11:03:55Z</dcterms:created>
  <dcterms:modified xsi:type="dcterms:W3CDTF">2025-01-13T15:02:39Z</dcterms:modified>
</cp:coreProperties>
</file>