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332" r:id="rId3"/>
    <p:sldId id="333" r:id="rId4"/>
    <p:sldId id="257" r:id="rId5"/>
    <p:sldId id="258" r:id="rId6"/>
    <p:sldId id="322" r:id="rId7"/>
    <p:sldId id="265" r:id="rId8"/>
    <p:sldId id="266" r:id="rId9"/>
    <p:sldId id="274" r:id="rId10"/>
    <p:sldId id="275" r:id="rId11"/>
    <p:sldId id="259" r:id="rId12"/>
    <p:sldId id="285" r:id="rId13"/>
    <p:sldId id="295" r:id="rId14"/>
    <p:sldId id="276" r:id="rId15"/>
    <p:sldId id="292" r:id="rId16"/>
    <p:sldId id="260" r:id="rId17"/>
    <p:sldId id="278" r:id="rId18"/>
    <p:sldId id="331" r:id="rId19"/>
    <p:sldId id="328" r:id="rId20"/>
    <p:sldId id="287" r:id="rId21"/>
    <p:sldId id="299" r:id="rId22"/>
    <p:sldId id="270" r:id="rId23"/>
    <p:sldId id="272" r:id="rId24"/>
    <p:sldId id="293" r:id="rId25"/>
    <p:sldId id="308" r:id="rId26"/>
    <p:sldId id="329" r:id="rId27"/>
    <p:sldId id="327" r:id="rId28"/>
    <p:sldId id="309" r:id="rId29"/>
    <p:sldId id="317" r:id="rId30"/>
    <p:sldId id="318" r:id="rId31"/>
    <p:sldId id="290" r:id="rId32"/>
    <p:sldId id="283" r:id="rId33"/>
    <p:sldId id="280" r:id="rId34"/>
    <p:sldId id="261" r:id="rId35"/>
    <p:sldId id="303" r:id="rId36"/>
    <p:sldId id="320" r:id="rId37"/>
    <p:sldId id="321" r:id="rId38"/>
    <p:sldId id="271" r:id="rId39"/>
    <p:sldId id="267" r:id="rId40"/>
    <p:sldId id="284" r:id="rId41"/>
    <p:sldId id="305" r:id="rId42"/>
    <p:sldId id="300" r:id="rId43"/>
    <p:sldId id="301" r:id="rId44"/>
    <p:sldId id="262" r:id="rId45"/>
    <p:sldId id="298" r:id="rId46"/>
    <p:sldId id="279" r:id="rId47"/>
    <p:sldId id="306" r:id="rId48"/>
    <p:sldId id="281" r:id="rId49"/>
    <p:sldId id="296" r:id="rId50"/>
    <p:sldId id="263" r:id="rId51"/>
    <p:sldId id="268" r:id="rId52"/>
    <p:sldId id="304" r:id="rId53"/>
    <p:sldId id="289" r:id="rId54"/>
    <p:sldId id="277" r:id="rId55"/>
    <p:sldId id="288" r:id="rId56"/>
    <p:sldId id="291" r:id="rId57"/>
    <p:sldId id="297" r:id="rId58"/>
    <p:sldId id="294" r:id="rId59"/>
    <p:sldId id="286" r:id="rId60"/>
    <p:sldId id="314" r:id="rId61"/>
    <p:sldId id="323" r:id="rId62"/>
    <p:sldId id="324" r:id="rId63"/>
    <p:sldId id="326" r:id="rId64"/>
    <p:sldId id="282" r:id="rId65"/>
    <p:sldId id="269" r:id="rId66"/>
    <p:sldId id="319" r:id="rId67"/>
    <p:sldId id="273" r:id="rId68"/>
    <p:sldId id="264" r:id="rId69"/>
    <p:sldId id="302" r:id="rId70"/>
    <p:sldId id="316" r:id="rId71"/>
    <p:sldId id="325" r:id="rId72"/>
    <p:sldId id="330" r:id="rId73"/>
    <p:sldId id="307" r:id="rId74"/>
    <p:sldId id="310" r:id="rId75"/>
    <p:sldId id="311" r:id="rId76"/>
    <p:sldId id="312" r:id="rId77"/>
    <p:sldId id="313" r:id="rId78"/>
    <p:sldId id="315"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398906A9-8A28-4BCA-A241-B4E9E82AF502}">
          <p14:sldIdLst>
            <p14:sldId id="256"/>
          </p14:sldIdLst>
        </p14:section>
        <p14:section name="Короткий зміст" id="{C443CCFD-0FFE-46F3-876A-CCA89D69155E}">
          <p14:sldIdLst>
            <p14:sldId id="332"/>
            <p14:sldId id="333"/>
            <p14:sldId id="257"/>
          </p14:sldIdLst>
        </p14:section>
        <p14:section name="Політична боротьба" id="{E6BA4901-1151-4D5B-B927-243BE378C8D6}">
          <p14:sldIdLst>
            <p14:sldId id="258"/>
            <p14:sldId id="322"/>
            <p14:sldId id="265"/>
            <p14:sldId id="266"/>
            <p14:sldId id="274"/>
            <p14:sldId id="275"/>
            <p14:sldId id="259"/>
            <p14:sldId id="285"/>
            <p14:sldId id="295"/>
            <p14:sldId id="276"/>
            <p14:sldId id="292"/>
            <p14:sldId id="260"/>
            <p14:sldId id="278"/>
            <p14:sldId id="331"/>
            <p14:sldId id="328"/>
            <p14:sldId id="287"/>
            <p14:sldId id="299"/>
            <p14:sldId id="270"/>
            <p14:sldId id="272"/>
            <p14:sldId id="293"/>
            <p14:sldId id="308"/>
            <p14:sldId id="329"/>
            <p14:sldId id="327"/>
            <p14:sldId id="309"/>
            <p14:sldId id="317"/>
            <p14:sldId id="318"/>
            <p14:sldId id="290"/>
            <p14:sldId id="283"/>
            <p14:sldId id="280"/>
            <p14:sldId id="261"/>
            <p14:sldId id="303"/>
            <p14:sldId id="320"/>
            <p14:sldId id="321"/>
          </p14:sldIdLst>
        </p14:section>
        <p14:section name="Політика, війна" id="{66F8FF92-B41F-43FF-9334-755C6D428EE3}">
          <p14:sldIdLst>
            <p14:sldId id="271"/>
            <p14:sldId id="267"/>
            <p14:sldId id="284"/>
            <p14:sldId id="305"/>
            <p14:sldId id="300"/>
            <p14:sldId id="301"/>
            <p14:sldId id="262"/>
            <p14:sldId id="298"/>
            <p14:sldId id="279"/>
            <p14:sldId id="306"/>
            <p14:sldId id="281"/>
            <p14:sldId id="296"/>
          </p14:sldIdLst>
        </p14:section>
        <p14:section name="Соціально-економічне життя" id="{65FBA293-524E-476A-820F-A424E14EE247}">
          <p14:sldIdLst>
            <p14:sldId id="263"/>
            <p14:sldId id="268"/>
            <p14:sldId id="304"/>
            <p14:sldId id="289"/>
            <p14:sldId id="277"/>
            <p14:sldId id="288"/>
            <p14:sldId id="291"/>
            <p14:sldId id="297"/>
            <p14:sldId id="294"/>
            <p14:sldId id="286"/>
            <p14:sldId id="314"/>
            <p14:sldId id="323"/>
            <p14:sldId id="324"/>
            <p14:sldId id="326"/>
            <p14:sldId id="282"/>
            <p14:sldId id="269"/>
            <p14:sldId id="319"/>
            <p14:sldId id="273"/>
          </p14:sldIdLst>
        </p14:section>
        <p14:section name="Наука та культура" id="{1BACDE93-0BF1-4DA8-8D16-B70BF8CEC748}">
          <p14:sldIdLst>
            <p14:sldId id="264"/>
            <p14:sldId id="302"/>
            <p14:sldId id="316"/>
            <p14:sldId id="325"/>
            <p14:sldId id="330"/>
            <p14:sldId id="307"/>
            <p14:sldId id="310"/>
            <p14:sldId id="311"/>
            <p14:sldId id="312"/>
            <p14:sldId id="313"/>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7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60CF1B-CF17-4934-BC4D-FE7261439D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B3808BF-F2DA-40CC-A1ED-EBE62C265344}">
      <dgm:prSet/>
      <dgm:spPr/>
      <dgm:t>
        <a:bodyPr/>
        <a:lstStyle/>
        <a:p>
          <a:r>
            <a:rPr lang="uk-UA" b="0" i="1" dirty="0"/>
            <a:t>«27 червня 1672 р. гетьманом став генеральний писар, один з донощиків на Многогрішного.., син священика з Правобережної України...»</a:t>
          </a:r>
          <a:endParaRPr lang="uk-UA" dirty="0"/>
        </a:p>
      </dgm:t>
    </dgm:pt>
    <dgm:pt modelId="{8D5E04BE-B46B-4ECB-99A4-515523481A43}" type="parTrans" cxnId="{E7871FEA-3791-456C-A997-C23C8881CF22}">
      <dgm:prSet/>
      <dgm:spPr/>
      <dgm:t>
        <a:bodyPr/>
        <a:lstStyle/>
        <a:p>
          <a:endParaRPr lang="uk-UA"/>
        </a:p>
      </dgm:t>
    </dgm:pt>
    <dgm:pt modelId="{FC9965A3-EBF9-451B-A81A-42D454E6F34E}" type="sibTrans" cxnId="{E7871FEA-3791-456C-A997-C23C8881CF22}">
      <dgm:prSet/>
      <dgm:spPr/>
      <dgm:t>
        <a:bodyPr/>
        <a:lstStyle/>
        <a:p>
          <a:endParaRPr lang="uk-UA"/>
        </a:p>
      </dgm:t>
    </dgm:pt>
    <dgm:pt modelId="{D1D9A15B-422C-40F7-AD85-479FEF623BC4}">
      <dgm:prSet/>
      <dgm:spPr/>
      <dgm:t>
        <a:bodyPr/>
        <a:lstStyle/>
        <a:p>
          <a:r>
            <a:rPr lang="uk-UA" b="0" i="1"/>
            <a:t>«…був заочно «обраний» на гетьманство, а імператриця з цієї нагоди присвоїла йому чин генерал-фельдмаршала й вручила в придворній церкві в Петербурзі гетьманські клейноди…»</a:t>
          </a:r>
          <a:endParaRPr lang="uk-UA"/>
        </a:p>
      </dgm:t>
    </dgm:pt>
    <dgm:pt modelId="{AF71EE9C-64D0-476E-A5D1-50FEA34CAA9F}" type="parTrans" cxnId="{CBE5B0FA-0FBF-485B-8383-B8BE043166CB}">
      <dgm:prSet/>
      <dgm:spPr/>
      <dgm:t>
        <a:bodyPr/>
        <a:lstStyle/>
        <a:p>
          <a:endParaRPr lang="uk-UA"/>
        </a:p>
      </dgm:t>
    </dgm:pt>
    <dgm:pt modelId="{8F037476-5A0D-4E13-82D4-9E57210CD3B5}" type="sibTrans" cxnId="{CBE5B0FA-0FBF-485B-8383-B8BE043166CB}">
      <dgm:prSet/>
      <dgm:spPr/>
      <dgm:t>
        <a:bodyPr/>
        <a:lstStyle/>
        <a:p>
          <a:endParaRPr lang="uk-UA"/>
        </a:p>
      </dgm:t>
    </dgm:pt>
    <dgm:pt modelId="{6FAFD928-8704-4F0D-930A-D3A76F9E17E0}">
      <dgm:prSet/>
      <dgm:spPr/>
      <dgm:t>
        <a:bodyPr/>
        <a:lstStyle/>
        <a:p>
          <a:r>
            <a:rPr lang="uk-UA" b="0" i="1" dirty="0"/>
            <a:t>«…вирішує перенести свою резиденцію до старої, </a:t>
          </a:r>
          <a:r>
            <a:rPr lang="uk-UA" b="0" i="1" dirty="0" err="1"/>
            <a:t>мазепинської</a:t>
          </a:r>
          <a:r>
            <a:rPr lang="uk-UA" b="0" i="1" dirty="0"/>
            <a:t>, столиці – Батурина…»</a:t>
          </a:r>
          <a:endParaRPr lang="uk-UA" dirty="0"/>
        </a:p>
      </dgm:t>
    </dgm:pt>
    <dgm:pt modelId="{177D99D3-83D9-444D-BF9F-7A77DD553276}" type="parTrans" cxnId="{7D17FD13-3D2A-4E2F-BC2E-E4DBE598D760}">
      <dgm:prSet/>
      <dgm:spPr/>
      <dgm:t>
        <a:bodyPr/>
        <a:lstStyle/>
        <a:p>
          <a:endParaRPr lang="uk-UA"/>
        </a:p>
      </dgm:t>
    </dgm:pt>
    <dgm:pt modelId="{0F89AC34-6957-45E7-B222-E2055B6E5DD2}" type="sibTrans" cxnId="{7D17FD13-3D2A-4E2F-BC2E-E4DBE598D760}">
      <dgm:prSet/>
      <dgm:spPr/>
      <dgm:t>
        <a:bodyPr/>
        <a:lstStyle/>
        <a:p>
          <a:endParaRPr lang="uk-UA"/>
        </a:p>
      </dgm:t>
    </dgm:pt>
    <dgm:pt modelId="{EE7DFA11-7B44-4E34-83C8-583C73652B45}" type="pres">
      <dgm:prSet presAssocID="{FF60CF1B-CF17-4934-BC4D-FE7261439D14}" presName="linear" presStyleCnt="0">
        <dgm:presLayoutVars>
          <dgm:animLvl val="lvl"/>
          <dgm:resizeHandles val="exact"/>
        </dgm:presLayoutVars>
      </dgm:prSet>
      <dgm:spPr/>
    </dgm:pt>
    <dgm:pt modelId="{9A0EB41A-79AB-4C98-95A9-FC8E225757E4}" type="pres">
      <dgm:prSet presAssocID="{BB3808BF-F2DA-40CC-A1ED-EBE62C265344}" presName="parentText" presStyleLbl="node1" presStyleIdx="0" presStyleCnt="3">
        <dgm:presLayoutVars>
          <dgm:chMax val="0"/>
          <dgm:bulletEnabled val="1"/>
        </dgm:presLayoutVars>
      </dgm:prSet>
      <dgm:spPr/>
    </dgm:pt>
    <dgm:pt modelId="{CC05646F-EF7D-4840-8514-D1669687CB8F}" type="pres">
      <dgm:prSet presAssocID="{FC9965A3-EBF9-451B-A81A-42D454E6F34E}" presName="spacer" presStyleCnt="0"/>
      <dgm:spPr/>
    </dgm:pt>
    <dgm:pt modelId="{ADF76420-331C-45A1-BFBC-40EC746788A1}" type="pres">
      <dgm:prSet presAssocID="{D1D9A15B-422C-40F7-AD85-479FEF623BC4}" presName="parentText" presStyleLbl="node1" presStyleIdx="1" presStyleCnt="3">
        <dgm:presLayoutVars>
          <dgm:chMax val="0"/>
          <dgm:bulletEnabled val="1"/>
        </dgm:presLayoutVars>
      </dgm:prSet>
      <dgm:spPr/>
    </dgm:pt>
    <dgm:pt modelId="{8227D9FE-C518-4367-B5A8-097F99C8BF9F}" type="pres">
      <dgm:prSet presAssocID="{8F037476-5A0D-4E13-82D4-9E57210CD3B5}" presName="spacer" presStyleCnt="0"/>
      <dgm:spPr/>
    </dgm:pt>
    <dgm:pt modelId="{18A9AAA1-35D5-4DC6-B3B5-83EDCDF91A56}" type="pres">
      <dgm:prSet presAssocID="{6FAFD928-8704-4F0D-930A-D3A76F9E17E0}" presName="parentText" presStyleLbl="node1" presStyleIdx="2" presStyleCnt="3">
        <dgm:presLayoutVars>
          <dgm:chMax val="0"/>
          <dgm:bulletEnabled val="1"/>
        </dgm:presLayoutVars>
      </dgm:prSet>
      <dgm:spPr/>
    </dgm:pt>
  </dgm:ptLst>
  <dgm:cxnLst>
    <dgm:cxn modelId="{7D17FD13-3D2A-4E2F-BC2E-E4DBE598D760}" srcId="{FF60CF1B-CF17-4934-BC4D-FE7261439D14}" destId="{6FAFD928-8704-4F0D-930A-D3A76F9E17E0}" srcOrd="2" destOrd="0" parTransId="{177D99D3-83D9-444D-BF9F-7A77DD553276}" sibTransId="{0F89AC34-6957-45E7-B222-E2055B6E5DD2}"/>
    <dgm:cxn modelId="{804CE43F-D68E-4215-BEC0-7DF536F8A598}" type="presOf" srcId="{FF60CF1B-CF17-4934-BC4D-FE7261439D14}" destId="{EE7DFA11-7B44-4E34-83C8-583C73652B45}" srcOrd="0" destOrd="0" presId="urn:microsoft.com/office/officeart/2005/8/layout/vList2"/>
    <dgm:cxn modelId="{75F7C376-911D-4D4A-B3A8-22EC206ADDEC}" type="presOf" srcId="{6FAFD928-8704-4F0D-930A-D3A76F9E17E0}" destId="{18A9AAA1-35D5-4DC6-B3B5-83EDCDF91A56}" srcOrd="0" destOrd="0" presId="urn:microsoft.com/office/officeart/2005/8/layout/vList2"/>
    <dgm:cxn modelId="{29DEF3B7-E64C-4B2C-8758-041FD4D46210}" type="presOf" srcId="{D1D9A15B-422C-40F7-AD85-479FEF623BC4}" destId="{ADF76420-331C-45A1-BFBC-40EC746788A1}" srcOrd="0" destOrd="0" presId="urn:microsoft.com/office/officeart/2005/8/layout/vList2"/>
    <dgm:cxn modelId="{5A392AD3-C863-4856-8088-D9ED5BB2E220}" type="presOf" srcId="{BB3808BF-F2DA-40CC-A1ED-EBE62C265344}" destId="{9A0EB41A-79AB-4C98-95A9-FC8E225757E4}" srcOrd="0" destOrd="0" presId="urn:microsoft.com/office/officeart/2005/8/layout/vList2"/>
    <dgm:cxn modelId="{E7871FEA-3791-456C-A997-C23C8881CF22}" srcId="{FF60CF1B-CF17-4934-BC4D-FE7261439D14}" destId="{BB3808BF-F2DA-40CC-A1ED-EBE62C265344}" srcOrd="0" destOrd="0" parTransId="{8D5E04BE-B46B-4ECB-99A4-515523481A43}" sibTransId="{FC9965A3-EBF9-451B-A81A-42D454E6F34E}"/>
    <dgm:cxn modelId="{CBE5B0FA-0FBF-485B-8383-B8BE043166CB}" srcId="{FF60CF1B-CF17-4934-BC4D-FE7261439D14}" destId="{D1D9A15B-422C-40F7-AD85-479FEF623BC4}" srcOrd="1" destOrd="0" parTransId="{AF71EE9C-64D0-476E-A5D1-50FEA34CAA9F}" sibTransId="{8F037476-5A0D-4E13-82D4-9E57210CD3B5}"/>
    <dgm:cxn modelId="{9598D5F9-4E2E-4EDD-9E1E-F32C56E44E0F}" type="presParOf" srcId="{EE7DFA11-7B44-4E34-83C8-583C73652B45}" destId="{9A0EB41A-79AB-4C98-95A9-FC8E225757E4}" srcOrd="0" destOrd="0" presId="urn:microsoft.com/office/officeart/2005/8/layout/vList2"/>
    <dgm:cxn modelId="{6472074F-1939-44CD-ADF1-CDEEA19C72D6}" type="presParOf" srcId="{EE7DFA11-7B44-4E34-83C8-583C73652B45}" destId="{CC05646F-EF7D-4840-8514-D1669687CB8F}" srcOrd="1" destOrd="0" presId="urn:microsoft.com/office/officeart/2005/8/layout/vList2"/>
    <dgm:cxn modelId="{CF2C5C4F-FD27-4DB1-A87D-0AB1C510BC10}" type="presParOf" srcId="{EE7DFA11-7B44-4E34-83C8-583C73652B45}" destId="{ADF76420-331C-45A1-BFBC-40EC746788A1}" srcOrd="2" destOrd="0" presId="urn:microsoft.com/office/officeart/2005/8/layout/vList2"/>
    <dgm:cxn modelId="{FCC0E368-357E-4B3A-8A6F-BE6903B6852D}" type="presParOf" srcId="{EE7DFA11-7B44-4E34-83C8-583C73652B45}" destId="{8227D9FE-C518-4367-B5A8-097F99C8BF9F}" srcOrd="3" destOrd="0" presId="urn:microsoft.com/office/officeart/2005/8/layout/vList2"/>
    <dgm:cxn modelId="{5BA965F8-A54A-41C1-BE04-659C037852F7}" type="presParOf" srcId="{EE7DFA11-7B44-4E34-83C8-583C73652B45}" destId="{18A9AAA1-35D5-4DC6-B3B5-83EDCDF91A5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8898EB-C6D4-43E6-9038-64B91A54082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FBF8FC3-3BBC-4F97-96C6-9249500744F2}">
      <dgm:prSet/>
      <dgm:spPr/>
      <dgm:t>
        <a:bodyPr/>
        <a:lstStyle/>
        <a:p>
          <a:r>
            <a:rPr lang="uk-UA" b="0" i="1" dirty="0"/>
            <a:t>«…залишивши близько 3 тис. людей для оборони Батурина, виїхав із рештою козаків назустріч Карлові ХІІ…»</a:t>
          </a:r>
          <a:endParaRPr lang="uk-UA" dirty="0"/>
        </a:p>
      </dgm:t>
    </dgm:pt>
    <dgm:pt modelId="{8DFCCF7B-43EB-48A4-8766-A30767BC30AC}" type="parTrans" cxnId="{DAA3BD76-2AD6-4435-98D2-290394D680EA}">
      <dgm:prSet/>
      <dgm:spPr/>
      <dgm:t>
        <a:bodyPr/>
        <a:lstStyle/>
        <a:p>
          <a:endParaRPr lang="uk-UA"/>
        </a:p>
      </dgm:t>
    </dgm:pt>
    <dgm:pt modelId="{5402328B-16CD-4A54-8380-C6323E47AB06}" type="sibTrans" cxnId="{DAA3BD76-2AD6-4435-98D2-290394D680EA}">
      <dgm:prSet/>
      <dgm:spPr/>
      <dgm:t>
        <a:bodyPr/>
        <a:lstStyle/>
        <a:p>
          <a:endParaRPr lang="uk-UA"/>
        </a:p>
      </dgm:t>
    </dgm:pt>
    <dgm:pt modelId="{18E8D7B2-C24B-45DE-A9AC-8E920067240F}">
      <dgm:prSet/>
      <dgm:spPr/>
      <dgm:t>
        <a:bodyPr/>
        <a:lstStyle/>
        <a:p>
          <a:r>
            <a:rPr lang="uk-UA" b="0" i="1"/>
            <a:t>«Реформування судочинства… було спрямоване на реанімацію того укладу, у якому жилося до козацької революції…»</a:t>
          </a:r>
          <a:endParaRPr lang="uk-UA"/>
        </a:p>
      </dgm:t>
    </dgm:pt>
    <dgm:pt modelId="{B82A2E8B-A43F-4965-9FD2-416EABBAE85A}" type="parTrans" cxnId="{901EA9AD-2AD4-4198-9B60-C0C3131ED52E}">
      <dgm:prSet/>
      <dgm:spPr/>
      <dgm:t>
        <a:bodyPr/>
        <a:lstStyle/>
        <a:p>
          <a:endParaRPr lang="uk-UA"/>
        </a:p>
      </dgm:t>
    </dgm:pt>
    <dgm:pt modelId="{69212369-6B53-446E-AF52-B8A0E0002F1E}" type="sibTrans" cxnId="{901EA9AD-2AD4-4198-9B60-C0C3131ED52E}">
      <dgm:prSet/>
      <dgm:spPr/>
      <dgm:t>
        <a:bodyPr/>
        <a:lstStyle/>
        <a:p>
          <a:endParaRPr lang="uk-UA"/>
        </a:p>
      </dgm:t>
    </dgm:pt>
    <dgm:pt modelId="{47DF6B53-38CC-4221-B144-6736B6819A46}">
      <dgm:prSet/>
      <dgm:spPr/>
      <dgm:t>
        <a:bodyPr/>
        <a:lstStyle/>
        <a:p>
          <a:r>
            <a:rPr lang="uk-UA" b="0" i="1"/>
            <a:t>«…було проведене так зване Генеральне слідство про маєтності, тобто ревізія поземельного фонду Гетьманської України…»</a:t>
          </a:r>
          <a:endParaRPr lang="uk-UA"/>
        </a:p>
      </dgm:t>
    </dgm:pt>
    <dgm:pt modelId="{67AE7009-EA84-45F4-A719-9D3D89046E36}" type="parTrans" cxnId="{92F63881-57B8-4752-952D-1B1C318D4035}">
      <dgm:prSet/>
      <dgm:spPr/>
      <dgm:t>
        <a:bodyPr/>
        <a:lstStyle/>
        <a:p>
          <a:endParaRPr lang="uk-UA"/>
        </a:p>
      </dgm:t>
    </dgm:pt>
    <dgm:pt modelId="{EF26CBEC-7E90-498D-9A45-BEFCCA74CDA7}" type="sibTrans" cxnId="{92F63881-57B8-4752-952D-1B1C318D4035}">
      <dgm:prSet/>
      <dgm:spPr/>
      <dgm:t>
        <a:bodyPr/>
        <a:lstStyle/>
        <a:p>
          <a:endParaRPr lang="uk-UA"/>
        </a:p>
      </dgm:t>
    </dgm:pt>
    <dgm:pt modelId="{43B320E1-E62F-4977-A6B2-A2B29D3305EB}">
      <dgm:prSet/>
      <dgm:spPr/>
      <dgm:t>
        <a:bodyPr/>
        <a:lstStyle/>
        <a:p>
          <a:r>
            <a:rPr lang="uk-UA" b="0" i="1" dirty="0"/>
            <a:t>«…життя гетьмана-емігранта підпорядковувалося єдиній меті – переконати володарів європейських держав у потребі коаліції проти Росії…»</a:t>
          </a:r>
          <a:endParaRPr lang="uk-UA" dirty="0"/>
        </a:p>
      </dgm:t>
    </dgm:pt>
    <dgm:pt modelId="{31227A63-783D-4401-BDF9-B5FAAA7B6AA9}" type="parTrans" cxnId="{0C978EBA-E034-4B67-864F-45F417B11820}">
      <dgm:prSet/>
      <dgm:spPr/>
      <dgm:t>
        <a:bodyPr/>
        <a:lstStyle/>
        <a:p>
          <a:endParaRPr lang="uk-UA"/>
        </a:p>
      </dgm:t>
    </dgm:pt>
    <dgm:pt modelId="{FF986E68-D057-4D8E-9BFF-7400B10D1B01}" type="sibTrans" cxnId="{0C978EBA-E034-4B67-864F-45F417B11820}">
      <dgm:prSet/>
      <dgm:spPr/>
      <dgm:t>
        <a:bodyPr/>
        <a:lstStyle/>
        <a:p>
          <a:endParaRPr lang="uk-UA"/>
        </a:p>
      </dgm:t>
    </dgm:pt>
    <dgm:pt modelId="{24469CBA-6867-4880-86D0-C5CDFD12FC80}" type="pres">
      <dgm:prSet presAssocID="{138898EB-C6D4-43E6-9038-64B91A540821}" presName="linear" presStyleCnt="0">
        <dgm:presLayoutVars>
          <dgm:animLvl val="lvl"/>
          <dgm:resizeHandles val="exact"/>
        </dgm:presLayoutVars>
      </dgm:prSet>
      <dgm:spPr/>
    </dgm:pt>
    <dgm:pt modelId="{97E69293-0AC6-4DD4-AFD0-4BA177B9A5CB}" type="pres">
      <dgm:prSet presAssocID="{9FBF8FC3-3BBC-4F97-96C6-9249500744F2}" presName="parentText" presStyleLbl="node1" presStyleIdx="0" presStyleCnt="4">
        <dgm:presLayoutVars>
          <dgm:chMax val="0"/>
          <dgm:bulletEnabled val="1"/>
        </dgm:presLayoutVars>
      </dgm:prSet>
      <dgm:spPr/>
    </dgm:pt>
    <dgm:pt modelId="{CFC2F4E1-27B8-49B6-A2F3-834F2CE5FE5C}" type="pres">
      <dgm:prSet presAssocID="{5402328B-16CD-4A54-8380-C6323E47AB06}" presName="spacer" presStyleCnt="0"/>
      <dgm:spPr/>
    </dgm:pt>
    <dgm:pt modelId="{F8B559CB-29D5-4760-912A-3CFAD57F267D}" type="pres">
      <dgm:prSet presAssocID="{18E8D7B2-C24B-45DE-A9AC-8E920067240F}" presName="parentText" presStyleLbl="node1" presStyleIdx="1" presStyleCnt="4">
        <dgm:presLayoutVars>
          <dgm:chMax val="0"/>
          <dgm:bulletEnabled val="1"/>
        </dgm:presLayoutVars>
      </dgm:prSet>
      <dgm:spPr/>
    </dgm:pt>
    <dgm:pt modelId="{4C034308-CBAF-49E4-BD4A-B231D2359BAA}" type="pres">
      <dgm:prSet presAssocID="{69212369-6B53-446E-AF52-B8A0E0002F1E}" presName="spacer" presStyleCnt="0"/>
      <dgm:spPr/>
    </dgm:pt>
    <dgm:pt modelId="{A9BE9A17-F2B5-4F20-BFFF-FC749DDD4A1C}" type="pres">
      <dgm:prSet presAssocID="{47DF6B53-38CC-4221-B144-6736B6819A46}" presName="parentText" presStyleLbl="node1" presStyleIdx="2" presStyleCnt="4">
        <dgm:presLayoutVars>
          <dgm:chMax val="0"/>
          <dgm:bulletEnabled val="1"/>
        </dgm:presLayoutVars>
      </dgm:prSet>
      <dgm:spPr/>
    </dgm:pt>
    <dgm:pt modelId="{C0566E2E-5B5F-41D4-B270-1BE2ACFA0188}" type="pres">
      <dgm:prSet presAssocID="{EF26CBEC-7E90-498D-9A45-BEFCCA74CDA7}" presName="spacer" presStyleCnt="0"/>
      <dgm:spPr/>
    </dgm:pt>
    <dgm:pt modelId="{7A1281F4-7548-4E2C-BAE2-58822EFE6402}" type="pres">
      <dgm:prSet presAssocID="{43B320E1-E62F-4977-A6B2-A2B29D3305EB}" presName="parentText" presStyleLbl="node1" presStyleIdx="3" presStyleCnt="4">
        <dgm:presLayoutVars>
          <dgm:chMax val="0"/>
          <dgm:bulletEnabled val="1"/>
        </dgm:presLayoutVars>
      </dgm:prSet>
      <dgm:spPr/>
    </dgm:pt>
  </dgm:ptLst>
  <dgm:cxnLst>
    <dgm:cxn modelId="{3A47C900-E61D-4372-A92E-71F6E0049461}" type="presOf" srcId="{138898EB-C6D4-43E6-9038-64B91A540821}" destId="{24469CBA-6867-4880-86D0-C5CDFD12FC80}" srcOrd="0" destOrd="0" presId="urn:microsoft.com/office/officeart/2005/8/layout/vList2"/>
    <dgm:cxn modelId="{7D35E940-A7BD-4678-AFC4-A08BE9E326AC}" type="presOf" srcId="{9FBF8FC3-3BBC-4F97-96C6-9249500744F2}" destId="{97E69293-0AC6-4DD4-AFD0-4BA177B9A5CB}" srcOrd="0" destOrd="0" presId="urn:microsoft.com/office/officeart/2005/8/layout/vList2"/>
    <dgm:cxn modelId="{4A7D9E5D-6814-4CC7-BA66-D4845340E7C2}" type="presOf" srcId="{18E8D7B2-C24B-45DE-A9AC-8E920067240F}" destId="{F8B559CB-29D5-4760-912A-3CFAD57F267D}" srcOrd="0" destOrd="0" presId="urn:microsoft.com/office/officeart/2005/8/layout/vList2"/>
    <dgm:cxn modelId="{DAA3BD76-2AD6-4435-98D2-290394D680EA}" srcId="{138898EB-C6D4-43E6-9038-64B91A540821}" destId="{9FBF8FC3-3BBC-4F97-96C6-9249500744F2}" srcOrd="0" destOrd="0" parTransId="{8DFCCF7B-43EB-48A4-8766-A30767BC30AC}" sibTransId="{5402328B-16CD-4A54-8380-C6323E47AB06}"/>
    <dgm:cxn modelId="{92F63881-57B8-4752-952D-1B1C318D4035}" srcId="{138898EB-C6D4-43E6-9038-64B91A540821}" destId="{47DF6B53-38CC-4221-B144-6736B6819A46}" srcOrd="2" destOrd="0" parTransId="{67AE7009-EA84-45F4-A719-9D3D89046E36}" sibTransId="{EF26CBEC-7E90-498D-9A45-BEFCCA74CDA7}"/>
    <dgm:cxn modelId="{25B3E785-7866-4CDE-B522-5CB040335B14}" type="presOf" srcId="{47DF6B53-38CC-4221-B144-6736B6819A46}" destId="{A9BE9A17-F2B5-4F20-BFFF-FC749DDD4A1C}" srcOrd="0" destOrd="0" presId="urn:microsoft.com/office/officeart/2005/8/layout/vList2"/>
    <dgm:cxn modelId="{901EA9AD-2AD4-4198-9B60-C0C3131ED52E}" srcId="{138898EB-C6D4-43E6-9038-64B91A540821}" destId="{18E8D7B2-C24B-45DE-A9AC-8E920067240F}" srcOrd="1" destOrd="0" parTransId="{B82A2E8B-A43F-4965-9FD2-416EABBAE85A}" sibTransId="{69212369-6B53-446E-AF52-B8A0E0002F1E}"/>
    <dgm:cxn modelId="{0C978EBA-E034-4B67-864F-45F417B11820}" srcId="{138898EB-C6D4-43E6-9038-64B91A540821}" destId="{43B320E1-E62F-4977-A6B2-A2B29D3305EB}" srcOrd="3" destOrd="0" parTransId="{31227A63-783D-4401-BDF9-B5FAAA7B6AA9}" sibTransId="{FF986E68-D057-4D8E-9BFF-7400B10D1B01}"/>
    <dgm:cxn modelId="{960CDCE7-8EF3-40E6-AB37-331C696BF756}" type="presOf" srcId="{43B320E1-E62F-4977-A6B2-A2B29D3305EB}" destId="{7A1281F4-7548-4E2C-BAE2-58822EFE6402}" srcOrd="0" destOrd="0" presId="urn:microsoft.com/office/officeart/2005/8/layout/vList2"/>
    <dgm:cxn modelId="{EF8969B9-45F7-477B-A101-4BF662E2B283}" type="presParOf" srcId="{24469CBA-6867-4880-86D0-C5CDFD12FC80}" destId="{97E69293-0AC6-4DD4-AFD0-4BA177B9A5CB}" srcOrd="0" destOrd="0" presId="urn:microsoft.com/office/officeart/2005/8/layout/vList2"/>
    <dgm:cxn modelId="{7E54E9C9-7E50-41DA-8853-E61002248E90}" type="presParOf" srcId="{24469CBA-6867-4880-86D0-C5CDFD12FC80}" destId="{CFC2F4E1-27B8-49B6-A2F3-834F2CE5FE5C}" srcOrd="1" destOrd="0" presId="urn:microsoft.com/office/officeart/2005/8/layout/vList2"/>
    <dgm:cxn modelId="{9B104350-E0D8-45E6-B904-E6EA3FFB2E67}" type="presParOf" srcId="{24469CBA-6867-4880-86D0-C5CDFD12FC80}" destId="{F8B559CB-29D5-4760-912A-3CFAD57F267D}" srcOrd="2" destOrd="0" presId="urn:microsoft.com/office/officeart/2005/8/layout/vList2"/>
    <dgm:cxn modelId="{15F75400-5DD6-4BAB-B3FB-5414525D3CDA}" type="presParOf" srcId="{24469CBA-6867-4880-86D0-C5CDFD12FC80}" destId="{4C034308-CBAF-49E4-BD4A-B231D2359BAA}" srcOrd="3" destOrd="0" presId="urn:microsoft.com/office/officeart/2005/8/layout/vList2"/>
    <dgm:cxn modelId="{F6AA2AAF-B9AB-4CE2-AA31-24B0F09B8B85}" type="presParOf" srcId="{24469CBA-6867-4880-86D0-C5CDFD12FC80}" destId="{A9BE9A17-F2B5-4F20-BFFF-FC749DDD4A1C}" srcOrd="4" destOrd="0" presId="urn:microsoft.com/office/officeart/2005/8/layout/vList2"/>
    <dgm:cxn modelId="{C323BBB2-AA13-4729-9AD0-35FB176F1A9D}" type="presParOf" srcId="{24469CBA-6867-4880-86D0-C5CDFD12FC80}" destId="{C0566E2E-5B5F-41D4-B270-1BE2ACFA0188}" srcOrd="5" destOrd="0" presId="urn:microsoft.com/office/officeart/2005/8/layout/vList2"/>
    <dgm:cxn modelId="{A2F4B67C-6D07-4B33-BF1C-28BE7035591E}" type="presParOf" srcId="{24469CBA-6867-4880-86D0-C5CDFD12FC80}" destId="{7A1281F4-7548-4E2C-BAE2-58822EFE6402}"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1E8A13-E298-4E5E-84F9-AC54A0C5104C}" type="doc">
      <dgm:prSet loTypeId="urn:microsoft.com/office/officeart/2005/8/layout/matrix3" loCatId="matrix" qsTypeId="urn:microsoft.com/office/officeart/2005/8/quickstyle/simple1" qsCatId="simple" csTypeId="urn:microsoft.com/office/officeart/2005/8/colors/colorful3" csCatId="colorful"/>
      <dgm:spPr/>
      <dgm:t>
        <a:bodyPr/>
        <a:lstStyle/>
        <a:p>
          <a:endParaRPr lang="uk-UA"/>
        </a:p>
      </dgm:t>
    </dgm:pt>
    <dgm:pt modelId="{5CC607BD-3383-4AF6-A64E-8F62B5551BAB}">
      <dgm:prSet/>
      <dgm:spPr/>
      <dgm:t>
        <a:bodyPr/>
        <a:lstStyle/>
        <a:p>
          <a:r>
            <a:rPr lang="ru-RU" b="0" i="0"/>
            <a:t>1, 3, 6</a:t>
          </a:r>
          <a:endParaRPr lang="uk-UA"/>
        </a:p>
      </dgm:t>
    </dgm:pt>
    <dgm:pt modelId="{A12648F7-F689-4312-8BDF-667ECF5FBB57}" type="parTrans" cxnId="{9637A548-7BF9-474E-81FE-EE294C6AC318}">
      <dgm:prSet/>
      <dgm:spPr/>
      <dgm:t>
        <a:bodyPr/>
        <a:lstStyle/>
        <a:p>
          <a:endParaRPr lang="uk-UA"/>
        </a:p>
      </dgm:t>
    </dgm:pt>
    <dgm:pt modelId="{E0069E2C-2BF4-41FE-9E50-45370F296371}" type="sibTrans" cxnId="{9637A548-7BF9-474E-81FE-EE294C6AC318}">
      <dgm:prSet/>
      <dgm:spPr/>
      <dgm:t>
        <a:bodyPr/>
        <a:lstStyle/>
        <a:p>
          <a:endParaRPr lang="uk-UA"/>
        </a:p>
      </dgm:t>
    </dgm:pt>
    <dgm:pt modelId="{19DD09C0-AAD5-4354-B171-49EA8A0A7C4B}">
      <dgm:prSet/>
      <dgm:spPr/>
      <dgm:t>
        <a:bodyPr/>
        <a:lstStyle/>
        <a:p>
          <a:r>
            <a:rPr lang="ru-RU" b="0" i="0"/>
            <a:t>2, 3, 5</a:t>
          </a:r>
          <a:endParaRPr lang="uk-UA"/>
        </a:p>
      </dgm:t>
    </dgm:pt>
    <dgm:pt modelId="{8914957B-F885-4D45-BA35-5DBF50B191A0}" type="parTrans" cxnId="{3879FF68-4A8E-487D-96D7-7DF551FA857C}">
      <dgm:prSet/>
      <dgm:spPr/>
      <dgm:t>
        <a:bodyPr/>
        <a:lstStyle/>
        <a:p>
          <a:endParaRPr lang="uk-UA"/>
        </a:p>
      </dgm:t>
    </dgm:pt>
    <dgm:pt modelId="{5C41232D-4AA0-425B-A621-2C71C9CA887F}" type="sibTrans" cxnId="{3879FF68-4A8E-487D-96D7-7DF551FA857C}">
      <dgm:prSet/>
      <dgm:spPr/>
      <dgm:t>
        <a:bodyPr/>
        <a:lstStyle/>
        <a:p>
          <a:endParaRPr lang="uk-UA"/>
        </a:p>
      </dgm:t>
    </dgm:pt>
    <dgm:pt modelId="{B38AF6C6-A33D-4C22-9251-D27B3FC45EA4}">
      <dgm:prSet/>
      <dgm:spPr/>
      <dgm:t>
        <a:bodyPr/>
        <a:lstStyle/>
        <a:p>
          <a:r>
            <a:rPr lang="ru-RU" b="0" i="0" dirty="0"/>
            <a:t>1, 3, 4</a:t>
          </a:r>
          <a:endParaRPr lang="uk-UA" dirty="0"/>
        </a:p>
      </dgm:t>
    </dgm:pt>
    <dgm:pt modelId="{00D770BC-E977-4C24-96B5-E2E807F09B50}" type="parTrans" cxnId="{62843419-FACE-4ABA-A183-9F707130923D}">
      <dgm:prSet/>
      <dgm:spPr/>
      <dgm:t>
        <a:bodyPr/>
        <a:lstStyle/>
        <a:p>
          <a:endParaRPr lang="uk-UA"/>
        </a:p>
      </dgm:t>
    </dgm:pt>
    <dgm:pt modelId="{49744811-ED89-4A7E-9495-609EC8FF80F7}" type="sibTrans" cxnId="{62843419-FACE-4ABA-A183-9F707130923D}">
      <dgm:prSet/>
      <dgm:spPr/>
      <dgm:t>
        <a:bodyPr/>
        <a:lstStyle/>
        <a:p>
          <a:endParaRPr lang="uk-UA"/>
        </a:p>
      </dgm:t>
    </dgm:pt>
    <dgm:pt modelId="{43E1FE8F-FF9D-47E8-88CA-510AF751C29E}">
      <dgm:prSet/>
      <dgm:spPr/>
      <dgm:t>
        <a:bodyPr/>
        <a:lstStyle/>
        <a:p>
          <a:r>
            <a:rPr lang="ru-RU" b="0" i="0" dirty="0"/>
            <a:t>2, 4, 5</a:t>
          </a:r>
          <a:endParaRPr lang="uk-UA" dirty="0"/>
        </a:p>
      </dgm:t>
    </dgm:pt>
    <dgm:pt modelId="{82BAE4D4-7E5D-4DC1-BA2E-0EA6B66C489E}" type="parTrans" cxnId="{382E2B64-9516-40D6-B100-1940EED920C5}">
      <dgm:prSet/>
      <dgm:spPr/>
      <dgm:t>
        <a:bodyPr/>
        <a:lstStyle/>
        <a:p>
          <a:endParaRPr lang="uk-UA"/>
        </a:p>
      </dgm:t>
    </dgm:pt>
    <dgm:pt modelId="{49168B8F-6406-47F5-80A9-A17B5DEE0114}" type="sibTrans" cxnId="{382E2B64-9516-40D6-B100-1940EED920C5}">
      <dgm:prSet/>
      <dgm:spPr/>
      <dgm:t>
        <a:bodyPr/>
        <a:lstStyle/>
        <a:p>
          <a:endParaRPr lang="uk-UA"/>
        </a:p>
      </dgm:t>
    </dgm:pt>
    <dgm:pt modelId="{E42BE1C3-039C-4603-8F36-B1D0A519CCC7}" type="pres">
      <dgm:prSet presAssocID="{E11E8A13-E298-4E5E-84F9-AC54A0C5104C}" presName="matrix" presStyleCnt="0">
        <dgm:presLayoutVars>
          <dgm:chMax val="1"/>
          <dgm:dir/>
          <dgm:resizeHandles val="exact"/>
        </dgm:presLayoutVars>
      </dgm:prSet>
      <dgm:spPr/>
    </dgm:pt>
    <dgm:pt modelId="{6584C0AD-F226-4356-B040-242575180837}" type="pres">
      <dgm:prSet presAssocID="{E11E8A13-E298-4E5E-84F9-AC54A0C5104C}" presName="diamond" presStyleLbl="bgShp" presStyleIdx="0" presStyleCnt="1"/>
      <dgm:spPr/>
    </dgm:pt>
    <dgm:pt modelId="{64CF85A6-9649-4136-9AF9-2AD87C751805}" type="pres">
      <dgm:prSet presAssocID="{E11E8A13-E298-4E5E-84F9-AC54A0C5104C}" presName="quad1" presStyleLbl="node1" presStyleIdx="0" presStyleCnt="4">
        <dgm:presLayoutVars>
          <dgm:chMax val="0"/>
          <dgm:chPref val="0"/>
          <dgm:bulletEnabled val="1"/>
        </dgm:presLayoutVars>
      </dgm:prSet>
      <dgm:spPr/>
    </dgm:pt>
    <dgm:pt modelId="{AD35578E-CBAF-4E8E-B44C-E44A133AB035}" type="pres">
      <dgm:prSet presAssocID="{E11E8A13-E298-4E5E-84F9-AC54A0C5104C}" presName="quad2" presStyleLbl="node1" presStyleIdx="1" presStyleCnt="4">
        <dgm:presLayoutVars>
          <dgm:chMax val="0"/>
          <dgm:chPref val="0"/>
          <dgm:bulletEnabled val="1"/>
        </dgm:presLayoutVars>
      </dgm:prSet>
      <dgm:spPr/>
    </dgm:pt>
    <dgm:pt modelId="{B9CD2818-4EAA-4C04-BBFE-6FA9195DCA11}" type="pres">
      <dgm:prSet presAssocID="{E11E8A13-E298-4E5E-84F9-AC54A0C5104C}" presName="quad3" presStyleLbl="node1" presStyleIdx="2" presStyleCnt="4">
        <dgm:presLayoutVars>
          <dgm:chMax val="0"/>
          <dgm:chPref val="0"/>
          <dgm:bulletEnabled val="1"/>
        </dgm:presLayoutVars>
      </dgm:prSet>
      <dgm:spPr/>
    </dgm:pt>
    <dgm:pt modelId="{FBBBC9CE-CFB2-4F20-8272-130E926CB243}" type="pres">
      <dgm:prSet presAssocID="{E11E8A13-E298-4E5E-84F9-AC54A0C5104C}" presName="quad4" presStyleLbl="node1" presStyleIdx="3" presStyleCnt="4">
        <dgm:presLayoutVars>
          <dgm:chMax val="0"/>
          <dgm:chPref val="0"/>
          <dgm:bulletEnabled val="1"/>
        </dgm:presLayoutVars>
      </dgm:prSet>
      <dgm:spPr/>
    </dgm:pt>
  </dgm:ptLst>
  <dgm:cxnLst>
    <dgm:cxn modelId="{62843419-FACE-4ABA-A183-9F707130923D}" srcId="{E11E8A13-E298-4E5E-84F9-AC54A0C5104C}" destId="{B38AF6C6-A33D-4C22-9251-D27B3FC45EA4}" srcOrd="2" destOrd="0" parTransId="{00D770BC-E977-4C24-96B5-E2E807F09B50}" sibTransId="{49744811-ED89-4A7E-9495-609EC8FF80F7}"/>
    <dgm:cxn modelId="{DF633930-F49C-4D15-9514-58641378109C}" type="presOf" srcId="{B38AF6C6-A33D-4C22-9251-D27B3FC45EA4}" destId="{B9CD2818-4EAA-4C04-BBFE-6FA9195DCA11}" srcOrd="0" destOrd="0" presId="urn:microsoft.com/office/officeart/2005/8/layout/matrix3"/>
    <dgm:cxn modelId="{382E2B64-9516-40D6-B100-1940EED920C5}" srcId="{E11E8A13-E298-4E5E-84F9-AC54A0C5104C}" destId="{43E1FE8F-FF9D-47E8-88CA-510AF751C29E}" srcOrd="3" destOrd="0" parTransId="{82BAE4D4-7E5D-4DC1-BA2E-0EA6B66C489E}" sibTransId="{49168B8F-6406-47F5-80A9-A17B5DEE0114}"/>
    <dgm:cxn modelId="{9637A548-7BF9-474E-81FE-EE294C6AC318}" srcId="{E11E8A13-E298-4E5E-84F9-AC54A0C5104C}" destId="{5CC607BD-3383-4AF6-A64E-8F62B5551BAB}" srcOrd="0" destOrd="0" parTransId="{A12648F7-F689-4312-8BDF-667ECF5FBB57}" sibTransId="{E0069E2C-2BF4-41FE-9E50-45370F296371}"/>
    <dgm:cxn modelId="{3879FF68-4A8E-487D-96D7-7DF551FA857C}" srcId="{E11E8A13-E298-4E5E-84F9-AC54A0C5104C}" destId="{19DD09C0-AAD5-4354-B171-49EA8A0A7C4B}" srcOrd="1" destOrd="0" parTransId="{8914957B-F885-4D45-BA35-5DBF50B191A0}" sibTransId="{5C41232D-4AA0-425B-A621-2C71C9CA887F}"/>
    <dgm:cxn modelId="{01F99494-38DA-40A0-9C52-FE48A65BD575}" type="presOf" srcId="{5CC607BD-3383-4AF6-A64E-8F62B5551BAB}" destId="{64CF85A6-9649-4136-9AF9-2AD87C751805}" srcOrd="0" destOrd="0" presId="urn:microsoft.com/office/officeart/2005/8/layout/matrix3"/>
    <dgm:cxn modelId="{9CF74795-A58E-4187-A6C3-85DDB796368F}" type="presOf" srcId="{43E1FE8F-FF9D-47E8-88CA-510AF751C29E}" destId="{FBBBC9CE-CFB2-4F20-8272-130E926CB243}" srcOrd="0" destOrd="0" presId="urn:microsoft.com/office/officeart/2005/8/layout/matrix3"/>
    <dgm:cxn modelId="{B7E63BCC-13EC-4C82-9FBA-85F616687CC8}" type="presOf" srcId="{E11E8A13-E298-4E5E-84F9-AC54A0C5104C}" destId="{E42BE1C3-039C-4603-8F36-B1D0A519CCC7}" srcOrd="0" destOrd="0" presId="urn:microsoft.com/office/officeart/2005/8/layout/matrix3"/>
    <dgm:cxn modelId="{88D66CFA-7DA8-4171-A092-5B5D74BD1C40}" type="presOf" srcId="{19DD09C0-AAD5-4354-B171-49EA8A0A7C4B}" destId="{AD35578E-CBAF-4E8E-B44C-E44A133AB035}" srcOrd="0" destOrd="0" presId="urn:microsoft.com/office/officeart/2005/8/layout/matrix3"/>
    <dgm:cxn modelId="{35C76365-02E1-4735-92B8-66428145209E}" type="presParOf" srcId="{E42BE1C3-039C-4603-8F36-B1D0A519CCC7}" destId="{6584C0AD-F226-4356-B040-242575180837}" srcOrd="0" destOrd="0" presId="urn:microsoft.com/office/officeart/2005/8/layout/matrix3"/>
    <dgm:cxn modelId="{AC782CF6-3174-4C2D-A15D-2D6C6E329876}" type="presParOf" srcId="{E42BE1C3-039C-4603-8F36-B1D0A519CCC7}" destId="{64CF85A6-9649-4136-9AF9-2AD87C751805}" srcOrd="1" destOrd="0" presId="urn:microsoft.com/office/officeart/2005/8/layout/matrix3"/>
    <dgm:cxn modelId="{E3DF67FE-1553-4A9F-B6EB-1D1139B4F1E6}" type="presParOf" srcId="{E42BE1C3-039C-4603-8F36-B1D0A519CCC7}" destId="{AD35578E-CBAF-4E8E-B44C-E44A133AB035}" srcOrd="2" destOrd="0" presId="urn:microsoft.com/office/officeart/2005/8/layout/matrix3"/>
    <dgm:cxn modelId="{6DFEBB6C-E257-4FCA-B4D8-79B6A36C1B7E}" type="presParOf" srcId="{E42BE1C3-039C-4603-8F36-B1D0A519CCC7}" destId="{B9CD2818-4EAA-4C04-BBFE-6FA9195DCA11}" srcOrd="3" destOrd="0" presId="urn:microsoft.com/office/officeart/2005/8/layout/matrix3"/>
    <dgm:cxn modelId="{421AA6D8-2951-4C06-BC56-3411725147F4}" type="presParOf" srcId="{E42BE1C3-039C-4603-8F36-B1D0A519CCC7}" destId="{FBBBC9CE-CFB2-4F20-8272-130E926CB24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DF18EA-1855-4B48-801D-CD33AEF4DA2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52796BE-BBAB-41C8-8EB6-EF7757F6378F}">
      <dgm:prSet/>
      <dgm:spPr/>
      <dgm:t>
        <a:bodyPr/>
        <a:lstStyle/>
        <a:p>
          <a:r>
            <a:rPr lang="uk-UA" b="0" i="0" dirty="0"/>
            <a:t>установлення конституційної монархії, федеративного устрою майбутньої держави.</a:t>
          </a:r>
          <a:endParaRPr lang="uk-UA" dirty="0"/>
        </a:p>
      </dgm:t>
    </dgm:pt>
    <dgm:pt modelId="{1B8042C5-A91E-4CDB-A995-CB561F51995C}" type="parTrans" cxnId="{6B8CFC83-4E2E-4BA2-99E1-4B3F7560B79A}">
      <dgm:prSet/>
      <dgm:spPr/>
      <dgm:t>
        <a:bodyPr/>
        <a:lstStyle/>
        <a:p>
          <a:endParaRPr lang="uk-UA"/>
        </a:p>
      </dgm:t>
    </dgm:pt>
    <dgm:pt modelId="{3EF84F4C-B1DA-4B61-A16E-3D9E04584B66}" type="sibTrans" cxnId="{6B8CFC83-4E2E-4BA2-99E1-4B3F7560B79A}">
      <dgm:prSet/>
      <dgm:spPr/>
      <dgm:t>
        <a:bodyPr/>
        <a:lstStyle/>
        <a:p>
          <a:endParaRPr lang="uk-UA"/>
        </a:p>
      </dgm:t>
    </dgm:pt>
    <dgm:pt modelId="{F8D2ED73-ADF2-4316-9A32-E78BA70E5969}">
      <dgm:prSet/>
      <dgm:spPr/>
      <dgm:t>
        <a:bodyPr/>
        <a:lstStyle/>
        <a:p>
          <a:r>
            <a:rPr lang="uk-UA" b="0" i="0" dirty="0"/>
            <a:t>об’єднання слов’ян у федерацію, здобуття кожним народом власної державності з республіканською формою правління.</a:t>
          </a:r>
          <a:endParaRPr lang="uk-UA" dirty="0"/>
        </a:p>
      </dgm:t>
    </dgm:pt>
    <dgm:pt modelId="{36E785C2-D621-4A45-9F41-4F86F052E595}" type="parTrans" cxnId="{2C56459A-3444-4150-9DCF-AA5E65E41413}">
      <dgm:prSet/>
      <dgm:spPr/>
      <dgm:t>
        <a:bodyPr/>
        <a:lstStyle/>
        <a:p>
          <a:endParaRPr lang="uk-UA"/>
        </a:p>
      </dgm:t>
    </dgm:pt>
    <dgm:pt modelId="{3A480646-EAE7-409A-8E17-298B978836E3}" type="sibTrans" cxnId="{2C56459A-3444-4150-9DCF-AA5E65E41413}">
      <dgm:prSet/>
      <dgm:spPr/>
      <dgm:t>
        <a:bodyPr/>
        <a:lstStyle/>
        <a:p>
          <a:endParaRPr lang="uk-UA"/>
        </a:p>
      </dgm:t>
    </dgm:pt>
    <dgm:pt modelId="{09E01EAE-02C3-461B-92ED-AA6FA545CCDD}">
      <dgm:prSet/>
      <dgm:spPr/>
      <dgm:t>
        <a:bodyPr/>
        <a:lstStyle/>
        <a:p>
          <a:r>
            <a:rPr lang="uk-UA" b="0" i="0"/>
            <a:t>повалення монархії, побудова «єдиної, нероздільної, вільної, самостійної України від Карпат аж по Кавказ».</a:t>
          </a:r>
          <a:endParaRPr lang="uk-UA"/>
        </a:p>
      </dgm:t>
    </dgm:pt>
    <dgm:pt modelId="{0E261DA3-56D0-478D-82F8-F85BC445454E}" type="parTrans" cxnId="{CE234B20-BE9F-4400-B657-B5C13AC0DDB7}">
      <dgm:prSet/>
      <dgm:spPr/>
      <dgm:t>
        <a:bodyPr/>
        <a:lstStyle/>
        <a:p>
          <a:endParaRPr lang="uk-UA"/>
        </a:p>
      </dgm:t>
    </dgm:pt>
    <dgm:pt modelId="{99F64F9E-C279-44A6-B06F-8736F24C44DB}" type="sibTrans" cxnId="{CE234B20-BE9F-4400-B657-B5C13AC0DDB7}">
      <dgm:prSet/>
      <dgm:spPr/>
      <dgm:t>
        <a:bodyPr/>
        <a:lstStyle/>
        <a:p>
          <a:endParaRPr lang="uk-UA"/>
        </a:p>
      </dgm:t>
    </dgm:pt>
    <dgm:pt modelId="{61D57182-3ABE-403F-94C9-650141DA0526}">
      <dgm:prSet/>
      <dgm:spPr/>
      <dgm:t>
        <a:bodyPr/>
        <a:lstStyle/>
        <a:p>
          <a:r>
            <a:rPr lang="uk-UA" b="0" i="0" dirty="0"/>
            <a:t>установлення республіканської форми правління, скасування кріпацтва, надання селянам громадянських і політичних прав.</a:t>
          </a:r>
          <a:endParaRPr lang="uk-UA" dirty="0"/>
        </a:p>
      </dgm:t>
    </dgm:pt>
    <dgm:pt modelId="{362FF605-5957-4396-8081-2D932089F7A4}" type="parTrans" cxnId="{B1AA1D82-ADE4-433A-876F-E679665A9947}">
      <dgm:prSet/>
      <dgm:spPr/>
      <dgm:t>
        <a:bodyPr/>
        <a:lstStyle/>
        <a:p>
          <a:endParaRPr lang="uk-UA"/>
        </a:p>
      </dgm:t>
    </dgm:pt>
    <dgm:pt modelId="{00330F4A-BBC6-4053-A996-D85BC4E28CFB}" type="sibTrans" cxnId="{B1AA1D82-ADE4-433A-876F-E679665A9947}">
      <dgm:prSet/>
      <dgm:spPr/>
      <dgm:t>
        <a:bodyPr/>
        <a:lstStyle/>
        <a:p>
          <a:endParaRPr lang="uk-UA"/>
        </a:p>
      </dgm:t>
    </dgm:pt>
    <dgm:pt modelId="{A7A0F891-8D71-4171-938B-C1E394541412}" type="pres">
      <dgm:prSet presAssocID="{8DDF18EA-1855-4B48-801D-CD33AEF4DA23}" presName="linear" presStyleCnt="0">
        <dgm:presLayoutVars>
          <dgm:animLvl val="lvl"/>
          <dgm:resizeHandles val="exact"/>
        </dgm:presLayoutVars>
      </dgm:prSet>
      <dgm:spPr/>
    </dgm:pt>
    <dgm:pt modelId="{B5874AFB-2EC4-45BE-AFA9-5E2225D66572}" type="pres">
      <dgm:prSet presAssocID="{452796BE-BBAB-41C8-8EB6-EF7757F6378F}" presName="parentText" presStyleLbl="node1" presStyleIdx="0" presStyleCnt="4">
        <dgm:presLayoutVars>
          <dgm:chMax val="0"/>
          <dgm:bulletEnabled val="1"/>
        </dgm:presLayoutVars>
      </dgm:prSet>
      <dgm:spPr/>
    </dgm:pt>
    <dgm:pt modelId="{980A5C65-5037-4DF9-9AAD-10184F4325A5}" type="pres">
      <dgm:prSet presAssocID="{3EF84F4C-B1DA-4B61-A16E-3D9E04584B66}" presName="spacer" presStyleCnt="0"/>
      <dgm:spPr/>
    </dgm:pt>
    <dgm:pt modelId="{4A16882C-34F5-4D8C-87C9-6F5D8B502BE8}" type="pres">
      <dgm:prSet presAssocID="{F8D2ED73-ADF2-4316-9A32-E78BA70E5969}" presName="parentText" presStyleLbl="node1" presStyleIdx="1" presStyleCnt="4">
        <dgm:presLayoutVars>
          <dgm:chMax val="0"/>
          <dgm:bulletEnabled val="1"/>
        </dgm:presLayoutVars>
      </dgm:prSet>
      <dgm:spPr/>
    </dgm:pt>
    <dgm:pt modelId="{40ACE6E3-8586-4B25-9211-0EF76376961A}" type="pres">
      <dgm:prSet presAssocID="{3A480646-EAE7-409A-8E17-298B978836E3}" presName="spacer" presStyleCnt="0"/>
      <dgm:spPr/>
    </dgm:pt>
    <dgm:pt modelId="{256F88B6-45D7-4F77-8CD0-402FA04B2F10}" type="pres">
      <dgm:prSet presAssocID="{09E01EAE-02C3-461B-92ED-AA6FA545CCDD}" presName="parentText" presStyleLbl="node1" presStyleIdx="2" presStyleCnt="4">
        <dgm:presLayoutVars>
          <dgm:chMax val="0"/>
          <dgm:bulletEnabled val="1"/>
        </dgm:presLayoutVars>
      </dgm:prSet>
      <dgm:spPr/>
    </dgm:pt>
    <dgm:pt modelId="{12470E3F-3C5C-4BB4-8464-A98D18774798}" type="pres">
      <dgm:prSet presAssocID="{99F64F9E-C279-44A6-B06F-8736F24C44DB}" presName="spacer" presStyleCnt="0"/>
      <dgm:spPr/>
    </dgm:pt>
    <dgm:pt modelId="{A63495B6-0B2F-45C2-AEA2-5C7B625A3D22}" type="pres">
      <dgm:prSet presAssocID="{61D57182-3ABE-403F-94C9-650141DA0526}" presName="parentText" presStyleLbl="node1" presStyleIdx="3" presStyleCnt="4">
        <dgm:presLayoutVars>
          <dgm:chMax val="0"/>
          <dgm:bulletEnabled val="1"/>
        </dgm:presLayoutVars>
      </dgm:prSet>
      <dgm:spPr/>
    </dgm:pt>
  </dgm:ptLst>
  <dgm:cxnLst>
    <dgm:cxn modelId="{CE234B20-BE9F-4400-B657-B5C13AC0DDB7}" srcId="{8DDF18EA-1855-4B48-801D-CD33AEF4DA23}" destId="{09E01EAE-02C3-461B-92ED-AA6FA545CCDD}" srcOrd="2" destOrd="0" parTransId="{0E261DA3-56D0-478D-82F8-F85BC445454E}" sibTransId="{99F64F9E-C279-44A6-B06F-8736F24C44DB}"/>
    <dgm:cxn modelId="{A8B08F27-4589-455E-890B-F7EA3F402846}" type="presOf" srcId="{09E01EAE-02C3-461B-92ED-AA6FA545CCDD}" destId="{256F88B6-45D7-4F77-8CD0-402FA04B2F10}" srcOrd="0" destOrd="0" presId="urn:microsoft.com/office/officeart/2005/8/layout/vList2"/>
    <dgm:cxn modelId="{8245CD30-129D-4EFA-A209-55D78E79B349}" type="presOf" srcId="{61D57182-3ABE-403F-94C9-650141DA0526}" destId="{A63495B6-0B2F-45C2-AEA2-5C7B625A3D22}" srcOrd="0" destOrd="0" presId="urn:microsoft.com/office/officeart/2005/8/layout/vList2"/>
    <dgm:cxn modelId="{B1AA1D82-ADE4-433A-876F-E679665A9947}" srcId="{8DDF18EA-1855-4B48-801D-CD33AEF4DA23}" destId="{61D57182-3ABE-403F-94C9-650141DA0526}" srcOrd="3" destOrd="0" parTransId="{362FF605-5957-4396-8081-2D932089F7A4}" sibTransId="{00330F4A-BBC6-4053-A996-D85BC4E28CFB}"/>
    <dgm:cxn modelId="{6B8CFC83-4E2E-4BA2-99E1-4B3F7560B79A}" srcId="{8DDF18EA-1855-4B48-801D-CD33AEF4DA23}" destId="{452796BE-BBAB-41C8-8EB6-EF7757F6378F}" srcOrd="0" destOrd="0" parTransId="{1B8042C5-A91E-4CDB-A995-CB561F51995C}" sibTransId="{3EF84F4C-B1DA-4B61-A16E-3D9E04584B66}"/>
    <dgm:cxn modelId="{2C56459A-3444-4150-9DCF-AA5E65E41413}" srcId="{8DDF18EA-1855-4B48-801D-CD33AEF4DA23}" destId="{F8D2ED73-ADF2-4316-9A32-E78BA70E5969}" srcOrd="1" destOrd="0" parTransId="{36E785C2-D621-4A45-9F41-4F86F052E595}" sibTransId="{3A480646-EAE7-409A-8E17-298B978836E3}"/>
    <dgm:cxn modelId="{E670C59D-7268-47E4-88A2-82C821B1328F}" type="presOf" srcId="{452796BE-BBAB-41C8-8EB6-EF7757F6378F}" destId="{B5874AFB-2EC4-45BE-AFA9-5E2225D66572}" srcOrd="0" destOrd="0" presId="urn:microsoft.com/office/officeart/2005/8/layout/vList2"/>
    <dgm:cxn modelId="{FE1284AD-037C-42E2-A6A0-C157A6C1B090}" type="presOf" srcId="{F8D2ED73-ADF2-4316-9A32-E78BA70E5969}" destId="{4A16882C-34F5-4D8C-87C9-6F5D8B502BE8}" srcOrd="0" destOrd="0" presId="urn:microsoft.com/office/officeart/2005/8/layout/vList2"/>
    <dgm:cxn modelId="{99F83FD1-DDBE-49CB-82C7-7A5A7B45D72F}" type="presOf" srcId="{8DDF18EA-1855-4B48-801D-CD33AEF4DA23}" destId="{A7A0F891-8D71-4171-938B-C1E394541412}" srcOrd="0" destOrd="0" presId="urn:microsoft.com/office/officeart/2005/8/layout/vList2"/>
    <dgm:cxn modelId="{015187B2-792E-4D19-997B-A1728ED531A6}" type="presParOf" srcId="{A7A0F891-8D71-4171-938B-C1E394541412}" destId="{B5874AFB-2EC4-45BE-AFA9-5E2225D66572}" srcOrd="0" destOrd="0" presId="urn:microsoft.com/office/officeart/2005/8/layout/vList2"/>
    <dgm:cxn modelId="{3479FF98-FC55-4621-96D3-647E73301218}" type="presParOf" srcId="{A7A0F891-8D71-4171-938B-C1E394541412}" destId="{980A5C65-5037-4DF9-9AAD-10184F4325A5}" srcOrd="1" destOrd="0" presId="urn:microsoft.com/office/officeart/2005/8/layout/vList2"/>
    <dgm:cxn modelId="{40A3D3D8-AB01-42B9-9BD8-B5593FCAFF48}" type="presParOf" srcId="{A7A0F891-8D71-4171-938B-C1E394541412}" destId="{4A16882C-34F5-4D8C-87C9-6F5D8B502BE8}" srcOrd="2" destOrd="0" presId="urn:microsoft.com/office/officeart/2005/8/layout/vList2"/>
    <dgm:cxn modelId="{5EFBF868-D7AC-4EC6-841F-EA127F32FF3F}" type="presParOf" srcId="{A7A0F891-8D71-4171-938B-C1E394541412}" destId="{40ACE6E3-8586-4B25-9211-0EF76376961A}" srcOrd="3" destOrd="0" presId="urn:microsoft.com/office/officeart/2005/8/layout/vList2"/>
    <dgm:cxn modelId="{88217D69-A937-4800-859E-7EFCFB08EF59}" type="presParOf" srcId="{A7A0F891-8D71-4171-938B-C1E394541412}" destId="{256F88B6-45D7-4F77-8CD0-402FA04B2F10}" srcOrd="4" destOrd="0" presId="urn:microsoft.com/office/officeart/2005/8/layout/vList2"/>
    <dgm:cxn modelId="{63C155FA-434A-4B51-A6F9-84860117A58D}" type="presParOf" srcId="{A7A0F891-8D71-4171-938B-C1E394541412}" destId="{12470E3F-3C5C-4BB4-8464-A98D18774798}" srcOrd="5" destOrd="0" presId="urn:microsoft.com/office/officeart/2005/8/layout/vList2"/>
    <dgm:cxn modelId="{2C94C05E-6F26-4BE3-8EDE-098AC01FF5E5}" type="presParOf" srcId="{A7A0F891-8D71-4171-938B-C1E394541412}" destId="{A63495B6-0B2F-45C2-AEA2-5C7B625A3D2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4001EFC-1404-499D-85A9-DF9E29C3C3D1}"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F0951EF3-6557-434F-BCAE-78DAC6DE6500}">
      <dgm:prSet/>
      <dgm:spPr/>
      <dgm:t>
        <a:bodyPr/>
        <a:lstStyle/>
        <a:p>
          <a:r>
            <a:rPr lang="uk-UA" b="0" i="0"/>
            <a:t>Демонстрації.</a:t>
          </a:r>
          <a:endParaRPr lang="uk-UA"/>
        </a:p>
      </dgm:t>
    </dgm:pt>
    <dgm:pt modelId="{7D5196A0-33DB-4AE3-B1F5-696182C431D9}" type="sibTrans" cxnId="{D6E821CB-BC6F-4BF2-BB0E-7474B2F6E982}">
      <dgm:prSet/>
      <dgm:spPr/>
      <dgm:t>
        <a:bodyPr/>
        <a:lstStyle/>
        <a:p>
          <a:endParaRPr lang="uk-UA"/>
        </a:p>
      </dgm:t>
    </dgm:pt>
    <dgm:pt modelId="{0D5F2FC1-2FB9-4BE0-81F6-C847E42E368B}" type="parTrans" cxnId="{D6E821CB-BC6F-4BF2-BB0E-7474B2F6E982}">
      <dgm:prSet/>
      <dgm:spPr/>
      <dgm:t>
        <a:bodyPr/>
        <a:lstStyle/>
        <a:p>
          <a:endParaRPr lang="uk-UA"/>
        </a:p>
      </dgm:t>
    </dgm:pt>
    <dgm:pt modelId="{D21DB998-9AFD-4D1A-A7D9-8F32D021EE57}">
      <dgm:prSet/>
      <dgm:spPr/>
      <dgm:t>
        <a:bodyPr/>
        <a:lstStyle/>
        <a:p>
          <a:r>
            <a:rPr lang="uk-UA" b="0" i="0"/>
            <a:t>Звернення до парламенту.</a:t>
          </a:r>
          <a:endParaRPr lang="uk-UA"/>
        </a:p>
      </dgm:t>
    </dgm:pt>
    <dgm:pt modelId="{B09995C1-C48F-48C1-92FB-3D5F38C86FBE}" type="sibTrans" cxnId="{037D3A91-B72D-4BCB-8D12-312CCDA215AC}">
      <dgm:prSet/>
      <dgm:spPr/>
      <dgm:t>
        <a:bodyPr/>
        <a:lstStyle/>
        <a:p>
          <a:endParaRPr lang="uk-UA"/>
        </a:p>
      </dgm:t>
    </dgm:pt>
    <dgm:pt modelId="{74561468-BA9F-4196-8E6B-2BFC31CB04F0}" type="parTrans" cxnId="{037D3A91-B72D-4BCB-8D12-312CCDA215AC}">
      <dgm:prSet/>
      <dgm:spPr/>
      <dgm:t>
        <a:bodyPr/>
        <a:lstStyle/>
        <a:p>
          <a:endParaRPr lang="uk-UA"/>
        </a:p>
      </dgm:t>
    </dgm:pt>
    <dgm:pt modelId="{45214CC5-02DF-45AE-BB42-34AFAEE7FBA1}">
      <dgm:prSet/>
      <dgm:spPr/>
      <dgm:t>
        <a:bodyPr/>
        <a:lstStyle/>
        <a:p>
          <a:r>
            <a:rPr lang="uk-UA" b="0" i="0" dirty="0"/>
            <a:t>Підпали поміщицьких маєтків.</a:t>
          </a:r>
          <a:endParaRPr lang="uk-UA" dirty="0"/>
        </a:p>
      </dgm:t>
    </dgm:pt>
    <dgm:pt modelId="{14E56FE0-E63D-41B8-9CC1-56A73DD2E843}" type="sibTrans" cxnId="{68BAB831-283B-4867-8BDF-BD38B968E033}">
      <dgm:prSet/>
      <dgm:spPr/>
      <dgm:t>
        <a:bodyPr/>
        <a:lstStyle/>
        <a:p>
          <a:endParaRPr lang="uk-UA"/>
        </a:p>
      </dgm:t>
    </dgm:pt>
    <dgm:pt modelId="{FC648DC7-5C15-4AA6-9765-1BD05A687985}" type="parTrans" cxnId="{68BAB831-283B-4867-8BDF-BD38B968E033}">
      <dgm:prSet/>
      <dgm:spPr/>
      <dgm:t>
        <a:bodyPr/>
        <a:lstStyle/>
        <a:p>
          <a:endParaRPr lang="uk-UA"/>
        </a:p>
      </dgm:t>
    </dgm:pt>
    <dgm:pt modelId="{1C9405D0-C34B-492C-B10E-46F57C388A16}">
      <dgm:prSet/>
      <dgm:spPr/>
      <dgm:t>
        <a:bodyPr/>
        <a:lstStyle/>
        <a:p>
          <a:r>
            <a:rPr lang="uk-UA" b="0" i="0"/>
            <a:t>Політичний терор.</a:t>
          </a:r>
          <a:endParaRPr lang="uk-UA"/>
        </a:p>
      </dgm:t>
    </dgm:pt>
    <dgm:pt modelId="{F52C682B-B454-4A1A-A139-E370926C8CDA}" type="sibTrans" cxnId="{14877CD9-988C-4CD8-9F8C-8E8B4DF20E40}">
      <dgm:prSet/>
      <dgm:spPr/>
      <dgm:t>
        <a:bodyPr/>
        <a:lstStyle/>
        <a:p>
          <a:endParaRPr lang="uk-UA"/>
        </a:p>
      </dgm:t>
    </dgm:pt>
    <dgm:pt modelId="{B09F7D8E-F5BA-43CD-BFFC-6CD4C0C44F88}" type="parTrans" cxnId="{14877CD9-988C-4CD8-9F8C-8E8B4DF20E40}">
      <dgm:prSet/>
      <dgm:spPr/>
      <dgm:t>
        <a:bodyPr/>
        <a:lstStyle/>
        <a:p>
          <a:endParaRPr lang="uk-UA"/>
        </a:p>
      </dgm:t>
    </dgm:pt>
    <dgm:pt modelId="{0749B937-51F7-459C-9028-21E0D9EA4240}">
      <dgm:prSet/>
      <dgm:spPr/>
      <dgm:t>
        <a:bodyPr/>
        <a:lstStyle/>
        <a:p>
          <a:r>
            <a:rPr lang="uk-UA" b="0" i="0"/>
            <a:t>Відмова відбувати панщину.</a:t>
          </a:r>
          <a:endParaRPr lang="uk-UA"/>
        </a:p>
      </dgm:t>
    </dgm:pt>
    <dgm:pt modelId="{D9258DEC-FE18-44F2-92FF-8A57D3AD634C}" type="sibTrans" cxnId="{E3FA4503-B55B-4317-A338-32B9BDA9A092}">
      <dgm:prSet/>
      <dgm:spPr/>
      <dgm:t>
        <a:bodyPr/>
        <a:lstStyle/>
        <a:p>
          <a:endParaRPr lang="uk-UA"/>
        </a:p>
      </dgm:t>
    </dgm:pt>
    <dgm:pt modelId="{94E6CB0C-D396-4CB4-ABC7-7CB9A32F785F}" type="parTrans" cxnId="{E3FA4503-B55B-4317-A338-32B9BDA9A092}">
      <dgm:prSet/>
      <dgm:spPr/>
      <dgm:t>
        <a:bodyPr/>
        <a:lstStyle/>
        <a:p>
          <a:endParaRPr lang="uk-UA"/>
        </a:p>
      </dgm:t>
    </dgm:pt>
    <dgm:pt modelId="{7B11A67B-A7F8-49CC-85F1-30C8AAC02D98}">
      <dgm:prSet/>
      <dgm:spPr/>
      <dgm:t>
        <a:bodyPr/>
        <a:lstStyle/>
        <a:p>
          <a:r>
            <a:rPr lang="uk-UA" b="0" i="0" dirty="0"/>
            <a:t>Втечі з маєтків.</a:t>
          </a:r>
          <a:endParaRPr lang="uk-UA" dirty="0"/>
        </a:p>
      </dgm:t>
    </dgm:pt>
    <dgm:pt modelId="{B3A62F76-999D-4223-BDC6-C988462319AC}" type="sibTrans" cxnId="{C9F605A1-2265-4557-B740-5425868273B9}">
      <dgm:prSet/>
      <dgm:spPr/>
      <dgm:t>
        <a:bodyPr/>
        <a:lstStyle/>
        <a:p>
          <a:endParaRPr lang="uk-UA"/>
        </a:p>
      </dgm:t>
    </dgm:pt>
    <dgm:pt modelId="{CEF34C5F-532E-4626-B49F-16AA9999ECCD}" type="parTrans" cxnId="{C9F605A1-2265-4557-B740-5425868273B9}">
      <dgm:prSet/>
      <dgm:spPr/>
      <dgm:t>
        <a:bodyPr/>
        <a:lstStyle/>
        <a:p>
          <a:endParaRPr lang="uk-UA"/>
        </a:p>
      </dgm:t>
    </dgm:pt>
    <dgm:pt modelId="{7F645A43-32DD-401D-8FD4-249AE19BE06F}" type="pres">
      <dgm:prSet presAssocID="{44001EFC-1404-499D-85A9-DF9E29C3C3D1}" presName="Name0" presStyleCnt="0">
        <dgm:presLayoutVars>
          <dgm:chMax val="7"/>
          <dgm:chPref val="7"/>
          <dgm:dir/>
        </dgm:presLayoutVars>
      </dgm:prSet>
      <dgm:spPr/>
    </dgm:pt>
    <dgm:pt modelId="{0C8DAB47-CA6A-402C-B7E6-358FB37C457C}" type="pres">
      <dgm:prSet presAssocID="{44001EFC-1404-499D-85A9-DF9E29C3C3D1}" presName="Name1" presStyleCnt="0"/>
      <dgm:spPr/>
    </dgm:pt>
    <dgm:pt modelId="{710D8505-77FF-42CB-9E50-BF26611D04B6}" type="pres">
      <dgm:prSet presAssocID="{44001EFC-1404-499D-85A9-DF9E29C3C3D1}" presName="cycle" presStyleCnt="0"/>
      <dgm:spPr/>
    </dgm:pt>
    <dgm:pt modelId="{FCBD11B0-0411-4E91-B51E-0A458A2B7295}" type="pres">
      <dgm:prSet presAssocID="{44001EFC-1404-499D-85A9-DF9E29C3C3D1}" presName="srcNode" presStyleLbl="node1" presStyleIdx="0" presStyleCnt="6"/>
      <dgm:spPr/>
    </dgm:pt>
    <dgm:pt modelId="{27FDF02E-565A-47E1-A254-2848571591D3}" type="pres">
      <dgm:prSet presAssocID="{44001EFC-1404-499D-85A9-DF9E29C3C3D1}" presName="conn" presStyleLbl="parChTrans1D2" presStyleIdx="0" presStyleCnt="1"/>
      <dgm:spPr/>
    </dgm:pt>
    <dgm:pt modelId="{1397CB80-07AE-43A9-A9AF-F0D93B073364}" type="pres">
      <dgm:prSet presAssocID="{44001EFC-1404-499D-85A9-DF9E29C3C3D1}" presName="extraNode" presStyleLbl="node1" presStyleIdx="0" presStyleCnt="6"/>
      <dgm:spPr/>
    </dgm:pt>
    <dgm:pt modelId="{2EC606CA-C5EA-4651-BD34-523E4C4BDF6B}" type="pres">
      <dgm:prSet presAssocID="{44001EFC-1404-499D-85A9-DF9E29C3C3D1}" presName="dstNode" presStyleLbl="node1" presStyleIdx="0" presStyleCnt="6"/>
      <dgm:spPr/>
    </dgm:pt>
    <dgm:pt modelId="{5115551C-1EEF-4E6B-8220-335CE14F64FA}" type="pres">
      <dgm:prSet presAssocID="{F0951EF3-6557-434F-BCAE-78DAC6DE6500}" presName="text_1" presStyleLbl="node1" presStyleIdx="0" presStyleCnt="6">
        <dgm:presLayoutVars>
          <dgm:bulletEnabled val="1"/>
        </dgm:presLayoutVars>
      </dgm:prSet>
      <dgm:spPr/>
    </dgm:pt>
    <dgm:pt modelId="{76F9BCBC-D750-412B-B02A-F9A37F04F961}" type="pres">
      <dgm:prSet presAssocID="{F0951EF3-6557-434F-BCAE-78DAC6DE6500}" presName="accent_1" presStyleCnt="0"/>
      <dgm:spPr/>
    </dgm:pt>
    <dgm:pt modelId="{52D72BE5-F81C-49D5-A5A2-615DD701D83E}" type="pres">
      <dgm:prSet presAssocID="{F0951EF3-6557-434F-BCAE-78DAC6DE6500}" presName="accentRepeatNode" presStyleLbl="solidFgAcc1" presStyleIdx="0" presStyleCnt="6"/>
      <dgm:spPr/>
    </dgm:pt>
    <dgm:pt modelId="{28FA93E0-C661-49C1-860F-BE705F685BF3}" type="pres">
      <dgm:prSet presAssocID="{D21DB998-9AFD-4D1A-A7D9-8F32D021EE57}" presName="text_2" presStyleLbl="node1" presStyleIdx="1" presStyleCnt="6">
        <dgm:presLayoutVars>
          <dgm:bulletEnabled val="1"/>
        </dgm:presLayoutVars>
      </dgm:prSet>
      <dgm:spPr/>
    </dgm:pt>
    <dgm:pt modelId="{45CDE299-B4DF-4F8E-A38B-14EE611630B1}" type="pres">
      <dgm:prSet presAssocID="{D21DB998-9AFD-4D1A-A7D9-8F32D021EE57}" presName="accent_2" presStyleCnt="0"/>
      <dgm:spPr/>
    </dgm:pt>
    <dgm:pt modelId="{AE00B1B7-12D0-415C-B223-7C3A0E45F1FA}" type="pres">
      <dgm:prSet presAssocID="{D21DB998-9AFD-4D1A-A7D9-8F32D021EE57}" presName="accentRepeatNode" presStyleLbl="solidFgAcc1" presStyleIdx="1" presStyleCnt="6"/>
      <dgm:spPr/>
    </dgm:pt>
    <dgm:pt modelId="{2573BC8D-AB0E-4256-9B9E-191D253C9625}" type="pres">
      <dgm:prSet presAssocID="{45214CC5-02DF-45AE-BB42-34AFAEE7FBA1}" presName="text_3" presStyleLbl="node1" presStyleIdx="2" presStyleCnt="6">
        <dgm:presLayoutVars>
          <dgm:bulletEnabled val="1"/>
        </dgm:presLayoutVars>
      </dgm:prSet>
      <dgm:spPr/>
    </dgm:pt>
    <dgm:pt modelId="{1B4B65BC-DD68-48AD-98D7-8C05C000F9C5}" type="pres">
      <dgm:prSet presAssocID="{45214CC5-02DF-45AE-BB42-34AFAEE7FBA1}" presName="accent_3" presStyleCnt="0"/>
      <dgm:spPr/>
    </dgm:pt>
    <dgm:pt modelId="{2BF08CE2-7166-40C7-A5F0-6CE1EBA9F1AA}" type="pres">
      <dgm:prSet presAssocID="{45214CC5-02DF-45AE-BB42-34AFAEE7FBA1}" presName="accentRepeatNode" presStyleLbl="solidFgAcc1" presStyleIdx="2" presStyleCnt="6"/>
      <dgm:spPr/>
    </dgm:pt>
    <dgm:pt modelId="{045AB94E-6651-4176-ADB7-5173E59121AB}" type="pres">
      <dgm:prSet presAssocID="{1C9405D0-C34B-492C-B10E-46F57C388A16}" presName="text_4" presStyleLbl="node1" presStyleIdx="3" presStyleCnt="6">
        <dgm:presLayoutVars>
          <dgm:bulletEnabled val="1"/>
        </dgm:presLayoutVars>
      </dgm:prSet>
      <dgm:spPr/>
    </dgm:pt>
    <dgm:pt modelId="{565BFFD2-BC33-433A-9B97-B11CDFF91504}" type="pres">
      <dgm:prSet presAssocID="{1C9405D0-C34B-492C-B10E-46F57C388A16}" presName="accent_4" presStyleCnt="0"/>
      <dgm:spPr/>
    </dgm:pt>
    <dgm:pt modelId="{83327032-56E7-458C-857A-682FFAC4DC9B}" type="pres">
      <dgm:prSet presAssocID="{1C9405D0-C34B-492C-B10E-46F57C388A16}" presName="accentRepeatNode" presStyleLbl="solidFgAcc1" presStyleIdx="3" presStyleCnt="6"/>
      <dgm:spPr/>
    </dgm:pt>
    <dgm:pt modelId="{A48BCF12-3100-45AB-850E-CB4FCE0046BB}" type="pres">
      <dgm:prSet presAssocID="{0749B937-51F7-459C-9028-21E0D9EA4240}" presName="text_5" presStyleLbl="node1" presStyleIdx="4" presStyleCnt="6">
        <dgm:presLayoutVars>
          <dgm:bulletEnabled val="1"/>
        </dgm:presLayoutVars>
      </dgm:prSet>
      <dgm:spPr/>
    </dgm:pt>
    <dgm:pt modelId="{EF75AB0A-6077-4615-89D3-F35CD9EDA2E1}" type="pres">
      <dgm:prSet presAssocID="{0749B937-51F7-459C-9028-21E0D9EA4240}" presName="accent_5" presStyleCnt="0"/>
      <dgm:spPr/>
    </dgm:pt>
    <dgm:pt modelId="{A1E3573E-09B6-4A17-96A3-AD9354BA3CAC}" type="pres">
      <dgm:prSet presAssocID="{0749B937-51F7-459C-9028-21E0D9EA4240}" presName="accentRepeatNode" presStyleLbl="solidFgAcc1" presStyleIdx="4" presStyleCnt="6"/>
      <dgm:spPr/>
    </dgm:pt>
    <dgm:pt modelId="{1D8E0B0B-8CF7-458F-A78E-481861C796E6}" type="pres">
      <dgm:prSet presAssocID="{7B11A67B-A7F8-49CC-85F1-30C8AAC02D98}" presName="text_6" presStyleLbl="node1" presStyleIdx="5" presStyleCnt="6">
        <dgm:presLayoutVars>
          <dgm:bulletEnabled val="1"/>
        </dgm:presLayoutVars>
      </dgm:prSet>
      <dgm:spPr/>
    </dgm:pt>
    <dgm:pt modelId="{1659D849-8AA8-4CB6-933F-A6F650C3D52C}" type="pres">
      <dgm:prSet presAssocID="{7B11A67B-A7F8-49CC-85F1-30C8AAC02D98}" presName="accent_6" presStyleCnt="0"/>
      <dgm:spPr/>
    </dgm:pt>
    <dgm:pt modelId="{3FFF1CF7-5709-4D9B-969B-C060654AB22A}" type="pres">
      <dgm:prSet presAssocID="{7B11A67B-A7F8-49CC-85F1-30C8AAC02D98}" presName="accentRepeatNode" presStyleLbl="solidFgAcc1" presStyleIdx="5" presStyleCnt="6"/>
      <dgm:spPr/>
    </dgm:pt>
  </dgm:ptLst>
  <dgm:cxnLst>
    <dgm:cxn modelId="{E3FA4503-B55B-4317-A338-32B9BDA9A092}" srcId="{44001EFC-1404-499D-85A9-DF9E29C3C3D1}" destId="{0749B937-51F7-459C-9028-21E0D9EA4240}" srcOrd="4" destOrd="0" parTransId="{94E6CB0C-D396-4CB4-ABC7-7CB9A32F785F}" sibTransId="{D9258DEC-FE18-44F2-92FF-8A57D3AD634C}"/>
    <dgm:cxn modelId="{FB49C611-BA7A-4D4B-BBEE-F23EB4FE9748}" type="presOf" srcId="{7B11A67B-A7F8-49CC-85F1-30C8AAC02D98}" destId="{1D8E0B0B-8CF7-458F-A78E-481861C796E6}" srcOrd="0" destOrd="0" presId="urn:microsoft.com/office/officeart/2008/layout/VerticalCurvedList"/>
    <dgm:cxn modelId="{21CB2E12-7A4B-42C1-8925-E756413536D2}" type="presOf" srcId="{45214CC5-02DF-45AE-BB42-34AFAEE7FBA1}" destId="{2573BC8D-AB0E-4256-9B9E-191D253C9625}" srcOrd="0" destOrd="0" presId="urn:microsoft.com/office/officeart/2008/layout/VerticalCurvedList"/>
    <dgm:cxn modelId="{BC0A862A-6BCF-4622-A7E0-2D27837DD3B3}" type="presOf" srcId="{0749B937-51F7-459C-9028-21E0D9EA4240}" destId="{A48BCF12-3100-45AB-850E-CB4FCE0046BB}" srcOrd="0" destOrd="0" presId="urn:microsoft.com/office/officeart/2008/layout/VerticalCurvedList"/>
    <dgm:cxn modelId="{68BAB831-283B-4867-8BDF-BD38B968E033}" srcId="{44001EFC-1404-499D-85A9-DF9E29C3C3D1}" destId="{45214CC5-02DF-45AE-BB42-34AFAEE7FBA1}" srcOrd="2" destOrd="0" parTransId="{FC648DC7-5C15-4AA6-9765-1BD05A687985}" sibTransId="{14E56FE0-E63D-41B8-9CC1-56A73DD2E843}"/>
    <dgm:cxn modelId="{C5F65C5F-81E5-40F1-9C8D-3506A404B19E}" type="presOf" srcId="{44001EFC-1404-499D-85A9-DF9E29C3C3D1}" destId="{7F645A43-32DD-401D-8FD4-249AE19BE06F}" srcOrd="0" destOrd="0" presId="urn:microsoft.com/office/officeart/2008/layout/VerticalCurvedList"/>
    <dgm:cxn modelId="{E4B13489-6492-480B-A626-4B1FD27F0C2A}" type="presOf" srcId="{D21DB998-9AFD-4D1A-A7D9-8F32D021EE57}" destId="{28FA93E0-C661-49C1-860F-BE705F685BF3}" srcOrd="0" destOrd="0" presId="urn:microsoft.com/office/officeart/2008/layout/VerticalCurvedList"/>
    <dgm:cxn modelId="{037D3A91-B72D-4BCB-8D12-312CCDA215AC}" srcId="{44001EFC-1404-499D-85A9-DF9E29C3C3D1}" destId="{D21DB998-9AFD-4D1A-A7D9-8F32D021EE57}" srcOrd="1" destOrd="0" parTransId="{74561468-BA9F-4196-8E6B-2BFC31CB04F0}" sibTransId="{B09995C1-C48F-48C1-92FB-3D5F38C86FBE}"/>
    <dgm:cxn modelId="{0F6A2095-AFF2-42BC-BC3E-32CAA623F49A}" type="presOf" srcId="{1C9405D0-C34B-492C-B10E-46F57C388A16}" destId="{045AB94E-6651-4176-ADB7-5173E59121AB}" srcOrd="0" destOrd="0" presId="urn:microsoft.com/office/officeart/2008/layout/VerticalCurvedList"/>
    <dgm:cxn modelId="{C9F605A1-2265-4557-B740-5425868273B9}" srcId="{44001EFC-1404-499D-85A9-DF9E29C3C3D1}" destId="{7B11A67B-A7F8-49CC-85F1-30C8AAC02D98}" srcOrd="5" destOrd="0" parTransId="{CEF34C5F-532E-4626-B49F-16AA9999ECCD}" sibTransId="{B3A62F76-999D-4223-BDC6-C988462319AC}"/>
    <dgm:cxn modelId="{D6E821CB-BC6F-4BF2-BB0E-7474B2F6E982}" srcId="{44001EFC-1404-499D-85A9-DF9E29C3C3D1}" destId="{F0951EF3-6557-434F-BCAE-78DAC6DE6500}" srcOrd="0" destOrd="0" parTransId="{0D5F2FC1-2FB9-4BE0-81F6-C847E42E368B}" sibTransId="{7D5196A0-33DB-4AE3-B1F5-696182C431D9}"/>
    <dgm:cxn modelId="{EE886DCF-2A54-4E43-9FA9-D23370A787DD}" type="presOf" srcId="{F0951EF3-6557-434F-BCAE-78DAC6DE6500}" destId="{5115551C-1EEF-4E6B-8220-335CE14F64FA}" srcOrd="0" destOrd="0" presId="urn:microsoft.com/office/officeart/2008/layout/VerticalCurvedList"/>
    <dgm:cxn modelId="{14877CD9-988C-4CD8-9F8C-8E8B4DF20E40}" srcId="{44001EFC-1404-499D-85A9-DF9E29C3C3D1}" destId="{1C9405D0-C34B-492C-B10E-46F57C388A16}" srcOrd="3" destOrd="0" parTransId="{B09F7D8E-F5BA-43CD-BFFC-6CD4C0C44F88}" sibTransId="{F52C682B-B454-4A1A-A139-E370926C8CDA}"/>
    <dgm:cxn modelId="{6421A7DA-50F9-438C-A328-A38BB15430E2}" type="presOf" srcId="{7D5196A0-33DB-4AE3-B1F5-696182C431D9}" destId="{27FDF02E-565A-47E1-A254-2848571591D3}" srcOrd="0" destOrd="0" presId="urn:microsoft.com/office/officeart/2008/layout/VerticalCurvedList"/>
    <dgm:cxn modelId="{351135AD-7701-496C-B159-CDF951217616}" type="presParOf" srcId="{7F645A43-32DD-401D-8FD4-249AE19BE06F}" destId="{0C8DAB47-CA6A-402C-B7E6-358FB37C457C}" srcOrd="0" destOrd="0" presId="urn:microsoft.com/office/officeart/2008/layout/VerticalCurvedList"/>
    <dgm:cxn modelId="{44477C0C-9B68-4AF6-ABED-A8B3DD5C8F08}" type="presParOf" srcId="{0C8DAB47-CA6A-402C-B7E6-358FB37C457C}" destId="{710D8505-77FF-42CB-9E50-BF26611D04B6}" srcOrd="0" destOrd="0" presId="urn:microsoft.com/office/officeart/2008/layout/VerticalCurvedList"/>
    <dgm:cxn modelId="{1285DC3C-506E-459C-B61C-163F0B155C76}" type="presParOf" srcId="{710D8505-77FF-42CB-9E50-BF26611D04B6}" destId="{FCBD11B0-0411-4E91-B51E-0A458A2B7295}" srcOrd="0" destOrd="0" presId="urn:microsoft.com/office/officeart/2008/layout/VerticalCurvedList"/>
    <dgm:cxn modelId="{839D26E4-54DA-4177-B208-9E9191B86D41}" type="presParOf" srcId="{710D8505-77FF-42CB-9E50-BF26611D04B6}" destId="{27FDF02E-565A-47E1-A254-2848571591D3}" srcOrd="1" destOrd="0" presId="urn:microsoft.com/office/officeart/2008/layout/VerticalCurvedList"/>
    <dgm:cxn modelId="{5153D330-FB37-43CB-98EE-FBB122185679}" type="presParOf" srcId="{710D8505-77FF-42CB-9E50-BF26611D04B6}" destId="{1397CB80-07AE-43A9-A9AF-F0D93B073364}" srcOrd="2" destOrd="0" presId="urn:microsoft.com/office/officeart/2008/layout/VerticalCurvedList"/>
    <dgm:cxn modelId="{F122EE78-9650-4DA4-B1D1-F9CC25F437D9}" type="presParOf" srcId="{710D8505-77FF-42CB-9E50-BF26611D04B6}" destId="{2EC606CA-C5EA-4651-BD34-523E4C4BDF6B}" srcOrd="3" destOrd="0" presId="urn:microsoft.com/office/officeart/2008/layout/VerticalCurvedList"/>
    <dgm:cxn modelId="{1AB1B587-8EF8-41C3-B81F-A62A3C419D7D}" type="presParOf" srcId="{0C8DAB47-CA6A-402C-B7E6-358FB37C457C}" destId="{5115551C-1EEF-4E6B-8220-335CE14F64FA}" srcOrd="1" destOrd="0" presId="urn:microsoft.com/office/officeart/2008/layout/VerticalCurvedList"/>
    <dgm:cxn modelId="{FD2A928B-C9FA-41E6-8B44-2F712E3E56E3}" type="presParOf" srcId="{0C8DAB47-CA6A-402C-B7E6-358FB37C457C}" destId="{76F9BCBC-D750-412B-B02A-F9A37F04F961}" srcOrd="2" destOrd="0" presId="urn:microsoft.com/office/officeart/2008/layout/VerticalCurvedList"/>
    <dgm:cxn modelId="{F8BA9808-0A2D-49C0-AB48-AE142AB872D5}" type="presParOf" srcId="{76F9BCBC-D750-412B-B02A-F9A37F04F961}" destId="{52D72BE5-F81C-49D5-A5A2-615DD701D83E}" srcOrd="0" destOrd="0" presId="urn:microsoft.com/office/officeart/2008/layout/VerticalCurvedList"/>
    <dgm:cxn modelId="{64A9160B-4303-4991-9018-39E4896B49EB}" type="presParOf" srcId="{0C8DAB47-CA6A-402C-B7E6-358FB37C457C}" destId="{28FA93E0-C661-49C1-860F-BE705F685BF3}" srcOrd="3" destOrd="0" presId="urn:microsoft.com/office/officeart/2008/layout/VerticalCurvedList"/>
    <dgm:cxn modelId="{9C2E103F-6A2C-400B-B65A-5925D5E8A1AB}" type="presParOf" srcId="{0C8DAB47-CA6A-402C-B7E6-358FB37C457C}" destId="{45CDE299-B4DF-4F8E-A38B-14EE611630B1}" srcOrd="4" destOrd="0" presId="urn:microsoft.com/office/officeart/2008/layout/VerticalCurvedList"/>
    <dgm:cxn modelId="{85BB6057-914C-4C57-BC72-5A31D78F6826}" type="presParOf" srcId="{45CDE299-B4DF-4F8E-A38B-14EE611630B1}" destId="{AE00B1B7-12D0-415C-B223-7C3A0E45F1FA}" srcOrd="0" destOrd="0" presId="urn:microsoft.com/office/officeart/2008/layout/VerticalCurvedList"/>
    <dgm:cxn modelId="{382C8597-35FF-4036-940B-8827B653E6D5}" type="presParOf" srcId="{0C8DAB47-CA6A-402C-B7E6-358FB37C457C}" destId="{2573BC8D-AB0E-4256-9B9E-191D253C9625}" srcOrd="5" destOrd="0" presId="urn:microsoft.com/office/officeart/2008/layout/VerticalCurvedList"/>
    <dgm:cxn modelId="{B24DBB11-62C6-4176-8C98-2EE49DD983FB}" type="presParOf" srcId="{0C8DAB47-CA6A-402C-B7E6-358FB37C457C}" destId="{1B4B65BC-DD68-48AD-98D7-8C05C000F9C5}" srcOrd="6" destOrd="0" presId="urn:microsoft.com/office/officeart/2008/layout/VerticalCurvedList"/>
    <dgm:cxn modelId="{25F1310A-E846-4128-95ED-22E9455C339A}" type="presParOf" srcId="{1B4B65BC-DD68-48AD-98D7-8C05C000F9C5}" destId="{2BF08CE2-7166-40C7-A5F0-6CE1EBA9F1AA}" srcOrd="0" destOrd="0" presId="urn:microsoft.com/office/officeart/2008/layout/VerticalCurvedList"/>
    <dgm:cxn modelId="{E6771A4F-4365-4FE3-B13C-5E8AF46F4FB6}" type="presParOf" srcId="{0C8DAB47-CA6A-402C-B7E6-358FB37C457C}" destId="{045AB94E-6651-4176-ADB7-5173E59121AB}" srcOrd="7" destOrd="0" presId="urn:microsoft.com/office/officeart/2008/layout/VerticalCurvedList"/>
    <dgm:cxn modelId="{618419A8-2913-4737-A16C-04BF1396E337}" type="presParOf" srcId="{0C8DAB47-CA6A-402C-B7E6-358FB37C457C}" destId="{565BFFD2-BC33-433A-9B97-B11CDFF91504}" srcOrd="8" destOrd="0" presId="urn:microsoft.com/office/officeart/2008/layout/VerticalCurvedList"/>
    <dgm:cxn modelId="{BD72C553-C7C8-45AC-959E-F28124877B45}" type="presParOf" srcId="{565BFFD2-BC33-433A-9B97-B11CDFF91504}" destId="{83327032-56E7-458C-857A-682FFAC4DC9B}" srcOrd="0" destOrd="0" presId="urn:microsoft.com/office/officeart/2008/layout/VerticalCurvedList"/>
    <dgm:cxn modelId="{40EDF773-07CC-4771-8DD3-0FD055AFA718}" type="presParOf" srcId="{0C8DAB47-CA6A-402C-B7E6-358FB37C457C}" destId="{A48BCF12-3100-45AB-850E-CB4FCE0046BB}" srcOrd="9" destOrd="0" presId="urn:microsoft.com/office/officeart/2008/layout/VerticalCurvedList"/>
    <dgm:cxn modelId="{523A8919-FE3C-4359-B88C-DCED9289A493}" type="presParOf" srcId="{0C8DAB47-CA6A-402C-B7E6-358FB37C457C}" destId="{EF75AB0A-6077-4615-89D3-F35CD9EDA2E1}" srcOrd="10" destOrd="0" presId="urn:microsoft.com/office/officeart/2008/layout/VerticalCurvedList"/>
    <dgm:cxn modelId="{4BCC2D37-245E-460A-80E6-ED8478EBB293}" type="presParOf" srcId="{EF75AB0A-6077-4615-89D3-F35CD9EDA2E1}" destId="{A1E3573E-09B6-4A17-96A3-AD9354BA3CAC}" srcOrd="0" destOrd="0" presId="urn:microsoft.com/office/officeart/2008/layout/VerticalCurvedList"/>
    <dgm:cxn modelId="{BE88667E-AD3E-4FDD-BF21-232311293A3F}" type="presParOf" srcId="{0C8DAB47-CA6A-402C-B7E6-358FB37C457C}" destId="{1D8E0B0B-8CF7-458F-A78E-481861C796E6}" srcOrd="11" destOrd="0" presId="urn:microsoft.com/office/officeart/2008/layout/VerticalCurvedList"/>
    <dgm:cxn modelId="{AC2B0740-77D8-40FD-92D4-CBC9F36A7AF8}" type="presParOf" srcId="{0C8DAB47-CA6A-402C-B7E6-358FB37C457C}" destId="{1659D849-8AA8-4CB6-933F-A6F650C3D52C}" srcOrd="12" destOrd="0" presId="urn:microsoft.com/office/officeart/2008/layout/VerticalCurvedList"/>
    <dgm:cxn modelId="{8E615244-4270-46A8-8EAF-2F5EC6011726}" type="presParOf" srcId="{1659D849-8AA8-4CB6-933F-A6F650C3D52C}" destId="{3FFF1CF7-5709-4D9B-969B-C060654AB22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0CEB5FA-646C-4D1E-803A-846E43B8B66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B940F8E-C4F7-48B9-A3EB-F76606D7A902}">
      <dgm:prSet/>
      <dgm:spPr/>
      <dgm:t>
        <a:bodyPr/>
        <a:lstStyle/>
        <a:p>
          <a:r>
            <a:rPr lang="ru-RU" b="0" i="0" dirty="0" err="1"/>
            <a:t>релігійно-етичний</a:t>
          </a:r>
          <a:r>
            <a:rPr lang="ru-RU" b="0" i="0" dirty="0"/>
            <a:t> рух за </a:t>
          </a:r>
          <a:r>
            <a:rPr lang="ru-RU" b="0" i="0" dirty="0" err="1"/>
            <a:t>моральне</a:t>
          </a:r>
          <a:r>
            <a:rPr lang="ru-RU" b="0" i="0" dirty="0"/>
            <a:t> </a:t>
          </a:r>
          <a:r>
            <a:rPr lang="ru-RU" b="0" i="0" dirty="0" err="1"/>
            <a:t>самовдосконалення</a:t>
          </a:r>
          <a:r>
            <a:rPr lang="ru-RU" b="0" i="0" dirty="0"/>
            <a:t> та </a:t>
          </a:r>
          <a:r>
            <a:rPr lang="ru-RU" b="0" i="0" dirty="0" err="1"/>
            <a:t>об'єднання</a:t>
          </a:r>
          <a:r>
            <a:rPr lang="ru-RU" b="0" i="0" dirty="0"/>
            <a:t> </a:t>
          </a:r>
          <a:r>
            <a:rPr lang="ru-RU" b="0" i="0" dirty="0" err="1"/>
            <a:t>людства</a:t>
          </a:r>
          <a:r>
            <a:rPr lang="ru-RU" b="0" i="0" dirty="0"/>
            <a:t> в </a:t>
          </a:r>
          <a:r>
            <a:rPr lang="ru-RU" b="0" i="0" dirty="0" err="1"/>
            <a:t>релігійний</a:t>
          </a:r>
          <a:r>
            <a:rPr lang="ru-RU" b="0" i="0" dirty="0"/>
            <a:t> </a:t>
          </a:r>
          <a:r>
            <a:rPr lang="ru-RU" b="0" i="0" dirty="0" err="1"/>
            <a:t>братерський</a:t>
          </a:r>
          <a:r>
            <a:rPr lang="ru-RU" b="0" i="0" dirty="0"/>
            <a:t> союз.</a:t>
          </a:r>
          <a:endParaRPr lang="uk-UA" dirty="0"/>
        </a:p>
      </dgm:t>
    </dgm:pt>
    <dgm:pt modelId="{CEA24BDC-2021-4E04-B3FB-C0E2278EB07B}" type="parTrans" cxnId="{2E3E1A33-F362-4642-BE28-7F2B3378819F}">
      <dgm:prSet/>
      <dgm:spPr/>
      <dgm:t>
        <a:bodyPr/>
        <a:lstStyle/>
        <a:p>
          <a:endParaRPr lang="uk-UA"/>
        </a:p>
      </dgm:t>
    </dgm:pt>
    <dgm:pt modelId="{7256A0DB-EBD2-4456-91BB-39E9573FB2B7}" type="sibTrans" cxnId="{2E3E1A33-F362-4642-BE28-7F2B3378819F}">
      <dgm:prSet/>
      <dgm:spPr/>
      <dgm:t>
        <a:bodyPr/>
        <a:lstStyle/>
        <a:p>
          <a:endParaRPr lang="uk-UA"/>
        </a:p>
      </dgm:t>
    </dgm:pt>
    <dgm:pt modelId="{8B6B53E6-D91E-443B-B9D2-E57196006742}">
      <dgm:prSet/>
      <dgm:spPr/>
      <dgm:t>
        <a:bodyPr/>
        <a:lstStyle/>
        <a:p>
          <a:r>
            <a:rPr lang="ru-RU" b="0" i="0" dirty="0" err="1"/>
            <a:t>політична</a:t>
          </a:r>
          <a:r>
            <a:rPr lang="ru-RU" b="0" i="0" dirty="0"/>
            <a:t> </a:t>
          </a:r>
          <a:r>
            <a:rPr lang="ru-RU" b="0" i="0" dirty="0" err="1"/>
            <a:t>теорія</a:t>
          </a:r>
          <a:r>
            <a:rPr lang="ru-RU" b="0" i="0" dirty="0"/>
            <a:t>, </a:t>
          </a:r>
          <a:r>
            <a:rPr lang="ru-RU" b="0" i="0" dirty="0" err="1"/>
            <a:t>прихильники</a:t>
          </a:r>
          <a:r>
            <a:rPr lang="ru-RU" b="0" i="0" dirty="0"/>
            <a:t> </a:t>
          </a:r>
          <a:r>
            <a:rPr lang="ru-RU" b="0" i="0" dirty="0" err="1"/>
            <a:t>якої</a:t>
          </a:r>
          <a:r>
            <a:rPr lang="ru-RU" b="0" i="0" dirty="0"/>
            <a:t> </a:t>
          </a:r>
          <a:r>
            <a:rPr lang="ru-RU" b="0" i="0" dirty="0" err="1"/>
            <a:t>виступали</a:t>
          </a:r>
          <a:r>
            <a:rPr lang="ru-RU" b="0" i="0" dirty="0"/>
            <a:t> за </a:t>
          </a:r>
          <a:r>
            <a:rPr lang="ru-RU" b="0" i="0" dirty="0" err="1"/>
            <a:t>усунення</a:t>
          </a:r>
          <a:r>
            <a:rPr lang="ru-RU" b="0" i="0" dirty="0"/>
            <a:t> церкви </a:t>
          </a:r>
          <a:r>
            <a:rPr lang="ru-RU" b="0" i="0" dirty="0" err="1"/>
            <a:t>від</a:t>
          </a:r>
          <a:r>
            <a:rPr lang="ru-RU" b="0" i="0" dirty="0"/>
            <a:t> </a:t>
          </a:r>
          <a:r>
            <a:rPr lang="ru-RU" b="0" i="0" dirty="0" err="1"/>
            <a:t>участі</a:t>
          </a:r>
          <a:r>
            <a:rPr lang="ru-RU" b="0" i="0" dirty="0"/>
            <a:t> в державно-</a:t>
          </a:r>
          <a:r>
            <a:rPr lang="ru-RU" b="0" i="0" dirty="0" err="1"/>
            <a:t>політичному</a:t>
          </a:r>
          <a:r>
            <a:rPr lang="ru-RU" b="0" i="0" dirty="0"/>
            <a:t> </a:t>
          </a:r>
          <a:r>
            <a:rPr lang="ru-RU" b="0" i="0" dirty="0" err="1"/>
            <a:t>житті</a:t>
          </a:r>
          <a:r>
            <a:rPr lang="ru-RU" b="0" i="0" dirty="0"/>
            <a:t>.</a:t>
          </a:r>
          <a:endParaRPr lang="uk-UA" dirty="0"/>
        </a:p>
      </dgm:t>
    </dgm:pt>
    <dgm:pt modelId="{2CA13510-8637-4E13-9DF2-638BDF6BACAE}" type="parTrans" cxnId="{59C2BBC2-736A-49C5-A302-251E9D88C31F}">
      <dgm:prSet/>
      <dgm:spPr/>
      <dgm:t>
        <a:bodyPr/>
        <a:lstStyle/>
        <a:p>
          <a:endParaRPr lang="uk-UA"/>
        </a:p>
      </dgm:t>
    </dgm:pt>
    <dgm:pt modelId="{5124B155-D99C-4BEC-BAC4-40D03930242C}" type="sibTrans" cxnId="{59C2BBC2-736A-49C5-A302-251E9D88C31F}">
      <dgm:prSet/>
      <dgm:spPr/>
      <dgm:t>
        <a:bodyPr/>
        <a:lstStyle/>
        <a:p>
          <a:endParaRPr lang="uk-UA"/>
        </a:p>
      </dgm:t>
    </dgm:pt>
    <dgm:pt modelId="{4404DB89-DC0F-4D92-A2BC-20D5C56BD5CB}">
      <dgm:prSet/>
      <dgm:spPr/>
      <dgm:t>
        <a:bodyPr/>
        <a:lstStyle/>
        <a:p>
          <a:r>
            <a:rPr lang="ru-RU" b="0" i="0"/>
            <a:t>суспільно-релігійне об'єднання православних міщан при церковних парафіях, що виступало захисником прав православного населення.</a:t>
          </a:r>
          <a:endParaRPr lang="uk-UA"/>
        </a:p>
      </dgm:t>
    </dgm:pt>
    <dgm:pt modelId="{E5AFDD3B-8708-4E88-B1CF-FB0A53241AC2}" type="parTrans" cxnId="{19F197D2-0B0B-454C-AE58-B23E3D7C71F3}">
      <dgm:prSet/>
      <dgm:spPr/>
      <dgm:t>
        <a:bodyPr/>
        <a:lstStyle/>
        <a:p>
          <a:endParaRPr lang="uk-UA"/>
        </a:p>
      </dgm:t>
    </dgm:pt>
    <dgm:pt modelId="{AF713F27-7B1A-4868-B845-29A4E668E8C4}" type="sibTrans" cxnId="{19F197D2-0B0B-454C-AE58-B23E3D7C71F3}">
      <dgm:prSet/>
      <dgm:spPr/>
      <dgm:t>
        <a:bodyPr/>
        <a:lstStyle/>
        <a:p>
          <a:endParaRPr lang="uk-UA"/>
        </a:p>
      </dgm:t>
    </dgm:pt>
    <dgm:pt modelId="{226817CC-82BD-4437-8A24-B75AA781A11C}">
      <dgm:prSet/>
      <dgm:spPr/>
      <dgm:t>
        <a:bodyPr/>
        <a:lstStyle/>
        <a:p>
          <a:r>
            <a:rPr lang="ru-RU" b="0" i="0" dirty="0" err="1"/>
            <a:t>релігійна</a:t>
          </a:r>
          <a:r>
            <a:rPr lang="ru-RU" b="0" i="0" dirty="0"/>
            <a:t> секта, </a:t>
          </a:r>
          <a:r>
            <a:rPr lang="ru-RU" b="0" i="0" dirty="0" err="1"/>
            <a:t>прихильники</a:t>
          </a:r>
          <a:r>
            <a:rPr lang="ru-RU" b="0" i="0" dirty="0"/>
            <a:t> </a:t>
          </a:r>
          <a:r>
            <a:rPr lang="ru-RU" b="0" i="0" dirty="0" err="1"/>
            <a:t>якої</a:t>
          </a:r>
          <a:r>
            <a:rPr lang="ru-RU" b="0" i="0" dirty="0"/>
            <a:t> </a:t>
          </a:r>
          <a:r>
            <a:rPr lang="ru-RU" b="0" i="0" dirty="0" err="1"/>
            <a:t>виступали</a:t>
          </a:r>
          <a:r>
            <a:rPr lang="ru-RU" b="0" i="0" dirty="0"/>
            <a:t> за «</a:t>
          </a:r>
          <a:r>
            <a:rPr lang="ru-RU" b="0" i="0" dirty="0" err="1"/>
            <a:t>дешеву</a:t>
          </a:r>
          <a:r>
            <a:rPr lang="ru-RU" b="0" i="0" dirty="0"/>
            <a:t>» церкву, </a:t>
          </a:r>
          <a:r>
            <a:rPr lang="ru-RU" b="0" i="0" dirty="0" err="1"/>
            <a:t>богослужіння</a:t>
          </a:r>
          <a:r>
            <a:rPr lang="ru-RU" b="0" i="0" dirty="0"/>
            <a:t> без </a:t>
          </a:r>
          <a:r>
            <a:rPr lang="ru-RU" b="0" i="0" dirty="0" err="1"/>
            <a:t>проповідей</a:t>
          </a:r>
          <a:r>
            <a:rPr lang="ru-RU" b="0" i="0" dirty="0"/>
            <a:t> та </a:t>
          </a:r>
          <a:r>
            <a:rPr lang="ru-RU" b="0" i="0" dirty="0" err="1"/>
            <a:t>колективних</a:t>
          </a:r>
          <a:r>
            <a:rPr lang="ru-RU" b="0" i="0" dirty="0"/>
            <a:t> </a:t>
          </a:r>
          <a:r>
            <a:rPr lang="ru-RU" b="0" i="0" dirty="0" err="1"/>
            <a:t>молитов</a:t>
          </a:r>
          <a:r>
            <a:rPr lang="ru-RU" b="0" i="0" dirty="0"/>
            <a:t>.</a:t>
          </a:r>
          <a:endParaRPr lang="uk-UA" dirty="0"/>
        </a:p>
      </dgm:t>
    </dgm:pt>
    <dgm:pt modelId="{652873A3-B446-47CB-A63A-77040CBE679C}" type="parTrans" cxnId="{407DF71C-615F-46A4-8F9E-B7B8CC36566E}">
      <dgm:prSet/>
      <dgm:spPr/>
      <dgm:t>
        <a:bodyPr/>
        <a:lstStyle/>
        <a:p>
          <a:endParaRPr lang="uk-UA"/>
        </a:p>
      </dgm:t>
    </dgm:pt>
    <dgm:pt modelId="{17D76866-DDD6-4AFE-AC32-27A161384A5D}" type="sibTrans" cxnId="{407DF71C-615F-46A4-8F9E-B7B8CC36566E}">
      <dgm:prSet/>
      <dgm:spPr/>
      <dgm:t>
        <a:bodyPr/>
        <a:lstStyle/>
        <a:p>
          <a:endParaRPr lang="uk-UA"/>
        </a:p>
      </dgm:t>
    </dgm:pt>
    <dgm:pt modelId="{EBEA821A-1DE8-46B0-9F5F-7171EAC12688}" type="pres">
      <dgm:prSet presAssocID="{20CEB5FA-646C-4D1E-803A-846E43B8B665}" presName="linear" presStyleCnt="0">
        <dgm:presLayoutVars>
          <dgm:animLvl val="lvl"/>
          <dgm:resizeHandles val="exact"/>
        </dgm:presLayoutVars>
      </dgm:prSet>
      <dgm:spPr/>
    </dgm:pt>
    <dgm:pt modelId="{C753CC06-4110-4E95-BEB8-9BBA3538E1CB}" type="pres">
      <dgm:prSet presAssocID="{CB940F8E-C4F7-48B9-A3EB-F76606D7A902}" presName="parentText" presStyleLbl="node1" presStyleIdx="0" presStyleCnt="4">
        <dgm:presLayoutVars>
          <dgm:chMax val="0"/>
          <dgm:bulletEnabled val="1"/>
        </dgm:presLayoutVars>
      </dgm:prSet>
      <dgm:spPr/>
    </dgm:pt>
    <dgm:pt modelId="{5B794D80-A6FB-4300-BD02-D95170371AEC}" type="pres">
      <dgm:prSet presAssocID="{7256A0DB-EBD2-4456-91BB-39E9573FB2B7}" presName="spacer" presStyleCnt="0"/>
      <dgm:spPr/>
    </dgm:pt>
    <dgm:pt modelId="{4F1A2BE9-4FA5-4BBA-B789-5A9526B5560C}" type="pres">
      <dgm:prSet presAssocID="{8B6B53E6-D91E-443B-B9D2-E57196006742}" presName="parentText" presStyleLbl="node1" presStyleIdx="1" presStyleCnt="4">
        <dgm:presLayoutVars>
          <dgm:chMax val="0"/>
          <dgm:bulletEnabled val="1"/>
        </dgm:presLayoutVars>
      </dgm:prSet>
      <dgm:spPr/>
    </dgm:pt>
    <dgm:pt modelId="{E9B6227F-1AA5-4AD3-9D8B-1665CE942B63}" type="pres">
      <dgm:prSet presAssocID="{5124B155-D99C-4BEC-BAC4-40D03930242C}" presName="spacer" presStyleCnt="0"/>
      <dgm:spPr/>
    </dgm:pt>
    <dgm:pt modelId="{4988F2E9-EE5D-4172-9A10-5C21C9521555}" type="pres">
      <dgm:prSet presAssocID="{4404DB89-DC0F-4D92-A2BC-20D5C56BD5CB}" presName="parentText" presStyleLbl="node1" presStyleIdx="2" presStyleCnt="4">
        <dgm:presLayoutVars>
          <dgm:chMax val="0"/>
          <dgm:bulletEnabled val="1"/>
        </dgm:presLayoutVars>
      </dgm:prSet>
      <dgm:spPr/>
    </dgm:pt>
    <dgm:pt modelId="{08A05ED8-050F-49C4-AF5A-342E7141D098}" type="pres">
      <dgm:prSet presAssocID="{AF713F27-7B1A-4868-B845-29A4E668E8C4}" presName="spacer" presStyleCnt="0"/>
      <dgm:spPr/>
    </dgm:pt>
    <dgm:pt modelId="{BE855EA7-BB4A-41AC-9D71-42C7E15D7498}" type="pres">
      <dgm:prSet presAssocID="{226817CC-82BD-4437-8A24-B75AA781A11C}" presName="parentText" presStyleLbl="node1" presStyleIdx="3" presStyleCnt="4">
        <dgm:presLayoutVars>
          <dgm:chMax val="0"/>
          <dgm:bulletEnabled val="1"/>
        </dgm:presLayoutVars>
      </dgm:prSet>
      <dgm:spPr/>
    </dgm:pt>
  </dgm:ptLst>
  <dgm:cxnLst>
    <dgm:cxn modelId="{27A39506-A99B-47DB-98E1-FD2394C3EE13}" type="presOf" srcId="{8B6B53E6-D91E-443B-B9D2-E57196006742}" destId="{4F1A2BE9-4FA5-4BBA-B789-5A9526B5560C}" srcOrd="0" destOrd="0" presId="urn:microsoft.com/office/officeart/2005/8/layout/vList2"/>
    <dgm:cxn modelId="{407DF71C-615F-46A4-8F9E-B7B8CC36566E}" srcId="{20CEB5FA-646C-4D1E-803A-846E43B8B665}" destId="{226817CC-82BD-4437-8A24-B75AA781A11C}" srcOrd="3" destOrd="0" parTransId="{652873A3-B446-47CB-A63A-77040CBE679C}" sibTransId="{17D76866-DDD6-4AFE-AC32-27A161384A5D}"/>
    <dgm:cxn modelId="{2E3E1A33-F362-4642-BE28-7F2B3378819F}" srcId="{20CEB5FA-646C-4D1E-803A-846E43B8B665}" destId="{CB940F8E-C4F7-48B9-A3EB-F76606D7A902}" srcOrd="0" destOrd="0" parTransId="{CEA24BDC-2021-4E04-B3FB-C0E2278EB07B}" sibTransId="{7256A0DB-EBD2-4456-91BB-39E9573FB2B7}"/>
    <dgm:cxn modelId="{DEF16D7D-C2C1-4835-A68C-E09822AD7CAE}" type="presOf" srcId="{4404DB89-DC0F-4D92-A2BC-20D5C56BD5CB}" destId="{4988F2E9-EE5D-4172-9A10-5C21C9521555}" srcOrd="0" destOrd="0" presId="urn:microsoft.com/office/officeart/2005/8/layout/vList2"/>
    <dgm:cxn modelId="{48BE48BC-9735-494A-8FB6-E7F7F55B8644}" type="presOf" srcId="{CB940F8E-C4F7-48B9-A3EB-F76606D7A902}" destId="{C753CC06-4110-4E95-BEB8-9BBA3538E1CB}" srcOrd="0" destOrd="0" presId="urn:microsoft.com/office/officeart/2005/8/layout/vList2"/>
    <dgm:cxn modelId="{59C2BBC2-736A-49C5-A302-251E9D88C31F}" srcId="{20CEB5FA-646C-4D1E-803A-846E43B8B665}" destId="{8B6B53E6-D91E-443B-B9D2-E57196006742}" srcOrd="1" destOrd="0" parTransId="{2CA13510-8637-4E13-9DF2-638BDF6BACAE}" sibTransId="{5124B155-D99C-4BEC-BAC4-40D03930242C}"/>
    <dgm:cxn modelId="{C0D66BCF-1663-4850-BB75-EE1B6ACEFC7A}" type="presOf" srcId="{20CEB5FA-646C-4D1E-803A-846E43B8B665}" destId="{EBEA821A-1DE8-46B0-9F5F-7171EAC12688}" srcOrd="0" destOrd="0" presId="urn:microsoft.com/office/officeart/2005/8/layout/vList2"/>
    <dgm:cxn modelId="{19F197D2-0B0B-454C-AE58-B23E3D7C71F3}" srcId="{20CEB5FA-646C-4D1E-803A-846E43B8B665}" destId="{4404DB89-DC0F-4D92-A2BC-20D5C56BD5CB}" srcOrd="2" destOrd="0" parTransId="{E5AFDD3B-8708-4E88-B1CF-FB0A53241AC2}" sibTransId="{AF713F27-7B1A-4868-B845-29A4E668E8C4}"/>
    <dgm:cxn modelId="{6325BAEB-0DE6-438D-ABF9-20D91EE950BC}" type="presOf" srcId="{226817CC-82BD-4437-8A24-B75AA781A11C}" destId="{BE855EA7-BB4A-41AC-9D71-42C7E15D7498}" srcOrd="0" destOrd="0" presId="urn:microsoft.com/office/officeart/2005/8/layout/vList2"/>
    <dgm:cxn modelId="{ACA29410-99FB-4D0C-8A46-80248EC200E0}" type="presParOf" srcId="{EBEA821A-1DE8-46B0-9F5F-7171EAC12688}" destId="{C753CC06-4110-4E95-BEB8-9BBA3538E1CB}" srcOrd="0" destOrd="0" presId="urn:microsoft.com/office/officeart/2005/8/layout/vList2"/>
    <dgm:cxn modelId="{5FCF0AE5-0FE7-4004-A7EE-316A253D470E}" type="presParOf" srcId="{EBEA821A-1DE8-46B0-9F5F-7171EAC12688}" destId="{5B794D80-A6FB-4300-BD02-D95170371AEC}" srcOrd="1" destOrd="0" presId="urn:microsoft.com/office/officeart/2005/8/layout/vList2"/>
    <dgm:cxn modelId="{2BC7EC0F-949C-41FE-B262-83293A7633FA}" type="presParOf" srcId="{EBEA821A-1DE8-46B0-9F5F-7171EAC12688}" destId="{4F1A2BE9-4FA5-4BBA-B789-5A9526B5560C}" srcOrd="2" destOrd="0" presId="urn:microsoft.com/office/officeart/2005/8/layout/vList2"/>
    <dgm:cxn modelId="{2241A6B8-5534-40BC-BC17-0F6A4E8BB39E}" type="presParOf" srcId="{EBEA821A-1DE8-46B0-9F5F-7171EAC12688}" destId="{E9B6227F-1AA5-4AD3-9D8B-1665CE942B63}" srcOrd="3" destOrd="0" presId="urn:microsoft.com/office/officeart/2005/8/layout/vList2"/>
    <dgm:cxn modelId="{56F95E35-C276-4C87-94FF-EBEA89C425B4}" type="presParOf" srcId="{EBEA821A-1DE8-46B0-9F5F-7171EAC12688}" destId="{4988F2E9-EE5D-4172-9A10-5C21C9521555}" srcOrd="4" destOrd="0" presId="urn:microsoft.com/office/officeart/2005/8/layout/vList2"/>
    <dgm:cxn modelId="{5DD9944A-1C3F-424C-88CD-191B981B41C3}" type="presParOf" srcId="{EBEA821A-1DE8-46B0-9F5F-7171EAC12688}" destId="{08A05ED8-050F-49C4-AF5A-342E7141D098}" srcOrd="5" destOrd="0" presId="urn:microsoft.com/office/officeart/2005/8/layout/vList2"/>
    <dgm:cxn modelId="{DC459065-1631-4780-8EAC-E6D50D6C0D1D}" type="presParOf" srcId="{EBEA821A-1DE8-46B0-9F5F-7171EAC12688}" destId="{BE855EA7-BB4A-41AC-9D71-42C7E15D749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DA53EE6-649B-4922-AC5B-9A1E51D8C3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DC98B52-E8CB-4341-86EA-665AB66809BC}">
      <dgm:prSet/>
      <dgm:spPr/>
      <dgm:t>
        <a:bodyPr/>
        <a:lstStyle/>
        <a:p>
          <a:r>
            <a:rPr lang="uk-UA" b="0" i="0"/>
            <a:t>народовців.</a:t>
          </a:r>
          <a:endParaRPr lang="uk-UA"/>
        </a:p>
      </dgm:t>
    </dgm:pt>
    <dgm:pt modelId="{EE161D02-AD41-45C7-A182-261B7D8D87FD}" type="parTrans" cxnId="{3A4B3EE6-299E-4667-A50E-298187452023}">
      <dgm:prSet/>
      <dgm:spPr/>
      <dgm:t>
        <a:bodyPr/>
        <a:lstStyle/>
        <a:p>
          <a:endParaRPr lang="uk-UA"/>
        </a:p>
      </dgm:t>
    </dgm:pt>
    <dgm:pt modelId="{9BA2A2B1-ECFE-4A35-B008-DC9AF605DD55}" type="sibTrans" cxnId="{3A4B3EE6-299E-4667-A50E-298187452023}">
      <dgm:prSet/>
      <dgm:spPr/>
      <dgm:t>
        <a:bodyPr/>
        <a:lstStyle/>
        <a:p>
          <a:endParaRPr lang="uk-UA"/>
        </a:p>
      </dgm:t>
    </dgm:pt>
    <dgm:pt modelId="{91F047CD-C376-403C-B2E3-16DD855EC6AF}">
      <dgm:prSet/>
      <dgm:spPr/>
      <dgm:t>
        <a:bodyPr/>
        <a:lstStyle/>
        <a:p>
          <a:r>
            <a:rPr lang="uk-UA" b="0" i="0"/>
            <a:t>декабристів.</a:t>
          </a:r>
          <a:endParaRPr lang="uk-UA"/>
        </a:p>
      </dgm:t>
    </dgm:pt>
    <dgm:pt modelId="{ED1251A8-5253-44C1-9D23-A40452563A3A}" type="parTrans" cxnId="{FE24740F-7FD0-4261-AA76-8DC4AB7503F5}">
      <dgm:prSet/>
      <dgm:spPr/>
      <dgm:t>
        <a:bodyPr/>
        <a:lstStyle/>
        <a:p>
          <a:endParaRPr lang="uk-UA"/>
        </a:p>
      </dgm:t>
    </dgm:pt>
    <dgm:pt modelId="{454F8C7E-85EF-436B-B29F-09DF4431C19B}" type="sibTrans" cxnId="{FE24740F-7FD0-4261-AA76-8DC4AB7503F5}">
      <dgm:prSet/>
      <dgm:spPr/>
      <dgm:t>
        <a:bodyPr/>
        <a:lstStyle/>
        <a:p>
          <a:endParaRPr lang="uk-UA"/>
        </a:p>
      </dgm:t>
    </dgm:pt>
    <dgm:pt modelId="{1F8F7CB4-4727-4E10-B9BF-6164AAE40E4C}">
      <dgm:prSet/>
      <dgm:spPr/>
      <dgm:t>
        <a:bodyPr/>
        <a:lstStyle/>
        <a:p>
          <a:r>
            <a:rPr lang="uk-UA" b="0" i="0"/>
            <a:t>громадівців.</a:t>
          </a:r>
          <a:endParaRPr lang="uk-UA"/>
        </a:p>
      </dgm:t>
    </dgm:pt>
    <dgm:pt modelId="{A18E52EA-ADDF-4BE0-B9C9-8EB93ACB14C6}" type="parTrans" cxnId="{5AD34884-B0F4-4FBB-8895-8F6FA7C3A5C1}">
      <dgm:prSet/>
      <dgm:spPr/>
      <dgm:t>
        <a:bodyPr/>
        <a:lstStyle/>
        <a:p>
          <a:endParaRPr lang="uk-UA"/>
        </a:p>
      </dgm:t>
    </dgm:pt>
    <dgm:pt modelId="{F3E02204-5EC0-40CD-BDE7-DCCF2731D86C}" type="sibTrans" cxnId="{5AD34884-B0F4-4FBB-8895-8F6FA7C3A5C1}">
      <dgm:prSet/>
      <dgm:spPr/>
      <dgm:t>
        <a:bodyPr/>
        <a:lstStyle/>
        <a:p>
          <a:endParaRPr lang="uk-UA"/>
        </a:p>
      </dgm:t>
    </dgm:pt>
    <dgm:pt modelId="{B353C6F0-F26B-4078-895C-F6290ABEBA1C}">
      <dgm:prSet/>
      <dgm:spPr/>
      <dgm:t>
        <a:bodyPr/>
        <a:lstStyle/>
        <a:p>
          <a:r>
            <a:rPr lang="uk-UA" b="0" i="0" dirty="0" err="1"/>
            <a:t>кирило-мефодіївців</a:t>
          </a:r>
          <a:r>
            <a:rPr lang="uk-UA" b="0" i="0" dirty="0"/>
            <a:t>.</a:t>
          </a:r>
          <a:endParaRPr lang="uk-UA" dirty="0"/>
        </a:p>
      </dgm:t>
    </dgm:pt>
    <dgm:pt modelId="{29A881A4-8566-41BE-B4E8-CFE702C0D50C}" type="parTrans" cxnId="{A1917230-F5DE-4DF8-BDE0-EDDC5A158D94}">
      <dgm:prSet/>
      <dgm:spPr/>
      <dgm:t>
        <a:bodyPr/>
        <a:lstStyle/>
        <a:p>
          <a:endParaRPr lang="uk-UA"/>
        </a:p>
      </dgm:t>
    </dgm:pt>
    <dgm:pt modelId="{959DC3C9-6820-44CC-AAE3-7DADF4BA6F1F}" type="sibTrans" cxnId="{A1917230-F5DE-4DF8-BDE0-EDDC5A158D94}">
      <dgm:prSet/>
      <dgm:spPr/>
      <dgm:t>
        <a:bodyPr/>
        <a:lstStyle/>
        <a:p>
          <a:endParaRPr lang="uk-UA"/>
        </a:p>
      </dgm:t>
    </dgm:pt>
    <dgm:pt modelId="{E6C76579-14FE-4438-96BC-CB15662A8D63}" type="pres">
      <dgm:prSet presAssocID="{EDA53EE6-649B-4922-AC5B-9A1E51D8C392}" presName="linear" presStyleCnt="0">
        <dgm:presLayoutVars>
          <dgm:animLvl val="lvl"/>
          <dgm:resizeHandles val="exact"/>
        </dgm:presLayoutVars>
      </dgm:prSet>
      <dgm:spPr/>
    </dgm:pt>
    <dgm:pt modelId="{7C66EBE8-DEAC-4572-B410-A2234B7CF2AE}" type="pres">
      <dgm:prSet presAssocID="{7DC98B52-E8CB-4341-86EA-665AB66809BC}" presName="parentText" presStyleLbl="node1" presStyleIdx="0" presStyleCnt="4">
        <dgm:presLayoutVars>
          <dgm:chMax val="0"/>
          <dgm:bulletEnabled val="1"/>
        </dgm:presLayoutVars>
      </dgm:prSet>
      <dgm:spPr/>
    </dgm:pt>
    <dgm:pt modelId="{7B04EF88-6FA1-4DB5-89E3-A058681D3B09}" type="pres">
      <dgm:prSet presAssocID="{9BA2A2B1-ECFE-4A35-B008-DC9AF605DD55}" presName="spacer" presStyleCnt="0"/>
      <dgm:spPr/>
    </dgm:pt>
    <dgm:pt modelId="{D4420C21-0724-4FFA-B175-EDC3A552A8C9}" type="pres">
      <dgm:prSet presAssocID="{91F047CD-C376-403C-B2E3-16DD855EC6AF}" presName="parentText" presStyleLbl="node1" presStyleIdx="1" presStyleCnt="4">
        <dgm:presLayoutVars>
          <dgm:chMax val="0"/>
          <dgm:bulletEnabled val="1"/>
        </dgm:presLayoutVars>
      </dgm:prSet>
      <dgm:spPr/>
    </dgm:pt>
    <dgm:pt modelId="{0712B18F-E1DB-44BE-ADF4-82CBD2108ED6}" type="pres">
      <dgm:prSet presAssocID="{454F8C7E-85EF-436B-B29F-09DF4431C19B}" presName="spacer" presStyleCnt="0"/>
      <dgm:spPr/>
    </dgm:pt>
    <dgm:pt modelId="{E21F4D43-23EC-4A4B-8486-EAA00685D686}" type="pres">
      <dgm:prSet presAssocID="{1F8F7CB4-4727-4E10-B9BF-6164AAE40E4C}" presName="parentText" presStyleLbl="node1" presStyleIdx="2" presStyleCnt="4">
        <dgm:presLayoutVars>
          <dgm:chMax val="0"/>
          <dgm:bulletEnabled val="1"/>
        </dgm:presLayoutVars>
      </dgm:prSet>
      <dgm:spPr/>
    </dgm:pt>
    <dgm:pt modelId="{644C185C-343E-4C15-8C40-E88577FB4775}" type="pres">
      <dgm:prSet presAssocID="{F3E02204-5EC0-40CD-BDE7-DCCF2731D86C}" presName="spacer" presStyleCnt="0"/>
      <dgm:spPr/>
    </dgm:pt>
    <dgm:pt modelId="{64034E9F-3F6E-44A2-986D-CC56988426D2}" type="pres">
      <dgm:prSet presAssocID="{B353C6F0-F26B-4078-895C-F6290ABEBA1C}" presName="parentText" presStyleLbl="node1" presStyleIdx="3" presStyleCnt="4">
        <dgm:presLayoutVars>
          <dgm:chMax val="0"/>
          <dgm:bulletEnabled val="1"/>
        </dgm:presLayoutVars>
      </dgm:prSet>
      <dgm:spPr/>
    </dgm:pt>
  </dgm:ptLst>
  <dgm:cxnLst>
    <dgm:cxn modelId="{23970A02-8391-4BF0-8EC8-FC0162255919}" type="presOf" srcId="{B353C6F0-F26B-4078-895C-F6290ABEBA1C}" destId="{64034E9F-3F6E-44A2-986D-CC56988426D2}" srcOrd="0" destOrd="0" presId="urn:microsoft.com/office/officeart/2005/8/layout/vList2"/>
    <dgm:cxn modelId="{1541420A-4C21-428E-833E-489C972B3AFC}" type="presOf" srcId="{7DC98B52-E8CB-4341-86EA-665AB66809BC}" destId="{7C66EBE8-DEAC-4572-B410-A2234B7CF2AE}" srcOrd="0" destOrd="0" presId="urn:microsoft.com/office/officeart/2005/8/layout/vList2"/>
    <dgm:cxn modelId="{FE24740F-7FD0-4261-AA76-8DC4AB7503F5}" srcId="{EDA53EE6-649B-4922-AC5B-9A1E51D8C392}" destId="{91F047CD-C376-403C-B2E3-16DD855EC6AF}" srcOrd="1" destOrd="0" parTransId="{ED1251A8-5253-44C1-9D23-A40452563A3A}" sibTransId="{454F8C7E-85EF-436B-B29F-09DF4431C19B}"/>
    <dgm:cxn modelId="{A1917230-F5DE-4DF8-BDE0-EDDC5A158D94}" srcId="{EDA53EE6-649B-4922-AC5B-9A1E51D8C392}" destId="{B353C6F0-F26B-4078-895C-F6290ABEBA1C}" srcOrd="3" destOrd="0" parTransId="{29A881A4-8566-41BE-B4E8-CFE702C0D50C}" sibTransId="{959DC3C9-6820-44CC-AAE3-7DADF4BA6F1F}"/>
    <dgm:cxn modelId="{5AD34884-B0F4-4FBB-8895-8F6FA7C3A5C1}" srcId="{EDA53EE6-649B-4922-AC5B-9A1E51D8C392}" destId="{1F8F7CB4-4727-4E10-B9BF-6164AAE40E4C}" srcOrd="2" destOrd="0" parTransId="{A18E52EA-ADDF-4BE0-B9C9-8EB93ACB14C6}" sibTransId="{F3E02204-5EC0-40CD-BDE7-DCCF2731D86C}"/>
    <dgm:cxn modelId="{DE476688-D4CD-4109-8215-9279AA130D9E}" type="presOf" srcId="{EDA53EE6-649B-4922-AC5B-9A1E51D8C392}" destId="{E6C76579-14FE-4438-96BC-CB15662A8D63}" srcOrd="0" destOrd="0" presId="urn:microsoft.com/office/officeart/2005/8/layout/vList2"/>
    <dgm:cxn modelId="{55A2D2A0-7BF8-4096-A506-9D6E6D3C417C}" type="presOf" srcId="{91F047CD-C376-403C-B2E3-16DD855EC6AF}" destId="{D4420C21-0724-4FFA-B175-EDC3A552A8C9}" srcOrd="0" destOrd="0" presId="urn:microsoft.com/office/officeart/2005/8/layout/vList2"/>
    <dgm:cxn modelId="{970173D3-9E62-4CB1-B31B-7EA88B014F7B}" type="presOf" srcId="{1F8F7CB4-4727-4E10-B9BF-6164AAE40E4C}" destId="{E21F4D43-23EC-4A4B-8486-EAA00685D686}" srcOrd="0" destOrd="0" presId="urn:microsoft.com/office/officeart/2005/8/layout/vList2"/>
    <dgm:cxn modelId="{3A4B3EE6-299E-4667-A50E-298187452023}" srcId="{EDA53EE6-649B-4922-AC5B-9A1E51D8C392}" destId="{7DC98B52-E8CB-4341-86EA-665AB66809BC}" srcOrd="0" destOrd="0" parTransId="{EE161D02-AD41-45C7-A182-261B7D8D87FD}" sibTransId="{9BA2A2B1-ECFE-4A35-B008-DC9AF605DD55}"/>
    <dgm:cxn modelId="{284941C6-0A22-4C9D-84E1-2538FBED00BA}" type="presParOf" srcId="{E6C76579-14FE-4438-96BC-CB15662A8D63}" destId="{7C66EBE8-DEAC-4572-B410-A2234B7CF2AE}" srcOrd="0" destOrd="0" presId="urn:microsoft.com/office/officeart/2005/8/layout/vList2"/>
    <dgm:cxn modelId="{1A6AE997-3B21-4AE8-BAED-8F5E026323E9}" type="presParOf" srcId="{E6C76579-14FE-4438-96BC-CB15662A8D63}" destId="{7B04EF88-6FA1-4DB5-89E3-A058681D3B09}" srcOrd="1" destOrd="0" presId="urn:microsoft.com/office/officeart/2005/8/layout/vList2"/>
    <dgm:cxn modelId="{D74EC707-9659-4F97-9D58-FEEBC11E7C5E}" type="presParOf" srcId="{E6C76579-14FE-4438-96BC-CB15662A8D63}" destId="{D4420C21-0724-4FFA-B175-EDC3A552A8C9}" srcOrd="2" destOrd="0" presId="urn:microsoft.com/office/officeart/2005/8/layout/vList2"/>
    <dgm:cxn modelId="{AA7C94DF-9527-41E3-BA3F-535CA9352555}" type="presParOf" srcId="{E6C76579-14FE-4438-96BC-CB15662A8D63}" destId="{0712B18F-E1DB-44BE-ADF4-82CBD2108ED6}" srcOrd="3" destOrd="0" presId="urn:microsoft.com/office/officeart/2005/8/layout/vList2"/>
    <dgm:cxn modelId="{4B22B6D8-9451-4EAB-83A4-3716C753E6D6}" type="presParOf" srcId="{E6C76579-14FE-4438-96BC-CB15662A8D63}" destId="{E21F4D43-23EC-4A4B-8486-EAA00685D686}" srcOrd="4" destOrd="0" presId="urn:microsoft.com/office/officeart/2005/8/layout/vList2"/>
    <dgm:cxn modelId="{82012D56-E048-4643-AF44-7B40D5E07928}" type="presParOf" srcId="{E6C76579-14FE-4438-96BC-CB15662A8D63}" destId="{644C185C-343E-4C15-8C40-E88577FB4775}" srcOrd="5" destOrd="0" presId="urn:microsoft.com/office/officeart/2005/8/layout/vList2"/>
    <dgm:cxn modelId="{DBC98DAB-4F1E-4F78-9A9F-F59D3D703EED}" type="presParOf" srcId="{E6C76579-14FE-4438-96BC-CB15662A8D63}" destId="{64034E9F-3F6E-44A2-986D-CC56988426D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EE3DB8D-0A0D-45C7-9DF8-E6B9E5C4413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CC1786A-4038-4948-A260-BFC0BBF3EA2C}">
      <dgm:prSet/>
      <dgm:spPr/>
      <dgm:t>
        <a:bodyPr/>
        <a:lstStyle/>
        <a:p>
          <a:r>
            <a:rPr lang="ru-RU" b="0" i="0"/>
            <a:t>масонською ложею «Любов до істини».</a:t>
          </a:r>
          <a:endParaRPr lang="uk-UA"/>
        </a:p>
      </dgm:t>
    </dgm:pt>
    <dgm:pt modelId="{9DD83C5A-090E-458D-B18C-594AABB28C65}" type="parTrans" cxnId="{FD72EFBF-66ED-4312-8132-242CC4B422EB}">
      <dgm:prSet/>
      <dgm:spPr/>
      <dgm:t>
        <a:bodyPr/>
        <a:lstStyle/>
        <a:p>
          <a:endParaRPr lang="uk-UA"/>
        </a:p>
      </dgm:t>
    </dgm:pt>
    <dgm:pt modelId="{68F23CF1-FA92-4B15-877C-9B0FD4842EBB}" type="sibTrans" cxnId="{FD72EFBF-66ED-4312-8132-242CC4B422EB}">
      <dgm:prSet/>
      <dgm:spPr/>
      <dgm:t>
        <a:bodyPr/>
        <a:lstStyle/>
        <a:p>
          <a:endParaRPr lang="uk-UA"/>
        </a:p>
      </dgm:t>
    </dgm:pt>
    <dgm:pt modelId="{5FAB55E2-29CB-41AF-9614-4977989B4642}">
      <dgm:prSet/>
      <dgm:spPr/>
      <dgm:t>
        <a:bodyPr/>
        <a:lstStyle/>
        <a:p>
          <a:r>
            <a:rPr lang="ru-RU" b="0" i="0" dirty="0" err="1"/>
            <a:t>Кирило-Мефодіївським</a:t>
          </a:r>
          <a:r>
            <a:rPr lang="ru-RU" b="0" i="0" dirty="0"/>
            <a:t> братством.</a:t>
          </a:r>
          <a:endParaRPr lang="uk-UA" dirty="0"/>
        </a:p>
      </dgm:t>
    </dgm:pt>
    <dgm:pt modelId="{B0745323-3FD0-474A-BCDB-5176D13D1521}" type="parTrans" cxnId="{7C2182B9-7C3E-4E87-A490-1ED2FA2A27B0}">
      <dgm:prSet/>
      <dgm:spPr/>
      <dgm:t>
        <a:bodyPr/>
        <a:lstStyle/>
        <a:p>
          <a:endParaRPr lang="uk-UA"/>
        </a:p>
      </dgm:t>
    </dgm:pt>
    <dgm:pt modelId="{3EF2B44B-2D09-4A82-933C-5CD9F71AC87A}" type="sibTrans" cxnId="{7C2182B9-7C3E-4E87-A490-1ED2FA2A27B0}">
      <dgm:prSet/>
      <dgm:spPr/>
      <dgm:t>
        <a:bodyPr/>
        <a:lstStyle/>
        <a:p>
          <a:endParaRPr lang="uk-UA"/>
        </a:p>
      </dgm:t>
    </dgm:pt>
    <dgm:pt modelId="{005C0BE4-FC08-43E3-A082-ED85CD060CF9}">
      <dgm:prSet/>
      <dgm:spPr/>
      <dgm:t>
        <a:bodyPr/>
        <a:lstStyle/>
        <a:p>
          <a:r>
            <a:rPr lang="ru-RU" b="0" i="0" dirty="0" err="1"/>
            <a:t>польським</a:t>
          </a:r>
          <a:r>
            <a:rPr lang="ru-RU" b="0" i="0" dirty="0"/>
            <a:t> </a:t>
          </a:r>
          <a:r>
            <a:rPr lang="ru-RU" b="0" i="0" dirty="0" err="1"/>
            <a:t>Патріотичним</a:t>
          </a:r>
          <a:r>
            <a:rPr lang="ru-RU" b="0" i="0" dirty="0"/>
            <a:t> </a:t>
          </a:r>
          <a:r>
            <a:rPr lang="ru-RU" b="0" i="0" dirty="0" err="1"/>
            <a:t>товариством</a:t>
          </a:r>
          <a:r>
            <a:rPr lang="ru-RU" b="0" i="0" dirty="0"/>
            <a:t>.</a:t>
          </a:r>
          <a:endParaRPr lang="uk-UA" dirty="0"/>
        </a:p>
      </dgm:t>
    </dgm:pt>
    <dgm:pt modelId="{C6F97178-6C59-4669-B7C6-B018DFA4E3D4}" type="parTrans" cxnId="{5F78E57A-F2D6-4EE0-B988-37DABDA00EB4}">
      <dgm:prSet/>
      <dgm:spPr/>
      <dgm:t>
        <a:bodyPr/>
        <a:lstStyle/>
        <a:p>
          <a:endParaRPr lang="uk-UA"/>
        </a:p>
      </dgm:t>
    </dgm:pt>
    <dgm:pt modelId="{1B78709C-E9F4-4419-A7D9-4178BECCBE9B}" type="sibTrans" cxnId="{5F78E57A-F2D6-4EE0-B988-37DABDA00EB4}">
      <dgm:prSet/>
      <dgm:spPr/>
      <dgm:t>
        <a:bodyPr/>
        <a:lstStyle/>
        <a:p>
          <a:endParaRPr lang="uk-UA"/>
        </a:p>
      </dgm:t>
    </dgm:pt>
    <dgm:pt modelId="{21609407-86A8-4FB9-A34C-2F06F8129CAB}">
      <dgm:prSet/>
      <dgm:spPr/>
      <dgm:t>
        <a:bodyPr/>
        <a:lstStyle/>
        <a:p>
          <a:r>
            <a:rPr lang="ru-RU" b="0" i="0" dirty="0" err="1"/>
            <a:t>Південним</a:t>
          </a:r>
          <a:r>
            <a:rPr lang="ru-RU" b="0" i="0" dirty="0"/>
            <a:t> </a:t>
          </a:r>
          <a:r>
            <a:rPr lang="ru-RU" b="0" i="0" dirty="0" err="1"/>
            <a:t>товариством</a:t>
          </a:r>
          <a:r>
            <a:rPr lang="ru-RU" b="0" i="0" dirty="0"/>
            <a:t> </a:t>
          </a:r>
          <a:r>
            <a:rPr lang="ru-RU" b="0" i="0" dirty="0" err="1"/>
            <a:t>декабристів</a:t>
          </a:r>
          <a:r>
            <a:rPr lang="ru-RU" b="0" i="0" dirty="0"/>
            <a:t>.</a:t>
          </a:r>
          <a:endParaRPr lang="uk-UA" dirty="0"/>
        </a:p>
      </dgm:t>
    </dgm:pt>
    <dgm:pt modelId="{DB53D45A-E716-455C-96F9-C83F617D5CE6}" type="parTrans" cxnId="{FF8F56C7-3AF6-4EEA-9187-C2B945708931}">
      <dgm:prSet/>
      <dgm:spPr/>
      <dgm:t>
        <a:bodyPr/>
        <a:lstStyle/>
        <a:p>
          <a:endParaRPr lang="uk-UA"/>
        </a:p>
      </dgm:t>
    </dgm:pt>
    <dgm:pt modelId="{71F9C561-833B-4211-81B4-A26D0952C31C}" type="sibTrans" cxnId="{FF8F56C7-3AF6-4EEA-9187-C2B945708931}">
      <dgm:prSet/>
      <dgm:spPr/>
      <dgm:t>
        <a:bodyPr/>
        <a:lstStyle/>
        <a:p>
          <a:endParaRPr lang="uk-UA"/>
        </a:p>
      </dgm:t>
    </dgm:pt>
    <dgm:pt modelId="{1FC4B320-2CC3-41D2-8B86-39344F165C6D}" type="pres">
      <dgm:prSet presAssocID="{DEE3DB8D-0A0D-45C7-9DF8-E6B9E5C4413A}" presName="linear" presStyleCnt="0">
        <dgm:presLayoutVars>
          <dgm:animLvl val="lvl"/>
          <dgm:resizeHandles val="exact"/>
        </dgm:presLayoutVars>
      </dgm:prSet>
      <dgm:spPr/>
    </dgm:pt>
    <dgm:pt modelId="{9B994E97-10DD-46B9-BC8A-A99C55EAE260}" type="pres">
      <dgm:prSet presAssocID="{8CC1786A-4038-4948-A260-BFC0BBF3EA2C}" presName="parentText" presStyleLbl="node1" presStyleIdx="0" presStyleCnt="4">
        <dgm:presLayoutVars>
          <dgm:chMax val="0"/>
          <dgm:bulletEnabled val="1"/>
        </dgm:presLayoutVars>
      </dgm:prSet>
      <dgm:spPr/>
    </dgm:pt>
    <dgm:pt modelId="{BECF7C43-3428-4571-9A96-1B3F2BAAFFDE}" type="pres">
      <dgm:prSet presAssocID="{68F23CF1-FA92-4B15-877C-9B0FD4842EBB}" presName="spacer" presStyleCnt="0"/>
      <dgm:spPr/>
    </dgm:pt>
    <dgm:pt modelId="{21F338CB-376D-496D-998C-8A73D16B2847}" type="pres">
      <dgm:prSet presAssocID="{5FAB55E2-29CB-41AF-9614-4977989B4642}" presName="parentText" presStyleLbl="node1" presStyleIdx="1" presStyleCnt="4">
        <dgm:presLayoutVars>
          <dgm:chMax val="0"/>
          <dgm:bulletEnabled val="1"/>
        </dgm:presLayoutVars>
      </dgm:prSet>
      <dgm:spPr/>
    </dgm:pt>
    <dgm:pt modelId="{7D24D830-38C8-4BE7-A2D4-793B33AA8D51}" type="pres">
      <dgm:prSet presAssocID="{3EF2B44B-2D09-4A82-933C-5CD9F71AC87A}" presName="spacer" presStyleCnt="0"/>
      <dgm:spPr/>
    </dgm:pt>
    <dgm:pt modelId="{E0921AFB-1341-4EB4-93B2-174DC58BC27E}" type="pres">
      <dgm:prSet presAssocID="{005C0BE4-FC08-43E3-A082-ED85CD060CF9}" presName="parentText" presStyleLbl="node1" presStyleIdx="2" presStyleCnt="4">
        <dgm:presLayoutVars>
          <dgm:chMax val="0"/>
          <dgm:bulletEnabled val="1"/>
        </dgm:presLayoutVars>
      </dgm:prSet>
      <dgm:spPr/>
    </dgm:pt>
    <dgm:pt modelId="{05243EB8-9A4D-4DC6-A056-D9D8BF1D1C45}" type="pres">
      <dgm:prSet presAssocID="{1B78709C-E9F4-4419-A7D9-4178BECCBE9B}" presName="spacer" presStyleCnt="0"/>
      <dgm:spPr/>
    </dgm:pt>
    <dgm:pt modelId="{3E5C1993-4EFF-4D46-9FF8-E74AFC067CCB}" type="pres">
      <dgm:prSet presAssocID="{21609407-86A8-4FB9-A34C-2F06F8129CAB}" presName="parentText" presStyleLbl="node1" presStyleIdx="3" presStyleCnt="4">
        <dgm:presLayoutVars>
          <dgm:chMax val="0"/>
          <dgm:bulletEnabled val="1"/>
        </dgm:presLayoutVars>
      </dgm:prSet>
      <dgm:spPr/>
    </dgm:pt>
  </dgm:ptLst>
  <dgm:cxnLst>
    <dgm:cxn modelId="{207F8A22-0090-426C-A18D-7993D910CB88}" type="presOf" srcId="{5FAB55E2-29CB-41AF-9614-4977989B4642}" destId="{21F338CB-376D-496D-998C-8A73D16B2847}" srcOrd="0" destOrd="0" presId="urn:microsoft.com/office/officeart/2005/8/layout/vList2"/>
    <dgm:cxn modelId="{AC98DF66-F297-4299-9D3E-9D8CDCED5902}" type="presOf" srcId="{DEE3DB8D-0A0D-45C7-9DF8-E6B9E5C4413A}" destId="{1FC4B320-2CC3-41D2-8B86-39344F165C6D}" srcOrd="0" destOrd="0" presId="urn:microsoft.com/office/officeart/2005/8/layout/vList2"/>
    <dgm:cxn modelId="{99D1884E-2AB1-4411-B0CF-F8CE99183A9A}" type="presOf" srcId="{005C0BE4-FC08-43E3-A082-ED85CD060CF9}" destId="{E0921AFB-1341-4EB4-93B2-174DC58BC27E}" srcOrd="0" destOrd="0" presId="urn:microsoft.com/office/officeart/2005/8/layout/vList2"/>
    <dgm:cxn modelId="{5F78E57A-F2D6-4EE0-B988-37DABDA00EB4}" srcId="{DEE3DB8D-0A0D-45C7-9DF8-E6B9E5C4413A}" destId="{005C0BE4-FC08-43E3-A082-ED85CD060CF9}" srcOrd="2" destOrd="0" parTransId="{C6F97178-6C59-4669-B7C6-B018DFA4E3D4}" sibTransId="{1B78709C-E9F4-4419-A7D9-4178BECCBE9B}"/>
    <dgm:cxn modelId="{B1B461B3-23E7-488E-B394-694C9F610A19}" type="presOf" srcId="{21609407-86A8-4FB9-A34C-2F06F8129CAB}" destId="{3E5C1993-4EFF-4D46-9FF8-E74AFC067CCB}" srcOrd="0" destOrd="0" presId="urn:microsoft.com/office/officeart/2005/8/layout/vList2"/>
    <dgm:cxn modelId="{7C2182B9-7C3E-4E87-A490-1ED2FA2A27B0}" srcId="{DEE3DB8D-0A0D-45C7-9DF8-E6B9E5C4413A}" destId="{5FAB55E2-29CB-41AF-9614-4977989B4642}" srcOrd="1" destOrd="0" parTransId="{B0745323-3FD0-474A-BCDB-5176D13D1521}" sibTransId="{3EF2B44B-2D09-4A82-933C-5CD9F71AC87A}"/>
    <dgm:cxn modelId="{FD72EFBF-66ED-4312-8132-242CC4B422EB}" srcId="{DEE3DB8D-0A0D-45C7-9DF8-E6B9E5C4413A}" destId="{8CC1786A-4038-4948-A260-BFC0BBF3EA2C}" srcOrd="0" destOrd="0" parTransId="{9DD83C5A-090E-458D-B18C-594AABB28C65}" sibTransId="{68F23CF1-FA92-4B15-877C-9B0FD4842EBB}"/>
    <dgm:cxn modelId="{FF8F56C7-3AF6-4EEA-9187-C2B945708931}" srcId="{DEE3DB8D-0A0D-45C7-9DF8-E6B9E5C4413A}" destId="{21609407-86A8-4FB9-A34C-2F06F8129CAB}" srcOrd="3" destOrd="0" parTransId="{DB53D45A-E716-455C-96F9-C83F617D5CE6}" sibTransId="{71F9C561-833B-4211-81B4-A26D0952C31C}"/>
    <dgm:cxn modelId="{55468DE9-E10D-4EEB-A615-5C7A7449135B}" type="presOf" srcId="{8CC1786A-4038-4948-A260-BFC0BBF3EA2C}" destId="{9B994E97-10DD-46B9-BC8A-A99C55EAE260}" srcOrd="0" destOrd="0" presId="urn:microsoft.com/office/officeart/2005/8/layout/vList2"/>
    <dgm:cxn modelId="{4A5C0B8B-1E42-49CC-BB89-91241F8BA65B}" type="presParOf" srcId="{1FC4B320-2CC3-41D2-8B86-39344F165C6D}" destId="{9B994E97-10DD-46B9-BC8A-A99C55EAE260}" srcOrd="0" destOrd="0" presId="urn:microsoft.com/office/officeart/2005/8/layout/vList2"/>
    <dgm:cxn modelId="{DE57A07C-DBD8-4AED-841A-810175D06D48}" type="presParOf" srcId="{1FC4B320-2CC3-41D2-8B86-39344F165C6D}" destId="{BECF7C43-3428-4571-9A96-1B3F2BAAFFDE}" srcOrd="1" destOrd="0" presId="urn:microsoft.com/office/officeart/2005/8/layout/vList2"/>
    <dgm:cxn modelId="{C642E549-2280-401C-A468-7798C7830A38}" type="presParOf" srcId="{1FC4B320-2CC3-41D2-8B86-39344F165C6D}" destId="{21F338CB-376D-496D-998C-8A73D16B2847}" srcOrd="2" destOrd="0" presId="urn:microsoft.com/office/officeart/2005/8/layout/vList2"/>
    <dgm:cxn modelId="{9661EDE6-F020-4C67-A84E-7AF9C4F8C432}" type="presParOf" srcId="{1FC4B320-2CC3-41D2-8B86-39344F165C6D}" destId="{7D24D830-38C8-4BE7-A2D4-793B33AA8D51}" srcOrd="3" destOrd="0" presId="urn:microsoft.com/office/officeart/2005/8/layout/vList2"/>
    <dgm:cxn modelId="{FC2E68C7-2171-4E07-BEB4-AB9BCB51EE94}" type="presParOf" srcId="{1FC4B320-2CC3-41D2-8B86-39344F165C6D}" destId="{E0921AFB-1341-4EB4-93B2-174DC58BC27E}" srcOrd="4" destOrd="0" presId="urn:microsoft.com/office/officeart/2005/8/layout/vList2"/>
    <dgm:cxn modelId="{7BAA28A8-D78C-4193-BD00-E5DF58AA54DD}" type="presParOf" srcId="{1FC4B320-2CC3-41D2-8B86-39344F165C6D}" destId="{05243EB8-9A4D-4DC6-A056-D9D8BF1D1C45}" srcOrd="5" destOrd="0" presId="urn:microsoft.com/office/officeart/2005/8/layout/vList2"/>
    <dgm:cxn modelId="{8AF3CCA2-941D-406B-9E75-51259A42B440}" type="presParOf" srcId="{1FC4B320-2CC3-41D2-8B86-39344F165C6D}" destId="{3E5C1993-4EFF-4D46-9FF8-E74AFC067CC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2EDE670-5FEA-4FE6-9043-4E2B00C8DD3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5E8C758-103F-46F8-8EDE-11464C06F55B}">
      <dgm:prSet/>
      <dgm:spPr/>
      <dgm:t>
        <a:bodyPr/>
        <a:lstStyle/>
        <a:p>
          <a:r>
            <a:rPr lang="ru-RU" b="0" i="0"/>
            <a:t>польського національно-визвольного повстання.</a:t>
          </a:r>
          <a:endParaRPr lang="uk-UA"/>
        </a:p>
      </dgm:t>
    </dgm:pt>
    <dgm:pt modelId="{FA7F556C-1F50-4AF0-808C-A3430171E8A6}" type="parTrans" cxnId="{DD2FA2DE-1FE6-44CD-855E-9A09CA2DBD29}">
      <dgm:prSet/>
      <dgm:spPr/>
      <dgm:t>
        <a:bodyPr/>
        <a:lstStyle/>
        <a:p>
          <a:endParaRPr lang="uk-UA"/>
        </a:p>
      </dgm:t>
    </dgm:pt>
    <dgm:pt modelId="{2B882F9F-3375-4DDB-937A-C30E6D1D272E}" type="sibTrans" cxnId="{DD2FA2DE-1FE6-44CD-855E-9A09CA2DBD29}">
      <dgm:prSet/>
      <dgm:spPr/>
      <dgm:t>
        <a:bodyPr/>
        <a:lstStyle/>
        <a:p>
          <a:endParaRPr lang="uk-UA"/>
        </a:p>
      </dgm:t>
    </dgm:pt>
    <dgm:pt modelId="{E3A61CDA-71D0-4208-A212-2B8EECAA83A9}">
      <dgm:prSet/>
      <dgm:spPr/>
      <dgm:t>
        <a:bodyPr/>
        <a:lstStyle/>
        <a:p>
          <a:r>
            <a:rPr lang="ru-RU" b="0" i="0" dirty="0" err="1"/>
            <a:t>російського</a:t>
          </a:r>
          <a:r>
            <a:rPr lang="ru-RU" b="0" i="0" dirty="0"/>
            <a:t> </a:t>
          </a:r>
          <a:r>
            <a:rPr lang="ru-RU" b="0" i="0" dirty="0" err="1"/>
            <a:t>дворянського</a:t>
          </a:r>
          <a:r>
            <a:rPr lang="ru-RU" b="0" i="0" dirty="0"/>
            <a:t> </a:t>
          </a:r>
          <a:r>
            <a:rPr lang="ru-RU" b="0" i="0" dirty="0" err="1"/>
            <a:t>опозиційного</a:t>
          </a:r>
          <a:r>
            <a:rPr lang="ru-RU" b="0" i="0" dirty="0"/>
            <a:t> руху.</a:t>
          </a:r>
          <a:endParaRPr lang="uk-UA" dirty="0"/>
        </a:p>
      </dgm:t>
    </dgm:pt>
    <dgm:pt modelId="{4CB74533-2290-44E1-B280-E823E1FF8524}" type="parTrans" cxnId="{76609623-E6F6-42FA-B2AA-8005371B0466}">
      <dgm:prSet/>
      <dgm:spPr/>
      <dgm:t>
        <a:bodyPr/>
        <a:lstStyle/>
        <a:p>
          <a:endParaRPr lang="uk-UA"/>
        </a:p>
      </dgm:t>
    </dgm:pt>
    <dgm:pt modelId="{1C4B692E-5558-4D28-BFD9-A7FBE170CCCA}" type="sibTrans" cxnId="{76609623-E6F6-42FA-B2AA-8005371B0466}">
      <dgm:prSet/>
      <dgm:spPr/>
      <dgm:t>
        <a:bodyPr/>
        <a:lstStyle/>
        <a:p>
          <a:endParaRPr lang="uk-UA"/>
        </a:p>
      </dgm:t>
    </dgm:pt>
    <dgm:pt modelId="{F38FCE4E-5B7A-4155-A6F3-5A80348225C1}">
      <dgm:prSet/>
      <dgm:spPr/>
      <dgm:t>
        <a:bodyPr/>
        <a:lstStyle/>
        <a:p>
          <a:r>
            <a:rPr lang="ru-RU" b="0" i="0"/>
            <a:t>європейської «весни народів».</a:t>
          </a:r>
          <a:endParaRPr lang="uk-UA"/>
        </a:p>
      </dgm:t>
    </dgm:pt>
    <dgm:pt modelId="{E1048942-ACC0-4C70-AC9E-E15BB0C2A7C4}" type="parTrans" cxnId="{1401A876-A99C-447B-92DE-FFFC67B0F322}">
      <dgm:prSet/>
      <dgm:spPr/>
      <dgm:t>
        <a:bodyPr/>
        <a:lstStyle/>
        <a:p>
          <a:endParaRPr lang="uk-UA"/>
        </a:p>
      </dgm:t>
    </dgm:pt>
    <dgm:pt modelId="{483FC725-0745-4CCF-A0ED-5771C374E825}" type="sibTrans" cxnId="{1401A876-A99C-447B-92DE-FFFC67B0F322}">
      <dgm:prSet/>
      <dgm:spPr/>
      <dgm:t>
        <a:bodyPr/>
        <a:lstStyle/>
        <a:p>
          <a:endParaRPr lang="uk-UA"/>
        </a:p>
      </dgm:t>
    </dgm:pt>
    <dgm:pt modelId="{454A8F4E-8E87-46FF-9D03-FAB151083420}">
      <dgm:prSet/>
      <dgm:spPr/>
      <dgm:t>
        <a:bodyPr/>
        <a:lstStyle/>
        <a:p>
          <a:r>
            <a:rPr lang="ru-RU" b="0" i="0" dirty="0" err="1"/>
            <a:t>українського</a:t>
          </a:r>
          <a:r>
            <a:rPr lang="ru-RU" b="0" i="0" dirty="0"/>
            <a:t> </a:t>
          </a:r>
          <a:r>
            <a:rPr lang="ru-RU" b="0" i="0" dirty="0" err="1"/>
            <a:t>національно-визвольного</a:t>
          </a:r>
          <a:r>
            <a:rPr lang="ru-RU" b="0" i="0" dirty="0"/>
            <a:t> руху.</a:t>
          </a:r>
          <a:endParaRPr lang="uk-UA" dirty="0"/>
        </a:p>
      </dgm:t>
    </dgm:pt>
    <dgm:pt modelId="{4654B22A-CE51-42EF-ADC7-9F7BE9EA665C}" type="parTrans" cxnId="{3216DD05-B956-458A-8D1F-0E28E1EF2165}">
      <dgm:prSet/>
      <dgm:spPr/>
      <dgm:t>
        <a:bodyPr/>
        <a:lstStyle/>
        <a:p>
          <a:endParaRPr lang="uk-UA"/>
        </a:p>
      </dgm:t>
    </dgm:pt>
    <dgm:pt modelId="{D771F825-8417-41E8-9996-91FC03F38C19}" type="sibTrans" cxnId="{3216DD05-B956-458A-8D1F-0E28E1EF2165}">
      <dgm:prSet/>
      <dgm:spPr/>
      <dgm:t>
        <a:bodyPr/>
        <a:lstStyle/>
        <a:p>
          <a:endParaRPr lang="uk-UA"/>
        </a:p>
      </dgm:t>
    </dgm:pt>
    <dgm:pt modelId="{4963B04B-3773-4DF2-B095-4732B2E14D6D}" type="pres">
      <dgm:prSet presAssocID="{42EDE670-5FEA-4FE6-9043-4E2B00C8DD35}" presName="linear" presStyleCnt="0">
        <dgm:presLayoutVars>
          <dgm:animLvl val="lvl"/>
          <dgm:resizeHandles val="exact"/>
        </dgm:presLayoutVars>
      </dgm:prSet>
      <dgm:spPr/>
    </dgm:pt>
    <dgm:pt modelId="{C390EA21-0F27-4806-A949-77C3BC86A90E}" type="pres">
      <dgm:prSet presAssocID="{55E8C758-103F-46F8-8EDE-11464C06F55B}" presName="parentText" presStyleLbl="node1" presStyleIdx="0" presStyleCnt="4">
        <dgm:presLayoutVars>
          <dgm:chMax val="0"/>
          <dgm:bulletEnabled val="1"/>
        </dgm:presLayoutVars>
      </dgm:prSet>
      <dgm:spPr/>
    </dgm:pt>
    <dgm:pt modelId="{6D9EAD28-AA6E-4146-8D38-621E889A9E78}" type="pres">
      <dgm:prSet presAssocID="{2B882F9F-3375-4DDB-937A-C30E6D1D272E}" presName="spacer" presStyleCnt="0"/>
      <dgm:spPr/>
    </dgm:pt>
    <dgm:pt modelId="{51B4601E-105C-4A77-9C4C-AD880D3B1462}" type="pres">
      <dgm:prSet presAssocID="{E3A61CDA-71D0-4208-A212-2B8EECAA83A9}" presName="parentText" presStyleLbl="node1" presStyleIdx="1" presStyleCnt="4">
        <dgm:presLayoutVars>
          <dgm:chMax val="0"/>
          <dgm:bulletEnabled val="1"/>
        </dgm:presLayoutVars>
      </dgm:prSet>
      <dgm:spPr/>
    </dgm:pt>
    <dgm:pt modelId="{3B1F0D14-8540-4695-BD5E-52F12493D1B4}" type="pres">
      <dgm:prSet presAssocID="{1C4B692E-5558-4D28-BFD9-A7FBE170CCCA}" presName="spacer" presStyleCnt="0"/>
      <dgm:spPr/>
    </dgm:pt>
    <dgm:pt modelId="{5BF7DC57-5F50-421F-A9F1-AC6111D6CAD9}" type="pres">
      <dgm:prSet presAssocID="{F38FCE4E-5B7A-4155-A6F3-5A80348225C1}" presName="parentText" presStyleLbl="node1" presStyleIdx="2" presStyleCnt="4">
        <dgm:presLayoutVars>
          <dgm:chMax val="0"/>
          <dgm:bulletEnabled val="1"/>
        </dgm:presLayoutVars>
      </dgm:prSet>
      <dgm:spPr/>
    </dgm:pt>
    <dgm:pt modelId="{5A07CF76-8978-47E8-98AB-65631FC51AC7}" type="pres">
      <dgm:prSet presAssocID="{483FC725-0745-4CCF-A0ED-5771C374E825}" presName="spacer" presStyleCnt="0"/>
      <dgm:spPr/>
    </dgm:pt>
    <dgm:pt modelId="{B3704E21-5202-4531-B966-A1303FC5F5DB}" type="pres">
      <dgm:prSet presAssocID="{454A8F4E-8E87-46FF-9D03-FAB151083420}" presName="parentText" presStyleLbl="node1" presStyleIdx="3" presStyleCnt="4">
        <dgm:presLayoutVars>
          <dgm:chMax val="0"/>
          <dgm:bulletEnabled val="1"/>
        </dgm:presLayoutVars>
      </dgm:prSet>
      <dgm:spPr/>
    </dgm:pt>
  </dgm:ptLst>
  <dgm:cxnLst>
    <dgm:cxn modelId="{3216DD05-B956-458A-8D1F-0E28E1EF2165}" srcId="{42EDE670-5FEA-4FE6-9043-4E2B00C8DD35}" destId="{454A8F4E-8E87-46FF-9D03-FAB151083420}" srcOrd="3" destOrd="0" parTransId="{4654B22A-CE51-42EF-ADC7-9F7BE9EA665C}" sibTransId="{D771F825-8417-41E8-9996-91FC03F38C19}"/>
    <dgm:cxn modelId="{76609623-E6F6-42FA-B2AA-8005371B0466}" srcId="{42EDE670-5FEA-4FE6-9043-4E2B00C8DD35}" destId="{E3A61CDA-71D0-4208-A212-2B8EECAA83A9}" srcOrd="1" destOrd="0" parTransId="{4CB74533-2290-44E1-B280-E823E1FF8524}" sibTransId="{1C4B692E-5558-4D28-BFD9-A7FBE170CCCA}"/>
    <dgm:cxn modelId="{6FA9503C-23D5-44D8-8D30-27B96FFAD746}" type="presOf" srcId="{F38FCE4E-5B7A-4155-A6F3-5A80348225C1}" destId="{5BF7DC57-5F50-421F-A9F1-AC6111D6CAD9}" srcOrd="0" destOrd="0" presId="urn:microsoft.com/office/officeart/2005/8/layout/vList2"/>
    <dgm:cxn modelId="{1401A876-A99C-447B-92DE-FFFC67B0F322}" srcId="{42EDE670-5FEA-4FE6-9043-4E2B00C8DD35}" destId="{F38FCE4E-5B7A-4155-A6F3-5A80348225C1}" srcOrd="2" destOrd="0" parTransId="{E1048942-ACC0-4C70-AC9E-E15BB0C2A7C4}" sibTransId="{483FC725-0745-4CCF-A0ED-5771C374E825}"/>
    <dgm:cxn modelId="{892BF3C6-39F8-4EE3-BBA1-AA88D3443D11}" type="presOf" srcId="{454A8F4E-8E87-46FF-9D03-FAB151083420}" destId="{B3704E21-5202-4531-B966-A1303FC5F5DB}" srcOrd="0" destOrd="0" presId="urn:microsoft.com/office/officeart/2005/8/layout/vList2"/>
    <dgm:cxn modelId="{57E46DDD-0E04-4408-B9AE-748D0FB8B2D7}" type="presOf" srcId="{42EDE670-5FEA-4FE6-9043-4E2B00C8DD35}" destId="{4963B04B-3773-4DF2-B095-4732B2E14D6D}" srcOrd="0" destOrd="0" presId="urn:microsoft.com/office/officeart/2005/8/layout/vList2"/>
    <dgm:cxn modelId="{DD2FA2DE-1FE6-44CD-855E-9A09CA2DBD29}" srcId="{42EDE670-5FEA-4FE6-9043-4E2B00C8DD35}" destId="{55E8C758-103F-46F8-8EDE-11464C06F55B}" srcOrd="0" destOrd="0" parTransId="{FA7F556C-1F50-4AF0-808C-A3430171E8A6}" sibTransId="{2B882F9F-3375-4DDB-937A-C30E6D1D272E}"/>
    <dgm:cxn modelId="{E003ECE8-8906-45E8-A7F4-5B3BCDE67D46}" type="presOf" srcId="{55E8C758-103F-46F8-8EDE-11464C06F55B}" destId="{C390EA21-0F27-4806-A949-77C3BC86A90E}" srcOrd="0" destOrd="0" presId="urn:microsoft.com/office/officeart/2005/8/layout/vList2"/>
    <dgm:cxn modelId="{2AC6C4FC-DABB-4607-AF72-06418DDD6DB3}" type="presOf" srcId="{E3A61CDA-71D0-4208-A212-2B8EECAA83A9}" destId="{51B4601E-105C-4A77-9C4C-AD880D3B1462}" srcOrd="0" destOrd="0" presId="urn:microsoft.com/office/officeart/2005/8/layout/vList2"/>
    <dgm:cxn modelId="{5AB777DA-DA20-4EF9-93E1-CAA641B0AEAD}" type="presParOf" srcId="{4963B04B-3773-4DF2-B095-4732B2E14D6D}" destId="{C390EA21-0F27-4806-A949-77C3BC86A90E}" srcOrd="0" destOrd="0" presId="urn:microsoft.com/office/officeart/2005/8/layout/vList2"/>
    <dgm:cxn modelId="{BB288A7C-2108-425A-9CE5-5BC32CB03991}" type="presParOf" srcId="{4963B04B-3773-4DF2-B095-4732B2E14D6D}" destId="{6D9EAD28-AA6E-4146-8D38-621E889A9E78}" srcOrd="1" destOrd="0" presId="urn:microsoft.com/office/officeart/2005/8/layout/vList2"/>
    <dgm:cxn modelId="{B7DF4A00-7E37-42C3-8ECE-ED0307964437}" type="presParOf" srcId="{4963B04B-3773-4DF2-B095-4732B2E14D6D}" destId="{51B4601E-105C-4A77-9C4C-AD880D3B1462}" srcOrd="2" destOrd="0" presId="urn:microsoft.com/office/officeart/2005/8/layout/vList2"/>
    <dgm:cxn modelId="{33A44CFC-F9F5-40AC-868D-1E4CE98B669C}" type="presParOf" srcId="{4963B04B-3773-4DF2-B095-4732B2E14D6D}" destId="{3B1F0D14-8540-4695-BD5E-52F12493D1B4}" srcOrd="3" destOrd="0" presId="urn:microsoft.com/office/officeart/2005/8/layout/vList2"/>
    <dgm:cxn modelId="{BC4EF302-6D44-4BEA-8471-A46F44290322}" type="presParOf" srcId="{4963B04B-3773-4DF2-B095-4732B2E14D6D}" destId="{5BF7DC57-5F50-421F-A9F1-AC6111D6CAD9}" srcOrd="4" destOrd="0" presId="urn:microsoft.com/office/officeart/2005/8/layout/vList2"/>
    <dgm:cxn modelId="{7A30C6FD-D4D5-406A-B9DD-211884EE5462}" type="presParOf" srcId="{4963B04B-3773-4DF2-B095-4732B2E14D6D}" destId="{5A07CF76-8978-47E8-98AB-65631FC51AC7}" srcOrd="5" destOrd="0" presId="urn:microsoft.com/office/officeart/2005/8/layout/vList2"/>
    <dgm:cxn modelId="{43C4ED63-EDBC-403C-B043-4EFF937BDC64}" type="presParOf" srcId="{4963B04B-3773-4DF2-B095-4732B2E14D6D}" destId="{B3704E21-5202-4531-B966-A1303FC5F5D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0050BC5-6C43-4167-B6A9-18CB79FEDCF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537D5D2-6757-4CF5-A794-4D4FD8FCD261}">
      <dgm:prSet/>
      <dgm:spPr/>
      <dgm:t>
        <a:bodyPr/>
        <a:lstStyle/>
        <a:p>
          <a:r>
            <a:rPr lang="ru-RU" b="0" i="0"/>
            <a:t>українського національного відродження.</a:t>
          </a:r>
          <a:endParaRPr lang="uk-UA"/>
        </a:p>
      </dgm:t>
    </dgm:pt>
    <dgm:pt modelId="{B173FFD1-89A2-44F1-AE00-747BDCE7222F}" type="parTrans" cxnId="{8D28C593-2E93-4C93-B303-EA0D2459E698}">
      <dgm:prSet/>
      <dgm:spPr/>
      <dgm:t>
        <a:bodyPr/>
        <a:lstStyle/>
        <a:p>
          <a:endParaRPr lang="uk-UA"/>
        </a:p>
      </dgm:t>
    </dgm:pt>
    <dgm:pt modelId="{972DA910-57CD-460F-BFB8-79FAD12926F6}" type="sibTrans" cxnId="{8D28C593-2E93-4C93-B303-EA0D2459E698}">
      <dgm:prSet/>
      <dgm:spPr/>
      <dgm:t>
        <a:bodyPr/>
        <a:lstStyle/>
        <a:p>
          <a:endParaRPr lang="uk-UA"/>
        </a:p>
      </dgm:t>
    </dgm:pt>
    <dgm:pt modelId="{E4F00B44-FC96-49DA-BA73-182911216F66}">
      <dgm:prSet/>
      <dgm:spPr/>
      <dgm:t>
        <a:bodyPr/>
        <a:lstStyle/>
        <a:p>
          <a:r>
            <a:rPr lang="ru-RU" b="0" i="0" dirty="0" err="1"/>
            <a:t>покозачення</a:t>
          </a:r>
          <a:r>
            <a:rPr lang="ru-RU" b="0" i="0" dirty="0"/>
            <a:t> широких </a:t>
          </a:r>
          <a:r>
            <a:rPr lang="ru-RU" b="0" i="0" dirty="0" err="1"/>
            <a:t>верств</a:t>
          </a:r>
          <a:r>
            <a:rPr lang="ru-RU" b="0" i="0" dirty="0"/>
            <a:t> </a:t>
          </a:r>
          <a:r>
            <a:rPr lang="ru-RU" b="0" i="0" dirty="0" err="1"/>
            <a:t>населення</a:t>
          </a:r>
          <a:r>
            <a:rPr lang="ru-RU" b="0" i="0" dirty="0"/>
            <a:t>.</a:t>
          </a:r>
          <a:endParaRPr lang="uk-UA" dirty="0"/>
        </a:p>
      </dgm:t>
    </dgm:pt>
    <dgm:pt modelId="{6389DC9E-D6C2-4C4F-8DBD-59EB637D3C1C}" type="parTrans" cxnId="{EEADDE2F-3D0B-4341-A119-915F96F9F3D8}">
      <dgm:prSet/>
      <dgm:spPr/>
      <dgm:t>
        <a:bodyPr/>
        <a:lstStyle/>
        <a:p>
          <a:endParaRPr lang="uk-UA"/>
        </a:p>
      </dgm:t>
    </dgm:pt>
    <dgm:pt modelId="{E797841B-31A1-4659-B9AF-86B4E1AE5022}" type="sibTrans" cxnId="{EEADDE2F-3D0B-4341-A119-915F96F9F3D8}">
      <dgm:prSet/>
      <dgm:spPr/>
      <dgm:t>
        <a:bodyPr/>
        <a:lstStyle/>
        <a:p>
          <a:endParaRPr lang="uk-UA"/>
        </a:p>
      </dgm:t>
    </dgm:pt>
    <dgm:pt modelId="{A27CDAB2-8C6B-4287-89D9-8CAEA35EBB8D}">
      <dgm:prSet/>
      <dgm:spPr/>
      <dgm:t>
        <a:bodyPr/>
        <a:lstStyle/>
        <a:p>
          <a:r>
            <a:rPr lang="ru-RU" b="0" i="0"/>
            <a:t>розгортання громадівського руху.</a:t>
          </a:r>
          <a:endParaRPr lang="uk-UA"/>
        </a:p>
      </dgm:t>
    </dgm:pt>
    <dgm:pt modelId="{3602894C-44B3-4B48-A6C9-45C31A873380}" type="parTrans" cxnId="{8340D935-FAA8-47C0-836D-67FD7D341803}">
      <dgm:prSet/>
      <dgm:spPr/>
      <dgm:t>
        <a:bodyPr/>
        <a:lstStyle/>
        <a:p>
          <a:endParaRPr lang="uk-UA"/>
        </a:p>
      </dgm:t>
    </dgm:pt>
    <dgm:pt modelId="{63A681C3-E750-4D05-A68E-4CEED18ACEE7}" type="sibTrans" cxnId="{8340D935-FAA8-47C0-836D-67FD7D341803}">
      <dgm:prSet/>
      <dgm:spPr/>
      <dgm:t>
        <a:bodyPr/>
        <a:lstStyle/>
        <a:p>
          <a:endParaRPr lang="uk-UA"/>
        </a:p>
      </dgm:t>
    </dgm:pt>
    <dgm:pt modelId="{431C95DD-694F-4907-A754-C80283DBBE75}">
      <dgm:prSet/>
      <dgm:spPr/>
      <dgm:t>
        <a:bodyPr/>
        <a:lstStyle/>
        <a:p>
          <a:r>
            <a:rPr lang="ru-RU" b="0" i="0" dirty="0" err="1"/>
            <a:t>політизації</a:t>
          </a:r>
          <a:r>
            <a:rPr lang="ru-RU" b="0" i="0" dirty="0"/>
            <a:t> </a:t>
          </a:r>
          <a:r>
            <a:rPr lang="ru-RU" b="0" i="0" dirty="0" err="1"/>
            <a:t>українського</a:t>
          </a:r>
          <a:r>
            <a:rPr lang="ru-RU" b="0" i="0" dirty="0"/>
            <a:t> руху.</a:t>
          </a:r>
          <a:endParaRPr lang="uk-UA" dirty="0"/>
        </a:p>
      </dgm:t>
    </dgm:pt>
    <dgm:pt modelId="{9247FC38-B339-4F28-859E-ECB1AAE77C8C}" type="parTrans" cxnId="{BFA26D92-DC15-4C09-944A-27D50FE9879F}">
      <dgm:prSet/>
      <dgm:spPr/>
      <dgm:t>
        <a:bodyPr/>
        <a:lstStyle/>
        <a:p>
          <a:endParaRPr lang="uk-UA"/>
        </a:p>
      </dgm:t>
    </dgm:pt>
    <dgm:pt modelId="{B5F07A1E-C8C8-4F6D-BEEB-7F20272508B6}" type="sibTrans" cxnId="{BFA26D92-DC15-4C09-944A-27D50FE9879F}">
      <dgm:prSet/>
      <dgm:spPr/>
      <dgm:t>
        <a:bodyPr/>
        <a:lstStyle/>
        <a:p>
          <a:endParaRPr lang="uk-UA"/>
        </a:p>
      </dgm:t>
    </dgm:pt>
    <dgm:pt modelId="{53E52DCF-6EB7-4DDC-B45D-EF821E76BDF6}" type="pres">
      <dgm:prSet presAssocID="{60050BC5-6C43-4167-B6A9-18CB79FEDCFB}" presName="linear" presStyleCnt="0">
        <dgm:presLayoutVars>
          <dgm:animLvl val="lvl"/>
          <dgm:resizeHandles val="exact"/>
        </dgm:presLayoutVars>
      </dgm:prSet>
      <dgm:spPr/>
    </dgm:pt>
    <dgm:pt modelId="{E5C8638E-E453-444D-BF06-B2FB154D6338}" type="pres">
      <dgm:prSet presAssocID="{3537D5D2-6757-4CF5-A794-4D4FD8FCD261}" presName="parentText" presStyleLbl="node1" presStyleIdx="0" presStyleCnt="4">
        <dgm:presLayoutVars>
          <dgm:chMax val="0"/>
          <dgm:bulletEnabled val="1"/>
        </dgm:presLayoutVars>
      </dgm:prSet>
      <dgm:spPr/>
    </dgm:pt>
    <dgm:pt modelId="{F50712E2-BE7C-465F-B585-0052BE7388DD}" type="pres">
      <dgm:prSet presAssocID="{972DA910-57CD-460F-BFB8-79FAD12926F6}" presName="spacer" presStyleCnt="0"/>
      <dgm:spPr/>
    </dgm:pt>
    <dgm:pt modelId="{8DCE63DD-7840-4276-84C0-EEAC9D9C224B}" type="pres">
      <dgm:prSet presAssocID="{E4F00B44-FC96-49DA-BA73-182911216F66}" presName="parentText" presStyleLbl="node1" presStyleIdx="1" presStyleCnt="4">
        <dgm:presLayoutVars>
          <dgm:chMax val="0"/>
          <dgm:bulletEnabled val="1"/>
        </dgm:presLayoutVars>
      </dgm:prSet>
      <dgm:spPr/>
    </dgm:pt>
    <dgm:pt modelId="{C6219847-4E77-4058-B6C0-61983116F6D2}" type="pres">
      <dgm:prSet presAssocID="{E797841B-31A1-4659-B9AF-86B4E1AE5022}" presName="spacer" presStyleCnt="0"/>
      <dgm:spPr/>
    </dgm:pt>
    <dgm:pt modelId="{7A1B2DEE-FAE5-4F63-B4E8-62CD22CBDFBC}" type="pres">
      <dgm:prSet presAssocID="{A27CDAB2-8C6B-4287-89D9-8CAEA35EBB8D}" presName="parentText" presStyleLbl="node1" presStyleIdx="2" presStyleCnt="4">
        <dgm:presLayoutVars>
          <dgm:chMax val="0"/>
          <dgm:bulletEnabled val="1"/>
        </dgm:presLayoutVars>
      </dgm:prSet>
      <dgm:spPr/>
    </dgm:pt>
    <dgm:pt modelId="{2D5A1CCC-9F1B-4B7E-B779-A4B89E0FB452}" type="pres">
      <dgm:prSet presAssocID="{63A681C3-E750-4D05-A68E-4CEED18ACEE7}" presName="spacer" presStyleCnt="0"/>
      <dgm:spPr/>
    </dgm:pt>
    <dgm:pt modelId="{75220E1D-4896-44FF-AE10-4117779104F0}" type="pres">
      <dgm:prSet presAssocID="{431C95DD-694F-4907-A754-C80283DBBE75}" presName="parentText" presStyleLbl="node1" presStyleIdx="3" presStyleCnt="4">
        <dgm:presLayoutVars>
          <dgm:chMax val="0"/>
          <dgm:bulletEnabled val="1"/>
        </dgm:presLayoutVars>
      </dgm:prSet>
      <dgm:spPr/>
    </dgm:pt>
  </dgm:ptLst>
  <dgm:cxnLst>
    <dgm:cxn modelId="{EEADDE2F-3D0B-4341-A119-915F96F9F3D8}" srcId="{60050BC5-6C43-4167-B6A9-18CB79FEDCFB}" destId="{E4F00B44-FC96-49DA-BA73-182911216F66}" srcOrd="1" destOrd="0" parTransId="{6389DC9E-D6C2-4C4F-8DBD-59EB637D3C1C}" sibTransId="{E797841B-31A1-4659-B9AF-86B4E1AE5022}"/>
    <dgm:cxn modelId="{8340D935-FAA8-47C0-836D-67FD7D341803}" srcId="{60050BC5-6C43-4167-B6A9-18CB79FEDCFB}" destId="{A27CDAB2-8C6B-4287-89D9-8CAEA35EBB8D}" srcOrd="2" destOrd="0" parTransId="{3602894C-44B3-4B48-A6C9-45C31A873380}" sibTransId="{63A681C3-E750-4D05-A68E-4CEED18ACEE7}"/>
    <dgm:cxn modelId="{D8BFD76F-0F6A-4298-B003-6581D9130E14}" type="presOf" srcId="{3537D5D2-6757-4CF5-A794-4D4FD8FCD261}" destId="{E5C8638E-E453-444D-BF06-B2FB154D6338}" srcOrd="0" destOrd="0" presId="urn:microsoft.com/office/officeart/2005/8/layout/vList2"/>
    <dgm:cxn modelId="{BFA26D92-DC15-4C09-944A-27D50FE9879F}" srcId="{60050BC5-6C43-4167-B6A9-18CB79FEDCFB}" destId="{431C95DD-694F-4907-A754-C80283DBBE75}" srcOrd="3" destOrd="0" parTransId="{9247FC38-B339-4F28-859E-ECB1AAE77C8C}" sibTransId="{B5F07A1E-C8C8-4F6D-BEEB-7F20272508B6}"/>
    <dgm:cxn modelId="{8D28C593-2E93-4C93-B303-EA0D2459E698}" srcId="{60050BC5-6C43-4167-B6A9-18CB79FEDCFB}" destId="{3537D5D2-6757-4CF5-A794-4D4FD8FCD261}" srcOrd="0" destOrd="0" parTransId="{B173FFD1-89A2-44F1-AE00-747BDCE7222F}" sibTransId="{972DA910-57CD-460F-BFB8-79FAD12926F6}"/>
    <dgm:cxn modelId="{834EBEAD-41BC-4228-ADF1-31ECACE87E10}" type="presOf" srcId="{E4F00B44-FC96-49DA-BA73-182911216F66}" destId="{8DCE63DD-7840-4276-84C0-EEAC9D9C224B}" srcOrd="0" destOrd="0" presId="urn:microsoft.com/office/officeart/2005/8/layout/vList2"/>
    <dgm:cxn modelId="{0396E8B3-56F6-4FAD-9C86-7252D205054E}" type="presOf" srcId="{60050BC5-6C43-4167-B6A9-18CB79FEDCFB}" destId="{53E52DCF-6EB7-4DDC-B45D-EF821E76BDF6}" srcOrd="0" destOrd="0" presId="urn:microsoft.com/office/officeart/2005/8/layout/vList2"/>
    <dgm:cxn modelId="{59F1AEC3-D7D7-4FBB-B68A-1A2D7036FBD9}" type="presOf" srcId="{431C95DD-694F-4907-A754-C80283DBBE75}" destId="{75220E1D-4896-44FF-AE10-4117779104F0}" srcOrd="0" destOrd="0" presId="urn:microsoft.com/office/officeart/2005/8/layout/vList2"/>
    <dgm:cxn modelId="{7642DFE4-8237-44B7-8E3E-5E52DA8A0EFB}" type="presOf" srcId="{A27CDAB2-8C6B-4287-89D9-8CAEA35EBB8D}" destId="{7A1B2DEE-FAE5-4F63-B4E8-62CD22CBDFBC}" srcOrd="0" destOrd="0" presId="urn:microsoft.com/office/officeart/2005/8/layout/vList2"/>
    <dgm:cxn modelId="{C35F261B-C3F1-408D-927B-7F12DFC1FD67}" type="presParOf" srcId="{53E52DCF-6EB7-4DDC-B45D-EF821E76BDF6}" destId="{E5C8638E-E453-444D-BF06-B2FB154D6338}" srcOrd="0" destOrd="0" presId="urn:microsoft.com/office/officeart/2005/8/layout/vList2"/>
    <dgm:cxn modelId="{82DE653E-943D-4D4A-AB31-6179EA01CB14}" type="presParOf" srcId="{53E52DCF-6EB7-4DDC-B45D-EF821E76BDF6}" destId="{F50712E2-BE7C-465F-B585-0052BE7388DD}" srcOrd="1" destOrd="0" presId="urn:microsoft.com/office/officeart/2005/8/layout/vList2"/>
    <dgm:cxn modelId="{C3EC8BF6-5B8C-4AD4-ACAF-1433215B6DF2}" type="presParOf" srcId="{53E52DCF-6EB7-4DDC-B45D-EF821E76BDF6}" destId="{8DCE63DD-7840-4276-84C0-EEAC9D9C224B}" srcOrd="2" destOrd="0" presId="urn:microsoft.com/office/officeart/2005/8/layout/vList2"/>
    <dgm:cxn modelId="{B4187D54-146D-4E4E-A212-17548D1480EC}" type="presParOf" srcId="{53E52DCF-6EB7-4DDC-B45D-EF821E76BDF6}" destId="{C6219847-4E77-4058-B6C0-61983116F6D2}" srcOrd="3" destOrd="0" presId="urn:microsoft.com/office/officeart/2005/8/layout/vList2"/>
    <dgm:cxn modelId="{AF2E927C-63D3-4D13-A8AD-C57036EA8DA0}" type="presParOf" srcId="{53E52DCF-6EB7-4DDC-B45D-EF821E76BDF6}" destId="{7A1B2DEE-FAE5-4F63-B4E8-62CD22CBDFBC}" srcOrd="4" destOrd="0" presId="urn:microsoft.com/office/officeart/2005/8/layout/vList2"/>
    <dgm:cxn modelId="{1273EDA1-E282-419F-B19B-C2FF59BB7AB3}" type="presParOf" srcId="{53E52DCF-6EB7-4DDC-B45D-EF821E76BDF6}" destId="{2D5A1CCC-9F1B-4B7E-B779-A4B89E0FB452}" srcOrd="5" destOrd="0" presId="urn:microsoft.com/office/officeart/2005/8/layout/vList2"/>
    <dgm:cxn modelId="{AF921928-83ED-4962-8895-B6AF0F11090D}" type="presParOf" srcId="{53E52DCF-6EB7-4DDC-B45D-EF821E76BDF6}" destId="{75220E1D-4896-44FF-AE10-4117779104F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48FA77A-72BD-4042-9BE1-F19FD7C40A8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89E09180-751E-4E76-9474-B5DEB91E2904}">
      <dgm:prSet/>
      <dgm:spPr/>
      <dgm:t>
        <a:bodyPr/>
        <a:lstStyle/>
        <a:p>
          <a:r>
            <a:rPr lang="ru-RU" b="0" i="0" dirty="0"/>
            <a:t>1830-1831 </a:t>
          </a:r>
          <a:r>
            <a:rPr lang="ru-RU" b="0" i="0" dirty="0" err="1"/>
            <a:t>рр</a:t>
          </a:r>
          <a:r>
            <a:rPr lang="ru-RU" b="0" i="0" dirty="0"/>
            <a:t>.</a:t>
          </a:r>
          <a:endParaRPr lang="uk-UA" dirty="0"/>
        </a:p>
      </dgm:t>
    </dgm:pt>
    <dgm:pt modelId="{C4466F3C-D9C7-4489-953A-0AC7E863B794}" type="parTrans" cxnId="{5EA25B20-5C02-4DC3-ADFA-FB34333441F0}">
      <dgm:prSet/>
      <dgm:spPr/>
      <dgm:t>
        <a:bodyPr/>
        <a:lstStyle/>
        <a:p>
          <a:endParaRPr lang="uk-UA"/>
        </a:p>
      </dgm:t>
    </dgm:pt>
    <dgm:pt modelId="{99D2CA15-1977-41B3-86BE-3A8B5054768A}" type="sibTrans" cxnId="{5EA25B20-5C02-4DC3-ADFA-FB34333441F0}">
      <dgm:prSet/>
      <dgm:spPr/>
      <dgm:t>
        <a:bodyPr/>
        <a:lstStyle/>
        <a:p>
          <a:endParaRPr lang="uk-UA"/>
        </a:p>
      </dgm:t>
    </dgm:pt>
    <dgm:pt modelId="{EA3A7EE0-C3FD-4213-B7C7-CEEF0F793F82}">
      <dgm:prSet/>
      <dgm:spPr/>
      <dgm:t>
        <a:bodyPr/>
        <a:lstStyle/>
        <a:p>
          <a:r>
            <a:rPr lang="ru-RU" b="0" i="0"/>
            <a:t>1833-1837 рр.</a:t>
          </a:r>
          <a:endParaRPr lang="uk-UA"/>
        </a:p>
      </dgm:t>
    </dgm:pt>
    <dgm:pt modelId="{6D5FB794-4461-4A1D-B9D6-E20FC29F8069}" type="parTrans" cxnId="{5D59955A-A396-4762-B473-7F1CF5FF2C01}">
      <dgm:prSet/>
      <dgm:spPr/>
      <dgm:t>
        <a:bodyPr/>
        <a:lstStyle/>
        <a:p>
          <a:endParaRPr lang="uk-UA"/>
        </a:p>
      </dgm:t>
    </dgm:pt>
    <dgm:pt modelId="{ADFE0F45-CC12-4AEC-ADB2-E2D99164575E}" type="sibTrans" cxnId="{5D59955A-A396-4762-B473-7F1CF5FF2C01}">
      <dgm:prSet/>
      <dgm:spPr/>
      <dgm:t>
        <a:bodyPr/>
        <a:lstStyle/>
        <a:p>
          <a:endParaRPr lang="uk-UA"/>
        </a:p>
      </dgm:t>
    </dgm:pt>
    <dgm:pt modelId="{93A38DF4-6D49-4776-BF8E-F03D393B2E6B}">
      <dgm:prSet/>
      <dgm:spPr/>
      <dgm:t>
        <a:bodyPr/>
        <a:lstStyle/>
        <a:p>
          <a:r>
            <a:rPr lang="ru-RU" b="0" i="0"/>
            <a:t>1846-1847 рр.</a:t>
          </a:r>
          <a:endParaRPr lang="uk-UA"/>
        </a:p>
      </dgm:t>
    </dgm:pt>
    <dgm:pt modelId="{F4174FAB-335C-42AB-9070-B7C91CF1B573}" type="parTrans" cxnId="{8EE6EF23-6A1A-4795-8A56-4C7B708F86B8}">
      <dgm:prSet/>
      <dgm:spPr/>
      <dgm:t>
        <a:bodyPr/>
        <a:lstStyle/>
        <a:p>
          <a:endParaRPr lang="uk-UA"/>
        </a:p>
      </dgm:t>
    </dgm:pt>
    <dgm:pt modelId="{BD9825F6-D365-4D06-86B1-77903DB81353}" type="sibTrans" cxnId="{8EE6EF23-6A1A-4795-8A56-4C7B708F86B8}">
      <dgm:prSet/>
      <dgm:spPr/>
      <dgm:t>
        <a:bodyPr/>
        <a:lstStyle/>
        <a:p>
          <a:endParaRPr lang="uk-UA"/>
        </a:p>
      </dgm:t>
    </dgm:pt>
    <dgm:pt modelId="{E0F919B1-8F32-4004-B579-2AAB9A4AC7C2}">
      <dgm:prSet/>
      <dgm:spPr/>
      <dgm:t>
        <a:bodyPr/>
        <a:lstStyle/>
        <a:p>
          <a:r>
            <a:rPr lang="ru-RU" b="0" i="0" dirty="0"/>
            <a:t>1853-1856 </a:t>
          </a:r>
          <a:r>
            <a:rPr lang="ru-RU" b="0" i="0" dirty="0" err="1"/>
            <a:t>рр</a:t>
          </a:r>
          <a:r>
            <a:rPr lang="ru-RU" b="0" i="0" dirty="0"/>
            <a:t>.</a:t>
          </a:r>
          <a:endParaRPr lang="uk-UA" dirty="0"/>
        </a:p>
      </dgm:t>
    </dgm:pt>
    <dgm:pt modelId="{CD98A7FA-9671-4BC6-9CD1-031C03FE5122}" type="parTrans" cxnId="{3355C4EC-0428-453C-82EC-6301C842F078}">
      <dgm:prSet/>
      <dgm:spPr/>
      <dgm:t>
        <a:bodyPr/>
        <a:lstStyle/>
        <a:p>
          <a:endParaRPr lang="uk-UA"/>
        </a:p>
      </dgm:t>
    </dgm:pt>
    <dgm:pt modelId="{B85196E5-CA28-4A6A-B69D-F5307740191D}" type="sibTrans" cxnId="{3355C4EC-0428-453C-82EC-6301C842F078}">
      <dgm:prSet/>
      <dgm:spPr/>
      <dgm:t>
        <a:bodyPr/>
        <a:lstStyle/>
        <a:p>
          <a:endParaRPr lang="uk-UA"/>
        </a:p>
      </dgm:t>
    </dgm:pt>
    <dgm:pt modelId="{FC741A00-DF93-4914-B1CF-B67B893DEFC0}" type="pres">
      <dgm:prSet presAssocID="{448FA77A-72BD-4042-9BE1-F19FD7C40A88}" presName="linearFlow" presStyleCnt="0">
        <dgm:presLayoutVars>
          <dgm:dir/>
          <dgm:resizeHandles val="exact"/>
        </dgm:presLayoutVars>
      </dgm:prSet>
      <dgm:spPr/>
    </dgm:pt>
    <dgm:pt modelId="{DB015DDA-EC99-4DFD-9637-A339D064C1F4}" type="pres">
      <dgm:prSet presAssocID="{89E09180-751E-4E76-9474-B5DEB91E2904}" presName="composite" presStyleCnt="0"/>
      <dgm:spPr/>
    </dgm:pt>
    <dgm:pt modelId="{DC67A288-84F1-4174-BBBC-F84D2EFD1B89}" type="pres">
      <dgm:prSet presAssocID="{89E09180-751E-4E76-9474-B5DEB91E2904}" presName="imgShp" presStyleLbl="fgImgPlace1" presStyleIdx="0" presStyleCnt="4"/>
      <dgm:spPr/>
    </dgm:pt>
    <dgm:pt modelId="{53BECFD9-72AF-42B2-9F61-1E91A03E41F0}" type="pres">
      <dgm:prSet presAssocID="{89E09180-751E-4E76-9474-B5DEB91E2904}" presName="txShp" presStyleLbl="node1" presStyleIdx="0" presStyleCnt="4">
        <dgm:presLayoutVars>
          <dgm:bulletEnabled val="1"/>
        </dgm:presLayoutVars>
      </dgm:prSet>
      <dgm:spPr/>
    </dgm:pt>
    <dgm:pt modelId="{126C2C58-CFB7-46B0-8111-CE51E77E46E8}" type="pres">
      <dgm:prSet presAssocID="{99D2CA15-1977-41B3-86BE-3A8B5054768A}" presName="spacing" presStyleCnt="0"/>
      <dgm:spPr/>
    </dgm:pt>
    <dgm:pt modelId="{3DB4F0CD-8120-47E1-B3F5-6623B7A382ED}" type="pres">
      <dgm:prSet presAssocID="{EA3A7EE0-C3FD-4213-B7C7-CEEF0F793F82}" presName="composite" presStyleCnt="0"/>
      <dgm:spPr/>
    </dgm:pt>
    <dgm:pt modelId="{C87E146F-0C9D-4C20-ADA3-4100F485B750}" type="pres">
      <dgm:prSet presAssocID="{EA3A7EE0-C3FD-4213-B7C7-CEEF0F793F82}" presName="imgShp" presStyleLbl="fgImgPlace1" presStyleIdx="1" presStyleCnt="4"/>
      <dgm:spPr/>
    </dgm:pt>
    <dgm:pt modelId="{C2D79B5B-D994-4345-8764-701B6BFDC213}" type="pres">
      <dgm:prSet presAssocID="{EA3A7EE0-C3FD-4213-B7C7-CEEF0F793F82}" presName="txShp" presStyleLbl="node1" presStyleIdx="1" presStyleCnt="4">
        <dgm:presLayoutVars>
          <dgm:bulletEnabled val="1"/>
        </dgm:presLayoutVars>
      </dgm:prSet>
      <dgm:spPr/>
    </dgm:pt>
    <dgm:pt modelId="{E1A68813-8960-4BF5-9E7F-B57423A602F6}" type="pres">
      <dgm:prSet presAssocID="{ADFE0F45-CC12-4AEC-ADB2-E2D99164575E}" presName="spacing" presStyleCnt="0"/>
      <dgm:spPr/>
    </dgm:pt>
    <dgm:pt modelId="{EA2C09B8-5684-425B-9802-9CE9EE17A325}" type="pres">
      <dgm:prSet presAssocID="{93A38DF4-6D49-4776-BF8E-F03D393B2E6B}" presName="composite" presStyleCnt="0"/>
      <dgm:spPr/>
    </dgm:pt>
    <dgm:pt modelId="{E45811B3-C274-4DA9-ACDA-BCE5047F3758}" type="pres">
      <dgm:prSet presAssocID="{93A38DF4-6D49-4776-BF8E-F03D393B2E6B}" presName="imgShp" presStyleLbl="fgImgPlace1" presStyleIdx="2" presStyleCnt="4"/>
      <dgm:spPr/>
    </dgm:pt>
    <dgm:pt modelId="{8FBC1F6F-2C38-4F1A-B1A4-336A22297B0F}" type="pres">
      <dgm:prSet presAssocID="{93A38DF4-6D49-4776-BF8E-F03D393B2E6B}" presName="txShp" presStyleLbl="node1" presStyleIdx="2" presStyleCnt="4">
        <dgm:presLayoutVars>
          <dgm:bulletEnabled val="1"/>
        </dgm:presLayoutVars>
      </dgm:prSet>
      <dgm:spPr/>
    </dgm:pt>
    <dgm:pt modelId="{0D4A1622-5193-43C0-BF4D-5CC0B884719A}" type="pres">
      <dgm:prSet presAssocID="{BD9825F6-D365-4D06-86B1-77903DB81353}" presName="spacing" presStyleCnt="0"/>
      <dgm:spPr/>
    </dgm:pt>
    <dgm:pt modelId="{AB525022-7052-4046-9631-4E479254F944}" type="pres">
      <dgm:prSet presAssocID="{E0F919B1-8F32-4004-B579-2AAB9A4AC7C2}" presName="composite" presStyleCnt="0"/>
      <dgm:spPr/>
    </dgm:pt>
    <dgm:pt modelId="{36CB192E-7F96-4EDA-97CD-1A2D14CA30D1}" type="pres">
      <dgm:prSet presAssocID="{E0F919B1-8F32-4004-B579-2AAB9A4AC7C2}" presName="imgShp" presStyleLbl="fgImgPlace1" presStyleIdx="3" presStyleCnt="4"/>
      <dgm:spPr/>
    </dgm:pt>
    <dgm:pt modelId="{1E3647DB-222D-4E1E-A6DC-FC8B5CF5CE10}" type="pres">
      <dgm:prSet presAssocID="{E0F919B1-8F32-4004-B579-2AAB9A4AC7C2}" presName="txShp" presStyleLbl="node1" presStyleIdx="3" presStyleCnt="4">
        <dgm:presLayoutVars>
          <dgm:bulletEnabled val="1"/>
        </dgm:presLayoutVars>
      </dgm:prSet>
      <dgm:spPr/>
    </dgm:pt>
  </dgm:ptLst>
  <dgm:cxnLst>
    <dgm:cxn modelId="{5EA25B20-5C02-4DC3-ADFA-FB34333441F0}" srcId="{448FA77A-72BD-4042-9BE1-F19FD7C40A88}" destId="{89E09180-751E-4E76-9474-B5DEB91E2904}" srcOrd="0" destOrd="0" parTransId="{C4466F3C-D9C7-4489-953A-0AC7E863B794}" sibTransId="{99D2CA15-1977-41B3-86BE-3A8B5054768A}"/>
    <dgm:cxn modelId="{8EE6EF23-6A1A-4795-8A56-4C7B708F86B8}" srcId="{448FA77A-72BD-4042-9BE1-F19FD7C40A88}" destId="{93A38DF4-6D49-4776-BF8E-F03D393B2E6B}" srcOrd="2" destOrd="0" parTransId="{F4174FAB-335C-42AB-9070-B7C91CF1B573}" sibTransId="{BD9825F6-D365-4D06-86B1-77903DB81353}"/>
    <dgm:cxn modelId="{0031D54B-8E66-4005-B31A-BF60C91E1933}" type="presOf" srcId="{E0F919B1-8F32-4004-B579-2AAB9A4AC7C2}" destId="{1E3647DB-222D-4E1E-A6DC-FC8B5CF5CE10}" srcOrd="0" destOrd="0" presId="urn:microsoft.com/office/officeart/2005/8/layout/vList3"/>
    <dgm:cxn modelId="{5D59955A-A396-4762-B473-7F1CF5FF2C01}" srcId="{448FA77A-72BD-4042-9BE1-F19FD7C40A88}" destId="{EA3A7EE0-C3FD-4213-B7C7-CEEF0F793F82}" srcOrd="1" destOrd="0" parTransId="{6D5FB794-4461-4A1D-B9D6-E20FC29F8069}" sibTransId="{ADFE0F45-CC12-4AEC-ADB2-E2D99164575E}"/>
    <dgm:cxn modelId="{B971DA8A-8EDC-416D-9CE7-94150565AA31}" type="presOf" srcId="{448FA77A-72BD-4042-9BE1-F19FD7C40A88}" destId="{FC741A00-DF93-4914-B1CF-B67B893DEFC0}" srcOrd="0" destOrd="0" presId="urn:microsoft.com/office/officeart/2005/8/layout/vList3"/>
    <dgm:cxn modelId="{8C0F40D4-C844-4AB9-AD24-E52BE2D20F9A}" type="presOf" srcId="{EA3A7EE0-C3FD-4213-B7C7-CEEF0F793F82}" destId="{C2D79B5B-D994-4345-8764-701B6BFDC213}" srcOrd="0" destOrd="0" presId="urn:microsoft.com/office/officeart/2005/8/layout/vList3"/>
    <dgm:cxn modelId="{B35F7AD8-FA95-4C5D-9505-ADA7E268AFE7}" type="presOf" srcId="{89E09180-751E-4E76-9474-B5DEB91E2904}" destId="{53BECFD9-72AF-42B2-9F61-1E91A03E41F0}" srcOrd="0" destOrd="0" presId="urn:microsoft.com/office/officeart/2005/8/layout/vList3"/>
    <dgm:cxn modelId="{3355C4EC-0428-453C-82EC-6301C842F078}" srcId="{448FA77A-72BD-4042-9BE1-F19FD7C40A88}" destId="{E0F919B1-8F32-4004-B579-2AAB9A4AC7C2}" srcOrd="3" destOrd="0" parTransId="{CD98A7FA-9671-4BC6-9CD1-031C03FE5122}" sibTransId="{B85196E5-CA28-4A6A-B69D-F5307740191D}"/>
    <dgm:cxn modelId="{095402FE-7E87-4BF1-88AB-5516F11C3F7F}" type="presOf" srcId="{93A38DF4-6D49-4776-BF8E-F03D393B2E6B}" destId="{8FBC1F6F-2C38-4F1A-B1A4-336A22297B0F}" srcOrd="0" destOrd="0" presId="urn:microsoft.com/office/officeart/2005/8/layout/vList3"/>
    <dgm:cxn modelId="{C8BC9928-16AE-43B2-A1E9-81677082CA63}" type="presParOf" srcId="{FC741A00-DF93-4914-B1CF-B67B893DEFC0}" destId="{DB015DDA-EC99-4DFD-9637-A339D064C1F4}" srcOrd="0" destOrd="0" presId="urn:microsoft.com/office/officeart/2005/8/layout/vList3"/>
    <dgm:cxn modelId="{31384FF6-D2A2-4C8D-954D-0C383029DCA4}" type="presParOf" srcId="{DB015DDA-EC99-4DFD-9637-A339D064C1F4}" destId="{DC67A288-84F1-4174-BBBC-F84D2EFD1B89}" srcOrd="0" destOrd="0" presId="urn:microsoft.com/office/officeart/2005/8/layout/vList3"/>
    <dgm:cxn modelId="{BBF5F49B-19E3-43D5-8857-26FD9F5037D5}" type="presParOf" srcId="{DB015DDA-EC99-4DFD-9637-A339D064C1F4}" destId="{53BECFD9-72AF-42B2-9F61-1E91A03E41F0}" srcOrd="1" destOrd="0" presId="urn:microsoft.com/office/officeart/2005/8/layout/vList3"/>
    <dgm:cxn modelId="{9BEE3BFE-459E-4B97-8F1B-1FC46580349E}" type="presParOf" srcId="{FC741A00-DF93-4914-B1CF-B67B893DEFC0}" destId="{126C2C58-CFB7-46B0-8111-CE51E77E46E8}" srcOrd="1" destOrd="0" presId="urn:microsoft.com/office/officeart/2005/8/layout/vList3"/>
    <dgm:cxn modelId="{C4E9A907-A487-46EF-86D7-4993FB8D2CCE}" type="presParOf" srcId="{FC741A00-DF93-4914-B1CF-B67B893DEFC0}" destId="{3DB4F0CD-8120-47E1-B3F5-6623B7A382ED}" srcOrd="2" destOrd="0" presId="urn:microsoft.com/office/officeart/2005/8/layout/vList3"/>
    <dgm:cxn modelId="{D6529CFB-D92C-45C9-8D58-E553951A5FAB}" type="presParOf" srcId="{3DB4F0CD-8120-47E1-B3F5-6623B7A382ED}" destId="{C87E146F-0C9D-4C20-ADA3-4100F485B750}" srcOrd="0" destOrd="0" presId="urn:microsoft.com/office/officeart/2005/8/layout/vList3"/>
    <dgm:cxn modelId="{94E75A5A-39C4-4814-B217-015865C8A38E}" type="presParOf" srcId="{3DB4F0CD-8120-47E1-B3F5-6623B7A382ED}" destId="{C2D79B5B-D994-4345-8764-701B6BFDC213}" srcOrd="1" destOrd="0" presId="urn:microsoft.com/office/officeart/2005/8/layout/vList3"/>
    <dgm:cxn modelId="{43446B3E-1C44-4669-869F-B812A81124E9}" type="presParOf" srcId="{FC741A00-DF93-4914-B1CF-B67B893DEFC0}" destId="{E1A68813-8960-4BF5-9E7F-B57423A602F6}" srcOrd="3" destOrd="0" presId="urn:microsoft.com/office/officeart/2005/8/layout/vList3"/>
    <dgm:cxn modelId="{2CF51ED2-4D35-48CE-8A19-54FF10EA35A8}" type="presParOf" srcId="{FC741A00-DF93-4914-B1CF-B67B893DEFC0}" destId="{EA2C09B8-5684-425B-9802-9CE9EE17A325}" srcOrd="4" destOrd="0" presId="urn:microsoft.com/office/officeart/2005/8/layout/vList3"/>
    <dgm:cxn modelId="{0892E2E1-7546-440D-BD1F-B4860FD79CD7}" type="presParOf" srcId="{EA2C09B8-5684-425B-9802-9CE9EE17A325}" destId="{E45811B3-C274-4DA9-ACDA-BCE5047F3758}" srcOrd="0" destOrd="0" presId="urn:microsoft.com/office/officeart/2005/8/layout/vList3"/>
    <dgm:cxn modelId="{DF03E361-4429-48D1-A8EB-67C1DA11FAC1}" type="presParOf" srcId="{EA2C09B8-5684-425B-9802-9CE9EE17A325}" destId="{8FBC1F6F-2C38-4F1A-B1A4-336A22297B0F}" srcOrd="1" destOrd="0" presId="urn:microsoft.com/office/officeart/2005/8/layout/vList3"/>
    <dgm:cxn modelId="{E9726B7D-93A7-4552-BDBB-E50674B1CCA2}" type="presParOf" srcId="{FC741A00-DF93-4914-B1CF-B67B893DEFC0}" destId="{0D4A1622-5193-43C0-BF4D-5CC0B884719A}" srcOrd="5" destOrd="0" presId="urn:microsoft.com/office/officeart/2005/8/layout/vList3"/>
    <dgm:cxn modelId="{F7AEDC78-2ECC-4C11-BA5C-981CEE032332}" type="presParOf" srcId="{FC741A00-DF93-4914-B1CF-B67B893DEFC0}" destId="{AB525022-7052-4046-9631-4E479254F944}" srcOrd="6" destOrd="0" presId="urn:microsoft.com/office/officeart/2005/8/layout/vList3"/>
    <dgm:cxn modelId="{0CA69F77-1384-48F8-BD29-02136CE27F49}" type="presParOf" srcId="{AB525022-7052-4046-9631-4E479254F944}" destId="{36CB192E-7F96-4EDA-97CD-1A2D14CA30D1}" srcOrd="0" destOrd="0" presId="urn:microsoft.com/office/officeart/2005/8/layout/vList3"/>
    <dgm:cxn modelId="{53349CB0-C196-4B69-9BEC-91FD35BAC5E8}" type="presParOf" srcId="{AB525022-7052-4046-9631-4E479254F944}" destId="{1E3647DB-222D-4E1E-A6DC-FC8B5CF5CE1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7CABF95-D5ED-4F5D-82C0-D6A55EAF9BA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B7C5E6A-A800-40E7-8965-99EEEDDDB2C3}">
      <dgm:prSet/>
      <dgm:spPr/>
      <dgm:t>
        <a:bodyPr/>
        <a:lstStyle/>
        <a:p>
          <a:r>
            <a:rPr lang="uk-UA" b="0" i="0" dirty="0"/>
            <a:t>скасування кріпосного права</a:t>
          </a:r>
          <a:endParaRPr lang="uk-UA" dirty="0"/>
        </a:p>
      </dgm:t>
    </dgm:pt>
    <dgm:pt modelId="{6228C65A-FE03-467F-B4BC-ECBA26B3D2A5}" type="parTrans" cxnId="{1B39220D-F2C1-4E4E-91BD-BA1585AD074D}">
      <dgm:prSet/>
      <dgm:spPr/>
      <dgm:t>
        <a:bodyPr/>
        <a:lstStyle/>
        <a:p>
          <a:endParaRPr lang="uk-UA"/>
        </a:p>
      </dgm:t>
    </dgm:pt>
    <dgm:pt modelId="{BC31B22E-0B7D-4AFF-B9D5-76B6D79772D6}" type="sibTrans" cxnId="{1B39220D-F2C1-4E4E-91BD-BA1585AD074D}">
      <dgm:prSet/>
      <dgm:spPr/>
      <dgm:t>
        <a:bodyPr/>
        <a:lstStyle/>
        <a:p>
          <a:endParaRPr lang="uk-UA"/>
        </a:p>
      </dgm:t>
    </dgm:pt>
    <dgm:pt modelId="{74B3491A-5ED9-4C7A-9764-BE25B2AFF56F}">
      <dgm:prSet/>
      <dgm:spPr/>
      <dgm:t>
        <a:bodyPr/>
        <a:lstStyle/>
        <a:p>
          <a:r>
            <a:rPr lang="uk-UA" b="0" i="0"/>
            <a:t>формування козацьких полків</a:t>
          </a:r>
          <a:endParaRPr lang="uk-UA"/>
        </a:p>
      </dgm:t>
    </dgm:pt>
    <dgm:pt modelId="{8C9E7B68-D730-43A4-9176-B5AD8B205C99}" type="parTrans" cxnId="{2FD30E83-04F3-4B63-A4DC-2DCC62693ACE}">
      <dgm:prSet/>
      <dgm:spPr/>
      <dgm:t>
        <a:bodyPr/>
        <a:lstStyle/>
        <a:p>
          <a:endParaRPr lang="uk-UA"/>
        </a:p>
      </dgm:t>
    </dgm:pt>
    <dgm:pt modelId="{CA1442AA-F911-4766-8959-5761D842E596}" type="sibTrans" cxnId="{2FD30E83-04F3-4B63-A4DC-2DCC62693ACE}">
      <dgm:prSet/>
      <dgm:spPr/>
      <dgm:t>
        <a:bodyPr/>
        <a:lstStyle/>
        <a:p>
          <a:endParaRPr lang="uk-UA"/>
        </a:p>
      </dgm:t>
    </dgm:pt>
    <dgm:pt modelId="{E930D834-4505-407C-AE31-F9DFEDBD34AA}">
      <dgm:prSet/>
      <dgm:spPr/>
      <dgm:t>
        <a:bodyPr/>
        <a:lstStyle/>
        <a:p>
          <a:r>
            <a:rPr lang="uk-UA" b="0" i="0"/>
            <a:t>видання Валуєвського циркуляра</a:t>
          </a:r>
          <a:endParaRPr lang="uk-UA"/>
        </a:p>
      </dgm:t>
    </dgm:pt>
    <dgm:pt modelId="{97B58F5D-D5BA-4ACF-9ECF-3C92AF2D9018}" type="parTrans" cxnId="{30A917E2-4D0F-412C-A545-2705103470ED}">
      <dgm:prSet/>
      <dgm:spPr/>
      <dgm:t>
        <a:bodyPr/>
        <a:lstStyle/>
        <a:p>
          <a:endParaRPr lang="uk-UA"/>
        </a:p>
      </dgm:t>
    </dgm:pt>
    <dgm:pt modelId="{982F0CA8-D9E7-45F8-B880-C811A6D3E36E}" type="sibTrans" cxnId="{30A917E2-4D0F-412C-A545-2705103470ED}">
      <dgm:prSet/>
      <dgm:spPr/>
      <dgm:t>
        <a:bodyPr/>
        <a:lstStyle/>
        <a:p>
          <a:endParaRPr lang="uk-UA"/>
        </a:p>
      </dgm:t>
    </dgm:pt>
    <dgm:pt modelId="{D5DE7151-692C-49BA-BB2B-53E19B09D2C2}">
      <dgm:prSet/>
      <dgm:spPr/>
      <dgm:t>
        <a:bodyPr/>
        <a:lstStyle/>
        <a:p>
          <a:r>
            <a:rPr lang="uk-UA" b="0" i="0" dirty="0"/>
            <a:t>здійснення Третього поділу Речі Посполитої</a:t>
          </a:r>
          <a:endParaRPr lang="uk-UA" dirty="0"/>
        </a:p>
      </dgm:t>
    </dgm:pt>
    <dgm:pt modelId="{3B12A57F-4182-40C9-99A6-4B6BD5DE2BF8}" type="parTrans" cxnId="{66C8EDAF-3CED-46D2-B14C-5C31383DE550}">
      <dgm:prSet/>
      <dgm:spPr/>
      <dgm:t>
        <a:bodyPr/>
        <a:lstStyle/>
        <a:p>
          <a:endParaRPr lang="uk-UA"/>
        </a:p>
      </dgm:t>
    </dgm:pt>
    <dgm:pt modelId="{85668F9E-D30E-424C-86AC-05D4C10FDDFD}" type="sibTrans" cxnId="{66C8EDAF-3CED-46D2-B14C-5C31383DE550}">
      <dgm:prSet/>
      <dgm:spPr/>
      <dgm:t>
        <a:bodyPr/>
        <a:lstStyle/>
        <a:p>
          <a:endParaRPr lang="uk-UA"/>
        </a:p>
      </dgm:t>
    </dgm:pt>
    <dgm:pt modelId="{502AC006-13F1-47AD-8406-0EF33F543069}" type="pres">
      <dgm:prSet presAssocID="{E7CABF95-D5ED-4F5D-82C0-D6A55EAF9BAD}" presName="linear" presStyleCnt="0">
        <dgm:presLayoutVars>
          <dgm:animLvl val="lvl"/>
          <dgm:resizeHandles val="exact"/>
        </dgm:presLayoutVars>
      </dgm:prSet>
      <dgm:spPr/>
    </dgm:pt>
    <dgm:pt modelId="{CF751763-48A7-4ABB-9D4C-2780D7E3685C}" type="pres">
      <dgm:prSet presAssocID="{1B7C5E6A-A800-40E7-8965-99EEEDDDB2C3}" presName="parentText" presStyleLbl="node1" presStyleIdx="0" presStyleCnt="4">
        <dgm:presLayoutVars>
          <dgm:chMax val="0"/>
          <dgm:bulletEnabled val="1"/>
        </dgm:presLayoutVars>
      </dgm:prSet>
      <dgm:spPr/>
    </dgm:pt>
    <dgm:pt modelId="{868C6EDB-9C47-4C27-BFFD-FF474DDC76F7}" type="pres">
      <dgm:prSet presAssocID="{BC31B22E-0B7D-4AFF-B9D5-76B6D79772D6}" presName="spacer" presStyleCnt="0"/>
      <dgm:spPr/>
    </dgm:pt>
    <dgm:pt modelId="{C0849F18-8685-462F-A90D-BA74B0A9EE51}" type="pres">
      <dgm:prSet presAssocID="{74B3491A-5ED9-4C7A-9764-BE25B2AFF56F}" presName="parentText" presStyleLbl="node1" presStyleIdx="1" presStyleCnt="4">
        <dgm:presLayoutVars>
          <dgm:chMax val="0"/>
          <dgm:bulletEnabled val="1"/>
        </dgm:presLayoutVars>
      </dgm:prSet>
      <dgm:spPr/>
    </dgm:pt>
    <dgm:pt modelId="{DC7650FF-8F13-4DD3-AE00-7A0F6AFB34F1}" type="pres">
      <dgm:prSet presAssocID="{CA1442AA-F911-4766-8959-5761D842E596}" presName="spacer" presStyleCnt="0"/>
      <dgm:spPr/>
    </dgm:pt>
    <dgm:pt modelId="{9B2AF7A9-C351-4998-BECA-D2357AFFB3FB}" type="pres">
      <dgm:prSet presAssocID="{E930D834-4505-407C-AE31-F9DFEDBD34AA}" presName="parentText" presStyleLbl="node1" presStyleIdx="2" presStyleCnt="4">
        <dgm:presLayoutVars>
          <dgm:chMax val="0"/>
          <dgm:bulletEnabled val="1"/>
        </dgm:presLayoutVars>
      </dgm:prSet>
      <dgm:spPr/>
    </dgm:pt>
    <dgm:pt modelId="{FB8BA5F1-1DA7-4283-84BC-FDBE4DC4EA94}" type="pres">
      <dgm:prSet presAssocID="{982F0CA8-D9E7-45F8-B880-C811A6D3E36E}" presName="spacer" presStyleCnt="0"/>
      <dgm:spPr/>
    </dgm:pt>
    <dgm:pt modelId="{3C4FFA5C-DDEE-40FE-9EAC-0B57007B1C01}" type="pres">
      <dgm:prSet presAssocID="{D5DE7151-692C-49BA-BB2B-53E19B09D2C2}" presName="parentText" presStyleLbl="node1" presStyleIdx="3" presStyleCnt="4">
        <dgm:presLayoutVars>
          <dgm:chMax val="0"/>
          <dgm:bulletEnabled val="1"/>
        </dgm:presLayoutVars>
      </dgm:prSet>
      <dgm:spPr/>
    </dgm:pt>
  </dgm:ptLst>
  <dgm:cxnLst>
    <dgm:cxn modelId="{1B39220D-F2C1-4E4E-91BD-BA1585AD074D}" srcId="{E7CABF95-D5ED-4F5D-82C0-D6A55EAF9BAD}" destId="{1B7C5E6A-A800-40E7-8965-99EEEDDDB2C3}" srcOrd="0" destOrd="0" parTransId="{6228C65A-FE03-467F-B4BC-ECBA26B3D2A5}" sibTransId="{BC31B22E-0B7D-4AFF-B9D5-76B6D79772D6}"/>
    <dgm:cxn modelId="{77926223-D0DD-4F0F-82F6-B490628CBF18}" type="presOf" srcId="{1B7C5E6A-A800-40E7-8965-99EEEDDDB2C3}" destId="{CF751763-48A7-4ABB-9D4C-2780D7E3685C}" srcOrd="0" destOrd="0" presId="urn:microsoft.com/office/officeart/2005/8/layout/vList2"/>
    <dgm:cxn modelId="{A228C85B-0C16-4CFD-96FC-121AF03A198F}" type="presOf" srcId="{74B3491A-5ED9-4C7A-9764-BE25B2AFF56F}" destId="{C0849F18-8685-462F-A90D-BA74B0A9EE51}" srcOrd="0" destOrd="0" presId="urn:microsoft.com/office/officeart/2005/8/layout/vList2"/>
    <dgm:cxn modelId="{25974D60-9A60-4754-B5B6-9BF00C0EEAE5}" type="presOf" srcId="{D5DE7151-692C-49BA-BB2B-53E19B09D2C2}" destId="{3C4FFA5C-DDEE-40FE-9EAC-0B57007B1C01}" srcOrd="0" destOrd="0" presId="urn:microsoft.com/office/officeart/2005/8/layout/vList2"/>
    <dgm:cxn modelId="{2FD30E83-04F3-4B63-A4DC-2DCC62693ACE}" srcId="{E7CABF95-D5ED-4F5D-82C0-D6A55EAF9BAD}" destId="{74B3491A-5ED9-4C7A-9764-BE25B2AFF56F}" srcOrd="1" destOrd="0" parTransId="{8C9E7B68-D730-43A4-9176-B5AD8B205C99}" sibTransId="{CA1442AA-F911-4766-8959-5761D842E596}"/>
    <dgm:cxn modelId="{5A3CD8A3-095E-4DDB-AE29-38C6697FD26B}" type="presOf" srcId="{E7CABF95-D5ED-4F5D-82C0-D6A55EAF9BAD}" destId="{502AC006-13F1-47AD-8406-0EF33F543069}" srcOrd="0" destOrd="0" presId="urn:microsoft.com/office/officeart/2005/8/layout/vList2"/>
    <dgm:cxn modelId="{66C8EDAF-3CED-46D2-B14C-5C31383DE550}" srcId="{E7CABF95-D5ED-4F5D-82C0-D6A55EAF9BAD}" destId="{D5DE7151-692C-49BA-BB2B-53E19B09D2C2}" srcOrd="3" destOrd="0" parTransId="{3B12A57F-4182-40C9-99A6-4B6BD5DE2BF8}" sibTransId="{85668F9E-D30E-424C-86AC-05D4C10FDDFD}"/>
    <dgm:cxn modelId="{30A917E2-4D0F-412C-A545-2705103470ED}" srcId="{E7CABF95-D5ED-4F5D-82C0-D6A55EAF9BAD}" destId="{E930D834-4505-407C-AE31-F9DFEDBD34AA}" srcOrd="2" destOrd="0" parTransId="{97B58F5D-D5BA-4ACF-9ECF-3C92AF2D9018}" sibTransId="{982F0CA8-D9E7-45F8-B880-C811A6D3E36E}"/>
    <dgm:cxn modelId="{E6A34AE3-9EBD-4BD4-98E0-F072CFA04AC0}" type="presOf" srcId="{E930D834-4505-407C-AE31-F9DFEDBD34AA}" destId="{9B2AF7A9-C351-4998-BECA-D2357AFFB3FB}" srcOrd="0" destOrd="0" presId="urn:microsoft.com/office/officeart/2005/8/layout/vList2"/>
    <dgm:cxn modelId="{6727A0C3-4BBF-46C3-9E2A-35D7FCB48582}" type="presParOf" srcId="{502AC006-13F1-47AD-8406-0EF33F543069}" destId="{CF751763-48A7-4ABB-9D4C-2780D7E3685C}" srcOrd="0" destOrd="0" presId="urn:microsoft.com/office/officeart/2005/8/layout/vList2"/>
    <dgm:cxn modelId="{7FAE78B9-D7B3-4AAD-AEF6-EAC3B30712D0}" type="presParOf" srcId="{502AC006-13F1-47AD-8406-0EF33F543069}" destId="{868C6EDB-9C47-4C27-BFFD-FF474DDC76F7}" srcOrd="1" destOrd="0" presId="urn:microsoft.com/office/officeart/2005/8/layout/vList2"/>
    <dgm:cxn modelId="{CAEE43E4-267D-4996-AF95-780945D5CEEE}" type="presParOf" srcId="{502AC006-13F1-47AD-8406-0EF33F543069}" destId="{C0849F18-8685-462F-A90D-BA74B0A9EE51}" srcOrd="2" destOrd="0" presId="urn:microsoft.com/office/officeart/2005/8/layout/vList2"/>
    <dgm:cxn modelId="{3ED35668-BF6A-4E06-95DC-4F221C9DDA4E}" type="presParOf" srcId="{502AC006-13F1-47AD-8406-0EF33F543069}" destId="{DC7650FF-8F13-4DD3-AE00-7A0F6AFB34F1}" srcOrd="3" destOrd="0" presId="urn:microsoft.com/office/officeart/2005/8/layout/vList2"/>
    <dgm:cxn modelId="{9712A8EE-0727-4F27-82D5-98CA079C54FF}" type="presParOf" srcId="{502AC006-13F1-47AD-8406-0EF33F543069}" destId="{9B2AF7A9-C351-4998-BECA-D2357AFFB3FB}" srcOrd="4" destOrd="0" presId="urn:microsoft.com/office/officeart/2005/8/layout/vList2"/>
    <dgm:cxn modelId="{20E84049-5EB7-4E25-9D10-030BBB5B3E48}" type="presParOf" srcId="{502AC006-13F1-47AD-8406-0EF33F543069}" destId="{FB8BA5F1-1DA7-4283-84BC-FDBE4DC4EA94}" srcOrd="5" destOrd="0" presId="urn:microsoft.com/office/officeart/2005/8/layout/vList2"/>
    <dgm:cxn modelId="{3B2334CA-12A0-4376-BCEA-D820F531EE61}" type="presParOf" srcId="{502AC006-13F1-47AD-8406-0EF33F543069}" destId="{3C4FFA5C-DDEE-40FE-9EAC-0B57007B1C0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7A6F644-E0EB-4D33-8291-E83FCB1A52B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90C7500B-5F38-4606-9AC1-AC7B0B7722E7}">
      <dgm:prSet/>
      <dgm:spPr/>
      <dgm:t>
        <a:bodyPr/>
        <a:lstStyle/>
        <a:p>
          <a:r>
            <a:rPr lang="ru-RU" b="0" i="0" dirty="0" err="1"/>
            <a:t>антикріпосницького</a:t>
          </a:r>
          <a:r>
            <a:rPr lang="ru-RU" b="0" i="0" dirty="0"/>
            <a:t> руху.</a:t>
          </a:r>
          <a:endParaRPr lang="uk-UA" dirty="0"/>
        </a:p>
      </dgm:t>
    </dgm:pt>
    <dgm:pt modelId="{6F22E7FA-1AEF-4D1D-AF5C-57059BD417CB}" type="parTrans" cxnId="{95ED119E-C097-4838-9C74-DA8886766BD6}">
      <dgm:prSet/>
      <dgm:spPr/>
      <dgm:t>
        <a:bodyPr/>
        <a:lstStyle/>
        <a:p>
          <a:endParaRPr lang="uk-UA"/>
        </a:p>
      </dgm:t>
    </dgm:pt>
    <dgm:pt modelId="{0FD03EE2-F7F9-4FBA-95F0-EA0F16EBD161}" type="sibTrans" cxnId="{95ED119E-C097-4838-9C74-DA8886766BD6}">
      <dgm:prSet/>
      <dgm:spPr/>
      <dgm:t>
        <a:bodyPr/>
        <a:lstStyle/>
        <a:p>
          <a:endParaRPr lang="uk-UA"/>
        </a:p>
      </dgm:t>
    </dgm:pt>
    <dgm:pt modelId="{4EA4068D-89EB-430E-982F-27CD762BD495}">
      <dgm:prSet/>
      <dgm:spPr/>
      <dgm:t>
        <a:bodyPr/>
        <a:lstStyle/>
        <a:p>
          <a:r>
            <a:rPr lang="ru-RU" b="0" i="0"/>
            <a:t>українського національного руху.</a:t>
          </a:r>
          <a:endParaRPr lang="uk-UA"/>
        </a:p>
      </dgm:t>
    </dgm:pt>
    <dgm:pt modelId="{418CFB9C-902C-4394-BCFB-482113CB2272}" type="parTrans" cxnId="{20BA6D8B-DE92-455E-9FAE-45C95E09C665}">
      <dgm:prSet/>
      <dgm:spPr/>
      <dgm:t>
        <a:bodyPr/>
        <a:lstStyle/>
        <a:p>
          <a:endParaRPr lang="uk-UA"/>
        </a:p>
      </dgm:t>
    </dgm:pt>
    <dgm:pt modelId="{2DA17F29-943A-4A50-842C-CCACCCB0F8A6}" type="sibTrans" cxnId="{20BA6D8B-DE92-455E-9FAE-45C95E09C665}">
      <dgm:prSet/>
      <dgm:spPr/>
      <dgm:t>
        <a:bodyPr/>
        <a:lstStyle/>
        <a:p>
          <a:endParaRPr lang="uk-UA"/>
        </a:p>
      </dgm:t>
    </dgm:pt>
    <dgm:pt modelId="{62D98E77-E039-4511-89FD-D52A3928C9B8}">
      <dgm:prSet/>
      <dgm:spPr/>
      <dgm:t>
        <a:bodyPr/>
        <a:lstStyle/>
        <a:p>
          <a:r>
            <a:rPr lang="ru-RU" b="0" i="0"/>
            <a:t>польського визвольного руху.</a:t>
          </a:r>
          <a:endParaRPr lang="uk-UA"/>
        </a:p>
      </dgm:t>
    </dgm:pt>
    <dgm:pt modelId="{F4C3E0E1-939F-4089-9EAC-536E54573095}" type="parTrans" cxnId="{A0AA91CB-C782-491A-B8FB-A498C65B2597}">
      <dgm:prSet/>
      <dgm:spPr/>
      <dgm:t>
        <a:bodyPr/>
        <a:lstStyle/>
        <a:p>
          <a:endParaRPr lang="uk-UA"/>
        </a:p>
      </dgm:t>
    </dgm:pt>
    <dgm:pt modelId="{BB07C881-3E2A-42BC-B0E3-31E0DB7E79A1}" type="sibTrans" cxnId="{A0AA91CB-C782-491A-B8FB-A498C65B2597}">
      <dgm:prSet/>
      <dgm:spPr/>
      <dgm:t>
        <a:bodyPr/>
        <a:lstStyle/>
        <a:p>
          <a:endParaRPr lang="uk-UA"/>
        </a:p>
      </dgm:t>
    </dgm:pt>
    <dgm:pt modelId="{DAB6B1F8-AFCE-4A53-9BD5-48F1EAD43AB9}">
      <dgm:prSet/>
      <dgm:spPr/>
      <dgm:t>
        <a:bodyPr/>
        <a:lstStyle/>
        <a:p>
          <a:r>
            <a:rPr lang="ru-RU" b="0" i="0" dirty="0" err="1"/>
            <a:t>російського</a:t>
          </a:r>
          <a:r>
            <a:rPr lang="ru-RU" b="0" i="0" dirty="0"/>
            <a:t> </a:t>
          </a:r>
          <a:r>
            <a:rPr lang="ru-RU" b="0" i="0" dirty="0" err="1"/>
            <a:t>суспільного</a:t>
          </a:r>
          <a:r>
            <a:rPr lang="ru-RU" b="0" i="0" dirty="0"/>
            <a:t> руху.</a:t>
          </a:r>
          <a:endParaRPr lang="uk-UA" dirty="0"/>
        </a:p>
      </dgm:t>
    </dgm:pt>
    <dgm:pt modelId="{6391C7AD-27B5-4F96-8175-4F706B80D851}" type="parTrans" cxnId="{5484F377-D032-4B51-BE7A-52B0066C6D3D}">
      <dgm:prSet/>
      <dgm:spPr/>
      <dgm:t>
        <a:bodyPr/>
        <a:lstStyle/>
        <a:p>
          <a:endParaRPr lang="uk-UA"/>
        </a:p>
      </dgm:t>
    </dgm:pt>
    <dgm:pt modelId="{892D940E-73CA-4500-857B-823D48E2F364}" type="sibTrans" cxnId="{5484F377-D032-4B51-BE7A-52B0066C6D3D}">
      <dgm:prSet/>
      <dgm:spPr/>
      <dgm:t>
        <a:bodyPr/>
        <a:lstStyle/>
        <a:p>
          <a:endParaRPr lang="uk-UA"/>
        </a:p>
      </dgm:t>
    </dgm:pt>
    <dgm:pt modelId="{4E294DBF-D12C-40AF-9537-C5CDA334D865}" type="pres">
      <dgm:prSet presAssocID="{47A6F644-E0EB-4D33-8291-E83FCB1A52B5}" presName="linearFlow" presStyleCnt="0">
        <dgm:presLayoutVars>
          <dgm:dir/>
          <dgm:resizeHandles val="exact"/>
        </dgm:presLayoutVars>
      </dgm:prSet>
      <dgm:spPr/>
    </dgm:pt>
    <dgm:pt modelId="{E25750F3-1ADF-441B-ABDB-7A21E6CC4A17}" type="pres">
      <dgm:prSet presAssocID="{90C7500B-5F38-4606-9AC1-AC7B0B7722E7}" presName="composite" presStyleCnt="0"/>
      <dgm:spPr/>
    </dgm:pt>
    <dgm:pt modelId="{2C47C88B-017A-420D-A4C5-AB1386E438CD}" type="pres">
      <dgm:prSet presAssocID="{90C7500B-5F38-4606-9AC1-AC7B0B7722E7}" presName="imgShp" presStyleLbl="fgImgPlace1" presStyleIdx="0" presStyleCnt="4"/>
      <dgm:spPr/>
    </dgm:pt>
    <dgm:pt modelId="{D12A5413-33EC-48EB-8557-DC7211049A46}" type="pres">
      <dgm:prSet presAssocID="{90C7500B-5F38-4606-9AC1-AC7B0B7722E7}" presName="txShp" presStyleLbl="node1" presStyleIdx="0" presStyleCnt="4">
        <dgm:presLayoutVars>
          <dgm:bulletEnabled val="1"/>
        </dgm:presLayoutVars>
      </dgm:prSet>
      <dgm:spPr/>
    </dgm:pt>
    <dgm:pt modelId="{03EFBA30-9F7D-4DE8-8014-BFB6AF5D73D7}" type="pres">
      <dgm:prSet presAssocID="{0FD03EE2-F7F9-4FBA-95F0-EA0F16EBD161}" presName="spacing" presStyleCnt="0"/>
      <dgm:spPr/>
    </dgm:pt>
    <dgm:pt modelId="{9DA743F1-B248-45E8-8AE9-811E09C1CA41}" type="pres">
      <dgm:prSet presAssocID="{4EA4068D-89EB-430E-982F-27CD762BD495}" presName="composite" presStyleCnt="0"/>
      <dgm:spPr/>
    </dgm:pt>
    <dgm:pt modelId="{FAA0F9D2-4DB7-448F-99B9-F89E98C0F7AA}" type="pres">
      <dgm:prSet presAssocID="{4EA4068D-89EB-430E-982F-27CD762BD495}" presName="imgShp" presStyleLbl="fgImgPlace1" presStyleIdx="1" presStyleCnt="4"/>
      <dgm:spPr/>
    </dgm:pt>
    <dgm:pt modelId="{87C0AC0C-EE9C-4A01-9E10-FC616A46A420}" type="pres">
      <dgm:prSet presAssocID="{4EA4068D-89EB-430E-982F-27CD762BD495}" presName="txShp" presStyleLbl="node1" presStyleIdx="1" presStyleCnt="4">
        <dgm:presLayoutVars>
          <dgm:bulletEnabled val="1"/>
        </dgm:presLayoutVars>
      </dgm:prSet>
      <dgm:spPr/>
    </dgm:pt>
    <dgm:pt modelId="{24A4EEB8-687A-4ED9-ACF6-ECFB870F9BF5}" type="pres">
      <dgm:prSet presAssocID="{2DA17F29-943A-4A50-842C-CCACCCB0F8A6}" presName="spacing" presStyleCnt="0"/>
      <dgm:spPr/>
    </dgm:pt>
    <dgm:pt modelId="{1BEA16C5-21AB-4CA5-870F-380E211A5920}" type="pres">
      <dgm:prSet presAssocID="{62D98E77-E039-4511-89FD-D52A3928C9B8}" presName="composite" presStyleCnt="0"/>
      <dgm:spPr/>
    </dgm:pt>
    <dgm:pt modelId="{C510C744-75BC-445C-AF9C-02646FF2A330}" type="pres">
      <dgm:prSet presAssocID="{62D98E77-E039-4511-89FD-D52A3928C9B8}" presName="imgShp" presStyleLbl="fgImgPlace1" presStyleIdx="2" presStyleCnt="4"/>
      <dgm:spPr/>
    </dgm:pt>
    <dgm:pt modelId="{CDE8664A-7B03-49D0-94B7-0CDF9F90F6DB}" type="pres">
      <dgm:prSet presAssocID="{62D98E77-E039-4511-89FD-D52A3928C9B8}" presName="txShp" presStyleLbl="node1" presStyleIdx="2" presStyleCnt="4">
        <dgm:presLayoutVars>
          <dgm:bulletEnabled val="1"/>
        </dgm:presLayoutVars>
      </dgm:prSet>
      <dgm:spPr/>
    </dgm:pt>
    <dgm:pt modelId="{C37EC704-6876-445B-8194-44C9F6BFA6E0}" type="pres">
      <dgm:prSet presAssocID="{BB07C881-3E2A-42BC-B0E3-31E0DB7E79A1}" presName="spacing" presStyleCnt="0"/>
      <dgm:spPr/>
    </dgm:pt>
    <dgm:pt modelId="{9E3D188F-B734-49C4-AB01-327BFA2CE772}" type="pres">
      <dgm:prSet presAssocID="{DAB6B1F8-AFCE-4A53-9BD5-48F1EAD43AB9}" presName="composite" presStyleCnt="0"/>
      <dgm:spPr/>
    </dgm:pt>
    <dgm:pt modelId="{A65A98E9-AB71-4647-8AE5-77C1278AAFA1}" type="pres">
      <dgm:prSet presAssocID="{DAB6B1F8-AFCE-4A53-9BD5-48F1EAD43AB9}" presName="imgShp" presStyleLbl="fgImgPlace1" presStyleIdx="3" presStyleCnt="4"/>
      <dgm:spPr/>
    </dgm:pt>
    <dgm:pt modelId="{02D6FD0A-7CA3-40B5-BD3C-3E5F1EE194AB}" type="pres">
      <dgm:prSet presAssocID="{DAB6B1F8-AFCE-4A53-9BD5-48F1EAD43AB9}" presName="txShp" presStyleLbl="node1" presStyleIdx="3" presStyleCnt="4">
        <dgm:presLayoutVars>
          <dgm:bulletEnabled val="1"/>
        </dgm:presLayoutVars>
      </dgm:prSet>
      <dgm:spPr/>
    </dgm:pt>
  </dgm:ptLst>
  <dgm:cxnLst>
    <dgm:cxn modelId="{A418980F-8C90-4A5D-81AA-5FD2F361014F}" type="presOf" srcId="{DAB6B1F8-AFCE-4A53-9BD5-48F1EAD43AB9}" destId="{02D6FD0A-7CA3-40B5-BD3C-3E5F1EE194AB}" srcOrd="0" destOrd="0" presId="urn:microsoft.com/office/officeart/2005/8/layout/vList3"/>
    <dgm:cxn modelId="{F2098422-F971-4C40-8B7A-5D0AEE705205}" type="presOf" srcId="{90C7500B-5F38-4606-9AC1-AC7B0B7722E7}" destId="{D12A5413-33EC-48EB-8557-DC7211049A46}" srcOrd="0" destOrd="0" presId="urn:microsoft.com/office/officeart/2005/8/layout/vList3"/>
    <dgm:cxn modelId="{65CDA12A-E776-4616-A44E-A101C09C5345}" type="presOf" srcId="{47A6F644-E0EB-4D33-8291-E83FCB1A52B5}" destId="{4E294DBF-D12C-40AF-9537-C5CDA334D865}" srcOrd="0" destOrd="0" presId="urn:microsoft.com/office/officeart/2005/8/layout/vList3"/>
    <dgm:cxn modelId="{5484F377-D032-4B51-BE7A-52B0066C6D3D}" srcId="{47A6F644-E0EB-4D33-8291-E83FCB1A52B5}" destId="{DAB6B1F8-AFCE-4A53-9BD5-48F1EAD43AB9}" srcOrd="3" destOrd="0" parTransId="{6391C7AD-27B5-4F96-8175-4F706B80D851}" sibTransId="{892D940E-73CA-4500-857B-823D48E2F364}"/>
    <dgm:cxn modelId="{20BA6D8B-DE92-455E-9FAE-45C95E09C665}" srcId="{47A6F644-E0EB-4D33-8291-E83FCB1A52B5}" destId="{4EA4068D-89EB-430E-982F-27CD762BD495}" srcOrd="1" destOrd="0" parTransId="{418CFB9C-902C-4394-BCFB-482113CB2272}" sibTransId="{2DA17F29-943A-4A50-842C-CCACCCB0F8A6}"/>
    <dgm:cxn modelId="{95ED119E-C097-4838-9C74-DA8886766BD6}" srcId="{47A6F644-E0EB-4D33-8291-E83FCB1A52B5}" destId="{90C7500B-5F38-4606-9AC1-AC7B0B7722E7}" srcOrd="0" destOrd="0" parTransId="{6F22E7FA-1AEF-4D1D-AF5C-57059BD417CB}" sibTransId="{0FD03EE2-F7F9-4FBA-95F0-EA0F16EBD161}"/>
    <dgm:cxn modelId="{FC7B15BA-D200-4DF9-AA4D-9A24CA6F368F}" type="presOf" srcId="{4EA4068D-89EB-430E-982F-27CD762BD495}" destId="{87C0AC0C-EE9C-4A01-9E10-FC616A46A420}" srcOrd="0" destOrd="0" presId="urn:microsoft.com/office/officeart/2005/8/layout/vList3"/>
    <dgm:cxn modelId="{0CA76FBD-D6A2-409B-A1AA-B22B8EF99F72}" type="presOf" srcId="{62D98E77-E039-4511-89FD-D52A3928C9B8}" destId="{CDE8664A-7B03-49D0-94B7-0CDF9F90F6DB}" srcOrd="0" destOrd="0" presId="urn:microsoft.com/office/officeart/2005/8/layout/vList3"/>
    <dgm:cxn modelId="{A0AA91CB-C782-491A-B8FB-A498C65B2597}" srcId="{47A6F644-E0EB-4D33-8291-E83FCB1A52B5}" destId="{62D98E77-E039-4511-89FD-D52A3928C9B8}" srcOrd="2" destOrd="0" parTransId="{F4C3E0E1-939F-4089-9EAC-536E54573095}" sibTransId="{BB07C881-3E2A-42BC-B0E3-31E0DB7E79A1}"/>
    <dgm:cxn modelId="{2340CB06-AC1B-4935-882A-6482CA20EDAE}" type="presParOf" srcId="{4E294DBF-D12C-40AF-9537-C5CDA334D865}" destId="{E25750F3-1ADF-441B-ABDB-7A21E6CC4A17}" srcOrd="0" destOrd="0" presId="urn:microsoft.com/office/officeart/2005/8/layout/vList3"/>
    <dgm:cxn modelId="{EEBB2EAD-8BBF-4359-B452-A87A442DDFBA}" type="presParOf" srcId="{E25750F3-1ADF-441B-ABDB-7A21E6CC4A17}" destId="{2C47C88B-017A-420D-A4C5-AB1386E438CD}" srcOrd="0" destOrd="0" presId="urn:microsoft.com/office/officeart/2005/8/layout/vList3"/>
    <dgm:cxn modelId="{23C5871A-445A-4AFE-B62E-6A6A58D488B0}" type="presParOf" srcId="{E25750F3-1ADF-441B-ABDB-7A21E6CC4A17}" destId="{D12A5413-33EC-48EB-8557-DC7211049A46}" srcOrd="1" destOrd="0" presId="urn:microsoft.com/office/officeart/2005/8/layout/vList3"/>
    <dgm:cxn modelId="{B5388C72-03D9-4686-9772-935C7C3E9D5F}" type="presParOf" srcId="{4E294DBF-D12C-40AF-9537-C5CDA334D865}" destId="{03EFBA30-9F7D-4DE8-8014-BFB6AF5D73D7}" srcOrd="1" destOrd="0" presId="urn:microsoft.com/office/officeart/2005/8/layout/vList3"/>
    <dgm:cxn modelId="{C395FB96-E9F8-4764-8921-F4105CF0A299}" type="presParOf" srcId="{4E294DBF-D12C-40AF-9537-C5CDA334D865}" destId="{9DA743F1-B248-45E8-8AE9-811E09C1CA41}" srcOrd="2" destOrd="0" presId="urn:microsoft.com/office/officeart/2005/8/layout/vList3"/>
    <dgm:cxn modelId="{8EDE1FA2-AC57-4702-A4DD-EE28DD3CD0C9}" type="presParOf" srcId="{9DA743F1-B248-45E8-8AE9-811E09C1CA41}" destId="{FAA0F9D2-4DB7-448F-99B9-F89E98C0F7AA}" srcOrd="0" destOrd="0" presId="urn:microsoft.com/office/officeart/2005/8/layout/vList3"/>
    <dgm:cxn modelId="{C4FA57EA-FF87-40D5-A644-E3442DA9D992}" type="presParOf" srcId="{9DA743F1-B248-45E8-8AE9-811E09C1CA41}" destId="{87C0AC0C-EE9C-4A01-9E10-FC616A46A420}" srcOrd="1" destOrd="0" presId="urn:microsoft.com/office/officeart/2005/8/layout/vList3"/>
    <dgm:cxn modelId="{D9614E24-8CA2-47B5-852C-06B74BBE4308}" type="presParOf" srcId="{4E294DBF-D12C-40AF-9537-C5CDA334D865}" destId="{24A4EEB8-687A-4ED9-ACF6-ECFB870F9BF5}" srcOrd="3" destOrd="0" presId="urn:microsoft.com/office/officeart/2005/8/layout/vList3"/>
    <dgm:cxn modelId="{9FD77529-B24E-44B4-B465-CDAFEBD7D903}" type="presParOf" srcId="{4E294DBF-D12C-40AF-9537-C5CDA334D865}" destId="{1BEA16C5-21AB-4CA5-870F-380E211A5920}" srcOrd="4" destOrd="0" presId="urn:microsoft.com/office/officeart/2005/8/layout/vList3"/>
    <dgm:cxn modelId="{4D5FC069-A6DA-4662-8A91-0DABB21185F4}" type="presParOf" srcId="{1BEA16C5-21AB-4CA5-870F-380E211A5920}" destId="{C510C744-75BC-445C-AF9C-02646FF2A330}" srcOrd="0" destOrd="0" presId="urn:microsoft.com/office/officeart/2005/8/layout/vList3"/>
    <dgm:cxn modelId="{8C3AE018-C790-4D1F-A950-3D47AABE16F0}" type="presParOf" srcId="{1BEA16C5-21AB-4CA5-870F-380E211A5920}" destId="{CDE8664A-7B03-49D0-94B7-0CDF9F90F6DB}" srcOrd="1" destOrd="0" presId="urn:microsoft.com/office/officeart/2005/8/layout/vList3"/>
    <dgm:cxn modelId="{CE9DF903-A056-4DE8-A19D-A2184E602440}" type="presParOf" srcId="{4E294DBF-D12C-40AF-9537-C5CDA334D865}" destId="{C37EC704-6876-445B-8194-44C9F6BFA6E0}" srcOrd="5" destOrd="0" presId="urn:microsoft.com/office/officeart/2005/8/layout/vList3"/>
    <dgm:cxn modelId="{15F7CACB-3EED-4894-866F-F35A5543DF7B}" type="presParOf" srcId="{4E294DBF-D12C-40AF-9537-C5CDA334D865}" destId="{9E3D188F-B734-49C4-AB01-327BFA2CE772}" srcOrd="6" destOrd="0" presId="urn:microsoft.com/office/officeart/2005/8/layout/vList3"/>
    <dgm:cxn modelId="{18D2625B-05DF-433A-BFEB-09740A6958E4}" type="presParOf" srcId="{9E3D188F-B734-49C4-AB01-327BFA2CE772}" destId="{A65A98E9-AB71-4647-8AE5-77C1278AAFA1}" srcOrd="0" destOrd="0" presId="urn:microsoft.com/office/officeart/2005/8/layout/vList3"/>
    <dgm:cxn modelId="{54A7F427-0A39-43CE-9713-0A2C100568DE}" type="presParOf" srcId="{9E3D188F-B734-49C4-AB01-327BFA2CE772}" destId="{02D6FD0A-7CA3-40B5-BD3C-3E5F1EE194A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D6249A-56DC-4A7D-B60E-E18D29A418D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35A4F47-3985-488A-B100-69835317750C}">
      <dgm:prSet/>
      <dgm:spPr/>
      <dgm:t>
        <a:bodyPr/>
        <a:lstStyle/>
        <a:p>
          <a:r>
            <a:rPr lang="uk-UA" b="0" i="0"/>
            <a:t>Поділля</a:t>
          </a:r>
          <a:endParaRPr lang="uk-UA"/>
        </a:p>
      </dgm:t>
    </dgm:pt>
    <dgm:pt modelId="{9BD3466E-58CA-42A6-A0A0-BCB9870A8485}" type="parTrans" cxnId="{B69758DF-1710-43B1-8572-AEC7BF58B601}">
      <dgm:prSet/>
      <dgm:spPr/>
      <dgm:t>
        <a:bodyPr/>
        <a:lstStyle/>
        <a:p>
          <a:endParaRPr lang="uk-UA"/>
        </a:p>
      </dgm:t>
    </dgm:pt>
    <dgm:pt modelId="{135E1575-D4ED-4C5A-8519-B7313336F994}" type="sibTrans" cxnId="{B69758DF-1710-43B1-8572-AEC7BF58B601}">
      <dgm:prSet/>
      <dgm:spPr/>
      <dgm:t>
        <a:bodyPr/>
        <a:lstStyle/>
        <a:p>
          <a:endParaRPr lang="uk-UA"/>
        </a:p>
      </dgm:t>
    </dgm:pt>
    <dgm:pt modelId="{94E683CB-5877-428C-9EB4-6FDBD0E8AF1D}">
      <dgm:prSet/>
      <dgm:spPr/>
      <dgm:t>
        <a:bodyPr/>
        <a:lstStyle/>
        <a:p>
          <a:r>
            <a:rPr lang="uk-UA" b="0" i="0" dirty="0"/>
            <a:t>Галичина</a:t>
          </a:r>
          <a:endParaRPr lang="uk-UA" dirty="0"/>
        </a:p>
      </dgm:t>
    </dgm:pt>
    <dgm:pt modelId="{B466EE50-267F-4E09-B036-F054FAB9324F}" type="parTrans" cxnId="{6BB6716B-EAF1-4717-993C-C31712709EA0}">
      <dgm:prSet/>
      <dgm:spPr/>
      <dgm:t>
        <a:bodyPr/>
        <a:lstStyle/>
        <a:p>
          <a:endParaRPr lang="uk-UA"/>
        </a:p>
      </dgm:t>
    </dgm:pt>
    <dgm:pt modelId="{1F336024-B807-4BCE-87EC-C5EBE7349312}" type="sibTrans" cxnId="{6BB6716B-EAF1-4717-993C-C31712709EA0}">
      <dgm:prSet/>
      <dgm:spPr/>
      <dgm:t>
        <a:bodyPr/>
        <a:lstStyle/>
        <a:p>
          <a:endParaRPr lang="uk-UA"/>
        </a:p>
      </dgm:t>
    </dgm:pt>
    <dgm:pt modelId="{341F37C4-AE2D-4185-BED0-BC33FEF04546}">
      <dgm:prSet/>
      <dgm:spPr/>
      <dgm:t>
        <a:bodyPr/>
        <a:lstStyle/>
        <a:p>
          <a:r>
            <a:rPr lang="uk-UA" b="0" i="0"/>
            <a:t>Волинь</a:t>
          </a:r>
          <a:endParaRPr lang="uk-UA"/>
        </a:p>
      </dgm:t>
    </dgm:pt>
    <dgm:pt modelId="{695CE5E1-7C9A-42FC-B8EF-B692E56DD6DF}" type="parTrans" cxnId="{C2C05D11-6BF2-4053-8721-D0F123ED8240}">
      <dgm:prSet/>
      <dgm:spPr/>
      <dgm:t>
        <a:bodyPr/>
        <a:lstStyle/>
        <a:p>
          <a:endParaRPr lang="uk-UA"/>
        </a:p>
      </dgm:t>
    </dgm:pt>
    <dgm:pt modelId="{80DA259C-EE0F-47B9-8A01-413293AAC449}" type="sibTrans" cxnId="{C2C05D11-6BF2-4053-8721-D0F123ED8240}">
      <dgm:prSet/>
      <dgm:spPr/>
      <dgm:t>
        <a:bodyPr/>
        <a:lstStyle/>
        <a:p>
          <a:endParaRPr lang="uk-UA"/>
        </a:p>
      </dgm:t>
    </dgm:pt>
    <dgm:pt modelId="{F9FC04E9-3374-47B5-A53D-9A833F0D0D80}">
      <dgm:prSet/>
      <dgm:spPr/>
      <dgm:t>
        <a:bodyPr/>
        <a:lstStyle/>
        <a:p>
          <a:r>
            <a:rPr lang="uk-UA" b="0" i="0" dirty="0"/>
            <a:t>Слобожанщина</a:t>
          </a:r>
          <a:endParaRPr lang="uk-UA" dirty="0"/>
        </a:p>
      </dgm:t>
    </dgm:pt>
    <dgm:pt modelId="{71C1FF16-9D2C-4306-82F5-0F6904DB06B9}" type="parTrans" cxnId="{734FCA3D-3ECD-4A7E-9EB5-17E46E129D36}">
      <dgm:prSet/>
      <dgm:spPr/>
      <dgm:t>
        <a:bodyPr/>
        <a:lstStyle/>
        <a:p>
          <a:endParaRPr lang="uk-UA"/>
        </a:p>
      </dgm:t>
    </dgm:pt>
    <dgm:pt modelId="{BFF205A4-AAF4-4FE0-A4D9-C044CB6E99A7}" type="sibTrans" cxnId="{734FCA3D-3ECD-4A7E-9EB5-17E46E129D36}">
      <dgm:prSet/>
      <dgm:spPr/>
      <dgm:t>
        <a:bodyPr/>
        <a:lstStyle/>
        <a:p>
          <a:endParaRPr lang="uk-UA"/>
        </a:p>
      </dgm:t>
    </dgm:pt>
    <dgm:pt modelId="{F7C8ED88-CAAE-4D57-A161-B23291D0AD38}" type="pres">
      <dgm:prSet presAssocID="{C2D6249A-56DC-4A7D-B60E-E18D29A418D7}" presName="linearFlow" presStyleCnt="0">
        <dgm:presLayoutVars>
          <dgm:dir/>
          <dgm:resizeHandles val="exact"/>
        </dgm:presLayoutVars>
      </dgm:prSet>
      <dgm:spPr/>
    </dgm:pt>
    <dgm:pt modelId="{E3BF6EE6-9C8A-41C0-B30F-8B91FA8C7002}" type="pres">
      <dgm:prSet presAssocID="{235A4F47-3985-488A-B100-69835317750C}" presName="composite" presStyleCnt="0"/>
      <dgm:spPr/>
    </dgm:pt>
    <dgm:pt modelId="{5B86AD65-4913-44D9-81BA-4F2061B10158}" type="pres">
      <dgm:prSet presAssocID="{235A4F47-3985-488A-B100-69835317750C}" presName="imgShp" presStyleLbl="fgImgPlace1" presStyleIdx="0" presStyleCnt="4"/>
      <dgm:spPr/>
    </dgm:pt>
    <dgm:pt modelId="{4DA342DC-753E-4FA4-AE2C-513424B3418D}" type="pres">
      <dgm:prSet presAssocID="{235A4F47-3985-488A-B100-69835317750C}" presName="txShp" presStyleLbl="node1" presStyleIdx="0" presStyleCnt="4">
        <dgm:presLayoutVars>
          <dgm:bulletEnabled val="1"/>
        </dgm:presLayoutVars>
      </dgm:prSet>
      <dgm:spPr/>
    </dgm:pt>
    <dgm:pt modelId="{1186BFAA-68D6-432D-90B5-03F790410667}" type="pres">
      <dgm:prSet presAssocID="{135E1575-D4ED-4C5A-8519-B7313336F994}" presName="spacing" presStyleCnt="0"/>
      <dgm:spPr/>
    </dgm:pt>
    <dgm:pt modelId="{87F8F801-B997-4046-8585-DC7C8E4BE28A}" type="pres">
      <dgm:prSet presAssocID="{94E683CB-5877-428C-9EB4-6FDBD0E8AF1D}" presName="composite" presStyleCnt="0"/>
      <dgm:spPr/>
    </dgm:pt>
    <dgm:pt modelId="{6206D9BB-DAEC-43DA-8932-5D0D667BC251}" type="pres">
      <dgm:prSet presAssocID="{94E683CB-5877-428C-9EB4-6FDBD0E8AF1D}" presName="imgShp" presStyleLbl="fgImgPlace1" presStyleIdx="1" presStyleCnt="4"/>
      <dgm:spPr/>
    </dgm:pt>
    <dgm:pt modelId="{7A660407-5907-4747-B11C-21BF693AA0D0}" type="pres">
      <dgm:prSet presAssocID="{94E683CB-5877-428C-9EB4-6FDBD0E8AF1D}" presName="txShp" presStyleLbl="node1" presStyleIdx="1" presStyleCnt="4">
        <dgm:presLayoutVars>
          <dgm:bulletEnabled val="1"/>
        </dgm:presLayoutVars>
      </dgm:prSet>
      <dgm:spPr/>
    </dgm:pt>
    <dgm:pt modelId="{EF1125FA-EB62-45CF-BE7E-A90454DD17BD}" type="pres">
      <dgm:prSet presAssocID="{1F336024-B807-4BCE-87EC-C5EBE7349312}" presName="spacing" presStyleCnt="0"/>
      <dgm:spPr/>
    </dgm:pt>
    <dgm:pt modelId="{AE13020C-5BC4-4503-B48E-15E4B8B0A7F6}" type="pres">
      <dgm:prSet presAssocID="{341F37C4-AE2D-4185-BED0-BC33FEF04546}" presName="composite" presStyleCnt="0"/>
      <dgm:spPr/>
    </dgm:pt>
    <dgm:pt modelId="{6E952EB9-E759-4C37-AE75-9294588147DE}" type="pres">
      <dgm:prSet presAssocID="{341F37C4-AE2D-4185-BED0-BC33FEF04546}" presName="imgShp" presStyleLbl="fgImgPlace1" presStyleIdx="2" presStyleCnt="4"/>
      <dgm:spPr/>
    </dgm:pt>
    <dgm:pt modelId="{6F932DD4-B354-4F71-9B12-DF0258CFE66F}" type="pres">
      <dgm:prSet presAssocID="{341F37C4-AE2D-4185-BED0-BC33FEF04546}" presName="txShp" presStyleLbl="node1" presStyleIdx="2" presStyleCnt="4">
        <dgm:presLayoutVars>
          <dgm:bulletEnabled val="1"/>
        </dgm:presLayoutVars>
      </dgm:prSet>
      <dgm:spPr/>
    </dgm:pt>
    <dgm:pt modelId="{B5133987-92E1-4427-B845-A895538C44D7}" type="pres">
      <dgm:prSet presAssocID="{80DA259C-EE0F-47B9-8A01-413293AAC449}" presName="spacing" presStyleCnt="0"/>
      <dgm:spPr/>
    </dgm:pt>
    <dgm:pt modelId="{A956A0FF-3CF3-47C2-BF9D-2EC15BD49103}" type="pres">
      <dgm:prSet presAssocID="{F9FC04E9-3374-47B5-A53D-9A833F0D0D80}" presName="composite" presStyleCnt="0"/>
      <dgm:spPr/>
    </dgm:pt>
    <dgm:pt modelId="{30A3CBB7-0484-422C-BD8D-81380A8A73A5}" type="pres">
      <dgm:prSet presAssocID="{F9FC04E9-3374-47B5-A53D-9A833F0D0D80}" presName="imgShp" presStyleLbl="fgImgPlace1" presStyleIdx="3" presStyleCnt="4"/>
      <dgm:spPr/>
    </dgm:pt>
    <dgm:pt modelId="{849ED48C-67B4-45F5-85E4-8FD07885FE15}" type="pres">
      <dgm:prSet presAssocID="{F9FC04E9-3374-47B5-A53D-9A833F0D0D80}" presName="txShp" presStyleLbl="node1" presStyleIdx="3" presStyleCnt="4">
        <dgm:presLayoutVars>
          <dgm:bulletEnabled val="1"/>
        </dgm:presLayoutVars>
      </dgm:prSet>
      <dgm:spPr/>
    </dgm:pt>
  </dgm:ptLst>
  <dgm:cxnLst>
    <dgm:cxn modelId="{C2C05D11-6BF2-4053-8721-D0F123ED8240}" srcId="{C2D6249A-56DC-4A7D-B60E-E18D29A418D7}" destId="{341F37C4-AE2D-4185-BED0-BC33FEF04546}" srcOrd="2" destOrd="0" parTransId="{695CE5E1-7C9A-42FC-B8EF-B692E56DD6DF}" sibTransId="{80DA259C-EE0F-47B9-8A01-413293AAC449}"/>
    <dgm:cxn modelId="{FF4D982C-5010-4B2E-AFF8-A8707FAD8A59}" type="presOf" srcId="{235A4F47-3985-488A-B100-69835317750C}" destId="{4DA342DC-753E-4FA4-AE2C-513424B3418D}" srcOrd="0" destOrd="0" presId="urn:microsoft.com/office/officeart/2005/8/layout/vList3"/>
    <dgm:cxn modelId="{734FCA3D-3ECD-4A7E-9EB5-17E46E129D36}" srcId="{C2D6249A-56DC-4A7D-B60E-E18D29A418D7}" destId="{F9FC04E9-3374-47B5-A53D-9A833F0D0D80}" srcOrd="3" destOrd="0" parTransId="{71C1FF16-9D2C-4306-82F5-0F6904DB06B9}" sibTransId="{BFF205A4-AAF4-4FE0-A4D9-C044CB6E99A7}"/>
    <dgm:cxn modelId="{6BB6716B-EAF1-4717-993C-C31712709EA0}" srcId="{C2D6249A-56DC-4A7D-B60E-E18D29A418D7}" destId="{94E683CB-5877-428C-9EB4-6FDBD0E8AF1D}" srcOrd="1" destOrd="0" parTransId="{B466EE50-267F-4E09-B036-F054FAB9324F}" sibTransId="{1F336024-B807-4BCE-87EC-C5EBE7349312}"/>
    <dgm:cxn modelId="{82BC5070-2E3D-4FC0-AC5B-0B82A4A8AFE5}" type="presOf" srcId="{94E683CB-5877-428C-9EB4-6FDBD0E8AF1D}" destId="{7A660407-5907-4747-B11C-21BF693AA0D0}" srcOrd="0" destOrd="0" presId="urn:microsoft.com/office/officeart/2005/8/layout/vList3"/>
    <dgm:cxn modelId="{5A75E2B4-9612-4DD0-AFE8-FFE192843381}" type="presOf" srcId="{C2D6249A-56DC-4A7D-B60E-E18D29A418D7}" destId="{F7C8ED88-CAAE-4D57-A161-B23291D0AD38}" srcOrd="0" destOrd="0" presId="urn:microsoft.com/office/officeart/2005/8/layout/vList3"/>
    <dgm:cxn modelId="{F2C946CB-0B75-46D6-AE53-6779B5CBCC9F}" type="presOf" srcId="{341F37C4-AE2D-4185-BED0-BC33FEF04546}" destId="{6F932DD4-B354-4F71-9B12-DF0258CFE66F}" srcOrd="0" destOrd="0" presId="urn:microsoft.com/office/officeart/2005/8/layout/vList3"/>
    <dgm:cxn modelId="{13B2B4CE-0E6F-4DCE-9054-6AD0C9AE2546}" type="presOf" srcId="{F9FC04E9-3374-47B5-A53D-9A833F0D0D80}" destId="{849ED48C-67B4-45F5-85E4-8FD07885FE15}" srcOrd="0" destOrd="0" presId="urn:microsoft.com/office/officeart/2005/8/layout/vList3"/>
    <dgm:cxn modelId="{B69758DF-1710-43B1-8572-AEC7BF58B601}" srcId="{C2D6249A-56DC-4A7D-B60E-E18D29A418D7}" destId="{235A4F47-3985-488A-B100-69835317750C}" srcOrd="0" destOrd="0" parTransId="{9BD3466E-58CA-42A6-A0A0-BCB9870A8485}" sibTransId="{135E1575-D4ED-4C5A-8519-B7313336F994}"/>
    <dgm:cxn modelId="{1E5A2515-756B-4487-9ED2-CAD0959C3186}" type="presParOf" srcId="{F7C8ED88-CAAE-4D57-A161-B23291D0AD38}" destId="{E3BF6EE6-9C8A-41C0-B30F-8B91FA8C7002}" srcOrd="0" destOrd="0" presId="urn:microsoft.com/office/officeart/2005/8/layout/vList3"/>
    <dgm:cxn modelId="{927AA27F-951E-4F7E-990D-A38B9F56BD4D}" type="presParOf" srcId="{E3BF6EE6-9C8A-41C0-B30F-8B91FA8C7002}" destId="{5B86AD65-4913-44D9-81BA-4F2061B10158}" srcOrd="0" destOrd="0" presId="urn:microsoft.com/office/officeart/2005/8/layout/vList3"/>
    <dgm:cxn modelId="{DC4A39D8-2368-4CBE-90DE-2323C9F95DA4}" type="presParOf" srcId="{E3BF6EE6-9C8A-41C0-B30F-8B91FA8C7002}" destId="{4DA342DC-753E-4FA4-AE2C-513424B3418D}" srcOrd="1" destOrd="0" presId="urn:microsoft.com/office/officeart/2005/8/layout/vList3"/>
    <dgm:cxn modelId="{5B2FA90F-559F-4DBE-8F9C-1A65C712D8A4}" type="presParOf" srcId="{F7C8ED88-CAAE-4D57-A161-B23291D0AD38}" destId="{1186BFAA-68D6-432D-90B5-03F790410667}" srcOrd="1" destOrd="0" presId="urn:microsoft.com/office/officeart/2005/8/layout/vList3"/>
    <dgm:cxn modelId="{8741648B-C43E-4F71-B542-06022669899E}" type="presParOf" srcId="{F7C8ED88-CAAE-4D57-A161-B23291D0AD38}" destId="{87F8F801-B997-4046-8585-DC7C8E4BE28A}" srcOrd="2" destOrd="0" presId="urn:microsoft.com/office/officeart/2005/8/layout/vList3"/>
    <dgm:cxn modelId="{3316BEA3-142C-4152-9707-FF51DE76345B}" type="presParOf" srcId="{87F8F801-B997-4046-8585-DC7C8E4BE28A}" destId="{6206D9BB-DAEC-43DA-8932-5D0D667BC251}" srcOrd="0" destOrd="0" presId="urn:microsoft.com/office/officeart/2005/8/layout/vList3"/>
    <dgm:cxn modelId="{5131DA0E-600B-4D61-BBD3-46546276FB49}" type="presParOf" srcId="{87F8F801-B997-4046-8585-DC7C8E4BE28A}" destId="{7A660407-5907-4747-B11C-21BF693AA0D0}" srcOrd="1" destOrd="0" presId="urn:microsoft.com/office/officeart/2005/8/layout/vList3"/>
    <dgm:cxn modelId="{F64C8FF2-396F-48B4-8FE3-0219E1CF059A}" type="presParOf" srcId="{F7C8ED88-CAAE-4D57-A161-B23291D0AD38}" destId="{EF1125FA-EB62-45CF-BE7E-A90454DD17BD}" srcOrd="3" destOrd="0" presId="urn:microsoft.com/office/officeart/2005/8/layout/vList3"/>
    <dgm:cxn modelId="{8049AACA-45BD-4624-9F8C-0E7322F2BAFB}" type="presParOf" srcId="{F7C8ED88-CAAE-4D57-A161-B23291D0AD38}" destId="{AE13020C-5BC4-4503-B48E-15E4B8B0A7F6}" srcOrd="4" destOrd="0" presId="urn:microsoft.com/office/officeart/2005/8/layout/vList3"/>
    <dgm:cxn modelId="{09A0445F-E8B7-4285-AE45-53D41672D7F2}" type="presParOf" srcId="{AE13020C-5BC4-4503-B48E-15E4B8B0A7F6}" destId="{6E952EB9-E759-4C37-AE75-9294588147DE}" srcOrd="0" destOrd="0" presId="urn:microsoft.com/office/officeart/2005/8/layout/vList3"/>
    <dgm:cxn modelId="{434B07D1-9CF0-4432-95DF-A99AC2ADD428}" type="presParOf" srcId="{AE13020C-5BC4-4503-B48E-15E4B8B0A7F6}" destId="{6F932DD4-B354-4F71-9B12-DF0258CFE66F}" srcOrd="1" destOrd="0" presId="urn:microsoft.com/office/officeart/2005/8/layout/vList3"/>
    <dgm:cxn modelId="{6F314944-0456-491D-A047-210425B01FBD}" type="presParOf" srcId="{F7C8ED88-CAAE-4D57-A161-B23291D0AD38}" destId="{B5133987-92E1-4427-B845-A895538C44D7}" srcOrd="5" destOrd="0" presId="urn:microsoft.com/office/officeart/2005/8/layout/vList3"/>
    <dgm:cxn modelId="{EAA697ED-7451-4FFE-BE06-1D506DC74FF9}" type="presParOf" srcId="{F7C8ED88-CAAE-4D57-A161-B23291D0AD38}" destId="{A956A0FF-3CF3-47C2-BF9D-2EC15BD49103}" srcOrd="6" destOrd="0" presId="urn:microsoft.com/office/officeart/2005/8/layout/vList3"/>
    <dgm:cxn modelId="{0FC76D2D-9617-47FE-9FAF-410160EF859A}" type="presParOf" srcId="{A956A0FF-3CF3-47C2-BF9D-2EC15BD49103}" destId="{30A3CBB7-0484-422C-BD8D-81380A8A73A5}" srcOrd="0" destOrd="0" presId="urn:microsoft.com/office/officeart/2005/8/layout/vList3"/>
    <dgm:cxn modelId="{385489BA-BF83-4667-8201-B95A1B0BB0A5}" type="presParOf" srcId="{A956A0FF-3CF3-47C2-BF9D-2EC15BD49103}" destId="{849ED48C-67B4-45F5-85E4-8FD07885FE1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70B8E98-5BCC-4B1F-850D-C25FAEB3EF85}" type="doc">
      <dgm:prSet loTypeId="urn:microsoft.com/office/officeart/2005/8/layout/vList3" loCatId="list" qsTypeId="urn:microsoft.com/office/officeart/2005/8/quickstyle/simple1" qsCatId="simple" csTypeId="urn:microsoft.com/office/officeart/2005/8/colors/colorful3" csCatId="colorful"/>
      <dgm:spPr/>
      <dgm:t>
        <a:bodyPr/>
        <a:lstStyle/>
        <a:p>
          <a:endParaRPr lang="uk-UA"/>
        </a:p>
      </dgm:t>
    </dgm:pt>
    <dgm:pt modelId="{9A1B8339-CD8D-454C-91DF-F0500EF4AE90}">
      <dgm:prSet/>
      <dgm:spPr/>
      <dgm:t>
        <a:bodyPr/>
        <a:lstStyle/>
        <a:p>
          <a:r>
            <a:rPr lang="uk-UA" b="0" i="0" dirty="0"/>
            <a:t>підбурював селян до повстання.</a:t>
          </a:r>
          <a:endParaRPr lang="uk-UA" dirty="0"/>
        </a:p>
      </dgm:t>
    </dgm:pt>
    <dgm:pt modelId="{134FC981-684F-4088-9BB4-1F76D5409BF2}" type="parTrans" cxnId="{6F54EBCA-7DA9-4209-8E6F-614A53ED52DC}">
      <dgm:prSet/>
      <dgm:spPr/>
      <dgm:t>
        <a:bodyPr/>
        <a:lstStyle/>
        <a:p>
          <a:endParaRPr lang="uk-UA"/>
        </a:p>
      </dgm:t>
    </dgm:pt>
    <dgm:pt modelId="{D2E30B4B-098F-49BA-B5E0-3910E115C485}" type="sibTrans" cxnId="{6F54EBCA-7DA9-4209-8E6F-614A53ED52DC}">
      <dgm:prSet/>
      <dgm:spPr/>
      <dgm:t>
        <a:bodyPr/>
        <a:lstStyle/>
        <a:p>
          <a:endParaRPr lang="uk-UA"/>
        </a:p>
      </dgm:t>
    </dgm:pt>
    <dgm:pt modelId="{8C68388B-269C-42EE-95AE-D53D045E52C2}">
      <dgm:prSet/>
      <dgm:spPr/>
      <dgm:t>
        <a:bodyPr/>
        <a:lstStyle/>
        <a:p>
          <a:r>
            <a:rPr lang="uk-UA" b="0" i="0"/>
            <a:t>висловлював москвофільські погляди.</a:t>
          </a:r>
          <a:endParaRPr lang="uk-UA"/>
        </a:p>
      </dgm:t>
    </dgm:pt>
    <dgm:pt modelId="{ABCC8DD2-722C-481C-AB9A-0715775644AB}" type="parTrans" cxnId="{6C4F539D-8D18-4DF0-9B56-EAD74EAE100A}">
      <dgm:prSet/>
      <dgm:spPr/>
      <dgm:t>
        <a:bodyPr/>
        <a:lstStyle/>
        <a:p>
          <a:endParaRPr lang="uk-UA"/>
        </a:p>
      </dgm:t>
    </dgm:pt>
    <dgm:pt modelId="{A163A093-30B3-4D46-A693-A21CAB6D4A01}" type="sibTrans" cxnId="{6C4F539D-8D18-4DF0-9B56-EAD74EAE100A}">
      <dgm:prSet/>
      <dgm:spPr/>
      <dgm:t>
        <a:bodyPr/>
        <a:lstStyle/>
        <a:p>
          <a:endParaRPr lang="uk-UA"/>
        </a:p>
      </dgm:t>
    </dgm:pt>
    <dgm:pt modelId="{1D121B8C-EF03-44A4-AB40-C5C0CDB03C6F}">
      <dgm:prSet/>
      <dgm:spPr/>
      <dgm:t>
        <a:bodyPr/>
        <a:lstStyle/>
        <a:p>
          <a:r>
            <a:rPr lang="uk-UA" b="0" i="0"/>
            <a:t>належав до Русько-української радикальної партії.</a:t>
          </a:r>
          <a:endParaRPr lang="uk-UA"/>
        </a:p>
      </dgm:t>
    </dgm:pt>
    <dgm:pt modelId="{8F3CBF61-328A-4701-A368-0C6A95D98B24}" type="parTrans" cxnId="{6C1D6CCA-8806-4BA9-B173-B0A8525F9041}">
      <dgm:prSet/>
      <dgm:spPr/>
      <dgm:t>
        <a:bodyPr/>
        <a:lstStyle/>
        <a:p>
          <a:endParaRPr lang="uk-UA"/>
        </a:p>
      </dgm:t>
    </dgm:pt>
    <dgm:pt modelId="{445B25F8-16E2-4EE5-8D5B-12FE77386BE0}" type="sibTrans" cxnId="{6C1D6CCA-8806-4BA9-B173-B0A8525F9041}">
      <dgm:prSet/>
      <dgm:spPr/>
      <dgm:t>
        <a:bodyPr/>
        <a:lstStyle/>
        <a:p>
          <a:endParaRPr lang="uk-UA"/>
        </a:p>
      </dgm:t>
    </dgm:pt>
    <dgm:pt modelId="{611937FF-07A1-4A7E-9A55-8C91FD21B186}">
      <dgm:prSet/>
      <dgm:spPr/>
      <dgm:t>
        <a:bodyPr/>
        <a:lstStyle/>
        <a:p>
          <a:r>
            <a:rPr lang="uk-UA" b="0" i="0" dirty="0"/>
            <a:t>був членом «Руської трійці»</a:t>
          </a:r>
          <a:endParaRPr lang="uk-UA" dirty="0"/>
        </a:p>
      </dgm:t>
    </dgm:pt>
    <dgm:pt modelId="{87876CD4-554D-4752-9A1B-998AFEE4DA6E}" type="parTrans" cxnId="{D25DBC7F-2703-40F0-94BB-7F82347B850B}">
      <dgm:prSet/>
      <dgm:spPr/>
      <dgm:t>
        <a:bodyPr/>
        <a:lstStyle/>
        <a:p>
          <a:endParaRPr lang="uk-UA"/>
        </a:p>
      </dgm:t>
    </dgm:pt>
    <dgm:pt modelId="{4FA69236-D647-489F-91DD-DC1B144BF511}" type="sibTrans" cxnId="{D25DBC7F-2703-40F0-94BB-7F82347B850B}">
      <dgm:prSet/>
      <dgm:spPr/>
      <dgm:t>
        <a:bodyPr/>
        <a:lstStyle/>
        <a:p>
          <a:endParaRPr lang="uk-UA"/>
        </a:p>
      </dgm:t>
    </dgm:pt>
    <dgm:pt modelId="{431F690B-8032-4B79-90A7-1B33C6D85DCF}" type="pres">
      <dgm:prSet presAssocID="{A70B8E98-5BCC-4B1F-850D-C25FAEB3EF85}" presName="linearFlow" presStyleCnt="0">
        <dgm:presLayoutVars>
          <dgm:dir/>
          <dgm:resizeHandles val="exact"/>
        </dgm:presLayoutVars>
      </dgm:prSet>
      <dgm:spPr/>
    </dgm:pt>
    <dgm:pt modelId="{D7DF9C22-DE7D-4F59-9E37-4216F6061674}" type="pres">
      <dgm:prSet presAssocID="{9A1B8339-CD8D-454C-91DF-F0500EF4AE90}" presName="composite" presStyleCnt="0"/>
      <dgm:spPr/>
    </dgm:pt>
    <dgm:pt modelId="{07BECDC0-B9C3-4855-BAEE-2DC68B4B79E0}" type="pres">
      <dgm:prSet presAssocID="{9A1B8339-CD8D-454C-91DF-F0500EF4AE90}" presName="imgShp" presStyleLbl="fgImgPlace1" presStyleIdx="0" presStyleCnt="4"/>
      <dgm:spPr/>
    </dgm:pt>
    <dgm:pt modelId="{795937F6-89BB-40FF-B5D7-B7FE28C62A69}" type="pres">
      <dgm:prSet presAssocID="{9A1B8339-CD8D-454C-91DF-F0500EF4AE90}" presName="txShp" presStyleLbl="node1" presStyleIdx="0" presStyleCnt="4">
        <dgm:presLayoutVars>
          <dgm:bulletEnabled val="1"/>
        </dgm:presLayoutVars>
      </dgm:prSet>
      <dgm:spPr/>
    </dgm:pt>
    <dgm:pt modelId="{F45A29E0-EE5C-4B7C-8F75-43FF70A79136}" type="pres">
      <dgm:prSet presAssocID="{D2E30B4B-098F-49BA-B5E0-3910E115C485}" presName="spacing" presStyleCnt="0"/>
      <dgm:spPr/>
    </dgm:pt>
    <dgm:pt modelId="{A9CB6EA1-48B8-4B43-8621-FF124B49231F}" type="pres">
      <dgm:prSet presAssocID="{8C68388B-269C-42EE-95AE-D53D045E52C2}" presName="composite" presStyleCnt="0"/>
      <dgm:spPr/>
    </dgm:pt>
    <dgm:pt modelId="{5E832A3E-EE9F-4202-963A-FEB0F4F4B913}" type="pres">
      <dgm:prSet presAssocID="{8C68388B-269C-42EE-95AE-D53D045E52C2}" presName="imgShp" presStyleLbl="fgImgPlace1" presStyleIdx="1" presStyleCnt="4"/>
      <dgm:spPr/>
    </dgm:pt>
    <dgm:pt modelId="{E2899157-C39B-4B09-A3DF-ED916369A5E9}" type="pres">
      <dgm:prSet presAssocID="{8C68388B-269C-42EE-95AE-D53D045E52C2}" presName="txShp" presStyleLbl="node1" presStyleIdx="1" presStyleCnt="4">
        <dgm:presLayoutVars>
          <dgm:bulletEnabled val="1"/>
        </dgm:presLayoutVars>
      </dgm:prSet>
      <dgm:spPr/>
    </dgm:pt>
    <dgm:pt modelId="{9DD5B9B7-688D-4B36-99C5-7D6C5C6D4E15}" type="pres">
      <dgm:prSet presAssocID="{A163A093-30B3-4D46-A693-A21CAB6D4A01}" presName="spacing" presStyleCnt="0"/>
      <dgm:spPr/>
    </dgm:pt>
    <dgm:pt modelId="{1E62AF6E-0A69-4295-AB6D-33B1656357E9}" type="pres">
      <dgm:prSet presAssocID="{1D121B8C-EF03-44A4-AB40-C5C0CDB03C6F}" presName="composite" presStyleCnt="0"/>
      <dgm:spPr/>
    </dgm:pt>
    <dgm:pt modelId="{47224C50-BB19-4BA0-9F22-15432E0A3298}" type="pres">
      <dgm:prSet presAssocID="{1D121B8C-EF03-44A4-AB40-C5C0CDB03C6F}" presName="imgShp" presStyleLbl="fgImgPlace1" presStyleIdx="2" presStyleCnt="4"/>
      <dgm:spPr/>
    </dgm:pt>
    <dgm:pt modelId="{196A262A-AC6E-4468-8103-02584E8122D7}" type="pres">
      <dgm:prSet presAssocID="{1D121B8C-EF03-44A4-AB40-C5C0CDB03C6F}" presName="txShp" presStyleLbl="node1" presStyleIdx="2" presStyleCnt="4">
        <dgm:presLayoutVars>
          <dgm:bulletEnabled val="1"/>
        </dgm:presLayoutVars>
      </dgm:prSet>
      <dgm:spPr/>
    </dgm:pt>
    <dgm:pt modelId="{5BB0D632-F513-4BAB-A208-9FD210F23262}" type="pres">
      <dgm:prSet presAssocID="{445B25F8-16E2-4EE5-8D5B-12FE77386BE0}" presName="spacing" presStyleCnt="0"/>
      <dgm:spPr/>
    </dgm:pt>
    <dgm:pt modelId="{D4CFD012-C725-4546-B1A0-350D860D9ACA}" type="pres">
      <dgm:prSet presAssocID="{611937FF-07A1-4A7E-9A55-8C91FD21B186}" presName="composite" presStyleCnt="0"/>
      <dgm:spPr/>
    </dgm:pt>
    <dgm:pt modelId="{E714D2AE-C065-40E1-AE1E-DBD55E9E45DB}" type="pres">
      <dgm:prSet presAssocID="{611937FF-07A1-4A7E-9A55-8C91FD21B186}" presName="imgShp" presStyleLbl="fgImgPlace1" presStyleIdx="3" presStyleCnt="4"/>
      <dgm:spPr/>
    </dgm:pt>
    <dgm:pt modelId="{A2C13093-1984-47AE-A9FC-9F8358C4C46F}" type="pres">
      <dgm:prSet presAssocID="{611937FF-07A1-4A7E-9A55-8C91FD21B186}" presName="txShp" presStyleLbl="node1" presStyleIdx="3" presStyleCnt="4">
        <dgm:presLayoutVars>
          <dgm:bulletEnabled val="1"/>
        </dgm:presLayoutVars>
      </dgm:prSet>
      <dgm:spPr/>
    </dgm:pt>
  </dgm:ptLst>
  <dgm:cxnLst>
    <dgm:cxn modelId="{ABA2CA7E-22C0-42F9-AB00-460CA1462026}" type="presOf" srcId="{A70B8E98-5BCC-4B1F-850D-C25FAEB3EF85}" destId="{431F690B-8032-4B79-90A7-1B33C6D85DCF}" srcOrd="0" destOrd="0" presId="urn:microsoft.com/office/officeart/2005/8/layout/vList3"/>
    <dgm:cxn modelId="{D25DBC7F-2703-40F0-94BB-7F82347B850B}" srcId="{A70B8E98-5BCC-4B1F-850D-C25FAEB3EF85}" destId="{611937FF-07A1-4A7E-9A55-8C91FD21B186}" srcOrd="3" destOrd="0" parTransId="{87876CD4-554D-4752-9A1B-998AFEE4DA6E}" sibTransId="{4FA69236-D647-489F-91DD-DC1B144BF511}"/>
    <dgm:cxn modelId="{938CA69C-DC3D-4008-8255-B14B5E3D47C6}" type="presOf" srcId="{611937FF-07A1-4A7E-9A55-8C91FD21B186}" destId="{A2C13093-1984-47AE-A9FC-9F8358C4C46F}" srcOrd="0" destOrd="0" presId="urn:microsoft.com/office/officeart/2005/8/layout/vList3"/>
    <dgm:cxn modelId="{6C4F539D-8D18-4DF0-9B56-EAD74EAE100A}" srcId="{A70B8E98-5BCC-4B1F-850D-C25FAEB3EF85}" destId="{8C68388B-269C-42EE-95AE-D53D045E52C2}" srcOrd="1" destOrd="0" parTransId="{ABCC8DD2-722C-481C-AB9A-0715775644AB}" sibTransId="{A163A093-30B3-4D46-A693-A21CAB6D4A01}"/>
    <dgm:cxn modelId="{6C1D6CCA-8806-4BA9-B173-B0A8525F9041}" srcId="{A70B8E98-5BCC-4B1F-850D-C25FAEB3EF85}" destId="{1D121B8C-EF03-44A4-AB40-C5C0CDB03C6F}" srcOrd="2" destOrd="0" parTransId="{8F3CBF61-328A-4701-A368-0C6A95D98B24}" sibTransId="{445B25F8-16E2-4EE5-8D5B-12FE77386BE0}"/>
    <dgm:cxn modelId="{6F54EBCA-7DA9-4209-8E6F-614A53ED52DC}" srcId="{A70B8E98-5BCC-4B1F-850D-C25FAEB3EF85}" destId="{9A1B8339-CD8D-454C-91DF-F0500EF4AE90}" srcOrd="0" destOrd="0" parTransId="{134FC981-684F-4088-9BB4-1F76D5409BF2}" sibTransId="{D2E30B4B-098F-49BA-B5E0-3910E115C485}"/>
    <dgm:cxn modelId="{72FDA1CB-1335-4BB0-B5B5-805A2D7E307F}" type="presOf" srcId="{8C68388B-269C-42EE-95AE-D53D045E52C2}" destId="{E2899157-C39B-4B09-A3DF-ED916369A5E9}" srcOrd="0" destOrd="0" presId="urn:microsoft.com/office/officeart/2005/8/layout/vList3"/>
    <dgm:cxn modelId="{401749D5-96AF-4EB3-9E8C-20E90C6C5336}" type="presOf" srcId="{9A1B8339-CD8D-454C-91DF-F0500EF4AE90}" destId="{795937F6-89BB-40FF-B5D7-B7FE28C62A69}" srcOrd="0" destOrd="0" presId="urn:microsoft.com/office/officeart/2005/8/layout/vList3"/>
    <dgm:cxn modelId="{FD6E18F0-7B8B-4BC4-B118-D371A7C6B68B}" type="presOf" srcId="{1D121B8C-EF03-44A4-AB40-C5C0CDB03C6F}" destId="{196A262A-AC6E-4468-8103-02584E8122D7}" srcOrd="0" destOrd="0" presId="urn:microsoft.com/office/officeart/2005/8/layout/vList3"/>
    <dgm:cxn modelId="{45813114-713B-4F51-9E37-009C5388838E}" type="presParOf" srcId="{431F690B-8032-4B79-90A7-1B33C6D85DCF}" destId="{D7DF9C22-DE7D-4F59-9E37-4216F6061674}" srcOrd="0" destOrd="0" presId="urn:microsoft.com/office/officeart/2005/8/layout/vList3"/>
    <dgm:cxn modelId="{D0717D77-F92A-4203-A3A7-9D1CA83A5130}" type="presParOf" srcId="{D7DF9C22-DE7D-4F59-9E37-4216F6061674}" destId="{07BECDC0-B9C3-4855-BAEE-2DC68B4B79E0}" srcOrd="0" destOrd="0" presId="urn:microsoft.com/office/officeart/2005/8/layout/vList3"/>
    <dgm:cxn modelId="{837C0B62-0092-4A08-BE94-64428447461C}" type="presParOf" srcId="{D7DF9C22-DE7D-4F59-9E37-4216F6061674}" destId="{795937F6-89BB-40FF-B5D7-B7FE28C62A69}" srcOrd="1" destOrd="0" presId="urn:microsoft.com/office/officeart/2005/8/layout/vList3"/>
    <dgm:cxn modelId="{2B7C34F0-3242-455F-9A2E-D54311A89424}" type="presParOf" srcId="{431F690B-8032-4B79-90A7-1B33C6D85DCF}" destId="{F45A29E0-EE5C-4B7C-8F75-43FF70A79136}" srcOrd="1" destOrd="0" presId="urn:microsoft.com/office/officeart/2005/8/layout/vList3"/>
    <dgm:cxn modelId="{E6139CD6-3D35-45B9-86EB-A9ACE9E31369}" type="presParOf" srcId="{431F690B-8032-4B79-90A7-1B33C6D85DCF}" destId="{A9CB6EA1-48B8-4B43-8621-FF124B49231F}" srcOrd="2" destOrd="0" presId="urn:microsoft.com/office/officeart/2005/8/layout/vList3"/>
    <dgm:cxn modelId="{0C8353E5-AE64-4985-B3C8-CE160DA376F9}" type="presParOf" srcId="{A9CB6EA1-48B8-4B43-8621-FF124B49231F}" destId="{5E832A3E-EE9F-4202-963A-FEB0F4F4B913}" srcOrd="0" destOrd="0" presId="urn:microsoft.com/office/officeart/2005/8/layout/vList3"/>
    <dgm:cxn modelId="{50E0D88B-1D9D-4B51-91AF-3CCC7015D949}" type="presParOf" srcId="{A9CB6EA1-48B8-4B43-8621-FF124B49231F}" destId="{E2899157-C39B-4B09-A3DF-ED916369A5E9}" srcOrd="1" destOrd="0" presId="urn:microsoft.com/office/officeart/2005/8/layout/vList3"/>
    <dgm:cxn modelId="{9D3A07E2-4648-4F9A-85AF-6808A7885191}" type="presParOf" srcId="{431F690B-8032-4B79-90A7-1B33C6D85DCF}" destId="{9DD5B9B7-688D-4B36-99C5-7D6C5C6D4E15}" srcOrd="3" destOrd="0" presId="urn:microsoft.com/office/officeart/2005/8/layout/vList3"/>
    <dgm:cxn modelId="{F725A573-449D-4CDB-92FB-1209C20AB2DF}" type="presParOf" srcId="{431F690B-8032-4B79-90A7-1B33C6D85DCF}" destId="{1E62AF6E-0A69-4295-AB6D-33B1656357E9}" srcOrd="4" destOrd="0" presId="urn:microsoft.com/office/officeart/2005/8/layout/vList3"/>
    <dgm:cxn modelId="{66BED19E-7E7A-4A78-824C-3F77B6F118BE}" type="presParOf" srcId="{1E62AF6E-0A69-4295-AB6D-33B1656357E9}" destId="{47224C50-BB19-4BA0-9F22-15432E0A3298}" srcOrd="0" destOrd="0" presId="urn:microsoft.com/office/officeart/2005/8/layout/vList3"/>
    <dgm:cxn modelId="{E2859506-E7F6-416D-8A52-F58E5E372784}" type="presParOf" srcId="{1E62AF6E-0A69-4295-AB6D-33B1656357E9}" destId="{196A262A-AC6E-4468-8103-02584E8122D7}" srcOrd="1" destOrd="0" presId="urn:microsoft.com/office/officeart/2005/8/layout/vList3"/>
    <dgm:cxn modelId="{78544AB1-BAD6-4DDD-86B0-8DE00DCD41D3}" type="presParOf" srcId="{431F690B-8032-4B79-90A7-1B33C6D85DCF}" destId="{5BB0D632-F513-4BAB-A208-9FD210F23262}" srcOrd="5" destOrd="0" presId="urn:microsoft.com/office/officeart/2005/8/layout/vList3"/>
    <dgm:cxn modelId="{5976FEE2-DDE6-4D15-B371-F30F430853C2}" type="presParOf" srcId="{431F690B-8032-4B79-90A7-1B33C6D85DCF}" destId="{D4CFD012-C725-4546-B1A0-350D860D9ACA}" srcOrd="6" destOrd="0" presId="urn:microsoft.com/office/officeart/2005/8/layout/vList3"/>
    <dgm:cxn modelId="{D34B3E5A-2B50-4363-95C0-C949D04CAA82}" type="presParOf" srcId="{D4CFD012-C725-4546-B1A0-350D860D9ACA}" destId="{E714D2AE-C065-40E1-AE1E-DBD55E9E45DB}" srcOrd="0" destOrd="0" presId="urn:microsoft.com/office/officeart/2005/8/layout/vList3"/>
    <dgm:cxn modelId="{FCBC1B01-BABD-44F3-BF5E-9C7A9C34D82F}" type="presParOf" srcId="{D4CFD012-C725-4546-B1A0-350D860D9ACA}" destId="{A2C13093-1984-47AE-A9FC-9F8358C4C46F}"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4FCD011-7432-4015-8A1D-6456905D839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D53F9FD-EFAE-4CFE-886F-92791A53100E}">
      <dgm:prSet/>
      <dgm:spPr/>
      <dgm:t>
        <a:bodyPr/>
        <a:lstStyle/>
        <a:p>
          <a:r>
            <a:rPr lang="ru-RU" b="0" i="0"/>
            <a:t>Південного товариства декабристів.</a:t>
          </a:r>
          <a:endParaRPr lang="uk-UA"/>
        </a:p>
      </dgm:t>
    </dgm:pt>
    <dgm:pt modelId="{0E644E90-685F-42E6-AC63-C076E2507166}" type="parTrans" cxnId="{C0743255-77BD-4236-8C19-CA42B15F4C83}">
      <dgm:prSet/>
      <dgm:spPr/>
      <dgm:t>
        <a:bodyPr/>
        <a:lstStyle/>
        <a:p>
          <a:endParaRPr lang="uk-UA"/>
        </a:p>
      </dgm:t>
    </dgm:pt>
    <dgm:pt modelId="{D6F47B07-E324-4A05-9A94-29BB04E1F846}" type="sibTrans" cxnId="{C0743255-77BD-4236-8C19-CA42B15F4C83}">
      <dgm:prSet/>
      <dgm:spPr/>
      <dgm:t>
        <a:bodyPr/>
        <a:lstStyle/>
        <a:p>
          <a:endParaRPr lang="uk-UA"/>
        </a:p>
      </dgm:t>
    </dgm:pt>
    <dgm:pt modelId="{B60C8F03-9ADB-45BB-8490-B846EE21E444}">
      <dgm:prSet/>
      <dgm:spPr/>
      <dgm:t>
        <a:bodyPr/>
        <a:lstStyle/>
        <a:p>
          <a:r>
            <a:rPr lang="ru-RU" b="0" i="0" dirty="0" err="1"/>
            <a:t>Кирило-Мефодіївського</a:t>
          </a:r>
          <a:r>
            <a:rPr lang="ru-RU" b="0" i="0" dirty="0"/>
            <a:t> братства.</a:t>
          </a:r>
          <a:endParaRPr lang="uk-UA" dirty="0"/>
        </a:p>
      </dgm:t>
    </dgm:pt>
    <dgm:pt modelId="{4E1A83AC-8B62-4B36-ADC7-BB840F675FEB}" type="parTrans" cxnId="{CDB632A2-BE08-4354-9DD1-D7C356CD4749}">
      <dgm:prSet/>
      <dgm:spPr/>
      <dgm:t>
        <a:bodyPr/>
        <a:lstStyle/>
        <a:p>
          <a:endParaRPr lang="uk-UA"/>
        </a:p>
      </dgm:t>
    </dgm:pt>
    <dgm:pt modelId="{93B0DEA1-0A51-4761-A8CF-A29499A263E6}" type="sibTrans" cxnId="{CDB632A2-BE08-4354-9DD1-D7C356CD4749}">
      <dgm:prSet/>
      <dgm:spPr/>
      <dgm:t>
        <a:bodyPr/>
        <a:lstStyle/>
        <a:p>
          <a:endParaRPr lang="uk-UA"/>
        </a:p>
      </dgm:t>
    </dgm:pt>
    <dgm:pt modelId="{AEDF4855-5E24-422C-8581-6800BF49DFB7}">
      <dgm:prSet/>
      <dgm:spPr/>
      <dgm:t>
        <a:bodyPr/>
        <a:lstStyle/>
        <a:p>
          <a:r>
            <a:rPr lang="ru-RU" b="0" i="0"/>
            <a:t>Головної руської ради.</a:t>
          </a:r>
          <a:endParaRPr lang="uk-UA"/>
        </a:p>
      </dgm:t>
    </dgm:pt>
    <dgm:pt modelId="{10D47FF0-945D-4CD9-A624-299B70AF92B4}" type="parTrans" cxnId="{7307E852-C4BE-4440-BCB8-D9E99426EF77}">
      <dgm:prSet/>
      <dgm:spPr/>
      <dgm:t>
        <a:bodyPr/>
        <a:lstStyle/>
        <a:p>
          <a:endParaRPr lang="uk-UA"/>
        </a:p>
      </dgm:t>
    </dgm:pt>
    <dgm:pt modelId="{F8A9DBA4-CAB1-4F53-A296-DC4EDECBB8E8}" type="sibTrans" cxnId="{7307E852-C4BE-4440-BCB8-D9E99426EF77}">
      <dgm:prSet/>
      <dgm:spPr/>
      <dgm:t>
        <a:bodyPr/>
        <a:lstStyle/>
        <a:p>
          <a:endParaRPr lang="uk-UA"/>
        </a:p>
      </dgm:t>
    </dgm:pt>
    <dgm:pt modelId="{FA9E0F7B-F41D-4894-B80F-15C83E575C92}">
      <dgm:prSet/>
      <dgm:spPr/>
      <dgm:t>
        <a:bodyPr/>
        <a:lstStyle/>
        <a:p>
          <a:r>
            <a:rPr lang="ru-RU" b="0" i="0" dirty="0"/>
            <a:t>«</a:t>
          </a:r>
          <a:r>
            <a:rPr lang="ru-RU" b="0" i="0" dirty="0" err="1"/>
            <a:t>Руської</a:t>
          </a:r>
          <a:r>
            <a:rPr lang="ru-RU" b="0" i="0" dirty="0"/>
            <a:t> </a:t>
          </a:r>
          <a:r>
            <a:rPr lang="ru-RU" b="0" i="0" dirty="0" err="1"/>
            <a:t>трійці</a:t>
          </a:r>
          <a:r>
            <a:rPr lang="ru-RU" b="0" i="0" dirty="0"/>
            <a:t>».</a:t>
          </a:r>
          <a:endParaRPr lang="uk-UA" dirty="0"/>
        </a:p>
      </dgm:t>
    </dgm:pt>
    <dgm:pt modelId="{EC20F6FD-BA41-4076-82B0-2BF1FFD35DE5}" type="parTrans" cxnId="{B5195A44-8C28-4C89-9061-1AE2D23AB27F}">
      <dgm:prSet/>
      <dgm:spPr/>
      <dgm:t>
        <a:bodyPr/>
        <a:lstStyle/>
        <a:p>
          <a:endParaRPr lang="uk-UA"/>
        </a:p>
      </dgm:t>
    </dgm:pt>
    <dgm:pt modelId="{EA999B4D-790D-46C4-B750-85528B9D4F70}" type="sibTrans" cxnId="{B5195A44-8C28-4C89-9061-1AE2D23AB27F}">
      <dgm:prSet/>
      <dgm:spPr/>
      <dgm:t>
        <a:bodyPr/>
        <a:lstStyle/>
        <a:p>
          <a:endParaRPr lang="uk-UA"/>
        </a:p>
      </dgm:t>
    </dgm:pt>
    <dgm:pt modelId="{8401FC5D-4E01-4112-9E30-3249CD0D370A}" type="pres">
      <dgm:prSet presAssocID="{A4FCD011-7432-4015-8A1D-6456905D8399}" presName="linear" presStyleCnt="0">
        <dgm:presLayoutVars>
          <dgm:animLvl val="lvl"/>
          <dgm:resizeHandles val="exact"/>
        </dgm:presLayoutVars>
      </dgm:prSet>
      <dgm:spPr/>
    </dgm:pt>
    <dgm:pt modelId="{FA1B3D05-9A6C-4780-82A0-3C7BAF19D9D6}" type="pres">
      <dgm:prSet presAssocID="{AD53F9FD-EFAE-4CFE-886F-92791A53100E}" presName="parentText" presStyleLbl="node1" presStyleIdx="0" presStyleCnt="4">
        <dgm:presLayoutVars>
          <dgm:chMax val="0"/>
          <dgm:bulletEnabled val="1"/>
        </dgm:presLayoutVars>
      </dgm:prSet>
      <dgm:spPr/>
    </dgm:pt>
    <dgm:pt modelId="{32656080-82BA-48A8-A53F-6E49140BA8DB}" type="pres">
      <dgm:prSet presAssocID="{D6F47B07-E324-4A05-9A94-29BB04E1F846}" presName="spacer" presStyleCnt="0"/>
      <dgm:spPr/>
    </dgm:pt>
    <dgm:pt modelId="{6B088FBA-512A-4D86-AAD9-17D25A2A80A1}" type="pres">
      <dgm:prSet presAssocID="{B60C8F03-9ADB-45BB-8490-B846EE21E444}" presName="parentText" presStyleLbl="node1" presStyleIdx="1" presStyleCnt="4">
        <dgm:presLayoutVars>
          <dgm:chMax val="0"/>
          <dgm:bulletEnabled val="1"/>
        </dgm:presLayoutVars>
      </dgm:prSet>
      <dgm:spPr/>
    </dgm:pt>
    <dgm:pt modelId="{615A65D8-1E0C-4B51-985B-9619AB34AD7E}" type="pres">
      <dgm:prSet presAssocID="{93B0DEA1-0A51-4761-A8CF-A29499A263E6}" presName="spacer" presStyleCnt="0"/>
      <dgm:spPr/>
    </dgm:pt>
    <dgm:pt modelId="{8E77D639-CC6A-4BAE-B1D0-51C8D982FC0F}" type="pres">
      <dgm:prSet presAssocID="{AEDF4855-5E24-422C-8581-6800BF49DFB7}" presName="parentText" presStyleLbl="node1" presStyleIdx="2" presStyleCnt="4">
        <dgm:presLayoutVars>
          <dgm:chMax val="0"/>
          <dgm:bulletEnabled val="1"/>
        </dgm:presLayoutVars>
      </dgm:prSet>
      <dgm:spPr/>
    </dgm:pt>
    <dgm:pt modelId="{6E37AD9A-3E12-4A76-913B-D5FF3D597F7F}" type="pres">
      <dgm:prSet presAssocID="{F8A9DBA4-CAB1-4F53-A296-DC4EDECBB8E8}" presName="spacer" presStyleCnt="0"/>
      <dgm:spPr/>
    </dgm:pt>
    <dgm:pt modelId="{1F9B1025-5A10-49F8-9744-029306EE8354}" type="pres">
      <dgm:prSet presAssocID="{FA9E0F7B-F41D-4894-B80F-15C83E575C92}" presName="parentText" presStyleLbl="node1" presStyleIdx="3" presStyleCnt="4">
        <dgm:presLayoutVars>
          <dgm:chMax val="0"/>
          <dgm:bulletEnabled val="1"/>
        </dgm:presLayoutVars>
      </dgm:prSet>
      <dgm:spPr/>
    </dgm:pt>
  </dgm:ptLst>
  <dgm:cxnLst>
    <dgm:cxn modelId="{B5195A44-8C28-4C89-9061-1AE2D23AB27F}" srcId="{A4FCD011-7432-4015-8A1D-6456905D8399}" destId="{FA9E0F7B-F41D-4894-B80F-15C83E575C92}" srcOrd="3" destOrd="0" parTransId="{EC20F6FD-BA41-4076-82B0-2BF1FFD35DE5}" sibTransId="{EA999B4D-790D-46C4-B750-85528B9D4F70}"/>
    <dgm:cxn modelId="{17F5D771-5026-4A0D-8473-9D305B3EDBDB}" type="presOf" srcId="{AEDF4855-5E24-422C-8581-6800BF49DFB7}" destId="{8E77D639-CC6A-4BAE-B1D0-51C8D982FC0F}" srcOrd="0" destOrd="0" presId="urn:microsoft.com/office/officeart/2005/8/layout/vList2"/>
    <dgm:cxn modelId="{7307E852-C4BE-4440-BCB8-D9E99426EF77}" srcId="{A4FCD011-7432-4015-8A1D-6456905D8399}" destId="{AEDF4855-5E24-422C-8581-6800BF49DFB7}" srcOrd="2" destOrd="0" parTransId="{10D47FF0-945D-4CD9-A624-299B70AF92B4}" sibTransId="{F8A9DBA4-CAB1-4F53-A296-DC4EDECBB8E8}"/>
    <dgm:cxn modelId="{C0743255-77BD-4236-8C19-CA42B15F4C83}" srcId="{A4FCD011-7432-4015-8A1D-6456905D8399}" destId="{AD53F9FD-EFAE-4CFE-886F-92791A53100E}" srcOrd="0" destOrd="0" parTransId="{0E644E90-685F-42E6-AC63-C076E2507166}" sibTransId="{D6F47B07-E324-4A05-9A94-29BB04E1F846}"/>
    <dgm:cxn modelId="{9704F88F-60B4-4420-A7FC-1F96DCD92FC0}" type="presOf" srcId="{FA9E0F7B-F41D-4894-B80F-15C83E575C92}" destId="{1F9B1025-5A10-49F8-9744-029306EE8354}" srcOrd="0" destOrd="0" presId="urn:microsoft.com/office/officeart/2005/8/layout/vList2"/>
    <dgm:cxn modelId="{CDB632A2-BE08-4354-9DD1-D7C356CD4749}" srcId="{A4FCD011-7432-4015-8A1D-6456905D8399}" destId="{B60C8F03-9ADB-45BB-8490-B846EE21E444}" srcOrd="1" destOrd="0" parTransId="{4E1A83AC-8B62-4B36-ADC7-BB840F675FEB}" sibTransId="{93B0DEA1-0A51-4761-A8CF-A29499A263E6}"/>
    <dgm:cxn modelId="{B55C69AE-A31F-45F1-B774-2C0F32C6D155}" type="presOf" srcId="{B60C8F03-9ADB-45BB-8490-B846EE21E444}" destId="{6B088FBA-512A-4D86-AAD9-17D25A2A80A1}" srcOrd="0" destOrd="0" presId="urn:microsoft.com/office/officeart/2005/8/layout/vList2"/>
    <dgm:cxn modelId="{5538A0C1-C810-4FC7-A3DB-FEC507DEA121}" type="presOf" srcId="{AD53F9FD-EFAE-4CFE-886F-92791A53100E}" destId="{FA1B3D05-9A6C-4780-82A0-3C7BAF19D9D6}" srcOrd="0" destOrd="0" presId="urn:microsoft.com/office/officeart/2005/8/layout/vList2"/>
    <dgm:cxn modelId="{659564F5-2D31-40AF-9AEB-266D826F5E35}" type="presOf" srcId="{A4FCD011-7432-4015-8A1D-6456905D8399}" destId="{8401FC5D-4E01-4112-9E30-3249CD0D370A}" srcOrd="0" destOrd="0" presId="urn:microsoft.com/office/officeart/2005/8/layout/vList2"/>
    <dgm:cxn modelId="{07D59F18-D681-49D1-8A1E-1628B1A51426}" type="presParOf" srcId="{8401FC5D-4E01-4112-9E30-3249CD0D370A}" destId="{FA1B3D05-9A6C-4780-82A0-3C7BAF19D9D6}" srcOrd="0" destOrd="0" presId="urn:microsoft.com/office/officeart/2005/8/layout/vList2"/>
    <dgm:cxn modelId="{27E28031-4429-4624-B41C-66BCDD8FFBF6}" type="presParOf" srcId="{8401FC5D-4E01-4112-9E30-3249CD0D370A}" destId="{32656080-82BA-48A8-A53F-6E49140BA8DB}" srcOrd="1" destOrd="0" presId="urn:microsoft.com/office/officeart/2005/8/layout/vList2"/>
    <dgm:cxn modelId="{E0AD204A-90D6-499C-A5C0-BADE17585A59}" type="presParOf" srcId="{8401FC5D-4E01-4112-9E30-3249CD0D370A}" destId="{6B088FBA-512A-4D86-AAD9-17D25A2A80A1}" srcOrd="2" destOrd="0" presId="urn:microsoft.com/office/officeart/2005/8/layout/vList2"/>
    <dgm:cxn modelId="{DBB01D80-7CEC-4EB6-B7BB-1533E320E8D1}" type="presParOf" srcId="{8401FC5D-4E01-4112-9E30-3249CD0D370A}" destId="{615A65D8-1E0C-4B51-985B-9619AB34AD7E}" srcOrd="3" destOrd="0" presId="urn:microsoft.com/office/officeart/2005/8/layout/vList2"/>
    <dgm:cxn modelId="{AE335AE0-4A0F-48CE-9013-FD4D33BBFA56}" type="presParOf" srcId="{8401FC5D-4E01-4112-9E30-3249CD0D370A}" destId="{8E77D639-CC6A-4BAE-B1D0-51C8D982FC0F}" srcOrd="4" destOrd="0" presId="urn:microsoft.com/office/officeart/2005/8/layout/vList2"/>
    <dgm:cxn modelId="{A0E4FE34-70ED-47FE-9878-4C629A493711}" type="presParOf" srcId="{8401FC5D-4E01-4112-9E30-3249CD0D370A}" destId="{6E37AD9A-3E12-4A76-913B-D5FF3D597F7F}" srcOrd="5" destOrd="0" presId="urn:microsoft.com/office/officeart/2005/8/layout/vList2"/>
    <dgm:cxn modelId="{255ADA61-A09F-495A-8885-60DD4A4A4FD6}" type="presParOf" srcId="{8401FC5D-4E01-4112-9E30-3249CD0D370A}" destId="{1F9B1025-5A10-49F8-9744-029306EE835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BFE034F-1769-4B87-B4F3-BE18C345822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48A5FB3-6EF3-42B8-B445-15442E352993}">
      <dgm:prSet/>
      <dgm:spPr/>
      <dgm:t>
        <a:bodyPr/>
        <a:lstStyle/>
        <a:p>
          <a:r>
            <a:rPr lang="ru-RU" b="0" i="0"/>
            <a:t>учасниками Кирило-Мефодіївського братства.</a:t>
          </a:r>
          <a:endParaRPr lang="uk-UA"/>
        </a:p>
      </dgm:t>
    </dgm:pt>
    <dgm:pt modelId="{8EC415E9-90FB-41AE-AC59-4AAD813FE1E6}" type="parTrans" cxnId="{F7BCBF53-A155-4233-B883-EBE03D172FA3}">
      <dgm:prSet/>
      <dgm:spPr/>
      <dgm:t>
        <a:bodyPr/>
        <a:lstStyle/>
        <a:p>
          <a:endParaRPr lang="uk-UA"/>
        </a:p>
      </dgm:t>
    </dgm:pt>
    <dgm:pt modelId="{5B93A5BC-ED73-402C-A5FB-6CF4B6B43B1C}" type="sibTrans" cxnId="{F7BCBF53-A155-4233-B883-EBE03D172FA3}">
      <dgm:prSet/>
      <dgm:spPr/>
      <dgm:t>
        <a:bodyPr/>
        <a:lstStyle/>
        <a:p>
          <a:endParaRPr lang="uk-UA"/>
        </a:p>
      </dgm:t>
    </dgm:pt>
    <dgm:pt modelId="{A092014E-77A3-4D45-9977-1BBA192E55CB}">
      <dgm:prSet/>
      <dgm:spPr/>
      <dgm:t>
        <a:bodyPr/>
        <a:lstStyle/>
        <a:p>
          <a:r>
            <a:rPr lang="ru-RU" b="0" i="0" dirty="0"/>
            <a:t>авторами </a:t>
          </a:r>
          <a:r>
            <a:rPr lang="ru-RU" b="0" i="0" dirty="0" err="1"/>
            <a:t>музики</a:t>
          </a:r>
          <a:r>
            <a:rPr lang="ru-RU" b="0" i="0" dirty="0"/>
            <a:t> й тексту Державного </a:t>
          </a:r>
          <a:r>
            <a:rPr lang="ru-RU" b="0" i="0" dirty="0" err="1"/>
            <a:t>Гімну</a:t>
          </a:r>
          <a:r>
            <a:rPr lang="ru-RU" b="0" i="0" dirty="0"/>
            <a:t> </a:t>
          </a:r>
          <a:r>
            <a:rPr lang="ru-RU" b="0" i="0" dirty="0" err="1"/>
            <a:t>України</a:t>
          </a:r>
          <a:r>
            <a:rPr lang="ru-RU" b="0" i="0" dirty="0"/>
            <a:t>.</a:t>
          </a:r>
          <a:endParaRPr lang="uk-UA" dirty="0"/>
        </a:p>
      </dgm:t>
    </dgm:pt>
    <dgm:pt modelId="{EFC1AEEE-0D8F-4BF8-A606-5F49B03BF1C1}" type="parTrans" cxnId="{85F5D15C-8F85-4F71-94FD-E5715FF1FC6F}">
      <dgm:prSet/>
      <dgm:spPr/>
      <dgm:t>
        <a:bodyPr/>
        <a:lstStyle/>
        <a:p>
          <a:endParaRPr lang="uk-UA"/>
        </a:p>
      </dgm:t>
    </dgm:pt>
    <dgm:pt modelId="{6CFEE403-BF23-487D-88E3-F1CBD8D7CF0C}" type="sibTrans" cxnId="{85F5D15C-8F85-4F71-94FD-E5715FF1FC6F}">
      <dgm:prSet/>
      <dgm:spPr/>
      <dgm:t>
        <a:bodyPr/>
        <a:lstStyle/>
        <a:p>
          <a:endParaRPr lang="uk-UA"/>
        </a:p>
      </dgm:t>
    </dgm:pt>
    <dgm:pt modelId="{6051C6A3-D39E-47FA-A099-CB873BE78E06}">
      <dgm:prSet/>
      <dgm:spPr/>
      <dgm:t>
        <a:bodyPr/>
        <a:lstStyle/>
        <a:p>
          <a:r>
            <a:rPr lang="ru-RU" b="0" i="0"/>
            <a:t>видавцями громадсько-політичного журналу «Громада».</a:t>
          </a:r>
          <a:endParaRPr lang="uk-UA"/>
        </a:p>
      </dgm:t>
    </dgm:pt>
    <dgm:pt modelId="{D8FD48E9-2607-421A-88F7-B948FD7F07E6}" type="parTrans" cxnId="{F509E827-A333-4E69-AE94-7338C26929F3}">
      <dgm:prSet/>
      <dgm:spPr/>
      <dgm:t>
        <a:bodyPr/>
        <a:lstStyle/>
        <a:p>
          <a:endParaRPr lang="uk-UA"/>
        </a:p>
      </dgm:t>
    </dgm:pt>
    <dgm:pt modelId="{6061FCE1-71EC-47CE-AB8C-A4CFEFA1C09A}" type="sibTrans" cxnId="{F509E827-A333-4E69-AE94-7338C26929F3}">
      <dgm:prSet/>
      <dgm:spPr/>
      <dgm:t>
        <a:bodyPr/>
        <a:lstStyle/>
        <a:p>
          <a:endParaRPr lang="uk-UA"/>
        </a:p>
      </dgm:t>
    </dgm:pt>
    <dgm:pt modelId="{91D5D6DE-FAFC-4AF7-9E06-179975001524}">
      <dgm:prSet/>
      <dgm:spPr/>
      <dgm:t>
        <a:bodyPr/>
        <a:lstStyle/>
        <a:p>
          <a:r>
            <a:rPr lang="ru-RU" b="0" i="0" dirty="0" err="1"/>
            <a:t>засновниками</a:t>
          </a:r>
          <a:r>
            <a:rPr lang="ru-RU" b="0" i="0" dirty="0"/>
            <a:t> </a:t>
          </a:r>
          <a:r>
            <a:rPr lang="ru-RU" b="0" i="0" dirty="0" err="1"/>
            <a:t>Київського</a:t>
          </a:r>
          <a:r>
            <a:rPr lang="ru-RU" b="0" i="0" dirty="0"/>
            <a:t> </a:t>
          </a:r>
          <a:r>
            <a:rPr lang="ru-RU" b="0" i="0" dirty="0" err="1"/>
            <a:t>університету</a:t>
          </a:r>
          <a:r>
            <a:rPr lang="ru-RU" b="0" i="0" dirty="0"/>
            <a:t> Святого </a:t>
          </a:r>
          <a:r>
            <a:rPr lang="ru-RU" b="0" i="0" dirty="0" err="1"/>
            <a:t>Володимира</a:t>
          </a:r>
          <a:r>
            <a:rPr lang="ru-RU" b="0" i="0" dirty="0"/>
            <a:t>.</a:t>
          </a:r>
          <a:endParaRPr lang="uk-UA" dirty="0"/>
        </a:p>
      </dgm:t>
    </dgm:pt>
    <dgm:pt modelId="{ADB78D0A-8FAD-415B-B805-95349BA2EEB7}" type="parTrans" cxnId="{0856088A-9B6B-4011-8FD7-48C7B6AD79B2}">
      <dgm:prSet/>
      <dgm:spPr/>
      <dgm:t>
        <a:bodyPr/>
        <a:lstStyle/>
        <a:p>
          <a:endParaRPr lang="uk-UA"/>
        </a:p>
      </dgm:t>
    </dgm:pt>
    <dgm:pt modelId="{496C6704-F72D-4469-91EC-53B7A4AE236E}" type="sibTrans" cxnId="{0856088A-9B6B-4011-8FD7-48C7B6AD79B2}">
      <dgm:prSet/>
      <dgm:spPr/>
      <dgm:t>
        <a:bodyPr/>
        <a:lstStyle/>
        <a:p>
          <a:endParaRPr lang="uk-UA"/>
        </a:p>
      </dgm:t>
    </dgm:pt>
    <dgm:pt modelId="{0ECFF40C-0B0F-45C0-8100-6B3B2D01989C}" type="pres">
      <dgm:prSet presAssocID="{CBFE034F-1769-4B87-B4F3-BE18C3458220}" presName="linear" presStyleCnt="0">
        <dgm:presLayoutVars>
          <dgm:animLvl val="lvl"/>
          <dgm:resizeHandles val="exact"/>
        </dgm:presLayoutVars>
      </dgm:prSet>
      <dgm:spPr/>
    </dgm:pt>
    <dgm:pt modelId="{F944AF48-74CB-4AF0-A71A-270E61D1BD52}" type="pres">
      <dgm:prSet presAssocID="{448A5FB3-6EF3-42B8-B445-15442E352993}" presName="parentText" presStyleLbl="node1" presStyleIdx="0" presStyleCnt="4">
        <dgm:presLayoutVars>
          <dgm:chMax val="0"/>
          <dgm:bulletEnabled val="1"/>
        </dgm:presLayoutVars>
      </dgm:prSet>
      <dgm:spPr/>
    </dgm:pt>
    <dgm:pt modelId="{F4DCFC74-93D3-4012-BF46-B29FCB109A44}" type="pres">
      <dgm:prSet presAssocID="{5B93A5BC-ED73-402C-A5FB-6CF4B6B43B1C}" presName="spacer" presStyleCnt="0"/>
      <dgm:spPr/>
    </dgm:pt>
    <dgm:pt modelId="{78F6C3F0-B99E-46E8-8E61-7A32938B1FCE}" type="pres">
      <dgm:prSet presAssocID="{A092014E-77A3-4D45-9977-1BBA192E55CB}" presName="parentText" presStyleLbl="node1" presStyleIdx="1" presStyleCnt="4">
        <dgm:presLayoutVars>
          <dgm:chMax val="0"/>
          <dgm:bulletEnabled val="1"/>
        </dgm:presLayoutVars>
      </dgm:prSet>
      <dgm:spPr/>
    </dgm:pt>
    <dgm:pt modelId="{278A17BC-A459-4A8F-AA7E-69C6143A8ED7}" type="pres">
      <dgm:prSet presAssocID="{6CFEE403-BF23-487D-88E3-F1CBD8D7CF0C}" presName="spacer" presStyleCnt="0"/>
      <dgm:spPr/>
    </dgm:pt>
    <dgm:pt modelId="{42BEB693-E3B8-4F87-A52B-48E6DAA13D54}" type="pres">
      <dgm:prSet presAssocID="{6051C6A3-D39E-47FA-A099-CB873BE78E06}" presName="parentText" presStyleLbl="node1" presStyleIdx="2" presStyleCnt="4">
        <dgm:presLayoutVars>
          <dgm:chMax val="0"/>
          <dgm:bulletEnabled val="1"/>
        </dgm:presLayoutVars>
      </dgm:prSet>
      <dgm:spPr/>
    </dgm:pt>
    <dgm:pt modelId="{6E6719A5-438D-4C6B-AC06-4DC3951642DC}" type="pres">
      <dgm:prSet presAssocID="{6061FCE1-71EC-47CE-AB8C-A4CFEFA1C09A}" presName="spacer" presStyleCnt="0"/>
      <dgm:spPr/>
    </dgm:pt>
    <dgm:pt modelId="{85A8CE8E-B5A5-4928-A8BE-1C5FA5C7A12A}" type="pres">
      <dgm:prSet presAssocID="{91D5D6DE-FAFC-4AF7-9E06-179975001524}" presName="parentText" presStyleLbl="node1" presStyleIdx="3" presStyleCnt="4">
        <dgm:presLayoutVars>
          <dgm:chMax val="0"/>
          <dgm:bulletEnabled val="1"/>
        </dgm:presLayoutVars>
      </dgm:prSet>
      <dgm:spPr/>
    </dgm:pt>
  </dgm:ptLst>
  <dgm:cxnLst>
    <dgm:cxn modelId="{387C5A1E-5AA2-4B4F-8E4A-F99EB25C9444}" type="presOf" srcId="{91D5D6DE-FAFC-4AF7-9E06-179975001524}" destId="{85A8CE8E-B5A5-4928-A8BE-1C5FA5C7A12A}" srcOrd="0" destOrd="0" presId="urn:microsoft.com/office/officeart/2005/8/layout/vList2"/>
    <dgm:cxn modelId="{F509E827-A333-4E69-AE94-7338C26929F3}" srcId="{CBFE034F-1769-4B87-B4F3-BE18C3458220}" destId="{6051C6A3-D39E-47FA-A099-CB873BE78E06}" srcOrd="2" destOrd="0" parTransId="{D8FD48E9-2607-421A-88F7-B948FD7F07E6}" sibTransId="{6061FCE1-71EC-47CE-AB8C-A4CFEFA1C09A}"/>
    <dgm:cxn modelId="{85F5D15C-8F85-4F71-94FD-E5715FF1FC6F}" srcId="{CBFE034F-1769-4B87-B4F3-BE18C3458220}" destId="{A092014E-77A3-4D45-9977-1BBA192E55CB}" srcOrd="1" destOrd="0" parTransId="{EFC1AEEE-0D8F-4BF8-A606-5F49B03BF1C1}" sibTransId="{6CFEE403-BF23-487D-88E3-F1CBD8D7CF0C}"/>
    <dgm:cxn modelId="{0A5EF972-08A7-464F-AE80-5D83F8DE3A69}" type="presOf" srcId="{CBFE034F-1769-4B87-B4F3-BE18C3458220}" destId="{0ECFF40C-0B0F-45C0-8100-6B3B2D01989C}" srcOrd="0" destOrd="0" presId="urn:microsoft.com/office/officeart/2005/8/layout/vList2"/>
    <dgm:cxn modelId="{F7BCBF53-A155-4233-B883-EBE03D172FA3}" srcId="{CBFE034F-1769-4B87-B4F3-BE18C3458220}" destId="{448A5FB3-6EF3-42B8-B445-15442E352993}" srcOrd="0" destOrd="0" parTransId="{8EC415E9-90FB-41AE-AC59-4AAD813FE1E6}" sibTransId="{5B93A5BC-ED73-402C-A5FB-6CF4B6B43B1C}"/>
    <dgm:cxn modelId="{0856088A-9B6B-4011-8FD7-48C7B6AD79B2}" srcId="{CBFE034F-1769-4B87-B4F3-BE18C3458220}" destId="{91D5D6DE-FAFC-4AF7-9E06-179975001524}" srcOrd="3" destOrd="0" parTransId="{ADB78D0A-8FAD-415B-B805-95349BA2EEB7}" sibTransId="{496C6704-F72D-4469-91EC-53B7A4AE236E}"/>
    <dgm:cxn modelId="{07DFDCE3-7EB1-4F7E-A3AD-38ADBB89D12A}" type="presOf" srcId="{A092014E-77A3-4D45-9977-1BBA192E55CB}" destId="{78F6C3F0-B99E-46E8-8E61-7A32938B1FCE}" srcOrd="0" destOrd="0" presId="urn:microsoft.com/office/officeart/2005/8/layout/vList2"/>
    <dgm:cxn modelId="{4C1C27F0-B4E8-4AE7-B758-3547C9265578}" type="presOf" srcId="{448A5FB3-6EF3-42B8-B445-15442E352993}" destId="{F944AF48-74CB-4AF0-A71A-270E61D1BD52}" srcOrd="0" destOrd="0" presId="urn:microsoft.com/office/officeart/2005/8/layout/vList2"/>
    <dgm:cxn modelId="{3D604FFE-F1A3-483D-B883-C4991225CCBB}" type="presOf" srcId="{6051C6A3-D39E-47FA-A099-CB873BE78E06}" destId="{42BEB693-E3B8-4F87-A52B-48E6DAA13D54}" srcOrd="0" destOrd="0" presId="urn:microsoft.com/office/officeart/2005/8/layout/vList2"/>
    <dgm:cxn modelId="{08F86866-7992-4CAD-87EE-6AA5C0120355}" type="presParOf" srcId="{0ECFF40C-0B0F-45C0-8100-6B3B2D01989C}" destId="{F944AF48-74CB-4AF0-A71A-270E61D1BD52}" srcOrd="0" destOrd="0" presId="urn:microsoft.com/office/officeart/2005/8/layout/vList2"/>
    <dgm:cxn modelId="{EF088D92-6640-4168-87E2-BCEAB127B9C5}" type="presParOf" srcId="{0ECFF40C-0B0F-45C0-8100-6B3B2D01989C}" destId="{F4DCFC74-93D3-4012-BF46-B29FCB109A44}" srcOrd="1" destOrd="0" presId="urn:microsoft.com/office/officeart/2005/8/layout/vList2"/>
    <dgm:cxn modelId="{AE8FFBE3-AC3D-494E-BE4B-A61C615A07D9}" type="presParOf" srcId="{0ECFF40C-0B0F-45C0-8100-6B3B2D01989C}" destId="{78F6C3F0-B99E-46E8-8E61-7A32938B1FCE}" srcOrd="2" destOrd="0" presId="urn:microsoft.com/office/officeart/2005/8/layout/vList2"/>
    <dgm:cxn modelId="{A58AFA93-6305-448D-A28D-CCDC71A6BB12}" type="presParOf" srcId="{0ECFF40C-0B0F-45C0-8100-6B3B2D01989C}" destId="{278A17BC-A459-4A8F-AA7E-69C6143A8ED7}" srcOrd="3" destOrd="0" presId="urn:microsoft.com/office/officeart/2005/8/layout/vList2"/>
    <dgm:cxn modelId="{719320FD-8C52-416C-8A51-5A468C412506}" type="presParOf" srcId="{0ECFF40C-0B0F-45C0-8100-6B3B2D01989C}" destId="{42BEB693-E3B8-4F87-A52B-48E6DAA13D54}" srcOrd="4" destOrd="0" presId="urn:microsoft.com/office/officeart/2005/8/layout/vList2"/>
    <dgm:cxn modelId="{9689B275-3889-4BB2-B75E-CB9FE483A419}" type="presParOf" srcId="{0ECFF40C-0B0F-45C0-8100-6B3B2D01989C}" destId="{6E6719A5-438D-4C6B-AC06-4DC3951642DC}" srcOrd="5" destOrd="0" presId="urn:microsoft.com/office/officeart/2005/8/layout/vList2"/>
    <dgm:cxn modelId="{F7C2B10A-DBA2-4143-B8D9-BAF096C3BE56}" type="presParOf" srcId="{0ECFF40C-0B0F-45C0-8100-6B3B2D01989C}" destId="{85A8CE8E-B5A5-4928-A8BE-1C5FA5C7A12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F98DF3E-A67C-4F74-8631-0416AFB88AE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F1BE375-AF9F-4869-A3E8-359C74B14324}">
      <dgm:prSet/>
      <dgm:spPr/>
      <dgm:t>
        <a:bodyPr/>
        <a:lstStyle/>
        <a:p>
          <a:r>
            <a:rPr lang="uk-UA" b="0" i="0" dirty="0"/>
            <a:t>ліквідація самодержавства, скасування кріпацтва та станового поділу суспільства</a:t>
          </a:r>
          <a:endParaRPr lang="uk-UA" dirty="0"/>
        </a:p>
      </dgm:t>
    </dgm:pt>
    <dgm:pt modelId="{BBEA018B-FD0C-44B1-A462-43BD82391C5C}" type="parTrans" cxnId="{0F25B504-59B0-4E11-B210-1CF8818213E1}">
      <dgm:prSet/>
      <dgm:spPr/>
      <dgm:t>
        <a:bodyPr/>
        <a:lstStyle/>
        <a:p>
          <a:endParaRPr lang="uk-UA"/>
        </a:p>
      </dgm:t>
    </dgm:pt>
    <dgm:pt modelId="{748B0E12-B09B-4AAF-8A53-71683C99C797}" type="sibTrans" cxnId="{0F25B504-59B0-4E11-B210-1CF8818213E1}">
      <dgm:prSet/>
      <dgm:spPr/>
      <dgm:t>
        <a:bodyPr/>
        <a:lstStyle/>
        <a:p>
          <a:endParaRPr lang="uk-UA"/>
        </a:p>
      </dgm:t>
    </dgm:pt>
    <dgm:pt modelId="{0DFFB928-10C6-47EF-80D0-B086A03D8240}">
      <dgm:prSet/>
      <dgm:spPr/>
      <dgm:t>
        <a:bodyPr/>
        <a:lstStyle/>
        <a:p>
          <a:r>
            <a:rPr lang="uk-UA" b="0" i="0"/>
            <a:t>створення демократичної федерації слов’янських християнських республік</a:t>
          </a:r>
          <a:endParaRPr lang="uk-UA"/>
        </a:p>
      </dgm:t>
    </dgm:pt>
    <dgm:pt modelId="{7B1BDA39-8497-40A2-A4A3-0D83BE3872BF}" type="parTrans" cxnId="{215E6D11-C9B0-460C-80A5-5208DAC25BFD}">
      <dgm:prSet/>
      <dgm:spPr/>
      <dgm:t>
        <a:bodyPr/>
        <a:lstStyle/>
        <a:p>
          <a:endParaRPr lang="uk-UA"/>
        </a:p>
      </dgm:t>
    </dgm:pt>
    <dgm:pt modelId="{53696D4D-76F5-4AC0-A7DB-7159B445E37F}" type="sibTrans" cxnId="{215E6D11-C9B0-460C-80A5-5208DAC25BFD}">
      <dgm:prSet/>
      <dgm:spPr/>
      <dgm:t>
        <a:bodyPr/>
        <a:lstStyle/>
        <a:p>
          <a:endParaRPr lang="uk-UA"/>
        </a:p>
      </dgm:t>
    </dgm:pt>
    <dgm:pt modelId="{4A160D91-9EB6-47DA-944E-21332E6B5309}">
      <dgm:prSet/>
      <dgm:spPr/>
      <dgm:t>
        <a:bodyPr/>
        <a:lstStyle/>
        <a:p>
          <a:r>
            <a:rPr lang="uk-UA" b="0" i="0" dirty="0"/>
            <a:t>об’єднання українського та польського рухів у єдиний національно-визвольний рух</a:t>
          </a:r>
          <a:endParaRPr lang="uk-UA" dirty="0"/>
        </a:p>
      </dgm:t>
    </dgm:pt>
    <dgm:pt modelId="{B95583FE-8948-4B86-84A6-B32739CDF513}" type="parTrans" cxnId="{8878417E-96EE-477A-99D7-92F7528229C7}">
      <dgm:prSet/>
      <dgm:spPr/>
      <dgm:t>
        <a:bodyPr/>
        <a:lstStyle/>
        <a:p>
          <a:endParaRPr lang="uk-UA"/>
        </a:p>
      </dgm:t>
    </dgm:pt>
    <dgm:pt modelId="{2F6745CA-5BD1-49F5-95F4-C598E804983D}" type="sibTrans" cxnId="{8878417E-96EE-477A-99D7-92F7528229C7}">
      <dgm:prSet/>
      <dgm:spPr/>
      <dgm:t>
        <a:bodyPr/>
        <a:lstStyle/>
        <a:p>
          <a:endParaRPr lang="uk-UA"/>
        </a:p>
      </dgm:t>
    </dgm:pt>
    <dgm:pt modelId="{D6135D2D-6FC3-4B65-AEFF-EEE3BC6A8F3F}" type="pres">
      <dgm:prSet presAssocID="{0F98DF3E-A67C-4F74-8631-0416AFB88AEB}" presName="linear" presStyleCnt="0">
        <dgm:presLayoutVars>
          <dgm:animLvl val="lvl"/>
          <dgm:resizeHandles val="exact"/>
        </dgm:presLayoutVars>
      </dgm:prSet>
      <dgm:spPr/>
    </dgm:pt>
    <dgm:pt modelId="{30B7C43A-9301-418B-9D63-66E82DD48639}" type="pres">
      <dgm:prSet presAssocID="{3F1BE375-AF9F-4869-A3E8-359C74B14324}" presName="parentText" presStyleLbl="node1" presStyleIdx="0" presStyleCnt="3">
        <dgm:presLayoutVars>
          <dgm:chMax val="0"/>
          <dgm:bulletEnabled val="1"/>
        </dgm:presLayoutVars>
      </dgm:prSet>
      <dgm:spPr/>
    </dgm:pt>
    <dgm:pt modelId="{469A2E87-FEDB-43AE-A18D-0422848AFF25}" type="pres">
      <dgm:prSet presAssocID="{748B0E12-B09B-4AAF-8A53-71683C99C797}" presName="spacer" presStyleCnt="0"/>
      <dgm:spPr/>
    </dgm:pt>
    <dgm:pt modelId="{47151BA5-06BE-4A74-98A8-3502F6D30F02}" type="pres">
      <dgm:prSet presAssocID="{0DFFB928-10C6-47EF-80D0-B086A03D8240}" presName="parentText" presStyleLbl="node1" presStyleIdx="1" presStyleCnt="3">
        <dgm:presLayoutVars>
          <dgm:chMax val="0"/>
          <dgm:bulletEnabled val="1"/>
        </dgm:presLayoutVars>
      </dgm:prSet>
      <dgm:spPr/>
    </dgm:pt>
    <dgm:pt modelId="{58E62678-662D-47BA-9AC4-CF1C1BB2AB58}" type="pres">
      <dgm:prSet presAssocID="{53696D4D-76F5-4AC0-A7DB-7159B445E37F}" presName="spacer" presStyleCnt="0"/>
      <dgm:spPr/>
    </dgm:pt>
    <dgm:pt modelId="{A53EEAFC-486D-4971-8D5A-6B42EED1F92C}" type="pres">
      <dgm:prSet presAssocID="{4A160D91-9EB6-47DA-944E-21332E6B5309}" presName="parentText" presStyleLbl="node1" presStyleIdx="2" presStyleCnt="3">
        <dgm:presLayoutVars>
          <dgm:chMax val="0"/>
          <dgm:bulletEnabled val="1"/>
        </dgm:presLayoutVars>
      </dgm:prSet>
      <dgm:spPr/>
    </dgm:pt>
  </dgm:ptLst>
  <dgm:cxnLst>
    <dgm:cxn modelId="{0F25B504-59B0-4E11-B210-1CF8818213E1}" srcId="{0F98DF3E-A67C-4F74-8631-0416AFB88AEB}" destId="{3F1BE375-AF9F-4869-A3E8-359C74B14324}" srcOrd="0" destOrd="0" parTransId="{BBEA018B-FD0C-44B1-A462-43BD82391C5C}" sibTransId="{748B0E12-B09B-4AAF-8A53-71683C99C797}"/>
    <dgm:cxn modelId="{215E6D11-C9B0-460C-80A5-5208DAC25BFD}" srcId="{0F98DF3E-A67C-4F74-8631-0416AFB88AEB}" destId="{0DFFB928-10C6-47EF-80D0-B086A03D8240}" srcOrd="1" destOrd="0" parTransId="{7B1BDA39-8497-40A2-A4A3-0D83BE3872BF}" sibTransId="{53696D4D-76F5-4AC0-A7DB-7159B445E37F}"/>
    <dgm:cxn modelId="{B037EA31-985B-4D53-B48E-BF4FD6818E8C}" type="presOf" srcId="{0F98DF3E-A67C-4F74-8631-0416AFB88AEB}" destId="{D6135D2D-6FC3-4B65-AEFF-EEE3BC6A8F3F}" srcOrd="0" destOrd="0" presId="urn:microsoft.com/office/officeart/2005/8/layout/vList2"/>
    <dgm:cxn modelId="{8878417E-96EE-477A-99D7-92F7528229C7}" srcId="{0F98DF3E-A67C-4F74-8631-0416AFB88AEB}" destId="{4A160D91-9EB6-47DA-944E-21332E6B5309}" srcOrd="2" destOrd="0" parTransId="{B95583FE-8948-4B86-84A6-B32739CDF513}" sibTransId="{2F6745CA-5BD1-49F5-95F4-C598E804983D}"/>
    <dgm:cxn modelId="{80C8D198-FEC3-4693-A721-4FF5A08F65BF}" type="presOf" srcId="{0DFFB928-10C6-47EF-80D0-B086A03D8240}" destId="{47151BA5-06BE-4A74-98A8-3502F6D30F02}" srcOrd="0" destOrd="0" presId="urn:microsoft.com/office/officeart/2005/8/layout/vList2"/>
    <dgm:cxn modelId="{EF820AC1-589A-4EED-83B5-8BCA4D8EF53B}" type="presOf" srcId="{3F1BE375-AF9F-4869-A3E8-359C74B14324}" destId="{30B7C43A-9301-418B-9D63-66E82DD48639}" srcOrd="0" destOrd="0" presId="urn:microsoft.com/office/officeart/2005/8/layout/vList2"/>
    <dgm:cxn modelId="{8C8F9FC6-E04A-4887-A5D9-41F19ECBA953}" type="presOf" srcId="{4A160D91-9EB6-47DA-944E-21332E6B5309}" destId="{A53EEAFC-486D-4971-8D5A-6B42EED1F92C}" srcOrd="0" destOrd="0" presId="urn:microsoft.com/office/officeart/2005/8/layout/vList2"/>
    <dgm:cxn modelId="{4FAF1403-BC2F-4F8B-9B51-88D87069C08C}" type="presParOf" srcId="{D6135D2D-6FC3-4B65-AEFF-EEE3BC6A8F3F}" destId="{30B7C43A-9301-418B-9D63-66E82DD48639}" srcOrd="0" destOrd="0" presId="urn:microsoft.com/office/officeart/2005/8/layout/vList2"/>
    <dgm:cxn modelId="{383BB519-5F2F-407C-91CB-84F5466AFA8C}" type="presParOf" srcId="{D6135D2D-6FC3-4B65-AEFF-EEE3BC6A8F3F}" destId="{469A2E87-FEDB-43AE-A18D-0422848AFF25}" srcOrd="1" destOrd="0" presId="urn:microsoft.com/office/officeart/2005/8/layout/vList2"/>
    <dgm:cxn modelId="{FBEFD3F2-5CA4-4E5A-8EB6-273ED39A35C0}" type="presParOf" srcId="{D6135D2D-6FC3-4B65-AEFF-EEE3BC6A8F3F}" destId="{47151BA5-06BE-4A74-98A8-3502F6D30F02}" srcOrd="2" destOrd="0" presId="urn:microsoft.com/office/officeart/2005/8/layout/vList2"/>
    <dgm:cxn modelId="{04F38CB8-B379-4549-B499-2BB908FECC38}" type="presParOf" srcId="{D6135D2D-6FC3-4B65-AEFF-EEE3BC6A8F3F}" destId="{58E62678-662D-47BA-9AC4-CF1C1BB2AB58}" srcOrd="3" destOrd="0" presId="urn:microsoft.com/office/officeart/2005/8/layout/vList2"/>
    <dgm:cxn modelId="{BFF629DF-7D58-4C63-AFE0-0149ECCA6EB5}" type="presParOf" srcId="{D6135D2D-6FC3-4B65-AEFF-EEE3BC6A8F3F}" destId="{A53EEAFC-486D-4971-8D5A-6B42EED1F92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7EB0942-F5EF-4E78-94A1-2C59E3650A7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E89AAFC-8FD2-41C4-9BCA-22974CA0BC77}">
      <dgm:prSet/>
      <dgm:spPr/>
      <dgm:t>
        <a:bodyPr/>
        <a:lstStyle/>
        <a:p>
          <a:r>
            <a:rPr lang="uk-UA" b="0" i="0"/>
            <a:t>утвердження демократичних прав і свобод, рівності усіх громадян перед законом</a:t>
          </a:r>
          <a:endParaRPr lang="uk-UA"/>
        </a:p>
      </dgm:t>
    </dgm:pt>
    <dgm:pt modelId="{7A1E08F4-A236-4FED-9C4C-435CA7F4EBDC}" type="parTrans" cxnId="{1525DFC8-6FDE-4E7F-A3E7-817651176A4E}">
      <dgm:prSet/>
      <dgm:spPr/>
      <dgm:t>
        <a:bodyPr/>
        <a:lstStyle/>
        <a:p>
          <a:endParaRPr lang="uk-UA"/>
        </a:p>
      </dgm:t>
    </dgm:pt>
    <dgm:pt modelId="{1F48A5C7-6687-4BE5-95CC-1FF044051BE7}" type="sibTrans" cxnId="{1525DFC8-6FDE-4E7F-A3E7-817651176A4E}">
      <dgm:prSet/>
      <dgm:spPr/>
      <dgm:t>
        <a:bodyPr/>
        <a:lstStyle/>
        <a:p>
          <a:endParaRPr lang="uk-UA"/>
        </a:p>
      </dgm:t>
    </dgm:pt>
    <dgm:pt modelId="{A9FE6C47-B7A7-4089-8D41-EF69D4B5D531}">
      <dgm:prSet/>
      <dgm:spPr/>
      <dgm:t>
        <a:bodyPr/>
        <a:lstStyle/>
        <a:p>
          <a:r>
            <a:rPr lang="uk-UA" b="0" i="0" dirty="0"/>
            <a:t>повалення царизму шляхом військового перевороту або визвольного повстання</a:t>
          </a:r>
          <a:endParaRPr lang="uk-UA" dirty="0"/>
        </a:p>
      </dgm:t>
    </dgm:pt>
    <dgm:pt modelId="{F7060D8D-64CA-4C86-9A13-BF2BA1D0DF05}" type="parTrans" cxnId="{462205A7-0B6A-49A8-A8F2-48A05E64D8E9}">
      <dgm:prSet/>
      <dgm:spPr/>
      <dgm:t>
        <a:bodyPr/>
        <a:lstStyle/>
        <a:p>
          <a:endParaRPr lang="uk-UA"/>
        </a:p>
      </dgm:t>
    </dgm:pt>
    <dgm:pt modelId="{55480AD3-ED68-49CA-98D4-5ACC29426355}" type="sibTrans" cxnId="{462205A7-0B6A-49A8-A8F2-48A05E64D8E9}">
      <dgm:prSet/>
      <dgm:spPr/>
      <dgm:t>
        <a:bodyPr/>
        <a:lstStyle/>
        <a:p>
          <a:endParaRPr lang="uk-UA"/>
        </a:p>
      </dgm:t>
    </dgm:pt>
    <dgm:pt modelId="{0760C35F-FF6F-44AA-9985-97614653AF21}">
      <dgm:prSet/>
      <dgm:spPr/>
      <dgm:t>
        <a:bodyPr/>
        <a:lstStyle/>
        <a:p>
          <a:r>
            <a:rPr lang="uk-UA" b="0" i="0" dirty="0"/>
            <a:t>здобуття Україною автономії у складі демократичної Російської республіки</a:t>
          </a:r>
          <a:endParaRPr lang="uk-UA" dirty="0"/>
        </a:p>
      </dgm:t>
    </dgm:pt>
    <dgm:pt modelId="{E4925898-4C6F-4EF4-8B21-DA65A9E91186}" type="parTrans" cxnId="{F042037B-455A-429A-A17A-1C6D7EBB1DDF}">
      <dgm:prSet/>
      <dgm:spPr/>
      <dgm:t>
        <a:bodyPr/>
        <a:lstStyle/>
        <a:p>
          <a:endParaRPr lang="uk-UA"/>
        </a:p>
      </dgm:t>
    </dgm:pt>
    <dgm:pt modelId="{AB7C1751-6F42-4382-B06F-CA67488E972E}" type="sibTrans" cxnId="{F042037B-455A-429A-A17A-1C6D7EBB1DDF}">
      <dgm:prSet/>
      <dgm:spPr/>
      <dgm:t>
        <a:bodyPr/>
        <a:lstStyle/>
        <a:p>
          <a:endParaRPr lang="uk-UA"/>
        </a:p>
      </dgm:t>
    </dgm:pt>
    <dgm:pt modelId="{FF778489-B849-49F5-889B-3CD32F62AB27}" type="pres">
      <dgm:prSet presAssocID="{97EB0942-F5EF-4E78-94A1-2C59E3650A7E}" presName="linear" presStyleCnt="0">
        <dgm:presLayoutVars>
          <dgm:animLvl val="lvl"/>
          <dgm:resizeHandles val="exact"/>
        </dgm:presLayoutVars>
      </dgm:prSet>
      <dgm:spPr/>
    </dgm:pt>
    <dgm:pt modelId="{2DF58587-8E75-4F99-B3A7-96B1A048CBF7}" type="pres">
      <dgm:prSet presAssocID="{AE89AAFC-8FD2-41C4-9BCA-22974CA0BC77}" presName="parentText" presStyleLbl="node1" presStyleIdx="0" presStyleCnt="3">
        <dgm:presLayoutVars>
          <dgm:chMax val="0"/>
          <dgm:bulletEnabled val="1"/>
        </dgm:presLayoutVars>
      </dgm:prSet>
      <dgm:spPr/>
    </dgm:pt>
    <dgm:pt modelId="{1B2FA258-CBA8-4D8D-96D9-DC6B47898562}" type="pres">
      <dgm:prSet presAssocID="{1F48A5C7-6687-4BE5-95CC-1FF044051BE7}" presName="spacer" presStyleCnt="0"/>
      <dgm:spPr/>
    </dgm:pt>
    <dgm:pt modelId="{E1037C57-4AB7-4BA5-B44E-169529A4B5E0}" type="pres">
      <dgm:prSet presAssocID="{A9FE6C47-B7A7-4089-8D41-EF69D4B5D531}" presName="parentText" presStyleLbl="node1" presStyleIdx="1" presStyleCnt="3">
        <dgm:presLayoutVars>
          <dgm:chMax val="0"/>
          <dgm:bulletEnabled val="1"/>
        </dgm:presLayoutVars>
      </dgm:prSet>
      <dgm:spPr/>
    </dgm:pt>
    <dgm:pt modelId="{31266311-303F-4977-A16B-7C5B6E29AB13}" type="pres">
      <dgm:prSet presAssocID="{55480AD3-ED68-49CA-98D4-5ACC29426355}" presName="spacer" presStyleCnt="0"/>
      <dgm:spPr/>
    </dgm:pt>
    <dgm:pt modelId="{1B79D965-E6D9-45F0-9BD1-68C0560859A4}" type="pres">
      <dgm:prSet presAssocID="{0760C35F-FF6F-44AA-9985-97614653AF21}" presName="parentText" presStyleLbl="node1" presStyleIdx="2" presStyleCnt="3">
        <dgm:presLayoutVars>
          <dgm:chMax val="0"/>
          <dgm:bulletEnabled val="1"/>
        </dgm:presLayoutVars>
      </dgm:prSet>
      <dgm:spPr/>
    </dgm:pt>
  </dgm:ptLst>
  <dgm:cxnLst>
    <dgm:cxn modelId="{0C5BC400-FE66-4DF6-A46F-7E65A84FB8E4}" type="presOf" srcId="{AE89AAFC-8FD2-41C4-9BCA-22974CA0BC77}" destId="{2DF58587-8E75-4F99-B3A7-96B1A048CBF7}" srcOrd="0" destOrd="0" presId="urn:microsoft.com/office/officeart/2005/8/layout/vList2"/>
    <dgm:cxn modelId="{4848B706-D3ED-4D62-AB62-1BE677106A6A}" type="presOf" srcId="{97EB0942-F5EF-4E78-94A1-2C59E3650A7E}" destId="{FF778489-B849-49F5-889B-3CD32F62AB27}" srcOrd="0" destOrd="0" presId="urn:microsoft.com/office/officeart/2005/8/layout/vList2"/>
    <dgm:cxn modelId="{3BC1E864-05FE-4FA4-986E-873C1BE755CB}" type="presOf" srcId="{0760C35F-FF6F-44AA-9985-97614653AF21}" destId="{1B79D965-E6D9-45F0-9BD1-68C0560859A4}" srcOrd="0" destOrd="0" presId="urn:microsoft.com/office/officeart/2005/8/layout/vList2"/>
    <dgm:cxn modelId="{F042037B-455A-429A-A17A-1C6D7EBB1DDF}" srcId="{97EB0942-F5EF-4E78-94A1-2C59E3650A7E}" destId="{0760C35F-FF6F-44AA-9985-97614653AF21}" srcOrd="2" destOrd="0" parTransId="{E4925898-4C6F-4EF4-8B21-DA65A9E91186}" sibTransId="{AB7C1751-6F42-4382-B06F-CA67488E972E}"/>
    <dgm:cxn modelId="{462205A7-0B6A-49A8-A8F2-48A05E64D8E9}" srcId="{97EB0942-F5EF-4E78-94A1-2C59E3650A7E}" destId="{A9FE6C47-B7A7-4089-8D41-EF69D4B5D531}" srcOrd="1" destOrd="0" parTransId="{F7060D8D-64CA-4C86-9A13-BF2BA1D0DF05}" sibTransId="{55480AD3-ED68-49CA-98D4-5ACC29426355}"/>
    <dgm:cxn modelId="{1525DFC8-6FDE-4E7F-A3E7-817651176A4E}" srcId="{97EB0942-F5EF-4E78-94A1-2C59E3650A7E}" destId="{AE89AAFC-8FD2-41C4-9BCA-22974CA0BC77}" srcOrd="0" destOrd="0" parTransId="{7A1E08F4-A236-4FED-9C4C-435CA7F4EBDC}" sibTransId="{1F48A5C7-6687-4BE5-95CC-1FF044051BE7}"/>
    <dgm:cxn modelId="{8EE241F5-C5EC-477D-8429-E112700CD694}" type="presOf" srcId="{A9FE6C47-B7A7-4089-8D41-EF69D4B5D531}" destId="{E1037C57-4AB7-4BA5-B44E-169529A4B5E0}" srcOrd="0" destOrd="0" presId="urn:microsoft.com/office/officeart/2005/8/layout/vList2"/>
    <dgm:cxn modelId="{5555D26C-9BC5-4B73-B2AA-85328001D4A5}" type="presParOf" srcId="{FF778489-B849-49F5-889B-3CD32F62AB27}" destId="{2DF58587-8E75-4F99-B3A7-96B1A048CBF7}" srcOrd="0" destOrd="0" presId="urn:microsoft.com/office/officeart/2005/8/layout/vList2"/>
    <dgm:cxn modelId="{8A362767-545E-484A-B79E-C26C9A0C1C42}" type="presParOf" srcId="{FF778489-B849-49F5-889B-3CD32F62AB27}" destId="{1B2FA258-CBA8-4D8D-96D9-DC6B47898562}" srcOrd="1" destOrd="0" presId="urn:microsoft.com/office/officeart/2005/8/layout/vList2"/>
    <dgm:cxn modelId="{916FD782-E0AB-4ADC-9E92-ADDBB6722F27}" type="presParOf" srcId="{FF778489-B849-49F5-889B-3CD32F62AB27}" destId="{E1037C57-4AB7-4BA5-B44E-169529A4B5E0}" srcOrd="2" destOrd="0" presId="urn:microsoft.com/office/officeart/2005/8/layout/vList2"/>
    <dgm:cxn modelId="{FD9A61AE-CBDE-4F85-9134-3FAC6BE140A0}" type="presParOf" srcId="{FF778489-B849-49F5-889B-3CD32F62AB27}" destId="{31266311-303F-4977-A16B-7C5B6E29AB13}" srcOrd="3" destOrd="0" presId="urn:microsoft.com/office/officeart/2005/8/layout/vList2"/>
    <dgm:cxn modelId="{53C47535-3A18-4543-9A8F-DF05204F6203}" type="presParOf" srcId="{FF778489-B849-49F5-889B-3CD32F62AB27}" destId="{1B79D965-E6D9-45F0-9BD1-68C0560859A4}"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36C1E16-CE8E-424B-B4B6-A5E1EFE608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A880A5A-13E6-4D5E-B92B-5079EA76BF9B}">
      <dgm:prSet/>
      <dgm:spPr/>
      <dgm:t>
        <a:bodyPr/>
        <a:lstStyle/>
        <a:p>
          <a:r>
            <a:rPr lang="uk-UA" b="0" i="1" dirty="0"/>
            <a:t>«…політичне об’єднання слов’ян є тією справжньою метою, до якої вони повинні прагнути. …при об’єднанні вони [українці, росіяни, білоруси] повинні мати свою самостійність».</a:t>
          </a:r>
          <a:endParaRPr lang="uk-UA" dirty="0"/>
        </a:p>
      </dgm:t>
    </dgm:pt>
    <dgm:pt modelId="{A8D5A31F-A788-4DA4-80FD-ED6FD3E51AE0}" type="parTrans" cxnId="{49EF78FD-B981-43B6-BB5F-610F7485ED9F}">
      <dgm:prSet/>
      <dgm:spPr/>
      <dgm:t>
        <a:bodyPr/>
        <a:lstStyle/>
        <a:p>
          <a:endParaRPr lang="uk-UA"/>
        </a:p>
      </dgm:t>
    </dgm:pt>
    <dgm:pt modelId="{732A4E13-23CB-4869-A229-229AD92870DC}" type="sibTrans" cxnId="{49EF78FD-B981-43B6-BB5F-610F7485ED9F}">
      <dgm:prSet/>
      <dgm:spPr/>
      <dgm:t>
        <a:bodyPr/>
        <a:lstStyle/>
        <a:p>
          <a:endParaRPr lang="uk-UA"/>
        </a:p>
      </dgm:t>
    </dgm:pt>
    <dgm:pt modelId="{77DC9AE0-9C8B-4BF1-BD9B-E21D32464AE4}">
      <dgm:prSet/>
      <dgm:spPr/>
      <dgm:t>
        <a:bodyPr/>
        <a:lstStyle/>
        <a:p>
          <a:r>
            <a:rPr lang="uk-UA" b="0" i="1" dirty="0"/>
            <a:t>«Українська інтелігенція стає до боротьби кривавої... Вона виписує на своєму прапорі: «Одна, єдина, нероздільна, вільна, самостійна Україна від Карпатів аж по Кавказ». Усі, хто не за нас, ті проти нас…»</a:t>
          </a:r>
          <a:endParaRPr lang="uk-UA" dirty="0"/>
        </a:p>
      </dgm:t>
    </dgm:pt>
    <dgm:pt modelId="{12BC89C4-6D5D-478E-8DDA-DD6A1D626F89}" type="parTrans" cxnId="{36182618-5464-48BF-BFD0-E3A419FE26F6}">
      <dgm:prSet/>
      <dgm:spPr/>
      <dgm:t>
        <a:bodyPr/>
        <a:lstStyle/>
        <a:p>
          <a:endParaRPr lang="uk-UA"/>
        </a:p>
      </dgm:t>
    </dgm:pt>
    <dgm:pt modelId="{DDEC07C2-757E-4005-8311-D7B35C8A8803}" type="sibTrans" cxnId="{36182618-5464-48BF-BFD0-E3A419FE26F6}">
      <dgm:prSet/>
      <dgm:spPr/>
      <dgm:t>
        <a:bodyPr/>
        <a:lstStyle/>
        <a:p>
          <a:endParaRPr lang="uk-UA"/>
        </a:p>
      </dgm:t>
    </dgm:pt>
    <dgm:pt modelId="{67615DFC-880A-4D8B-ADD9-3293DED08CA7}" type="pres">
      <dgm:prSet presAssocID="{936C1E16-CE8E-424B-B4B6-A5E1EFE60853}" presName="linear" presStyleCnt="0">
        <dgm:presLayoutVars>
          <dgm:animLvl val="lvl"/>
          <dgm:resizeHandles val="exact"/>
        </dgm:presLayoutVars>
      </dgm:prSet>
      <dgm:spPr/>
    </dgm:pt>
    <dgm:pt modelId="{527E4E16-36EE-41B4-8970-029DF7000432}" type="pres">
      <dgm:prSet presAssocID="{CA880A5A-13E6-4D5E-B92B-5079EA76BF9B}" presName="parentText" presStyleLbl="node1" presStyleIdx="0" presStyleCnt="2">
        <dgm:presLayoutVars>
          <dgm:chMax val="0"/>
          <dgm:bulletEnabled val="1"/>
        </dgm:presLayoutVars>
      </dgm:prSet>
      <dgm:spPr/>
    </dgm:pt>
    <dgm:pt modelId="{906CA4F4-AADE-4A04-9EDB-5EC0CD491DEC}" type="pres">
      <dgm:prSet presAssocID="{732A4E13-23CB-4869-A229-229AD92870DC}" presName="spacer" presStyleCnt="0"/>
      <dgm:spPr/>
    </dgm:pt>
    <dgm:pt modelId="{0164325C-B86A-438B-99F9-4D88CEB7694E}" type="pres">
      <dgm:prSet presAssocID="{77DC9AE0-9C8B-4BF1-BD9B-E21D32464AE4}" presName="parentText" presStyleLbl="node1" presStyleIdx="1" presStyleCnt="2">
        <dgm:presLayoutVars>
          <dgm:chMax val="0"/>
          <dgm:bulletEnabled val="1"/>
        </dgm:presLayoutVars>
      </dgm:prSet>
      <dgm:spPr/>
    </dgm:pt>
  </dgm:ptLst>
  <dgm:cxnLst>
    <dgm:cxn modelId="{7D534315-6678-4317-9D18-7CED46B56466}" type="presOf" srcId="{CA880A5A-13E6-4D5E-B92B-5079EA76BF9B}" destId="{527E4E16-36EE-41B4-8970-029DF7000432}" srcOrd="0" destOrd="0" presId="urn:microsoft.com/office/officeart/2005/8/layout/vList2"/>
    <dgm:cxn modelId="{36182618-5464-48BF-BFD0-E3A419FE26F6}" srcId="{936C1E16-CE8E-424B-B4B6-A5E1EFE60853}" destId="{77DC9AE0-9C8B-4BF1-BD9B-E21D32464AE4}" srcOrd="1" destOrd="0" parTransId="{12BC89C4-6D5D-478E-8DDA-DD6A1D626F89}" sibTransId="{DDEC07C2-757E-4005-8311-D7B35C8A8803}"/>
    <dgm:cxn modelId="{43688632-6F8C-4101-96EF-ABC78CBD4002}" type="presOf" srcId="{77DC9AE0-9C8B-4BF1-BD9B-E21D32464AE4}" destId="{0164325C-B86A-438B-99F9-4D88CEB7694E}" srcOrd="0" destOrd="0" presId="urn:microsoft.com/office/officeart/2005/8/layout/vList2"/>
    <dgm:cxn modelId="{B87318B5-EDAC-4D26-9398-2651E8160E36}" type="presOf" srcId="{936C1E16-CE8E-424B-B4B6-A5E1EFE60853}" destId="{67615DFC-880A-4D8B-ADD9-3293DED08CA7}" srcOrd="0" destOrd="0" presId="urn:microsoft.com/office/officeart/2005/8/layout/vList2"/>
    <dgm:cxn modelId="{49EF78FD-B981-43B6-BB5F-610F7485ED9F}" srcId="{936C1E16-CE8E-424B-B4B6-A5E1EFE60853}" destId="{CA880A5A-13E6-4D5E-B92B-5079EA76BF9B}" srcOrd="0" destOrd="0" parTransId="{A8D5A31F-A788-4DA4-80FD-ED6FD3E51AE0}" sibTransId="{732A4E13-23CB-4869-A229-229AD92870DC}"/>
    <dgm:cxn modelId="{BC44F663-6277-4F2F-A183-E4BC2687C238}" type="presParOf" srcId="{67615DFC-880A-4D8B-ADD9-3293DED08CA7}" destId="{527E4E16-36EE-41B4-8970-029DF7000432}" srcOrd="0" destOrd="0" presId="urn:microsoft.com/office/officeart/2005/8/layout/vList2"/>
    <dgm:cxn modelId="{467EA529-378D-426F-A181-CFE8DC73B11B}" type="presParOf" srcId="{67615DFC-880A-4D8B-ADD9-3293DED08CA7}" destId="{906CA4F4-AADE-4A04-9EDB-5EC0CD491DEC}" srcOrd="1" destOrd="0" presId="urn:microsoft.com/office/officeart/2005/8/layout/vList2"/>
    <dgm:cxn modelId="{BB8F1A89-B40F-4ED7-8944-BF1EBDE525FD}" type="presParOf" srcId="{67615DFC-880A-4D8B-ADD9-3293DED08CA7}" destId="{0164325C-B86A-438B-99F9-4D88CEB7694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77B78557-195A-4D25-87A9-D2516EA5893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CC0642F-9E9B-4A3E-B659-6B9C1F974EF7}">
      <dgm:prSet/>
      <dgm:spPr/>
      <dgm:t>
        <a:bodyPr/>
        <a:lstStyle/>
        <a:p>
          <a:r>
            <a:rPr lang="uk-UA" b="0" i="1" dirty="0"/>
            <a:t>«Увесь російський народ складає один стан — громадянський… Всі різні племена, з яких складається Російська держава… становлять один народ російський. Будь-яка думка про федеративний устрій відкидається…»</a:t>
          </a:r>
          <a:endParaRPr lang="uk-UA" dirty="0"/>
        </a:p>
      </dgm:t>
    </dgm:pt>
    <dgm:pt modelId="{2DC20187-D891-48B1-9366-5FCCE61B9794}" type="parTrans" cxnId="{3DF2E6D5-AA62-4118-945E-E8B2C363CD17}">
      <dgm:prSet/>
      <dgm:spPr/>
      <dgm:t>
        <a:bodyPr/>
        <a:lstStyle/>
        <a:p>
          <a:endParaRPr lang="uk-UA"/>
        </a:p>
      </dgm:t>
    </dgm:pt>
    <dgm:pt modelId="{480B4467-51CF-4AE4-BA4A-7E8F33AFDA86}" type="sibTrans" cxnId="{3DF2E6D5-AA62-4118-945E-E8B2C363CD17}">
      <dgm:prSet/>
      <dgm:spPr/>
      <dgm:t>
        <a:bodyPr/>
        <a:lstStyle/>
        <a:p>
          <a:endParaRPr lang="uk-UA"/>
        </a:p>
      </dgm:t>
    </dgm:pt>
    <dgm:pt modelId="{723CDBB0-3734-4AD1-9186-84CE194DE162}">
      <dgm:prSet/>
      <dgm:spPr/>
      <dgm:t>
        <a:bodyPr/>
        <a:lstStyle/>
        <a:p>
          <a:r>
            <a:rPr lang="uk-UA" b="0" i="1" dirty="0"/>
            <a:t>«Наше завдання — розвивати нашу національність у всіх напрямках: вдосконаленням нашої мови, заведенням її у школах вищих і </a:t>
          </a:r>
          <a:r>
            <a:rPr lang="uk-UA" b="0" i="1" dirty="0" err="1"/>
            <a:t>низших</a:t>
          </a:r>
          <a:r>
            <a:rPr lang="uk-UA" b="0" i="1" dirty="0"/>
            <a:t>, …поширенням корисних книжок в українській мові…»</a:t>
          </a:r>
          <a:endParaRPr lang="uk-UA" dirty="0"/>
        </a:p>
      </dgm:t>
    </dgm:pt>
    <dgm:pt modelId="{8DA1D156-8460-4E6D-9B6C-0AB6A3162AEF}" type="parTrans" cxnId="{6D5A849A-E319-4ECB-BCC2-76A81F975D32}">
      <dgm:prSet/>
      <dgm:spPr/>
      <dgm:t>
        <a:bodyPr/>
        <a:lstStyle/>
        <a:p>
          <a:endParaRPr lang="uk-UA"/>
        </a:p>
      </dgm:t>
    </dgm:pt>
    <dgm:pt modelId="{A0B8432B-CFE0-4A5F-84EE-6636870BBCA8}" type="sibTrans" cxnId="{6D5A849A-E319-4ECB-BCC2-76A81F975D32}">
      <dgm:prSet/>
      <dgm:spPr/>
      <dgm:t>
        <a:bodyPr/>
        <a:lstStyle/>
        <a:p>
          <a:endParaRPr lang="uk-UA"/>
        </a:p>
      </dgm:t>
    </dgm:pt>
    <dgm:pt modelId="{6739F697-0F71-4E04-925C-9E7831EAE4BC}" type="pres">
      <dgm:prSet presAssocID="{77B78557-195A-4D25-87A9-D2516EA58934}" presName="linear" presStyleCnt="0">
        <dgm:presLayoutVars>
          <dgm:animLvl val="lvl"/>
          <dgm:resizeHandles val="exact"/>
        </dgm:presLayoutVars>
      </dgm:prSet>
      <dgm:spPr/>
    </dgm:pt>
    <dgm:pt modelId="{8896B517-D9DC-464C-BCB5-5B9018CE8523}" type="pres">
      <dgm:prSet presAssocID="{BCC0642F-9E9B-4A3E-B659-6B9C1F974EF7}" presName="parentText" presStyleLbl="node1" presStyleIdx="0" presStyleCnt="2">
        <dgm:presLayoutVars>
          <dgm:chMax val="0"/>
          <dgm:bulletEnabled val="1"/>
        </dgm:presLayoutVars>
      </dgm:prSet>
      <dgm:spPr/>
    </dgm:pt>
    <dgm:pt modelId="{57ABE3E8-76CB-448F-A8BD-103315F85885}" type="pres">
      <dgm:prSet presAssocID="{480B4467-51CF-4AE4-BA4A-7E8F33AFDA86}" presName="spacer" presStyleCnt="0"/>
      <dgm:spPr/>
    </dgm:pt>
    <dgm:pt modelId="{EFFE7987-83A9-4FAF-AEA6-DE2E0E225AE9}" type="pres">
      <dgm:prSet presAssocID="{723CDBB0-3734-4AD1-9186-84CE194DE162}" presName="parentText" presStyleLbl="node1" presStyleIdx="1" presStyleCnt="2">
        <dgm:presLayoutVars>
          <dgm:chMax val="0"/>
          <dgm:bulletEnabled val="1"/>
        </dgm:presLayoutVars>
      </dgm:prSet>
      <dgm:spPr/>
    </dgm:pt>
  </dgm:ptLst>
  <dgm:cxnLst>
    <dgm:cxn modelId="{9EB87E79-981A-4371-B0A3-470C815A3B7F}" type="presOf" srcId="{BCC0642F-9E9B-4A3E-B659-6B9C1F974EF7}" destId="{8896B517-D9DC-464C-BCB5-5B9018CE8523}" srcOrd="0" destOrd="0" presId="urn:microsoft.com/office/officeart/2005/8/layout/vList2"/>
    <dgm:cxn modelId="{FE43A392-968A-430D-B5BB-CD34E740542C}" type="presOf" srcId="{723CDBB0-3734-4AD1-9186-84CE194DE162}" destId="{EFFE7987-83A9-4FAF-AEA6-DE2E0E225AE9}" srcOrd="0" destOrd="0" presId="urn:microsoft.com/office/officeart/2005/8/layout/vList2"/>
    <dgm:cxn modelId="{6D5A849A-E319-4ECB-BCC2-76A81F975D32}" srcId="{77B78557-195A-4D25-87A9-D2516EA58934}" destId="{723CDBB0-3734-4AD1-9186-84CE194DE162}" srcOrd="1" destOrd="0" parTransId="{8DA1D156-8460-4E6D-9B6C-0AB6A3162AEF}" sibTransId="{A0B8432B-CFE0-4A5F-84EE-6636870BBCA8}"/>
    <dgm:cxn modelId="{3DF2E6D5-AA62-4118-945E-E8B2C363CD17}" srcId="{77B78557-195A-4D25-87A9-D2516EA58934}" destId="{BCC0642F-9E9B-4A3E-B659-6B9C1F974EF7}" srcOrd="0" destOrd="0" parTransId="{2DC20187-D891-48B1-9366-5FCCE61B9794}" sibTransId="{480B4467-51CF-4AE4-BA4A-7E8F33AFDA86}"/>
    <dgm:cxn modelId="{494D56F5-6CAC-404B-A185-74DBD7C6FCB3}" type="presOf" srcId="{77B78557-195A-4D25-87A9-D2516EA58934}" destId="{6739F697-0F71-4E04-925C-9E7831EAE4BC}" srcOrd="0" destOrd="0" presId="urn:microsoft.com/office/officeart/2005/8/layout/vList2"/>
    <dgm:cxn modelId="{44B233CE-A55D-424B-B5EA-E3C584892683}" type="presParOf" srcId="{6739F697-0F71-4E04-925C-9E7831EAE4BC}" destId="{8896B517-D9DC-464C-BCB5-5B9018CE8523}" srcOrd="0" destOrd="0" presId="urn:microsoft.com/office/officeart/2005/8/layout/vList2"/>
    <dgm:cxn modelId="{5656B9A4-8D42-4939-83A0-0F862ECB8005}" type="presParOf" srcId="{6739F697-0F71-4E04-925C-9E7831EAE4BC}" destId="{57ABE3E8-76CB-448F-A8BD-103315F85885}" srcOrd="1" destOrd="0" presId="urn:microsoft.com/office/officeart/2005/8/layout/vList2"/>
    <dgm:cxn modelId="{0F3F31E4-A6E6-45FC-99EF-ED3FFAFAB42B}" type="presParOf" srcId="{6739F697-0F71-4E04-925C-9E7831EAE4BC}" destId="{EFFE7987-83A9-4FAF-AEA6-DE2E0E225AE9}"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AD2A296-C97B-4F80-86F2-4B3E9C91A42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4862FA6-3076-4CA7-B2A3-2DC1E5F75C6F}">
      <dgm:prSet/>
      <dgm:spPr/>
      <dgm:t>
        <a:bodyPr/>
        <a:lstStyle/>
        <a:p>
          <a:r>
            <a:rPr lang="ru-RU" b="0" i="0"/>
            <a:t>«Історія русів»</a:t>
          </a:r>
          <a:endParaRPr lang="uk-UA"/>
        </a:p>
      </dgm:t>
    </dgm:pt>
    <dgm:pt modelId="{C5E5D8D1-F362-4B27-BC6D-FE4E9D68F828}" type="parTrans" cxnId="{0B316CD2-63C8-4AE4-B1D8-43D4DB89DC2D}">
      <dgm:prSet/>
      <dgm:spPr/>
      <dgm:t>
        <a:bodyPr/>
        <a:lstStyle/>
        <a:p>
          <a:endParaRPr lang="uk-UA"/>
        </a:p>
      </dgm:t>
    </dgm:pt>
    <dgm:pt modelId="{BE5FDBA0-0735-47D2-B158-914188C951EF}" type="sibTrans" cxnId="{0B316CD2-63C8-4AE4-B1D8-43D4DB89DC2D}">
      <dgm:prSet/>
      <dgm:spPr/>
      <dgm:t>
        <a:bodyPr/>
        <a:lstStyle/>
        <a:p>
          <a:endParaRPr lang="uk-UA"/>
        </a:p>
      </dgm:t>
    </dgm:pt>
    <dgm:pt modelId="{C65E7446-84B0-4E4C-90D3-9B5F91DB1D42}">
      <dgm:prSet/>
      <dgm:spPr/>
      <dgm:t>
        <a:bodyPr/>
        <a:lstStyle/>
        <a:p>
          <a:r>
            <a:rPr lang="ru-RU" b="0" i="0" dirty="0"/>
            <a:t>«</a:t>
          </a:r>
          <a:r>
            <a:rPr lang="ru-RU" b="0" i="0" dirty="0" err="1"/>
            <a:t>Руська</a:t>
          </a:r>
          <a:r>
            <a:rPr lang="ru-RU" b="0" i="0" dirty="0"/>
            <a:t> правда»</a:t>
          </a:r>
          <a:endParaRPr lang="uk-UA" dirty="0"/>
        </a:p>
      </dgm:t>
    </dgm:pt>
    <dgm:pt modelId="{8770C93E-43F5-49C0-8D27-4E7E6126474E}" type="parTrans" cxnId="{CAE659E9-A35E-4AA2-8379-02A9E1846CAC}">
      <dgm:prSet/>
      <dgm:spPr/>
      <dgm:t>
        <a:bodyPr/>
        <a:lstStyle/>
        <a:p>
          <a:endParaRPr lang="uk-UA"/>
        </a:p>
      </dgm:t>
    </dgm:pt>
    <dgm:pt modelId="{A35FAADC-10A5-4E67-9B0D-2FA4CA1BF089}" type="sibTrans" cxnId="{CAE659E9-A35E-4AA2-8379-02A9E1846CAC}">
      <dgm:prSet/>
      <dgm:spPr/>
      <dgm:t>
        <a:bodyPr/>
        <a:lstStyle/>
        <a:p>
          <a:endParaRPr lang="uk-UA"/>
        </a:p>
      </dgm:t>
    </dgm:pt>
    <dgm:pt modelId="{A1739069-971E-44CF-85CB-147824E574FF}">
      <dgm:prSet/>
      <dgm:spPr/>
      <dgm:t>
        <a:bodyPr/>
        <a:lstStyle/>
        <a:p>
          <a:r>
            <a:rPr lang="ru-RU" b="0" i="0" dirty="0"/>
            <a:t>«</a:t>
          </a:r>
          <a:r>
            <a:rPr lang="ru-RU" b="0" i="0" dirty="0" err="1"/>
            <a:t>Самостійна</a:t>
          </a:r>
          <a:r>
            <a:rPr lang="ru-RU" b="0" i="0" dirty="0"/>
            <a:t> </a:t>
          </a:r>
          <a:r>
            <a:rPr lang="ru-RU" b="0" i="0" dirty="0" err="1"/>
            <a:t>Україна</a:t>
          </a:r>
          <a:r>
            <a:rPr lang="ru-RU" b="0" i="0" dirty="0"/>
            <a:t>»</a:t>
          </a:r>
          <a:endParaRPr lang="uk-UA" dirty="0"/>
        </a:p>
      </dgm:t>
    </dgm:pt>
    <dgm:pt modelId="{379FB15C-9D87-4188-B0F6-B33F2E80F435}" type="parTrans" cxnId="{580E5BD0-6128-4C3B-B8A0-F54EF150C0A3}">
      <dgm:prSet/>
      <dgm:spPr/>
      <dgm:t>
        <a:bodyPr/>
        <a:lstStyle/>
        <a:p>
          <a:endParaRPr lang="uk-UA"/>
        </a:p>
      </dgm:t>
    </dgm:pt>
    <dgm:pt modelId="{4B833B78-139A-426D-890C-C40632817635}" type="sibTrans" cxnId="{580E5BD0-6128-4C3B-B8A0-F54EF150C0A3}">
      <dgm:prSet/>
      <dgm:spPr/>
      <dgm:t>
        <a:bodyPr/>
        <a:lstStyle/>
        <a:p>
          <a:endParaRPr lang="uk-UA"/>
        </a:p>
      </dgm:t>
    </dgm:pt>
    <dgm:pt modelId="{3F38F9DD-3F09-45FF-9011-015E87121572}">
      <dgm:prSet/>
      <dgm:spPr/>
      <dgm:t>
        <a:bodyPr/>
        <a:lstStyle/>
        <a:p>
          <a:r>
            <a:rPr lang="ru-RU" b="0" i="0" dirty="0"/>
            <a:t>«Книга </a:t>
          </a:r>
          <a:r>
            <a:rPr lang="ru-RU" b="0" i="0" dirty="0" err="1"/>
            <a:t>буття</a:t>
          </a:r>
          <a:r>
            <a:rPr lang="ru-RU" b="0" i="0" dirty="0"/>
            <a:t> </a:t>
          </a:r>
          <a:r>
            <a:rPr lang="ru-RU" b="0" i="0" dirty="0" err="1"/>
            <a:t>українського</a:t>
          </a:r>
          <a:r>
            <a:rPr lang="ru-RU" b="0" i="0" dirty="0"/>
            <a:t> народу»</a:t>
          </a:r>
          <a:endParaRPr lang="uk-UA" dirty="0"/>
        </a:p>
      </dgm:t>
    </dgm:pt>
    <dgm:pt modelId="{B30DB67A-2034-4934-9EF4-174622F6E916}" type="parTrans" cxnId="{4CF4EB79-7217-4575-88DF-A09AC867399D}">
      <dgm:prSet/>
      <dgm:spPr/>
      <dgm:t>
        <a:bodyPr/>
        <a:lstStyle/>
        <a:p>
          <a:endParaRPr lang="uk-UA"/>
        </a:p>
      </dgm:t>
    </dgm:pt>
    <dgm:pt modelId="{23E3B40A-CA69-493C-8AB0-DB1B6AEBB718}" type="sibTrans" cxnId="{4CF4EB79-7217-4575-88DF-A09AC867399D}">
      <dgm:prSet/>
      <dgm:spPr/>
      <dgm:t>
        <a:bodyPr/>
        <a:lstStyle/>
        <a:p>
          <a:endParaRPr lang="uk-UA"/>
        </a:p>
      </dgm:t>
    </dgm:pt>
    <dgm:pt modelId="{708F2844-7C4B-4B96-95E2-4824EEC77B9B}" type="pres">
      <dgm:prSet presAssocID="{0AD2A296-C97B-4F80-86F2-4B3E9C91A422}" presName="linear" presStyleCnt="0">
        <dgm:presLayoutVars>
          <dgm:animLvl val="lvl"/>
          <dgm:resizeHandles val="exact"/>
        </dgm:presLayoutVars>
      </dgm:prSet>
      <dgm:spPr/>
    </dgm:pt>
    <dgm:pt modelId="{0D268F3A-F9ED-4BD1-AB55-B2D635221CA1}" type="pres">
      <dgm:prSet presAssocID="{C4862FA6-3076-4CA7-B2A3-2DC1E5F75C6F}" presName="parentText" presStyleLbl="node1" presStyleIdx="0" presStyleCnt="4">
        <dgm:presLayoutVars>
          <dgm:chMax val="0"/>
          <dgm:bulletEnabled val="1"/>
        </dgm:presLayoutVars>
      </dgm:prSet>
      <dgm:spPr/>
    </dgm:pt>
    <dgm:pt modelId="{1C7D0431-C037-4602-89DE-26FB625C384C}" type="pres">
      <dgm:prSet presAssocID="{BE5FDBA0-0735-47D2-B158-914188C951EF}" presName="spacer" presStyleCnt="0"/>
      <dgm:spPr/>
    </dgm:pt>
    <dgm:pt modelId="{007C816A-CEEC-4531-918B-A8E6EAB7C2B7}" type="pres">
      <dgm:prSet presAssocID="{C65E7446-84B0-4E4C-90D3-9B5F91DB1D42}" presName="parentText" presStyleLbl="node1" presStyleIdx="1" presStyleCnt="4">
        <dgm:presLayoutVars>
          <dgm:chMax val="0"/>
          <dgm:bulletEnabled val="1"/>
        </dgm:presLayoutVars>
      </dgm:prSet>
      <dgm:spPr/>
    </dgm:pt>
    <dgm:pt modelId="{272AE4EB-1993-408B-9169-3B15A9C56112}" type="pres">
      <dgm:prSet presAssocID="{A35FAADC-10A5-4E67-9B0D-2FA4CA1BF089}" presName="spacer" presStyleCnt="0"/>
      <dgm:spPr/>
    </dgm:pt>
    <dgm:pt modelId="{B6FAF510-5039-44AC-8688-93132755BF67}" type="pres">
      <dgm:prSet presAssocID="{A1739069-971E-44CF-85CB-147824E574FF}" presName="parentText" presStyleLbl="node1" presStyleIdx="2" presStyleCnt="4">
        <dgm:presLayoutVars>
          <dgm:chMax val="0"/>
          <dgm:bulletEnabled val="1"/>
        </dgm:presLayoutVars>
      </dgm:prSet>
      <dgm:spPr/>
    </dgm:pt>
    <dgm:pt modelId="{A1806652-4B66-4ECE-8E12-BDFA52DB700D}" type="pres">
      <dgm:prSet presAssocID="{4B833B78-139A-426D-890C-C40632817635}" presName="spacer" presStyleCnt="0"/>
      <dgm:spPr/>
    </dgm:pt>
    <dgm:pt modelId="{32B1D99C-AAA2-48F7-BF15-3F4CF28AA808}" type="pres">
      <dgm:prSet presAssocID="{3F38F9DD-3F09-45FF-9011-015E87121572}" presName="parentText" presStyleLbl="node1" presStyleIdx="3" presStyleCnt="4">
        <dgm:presLayoutVars>
          <dgm:chMax val="0"/>
          <dgm:bulletEnabled val="1"/>
        </dgm:presLayoutVars>
      </dgm:prSet>
      <dgm:spPr/>
    </dgm:pt>
  </dgm:ptLst>
  <dgm:cxnLst>
    <dgm:cxn modelId="{2B815524-F62B-460F-9871-514683604EDD}" type="presOf" srcId="{0AD2A296-C97B-4F80-86F2-4B3E9C91A422}" destId="{708F2844-7C4B-4B96-95E2-4824EEC77B9B}" srcOrd="0" destOrd="0" presId="urn:microsoft.com/office/officeart/2005/8/layout/vList2"/>
    <dgm:cxn modelId="{D1AF8165-8DEC-4EF3-8712-73B0534F21E7}" type="presOf" srcId="{3F38F9DD-3F09-45FF-9011-015E87121572}" destId="{32B1D99C-AAA2-48F7-BF15-3F4CF28AA808}" srcOrd="0" destOrd="0" presId="urn:microsoft.com/office/officeart/2005/8/layout/vList2"/>
    <dgm:cxn modelId="{4CF4EB79-7217-4575-88DF-A09AC867399D}" srcId="{0AD2A296-C97B-4F80-86F2-4B3E9C91A422}" destId="{3F38F9DD-3F09-45FF-9011-015E87121572}" srcOrd="3" destOrd="0" parTransId="{B30DB67A-2034-4934-9EF4-174622F6E916}" sibTransId="{23E3B40A-CA69-493C-8AB0-DB1B6AEBB718}"/>
    <dgm:cxn modelId="{D966F78B-3DBC-4FDF-8D39-0E9831D08BC7}" type="presOf" srcId="{C4862FA6-3076-4CA7-B2A3-2DC1E5F75C6F}" destId="{0D268F3A-F9ED-4BD1-AB55-B2D635221CA1}" srcOrd="0" destOrd="0" presId="urn:microsoft.com/office/officeart/2005/8/layout/vList2"/>
    <dgm:cxn modelId="{DA9CC08E-430A-45BF-859D-04AD6D10CC74}" type="presOf" srcId="{A1739069-971E-44CF-85CB-147824E574FF}" destId="{B6FAF510-5039-44AC-8688-93132755BF67}" srcOrd="0" destOrd="0" presId="urn:microsoft.com/office/officeart/2005/8/layout/vList2"/>
    <dgm:cxn modelId="{580E5BD0-6128-4C3B-B8A0-F54EF150C0A3}" srcId="{0AD2A296-C97B-4F80-86F2-4B3E9C91A422}" destId="{A1739069-971E-44CF-85CB-147824E574FF}" srcOrd="2" destOrd="0" parTransId="{379FB15C-9D87-4188-B0F6-B33F2E80F435}" sibTransId="{4B833B78-139A-426D-890C-C40632817635}"/>
    <dgm:cxn modelId="{0B316CD2-63C8-4AE4-B1D8-43D4DB89DC2D}" srcId="{0AD2A296-C97B-4F80-86F2-4B3E9C91A422}" destId="{C4862FA6-3076-4CA7-B2A3-2DC1E5F75C6F}" srcOrd="0" destOrd="0" parTransId="{C5E5D8D1-F362-4B27-BC6D-FE4E9D68F828}" sibTransId="{BE5FDBA0-0735-47D2-B158-914188C951EF}"/>
    <dgm:cxn modelId="{A3E435E2-BB27-40A2-B5A9-9DE432F7A058}" type="presOf" srcId="{C65E7446-84B0-4E4C-90D3-9B5F91DB1D42}" destId="{007C816A-CEEC-4531-918B-A8E6EAB7C2B7}" srcOrd="0" destOrd="0" presId="urn:microsoft.com/office/officeart/2005/8/layout/vList2"/>
    <dgm:cxn modelId="{CAE659E9-A35E-4AA2-8379-02A9E1846CAC}" srcId="{0AD2A296-C97B-4F80-86F2-4B3E9C91A422}" destId="{C65E7446-84B0-4E4C-90D3-9B5F91DB1D42}" srcOrd="1" destOrd="0" parTransId="{8770C93E-43F5-49C0-8D27-4E7E6126474E}" sibTransId="{A35FAADC-10A5-4E67-9B0D-2FA4CA1BF089}"/>
    <dgm:cxn modelId="{5F4A7F90-7BBA-4539-9E70-95592A4C212B}" type="presParOf" srcId="{708F2844-7C4B-4B96-95E2-4824EEC77B9B}" destId="{0D268F3A-F9ED-4BD1-AB55-B2D635221CA1}" srcOrd="0" destOrd="0" presId="urn:microsoft.com/office/officeart/2005/8/layout/vList2"/>
    <dgm:cxn modelId="{F50387B5-2066-480B-BE42-9D3EC28167C9}" type="presParOf" srcId="{708F2844-7C4B-4B96-95E2-4824EEC77B9B}" destId="{1C7D0431-C037-4602-89DE-26FB625C384C}" srcOrd="1" destOrd="0" presId="urn:microsoft.com/office/officeart/2005/8/layout/vList2"/>
    <dgm:cxn modelId="{359A06B9-725E-491F-9010-54B016F6D8C7}" type="presParOf" srcId="{708F2844-7C4B-4B96-95E2-4824EEC77B9B}" destId="{007C816A-CEEC-4531-918B-A8E6EAB7C2B7}" srcOrd="2" destOrd="0" presId="urn:microsoft.com/office/officeart/2005/8/layout/vList2"/>
    <dgm:cxn modelId="{E6EC5549-2A38-4E3C-AC2E-D34629A3F242}" type="presParOf" srcId="{708F2844-7C4B-4B96-95E2-4824EEC77B9B}" destId="{272AE4EB-1993-408B-9169-3B15A9C56112}" srcOrd="3" destOrd="0" presId="urn:microsoft.com/office/officeart/2005/8/layout/vList2"/>
    <dgm:cxn modelId="{A2859FE0-6C2E-4EFE-B3BA-456A4CFD9053}" type="presParOf" srcId="{708F2844-7C4B-4B96-95E2-4824EEC77B9B}" destId="{B6FAF510-5039-44AC-8688-93132755BF67}" srcOrd="4" destOrd="0" presId="urn:microsoft.com/office/officeart/2005/8/layout/vList2"/>
    <dgm:cxn modelId="{062DDCD3-3AAD-4B48-9580-EC7840C3C6D2}" type="presParOf" srcId="{708F2844-7C4B-4B96-95E2-4824EEC77B9B}" destId="{A1806652-4B66-4ECE-8E12-BDFA52DB700D}" srcOrd="5" destOrd="0" presId="urn:microsoft.com/office/officeart/2005/8/layout/vList2"/>
    <dgm:cxn modelId="{F1DA9E8E-36C6-4C26-B851-044766F58B25}" type="presParOf" srcId="{708F2844-7C4B-4B96-95E2-4824EEC77B9B}" destId="{32B1D99C-AAA2-48F7-BF15-3F4CF28AA80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BF114AD-A902-4AE6-AE81-E8EDB5B822F4}"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91830DB4-8968-47F5-87E2-5152E84751EC}">
      <dgm:prSet/>
      <dgm:spPr/>
      <dgm:t>
        <a:bodyPr/>
        <a:lstStyle/>
        <a:p>
          <a:r>
            <a:rPr lang="ru-RU" b="0" i="0"/>
            <a:t>Маркіян Шашкевич</a:t>
          </a:r>
          <a:endParaRPr lang="uk-UA"/>
        </a:p>
      </dgm:t>
    </dgm:pt>
    <dgm:pt modelId="{A9EDFDE9-12E0-4AEC-AC4F-2D194A7076A0}" type="parTrans" cxnId="{1ADD366E-78AA-4DC2-B7CC-D52C96CD0147}">
      <dgm:prSet/>
      <dgm:spPr/>
      <dgm:t>
        <a:bodyPr/>
        <a:lstStyle/>
        <a:p>
          <a:endParaRPr lang="uk-UA"/>
        </a:p>
      </dgm:t>
    </dgm:pt>
    <dgm:pt modelId="{CE67EC45-ABAA-4149-B8E6-9DDF9FBFE358}" type="sibTrans" cxnId="{1ADD366E-78AA-4DC2-B7CC-D52C96CD0147}">
      <dgm:prSet/>
      <dgm:spPr/>
      <dgm:t>
        <a:bodyPr/>
        <a:lstStyle/>
        <a:p>
          <a:endParaRPr lang="uk-UA"/>
        </a:p>
      </dgm:t>
    </dgm:pt>
    <dgm:pt modelId="{7D99A911-DC5D-4186-852A-6ECA7611CA99}">
      <dgm:prSet/>
      <dgm:spPr/>
      <dgm:t>
        <a:bodyPr/>
        <a:lstStyle/>
        <a:p>
          <a:r>
            <a:rPr lang="ru-RU" b="0" i="0" dirty="0" err="1"/>
            <a:t>Володимир</a:t>
          </a:r>
          <a:r>
            <a:rPr lang="ru-RU" b="0" i="0" dirty="0"/>
            <a:t> Антонович</a:t>
          </a:r>
          <a:endParaRPr lang="uk-UA" dirty="0"/>
        </a:p>
      </dgm:t>
    </dgm:pt>
    <dgm:pt modelId="{7D83560C-46BD-4FA0-9A56-3A7021B2350B}" type="parTrans" cxnId="{10A85173-0331-4FD1-9CB8-397F67D5EC62}">
      <dgm:prSet/>
      <dgm:spPr/>
      <dgm:t>
        <a:bodyPr/>
        <a:lstStyle/>
        <a:p>
          <a:endParaRPr lang="uk-UA"/>
        </a:p>
      </dgm:t>
    </dgm:pt>
    <dgm:pt modelId="{97C66676-C709-419B-99E1-035410B129A1}" type="sibTrans" cxnId="{10A85173-0331-4FD1-9CB8-397F67D5EC62}">
      <dgm:prSet/>
      <dgm:spPr/>
      <dgm:t>
        <a:bodyPr/>
        <a:lstStyle/>
        <a:p>
          <a:endParaRPr lang="uk-UA"/>
        </a:p>
      </dgm:t>
    </dgm:pt>
    <dgm:pt modelId="{372A7AAE-E274-49A5-88E8-E656FDB914F8}">
      <dgm:prSet/>
      <dgm:spPr/>
      <dgm:t>
        <a:bodyPr/>
        <a:lstStyle/>
        <a:p>
          <a:r>
            <a:rPr lang="ru-RU" b="0" i="0" dirty="0"/>
            <a:t>Борис </a:t>
          </a:r>
          <a:r>
            <a:rPr lang="ru-RU" b="0" i="0" dirty="0" err="1"/>
            <a:t>Грінченко</a:t>
          </a:r>
          <a:endParaRPr lang="uk-UA" dirty="0"/>
        </a:p>
      </dgm:t>
    </dgm:pt>
    <dgm:pt modelId="{AC9EF20E-B737-4580-98D2-8980A3A5C381}" type="parTrans" cxnId="{A2ED4C11-051D-4F82-A214-1B821950FE31}">
      <dgm:prSet/>
      <dgm:spPr/>
      <dgm:t>
        <a:bodyPr/>
        <a:lstStyle/>
        <a:p>
          <a:endParaRPr lang="uk-UA"/>
        </a:p>
      </dgm:t>
    </dgm:pt>
    <dgm:pt modelId="{18229D7B-06A1-4DFB-B4E8-998BF6647306}" type="sibTrans" cxnId="{A2ED4C11-051D-4F82-A214-1B821950FE31}">
      <dgm:prSet/>
      <dgm:spPr/>
      <dgm:t>
        <a:bodyPr/>
        <a:lstStyle/>
        <a:p>
          <a:endParaRPr lang="uk-UA"/>
        </a:p>
      </dgm:t>
    </dgm:pt>
    <dgm:pt modelId="{6E6F7562-03C2-4AC4-ABFB-0571A38E0BF0}">
      <dgm:prSet/>
      <dgm:spPr/>
      <dgm:t>
        <a:bodyPr/>
        <a:lstStyle/>
        <a:p>
          <a:r>
            <a:rPr lang="ru-RU" b="0" i="0" dirty="0" err="1"/>
            <a:t>Іван</a:t>
          </a:r>
          <a:r>
            <a:rPr lang="ru-RU" b="0" i="0" dirty="0"/>
            <a:t> Франко</a:t>
          </a:r>
          <a:endParaRPr lang="uk-UA" dirty="0"/>
        </a:p>
      </dgm:t>
    </dgm:pt>
    <dgm:pt modelId="{8EADD079-65A6-4FED-8DED-84D478243F02}" type="parTrans" cxnId="{BA57230D-344C-4930-A2B5-774DA50F5DBA}">
      <dgm:prSet/>
      <dgm:spPr/>
      <dgm:t>
        <a:bodyPr/>
        <a:lstStyle/>
        <a:p>
          <a:endParaRPr lang="uk-UA"/>
        </a:p>
      </dgm:t>
    </dgm:pt>
    <dgm:pt modelId="{1672A0D9-5B8D-4F82-9D2A-17FF6DF1D16B}" type="sibTrans" cxnId="{BA57230D-344C-4930-A2B5-774DA50F5DBA}">
      <dgm:prSet/>
      <dgm:spPr/>
      <dgm:t>
        <a:bodyPr/>
        <a:lstStyle/>
        <a:p>
          <a:endParaRPr lang="uk-UA"/>
        </a:p>
      </dgm:t>
    </dgm:pt>
    <dgm:pt modelId="{EE837CCB-D1CA-47FE-A404-5E119AD2B3A8}" type="pres">
      <dgm:prSet presAssocID="{9BF114AD-A902-4AE6-AE81-E8EDB5B822F4}" presName="Name0" presStyleCnt="0">
        <dgm:presLayoutVars>
          <dgm:chMax val="7"/>
          <dgm:chPref val="7"/>
          <dgm:dir/>
        </dgm:presLayoutVars>
      </dgm:prSet>
      <dgm:spPr/>
    </dgm:pt>
    <dgm:pt modelId="{9964DCA6-E669-486C-8A9C-F1C7A408554A}" type="pres">
      <dgm:prSet presAssocID="{9BF114AD-A902-4AE6-AE81-E8EDB5B822F4}" presName="Name1" presStyleCnt="0"/>
      <dgm:spPr/>
    </dgm:pt>
    <dgm:pt modelId="{5D49F7EE-A4B4-4669-A0C2-72D3ACD729EB}" type="pres">
      <dgm:prSet presAssocID="{9BF114AD-A902-4AE6-AE81-E8EDB5B822F4}" presName="cycle" presStyleCnt="0"/>
      <dgm:spPr/>
    </dgm:pt>
    <dgm:pt modelId="{7F9C97F4-3205-429E-8933-EC6872542D7B}" type="pres">
      <dgm:prSet presAssocID="{9BF114AD-A902-4AE6-AE81-E8EDB5B822F4}" presName="srcNode" presStyleLbl="node1" presStyleIdx="0" presStyleCnt="4"/>
      <dgm:spPr/>
    </dgm:pt>
    <dgm:pt modelId="{C5D011A9-10FC-4CE6-AF3A-A77D3AC112D1}" type="pres">
      <dgm:prSet presAssocID="{9BF114AD-A902-4AE6-AE81-E8EDB5B822F4}" presName="conn" presStyleLbl="parChTrans1D2" presStyleIdx="0" presStyleCnt="1"/>
      <dgm:spPr/>
    </dgm:pt>
    <dgm:pt modelId="{B243A8BB-2CFA-43BF-BB66-88A46BE56F4F}" type="pres">
      <dgm:prSet presAssocID="{9BF114AD-A902-4AE6-AE81-E8EDB5B822F4}" presName="extraNode" presStyleLbl="node1" presStyleIdx="0" presStyleCnt="4"/>
      <dgm:spPr/>
    </dgm:pt>
    <dgm:pt modelId="{3B3D5DF3-5B05-4799-8014-BDC2BB3638DC}" type="pres">
      <dgm:prSet presAssocID="{9BF114AD-A902-4AE6-AE81-E8EDB5B822F4}" presName="dstNode" presStyleLbl="node1" presStyleIdx="0" presStyleCnt="4"/>
      <dgm:spPr/>
    </dgm:pt>
    <dgm:pt modelId="{CB09F153-FCBA-41F1-B9E1-6127A2B2E214}" type="pres">
      <dgm:prSet presAssocID="{91830DB4-8968-47F5-87E2-5152E84751EC}" presName="text_1" presStyleLbl="node1" presStyleIdx="0" presStyleCnt="4">
        <dgm:presLayoutVars>
          <dgm:bulletEnabled val="1"/>
        </dgm:presLayoutVars>
      </dgm:prSet>
      <dgm:spPr/>
    </dgm:pt>
    <dgm:pt modelId="{FD3013EE-C4AC-40F4-BFA0-5C281DAD184E}" type="pres">
      <dgm:prSet presAssocID="{91830DB4-8968-47F5-87E2-5152E84751EC}" presName="accent_1" presStyleCnt="0"/>
      <dgm:spPr/>
    </dgm:pt>
    <dgm:pt modelId="{29909243-BD24-4E8B-B288-BC39BA90262D}" type="pres">
      <dgm:prSet presAssocID="{91830DB4-8968-47F5-87E2-5152E84751EC}" presName="accentRepeatNode" presStyleLbl="solidFgAcc1" presStyleIdx="0" presStyleCnt="4"/>
      <dgm:spPr/>
    </dgm:pt>
    <dgm:pt modelId="{CD56BEC4-DC56-486A-B022-BA8DF61BBD69}" type="pres">
      <dgm:prSet presAssocID="{7D99A911-DC5D-4186-852A-6ECA7611CA99}" presName="text_2" presStyleLbl="node1" presStyleIdx="1" presStyleCnt="4">
        <dgm:presLayoutVars>
          <dgm:bulletEnabled val="1"/>
        </dgm:presLayoutVars>
      </dgm:prSet>
      <dgm:spPr/>
    </dgm:pt>
    <dgm:pt modelId="{1F99CF7C-F85F-48C2-B225-E29AE8F23964}" type="pres">
      <dgm:prSet presAssocID="{7D99A911-DC5D-4186-852A-6ECA7611CA99}" presName="accent_2" presStyleCnt="0"/>
      <dgm:spPr/>
    </dgm:pt>
    <dgm:pt modelId="{9935C30A-7224-427C-AAE2-44F6B6655F09}" type="pres">
      <dgm:prSet presAssocID="{7D99A911-DC5D-4186-852A-6ECA7611CA99}" presName="accentRepeatNode" presStyleLbl="solidFgAcc1" presStyleIdx="1" presStyleCnt="4"/>
      <dgm:spPr/>
    </dgm:pt>
    <dgm:pt modelId="{B602F609-E6F7-48A2-9D99-6B6A9B8B61C5}" type="pres">
      <dgm:prSet presAssocID="{372A7AAE-E274-49A5-88E8-E656FDB914F8}" presName="text_3" presStyleLbl="node1" presStyleIdx="2" presStyleCnt="4">
        <dgm:presLayoutVars>
          <dgm:bulletEnabled val="1"/>
        </dgm:presLayoutVars>
      </dgm:prSet>
      <dgm:spPr/>
    </dgm:pt>
    <dgm:pt modelId="{AD34782B-776C-4602-8C16-1011C259B646}" type="pres">
      <dgm:prSet presAssocID="{372A7AAE-E274-49A5-88E8-E656FDB914F8}" presName="accent_3" presStyleCnt="0"/>
      <dgm:spPr/>
    </dgm:pt>
    <dgm:pt modelId="{33A38C2A-C27F-4A23-AE5D-28D21060597D}" type="pres">
      <dgm:prSet presAssocID="{372A7AAE-E274-49A5-88E8-E656FDB914F8}" presName="accentRepeatNode" presStyleLbl="solidFgAcc1" presStyleIdx="2" presStyleCnt="4"/>
      <dgm:spPr/>
    </dgm:pt>
    <dgm:pt modelId="{A557BA00-E853-4B51-978A-B2E43DD7A88C}" type="pres">
      <dgm:prSet presAssocID="{6E6F7562-03C2-4AC4-ABFB-0571A38E0BF0}" presName="text_4" presStyleLbl="node1" presStyleIdx="3" presStyleCnt="4">
        <dgm:presLayoutVars>
          <dgm:bulletEnabled val="1"/>
        </dgm:presLayoutVars>
      </dgm:prSet>
      <dgm:spPr/>
    </dgm:pt>
    <dgm:pt modelId="{265174E9-6D21-4259-8430-16F47DB67E3D}" type="pres">
      <dgm:prSet presAssocID="{6E6F7562-03C2-4AC4-ABFB-0571A38E0BF0}" presName="accent_4" presStyleCnt="0"/>
      <dgm:spPr/>
    </dgm:pt>
    <dgm:pt modelId="{F4DA9FB6-528C-48F9-B56B-E8A9C9ED3BD4}" type="pres">
      <dgm:prSet presAssocID="{6E6F7562-03C2-4AC4-ABFB-0571A38E0BF0}" presName="accentRepeatNode" presStyleLbl="solidFgAcc1" presStyleIdx="3" presStyleCnt="4"/>
      <dgm:spPr/>
    </dgm:pt>
  </dgm:ptLst>
  <dgm:cxnLst>
    <dgm:cxn modelId="{A2CD2903-B085-403B-A4D4-D17DC64B75FE}" type="presOf" srcId="{CE67EC45-ABAA-4149-B8E6-9DDF9FBFE358}" destId="{C5D011A9-10FC-4CE6-AF3A-A77D3AC112D1}" srcOrd="0" destOrd="0" presId="urn:microsoft.com/office/officeart/2008/layout/VerticalCurvedList"/>
    <dgm:cxn modelId="{BA57230D-344C-4930-A2B5-774DA50F5DBA}" srcId="{9BF114AD-A902-4AE6-AE81-E8EDB5B822F4}" destId="{6E6F7562-03C2-4AC4-ABFB-0571A38E0BF0}" srcOrd="3" destOrd="0" parTransId="{8EADD079-65A6-4FED-8DED-84D478243F02}" sibTransId="{1672A0D9-5B8D-4F82-9D2A-17FF6DF1D16B}"/>
    <dgm:cxn modelId="{A2ED4C11-051D-4F82-A214-1B821950FE31}" srcId="{9BF114AD-A902-4AE6-AE81-E8EDB5B822F4}" destId="{372A7AAE-E274-49A5-88E8-E656FDB914F8}" srcOrd="2" destOrd="0" parTransId="{AC9EF20E-B737-4580-98D2-8980A3A5C381}" sibTransId="{18229D7B-06A1-4DFB-B4E8-998BF6647306}"/>
    <dgm:cxn modelId="{4619462E-B990-402A-B1EB-941FCADEE057}" type="presOf" srcId="{9BF114AD-A902-4AE6-AE81-E8EDB5B822F4}" destId="{EE837CCB-D1CA-47FE-A404-5E119AD2B3A8}" srcOrd="0" destOrd="0" presId="urn:microsoft.com/office/officeart/2008/layout/VerticalCurvedList"/>
    <dgm:cxn modelId="{43BBD346-1025-4B43-A689-D8A5F3E5CA25}" type="presOf" srcId="{6E6F7562-03C2-4AC4-ABFB-0571A38E0BF0}" destId="{A557BA00-E853-4B51-978A-B2E43DD7A88C}" srcOrd="0" destOrd="0" presId="urn:microsoft.com/office/officeart/2008/layout/VerticalCurvedList"/>
    <dgm:cxn modelId="{1ADD366E-78AA-4DC2-B7CC-D52C96CD0147}" srcId="{9BF114AD-A902-4AE6-AE81-E8EDB5B822F4}" destId="{91830DB4-8968-47F5-87E2-5152E84751EC}" srcOrd="0" destOrd="0" parTransId="{A9EDFDE9-12E0-4AEC-AC4F-2D194A7076A0}" sibTransId="{CE67EC45-ABAA-4149-B8E6-9DDF9FBFE358}"/>
    <dgm:cxn modelId="{10A85173-0331-4FD1-9CB8-397F67D5EC62}" srcId="{9BF114AD-A902-4AE6-AE81-E8EDB5B822F4}" destId="{7D99A911-DC5D-4186-852A-6ECA7611CA99}" srcOrd="1" destOrd="0" parTransId="{7D83560C-46BD-4FA0-9A56-3A7021B2350B}" sibTransId="{97C66676-C709-419B-99E1-035410B129A1}"/>
    <dgm:cxn modelId="{067DD9AE-90E4-4770-9425-55AFDE3A9FCD}" type="presOf" srcId="{7D99A911-DC5D-4186-852A-6ECA7611CA99}" destId="{CD56BEC4-DC56-486A-B022-BA8DF61BBD69}" srcOrd="0" destOrd="0" presId="urn:microsoft.com/office/officeart/2008/layout/VerticalCurvedList"/>
    <dgm:cxn modelId="{3FF2FEC9-479B-4EE9-B2B3-8713BB64C87A}" type="presOf" srcId="{372A7AAE-E274-49A5-88E8-E656FDB914F8}" destId="{B602F609-E6F7-48A2-9D99-6B6A9B8B61C5}" srcOrd="0" destOrd="0" presId="urn:microsoft.com/office/officeart/2008/layout/VerticalCurvedList"/>
    <dgm:cxn modelId="{3D2302CC-795F-43C5-95CD-BA975A2D77D5}" type="presOf" srcId="{91830DB4-8968-47F5-87E2-5152E84751EC}" destId="{CB09F153-FCBA-41F1-B9E1-6127A2B2E214}" srcOrd="0" destOrd="0" presId="urn:microsoft.com/office/officeart/2008/layout/VerticalCurvedList"/>
    <dgm:cxn modelId="{65478951-7A24-401D-A39D-34F01B63DAE9}" type="presParOf" srcId="{EE837CCB-D1CA-47FE-A404-5E119AD2B3A8}" destId="{9964DCA6-E669-486C-8A9C-F1C7A408554A}" srcOrd="0" destOrd="0" presId="urn:microsoft.com/office/officeart/2008/layout/VerticalCurvedList"/>
    <dgm:cxn modelId="{A8909136-E464-47E8-94DA-2A1D6550FE9D}" type="presParOf" srcId="{9964DCA6-E669-486C-8A9C-F1C7A408554A}" destId="{5D49F7EE-A4B4-4669-A0C2-72D3ACD729EB}" srcOrd="0" destOrd="0" presId="urn:microsoft.com/office/officeart/2008/layout/VerticalCurvedList"/>
    <dgm:cxn modelId="{EDE716AC-D183-4031-8A0D-AB5C798CBC53}" type="presParOf" srcId="{5D49F7EE-A4B4-4669-A0C2-72D3ACD729EB}" destId="{7F9C97F4-3205-429E-8933-EC6872542D7B}" srcOrd="0" destOrd="0" presId="urn:microsoft.com/office/officeart/2008/layout/VerticalCurvedList"/>
    <dgm:cxn modelId="{EB47B223-B9F5-41B3-A0DC-3E01C4CF8D8A}" type="presParOf" srcId="{5D49F7EE-A4B4-4669-A0C2-72D3ACD729EB}" destId="{C5D011A9-10FC-4CE6-AF3A-A77D3AC112D1}" srcOrd="1" destOrd="0" presId="urn:microsoft.com/office/officeart/2008/layout/VerticalCurvedList"/>
    <dgm:cxn modelId="{64EB9958-FB74-494D-817A-52F7AC8AE898}" type="presParOf" srcId="{5D49F7EE-A4B4-4669-A0C2-72D3ACD729EB}" destId="{B243A8BB-2CFA-43BF-BB66-88A46BE56F4F}" srcOrd="2" destOrd="0" presId="urn:microsoft.com/office/officeart/2008/layout/VerticalCurvedList"/>
    <dgm:cxn modelId="{7F39D539-4FE2-4649-8729-9B61AAD1AF4E}" type="presParOf" srcId="{5D49F7EE-A4B4-4669-A0C2-72D3ACD729EB}" destId="{3B3D5DF3-5B05-4799-8014-BDC2BB3638DC}" srcOrd="3" destOrd="0" presId="urn:microsoft.com/office/officeart/2008/layout/VerticalCurvedList"/>
    <dgm:cxn modelId="{E9F34805-0354-48A4-B3FE-56159345CFE1}" type="presParOf" srcId="{9964DCA6-E669-486C-8A9C-F1C7A408554A}" destId="{CB09F153-FCBA-41F1-B9E1-6127A2B2E214}" srcOrd="1" destOrd="0" presId="urn:microsoft.com/office/officeart/2008/layout/VerticalCurvedList"/>
    <dgm:cxn modelId="{E030803D-069A-4863-8B60-73AB10893534}" type="presParOf" srcId="{9964DCA6-E669-486C-8A9C-F1C7A408554A}" destId="{FD3013EE-C4AC-40F4-BFA0-5C281DAD184E}" srcOrd="2" destOrd="0" presId="urn:microsoft.com/office/officeart/2008/layout/VerticalCurvedList"/>
    <dgm:cxn modelId="{022ABE82-E991-4855-A2BD-1BEAD0293FC3}" type="presParOf" srcId="{FD3013EE-C4AC-40F4-BFA0-5C281DAD184E}" destId="{29909243-BD24-4E8B-B288-BC39BA90262D}" srcOrd="0" destOrd="0" presId="urn:microsoft.com/office/officeart/2008/layout/VerticalCurvedList"/>
    <dgm:cxn modelId="{E888E272-AF5C-4821-8605-7E9356CDDC44}" type="presParOf" srcId="{9964DCA6-E669-486C-8A9C-F1C7A408554A}" destId="{CD56BEC4-DC56-486A-B022-BA8DF61BBD69}" srcOrd="3" destOrd="0" presId="urn:microsoft.com/office/officeart/2008/layout/VerticalCurvedList"/>
    <dgm:cxn modelId="{B8010B29-5AAA-4AC4-A1FE-6528F98EEBD6}" type="presParOf" srcId="{9964DCA6-E669-486C-8A9C-F1C7A408554A}" destId="{1F99CF7C-F85F-48C2-B225-E29AE8F23964}" srcOrd="4" destOrd="0" presId="urn:microsoft.com/office/officeart/2008/layout/VerticalCurvedList"/>
    <dgm:cxn modelId="{B01BB5C2-E71E-4D8C-93A8-A392C491DE26}" type="presParOf" srcId="{1F99CF7C-F85F-48C2-B225-E29AE8F23964}" destId="{9935C30A-7224-427C-AAE2-44F6B6655F09}" srcOrd="0" destOrd="0" presId="urn:microsoft.com/office/officeart/2008/layout/VerticalCurvedList"/>
    <dgm:cxn modelId="{35653942-54F9-446D-8061-0DDD07CFE4CA}" type="presParOf" srcId="{9964DCA6-E669-486C-8A9C-F1C7A408554A}" destId="{B602F609-E6F7-48A2-9D99-6B6A9B8B61C5}" srcOrd="5" destOrd="0" presId="urn:microsoft.com/office/officeart/2008/layout/VerticalCurvedList"/>
    <dgm:cxn modelId="{3F98F926-8D5F-4C10-87CA-67F778CDA915}" type="presParOf" srcId="{9964DCA6-E669-486C-8A9C-F1C7A408554A}" destId="{AD34782B-776C-4602-8C16-1011C259B646}" srcOrd="6" destOrd="0" presId="urn:microsoft.com/office/officeart/2008/layout/VerticalCurvedList"/>
    <dgm:cxn modelId="{6962DA0E-0050-47E6-9332-DAFE559984AE}" type="presParOf" srcId="{AD34782B-776C-4602-8C16-1011C259B646}" destId="{33A38C2A-C27F-4A23-AE5D-28D21060597D}" srcOrd="0" destOrd="0" presId="urn:microsoft.com/office/officeart/2008/layout/VerticalCurvedList"/>
    <dgm:cxn modelId="{CD2046A4-D2BA-48AE-81BA-03E85F4E0185}" type="presParOf" srcId="{9964DCA6-E669-486C-8A9C-F1C7A408554A}" destId="{A557BA00-E853-4B51-978A-B2E43DD7A88C}" srcOrd="7" destOrd="0" presId="urn:microsoft.com/office/officeart/2008/layout/VerticalCurvedList"/>
    <dgm:cxn modelId="{AB219E76-CE5E-41E4-B9CB-363434404BCD}" type="presParOf" srcId="{9964DCA6-E669-486C-8A9C-F1C7A408554A}" destId="{265174E9-6D21-4259-8430-16F47DB67E3D}" srcOrd="8" destOrd="0" presId="urn:microsoft.com/office/officeart/2008/layout/VerticalCurvedList"/>
    <dgm:cxn modelId="{8926E6A6-73F8-44B0-BEBE-E0D5615E0345}" type="presParOf" srcId="{265174E9-6D21-4259-8430-16F47DB67E3D}" destId="{F4DA9FB6-528C-48F9-B56B-E8A9C9ED3BD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F745069-9872-4217-B8FF-1EA07CAF494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240021A-1A56-418B-B8C9-FA522DB88771}">
      <dgm:prSet/>
      <dgm:spPr/>
      <dgm:t>
        <a:bodyPr/>
        <a:lstStyle/>
        <a:p>
          <a:r>
            <a:rPr lang="ru-RU" b="0" i="0"/>
            <a:t>«Руська трійця»</a:t>
          </a:r>
          <a:endParaRPr lang="uk-UA"/>
        </a:p>
      </dgm:t>
    </dgm:pt>
    <dgm:pt modelId="{94256F27-53CB-4706-9347-14FE3C049C0B}" type="parTrans" cxnId="{9A4CA63D-B05F-4C05-9DFF-80C93E3933EA}">
      <dgm:prSet/>
      <dgm:spPr/>
      <dgm:t>
        <a:bodyPr/>
        <a:lstStyle/>
        <a:p>
          <a:endParaRPr lang="uk-UA"/>
        </a:p>
      </dgm:t>
    </dgm:pt>
    <dgm:pt modelId="{CE90544C-3FD1-4711-BF06-653FE9A774DF}" type="sibTrans" cxnId="{9A4CA63D-B05F-4C05-9DFF-80C93E3933EA}">
      <dgm:prSet/>
      <dgm:spPr/>
      <dgm:t>
        <a:bodyPr/>
        <a:lstStyle/>
        <a:p>
          <a:endParaRPr lang="uk-UA"/>
        </a:p>
      </dgm:t>
    </dgm:pt>
    <dgm:pt modelId="{41F04269-0692-4237-85D5-8F8EBF28AB19}">
      <dgm:prSet/>
      <dgm:spPr/>
      <dgm:t>
        <a:bodyPr/>
        <a:lstStyle/>
        <a:p>
          <a:r>
            <a:rPr lang="ru-RU" b="0" i="0" dirty="0"/>
            <a:t>Головна </a:t>
          </a:r>
          <a:r>
            <a:rPr lang="ru-RU" b="0" i="0" dirty="0" err="1"/>
            <a:t>Руська</a:t>
          </a:r>
          <a:r>
            <a:rPr lang="ru-RU" b="0" i="0" dirty="0"/>
            <a:t> Рада</a:t>
          </a:r>
          <a:endParaRPr lang="uk-UA" dirty="0"/>
        </a:p>
      </dgm:t>
    </dgm:pt>
    <dgm:pt modelId="{6C8ABD12-A835-4809-901D-7D9B47B7CFE3}" type="parTrans" cxnId="{FFC28C79-3E1C-430F-8B10-ABE7A476CE06}">
      <dgm:prSet/>
      <dgm:spPr/>
      <dgm:t>
        <a:bodyPr/>
        <a:lstStyle/>
        <a:p>
          <a:endParaRPr lang="uk-UA"/>
        </a:p>
      </dgm:t>
    </dgm:pt>
    <dgm:pt modelId="{F95AE835-DCD8-4C4C-8513-89E59E178E3A}" type="sibTrans" cxnId="{FFC28C79-3E1C-430F-8B10-ABE7A476CE06}">
      <dgm:prSet/>
      <dgm:spPr/>
      <dgm:t>
        <a:bodyPr/>
        <a:lstStyle/>
        <a:p>
          <a:endParaRPr lang="uk-UA"/>
        </a:p>
      </dgm:t>
    </dgm:pt>
    <dgm:pt modelId="{B904A4CA-5C0A-4C62-8EE5-6F10B41D7232}">
      <dgm:prSet/>
      <dgm:spPr/>
      <dgm:t>
        <a:bodyPr/>
        <a:lstStyle/>
        <a:p>
          <a:r>
            <a:rPr lang="ru-RU" b="0" i="0"/>
            <a:t>Київська громада</a:t>
          </a:r>
          <a:endParaRPr lang="uk-UA"/>
        </a:p>
      </dgm:t>
    </dgm:pt>
    <dgm:pt modelId="{2D4FF5D7-3BC2-4207-A91C-ADCC1D822FCF}" type="parTrans" cxnId="{10052EEF-4DFF-463F-91C0-CC0AD1DE0D73}">
      <dgm:prSet/>
      <dgm:spPr/>
      <dgm:t>
        <a:bodyPr/>
        <a:lstStyle/>
        <a:p>
          <a:endParaRPr lang="uk-UA"/>
        </a:p>
      </dgm:t>
    </dgm:pt>
    <dgm:pt modelId="{E139226B-C143-4F87-9D49-83EF39D3B1E5}" type="sibTrans" cxnId="{10052EEF-4DFF-463F-91C0-CC0AD1DE0D73}">
      <dgm:prSet/>
      <dgm:spPr/>
      <dgm:t>
        <a:bodyPr/>
        <a:lstStyle/>
        <a:p>
          <a:endParaRPr lang="uk-UA"/>
        </a:p>
      </dgm:t>
    </dgm:pt>
    <dgm:pt modelId="{B5BB61CC-F3A8-4E94-A494-4226A42A565A}">
      <dgm:prSet/>
      <dgm:spPr/>
      <dgm:t>
        <a:bodyPr/>
        <a:lstStyle/>
        <a:p>
          <a:r>
            <a:rPr lang="ru-RU" b="0" i="0"/>
            <a:t>Русько-українська радикальна партія</a:t>
          </a:r>
          <a:endParaRPr lang="uk-UA"/>
        </a:p>
      </dgm:t>
    </dgm:pt>
    <dgm:pt modelId="{CD040872-3EB8-464E-A1F5-B7DD5684150B}" type="parTrans" cxnId="{878AD0A6-60FE-4C1B-BE60-F9A1C41992E7}">
      <dgm:prSet/>
      <dgm:spPr/>
      <dgm:t>
        <a:bodyPr/>
        <a:lstStyle/>
        <a:p>
          <a:endParaRPr lang="uk-UA"/>
        </a:p>
      </dgm:t>
    </dgm:pt>
    <dgm:pt modelId="{3406C3BB-1144-408F-92F5-DF9E45620EBD}" type="sibTrans" cxnId="{878AD0A6-60FE-4C1B-BE60-F9A1C41992E7}">
      <dgm:prSet/>
      <dgm:spPr/>
      <dgm:t>
        <a:bodyPr/>
        <a:lstStyle/>
        <a:p>
          <a:endParaRPr lang="uk-UA"/>
        </a:p>
      </dgm:t>
    </dgm:pt>
    <dgm:pt modelId="{2B457794-7AF9-4CCF-A9C3-1B9BF0CD4D6B}">
      <dgm:prSet/>
      <dgm:spPr/>
      <dgm:t>
        <a:bodyPr/>
        <a:lstStyle/>
        <a:p>
          <a:r>
            <a:rPr lang="ru-RU" b="0" i="0" dirty="0"/>
            <a:t>Братство </a:t>
          </a:r>
          <a:r>
            <a:rPr lang="ru-RU" b="0" i="0" dirty="0" err="1"/>
            <a:t>тарасівців</a:t>
          </a:r>
          <a:endParaRPr lang="uk-UA" dirty="0"/>
        </a:p>
      </dgm:t>
    </dgm:pt>
    <dgm:pt modelId="{FE1DA2F9-7116-4CDE-8A43-9C07AAD9A21F}" type="parTrans" cxnId="{D2B1D2D7-D657-48FC-93D5-186709CC90A7}">
      <dgm:prSet/>
      <dgm:spPr/>
      <dgm:t>
        <a:bodyPr/>
        <a:lstStyle/>
        <a:p>
          <a:endParaRPr lang="uk-UA"/>
        </a:p>
      </dgm:t>
    </dgm:pt>
    <dgm:pt modelId="{66D1375C-D5BE-4C78-AC48-81EAC614844B}" type="sibTrans" cxnId="{D2B1D2D7-D657-48FC-93D5-186709CC90A7}">
      <dgm:prSet/>
      <dgm:spPr/>
      <dgm:t>
        <a:bodyPr/>
        <a:lstStyle/>
        <a:p>
          <a:endParaRPr lang="uk-UA"/>
        </a:p>
      </dgm:t>
    </dgm:pt>
    <dgm:pt modelId="{43BFA01B-859B-4539-8F67-65A01F8634C1}" type="pres">
      <dgm:prSet presAssocID="{0F745069-9872-4217-B8FF-1EA07CAF4948}" presName="linearFlow" presStyleCnt="0">
        <dgm:presLayoutVars>
          <dgm:dir/>
          <dgm:resizeHandles val="exact"/>
        </dgm:presLayoutVars>
      </dgm:prSet>
      <dgm:spPr/>
    </dgm:pt>
    <dgm:pt modelId="{20A0A93A-7B26-45F0-BFED-178DB5C8F93F}" type="pres">
      <dgm:prSet presAssocID="{2240021A-1A56-418B-B8C9-FA522DB88771}" presName="composite" presStyleCnt="0"/>
      <dgm:spPr/>
    </dgm:pt>
    <dgm:pt modelId="{14E1CB4E-D847-4E1E-A9E0-70C5D1990B2B}" type="pres">
      <dgm:prSet presAssocID="{2240021A-1A56-418B-B8C9-FA522DB88771}" presName="imgShp" presStyleLbl="fgImgPlace1" presStyleIdx="0" presStyleCnt="5"/>
      <dgm:spPr/>
    </dgm:pt>
    <dgm:pt modelId="{682DE427-379C-4C00-A09C-FFEDA6B66D5F}" type="pres">
      <dgm:prSet presAssocID="{2240021A-1A56-418B-B8C9-FA522DB88771}" presName="txShp" presStyleLbl="node1" presStyleIdx="0" presStyleCnt="5">
        <dgm:presLayoutVars>
          <dgm:bulletEnabled val="1"/>
        </dgm:presLayoutVars>
      </dgm:prSet>
      <dgm:spPr/>
    </dgm:pt>
    <dgm:pt modelId="{E1E54969-E0FF-404A-9FC1-8E2572D8A730}" type="pres">
      <dgm:prSet presAssocID="{CE90544C-3FD1-4711-BF06-653FE9A774DF}" presName="spacing" presStyleCnt="0"/>
      <dgm:spPr/>
    </dgm:pt>
    <dgm:pt modelId="{055B6545-BFC8-4F55-ADC5-D66AC5D90AC7}" type="pres">
      <dgm:prSet presAssocID="{41F04269-0692-4237-85D5-8F8EBF28AB19}" presName="composite" presStyleCnt="0"/>
      <dgm:spPr/>
    </dgm:pt>
    <dgm:pt modelId="{163FE11B-59EE-4B9A-86BE-41D45121C727}" type="pres">
      <dgm:prSet presAssocID="{41F04269-0692-4237-85D5-8F8EBF28AB19}" presName="imgShp" presStyleLbl="fgImgPlace1" presStyleIdx="1" presStyleCnt="5"/>
      <dgm:spPr/>
    </dgm:pt>
    <dgm:pt modelId="{4FA87FBB-E1CD-40F0-8BCF-E71216DCABE1}" type="pres">
      <dgm:prSet presAssocID="{41F04269-0692-4237-85D5-8F8EBF28AB19}" presName="txShp" presStyleLbl="node1" presStyleIdx="1" presStyleCnt="5">
        <dgm:presLayoutVars>
          <dgm:bulletEnabled val="1"/>
        </dgm:presLayoutVars>
      </dgm:prSet>
      <dgm:spPr/>
    </dgm:pt>
    <dgm:pt modelId="{5DF857B7-46D8-4DB2-A7C9-EE83BEF6EE0C}" type="pres">
      <dgm:prSet presAssocID="{F95AE835-DCD8-4C4C-8513-89E59E178E3A}" presName="spacing" presStyleCnt="0"/>
      <dgm:spPr/>
    </dgm:pt>
    <dgm:pt modelId="{7A4BBA70-496C-403F-B15E-3FFC8412DA5C}" type="pres">
      <dgm:prSet presAssocID="{B904A4CA-5C0A-4C62-8EE5-6F10B41D7232}" presName="composite" presStyleCnt="0"/>
      <dgm:spPr/>
    </dgm:pt>
    <dgm:pt modelId="{758DF1BB-8718-43ED-A79F-6859650E56E4}" type="pres">
      <dgm:prSet presAssocID="{B904A4CA-5C0A-4C62-8EE5-6F10B41D7232}" presName="imgShp" presStyleLbl="fgImgPlace1" presStyleIdx="2" presStyleCnt="5"/>
      <dgm:spPr/>
    </dgm:pt>
    <dgm:pt modelId="{19B72A6A-CCA1-4A3F-86BC-3039EEF3DE44}" type="pres">
      <dgm:prSet presAssocID="{B904A4CA-5C0A-4C62-8EE5-6F10B41D7232}" presName="txShp" presStyleLbl="node1" presStyleIdx="2" presStyleCnt="5">
        <dgm:presLayoutVars>
          <dgm:bulletEnabled val="1"/>
        </dgm:presLayoutVars>
      </dgm:prSet>
      <dgm:spPr/>
    </dgm:pt>
    <dgm:pt modelId="{3F7699F5-662F-414E-A766-000C6E4CCC58}" type="pres">
      <dgm:prSet presAssocID="{E139226B-C143-4F87-9D49-83EF39D3B1E5}" presName="spacing" presStyleCnt="0"/>
      <dgm:spPr/>
    </dgm:pt>
    <dgm:pt modelId="{1A3C6EF5-3004-49AE-9EF1-88DBEBAE234D}" type="pres">
      <dgm:prSet presAssocID="{B5BB61CC-F3A8-4E94-A494-4226A42A565A}" presName="composite" presStyleCnt="0"/>
      <dgm:spPr/>
    </dgm:pt>
    <dgm:pt modelId="{47DA37A2-BA2F-4481-9723-56BF6566E9D3}" type="pres">
      <dgm:prSet presAssocID="{B5BB61CC-F3A8-4E94-A494-4226A42A565A}" presName="imgShp" presStyleLbl="fgImgPlace1" presStyleIdx="3" presStyleCnt="5"/>
      <dgm:spPr/>
    </dgm:pt>
    <dgm:pt modelId="{46D8A9AC-DACA-4AEE-9FAE-4581286204A2}" type="pres">
      <dgm:prSet presAssocID="{B5BB61CC-F3A8-4E94-A494-4226A42A565A}" presName="txShp" presStyleLbl="node1" presStyleIdx="3" presStyleCnt="5">
        <dgm:presLayoutVars>
          <dgm:bulletEnabled val="1"/>
        </dgm:presLayoutVars>
      </dgm:prSet>
      <dgm:spPr/>
    </dgm:pt>
    <dgm:pt modelId="{DF69B8A7-CB7E-4037-9CF3-64147DA0AF66}" type="pres">
      <dgm:prSet presAssocID="{3406C3BB-1144-408F-92F5-DF9E45620EBD}" presName="spacing" presStyleCnt="0"/>
      <dgm:spPr/>
    </dgm:pt>
    <dgm:pt modelId="{964E06BE-7CE7-4224-B54E-E48092712DC8}" type="pres">
      <dgm:prSet presAssocID="{2B457794-7AF9-4CCF-A9C3-1B9BF0CD4D6B}" presName="composite" presStyleCnt="0"/>
      <dgm:spPr/>
    </dgm:pt>
    <dgm:pt modelId="{55583F0A-CC03-4820-9E5D-F5DBB4DF271C}" type="pres">
      <dgm:prSet presAssocID="{2B457794-7AF9-4CCF-A9C3-1B9BF0CD4D6B}" presName="imgShp" presStyleLbl="fgImgPlace1" presStyleIdx="4" presStyleCnt="5"/>
      <dgm:spPr/>
    </dgm:pt>
    <dgm:pt modelId="{3E823E74-24A2-4F20-A525-9CB04F836DF3}" type="pres">
      <dgm:prSet presAssocID="{2B457794-7AF9-4CCF-A9C3-1B9BF0CD4D6B}" presName="txShp" presStyleLbl="node1" presStyleIdx="4" presStyleCnt="5">
        <dgm:presLayoutVars>
          <dgm:bulletEnabled val="1"/>
        </dgm:presLayoutVars>
      </dgm:prSet>
      <dgm:spPr/>
    </dgm:pt>
  </dgm:ptLst>
  <dgm:cxnLst>
    <dgm:cxn modelId="{497EB002-5A20-4325-9F47-9355CF80E5C2}" type="presOf" srcId="{B904A4CA-5C0A-4C62-8EE5-6F10B41D7232}" destId="{19B72A6A-CCA1-4A3F-86BC-3039EEF3DE44}" srcOrd="0" destOrd="0" presId="urn:microsoft.com/office/officeart/2005/8/layout/vList3"/>
    <dgm:cxn modelId="{559F1E18-5E48-46F4-8ABA-5AE68F5EA0DD}" type="presOf" srcId="{2B457794-7AF9-4CCF-A9C3-1B9BF0CD4D6B}" destId="{3E823E74-24A2-4F20-A525-9CB04F836DF3}" srcOrd="0" destOrd="0" presId="urn:microsoft.com/office/officeart/2005/8/layout/vList3"/>
    <dgm:cxn modelId="{9A4CA63D-B05F-4C05-9DFF-80C93E3933EA}" srcId="{0F745069-9872-4217-B8FF-1EA07CAF4948}" destId="{2240021A-1A56-418B-B8C9-FA522DB88771}" srcOrd="0" destOrd="0" parTransId="{94256F27-53CB-4706-9347-14FE3C049C0B}" sibTransId="{CE90544C-3FD1-4711-BF06-653FE9A774DF}"/>
    <dgm:cxn modelId="{BD155F69-105B-4F0F-9D90-F569F4C267B2}" type="presOf" srcId="{B5BB61CC-F3A8-4E94-A494-4226A42A565A}" destId="{46D8A9AC-DACA-4AEE-9FAE-4581286204A2}" srcOrd="0" destOrd="0" presId="urn:microsoft.com/office/officeart/2005/8/layout/vList3"/>
    <dgm:cxn modelId="{FFC28C79-3E1C-430F-8B10-ABE7A476CE06}" srcId="{0F745069-9872-4217-B8FF-1EA07CAF4948}" destId="{41F04269-0692-4237-85D5-8F8EBF28AB19}" srcOrd="1" destOrd="0" parTransId="{6C8ABD12-A835-4809-901D-7D9B47B7CFE3}" sibTransId="{F95AE835-DCD8-4C4C-8513-89E59E178E3A}"/>
    <dgm:cxn modelId="{878AD0A6-60FE-4C1B-BE60-F9A1C41992E7}" srcId="{0F745069-9872-4217-B8FF-1EA07CAF4948}" destId="{B5BB61CC-F3A8-4E94-A494-4226A42A565A}" srcOrd="3" destOrd="0" parTransId="{CD040872-3EB8-464E-A1F5-B7DD5684150B}" sibTransId="{3406C3BB-1144-408F-92F5-DF9E45620EBD}"/>
    <dgm:cxn modelId="{54A903C0-F971-4F9C-B6A6-88D4F47377AB}" type="presOf" srcId="{41F04269-0692-4237-85D5-8F8EBF28AB19}" destId="{4FA87FBB-E1CD-40F0-8BCF-E71216DCABE1}" srcOrd="0" destOrd="0" presId="urn:microsoft.com/office/officeart/2005/8/layout/vList3"/>
    <dgm:cxn modelId="{C3FF82CA-1B48-4DBE-B468-C3FEBDFAF7FC}" type="presOf" srcId="{2240021A-1A56-418B-B8C9-FA522DB88771}" destId="{682DE427-379C-4C00-A09C-FFEDA6B66D5F}" srcOrd="0" destOrd="0" presId="urn:microsoft.com/office/officeart/2005/8/layout/vList3"/>
    <dgm:cxn modelId="{D2B1D2D7-D657-48FC-93D5-186709CC90A7}" srcId="{0F745069-9872-4217-B8FF-1EA07CAF4948}" destId="{2B457794-7AF9-4CCF-A9C3-1B9BF0CD4D6B}" srcOrd="4" destOrd="0" parTransId="{FE1DA2F9-7116-4CDE-8A43-9C07AAD9A21F}" sibTransId="{66D1375C-D5BE-4C78-AC48-81EAC614844B}"/>
    <dgm:cxn modelId="{02578CD9-65A4-4BB6-B595-D07CD1789CF0}" type="presOf" srcId="{0F745069-9872-4217-B8FF-1EA07CAF4948}" destId="{43BFA01B-859B-4539-8F67-65A01F8634C1}" srcOrd="0" destOrd="0" presId="urn:microsoft.com/office/officeart/2005/8/layout/vList3"/>
    <dgm:cxn modelId="{10052EEF-4DFF-463F-91C0-CC0AD1DE0D73}" srcId="{0F745069-9872-4217-B8FF-1EA07CAF4948}" destId="{B904A4CA-5C0A-4C62-8EE5-6F10B41D7232}" srcOrd="2" destOrd="0" parTransId="{2D4FF5D7-3BC2-4207-A91C-ADCC1D822FCF}" sibTransId="{E139226B-C143-4F87-9D49-83EF39D3B1E5}"/>
    <dgm:cxn modelId="{71689503-B234-42C7-B910-B8422481292B}" type="presParOf" srcId="{43BFA01B-859B-4539-8F67-65A01F8634C1}" destId="{20A0A93A-7B26-45F0-BFED-178DB5C8F93F}" srcOrd="0" destOrd="0" presId="urn:microsoft.com/office/officeart/2005/8/layout/vList3"/>
    <dgm:cxn modelId="{E37B9861-B7B6-4CDA-9342-96CDC73F61FA}" type="presParOf" srcId="{20A0A93A-7B26-45F0-BFED-178DB5C8F93F}" destId="{14E1CB4E-D847-4E1E-A9E0-70C5D1990B2B}" srcOrd="0" destOrd="0" presId="urn:microsoft.com/office/officeart/2005/8/layout/vList3"/>
    <dgm:cxn modelId="{D03E5121-0301-4F0C-A69F-E62A25AB6FF7}" type="presParOf" srcId="{20A0A93A-7B26-45F0-BFED-178DB5C8F93F}" destId="{682DE427-379C-4C00-A09C-FFEDA6B66D5F}" srcOrd="1" destOrd="0" presId="urn:microsoft.com/office/officeart/2005/8/layout/vList3"/>
    <dgm:cxn modelId="{B578757F-1153-4139-B941-224237EAAE82}" type="presParOf" srcId="{43BFA01B-859B-4539-8F67-65A01F8634C1}" destId="{E1E54969-E0FF-404A-9FC1-8E2572D8A730}" srcOrd="1" destOrd="0" presId="urn:microsoft.com/office/officeart/2005/8/layout/vList3"/>
    <dgm:cxn modelId="{ED8FE418-C0B9-4C03-846B-AEB7B637F287}" type="presParOf" srcId="{43BFA01B-859B-4539-8F67-65A01F8634C1}" destId="{055B6545-BFC8-4F55-ADC5-D66AC5D90AC7}" srcOrd="2" destOrd="0" presId="urn:microsoft.com/office/officeart/2005/8/layout/vList3"/>
    <dgm:cxn modelId="{AF9C8227-C5D1-47C8-96DC-3BBA6F52B586}" type="presParOf" srcId="{055B6545-BFC8-4F55-ADC5-D66AC5D90AC7}" destId="{163FE11B-59EE-4B9A-86BE-41D45121C727}" srcOrd="0" destOrd="0" presId="urn:microsoft.com/office/officeart/2005/8/layout/vList3"/>
    <dgm:cxn modelId="{43D9B178-2845-49EF-A65C-CE64379F6E78}" type="presParOf" srcId="{055B6545-BFC8-4F55-ADC5-D66AC5D90AC7}" destId="{4FA87FBB-E1CD-40F0-8BCF-E71216DCABE1}" srcOrd="1" destOrd="0" presId="urn:microsoft.com/office/officeart/2005/8/layout/vList3"/>
    <dgm:cxn modelId="{FFE2B933-459A-4B7F-8E55-CAB711191A54}" type="presParOf" srcId="{43BFA01B-859B-4539-8F67-65A01F8634C1}" destId="{5DF857B7-46D8-4DB2-A7C9-EE83BEF6EE0C}" srcOrd="3" destOrd="0" presId="urn:microsoft.com/office/officeart/2005/8/layout/vList3"/>
    <dgm:cxn modelId="{5324A742-8CF8-4C36-B78A-1EC0332CB4F0}" type="presParOf" srcId="{43BFA01B-859B-4539-8F67-65A01F8634C1}" destId="{7A4BBA70-496C-403F-B15E-3FFC8412DA5C}" srcOrd="4" destOrd="0" presId="urn:microsoft.com/office/officeart/2005/8/layout/vList3"/>
    <dgm:cxn modelId="{AE28F5E8-5E4B-4516-834F-19C07668F125}" type="presParOf" srcId="{7A4BBA70-496C-403F-B15E-3FFC8412DA5C}" destId="{758DF1BB-8718-43ED-A79F-6859650E56E4}" srcOrd="0" destOrd="0" presId="urn:microsoft.com/office/officeart/2005/8/layout/vList3"/>
    <dgm:cxn modelId="{F575EF40-BB13-4188-8842-01F189E80D12}" type="presParOf" srcId="{7A4BBA70-496C-403F-B15E-3FFC8412DA5C}" destId="{19B72A6A-CCA1-4A3F-86BC-3039EEF3DE44}" srcOrd="1" destOrd="0" presId="urn:microsoft.com/office/officeart/2005/8/layout/vList3"/>
    <dgm:cxn modelId="{79295B4A-0A0F-409E-B9E6-F2115BEA15B2}" type="presParOf" srcId="{43BFA01B-859B-4539-8F67-65A01F8634C1}" destId="{3F7699F5-662F-414E-A766-000C6E4CCC58}" srcOrd="5" destOrd="0" presId="urn:microsoft.com/office/officeart/2005/8/layout/vList3"/>
    <dgm:cxn modelId="{7F4A62E1-425D-4AC6-BC66-EBE09AD4624E}" type="presParOf" srcId="{43BFA01B-859B-4539-8F67-65A01F8634C1}" destId="{1A3C6EF5-3004-49AE-9EF1-88DBEBAE234D}" srcOrd="6" destOrd="0" presId="urn:microsoft.com/office/officeart/2005/8/layout/vList3"/>
    <dgm:cxn modelId="{17985BF4-2795-4A75-B86E-804B1FFEF0AA}" type="presParOf" srcId="{1A3C6EF5-3004-49AE-9EF1-88DBEBAE234D}" destId="{47DA37A2-BA2F-4481-9723-56BF6566E9D3}" srcOrd="0" destOrd="0" presId="urn:microsoft.com/office/officeart/2005/8/layout/vList3"/>
    <dgm:cxn modelId="{A5062931-9C24-4985-91DF-2A35C4283CFB}" type="presParOf" srcId="{1A3C6EF5-3004-49AE-9EF1-88DBEBAE234D}" destId="{46D8A9AC-DACA-4AEE-9FAE-4581286204A2}" srcOrd="1" destOrd="0" presId="urn:microsoft.com/office/officeart/2005/8/layout/vList3"/>
    <dgm:cxn modelId="{87EC6228-7EF5-4BAB-8608-437E3D7769D9}" type="presParOf" srcId="{43BFA01B-859B-4539-8F67-65A01F8634C1}" destId="{DF69B8A7-CB7E-4037-9CF3-64147DA0AF66}" srcOrd="7" destOrd="0" presId="urn:microsoft.com/office/officeart/2005/8/layout/vList3"/>
    <dgm:cxn modelId="{53980338-D674-4919-B280-952803F54E17}" type="presParOf" srcId="{43BFA01B-859B-4539-8F67-65A01F8634C1}" destId="{964E06BE-7CE7-4224-B54E-E48092712DC8}" srcOrd="8" destOrd="0" presId="urn:microsoft.com/office/officeart/2005/8/layout/vList3"/>
    <dgm:cxn modelId="{791FCE2A-A1F2-47D0-BA18-664CC4EAD111}" type="presParOf" srcId="{964E06BE-7CE7-4224-B54E-E48092712DC8}" destId="{55583F0A-CC03-4820-9E5D-F5DBB4DF271C}" srcOrd="0" destOrd="0" presId="urn:microsoft.com/office/officeart/2005/8/layout/vList3"/>
    <dgm:cxn modelId="{6F39E21D-AFAF-40A4-B6FA-06240E8CA451}" type="presParOf" srcId="{964E06BE-7CE7-4224-B54E-E48092712DC8}" destId="{3E823E74-24A2-4F20-A525-9CB04F836DF3}"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D468377-511E-49A3-87FD-14068F34E223}"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uk-UA"/>
        </a:p>
      </dgm:t>
    </dgm:pt>
    <dgm:pt modelId="{77211FB2-2273-433D-83E9-8538F6C3A480}">
      <dgm:prSet/>
      <dgm:spPr/>
      <dgm:t>
        <a:bodyPr/>
        <a:lstStyle/>
        <a:p>
          <a:r>
            <a:rPr lang="uk-UA" b="0" i="0" dirty="0"/>
            <a:t>У травні 1848 р. українці Галичини створюють у Львові власний орган – Головну руську раду на противагу польській Центральній раді народовій.</a:t>
          </a:r>
          <a:endParaRPr lang="uk-UA" dirty="0"/>
        </a:p>
      </dgm:t>
    </dgm:pt>
    <dgm:pt modelId="{1C4DEE44-1E79-403B-8F6E-EC567E8102DA}" type="parTrans" cxnId="{840EDADC-9BE4-4DA5-9B9B-C5EBF3E6A841}">
      <dgm:prSet/>
      <dgm:spPr/>
      <dgm:t>
        <a:bodyPr/>
        <a:lstStyle/>
        <a:p>
          <a:endParaRPr lang="uk-UA"/>
        </a:p>
      </dgm:t>
    </dgm:pt>
    <dgm:pt modelId="{E91746B9-E8BF-440F-B2F9-91D75233D44F}" type="sibTrans" cxnId="{840EDADC-9BE4-4DA5-9B9B-C5EBF3E6A841}">
      <dgm:prSet/>
      <dgm:spPr/>
      <dgm:t>
        <a:bodyPr/>
        <a:lstStyle/>
        <a:p>
          <a:endParaRPr lang="uk-UA"/>
        </a:p>
      </dgm:t>
    </dgm:pt>
    <dgm:pt modelId="{D912EBCE-ADF3-4B01-8CD6-A8B6651D1058}">
      <dgm:prSet/>
      <dgm:spPr/>
      <dgm:t>
        <a:bodyPr/>
        <a:lstStyle/>
        <a:p>
          <a:r>
            <a:rPr lang="uk-UA" b="0" i="0" dirty="0"/>
            <a:t>Демократизація суспільного життя імперії під час революції 1848–1849 рр. сприяла виданню Я. Головацьким альманаху «Русалка </a:t>
          </a:r>
          <a:r>
            <a:rPr lang="uk-UA" b="0" i="0" dirty="0" err="1"/>
            <a:t>Дністровая</a:t>
          </a:r>
          <a:r>
            <a:rPr lang="uk-UA" b="0" i="0" dirty="0"/>
            <a:t>».</a:t>
          </a:r>
          <a:endParaRPr lang="uk-UA" dirty="0"/>
        </a:p>
      </dgm:t>
    </dgm:pt>
    <dgm:pt modelId="{D8E0821F-C579-4445-B773-6F2AA0CC4BD0}" type="parTrans" cxnId="{70BD16E9-D9F8-4D99-9C40-B6DAD9F4E59E}">
      <dgm:prSet/>
      <dgm:spPr/>
      <dgm:t>
        <a:bodyPr/>
        <a:lstStyle/>
        <a:p>
          <a:endParaRPr lang="uk-UA"/>
        </a:p>
      </dgm:t>
    </dgm:pt>
    <dgm:pt modelId="{CD585A1F-2534-4E18-AD98-514690FB3EC8}" type="sibTrans" cxnId="{70BD16E9-D9F8-4D99-9C40-B6DAD9F4E59E}">
      <dgm:prSet/>
      <dgm:spPr/>
      <dgm:t>
        <a:bodyPr/>
        <a:lstStyle/>
        <a:p>
          <a:endParaRPr lang="uk-UA"/>
        </a:p>
      </dgm:t>
    </dgm:pt>
    <dgm:pt modelId="{01A48F40-4341-4F36-96A5-C324B5A426D9}" type="pres">
      <dgm:prSet presAssocID="{1D468377-511E-49A3-87FD-14068F34E223}" presName="linear" presStyleCnt="0">
        <dgm:presLayoutVars>
          <dgm:animLvl val="lvl"/>
          <dgm:resizeHandles val="exact"/>
        </dgm:presLayoutVars>
      </dgm:prSet>
      <dgm:spPr/>
    </dgm:pt>
    <dgm:pt modelId="{93412621-96EB-4B87-BA59-F9ABA07AD2F3}" type="pres">
      <dgm:prSet presAssocID="{77211FB2-2273-433D-83E9-8538F6C3A480}" presName="parentText" presStyleLbl="node1" presStyleIdx="0" presStyleCnt="2">
        <dgm:presLayoutVars>
          <dgm:chMax val="0"/>
          <dgm:bulletEnabled val="1"/>
        </dgm:presLayoutVars>
      </dgm:prSet>
      <dgm:spPr/>
    </dgm:pt>
    <dgm:pt modelId="{5787C41D-435E-436F-8456-C5B40977B9CD}" type="pres">
      <dgm:prSet presAssocID="{E91746B9-E8BF-440F-B2F9-91D75233D44F}" presName="spacer" presStyleCnt="0"/>
      <dgm:spPr/>
    </dgm:pt>
    <dgm:pt modelId="{27C88DAD-1B1A-4D49-A34B-72884AD75ACD}" type="pres">
      <dgm:prSet presAssocID="{D912EBCE-ADF3-4B01-8CD6-A8B6651D1058}" presName="parentText" presStyleLbl="node1" presStyleIdx="1" presStyleCnt="2">
        <dgm:presLayoutVars>
          <dgm:chMax val="0"/>
          <dgm:bulletEnabled val="1"/>
        </dgm:presLayoutVars>
      </dgm:prSet>
      <dgm:spPr/>
    </dgm:pt>
  </dgm:ptLst>
  <dgm:cxnLst>
    <dgm:cxn modelId="{ED04D323-42C4-4B99-89E8-145FA33B2051}" type="presOf" srcId="{D912EBCE-ADF3-4B01-8CD6-A8B6651D1058}" destId="{27C88DAD-1B1A-4D49-A34B-72884AD75ACD}" srcOrd="0" destOrd="0" presId="urn:microsoft.com/office/officeart/2005/8/layout/vList2"/>
    <dgm:cxn modelId="{A24877D6-5B85-4D3B-A643-A8CEC6B01F29}" type="presOf" srcId="{1D468377-511E-49A3-87FD-14068F34E223}" destId="{01A48F40-4341-4F36-96A5-C324B5A426D9}" srcOrd="0" destOrd="0" presId="urn:microsoft.com/office/officeart/2005/8/layout/vList2"/>
    <dgm:cxn modelId="{840EDADC-9BE4-4DA5-9B9B-C5EBF3E6A841}" srcId="{1D468377-511E-49A3-87FD-14068F34E223}" destId="{77211FB2-2273-433D-83E9-8538F6C3A480}" srcOrd="0" destOrd="0" parTransId="{1C4DEE44-1E79-403B-8F6E-EC567E8102DA}" sibTransId="{E91746B9-E8BF-440F-B2F9-91D75233D44F}"/>
    <dgm:cxn modelId="{A7A71EE5-9B44-4E41-B331-4EF679A38309}" type="presOf" srcId="{77211FB2-2273-433D-83E9-8538F6C3A480}" destId="{93412621-96EB-4B87-BA59-F9ABA07AD2F3}" srcOrd="0" destOrd="0" presId="urn:microsoft.com/office/officeart/2005/8/layout/vList2"/>
    <dgm:cxn modelId="{70BD16E9-D9F8-4D99-9C40-B6DAD9F4E59E}" srcId="{1D468377-511E-49A3-87FD-14068F34E223}" destId="{D912EBCE-ADF3-4B01-8CD6-A8B6651D1058}" srcOrd="1" destOrd="0" parTransId="{D8E0821F-C579-4445-B773-6F2AA0CC4BD0}" sibTransId="{CD585A1F-2534-4E18-AD98-514690FB3EC8}"/>
    <dgm:cxn modelId="{E33E2BD5-B897-4B65-9CF6-66D157A84089}" type="presParOf" srcId="{01A48F40-4341-4F36-96A5-C324B5A426D9}" destId="{93412621-96EB-4B87-BA59-F9ABA07AD2F3}" srcOrd="0" destOrd="0" presId="urn:microsoft.com/office/officeart/2005/8/layout/vList2"/>
    <dgm:cxn modelId="{A774BD38-023B-4DB3-B732-200A17C45639}" type="presParOf" srcId="{01A48F40-4341-4F36-96A5-C324B5A426D9}" destId="{5787C41D-435E-436F-8456-C5B40977B9CD}" srcOrd="1" destOrd="0" presId="urn:microsoft.com/office/officeart/2005/8/layout/vList2"/>
    <dgm:cxn modelId="{FDB835EA-9940-4CEC-AF8A-C71779C17607}" type="presParOf" srcId="{01A48F40-4341-4F36-96A5-C324B5A426D9}" destId="{27C88DAD-1B1A-4D49-A34B-72884AD75AC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C7E5F230-D9E3-4F9E-B48E-CFAFAEEF10B8}"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uk-UA"/>
        </a:p>
      </dgm:t>
    </dgm:pt>
    <dgm:pt modelId="{81E57906-16A4-415F-9F76-BC5D04411227}">
      <dgm:prSet/>
      <dgm:spPr/>
      <dgm:t>
        <a:bodyPr/>
        <a:lstStyle/>
        <a:p>
          <a:r>
            <a:rPr lang="uk-UA" b="0" i="0" dirty="0"/>
            <a:t>Унаслідок утисків влади, в парламенті імперії, скликаному в липні 1848 р., українці не мали жодного депутата, це спричинило Львівське збройне повстання.</a:t>
          </a:r>
          <a:endParaRPr lang="uk-UA" dirty="0"/>
        </a:p>
      </dgm:t>
    </dgm:pt>
    <dgm:pt modelId="{C99D6AD5-6537-40EB-BFB1-07D72EE76F08}" type="parTrans" cxnId="{9BC69698-368D-40DC-A7BE-438E0830322A}">
      <dgm:prSet/>
      <dgm:spPr/>
      <dgm:t>
        <a:bodyPr/>
        <a:lstStyle/>
        <a:p>
          <a:endParaRPr lang="uk-UA"/>
        </a:p>
      </dgm:t>
    </dgm:pt>
    <dgm:pt modelId="{EBFBC0D7-95DC-4645-B1F1-93D06500395D}" type="sibTrans" cxnId="{9BC69698-368D-40DC-A7BE-438E0830322A}">
      <dgm:prSet/>
      <dgm:spPr/>
      <dgm:t>
        <a:bodyPr/>
        <a:lstStyle/>
        <a:p>
          <a:endParaRPr lang="uk-UA"/>
        </a:p>
      </dgm:t>
    </dgm:pt>
    <dgm:pt modelId="{27092A31-202B-4CC1-BF2A-F0E75A526C67}">
      <dgm:prSet/>
      <dgm:spPr/>
      <dgm:t>
        <a:bodyPr/>
        <a:lstStyle/>
        <a:p>
          <a:r>
            <a:rPr lang="uk-UA" b="0" i="0" dirty="0"/>
            <a:t>Під проводом Л. Кобилиці «холерні бунти» селян Закарпаття впродовж 1848–1849 рр. набули організованого характеру; учасниками було висунуто чіткі економічні вимоги.</a:t>
          </a:r>
          <a:endParaRPr lang="uk-UA" dirty="0"/>
        </a:p>
      </dgm:t>
    </dgm:pt>
    <dgm:pt modelId="{CF359C4B-E32C-45F1-9800-E9476BCF943D}" type="parTrans" cxnId="{865262ED-5FA9-4EE3-8B10-ED209D6573E7}">
      <dgm:prSet/>
      <dgm:spPr/>
      <dgm:t>
        <a:bodyPr/>
        <a:lstStyle/>
        <a:p>
          <a:endParaRPr lang="uk-UA"/>
        </a:p>
      </dgm:t>
    </dgm:pt>
    <dgm:pt modelId="{B279471B-6789-46A7-BD12-DFC5C64C23A4}" type="sibTrans" cxnId="{865262ED-5FA9-4EE3-8B10-ED209D6573E7}">
      <dgm:prSet/>
      <dgm:spPr/>
      <dgm:t>
        <a:bodyPr/>
        <a:lstStyle/>
        <a:p>
          <a:endParaRPr lang="uk-UA"/>
        </a:p>
      </dgm:t>
    </dgm:pt>
    <dgm:pt modelId="{F676855D-DB30-4CFE-BF87-D2446DB22BC3}" type="pres">
      <dgm:prSet presAssocID="{C7E5F230-D9E3-4F9E-B48E-CFAFAEEF10B8}" presName="linear" presStyleCnt="0">
        <dgm:presLayoutVars>
          <dgm:animLvl val="lvl"/>
          <dgm:resizeHandles val="exact"/>
        </dgm:presLayoutVars>
      </dgm:prSet>
      <dgm:spPr/>
    </dgm:pt>
    <dgm:pt modelId="{BEAAD85C-0633-4BFF-9F08-685EB71812D5}" type="pres">
      <dgm:prSet presAssocID="{81E57906-16A4-415F-9F76-BC5D04411227}" presName="parentText" presStyleLbl="node1" presStyleIdx="0" presStyleCnt="2" custLinFactNeighborX="-64" custLinFactNeighborY="-97434">
        <dgm:presLayoutVars>
          <dgm:chMax val="0"/>
          <dgm:bulletEnabled val="1"/>
        </dgm:presLayoutVars>
      </dgm:prSet>
      <dgm:spPr/>
    </dgm:pt>
    <dgm:pt modelId="{03784640-DBC3-42CB-A35E-A73E1634DC1D}" type="pres">
      <dgm:prSet presAssocID="{EBFBC0D7-95DC-4645-B1F1-93D06500395D}" presName="spacer" presStyleCnt="0"/>
      <dgm:spPr/>
    </dgm:pt>
    <dgm:pt modelId="{59B9E6D1-5130-450B-BDCA-7C183D1D49B3}" type="pres">
      <dgm:prSet presAssocID="{27092A31-202B-4CC1-BF2A-F0E75A526C67}" presName="parentText" presStyleLbl="node1" presStyleIdx="1" presStyleCnt="2">
        <dgm:presLayoutVars>
          <dgm:chMax val="0"/>
          <dgm:bulletEnabled val="1"/>
        </dgm:presLayoutVars>
      </dgm:prSet>
      <dgm:spPr/>
    </dgm:pt>
  </dgm:ptLst>
  <dgm:cxnLst>
    <dgm:cxn modelId="{A8999D5C-9432-4DC3-86BC-93626DACAC62}" type="presOf" srcId="{81E57906-16A4-415F-9F76-BC5D04411227}" destId="{BEAAD85C-0633-4BFF-9F08-685EB71812D5}" srcOrd="0" destOrd="0" presId="urn:microsoft.com/office/officeart/2005/8/layout/vList2"/>
    <dgm:cxn modelId="{9BC69698-368D-40DC-A7BE-438E0830322A}" srcId="{C7E5F230-D9E3-4F9E-B48E-CFAFAEEF10B8}" destId="{81E57906-16A4-415F-9F76-BC5D04411227}" srcOrd="0" destOrd="0" parTransId="{C99D6AD5-6537-40EB-BFB1-07D72EE76F08}" sibTransId="{EBFBC0D7-95DC-4645-B1F1-93D06500395D}"/>
    <dgm:cxn modelId="{088809A2-CE48-4F30-B96B-5986FA7791EE}" type="presOf" srcId="{C7E5F230-D9E3-4F9E-B48E-CFAFAEEF10B8}" destId="{F676855D-DB30-4CFE-BF87-D2446DB22BC3}" srcOrd="0" destOrd="0" presId="urn:microsoft.com/office/officeart/2005/8/layout/vList2"/>
    <dgm:cxn modelId="{CB8306DD-1A67-44A5-9793-7365AC62ED80}" type="presOf" srcId="{27092A31-202B-4CC1-BF2A-F0E75A526C67}" destId="{59B9E6D1-5130-450B-BDCA-7C183D1D49B3}" srcOrd="0" destOrd="0" presId="urn:microsoft.com/office/officeart/2005/8/layout/vList2"/>
    <dgm:cxn modelId="{865262ED-5FA9-4EE3-8B10-ED209D6573E7}" srcId="{C7E5F230-D9E3-4F9E-B48E-CFAFAEEF10B8}" destId="{27092A31-202B-4CC1-BF2A-F0E75A526C67}" srcOrd="1" destOrd="0" parTransId="{CF359C4B-E32C-45F1-9800-E9476BCF943D}" sibTransId="{B279471B-6789-46A7-BD12-DFC5C64C23A4}"/>
    <dgm:cxn modelId="{6A9F5D66-1A64-4776-8CF4-4A28B5B74CC3}" type="presParOf" srcId="{F676855D-DB30-4CFE-BF87-D2446DB22BC3}" destId="{BEAAD85C-0633-4BFF-9F08-685EB71812D5}" srcOrd="0" destOrd="0" presId="urn:microsoft.com/office/officeart/2005/8/layout/vList2"/>
    <dgm:cxn modelId="{5744928D-D37B-4926-8DAD-57B541BDCAAA}" type="presParOf" srcId="{F676855D-DB30-4CFE-BF87-D2446DB22BC3}" destId="{03784640-DBC3-42CB-A35E-A73E1634DC1D}" srcOrd="1" destOrd="0" presId="urn:microsoft.com/office/officeart/2005/8/layout/vList2"/>
    <dgm:cxn modelId="{99BF1440-155B-4ECE-A8AE-625E2EBCAF44}" type="presParOf" srcId="{F676855D-DB30-4CFE-BF87-D2446DB22BC3}" destId="{59B9E6D1-5130-450B-BDCA-7C183D1D49B3}"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42B5BCD-90B7-4BA5-89FD-A43596C3CC9D}" type="doc">
      <dgm:prSet loTypeId="urn:microsoft.com/office/officeart/2005/8/layout/vList3" loCatId="list" qsTypeId="urn:microsoft.com/office/officeart/2005/8/quickstyle/simple1" qsCatId="simple" csTypeId="urn:microsoft.com/office/officeart/2005/8/colors/colorful4" csCatId="colorful"/>
      <dgm:spPr/>
      <dgm:t>
        <a:bodyPr/>
        <a:lstStyle/>
        <a:p>
          <a:endParaRPr lang="uk-UA"/>
        </a:p>
      </dgm:t>
    </dgm:pt>
    <dgm:pt modelId="{9D220BDB-7208-46A5-91C9-7BB323FC5760}">
      <dgm:prSet/>
      <dgm:spPr/>
      <dgm:t>
        <a:bodyPr/>
        <a:lstStyle/>
        <a:p>
          <a:r>
            <a:rPr lang="ru-RU" b="0" i="0" dirty="0"/>
            <a:t>Головна </a:t>
          </a:r>
          <a:r>
            <a:rPr lang="ru-RU" b="0" i="0" dirty="0" err="1"/>
            <a:t>руська</a:t>
          </a:r>
          <a:r>
            <a:rPr lang="ru-RU" b="0" i="0" dirty="0"/>
            <a:t> рада</a:t>
          </a:r>
          <a:endParaRPr lang="uk-UA" dirty="0"/>
        </a:p>
      </dgm:t>
    </dgm:pt>
    <dgm:pt modelId="{10604B53-E3AE-45A3-9CC3-249559B93B69}" type="parTrans" cxnId="{E66172D3-17E5-4840-B297-7A44EBD8A749}">
      <dgm:prSet/>
      <dgm:spPr/>
      <dgm:t>
        <a:bodyPr/>
        <a:lstStyle/>
        <a:p>
          <a:endParaRPr lang="uk-UA"/>
        </a:p>
      </dgm:t>
    </dgm:pt>
    <dgm:pt modelId="{E95ECA65-0788-4069-92A0-5E2C6B3F86EE}" type="sibTrans" cxnId="{E66172D3-17E5-4840-B297-7A44EBD8A749}">
      <dgm:prSet/>
      <dgm:spPr/>
      <dgm:t>
        <a:bodyPr/>
        <a:lstStyle/>
        <a:p>
          <a:endParaRPr lang="uk-UA"/>
        </a:p>
      </dgm:t>
    </dgm:pt>
    <dgm:pt modelId="{93441D06-B9DA-4F71-86E5-A7FCAD9DE64D}">
      <dgm:prSet/>
      <dgm:spPr/>
      <dgm:t>
        <a:bodyPr/>
        <a:lstStyle/>
        <a:p>
          <a:r>
            <a:rPr lang="ru-RU" b="0" i="0"/>
            <a:t>Руська трійця</a:t>
          </a:r>
          <a:endParaRPr lang="uk-UA"/>
        </a:p>
      </dgm:t>
    </dgm:pt>
    <dgm:pt modelId="{54B79A71-0EC0-4687-B30C-118DCB0A427B}" type="parTrans" cxnId="{FD213FEE-0576-4F4E-960E-0A3EEFB0670F}">
      <dgm:prSet/>
      <dgm:spPr/>
      <dgm:t>
        <a:bodyPr/>
        <a:lstStyle/>
        <a:p>
          <a:endParaRPr lang="uk-UA"/>
        </a:p>
      </dgm:t>
    </dgm:pt>
    <dgm:pt modelId="{EFE849B3-A192-46CA-BB2B-1C01BA32869D}" type="sibTrans" cxnId="{FD213FEE-0576-4F4E-960E-0A3EEFB0670F}">
      <dgm:prSet/>
      <dgm:spPr/>
      <dgm:t>
        <a:bodyPr/>
        <a:lstStyle/>
        <a:p>
          <a:endParaRPr lang="uk-UA"/>
        </a:p>
      </dgm:t>
    </dgm:pt>
    <dgm:pt modelId="{96DC0243-BA6E-4E1C-B2E9-67F21B5BB52A}">
      <dgm:prSet/>
      <dgm:spPr/>
      <dgm:t>
        <a:bodyPr/>
        <a:lstStyle/>
        <a:p>
          <a:r>
            <a:rPr lang="ru-RU" b="0" i="0"/>
            <a:t>Руський собор</a:t>
          </a:r>
          <a:endParaRPr lang="uk-UA"/>
        </a:p>
      </dgm:t>
    </dgm:pt>
    <dgm:pt modelId="{6AD8DC62-CA56-4310-9051-01435B2290EE}" type="parTrans" cxnId="{A8822FC3-97F0-4611-A582-A641F076C092}">
      <dgm:prSet/>
      <dgm:spPr/>
      <dgm:t>
        <a:bodyPr/>
        <a:lstStyle/>
        <a:p>
          <a:endParaRPr lang="uk-UA"/>
        </a:p>
      </dgm:t>
    </dgm:pt>
    <dgm:pt modelId="{22B661EF-536C-4D0E-9603-A7C41C45A723}" type="sibTrans" cxnId="{A8822FC3-97F0-4611-A582-A641F076C092}">
      <dgm:prSet/>
      <dgm:spPr/>
      <dgm:t>
        <a:bodyPr/>
        <a:lstStyle/>
        <a:p>
          <a:endParaRPr lang="uk-UA"/>
        </a:p>
      </dgm:t>
    </dgm:pt>
    <dgm:pt modelId="{61A1B34C-F532-4256-B045-C485B295B61A}">
      <dgm:prSet/>
      <dgm:spPr/>
      <dgm:t>
        <a:bodyPr/>
        <a:lstStyle/>
        <a:p>
          <a:r>
            <a:rPr lang="ru-RU" b="0" i="0" dirty="0"/>
            <a:t>Центральна рада </a:t>
          </a:r>
          <a:r>
            <a:rPr lang="ru-RU" b="0" i="0" dirty="0" err="1"/>
            <a:t>народова</a:t>
          </a:r>
          <a:endParaRPr lang="uk-UA" dirty="0"/>
        </a:p>
      </dgm:t>
    </dgm:pt>
    <dgm:pt modelId="{55C0D87F-8251-4AAB-90B0-819D9AF04EBF}" type="parTrans" cxnId="{AA625BA5-E8BB-4BD9-8B98-E494E14FDB86}">
      <dgm:prSet/>
      <dgm:spPr/>
      <dgm:t>
        <a:bodyPr/>
        <a:lstStyle/>
        <a:p>
          <a:endParaRPr lang="uk-UA"/>
        </a:p>
      </dgm:t>
    </dgm:pt>
    <dgm:pt modelId="{8731415B-A9E4-47A4-86B3-1F555F34779A}" type="sibTrans" cxnId="{AA625BA5-E8BB-4BD9-8B98-E494E14FDB86}">
      <dgm:prSet/>
      <dgm:spPr/>
      <dgm:t>
        <a:bodyPr/>
        <a:lstStyle/>
        <a:p>
          <a:endParaRPr lang="uk-UA"/>
        </a:p>
      </dgm:t>
    </dgm:pt>
    <dgm:pt modelId="{258D7663-EB3E-40E0-984D-2DA8EBB76DB8}" type="pres">
      <dgm:prSet presAssocID="{E42B5BCD-90B7-4BA5-89FD-A43596C3CC9D}" presName="linearFlow" presStyleCnt="0">
        <dgm:presLayoutVars>
          <dgm:dir/>
          <dgm:resizeHandles val="exact"/>
        </dgm:presLayoutVars>
      </dgm:prSet>
      <dgm:spPr/>
    </dgm:pt>
    <dgm:pt modelId="{E1D06A39-6088-4B44-90D1-D075469F075F}" type="pres">
      <dgm:prSet presAssocID="{9D220BDB-7208-46A5-91C9-7BB323FC5760}" presName="composite" presStyleCnt="0"/>
      <dgm:spPr/>
    </dgm:pt>
    <dgm:pt modelId="{362694BB-7D05-413F-B838-EEF7878A9F67}" type="pres">
      <dgm:prSet presAssocID="{9D220BDB-7208-46A5-91C9-7BB323FC5760}" presName="imgShp" presStyleLbl="fgImgPlace1" presStyleIdx="0" presStyleCnt="4"/>
      <dgm:spPr/>
    </dgm:pt>
    <dgm:pt modelId="{FA0E2E94-CDAF-4023-A5F3-20BC405B8DB5}" type="pres">
      <dgm:prSet presAssocID="{9D220BDB-7208-46A5-91C9-7BB323FC5760}" presName="txShp" presStyleLbl="node1" presStyleIdx="0" presStyleCnt="4">
        <dgm:presLayoutVars>
          <dgm:bulletEnabled val="1"/>
        </dgm:presLayoutVars>
      </dgm:prSet>
      <dgm:spPr/>
    </dgm:pt>
    <dgm:pt modelId="{171CAE83-94DD-43EC-9ABD-831808161767}" type="pres">
      <dgm:prSet presAssocID="{E95ECA65-0788-4069-92A0-5E2C6B3F86EE}" presName="spacing" presStyleCnt="0"/>
      <dgm:spPr/>
    </dgm:pt>
    <dgm:pt modelId="{415246B2-AD33-4B40-87B5-90C10E039965}" type="pres">
      <dgm:prSet presAssocID="{93441D06-B9DA-4F71-86E5-A7FCAD9DE64D}" presName="composite" presStyleCnt="0"/>
      <dgm:spPr/>
    </dgm:pt>
    <dgm:pt modelId="{F62E67AD-0B2D-4461-A6BA-3DED7050E5B6}" type="pres">
      <dgm:prSet presAssocID="{93441D06-B9DA-4F71-86E5-A7FCAD9DE64D}" presName="imgShp" presStyleLbl="fgImgPlace1" presStyleIdx="1" presStyleCnt="4"/>
      <dgm:spPr/>
    </dgm:pt>
    <dgm:pt modelId="{3F74D981-EDDF-4041-9589-E81D7CAFEE96}" type="pres">
      <dgm:prSet presAssocID="{93441D06-B9DA-4F71-86E5-A7FCAD9DE64D}" presName="txShp" presStyleLbl="node1" presStyleIdx="1" presStyleCnt="4">
        <dgm:presLayoutVars>
          <dgm:bulletEnabled val="1"/>
        </dgm:presLayoutVars>
      </dgm:prSet>
      <dgm:spPr/>
    </dgm:pt>
    <dgm:pt modelId="{07BF86E6-3238-4E6E-821D-A454D322987C}" type="pres">
      <dgm:prSet presAssocID="{EFE849B3-A192-46CA-BB2B-1C01BA32869D}" presName="spacing" presStyleCnt="0"/>
      <dgm:spPr/>
    </dgm:pt>
    <dgm:pt modelId="{FE55FCF7-D5A4-48F3-B590-F7BA58B1AB3A}" type="pres">
      <dgm:prSet presAssocID="{96DC0243-BA6E-4E1C-B2E9-67F21B5BB52A}" presName="composite" presStyleCnt="0"/>
      <dgm:spPr/>
    </dgm:pt>
    <dgm:pt modelId="{D0A5890F-117C-4F0A-8A19-CEAE903FBAE8}" type="pres">
      <dgm:prSet presAssocID="{96DC0243-BA6E-4E1C-B2E9-67F21B5BB52A}" presName="imgShp" presStyleLbl="fgImgPlace1" presStyleIdx="2" presStyleCnt="4"/>
      <dgm:spPr/>
    </dgm:pt>
    <dgm:pt modelId="{DE3CF7B1-DE53-45E4-BF50-0BB7C98B1C89}" type="pres">
      <dgm:prSet presAssocID="{96DC0243-BA6E-4E1C-B2E9-67F21B5BB52A}" presName="txShp" presStyleLbl="node1" presStyleIdx="2" presStyleCnt="4">
        <dgm:presLayoutVars>
          <dgm:bulletEnabled val="1"/>
        </dgm:presLayoutVars>
      </dgm:prSet>
      <dgm:spPr/>
    </dgm:pt>
    <dgm:pt modelId="{1C73E329-C68F-4ED9-8996-E2D5DEBCB7B3}" type="pres">
      <dgm:prSet presAssocID="{22B661EF-536C-4D0E-9603-A7C41C45A723}" presName="spacing" presStyleCnt="0"/>
      <dgm:spPr/>
    </dgm:pt>
    <dgm:pt modelId="{BD089B87-4EE8-48C3-BCB8-419C462FE803}" type="pres">
      <dgm:prSet presAssocID="{61A1B34C-F532-4256-B045-C485B295B61A}" presName="composite" presStyleCnt="0"/>
      <dgm:spPr/>
    </dgm:pt>
    <dgm:pt modelId="{0AE8B3DA-7A54-498A-83F8-C36417B7AC29}" type="pres">
      <dgm:prSet presAssocID="{61A1B34C-F532-4256-B045-C485B295B61A}" presName="imgShp" presStyleLbl="fgImgPlace1" presStyleIdx="3" presStyleCnt="4"/>
      <dgm:spPr/>
    </dgm:pt>
    <dgm:pt modelId="{1EE72A9C-FA21-4587-88A1-83CA872D182C}" type="pres">
      <dgm:prSet presAssocID="{61A1B34C-F532-4256-B045-C485B295B61A}" presName="txShp" presStyleLbl="node1" presStyleIdx="3" presStyleCnt="4">
        <dgm:presLayoutVars>
          <dgm:bulletEnabled val="1"/>
        </dgm:presLayoutVars>
      </dgm:prSet>
      <dgm:spPr/>
    </dgm:pt>
  </dgm:ptLst>
  <dgm:cxnLst>
    <dgm:cxn modelId="{62D78710-C4FC-4A76-A67E-9C3BEE742993}" type="presOf" srcId="{93441D06-B9DA-4F71-86E5-A7FCAD9DE64D}" destId="{3F74D981-EDDF-4041-9589-E81D7CAFEE96}" srcOrd="0" destOrd="0" presId="urn:microsoft.com/office/officeart/2005/8/layout/vList3"/>
    <dgm:cxn modelId="{4F66B841-3A63-4145-826D-F5FB06407F91}" type="presOf" srcId="{9D220BDB-7208-46A5-91C9-7BB323FC5760}" destId="{FA0E2E94-CDAF-4023-A5F3-20BC405B8DB5}" srcOrd="0" destOrd="0" presId="urn:microsoft.com/office/officeart/2005/8/layout/vList3"/>
    <dgm:cxn modelId="{3A7C6B6F-4C4C-4AE3-9CB0-E744B33E4C6C}" type="presOf" srcId="{96DC0243-BA6E-4E1C-B2E9-67F21B5BB52A}" destId="{DE3CF7B1-DE53-45E4-BF50-0BB7C98B1C89}" srcOrd="0" destOrd="0" presId="urn:microsoft.com/office/officeart/2005/8/layout/vList3"/>
    <dgm:cxn modelId="{5F8B6B99-9F55-45A5-A186-017EA6609CFE}" type="presOf" srcId="{E42B5BCD-90B7-4BA5-89FD-A43596C3CC9D}" destId="{258D7663-EB3E-40E0-984D-2DA8EBB76DB8}" srcOrd="0" destOrd="0" presId="urn:microsoft.com/office/officeart/2005/8/layout/vList3"/>
    <dgm:cxn modelId="{AA625BA5-E8BB-4BD9-8B98-E494E14FDB86}" srcId="{E42B5BCD-90B7-4BA5-89FD-A43596C3CC9D}" destId="{61A1B34C-F532-4256-B045-C485B295B61A}" srcOrd="3" destOrd="0" parTransId="{55C0D87F-8251-4AAB-90B0-819D9AF04EBF}" sibTransId="{8731415B-A9E4-47A4-86B3-1F555F34779A}"/>
    <dgm:cxn modelId="{62F35DB2-4D59-41E8-992E-A724948E8B6F}" type="presOf" srcId="{61A1B34C-F532-4256-B045-C485B295B61A}" destId="{1EE72A9C-FA21-4587-88A1-83CA872D182C}" srcOrd="0" destOrd="0" presId="urn:microsoft.com/office/officeart/2005/8/layout/vList3"/>
    <dgm:cxn modelId="{A8822FC3-97F0-4611-A582-A641F076C092}" srcId="{E42B5BCD-90B7-4BA5-89FD-A43596C3CC9D}" destId="{96DC0243-BA6E-4E1C-B2E9-67F21B5BB52A}" srcOrd="2" destOrd="0" parTransId="{6AD8DC62-CA56-4310-9051-01435B2290EE}" sibTransId="{22B661EF-536C-4D0E-9603-A7C41C45A723}"/>
    <dgm:cxn modelId="{E66172D3-17E5-4840-B297-7A44EBD8A749}" srcId="{E42B5BCD-90B7-4BA5-89FD-A43596C3CC9D}" destId="{9D220BDB-7208-46A5-91C9-7BB323FC5760}" srcOrd="0" destOrd="0" parTransId="{10604B53-E3AE-45A3-9CC3-249559B93B69}" sibTransId="{E95ECA65-0788-4069-92A0-5E2C6B3F86EE}"/>
    <dgm:cxn modelId="{FD213FEE-0576-4F4E-960E-0A3EEFB0670F}" srcId="{E42B5BCD-90B7-4BA5-89FD-A43596C3CC9D}" destId="{93441D06-B9DA-4F71-86E5-A7FCAD9DE64D}" srcOrd="1" destOrd="0" parTransId="{54B79A71-0EC0-4687-B30C-118DCB0A427B}" sibTransId="{EFE849B3-A192-46CA-BB2B-1C01BA32869D}"/>
    <dgm:cxn modelId="{67685513-5BD5-4EB2-96F8-2C4DC8921BC3}" type="presParOf" srcId="{258D7663-EB3E-40E0-984D-2DA8EBB76DB8}" destId="{E1D06A39-6088-4B44-90D1-D075469F075F}" srcOrd="0" destOrd="0" presId="urn:microsoft.com/office/officeart/2005/8/layout/vList3"/>
    <dgm:cxn modelId="{95F44417-1A11-4117-B21F-2D8AC1FB3771}" type="presParOf" srcId="{E1D06A39-6088-4B44-90D1-D075469F075F}" destId="{362694BB-7D05-413F-B838-EEF7878A9F67}" srcOrd="0" destOrd="0" presId="urn:microsoft.com/office/officeart/2005/8/layout/vList3"/>
    <dgm:cxn modelId="{4301A192-7CE7-4B35-BCD5-079D8B3B85F6}" type="presParOf" srcId="{E1D06A39-6088-4B44-90D1-D075469F075F}" destId="{FA0E2E94-CDAF-4023-A5F3-20BC405B8DB5}" srcOrd="1" destOrd="0" presId="urn:microsoft.com/office/officeart/2005/8/layout/vList3"/>
    <dgm:cxn modelId="{DD04377C-A35E-4382-A85B-CBC28DA9DA2D}" type="presParOf" srcId="{258D7663-EB3E-40E0-984D-2DA8EBB76DB8}" destId="{171CAE83-94DD-43EC-9ABD-831808161767}" srcOrd="1" destOrd="0" presId="urn:microsoft.com/office/officeart/2005/8/layout/vList3"/>
    <dgm:cxn modelId="{EDDB152B-055C-4A4C-8CCE-D9E2CB81B86E}" type="presParOf" srcId="{258D7663-EB3E-40E0-984D-2DA8EBB76DB8}" destId="{415246B2-AD33-4B40-87B5-90C10E039965}" srcOrd="2" destOrd="0" presId="urn:microsoft.com/office/officeart/2005/8/layout/vList3"/>
    <dgm:cxn modelId="{93DC6F36-F93C-4176-871F-52F00C2C0B98}" type="presParOf" srcId="{415246B2-AD33-4B40-87B5-90C10E039965}" destId="{F62E67AD-0B2D-4461-A6BA-3DED7050E5B6}" srcOrd="0" destOrd="0" presId="urn:microsoft.com/office/officeart/2005/8/layout/vList3"/>
    <dgm:cxn modelId="{829DD353-EA46-4A3A-9859-7A8821AFC992}" type="presParOf" srcId="{415246B2-AD33-4B40-87B5-90C10E039965}" destId="{3F74D981-EDDF-4041-9589-E81D7CAFEE96}" srcOrd="1" destOrd="0" presId="urn:microsoft.com/office/officeart/2005/8/layout/vList3"/>
    <dgm:cxn modelId="{C52DA15E-810F-4F80-9DF5-87D664DE33C9}" type="presParOf" srcId="{258D7663-EB3E-40E0-984D-2DA8EBB76DB8}" destId="{07BF86E6-3238-4E6E-821D-A454D322987C}" srcOrd="3" destOrd="0" presId="urn:microsoft.com/office/officeart/2005/8/layout/vList3"/>
    <dgm:cxn modelId="{5784BF54-8C59-41EC-A472-E1AEE7A0D6F0}" type="presParOf" srcId="{258D7663-EB3E-40E0-984D-2DA8EBB76DB8}" destId="{FE55FCF7-D5A4-48F3-B590-F7BA58B1AB3A}" srcOrd="4" destOrd="0" presId="urn:microsoft.com/office/officeart/2005/8/layout/vList3"/>
    <dgm:cxn modelId="{0A98165C-9D26-4417-9D75-36928086AD8E}" type="presParOf" srcId="{FE55FCF7-D5A4-48F3-B590-F7BA58B1AB3A}" destId="{D0A5890F-117C-4F0A-8A19-CEAE903FBAE8}" srcOrd="0" destOrd="0" presId="urn:microsoft.com/office/officeart/2005/8/layout/vList3"/>
    <dgm:cxn modelId="{9EB4D5CA-7439-47D9-8EE5-5958A0E43CB0}" type="presParOf" srcId="{FE55FCF7-D5A4-48F3-B590-F7BA58B1AB3A}" destId="{DE3CF7B1-DE53-45E4-BF50-0BB7C98B1C89}" srcOrd="1" destOrd="0" presId="urn:microsoft.com/office/officeart/2005/8/layout/vList3"/>
    <dgm:cxn modelId="{08CAA8E7-6119-4610-9807-7D6766C264F0}" type="presParOf" srcId="{258D7663-EB3E-40E0-984D-2DA8EBB76DB8}" destId="{1C73E329-C68F-4ED9-8996-E2D5DEBCB7B3}" srcOrd="5" destOrd="0" presId="urn:microsoft.com/office/officeart/2005/8/layout/vList3"/>
    <dgm:cxn modelId="{88FE71DA-2A0E-436E-911B-C5CBADBD189F}" type="presParOf" srcId="{258D7663-EB3E-40E0-984D-2DA8EBB76DB8}" destId="{BD089B87-4EE8-48C3-BCB8-419C462FE803}" srcOrd="6" destOrd="0" presId="urn:microsoft.com/office/officeart/2005/8/layout/vList3"/>
    <dgm:cxn modelId="{3D220D4D-43C2-43C5-A339-CD9B63994A49}" type="presParOf" srcId="{BD089B87-4EE8-48C3-BCB8-419C462FE803}" destId="{0AE8B3DA-7A54-498A-83F8-C36417B7AC29}" srcOrd="0" destOrd="0" presId="urn:microsoft.com/office/officeart/2005/8/layout/vList3"/>
    <dgm:cxn modelId="{4FBCDE80-743F-479D-9B68-0FD3DE0BBD11}" type="presParOf" srcId="{BD089B87-4EE8-48C3-BCB8-419C462FE803}" destId="{1EE72A9C-FA21-4587-88A1-83CA872D182C}"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7C3EAC6-35BF-46B8-B9FC-D61992C32A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517F292-A00D-454D-9ECC-7F3A4BA75D99}">
      <dgm:prSet/>
      <dgm:spPr/>
      <dgm:t>
        <a:bodyPr/>
        <a:lstStyle/>
        <a:p>
          <a:r>
            <a:rPr lang="ru-RU" b="0" i="0"/>
            <a:t>Братство тарасівців</a:t>
          </a:r>
          <a:endParaRPr lang="uk-UA"/>
        </a:p>
      </dgm:t>
    </dgm:pt>
    <dgm:pt modelId="{43F0FB29-E78F-4B2C-877D-1ED47C8377EF}" type="parTrans" cxnId="{3C44AF40-DAF6-47D8-B13E-C363AEFBC591}">
      <dgm:prSet/>
      <dgm:spPr/>
      <dgm:t>
        <a:bodyPr/>
        <a:lstStyle/>
        <a:p>
          <a:endParaRPr lang="uk-UA"/>
        </a:p>
      </dgm:t>
    </dgm:pt>
    <dgm:pt modelId="{9AF70E2F-18AC-4839-8124-ED67DE8BE8E3}" type="sibTrans" cxnId="{3C44AF40-DAF6-47D8-B13E-C363AEFBC591}">
      <dgm:prSet/>
      <dgm:spPr/>
      <dgm:t>
        <a:bodyPr/>
        <a:lstStyle/>
        <a:p>
          <a:endParaRPr lang="uk-UA"/>
        </a:p>
      </dgm:t>
    </dgm:pt>
    <dgm:pt modelId="{BA0D87C0-C5BE-47DA-BBAA-880A98C02C3B}">
      <dgm:prSet/>
      <dgm:spPr/>
      <dgm:t>
        <a:bodyPr/>
        <a:lstStyle/>
        <a:p>
          <a:r>
            <a:rPr lang="ru-RU" b="0" i="0"/>
            <a:t>Кирило-Мефодіївське братство</a:t>
          </a:r>
          <a:endParaRPr lang="uk-UA"/>
        </a:p>
      </dgm:t>
    </dgm:pt>
    <dgm:pt modelId="{241DD04B-F7DA-440C-83EC-DDBA9676A3E4}" type="parTrans" cxnId="{E7426183-8268-42EA-B391-E18E150C3FBB}">
      <dgm:prSet/>
      <dgm:spPr/>
      <dgm:t>
        <a:bodyPr/>
        <a:lstStyle/>
        <a:p>
          <a:endParaRPr lang="uk-UA"/>
        </a:p>
      </dgm:t>
    </dgm:pt>
    <dgm:pt modelId="{196855D1-49A5-4079-A6DB-3D3D48F860EB}" type="sibTrans" cxnId="{E7426183-8268-42EA-B391-E18E150C3FBB}">
      <dgm:prSet/>
      <dgm:spPr/>
      <dgm:t>
        <a:bodyPr/>
        <a:lstStyle/>
        <a:p>
          <a:endParaRPr lang="uk-UA"/>
        </a:p>
      </dgm:t>
    </dgm:pt>
    <dgm:pt modelId="{823378B2-670C-4239-A921-F54E168AD2C7}">
      <dgm:prSet/>
      <dgm:spPr/>
      <dgm:t>
        <a:bodyPr/>
        <a:lstStyle/>
        <a:p>
          <a:r>
            <a:rPr lang="ru-RU" b="0" i="0" dirty="0"/>
            <a:t>«</a:t>
          </a:r>
          <a:r>
            <a:rPr lang="ru-RU" b="0" i="0" dirty="0" err="1"/>
            <a:t>Південно-Західний</a:t>
          </a:r>
          <a:r>
            <a:rPr lang="ru-RU" b="0" i="0" dirty="0"/>
            <a:t> </a:t>
          </a:r>
          <a:r>
            <a:rPr lang="ru-RU" b="0" i="0" dirty="0" err="1"/>
            <a:t>відділ</a:t>
          </a:r>
          <a:r>
            <a:rPr lang="ru-RU" b="0" i="0" dirty="0"/>
            <a:t> </a:t>
          </a:r>
          <a:r>
            <a:rPr lang="ru-RU" b="0" i="0" dirty="0" err="1"/>
            <a:t>Російського</a:t>
          </a:r>
          <a:r>
            <a:rPr lang="ru-RU" b="0" i="0" dirty="0"/>
            <a:t> </a:t>
          </a:r>
          <a:r>
            <a:rPr lang="ru-RU" b="0" i="0" dirty="0" err="1"/>
            <a:t>географічного</a:t>
          </a:r>
          <a:r>
            <a:rPr lang="ru-RU" b="0" i="0" dirty="0"/>
            <a:t> </a:t>
          </a:r>
          <a:r>
            <a:rPr lang="ru-RU" b="0" i="0" dirty="0" err="1"/>
            <a:t>товариства</a:t>
          </a:r>
          <a:r>
            <a:rPr lang="ru-RU" b="0" i="0" dirty="0"/>
            <a:t>»</a:t>
          </a:r>
          <a:endParaRPr lang="uk-UA" dirty="0"/>
        </a:p>
      </dgm:t>
    </dgm:pt>
    <dgm:pt modelId="{27842BD8-DF12-48DC-B87A-6CD5C54169CA}" type="parTrans" cxnId="{51A07F73-3BCF-4B3D-A96F-74446EF5D3B3}">
      <dgm:prSet/>
      <dgm:spPr/>
      <dgm:t>
        <a:bodyPr/>
        <a:lstStyle/>
        <a:p>
          <a:endParaRPr lang="uk-UA"/>
        </a:p>
      </dgm:t>
    </dgm:pt>
    <dgm:pt modelId="{AB753837-055C-4F11-87EF-8B7945FBDC1F}" type="sibTrans" cxnId="{51A07F73-3BCF-4B3D-A96F-74446EF5D3B3}">
      <dgm:prSet/>
      <dgm:spPr/>
      <dgm:t>
        <a:bodyPr/>
        <a:lstStyle/>
        <a:p>
          <a:endParaRPr lang="uk-UA"/>
        </a:p>
      </dgm:t>
    </dgm:pt>
    <dgm:pt modelId="{6A963C59-1532-4120-80B7-A0F16E46F2F4}">
      <dgm:prSet/>
      <dgm:spPr/>
      <dgm:t>
        <a:bodyPr/>
        <a:lstStyle/>
        <a:p>
          <a:r>
            <a:rPr lang="ru-RU" b="0" i="0" dirty="0" err="1"/>
            <a:t>Наукове</a:t>
          </a:r>
          <a:r>
            <a:rPr lang="ru-RU" b="0" i="0" dirty="0"/>
            <a:t> </a:t>
          </a:r>
          <a:r>
            <a:rPr lang="ru-RU" b="0" i="0" dirty="0" err="1"/>
            <a:t>товариство</a:t>
          </a:r>
          <a:r>
            <a:rPr lang="ru-RU" b="0" i="0" dirty="0"/>
            <a:t> </a:t>
          </a:r>
          <a:r>
            <a:rPr lang="ru-RU" b="0" i="0" dirty="0" err="1"/>
            <a:t>ім</a:t>
          </a:r>
          <a:r>
            <a:rPr lang="ru-RU" b="0" i="0" dirty="0"/>
            <a:t>. Т. Шевченка</a:t>
          </a:r>
          <a:endParaRPr lang="uk-UA" dirty="0"/>
        </a:p>
      </dgm:t>
    </dgm:pt>
    <dgm:pt modelId="{3D673617-13EA-4A9E-A559-5ED31EAC62C3}" type="parTrans" cxnId="{890AB5A0-0845-4907-89D0-75C3F071006D}">
      <dgm:prSet/>
      <dgm:spPr/>
      <dgm:t>
        <a:bodyPr/>
        <a:lstStyle/>
        <a:p>
          <a:endParaRPr lang="uk-UA"/>
        </a:p>
      </dgm:t>
    </dgm:pt>
    <dgm:pt modelId="{0ABB18ED-5BFB-47F3-BF0E-53AD2B874CBE}" type="sibTrans" cxnId="{890AB5A0-0845-4907-89D0-75C3F071006D}">
      <dgm:prSet/>
      <dgm:spPr/>
      <dgm:t>
        <a:bodyPr/>
        <a:lstStyle/>
        <a:p>
          <a:endParaRPr lang="uk-UA"/>
        </a:p>
      </dgm:t>
    </dgm:pt>
    <dgm:pt modelId="{01557962-86CE-4788-9510-B7A6EEAD84ED}" type="pres">
      <dgm:prSet presAssocID="{A7C3EAC6-35BF-46B8-B9FC-D61992C32AF2}" presName="linear" presStyleCnt="0">
        <dgm:presLayoutVars>
          <dgm:animLvl val="lvl"/>
          <dgm:resizeHandles val="exact"/>
        </dgm:presLayoutVars>
      </dgm:prSet>
      <dgm:spPr/>
    </dgm:pt>
    <dgm:pt modelId="{C4DFC38B-8ABA-49B7-9916-795FCC226309}" type="pres">
      <dgm:prSet presAssocID="{F517F292-A00D-454D-9ECC-7F3A4BA75D99}" presName="parentText" presStyleLbl="node1" presStyleIdx="0" presStyleCnt="4">
        <dgm:presLayoutVars>
          <dgm:chMax val="0"/>
          <dgm:bulletEnabled val="1"/>
        </dgm:presLayoutVars>
      </dgm:prSet>
      <dgm:spPr/>
    </dgm:pt>
    <dgm:pt modelId="{22DA41C0-5AC3-473C-A47B-D69E82EDDD64}" type="pres">
      <dgm:prSet presAssocID="{9AF70E2F-18AC-4839-8124-ED67DE8BE8E3}" presName="spacer" presStyleCnt="0"/>
      <dgm:spPr/>
    </dgm:pt>
    <dgm:pt modelId="{8C610D6E-9282-4DFF-B4F9-C1CF72B30643}" type="pres">
      <dgm:prSet presAssocID="{BA0D87C0-C5BE-47DA-BBAA-880A98C02C3B}" presName="parentText" presStyleLbl="node1" presStyleIdx="1" presStyleCnt="4">
        <dgm:presLayoutVars>
          <dgm:chMax val="0"/>
          <dgm:bulletEnabled val="1"/>
        </dgm:presLayoutVars>
      </dgm:prSet>
      <dgm:spPr/>
    </dgm:pt>
    <dgm:pt modelId="{E89A602C-F361-421E-A53F-3F35D24A01FE}" type="pres">
      <dgm:prSet presAssocID="{196855D1-49A5-4079-A6DB-3D3D48F860EB}" presName="spacer" presStyleCnt="0"/>
      <dgm:spPr/>
    </dgm:pt>
    <dgm:pt modelId="{45A73039-B330-4671-9AA0-9AE6C1E96B4D}" type="pres">
      <dgm:prSet presAssocID="{823378B2-670C-4239-A921-F54E168AD2C7}" presName="parentText" presStyleLbl="node1" presStyleIdx="2" presStyleCnt="4">
        <dgm:presLayoutVars>
          <dgm:chMax val="0"/>
          <dgm:bulletEnabled val="1"/>
        </dgm:presLayoutVars>
      </dgm:prSet>
      <dgm:spPr/>
    </dgm:pt>
    <dgm:pt modelId="{4875DA91-EB77-455F-B0BA-055646712C88}" type="pres">
      <dgm:prSet presAssocID="{AB753837-055C-4F11-87EF-8B7945FBDC1F}" presName="spacer" presStyleCnt="0"/>
      <dgm:spPr/>
    </dgm:pt>
    <dgm:pt modelId="{3B404240-E94B-4EC7-8FF6-085D78014E22}" type="pres">
      <dgm:prSet presAssocID="{6A963C59-1532-4120-80B7-A0F16E46F2F4}" presName="parentText" presStyleLbl="node1" presStyleIdx="3" presStyleCnt="4">
        <dgm:presLayoutVars>
          <dgm:chMax val="0"/>
          <dgm:bulletEnabled val="1"/>
        </dgm:presLayoutVars>
      </dgm:prSet>
      <dgm:spPr/>
    </dgm:pt>
  </dgm:ptLst>
  <dgm:cxnLst>
    <dgm:cxn modelId="{75484031-A73C-4703-B3BB-B2B11B34211B}" type="presOf" srcId="{A7C3EAC6-35BF-46B8-B9FC-D61992C32AF2}" destId="{01557962-86CE-4788-9510-B7A6EEAD84ED}" srcOrd="0" destOrd="0" presId="urn:microsoft.com/office/officeart/2005/8/layout/vList2"/>
    <dgm:cxn modelId="{50DBAA35-4F58-47DF-800A-EBCEDA7737A0}" type="presOf" srcId="{823378B2-670C-4239-A921-F54E168AD2C7}" destId="{45A73039-B330-4671-9AA0-9AE6C1E96B4D}" srcOrd="0" destOrd="0" presId="urn:microsoft.com/office/officeart/2005/8/layout/vList2"/>
    <dgm:cxn modelId="{43CF683C-16D3-4E26-B13D-1E54395CD969}" type="presOf" srcId="{BA0D87C0-C5BE-47DA-BBAA-880A98C02C3B}" destId="{8C610D6E-9282-4DFF-B4F9-C1CF72B30643}" srcOrd="0" destOrd="0" presId="urn:microsoft.com/office/officeart/2005/8/layout/vList2"/>
    <dgm:cxn modelId="{3C44AF40-DAF6-47D8-B13E-C363AEFBC591}" srcId="{A7C3EAC6-35BF-46B8-B9FC-D61992C32AF2}" destId="{F517F292-A00D-454D-9ECC-7F3A4BA75D99}" srcOrd="0" destOrd="0" parTransId="{43F0FB29-E78F-4B2C-877D-1ED47C8377EF}" sibTransId="{9AF70E2F-18AC-4839-8124-ED67DE8BE8E3}"/>
    <dgm:cxn modelId="{51A07F73-3BCF-4B3D-A96F-74446EF5D3B3}" srcId="{A7C3EAC6-35BF-46B8-B9FC-D61992C32AF2}" destId="{823378B2-670C-4239-A921-F54E168AD2C7}" srcOrd="2" destOrd="0" parTransId="{27842BD8-DF12-48DC-B87A-6CD5C54169CA}" sibTransId="{AB753837-055C-4F11-87EF-8B7945FBDC1F}"/>
    <dgm:cxn modelId="{E7426183-8268-42EA-B391-E18E150C3FBB}" srcId="{A7C3EAC6-35BF-46B8-B9FC-D61992C32AF2}" destId="{BA0D87C0-C5BE-47DA-BBAA-880A98C02C3B}" srcOrd="1" destOrd="0" parTransId="{241DD04B-F7DA-440C-83EC-DDBA9676A3E4}" sibTransId="{196855D1-49A5-4079-A6DB-3D3D48F860EB}"/>
    <dgm:cxn modelId="{8730F984-BB59-4F1B-8D30-7BAAD98DAB46}" type="presOf" srcId="{6A963C59-1532-4120-80B7-A0F16E46F2F4}" destId="{3B404240-E94B-4EC7-8FF6-085D78014E22}" srcOrd="0" destOrd="0" presId="urn:microsoft.com/office/officeart/2005/8/layout/vList2"/>
    <dgm:cxn modelId="{890AB5A0-0845-4907-89D0-75C3F071006D}" srcId="{A7C3EAC6-35BF-46B8-B9FC-D61992C32AF2}" destId="{6A963C59-1532-4120-80B7-A0F16E46F2F4}" srcOrd="3" destOrd="0" parTransId="{3D673617-13EA-4A9E-A559-5ED31EAC62C3}" sibTransId="{0ABB18ED-5BFB-47F3-BF0E-53AD2B874CBE}"/>
    <dgm:cxn modelId="{D4335BD8-9589-4FBC-80C1-0564F65FCFE8}" type="presOf" srcId="{F517F292-A00D-454D-9ECC-7F3A4BA75D99}" destId="{C4DFC38B-8ABA-49B7-9916-795FCC226309}" srcOrd="0" destOrd="0" presId="urn:microsoft.com/office/officeart/2005/8/layout/vList2"/>
    <dgm:cxn modelId="{4B4720B8-B253-49D2-95AD-79D2D276C013}" type="presParOf" srcId="{01557962-86CE-4788-9510-B7A6EEAD84ED}" destId="{C4DFC38B-8ABA-49B7-9916-795FCC226309}" srcOrd="0" destOrd="0" presId="urn:microsoft.com/office/officeart/2005/8/layout/vList2"/>
    <dgm:cxn modelId="{50BD4A9C-9104-4BD7-820F-690972F49F45}" type="presParOf" srcId="{01557962-86CE-4788-9510-B7A6EEAD84ED}" destId="{22DA41C0-5AC3-473C-A47B-D69E82EDDD64}" srcOrd="1" destOrd="0" presId="urn:microsoft.com/office/officeart/2005/8/layout/vList2"/>
    <dgm:cxn modelId="{B29AF9ED-9B46-4C60-9A4B-F3A3DAE97DDB}" type="presParOf" srcId="{01557962-86CE-4788-9510-B7A6EEAD84ED}" destId="{8C610D6E-9282-4DFF-B4F9-C1CF72B30643}" srcOrd="2" destOrd="0" presId="urn:microsoft.com/office/officeart/2005/8/layout/vList2"/>
    <dgm:cxn modelId="{DD4D9DD2-B78B-47CD-B5EA-DE72E07E43DC}" type="presParOf" srcId="{01557962-86CE-4788-9510-B7A6EEAD84ED}" destId="{E89A602C-F361-421E-A53F-3F35D24A01FE}" srcOrd="3" destOrd="0" presId="urn:microsoft.com/office/officeart/2005/8/layout/vList2"/>
    <dgm:cxn modelId="{99A79EB1-D611-4C04-B283-45CEDD8EFD09}" type="presParOf" srcId="{01557962-86CE-4788-9510-B7A6EEAD84ED}" destId="{45A73039-B330-4671-9AA0-9AE6C1E96B4D}" srcOrd="4" destOrd="0" presId="urn:microsoft.com/office/officeart/2005/8/layout/vList2"/>
    <dgm:cxn modelId="{C4AA1237-78E7-4B77-9216-868FDE2FF5F8}" type="presParOf" srcId="{01557962-86CE-4788-9510-B7A6EEAD84ED}" destId="{4875DA91-EB77-455F-B0BA-055646712C88}" srcOrd="5" destOrd="0" presId="urn:microsoft.com/office/officeart/2005/8/layout/vList2"/>
    <dgm:cxn modelId="{B2610039-2FEB-40C8-AADC-6C3F1E5C0F22}" type="presParOf" srcId="{01557962-86CE-4788-9510-B7A6EEAD84ED}" destId="{3B404240-E94B-4EC7-8FF6-085D78014E2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292386D-3CA0-4DCE-B294-DBDE02586FC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C1139A3-F233-46B6-B9E9-9065A485B236}">
      <dgm:prSet/>
      <dgm:spPr/>
      <dgm:t>
        <a:bodyPr/>
        <a:lstStyle/>
        <a:p>
          <a:r>
            <a:rPr lang="ru-RU" b="0" i="0" dirty="0"/>
            <a:t>Микола Гулак</a:t>
          </a:r>
          <a:endParaRPr lang="uk-UA" dirty="0"/>
        </a:p>
      </dgm:t>
    </dgm:pt>
    <dgm:pt modelId="{B2728809-A2DA-462C-BC61-DB283CD5EA5D}" type="parTrans" cxnId="{DBC98EC1-B6DF-455A-A0AD-9121ABFF2F34}">
      <dgm:prSet/>
      <dgm:spPr/>
      <dgm:t>
        <a:bodyPr/>
        <a:lstStyle/>
        <a:p>
          <a:endParaRPr lang="uk-UA"/>
        </a:p>
      </dgm:t>
    </dgm:pt>
    <dgm:pt modelId="{CE7B29EB-5203-4FDD-B838-552D5B0B3D24}" type="sibTrans" cxnId="{DBC98EC1-B6DF-455A-A0AD-9121ABFF2F34}">
      <dgm:prSet/>
      <dgm:spPr/>
      <dgm:t>
        <a:bodyPr/>
        <a:lstStyle/>
        <a:p>
          <a:endParaRPr lang="uk-UA"/>
        </a:p>
      </dgm:t>
    </dgm:pt>
    <dgm:pt modelId="{28038F7B-2425-4D2C-A554-C269C5B1E701}">
      <dgm:prSet/>
      <dgm:spPr/>
      <dgm:t>
        <a:bodyPr/>
        <a:lstStyle/>
        <a:p>
          <a:r>
            <a:rPr lang="ru-RU" b="0" i="0" dirty="0"/>
            <a:t>Михайло </a:t>
          </a:r>
          <a:r>
            <a:rPr lang="ru-RU" b="0" i="0" dirty="0" err="1"/>
            <a:t>Грушевський</a:t>
          </a:r>
          <a:endParaRPr lang="uk-UA" dirty="0"/>
        </a:p>
      </dgm:t>
    </dgm:pt>
    <dgm:pt modelId="{48F9C7EC-EB54-4DD2-B5B8-66C888DFD59C}" type="parTrans" cxnId="{2708FD92-5B84-4313-B845-9F29E7641F67}">
      <dgm:prSet/>
      <dgm:spPr/>
      <dgm:t>
        <a:bodyPr/>
        <a:lstStyle/>
        <a:p>
          <a:endParaRPr lang="uk-UA"/>
        </a:p>
      </dgm:t>
    </dgm:pt>
    <dgm:pt modelId="{1636ACCF-F01A-4D27-88C0-AC670ED95DAC}" type="sibTrans" cxnId="{2708FD92-5B84-4313-B845-9F29E7641F67}">
      <dgm:prSet/>
      <dgm:spPr/>
      <dgm:t>
        <a:bodyPr/>
        <a:lstStyle/>
        <a:p>
          <a:endParaRPr lang="uk-UA"/>
        </a:p>
      </dgm:t>
    </dgm:pt>
    <dgm:pt modelId="{414B8CE0-6EDB-48A4-A7BF-C1157FA8BA52}">
      <dgm:prSet/>
      <dgm:spPr/>
      <dgm:t>
        <a:bodyPr/>
        <a:lstStyle/>
        <a:p>
          <a:r>
            <a:rPr lang="ru-RU" b="0" i="0"/>
            <a:t>Дмитро Донцов</a:t>
          </a:r>
          <a:endParaRPr lang="uk-UA"/>
        </a:p>
      </dgm:t>
    </dgm:pt>
    <dgm:pt modelId="{8CE23F17-614C-4930-BBE8-F3EBA0F0F15E}" type="parTrans" cxnId="{48E9BD11-F5A8-4B53-AF96-68CC29F39406}">
      <dgm:prSet/>
      <dgm:spPr/>
      <dgm:t>
        <a:bodyPr/>
        <a:lstStyle/>
        <a:p>
          <a:endParaRPr lang="uk-UA"/>
        </a:p>
      </dgm:t>
    </dgm:pt>
    <dgm:pt modelId="{EAD28CCB-3370-49C6-9CB8-D637D65AA88E}" type="sibTrans" cxnId="{48E9BD11-F5A8-4B53-AF96-68CC29F39406}">
      <dgm:prSet/>
      <dgm:spPr/>
      <dgm:t>
        <a:bodyPr/>
        <a:lstStyle/>
        <a:p>
          <a:endParaRPr lang="uk-UA"/>
        </a:p>
      </dgm:t>
    </dgm:pt>
    <dgm:pt modelId="{B3DDD579-A3C4-400C-933C-98C61F493DCB}">
      <dgm:prSet/>
      <dgm:spPr/>
      <dgm:t>
        <a:bodyPr/>
        <a:lstStyle/>
        <a:p>
          <a:r>
            <a:rPr lang="ru-RU" b="0" i="0"/>
            <a:t>Павло Чубинський</a:t>
          </a:r>
          <a:endParaRPr lang="uk-UA"/>
        </a:p>
      </dgm:t>
    </dgm:pt>
    <dgm:pt modelId="{F23E406A-5925-4A1A-A946-37A22F0A912E}" type="parTrans" cxnId="{1268017C-7780-46D3-9EE0-F0B61BDA1DE2}">
      <dgm:prSet/>
      <dgm:spPr/>
      <dgm:t>
        <a:bodyPr/>
        <a:lstStyle/>
        <a:p>
          <a:endParaRPr lang="uk-UA"/>
        </a:p>
      </dgm:t>
    </dgm:pt>
    <dgm:pt modelId="{FC493D02-2BDA-44FD-AB88-C087FA36F49E}" type="sibTrans" cxnId="{1268017C-7780-46D3-9EE0-F0B61BDA1DE2}">
      <dgm:prSet/>
      <dgm:spPr/>
      <dgm:t>
        <a:bodyPr/>
        <a:lstStyle/>
        <a:p>
          <a:endParaRPr lang="uk-UA"/>
        </a:p>
      </dgm:t>
    </dgm:pt>
    <dgm:pt modelId="{57830997-7C30-4835-BB40-E9FCAD9EBF43}">
      <dgm:prSet/>
      <dgm:spPr/>
      <dgm:t>
        <a:bodyPr/>
        <a:lstStyle/>
        <a:p>
          <a:r>
            <a:rPr lang="ru-RU" b="0" i="0" dirty="0"/>
            <a:t>Микола </a:t>
          </a:r>
          <a:r>
            <a:rPr lang="ru-RU" b="0" i="0" dirty="0" err="1"/>
            <a:t>Міхновський</a:t>
          </a:r>
          <a:endParaRPr lang="uk-UA" dirty="0"/>
        </a:p>
      </dgm:t>
    </dgm:pt>
    <dgm:pt modelId="{BE127AD3-AAB7-44CE-AA32-1A659F96DAF9}" type="parTrans" cxnId="{CE7A754C-9F5C-4B67-8374-C0BD57A74992}">
      <dgm:prSet/>
      <dgm:spPr/>
      <dgm:t>
        <a:bodyPr/>
        <a:lstStyle/>
        <a:p>
          <a:endParaRPr lang="uk-UA"/>
        </a:p>
      </dgm:t>
    </dgm:pt>
    <dgm:pt modelId="{EDD39E13-7044-440A-AA69-7A2C66586674}" type="sibTrans" cxnId="{CE7A754C-9F5C-4B67-8374-C0BD57A74992}">
      <dgm:prSet/>
      <dgm:spPr/>
      <dgm:t>
        <a:bodyPr/>
        <a:lstStyle/>
        <a:p>
          <a:endParaRPr lang="uk-UA"/>
        </a:p>
      </dgm:t>
    </dgm:pt>
    <dgm:pt modelId="{81847A16-324A-4EAE-8FB4-3C5B95C77064}" type="pres">
      <dgm:prSet presAssocID="{9292386D-3CA0-4DCE-B294-DBDE02586FC6}" presName="linearFlow" presStyleCnt="0">
        <dgm:presLayoutVars>
          <dgm:dir/>
          <dgm:resizeHandles val="exact"/>
        </dgm:presLayoutVars>
      </dgm:prSet>
      <dgm:spPr/>
    </dgm:pt>
    <dgm:pt modelId="{C5FDCAFC-6C02-4A5A-B3C4-42979412689D}" type="pres">
      <dgm:prSet presAssocID="{5C1139A3-F233-46B6-B9E9-9065A485B236}" presName="composite" presStyleCnt="0"/>
      <dgm:spPr/>
    </dgm:pt>
    <dgm:pt modelId="{39BF2AE5-752F-45FB-BBF8-6D97ACB5D951}" type="pres">
      <dgm:prSet presAssocID="{5C1139A3-F233-46B6-B9E9-9065A485B236}" presName="imgShp" presStyleLbl="fgImgPlace1" presStyleIdx="0" presStyleCnt="5"/>
      <dgm:spPr/>
    </dgm:pt>
    <dgm:pt modelId="{16B0A806-ED9B-4E6C-942D-836CE717203A}" type="pres">
      <dgm:prSet presAssocID="{5C1139A3-F233-46B6-B9E9-9065A485B236}" presName="txShp" presStyleLbl="node1" presStyleIdx="0" presStyleCnt="5">
        <dgm:presLayoutVars>
          <dgm:bulletEnabled val="1"/>
        </dgm:presLayoutVars>
      </dgm:prSet>
      <dgm:spPr/>
    </dgm:pt>
    <dgm:pt modelId="{3197E5A4-8954-46E8-A335-27E9CFCC74E2}" type="pres">
      <dgm:prSet presAssocID="{CE7B29EB-5203-4FDD-B838-552D5B0B3D24}" presName="spacing" presStyleCnt="0"/>
      <dgm:spPr/>
    </dgm:pt>
    <dgm:pt modelId="{AF6EFFFE-F9C7-4776-AB23-E6A4C4CC6F88}" type="pres">
      <dgm:prSet presAssocID="{28038F7B-2425-4D2C-A554-C269C5B1E701}" presName="composite" presStyleCnt="0"/>
      <dgm:spPr/>
    </dgm:pt>
    <dgm:pt modelId="{3786110C-9F01-4099-A5A6-03012EF78EDD}" type="pres">
      <dgm:prSet presAssocID="{28038F7B-2425-4D2C-A554-C269C5B1E701}" presName="imgShp" presStyleLbl="fgImgPlace1" presStyleIdx="1" presStyleCnt="5"/>
      <dgm:spPr/>
    </dgm:pt>
    <dgm:pt modelId="{9ADDB364-4A0F-488C-8992-E3CDD0BA5214}" type="pres">
      <dgm:prSet presAssocID="{28038F7B-2425-4D2C-A554-C269C5B1E701}" presName="txShp" presStyleLbl="node1" presStyleIdx="1" presStyleCnt="5">
        <dgm:presLayoutVars>
          <dgm:bulletEnabled val="1"/>
        </dgm:presLayoutVars>
      </dgm:prSet>
      <dgm:spPr/>
    </dgm:pt>
    <dgm:pt modelId="{C154CBEA-06A5-4873-ABE8-DB4D6A18617A}" type="pres">
      <dgm:prSet presAssocID="{1636ACCF-F01A-4D27-88C0-AC670ED95DAC}" presName="spacing" presStyleCnt="0"/>
      <dgm:spPr/>
    </dgm:pt>
    <dgm:pt modelId="{96A1774C-AD4A-43A4-8856-48D793841F82}" type="pres">
      <dgm:prSet presAssocID="{414B8CE0-6EDB-48A4-A7BF-C1157FA8BA52}" presName="composite" presStyleCnt="0"/>
      <dgm:spPr/>
    </dgm:pt>
    <dgm:pt modelId="{9B8CCA87-9FC4-450D-AE0B-2FCC84A8CC7C}" type="pres">
      <dgm:prSet presAssocID="{414B8CE0-6EDB-48A4-A7BF-C1157FA8BA52}" presName="imgShp" presStyleLbl="fgImgPlace1" presStyleIdx="2" presStyleCnt="5"/>
      <dgm:spPr/>
    </dgm:pt>
    <dgm:pt modelId="{F250202F-CC3D-4D7B-AB3A-20A45A416294}" type="pres">
      <dgm:prSet presAssocID="{414B8CE0-6EDB-48A4-A7BF-C1157FA8BA52}" presName="txShp" presStyleLbl="node1" presStyleIdx="2" presStyleCnt="5">
        <dgm:presLayoutVars>
          <dgm:bulletEnabled val="1"/>
        </dgm:presLayoutVars>
      </dgm:prSet>
      <dgm:spPr/>
    </dgm:pt>
    <dgm:pt modelId="{6D0ABE37-F14C-4D51-8BC2-610D4050FE44}" type="pres">
      <dgm:prSet presAssocID="{EAD28CCB-3370-49C6-9CB8-D637D65AA88E}" presName="spacing" presStyleCnt="0"/>
      <dgm:spPr/>
    </dgm:pt>
    <dgm:pt modelId="{0A1EF88F-A03F-45FD-ACF7-E4468C028779}" type="pres">
      <dgm:prSet presAssocID="{B3DDD579-A3C4-400C-933C-98C61F493DCB}" presName="composite" presStyleCnt="0"/>
      <dgm:spPr/>
    </dgm:pt>
    <dgm:pt modelId="{8B13C095-BB75-41BF-B2D3-C3B2C0C52D50}" type="pres">
      <dgm:prSet presAssocID="{B3DDD579-A3C4-400C-933C-98C61F493DCB}" presName="imgShp" presStyleLbl="fgImgPlace1" presStyleIdx="3" presStyleCnt="5"/>
      <dgm:spPr/>
    </dgm:pt>
    <dgm:pt modelId="{4AB010CD-4362-44AB-BE75-D1D93C893C15}" type="pres">
      <dgm:prSet presAssocID="{B3DDD579-A3C4-400C-933C-98C61F493DCB}" presName="txShp" presStyleLbl="node1" presStyleIdx="3" presStyleCnt="5">
        <dgm:presLayoutVars>
          <dgm:bulletEnabled val="1"/>
        </dgm:presLayoutVars>
      </dgm:prSet>
      <dgm:spPr/>
    </dgm:pt>
    <dgm:pt modelId="{8382A08D-84F5-4803-A9CC-D0D6010685C5}" type="pres">
      <dgm:prSet presAssocID="{FC493D02-2BDA-44FD-AB88-C087FA36F49E}" presName="spacing" presStyleCnt="0"/>
      <dgm:spPr/>
    </dgm:pt>
    <dgm:pt modelId="{64B0191F-C14C-4103-A0E8-1CEB171E2C10}" type="pres">
      <dgm:prSet presAssocID="{57830997-7C30-4835-BB40-E9FCAD9EBF43}" presName="composite" presStyleCnt="0"/>
      <dgm:spPr/>
    </dgm:pt>
    <dgm:pt modelId="{8EF49C7B-7793-4483-A0BA-182E4FF50D57}" type="pres">
      <dgm:prSet presAssocID="{57830997-7C30-4835-BB40-E9FCAD9EBF43}" presName="imgShp" presStyleLbl="fgImgPlace1" presStyleIdx="4" presStyleCnt="5"/>
      <dgm:spPr/>
    </dgm:pt>
    <dgm:pt modelId="{857C6F38-59EA-4BCB-9ECE-39FC3056189C}" type="pres">
      <dgm:prSet presAssocID="{57830997-7C30-4835-BB40-E9FCAD9EBF43}" presName="txShp" presStyleLbl="node1" presStyleIdx="4" presStyleCnt="5">
        <dgm:presLayoutVars>
          <dgm:bulletEnabled val="1"/>
        </dgm:presLayoutVars>
      </dgm:prSet>
      <dgm:spPr/>
    </dgm:pt>
  </dgm:ptLst>
  <dgm:cxnLst>
    <dgm:cxn modelId="{48E9BD11-F5A8-4B53-AF96-68CC29F39406}" srcId="{9292386D-3CA0-4DCE-B294-DBDE02586FC6}" destId="{414B8CE0-6EDB-48A4-A7BF-C1157FA8BA52}" srcOrd="2" destOrd="0" parTransId="{8CE23F17-614C-4930-BBE8-F3EBA0F0F15E}" sibTransId="{EAD28CCB-3370-49C6-9CB8-D637D65AA88E}"/>
    <dgm:cxn modelId="{F86DBB33-D5B7-4CB2-BF71-137ABA9948B1}" type="presOf" srcId="{5C1139A3-F233-46B6-B9E9-9065A485B236}" destId="{16B0A806-ED9B-4E6C-942D-836CE717203A}" srcOrd="0" destOrd="0" presId="urn:microsoft.com/office/officeart/2005/8/layout/vList3"/>
    <dgm:cxn modelId="{CE7A754C-9F5C-4B67-8374-C0BD57A74992}" srcId="{9292386D-3CA0-4DCE-B294-DBDE02586FC6}" destId="{57830997-7C30-4835-BB40-E9FCAD9EBF43}" srcOrd="4" destOrd="0" parTransId="{BE127AD3-AAB7-44CE-AA32-1A659F96DAF9}" sibTransId="{EDD39E13-7044-440A-AA69-7A2C66586674}"/>
    <dgm:cxn modelId="{E7B10A7A-DEC2-4176-A681-A42C52D4E610}" type="presOf" srcId="{B3DDD579-A3C4-400C-933C-98C61F493DCB}" destId="{4AB010CD-4362-44AB-BE75-D1D93C893C15}" srcOrd="0" destOrd="0" presId="urn:microsoft.com/office/officeart/2005/8/layout/vList3"/>
    <dgm:cxn modelId="{1268017C-7780-46D3-9EE0-F0B61BDA1DE2}" srcId="{9292386D-3CA0-4DCE-B294-DBDE02586FC6}" destId="{B3DDD579-A3C4-400C-933C-98C61F493DCB}" srcOrd="3" destOrd="0" parTransId="{F23E406A-5925-4A1A-A946-37A22F0A912E}" sibTransId="{FC493D02-2BDA-44FD-AB88-C087FA36F49E}"/>
    <dgm:cxn modelId="{2708FD92-5B84-4313-B845-9F29E7641F67}" srcId="{9292386D-3CA0-4DCE-B294-DBDE02586FC6}" destId="{28038F7B-2425-4D2C-A554-C269C5B1E701}" srcOrd="1" destOrd="0" parTransId="{48F9C7EC-EB54-4DD2-B5B8-66C888DFD59C}" sibTransId="{1636ACCF-F01A-4D27-88C0-AC670ED95DAC}"/>
    <dgm:cxn modelId="{35CD8097-6C1C-4336-8B4C-0EE5662CE4A9}" type="presOf" srcId="{9292386D-3CA0-4DCE-B294-DBDE02586FC6}" destId="{81847A16-324A-4EAE-8FB4-3C5B95C77064}" srcOrd="0" destOrd="0" presId="urn:microsoft.com/office/officeart/2005/8/layout/vList3"/>
    <dgm:cxn modelId="{6C618DA3-3C0B-4E74-B747-3279881DFA3D}" type="presOf" srcId="{414B8CE0-6EDB-48A4-A7BF-C1157FA8BA52}" destId="{F250202F-CC3D-4D7B-AB3A-20A45A416294}" srcOrd="0" destOrd="0" presId="urn:microsoft.com/office/officeart/2005/8/layout/vList3"/>
    <dgm:cxn modelId="{854F47B0-4032-4962-B8C7-AE8DA5861A19}" type="presOf" srcId="{28038F7B-2425-4D2C-A554-C269C5B1E701}" destId="{9ADDB364-4A0F-488C-8992-E3CDD0BA5214}" srcOrd="0" destOrd="0" presId="urn:microsoft.com/office/officeart/2005/8/layout/vList3"/>
    <dgm:cxn modelId="{DBC98EC1-B6DF-455A-A0AD-9121ABFF2F34}" srcId="{9292386D-3CA0-4DCE-B294-DBDE02586FC6}" destId="{5C1139A3-F233-46B6-B9E9-9065A485B236}" srcOrd="0" destOrd="0" parTransId="{B2728809-A2DA-462C-BC61-DB283CD5EA5D}" sibTransId="{CE7B29EB-5203-4FDD-B838-552D5B0B3D24}"/>
    <dgm:cxn modelId="{7135DECB-9F31-4EFA-96CA-32DEDA60C23B}" type="presOf" srcId="{57830997-7C30-4835-BB40-E9FCAD9EBF43}" destId="{857C6F38-59EA-4BCB-9ECE-39FC3056189C}" srcOrd="0" destOrd="0" presId="urn:microsoft.com/office/officeart/2005/8/layout/vList3"/>
    <dgm:cxn modelId="{69C6D9FA-ED62-4A74-BA57-4F9D8F6F19BB}" type="presParOf" srcId="{81847A16-324A-4EAE-8FB4-3C5B95C77064}" destId="{C5FDCAFC-6C02-4A5A-B3C4-42979412689D}" srcOrd="0" destOrd="0" presId="urn:microsoft.com/office/officeart/2005/8/layout/vList3"/>
    <dgm:cxn modelId="{90E22896-3B10-444B-BDFF-76AEA1D28BE0}" type="presParOf" srcId="{C5FDCAFC-6C02-4A5A-B3C4-42979412689D}" destId="{39BF2AE5-752F-45FB-BBF8-6D97ACB5D951}" srcOrd="0" destOrd="0" presId="urn:microsoft.com/office/officeart/2005/8/layout/vList3"/>
    <dgm:cxn modelId="{E4FCCB8E-C30B-4F5A-9C8C-CABA55F9AC01}" type="presParOf" srcId="{C5FDCAFC-6C02-4A5A-B3C4-42979412689D}" destId="{16B0A806-ED9B-4E6C-942D-836CE717203A}" srcOrd="1" destOrd="0" presId="urn:microsoft.com/office/officeart/2005/8/layout/vList3"/>
    <dgm:cxn modelId="{7132A3EF-743C-444F-85BE-DFB853EF713C}" type="presParOf" srcId="{81847A16-324A-4EAE-8FB4-3C5B95C77064}" destId="{3197E5A4-8954-46E8-A335-27E9CFCC74E2}" srcOrd="1" destOrd="0" presId="urn:microsoft.com/office/officeart/2005/8/layout/vList3"/>
    <dgm:cxn modelId="{0638B15A-2EED-40EE-89A3-6B868515FC99}" type="presParOf" srcId="{81847A16-324A-4EAE-8FB4-3C5B95C77064}" destId="{AF6EFFFE-F9C7-4776-AB23-E6A4C4CC6F88}" srcOrd="2" destOrd="0" presId="urn:microsoft.com/office/officeart/2005/8/layout/vList3"/>
    <dgm:cxn modelId="{3DDA7176-C1D2-4830-B69A-3F8E565C8FE7}" type="presParOf" srcId="{AF6EFFFE-F9C7-4776-AB23-E6A4C4CC6F88}" destId="{3786110C-9F01-4099-A5A6-03012EF78EDD}" srcOrd="0" destOrd="0" presId="urn:microsoft.com/office/officeart/2005/8/layout/vList3"/>
    <dgm:cxn modelId="{0FF4538B-059D-45A8-A7D6-ABD5F0B06CA5}" type="presParOf" srcId="{AF6EFFFE-F9C7-4776-AB23-E6A4C4CC6F88}" destId="{9ADDB364-4A0F-488C-8992-E3CDD0BA5214}" srcOrd="1" destOrd="0" presId="urn:microsoft.com/office/officeart/2005/8/layout/vList3"/>
    <dgm:cxn modelId="{1FEE36AE-3B5C-4455-85F5-CE28B5F6952F}" type="presParOf" srcId="{81847A16-324A-4EAE-8FB4-3C5B95C77064}" destId="{C154CBEA-06A5-4873-ABE8-DB4D6A18617A}" srcOrd="3" destOrd="0" presId="urn:microsoft.com/office/officeart/2005/8/layout/vList3"/>
    <dgm:cxn modelId="{BC2E47D7-2D3B-47C8-A3E7-BF08708C2152}" type="presParOf" srcId="{81847A16-324A-4EAE-8FB4-3C5B95C77064}" destId="{96A1774C-AD4A-43A4-8856-48D793841F82}" srcOrd="4" destOrd="0" presId="urn:microsoft.com/office/officeart/2005/8/layout/vList3"/>
    <dgm:cxn modelId="{07073A6F-6533-4982-B6DD-3462CC8DDF11}" type="presParOf" srcId="{96A1774C-AD4A-43A4-8856-48D793841F82}" destId="{9B8CCA87-9FC4-450D-AE0B-2FCC84A8CC7C}" srcOrd="0" destOrd="0" presId="urn:microsoft.com/office/officeart/2005/8/layout/vList3"/>
    <dgm:cxn modelId="{DD8341D5-300F-4397-B8D4-AA3B1AC4FAF5}" type="presParOf" srcId="{96A1774C-AD4A-43A4-8856-48D793841F82}" destId="{F250202F-CC3D-4D7B-AB3A-20A45A416294}" srcOrd="1" destOrd="0" presId="urn:microsoft.com/office/officeart/2005/8/layout/vList3"/>
    <dgm:cxn modelId="{18ABF384-22C1-444A-81BB-3F78BC3E3132}" type="presParOf" srcId="{81847A16-324A-4EAE-8FB4-3C5B95C77064}" destId="{6D0ABE37-F14C-4D51-8BC2-610D4050FE44}" srcOrd="5" destOrd="0" presId="urn:microsoft.com/office/officeart/2005/8/layout/vList3"/>
    <dgm:cxn modelId="{E08275C9-C0D0-4095-9B10-3FCD5FD98AD8}" type="presParOf" srcId="{81847A16-324A-4EAE-8FB4-3C5B95C77064}" destId="{0A1EF88F-A03F-45FD-ACF7-E4468C028779}" srcOrd="6" destOrd="0" presId="urn:microsoft.com/office/officeart/2005/8/layout/vList3"/>
    <dgm:cxn modelId="{9D47CCA2-7EBA-49C2-9D3E-9F15AAC0E030}" type="presParOf" srcId="{0A1EF88F-A03F-45FD-ACF7-E4468C028779}" destId="{8B13C095-BB75-41BF-B2D3-C3B2C0C52D50}" srcOrd="0" destOrd="0" presId="urn:microsoft.com/office/officeart/2005/8/layout/vList3"/>
    <dgm:cxn modelId="{49E962DE-65FE-4FE9-B6A6-0FA02A0C7E2A}" type="presParOf" srcId="{0A1EF88F-A03F-45FD-ACF7-E4468C028779}" destId="{4AB010CD-4362-44AB-BE75-D1D93C893C15}" srcOrd="1" destOrd="0" presId="urn:microsoft.com/office/officeart/2005/8/layout/vList3"/>
    <dgm:cxn modelId="{771950B8-CB9C-4B4A-8C2F-78F6F1D8CAB3}" type="presParOf" srcId="{81847A16-324A-4EAE-8FB4-3C5B95C77064}" destId="{8382A08D-84F5-4803-A9CC-D0D6010685C5}" srcOrd="7" destOrd="0" presId="urn:microsoft.com/office/officeart/2005/8/layout/vList3"/>
    <dgm:cxn modelId="{47C9D5D1-6DDB-4B02-B42E-CDD8CF274C1D}" type="presParOf" srcId="{81847A16-324A-4EAE-8FB4-3C5B95C77064}" destId="{64B0191F-C14C-4103-A0E8-1CEB171E2C10}" srcOrd="8" destOrd="0" presId="urn:microsoft.com/office/officeart/2005/8/layout/vList3"/>
    <dgm:cxn modelId="{841CCB14-90C8-408E-9162-BFBF12A18B2E}" type="presParOf" srcId="{64B0191F-C14C-4103-A0E8-1CEB171E2C10}" destId="{8EF49C7B-7793-4483-A0BA-182E4FF50D57}" srcOrd="0" destOrd="0" presId="urn:microsoft.com/office/officeart/2005/8/layout/vList3"/>
    <dgm:cxn modelId="{A0D1F5FE-52C3-4BF6-A5D2-3327AC8EBC6B}" type="presParOf" srcId="{64B0191F-C14C-4103-A0E8-1CEB171E2C10}" destId="{857C6F38-59EA-4BCB-9ECE-39FC3056189C}"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DF87C7C-671A-4009-9CC5-CE6812023955}" type="doc">
      <dgm:prSet loTypeId="urn:microsoft.com/office/officeart/2005/8/layout/vList3" loCatId="list" qsTypeId="urn:microsoft.com/office/officeart/2005/8/quickstyle/simple1" qsCatId="simple" csTypeId="urn:microsoft.com/office/officeart/2005/8/colors/colorful1" csCatId="colorful"/>
      <dgm:spPr/>
      <dgm:t>
        <a:bodyPr/>
        <a:lstStyle/>
        <a:p>
          <a:endParaRPr lang="uk-UA"/>
        </a:p>
      </dgm:t>
    </dgm:pt>
    <dgm:pt modelId="{BB843A22-1566-4E32-9CBB-5EE70DF15FFE}">
      <dgm:prSet/>
      <dgm:spPr/>
      <dgm:t>
        <a:bodyPr/>
        <a:lstStyle/>
        <a:p>
          <a:r>
            <a:rPr lang="ru-RU" b="0" i="0" dirty="0" err="1"/>
            <a:t>Південне</a:t>
          </a:r>
          <a:r>
            <a:rPr lang="ru-RU" b="0" i="0" dirty="0"/>
            <a:t> </a:t>
          </a:r>
          <a:r>
            <a:rPr lang="ru-RU" b="0" i="0" dirty="0" err="1"/>
            <a:t>товариство</a:t>
          </a:r>
          <a:r>
            <a:rPr lang="ru-RU" b="0" i="0" dirty="0"/>
            <a:t> </a:t>
          </a:r>
          <a:r>
            <a:rPr lang="ru-RU" b="0" i="0" dirty="0" err="1"/>
            <a:t>декабристів</a:t>
          </a:r>
          <a:endParaRPr lang="uk-UA" dirty="0"/>
        </a:p>
      </dgm:t>
    </dgm:pt>
    <dgm:pt modelId="{DC4233CD-7253-4089-84D1-62F4BF276C0F}" type="parTrans" cxnId="{C489CF75-4331-4D78-98C0-4AC08F51FD62}">
      <dgm:prSet/>
      <dgm:spPr/>
      <dgm:t>
        <a:bodyPr/>
        <a:lstStyle/>
        <a:p>
          <a:endParaRPr lang="uk-UA"/>
        </a:p>
      </dgm:t>
    </dgm:pt>
    <dgm:pt modelId="{DF4E5415-6DEF-4463-BA66-ECA3FF18A5A2}" type="sibTrans" cxnId="{C489CF75-4331-4D78-98C0-4AC08F51FD62}">
      <dgm:prSet/>
      <dgm:spPr/>
      <dgm:t>
        <a:bodyPr/>
        <a:lstStyle/>
        <a:p>
          <a:endParaRPr lang="uk-UA"/>
        </a:p>
      </dgm:t>
    </dgm:pt>
    <dgm:pt modelId="{AA3C8BEC-D556-481F-8F93-0EAE0CEA090C}">
      <dgm:prSet/>
      <dgm:spPr/>
      <dgm:t>
        <a:bodyPr/>
        <a:lstStyle/>
        <a:p>
          <a:r>
            <a:rPr lang="ru-RU" b="0" i="0" dirty="0" err="1"/>
            <a:t>Кирило-Мефодіївське</a:t>
          </a:r>
          <a:r>
            <a:rPr lang="ru-RU" b="0" i="0" dirty="0"/>
            <a:t> братство</a:t>
          </a:r>
          <a:endParaRPr lang="uk-UA" dirty="0"/>
        </a:p>
      </dgm:t>
    </dgm:pt>
    <dgm:pt modelId="{8A8AB92B-733D-4983-9506-BEB283110DC7}" type="parTrans" cxnId="{DB72423D-FA69-487A-B720-172F6BC0D609}">
      <dgm:prSet/>
      <dgm:spPr/>
      <dgm:t>
        <a:bodyPr/>
        <a:lstStyle/>
        <a:p>
          <a:endParaRPr lang="uk-UA"/>
        </a:p>
      </dgm:t>
    </dgm:pt>
    <dgm:pt modelId="{D925A395-BF08-4C29-BF31-FFDAB7E12ABA}" type="sibTrans" cxnId="{DB72423D-FA69-487A-B720-172F6BC0D609}">
      <dgm:prSet/>
      <dgm:spPr/>
      <dgm:t>
        <a:bodyPr/>
        <a:lstStyle/>
        <a:p>
          <a:endParaRPr lang="uk-UA"/>
        </a:p>
      </dgm:t>
    </dgm:pt>
    <dgm:pt modelId="{40A81313-7ED9-47FF-99D1-C27122897A66}">
      <dgm:prSet/>
      <dgm:spPr/>
      <dgm:t>
        <a:bodyPr/>
        <a:lstStyle/>
        <a:p>
          <a:r>
            <a:rPr lang="ru-RU" b="0" i="0"/>
            <a:t>«Руська трійця»</a:t>
          </a:r>
          <a:endParaRPr lang="uk-UA"/>
        </a:p>
      </dgm:t>
    </dgm:pt>
    <dgm:pt modelId="{CBCFC9AF-A5E0-4CBC-9170-5ACBA19741B5}" type="parTrans" cxnId="{BBDE300A-5432-4C0A-B0B2-7B9F52216988}">
      <dgm:prSet/>
      <dgm:spPr/>
      <dgm:t>
        <a:bodyPr/>
        <a:lstStyle/>
        <a:p>
          <a:endParaRPr lang="uk-UA"/>
        </a:p>
      </dgm:t>
    </dgm:pt>
    <dgm:pt modelId="{ABE36141-CD2E-471B-B1FA-4FE1FEBD58FA}" type="sibTrans" cxnId="{BBDE300A-5432-4C0A-B0B2-7B9F52216988}">
      <dgm:prSet/>
      <dgm:spPr/>
      <dgm:t>
        <a:bodyPr/>
        <a:lstStyle/>
        <a:p>
          <a:endParaRPr lang="uk-UA"/>
        </a:p>
      </dgm:t>
    </dgm:pt>
    <dgm:pt modelId="{9CD395C7-DBF8-4B3D-9C39-8C6A4BCEB10C}">
      <dgm:prSet/>
      <dgm:spPr/>
      <dgm:t>
        <a:bodyPr/>
        <a:lstStyle/>
        <a:p>
          <a:r>
            <a:rPr lang="ru-RU" b="0" i="0" dirty="0"/>
            <a:t>Головна </a:t>
          </a:r>
          <a:r>
            <a:rPr lang="ru-RU" b="0" i="0" dirty="0" err="1"/>
            <a:t>руська</a:t>
          </a:r>
          <a:r>
            <a:rPr lang="ru-RU" b="0" i="0" dirty="0"/>
            <a:t> рада</a:t>
          </a:r>
          <a:endParaRPr lang="uk-UA" dirty="0"/>
        </a:p>
      </dgm:t>
    </dgm:pt>
    <dgm:pt modelId="{B8368AEB-994A-45AC-BB33-4537964722AC}" type="parTrans" cxnId="{3E5E21AC-45B5-489A-9005-925557080C40}">
      <dgm:prSet/>
      <dgm:spPr/>
      <dgm:t>
        <a:bodyPr/>
        <a:lstStyle/>
        <a:p>
          <a:endParaRPr lang="uk-UA"/>
        </a:p>
      </dgm:t>
    </dgm:pt>
    <dgm:pt modelId="{599CCF3C-78F7-4941-AB8F-475578904434}" type="sibTrans" cxnId="{3E5E21AC-45B5-489A-9005-925557080C40}">
      <dgm:prSet/>
      <dgm:spPr/>
      <dgm:t>
        <a:bodyPr/>
        <a:lstStyle/>
        <a:p>
          <a:endParaRPr lang="uk-UA"/>
        </a:p>
      </dgm:t>
    </dgm:pt>
    <dgm:pt modelId="{88232D33-BCED-4641-8AF9-A44CDBFCF2FB}" type="pres">
      <dgm:prSet presAssocID="{5DF87C7C-671A-4009-9CC5-CE6812023955}" presName="linearFlow" presStyleCnt="0">
        <dgm:presLayoutVars>
          <dgm:dir/>
          <dgm:resizeHandles val="exact"/>
        </dgm:presLayoutVars>
      </dgm:prSet>
      <dgm:spPr/>
    </dgm:pt>
    <dgm:pt modelId="{6870CA4C-B48F-4E04-BC8B-D28808DE3DC3}" type="pres">
      <dgm:prSet presAssocID="{BB843A22-1566-4E32-9CBB-5EE70DF15FFE}" presName="composite" presStyleCnt="0"/>
      <dgm:spPr/>
    </dgm:pt>
    <dgm:pt modelId="{966A671D-4F54-4968-9CCC-94F9270C71B7}" type="pres">
      <dgm:prSet presAssocID="{BB843A22-1566-4E32-9CBB-5EE70DF15FFE}" presName="imgShp" presStyleLbl="fgImgPlace1" presStyleIdx="0" presStyleCnt="4"/>
      <dgm:spPr/>
    </dgm:pt>
    <dgm:pt modelId="{580A1FAF-F004-41F9-AB23-FC8DF3BAB9AD}" type="pres">
      <dgm:prSet presAssocID="{BB843A22-1566-4E32-9CBB-5EE70DF15FFE}" presName="txShp" presStyleLbl="node1" presStyleIdx="0" presStyleCnt="4">
        <dgm:presLayoutVars>
          <dgm:bulletEnabled val="1"/>
        </dgm:presLayoutVars>
      </dgm:prSet>
      <dgm:spPr/>
    </dgm:pt>
    <dgm:pt modelId="{BE8F7170-8E3D-4DF5-B0B5-3AC7413F2AFC}" type="pres">
      <dgm:prSet presAssocID="{DF4E5415-6DEF-4463-BA66-ECA3FF18A5A2}" presName="spacing" presStyleCnt="0"/>
      <dgm:spPr/>
    </dgm:pt>
    <dgm:pt modelId="{355C5F01-3B12-46B7-85C2-CFF57BA3359C}" type="pres">
      <dgm:prSet presAssocID="{AA3C8BEC-D556-481F-8F93-0EAE0CEA090C}" presName="composite" presStyleCnt="0"/>
      <dgm:spPr/>
    </dgm:pt>
    <dgm:pt modelId="{80AC58FE-4FAA-49D7-B2A9-DDD7D0E07D90}" type="pres">
      <dgm:prSet presAssocID="{AA3C8BEC-D556-481F-8F93-0EAE0CEA090C}" presName="imgShp" presStyleLbl="fgImgPlace1" presStyleIdx="1" presStyleCnt="4"/>
      <dgm:spPr/>
    </dgm:pt>
    <dgm:pt modelId="{82C082A8-2A74-4A83-88C8-EC87FABBFA90}" type="pres">
      <dgm:prSet presAssocID="{AA3C8BEC-D556-481F-8F93-0EAE0CEA090C}" presName="txShp" presStyleLbl="node1" presStyleIdx="1" presStyleCnt="4">
        <dgm:presLayoutVars>
          <dgm:bulletEnabled val="1"/>
        </dgm:presLayoutVars>
      </dgm:prSet>
      <dgm:spPr/>
    </dgm:pt>
    <dgm:pt modelId="{F1FF735F-5724-49BB-A52A-09D4513A2C36}" type="pres">
      <dgm:prSet presAssocID="{D925A395-BF08-4C29-BF31-FFDAB7E12ABA}" presName="spacing" presStyleCnt="0"/>
      <dgm:spPr/>
    </dgm:pt>
    <dgm:pt modelId="{44661354-562D-473F-BC57-291C8E846510}" type="pres">
      <dgm:prSet presAssocID="{40A81313-7ED9-47FF-99D1-C27122897A66}" presName="composite" presStyleCnt="0"/>
      <dgm:spPr/>
    </dgm:pt>
    <dgm:pt modelId="{CC46364D-30DE-4D62-874B-65FCDD1F9B80}" type="pres">
      <dgm:prSet presAssocID="{40A81313-7ED9-47FF-99D1-C27122897A66}" presName="imgShp" presStyleLbl="fgImgPlace1" presStyleIdx="2" presStyleCnt="4"/>
      <dgm:spPr/>
    </dgm:pt>
    <dgm:pt modelId="{59249CA9-3A68-448B-B021-34C4791B9109}" type="pres">
      <dgm:prSet presAssocID="{40A81313-7ED9-47FF-99D1-C27122897A66}" presName="txShp" presStyleLbl="node1" presStyleIdx="2" presStyleCnt="4">
        <dgm:presLayoutVars>
          <dgm:bulletEnabled val="1"/>
        </dgm:presLayoutVars>
      </dgm:prSet>
      <dgm:spPr/>
    </dgm:pt>
    <dgm:pt modelId="{FF194297-7206-4432-AC31-5A1B13EF9498}" type="pres">
      <dgm:prSet presAssocID="{ABE36141-CD2E-471B-B1FA-4FE1FEBD58FA}" presName="spacing" presStyleCnt="0"/>
      <dgm:spPr/>
    </dgm:pt>
    <dgm:pt modelId="{8AEC3990-6B61-4012-8E30-86AC3E5BB110}" type="pres">
      <dgm:prSet presAssocID="{9CD395C7-DBF8-4B3D-9C39-8C6A4BCEB10C}" presName="composite" presStyleCnt="0"/>
      <dgm:spPr/>
    </dgm:pt>
    <dgm:pt modelId="{50F389D7-58D2-4B6B-BD42-6BD01F3070CA}" type="pres">
      <dgm:prSet presAssocID="{9CD395C7-DBF8-4B3D-9C39-8C6A4BCEB10C}" presName="imgShp" presStyleLbl="fgImgPlace1" presStyleIdx="3" presStyleCnt="4"/>
      <dgm:spPr/>
    </dgm:pt>
    <dgm:pt modelId="{17D96ED0-5CE7-498F-A491-3C23C6970308}" type="pres">
      <dgm:prSet presAssocID="{9CD395C7-DBF8-4B3D-9C39-8C6A4BCEB10C}" presName="txShp" presStyleLbl="node1" presStyleIdx="3" presStyleCnt="4">
        <dgm:presLayoutVars>
          <dgm:bulletEnabled val="1"/>
        </dgm:presLayoutVars>
      </dgm:prSet>
      <dgm:spPr/>
    </dgm:pt>
  </dgm:ptLst>
  <dgm:cxnLst>
    <dgm:cxn modelId="{BBDE300A-5432-4C0A-B0B2-7B9F52216988}" srcId="{5DF87C7C-671A-4009-9CC5-CE6812023955}" destId="{40A81313-7ED9-47FF-99D1-C27122897A66}" srcOrd="2" destOrd="0" parTransId="{CBCFC9AF-A5E0-4CBC-9170-5ACBA19741B5}" sibTransId="{ABE36141-CD2E-471B-B1FA-4FE1FEBD58FA}"/>
    <dgm:cxn modelId="{C634010B-88CA-4803-BFF5-D2C162684D84}" type="presOf" srcId="{9CD395C7-DBF8-4B3D-9C39-8C6A4BCEB10C}" destId="{17D96ED0-5CE7-498F-A491-3C23C6970308}" srcOrd="0" destOrd="0" presId="urn:microsoft.com/office/officeart/2005/8/layout/vList3"/>
    <dgm:cxn modelId="{DB72423D-FA69-487A-B720-172F6BC0D609}" srcId="{5DF87C7C-671A-4009-9CC5-CE6812023955}" destId="{AA3C8BEC-D556-481F-8F93-0EAE0CEA090C}" srcOrd="1" destOrd="0" parTransId="{8A8AB92B-733D-4983-9506-BEB283110DC7}" sibTransId="{D925A395-BF08-4C29-BF31-FFDAB7E12ABA}"/>
    <dgm:cxn modelId="{C489CF75-4331-4D78-98C0-4AC08F51FD62}" srcId="{5DF87C7C-671A-4009-9CC5-CE6812023955}" destId="{BB843A22-1566-4E32-9CBB-5EE70DF15FFE}" srcOrd="0" destOrd="0" parTransId="{DC4233CD-7253-4089-84D1-62F4BF276C0F}" sibTransId="{DF4E5415-6DEF-4463-BA66-ECA3FF18A5A2}"/>
    <dgm:cxn modelId="{3E5E21AC-45B5-489A-9005-925557080C40}" srcId="{5DF87C7C-671A-4009-9CC5-CE6812023955}" destId="{9CD395C7-DBF8-4B3D-9C39-8C6A4BCEB10C}" srcOrd="3" destOrd="0" parTransId="{B8368AEB-994A-45AC-BB33-4537964722AC}" sibTransId="{599CCF3C-78F7-4941-AB8F-475578904434}"/>
    <dgm:cxn modelId="{F24D12BF-79BB-4D58-9A0A-21DAB1974802}" type="presOf" srcId="{AA3C8BEC-D556-481F-8F93-0EAE0CEA090C}" destId="{82C082A8-2A74-4A83-88C8-EC87FABBFA90}" srcOrd="0" destOrd="0" presId="urn:microsoft.com/office/officeart/2005/8/layout/vList3"/>
    <dgm:cxn modelId="{B3A63ECC-6C42-4AC9-BA15-F41C6BD52898}" type="presOf" srcId="{40A81313-7ED9-47FF-99D1-C27122897A66}" destId="{59249CA9-3A68-448B-B021-34C4791B9109}" srcOrd="0" destOrd="0" presId="urn:microsoft.com/office/officeart/2005/8/layout/vList3"/>
    <dgm:cxn modelId="{1D14A0DB-A80F-4010-A464-8B5B360CB0B5}" type="presOf" srcId="{5DF87C7C-671A-4009-9CC5-CE6812023955}" destId="{88232D33-BCED-4641-8AF9-A44CDBFCF2FB}" srcOrd="0" destOrd="0" presId="urn:microsoft.com/office/officeart/2005/8/layout/vList3"/>
    <dgm:cxn modelId="{8C7F1CF6-BEC3-4232-891B-94ECB8DB24FF}" type="presOf" srcId="{BB843A22-1566-4E32-9CBB-5EE70DF15FFE}" destId="{580A1FAF-F004-41F9-AB23-FC8DF3BAB9AD}" srcOrd="0" destOrd="0" presId="urn:microsoft.com/office/officeart/2005/8/layout/vList3"/>
    <dgm:cxn modelId="{50A98364-14E5-4AF2-8E9B-7C79766752B6}" type="presParOf" srcId="{88232D33-BCED-4641-8AF9-A44CDBFCF2FB}" destId="{6870CA4C-B48F-4E04-BC8B-D28808DE3DC3}" srcOrd="0" destOrd="0" presId="urn:microsoft.com/office/officeart/2005/8/layout/vList3"/>
    <dgm:cxn modelId="{E7CCEC00-3D17-4AE8-B21F-4AFBEB51BD5A}" type="presParOf" srcId="{6870CA4C-B48F-4E04-BC8B-D28808DE3DC3}" destId="{966A671D-4F54-4968-9CCC-94F9270C71B7}" srcOrd="0" destOrd="0" presId="urn:microsoft.com/office/officeart/2005/8/layout/vList3"/>
    <dgm:cxn modelId="{45F5A9AA-B50E-4E8F-BEB2-9C4B98DA72A5}" type="presParOf" srcId="{6870CA4C-B48F-4E04-BC8B-D28808DE3DC3}" destId="{580A1FAF-F004-41F9-AB23-FC8DF3BAB9AD}" srcOrd="1" destOrd="0" presId="urn:microsoft.com/office/officeart/2005/8/layout/vList3"/>
    <dgm:cxn modelId="{293E9220-42BA-4631-86B4-8E84163C7379}" type="presParOf" srcId="{88232D33-BCED-4641-8AF9-A44CDBFCF2FB}" destId="{BE8F7170-8E3D-4DF5-B0B5-3AC7413F2AFC}" srcOrd="1" destOrd="0" presId="urn:microsoft.com/office/officeart/2005/8/layout/vList3"/>
    <dgm:cxn modelId="{A35CDAEF-BC03-412B-A46C-7EAA68B62D83}" type="presParOf" srcId="{88232D33-BCED-4641-8AF9-A44CDBFCF2FB}" destId="{355C5F01-3B12-46B7-85C2-CFF57BA3359C}" srcOrd="2" destOrd="0" presId="urn:microsoft.com/office/officeart/2005/8/layout/vList3"/>
    <dgm:cxn modelId="{9A6660FD-4A4B-42B3-AB71-096DD4C39012}" type="presParOf" srcId="{355C5F01-3B12-46B7-85C2-CFF57BA3359C}" destId="{80AC58FE-4FAA-49D7-B2A9-DDD7D0E07D90}" srcOrd="0" destOrd="0" presId="urn:microsoft.com/office/officeart/2005/8/layout/vList3"/>
    <dgm:cxn modelId="{B33244A1-15C6-4373-8C98-5A50B352CA51}" type="presParOf" srcId="{355C5F01-3B12-46B7-85C2-CFF57BA3359C}" destId="{82C082A8-2A74-4A83-88C8-EC87FABBFA90}" srcOrd="1" destOrd="0" presId="urn:microsoft.com/office/officeart/2005/8/layout/vList3"/>
    <dgm:cxn modelId="{2F7C2325-16B9-4E31-B8C6-55490CBBCD52}" type="presParOf" srcId="{88232D33-BCED-4641-8AF9-A44CDBFCF2FB}" destId="{F1FF735F-5724-49BB-A52A-09D4513A2C36}" srcOrd="3" destOrd="0" presId="urn:microsoft.com/office/officeart/2005/8/layout/vList3"/>
    <dgm:cxn modelId="{783EF15A-DED0-47F4-86B3-1DE12D4BE28F}" type="presParOf" srcId="{88232D33-BCED-4641-8AF9-A44CDBFCF2FB}" destId="{44661354-562D-473F-BC57-291C8E846510}" srcOrd="4" destOrd="0" presId="urn:microsoft.com/office/officeart/2005/8/layout/vList3"/>
    <dgm:cxn modelId="{250DD24D-C80E-4BB5-8CF5-AB610295D171}" type="presParOf" srcId="{44661354-562D-473F-BC57-291C8E846510}" destId="{CC46364D-30DE-4D62-874B-65FCDD1F9B80}" srcOrd="0" destOrd="0" presId="urn:microsoft.com/office/officeart/2005/8/layout/vList3"/>
    <dgm:cxn modelId="{95D7F809-2826-4B6B-ABF1-5DF757035E36}" type="presParOf" srcId="{44661354-562D-473F-BC57-291C8E846510}" destId="{59249CA9-3A68-448B-B021-34C4791B9109}" srcOrd="1" destOrd="0" presId="urn:microsoft.com/office/officeart/2005/8/layout/vList3"/>
    <dgm:cxn modelId="{5E33BB33-F8F4-4B9A-93ED-732091CF22A4}" type="presParOf" srcId="{88232D33-BCED-4641-8AF9-A44CDBFCF2FB}" destId="{FF194297-7206-4432-AC31-5A1B13EF9498}" srcOrd="5" destOrd="0" presId="urn:microsoft.com/office/officeart/2005/8/layout/vList3"/>
    <dgm:cxn modelId="{CDB1EEBF-EE28-47EA-A727-1B76EC101A70}" type="presParOf" srcId="{88232D33-BCED-4641-8AF9-A44CDBFCF2FB}" destId="{8AEC3990-6B61-4012-8E30-86AC3E5BB110}" srcOrd="6" destOrd="0" presId="urn:microsoft.com/office/officeart/2005/8/layout/vList3"/>
    <dgm:cxn modelId="{9A4C0C13-C5CE-4231-9783-515735B1F5F4}" type="presParOf" srcId="{8AEC3990-6B61-4012-8E30-86AC3E5BB110}" destId="{50F389D7-58D2-4B6B-BD42-6BD01F3070CA}" srcOrd="0" destOrd="0" presId="urn:microsoft.com/office/officeart/2005/8/layout/vList3"/>
    <dgm:cxn modelId="{305B8153-66C3-4DFF-98D6-BC2A9CF9516D}" type="presParOf" srcId="{8AEC3990-6B61-4012-8E30-86AC3E5BB110}" destId="{17D96ED0-5CE7-498F-A491-3C23C6970308}"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C14AB36A-FADA-4962-9268-6BF6BADD1AD2}"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BBBEB8F0-B45E-4D86-B72A-F1D00211DB80}">
      <dgm:prSet/>
      <dgm:spPr/>
      <dgm:t>
        <a:bodyPr/>
        <a:lstStyle/>
        <a:p>
          <a:r>
            <a:rPr lang="uk-UA" b="0" i="0"/>
            <a:t>установлення конституційної монархії, запровадження громадського самоврядування, розбудова Росії як федеративної держави</a:t>
          </a:r>
          <a:endParaRPr lang="uk-UA"/>
        </a:p>
      </dgm:t>
    </dgm:pt>
    <dgm:pt modelId="{ABFD96CE-A22C-4852-A38D-F972B53A21DE}" type="parTrans" cxnId="{2E484D35-65FF-4B20-84BF-B744F6CD679A}">
      <dgm:prSet/>
      <dgm:spPr/>
      <dgm:t>
        <a:bodyPr/>
        <a:lstStyle/>
        <a:p>
          <a:endParaRPr lang="uk-UA"/>
        </a:p>
      </dgm:t>
    </dgm:pt>
    <dgm:pt modelId="{320EFD99-F38A-4052-936C-4F0BC3606825}" type="sibTrans" cxnId="{2E484D35-65FF-4B20-84BF-B744F6CD679A}">
      <dgm:prSet/>
      <dgm:spPr/>
      <dgm:t>
        <a:bodyPr/>
        <a:lstStyle/>
        <a:p>
          <a:endParaRPr lang="uk-UA"/>
        </a:p>
      </dgm:t>
    </dgm:pt>
    <dgm:pt modelId="{D7A4FE5D-39BA-4F45-8388-2CE59A380290}">
      <dgm:prSet/>
      <dgm:spPr/>
      <dgm:t>
        <a:bodyPr/>
        <a:lstStyle/>
        <a:p>
          <a:r>
            <a:rPr lang="uk-UA" b="0" i="0" dirty="0"/>
            <a:t>повалення самодержавства шляхом військового перевороту, скасування кріпацтва, проголошення Росії унітарною республікою</a:t>
          </a:r>
          <a:endParaRPr lang="uk-UA" dirty="0"/>
        </a:p>
      </dgm:t>
    </dgm:pt>
    <dgm:pt modelId="{CA46B1D0-D988-41E5-8260-A95581378236}" type="parTrans" cxnId="{65075660-2C07-4D67-BCD6-35393CBE5851}">
      <dgm:prSet/>
      <dgm:spPr/>
      <dgm:t>
        <a:bodyPr/>
        <a:lstStyle/>
        <a:p>
          <a:endParaRPr lang="uk-UA"/>
        </a:p>
      </dgm:t>
    </dgm:pt>
    <dgm:pt modelId="{88AE1814-78C9-4294-B6D5-936ABADE52EE}" type="sibTrans" cxnId="{65075660-2C07-4D67-BCD6-35393CBE5851}">
      <dgm:prSet/>
      <dgm:spPr/>
      <dgm:t>
        <a:bodyPr/>
        <a:lstStyle/>
        <a:p>
          <a:endParaRPr lang="uk-UA"/>
        </a:p>
      </dgm:t>
    </dgm:pt>
    <dgm:pt modelId="{20DE79BD-B11A-4EFB-ADA5-CFA9189BF13D}">
      <dgm:prSet/>
      <dgm:spPr/>
      <dgm:t>
        <a:bodyPr/>
        <a:lstStyle/>
        <a:p>
          <a:r>
            <a:rPr lang="uk-UA" b="0" i="0" dirty="0"/>
            <a:t>піднесення національної свідомості українців Галичини, перетворення народної мови на літературну, пропаганда єдності українського народу</a:t>
          </a:r>
          <a:endParaRPr lang="uk-UA" dirty="0"/>
        </a:p>
      </dgm:t>
    </dgm:pt>
    <dgm:pt modelId="{18439265-580B-4B92-AD83-DF38F6933C8D}" type="parTrans" cxnId="{542800E8-BC99-4E03-BC94-99EB19083C52}">
      <dgm:prSet/>
      <dgm:spPr/>
      <dgm:t>
        <a:bodyPr/>
        <a:lstStyle/>
        <a:p>
          <a:endParaRPr lang="uk-UA"/>
        </a:p>
      </dgm:t>
    </dgm:pt>
    <dgm:pt modelId="{C78306B6-BD49-4F05-9D24-D3347DF163A5}" type="sibTrans" cxnId="{542800E8-BC99-4E03-BC94-99EB19083C52}">
      <dgm:prSet/>
      <dgm:spPr/>
      <dgm:t>
        <a:bodyPr/>
        <a:lstStyle/>
        <a:p>
          <a:endParaRPr lang="uk-UA"/>
        </a:p>
      </dgm:t>
    </dgm:pt>
    <dgm:pt modelId="{A4806DE4-D4B9-461D-82B5-4D01052F9BFF}">
      <dgm:prSet/>
      <dgm:spPr/>
      <dgm:t>
        <a:bodyPr/>
        <a:lstStyle/>
        <a:p>
          <a:r>
            <a:rPr lang="uk-UA" b="0" i="0"/>
            <a:t>знищення царизму, утвердження демократичних прав і свобод для всіх громадян, створення федерації християнських слов’янських республік</a:t>
          </a:r>
          <a:endParaRPr lang="uk-UA"/>
        </a:p>
      </dgm:t>
    </dgm:pt>
    <dgm:pt modelId="{17320EFB-0B4F-4AAD-ACA7-09EF633EFABF}" type="parTrans" cxnId="{2DC8CE7C-2D15-4DD8-B806-EACEE73D11F7}">
      <dgm:prSet/>
      <dgm:spPr/>
      <dgm:t>
        <a:bodyPr/>
        <a:lstStyle/>
        <a:p>
          <a:endParaRPr lang="uk-UA"/>
        </a:p>
      </dgm:t>
    </dgm:pt>
    <dgm:pt modelId="{60B2C168-F5AB-47BC-9E67-92EE2FA44BD4}" type="sibTrans" cxnId="{2DC8CE7C-2D15-4DD8-B806-EACEE73D11F7}">
      <dgm:prSet/>
      <dgm:spPr/>
      <dgm:t>
        <a:bodyPr/>
        <a:lstStyle/>
        <a:p>
          <a:endParaRPr lang="uk-UA"/>
        </a:p>
      </dgm:t>
    </dgm:pt>
    <dgm:pt modelId="{B472BDA9-D10D-412A-9A53-34F59E5632D6}">
      <dgm:prSet/>
      <dgm:spPr/>
      <dgm:t>
        <a:bodyPr/>
        <a:lstStyle/>
        <a:p>
          <a:r>
            <a:rPr lang="uk-UA" b="0" i="0" dirty="0"/>
            <a:t>розширення сфери вжитку української мови, поділ Галичини на дві провінції — Західну (польську) та Східну (українську)</a:t>
          </a:r>
          <a:endParaRPr lang="uk-UA" dirty="0"/>
        </a:p>
      </dgm:t>
    </dgm:pt>
    <dgm:pt modelId="{8A639321-DD03-4228-A38F-0F9B394A0CA9}" type="parTrans" cxnId="{D5FA6769-AE77-4E5D-9AE6-8B9664A653E8}">
      <dgm:prSet/>
      <dgm:spPr/>
      <dgm:t>
        <a:bodyPr/>
        <a:lstStyle/>
        <a:p>
          <a:endParaRPr lang="uk-UA"/>
        </a:p>
      </dgm:t>
    </dgm:pt>
    <dgm:pt modelId="{D6F8DB29-4A75-4630-9EF1-4508379C62BE}" type="sibTrans" cxnId="{D5FA6769-AE77-4E5D-9AE6-8B9664A653E8}">
      <dgm:prSet/>
      <dgm:spPr/>
      <dgm:t>
        <a:bodyPr/>
        <a:lstStyle/>
        <a:p>
          <a:endParaRPr lang="uk-UA"/>
        </a:p>
      </dgm:t>
    </dgm:pt>
    <dgm:pt modelId="{0854B9AB-C212-4540-8B06-DCF0A0EBA438}" type="pres">
      <dgm:prSet presAssocID="{C14AB36A-FADA-4962-9268-6BF6BADD1AD2}" presName="linear" presStyleCnt="0">
        <dgm:presLayoutVars>
          <dgm:animLvl val="lvl"/>
          <dgm:resizeHandles val="exact"/>
        </dgm:presLayoutVars>
      </dgm:prSet>
      <dgm:spPr/>
    </dgm:pt>
    <dgm:pt modelId="{E7C8DEAF-E5DE-404C-B3F3-99D8F8D95232}" type="pres">
      <dgm:prSet presAssocID="{BBBEB8F0-B45E-4D86-B72A-F1D00211DB80}" presName="parentText" presStyleLbl="node1" presStyleIdx="0" presStyleCnt="5">
        <dgm:presLayoutVars>
          <dgm:chMax val="0"/>
          <dgm:bulletEnabled val="1"/>
        </dgm:presLayoutVars>
      </dgm:prSet>
      <dgm:spPr/>
    </dgm:pt>
    <dgm:pt modelId="{08385368-CD72-4642-8769-EFBDE33E8C68}" type="pres">
      <dgm:prSet presAssocID="{320EFD99-F38A-4052-936C-4F0BC3606825}" presName="spacer" presStyleCnt="0"/>
      <dgm:spPr/>
    </dgm:pt>
    <dgm:pt modelId="{875B91AB-B86A-46B9-959C-1B270B2540CD}" type="pres">
      <dgm:prSet presAssocID="{D7A4FE5D-39BA-4F45-8388-2CE59A380290}" presName="parentText" presStyleLbl="node1" presStyleIdx="1" presStyleCnt="5">
        <dgm:presLayoutVars>
          <dgm:chMax val="0"/>
          <dgm:bulletEnabled val="1"/>
        </dgm:presLayoutVars>
      </dgm:prSet>
      <dgm:spPr/>
    </dgm:pt>
    <dgm:pt modelId="{DF2E6DD5-91EC-48BB-93EE-927E9683A546}" type="pres">
      <dgm:prSet presAssocID="{88AE1814-78C9-4294-B6D5-936ABADE52EE}" presName="spacer" presStyleCnt="0"/>
      <dgm:spPr/>
    </dgm:pt>
    <dgm:pt modelId="{BA1E6F70-06E5-4581-9806-77BF7180FF41}" type="pres">
      <dgm:prSet presAssocID="{20DE79BD-B11A-4EFB-ADA5-CFA9189BF13D}" presName="parentText" presStyleLbl="node1" presStyleIdx="2" presStyleCnt="5">
        <dgm:presLayoutVars>
          <dgm:chMax val="0"/>
          <dgm:bulletEnabled val="1"/>
        </dgm:presLayoutVars>
      </dgm:prSet>
      <dgm:spPr/>
    </dgm:pt>
    <dgm:pt modelId="{EE991AB1-FE35-46AB-86F4-980A83F96F34}" type="pres">
      <dgm:prSet presAssocID="{C78306B6-BD49-4F05-9D24-D3347DF163A5}" presName="spacer" presStyleCnt="0"/>
      <dgm:spPr/>
    </dgm:pt>
    <dgm:pt modelId="{336712AE-CF4A-4D91-BA28-630123E51275}" type="pres">
      <dgm:prSet presAssocID="{A4806DE4-D4B9-461D-82B5-4D01052F9BFF}" presName="parentText" presStyleLbl="node1" presStyleIdx="3" presStyleCnt="5">
        <dgm:presLayoutVars>
          <dgm:chMax val="0"/>
          <dgm:bulletEnabled val="1"/>
        </dgm:presLayoutVars>
      </dgm:prSet>
      <dgm:spPr/>
    </dgm:pt>
    <dgm:pt modelId="{F28A3126-75D2-4AB1-AF42-EA61FB026BEC}" type="pres">
      <dgm:prSet presAssocID="{60B2C168-F5AB-47BC-9E67-92EE2FA44BD4}" presName="spacer" presStyleCnt="0"/>
      <dgm:spPr/>
    </dgm:pt>
    <dgm:pt modelId="{CFA9398F-616A-4C90-AC34-477BC4D0E0C3}" type="pres">
      <dgm:prSet presAssocID="{B472BDA9-D10D-412A-9A53-34F59E5632D6}" presName="parentText" presStyleLbl="node1" presStyleIdx="4" presStyleCnt="5">
        <dgm:presLayoutVars>
          <dgm:chMax val="0"/>
          <dgm:bulletEnabled val="1"/>
        </dgm:presLayoutVars>
      </dgm:prSet>
      <dgm:spPr/>
    </dgm:pt>
  </dgm:ptLst>
  <dgm:cxnLst>
    <dgm:cxn modelId="{5FD2A602-FFA0-46FA-A40F-87AEB15A2D5E}" type="presOf" srcId="{A4806DE4-D4B9-461D-82B5-4D01052F9BFF}" destId="{336712AE-CF4A-4D91-BA28-630123E51275}" srcOrd="0" destOrd="0" presId="urn:microsoft.com/office/officeart/2005/8/layout/vList2"/>
    <dgm:cxn modelId="{F09FDB12-BAD6-4543-AC14-24339A97E7A0}" type="presOf" srcId="{D7A4FE5D-39BA-4F45-8388-2CE59A380290}" destId="{875B91AB-B86A-46B9-959C-1B270B2540CD}" srcOrd="0" destOrd="0" presId="urn:microsoft.com/office/officeart/2005/8/layout/vList2"/>
    <dgm:cxn modelId="{2E484D35-65FF-4B20-84BF-B744F6CD679A}" srcId="{C14AB36A-FADA-4962-9268-6BF6BADD1AD2}" destId="{BBBEB8F0-B45E-4D86-B72A-F1D00211DB80}" srcOrd="0" destOrd="0" parTransId="{ABFD96CE-A22C-4852-A38D-F972B53A21DE}" sibTransId="{320EFD99-F38A-4052-936C-4F0BC3606825}"/>
    <dgm:cxn modelId="{65075660-2C07-4D67-BCD6-35393CBE5851}" srcId="{C14AB36A-FADA-4962-9268-6BF6BADD1AD2}" destId="{D7A4FE5D-39BA-4F45-8388-2CE59A380290}" srcOrd="1" destOrd="0" parTransId="{CA46B1D0-D988-41E5-8260-A95581378236}" sibTransId="{88AE1814-78C9-4294-B6D5-936ABADE52EE}"/>
    <dgm:cxn modelId="{D5FA6769-AE77-4E5D-9AE6-8B9664A653E8}" srcId="{C14AB36A-FADA-4962-9268-6BF6BADD1AD2}" destId="{B472BDA9-D10D-412A-9A53-34F59E5632D6}" srcOrd="4" destOrd="0" parTransId="{8A639321-DD03-4228-A38F-0F9B394A0CA9}" sibTransId="{D6F8DB29-4A75-4630-9EF1-4508379C62BE}"/>
    <dgm:cxn modelId="{2DC8CE7C-2D15-4DD8-B806-EACEE73D11F7}" srcId="{C14AB36A-FADA-4962-9268-6BF6BADD1AD2}" destId="{A4806DE4-D4B9-461D-82B5-4D01052F9BFF}" srcOrd="3" destOrd="0" parTransId="{17320EFB-0B4F-4AAD-ACA7-09EF633EFABF}" sibTransId="{60B2C168-F5AB-47BC-9E67-92EE2FA44BD4}"/>
    <dgm:cxn modelId="{11D0DA88-B09B-4E92-9550-95057F3467D3}" type="presOf" srcId="{20DE79BD-B11A-4EFB-ADA5-CFA9189BF13D}" destId="{BA1E6F70-06E5-4581-9806-77BF7180FF41}" srcOrd="0" destOrd="0" presId="urn:microsoft.com/office/officeart/2005/8/layout/vList2"/>
    <dgm:cxn modelId="{C83527AD-0241-481B-A657-BA4DBED0E85B}" type="presOf" srcId="{C14AB36A-FADA-4962-9268-6BF6BADD1AD2}" destId="{0854B9AB-C212-4540-8B06-DCF0A0EBA438}" srcOrd="0" destOrd="0" presId="urn:microsoft.com/office/officeart/2005/8/layout/vList2"/>
    <dgm:cxn modelId="{5B0025E7-45D3-4A11-A90B-7645E5FC24D0}" type="presOf" srcId="{B472BDA9-D10D-412A-9A53-34F59E5632D6}" destId="{CFA9398F-616A-4C90-AC34-477BC4D0E0C3}" srcOrd="0" destOrd="0" presId="urn:microsoft.com/office/officeart/2005/8/layout/vList2"/>
    <dgm:cxn modelId="{542800E8-BC99-4E03-BC94-99EB19083C52}" srcId="{C14AB36A-FADA-4962-9268-6BF6BADD1AD2}" destId="{20DE79BD-B11A-4EFB-ADA5-CFA9189BF13D}" srcOrd="2" destOrd="0" parTransId="{18439265-580B-4B92-AD83-DF38F6933C8D}" sibTransId="{C78306B6-BD49-4F05-9D24-D3347DF163A5}"/>
    <dgm:cxn modelId="{46C6A7EB-BC52-41BD-83AA-DF30E70147D7}" type="presOf" srcId="{BBBEB8F0-B45E-4D86-B72A-F1D00211DB80}" destId="{E7C8DEAF-E5DE-404C-B3F3-99D8F8D95232}" srcOrd="0" destOrd="0" presId="urn:microsoft.com/office/officeart/2005/8/layout/vList2"/>
    <dgm:cxn modelId="{E03C3E27-1EC3-4F06-82DD-0F19A4DFE544}" type="presParOf" srcId="{0854B9AB-C212-4540-8B06-DCF0A0EBA438}" destId="{E7C8DEAF-E5DE-404C-B3F3-99D8F8D95232}" srcOrd="0" destOrd="0" presId="urn:microsoft.com/office/officeart/2005/8/layout/vList2"/>
    <dgm:cxn modelId="{DD572B8E-583B-4A82-806F-A43EFA6222A5}" type="presParOf" srcId="{0854B9AB-C212-4540-8B06-DCF0A0EBA438}" destId="{08385368-CD72-4642-8769-EFBDE33E8C68}" srcOrd="1" destOrd="0" presId="urn:microsoft.com/office/officeart/2005/8/layout/vList2"/>
    <dgm:cxn modelId="{7E4A134D-48AE-41F7-B998-BCC9BC65966A}" type="presParOf" srcId="{0854B9AB-C212-4540-8B06-DCF0A0EBA438}" destId="{875B91AB-B86A-46B9-959C-1B270B2540CD}" srcOrd="2" destOrd="0" presId="urn:microsoft.com/office/officeart/2005/8/layout/vList2"/>
    <dgm:cxn modelId="{E065394C-C5CE-4CC3-9A38-7F215D0B4051}" type="presParOf" srcId="{0854B9AB-C212-4540-8B06-DCF0A0EBA438}" destId="{DF2E6DD5-91EC-48BB-93EE-927E9683A546}" srcOrd="3" destOrd="0" presId="urn:microsoft.com/office/officeart/2005/8/layout/vList2"/>
    <dgm:cxn modelId="{6F36A037-6150-4D76-9EF3-0473DC7D6660}" type="presParOf" srcId="{0854B9AB-C212-4540-8B06-DCF0A0EBA438}" destId="{BA1E6F70-06E5-4581-9806-77BF7180FF41}" srcOrd="4" destOrd="0" presId="urn:microsoft.com/office/officeart/2005/8/layout/vList2"/>
    <dgm:cxn modelId="{7458E22A-F126-4D19-ABE0-9A833C2A8F74}" type="presParOf" srcId="{0854B9AB-C212-4540-8B06-DCF0A0EBA438}" destId="{EE991AB1-FE35-46AB-86F4-980A83F96F34}" srcOrd="5" destOrd="0" presId="urn:microsoft.com/office/officeart/2005/8/layout/vList2"/>
    <dgm:cxn modelId="{D6CFC4EE-4510-4182-A593-5CFEBC663515}" type="presParOf" srcId="{0854B9AB-C212-4540-8B06-DCF0A0EBA438}" destId="{336712AE-CF4A-4D91-BA28-630123E51275}" srcOrd="6" destOrd="0" presId="urn:microsoft.com/office/officeart/2005/8/layout/vList2"/>
    <dgm:cxn modelId="{C5EF2BA8-7CB8-4EB2-9D5E-71739AD7B327}" type="presParOf" srcId="{0854B9AB-C212-4540-8B06-DCF0A0EBA438}" destId="{F28A3126-75D2-4AB1-AF42-EA61FB026BEC}" srcOrd="7" destOrd="0" presId="urn:microsoft.com/office/officeart/2005/8/layout/vList2"/>
    <dgm:cxn modelId="{FF64D7D0-F8A3-4705-9D76-DDB9B211A7AB}" type="presParOf" srcId="{0854B9AB-C212-4540-8B06-DCF0A0EBA438}" destId="{CFA9398F-616A-4C90-AC34-477BC4D0E0C3}" srcOrd="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BDBB4EF2-97CF-4709-AC63-0AB4424CE945}"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3B5BAB59-B92F-4FD1-A831-226C3F8F5249}">
      <dgm:prSet/>
      <dgm:spPr/>
      <dgm:t>
        <a:bodyPr/>
        <a:lstStyle/>
        <a:p>
          <a:r>
            <a:rPr lang="uk-UA" b="0" i="0" dirty="0"/>
            <a:t>початок національного відродження на західноукраїнських землях.</a:t>
          </a:r>
          <a:endParaRPr lang="uk-UA" dirty="0"/>
        </a:p>
      </dgm:t>
    </dgm:pt>
    <dgm:pt modelId="{92EC062D-F59D-4078-A2D3-B1291E2B4CCA}" type="parTrans" cxnId="{568ADB29-922E-4E91-98D3-586D471F546D}">
      <dgm:prSet/>
      <dgm:spPr/>
      <dgm:t>
        <a:bodyPr/>
        <a:lstStyle/>
        <a:p>
          <a:endParaRPr lang="uk-UA"/>
        </a:p>
      </dgm:t>
    </dgm:pt>
    <dgm:pt modelId="{742FEA41-3AD2-418E-B1BB-914BFFBC28EA}" type="sibTrans" cxnId="{568ADB29-922E-4E91-98D3-586D471F546D}">
      <dgm:prSet/>
      <dgm:spPr/>
      <dgm:t>
        <a:bodyPr/>
        <a:lstStyle/>
        <a:p>
          <a:endParaRPr lang="uk-UA"/>
        </a:p>
      </dgm:t>
    </dgm:pt>
    <dgm:pt modelId="{F8710C53-4D00-4B51-8097-57B20C82D686}">
      <dgm:prSet/>
      <dgm:spPr/>
      <dgm:t>
        <a:bodyPr/>
        <a:lstStyle/>
        <a:p>
          <a:r>
            <a:rPr lang="uk-UA" b="0" i="0"/>
            <a:t>політизацію національно-визвольного руху в Австрійській імперії.</a:t>
          </a:r>
          <a:endParaRPr lang="uk-UA"/>
        </a:p>
      </dgm:t>
    </dgm:pt>
    <dgm:pt modelId="{14C66BE1-590D-42FD-B75F-9F1501FA5CAA}" type="parTrans" cxnId="{57063967-73CE-4BF3-B2FA-773777626A25}">
      <dgm:prSet/>
      <dgm:spPr/>
      <dgm:t>
        <a:bodyPr/>
        <a:lstStyle/>
        <a:p>
          <a:endParaRPr lang="uk-UA"/>
        </a:p>
      </dgm:t>
    </dgm:pt>
    <dgm:pt modelId="{84813D79-653B-44EF-88C8-3BAE773D39CC}" type="sibTrans" cxnId="{57063967-73CE-4BF3-B2FA-773777626A25}">
      <dgm:prSet/>
      <dgm:spPr/>
      <dgm:t>
        <a:bodyPr/>
        <a:lstStyle/>
        <a:p>
          <a:endParaRPr lang="uk-UA"/>
        </a:p>
      </dgm:t>
    </dgm:pt>
    <dgm:pt modelId="{46BEE1CC-5BB5-4A17-A93E-4AAAA81ED05D}">
      <dgm:prSet/>
      <dgm:spPr/>
      <dgm:t>
        <a:bodyPr/>
        <a:lstStyle/>
        <a:p>
          <a:r>
            <a:rPr lang="uk-UA" b="0" i="0"/>
            <a:t>розгортання національного руху під релігійними гаслами.</a:t>
          </a:r>
          <a:endParaRPr lang="uk-UA"/>
        </a:p>
      </dgm:t>
    </dgm:pt>
    <dgm:pt modelId="{F22DA050-2CF6-42F3-8E57-1029000A4570}" type="parTrans" cxnId="{0268A048-817A-47C0-871A-99F1AD0A0DA8}">
      <dgm:prSet/>
      <dgm:spPr/>
      <dgm:t>
        <a:bodyPr/>
        <a:lstStyle/>
        <a:p>
          <a:endParaRPr lang="uk-UA"/>
        </a:p>
      </dgm:t>
    </dgm:pt>
    <dgm:pt modelId="{4018E859-24A0-45EE-A24E-FEC46161A3EA}" type="sibTrans" cxnId="{0268A048-817A-47C0-871A-99F1AD0A0DA8}">
      <dgm:prSet/>
      <dgm:spPr/>
      <dgm:t>
        <a:bodyPr/>
        <a:lstStyle/>
        <a:p>
          <a:endParaRPr lang="uk-UA"/>
        </a:p>
      </dgm:t>
    </dgm:pt>
    <dgm:pt modelId="{7CFCB5F0-B9DB-411C-B4D1-0E998D084C86}">
      <dgm:prSet/>
      <dgm:spPr/>
      <dgm:t>
        <a:bodyPr/>
        <a:lstStyle/>
        <a:p>
          <a:r>
            <a:rPr lang="uk-UA" b="0" i="0" dirty="0"/>
            <a:t>переорієнтацію українського руху на Російську імперію.</a:t>
          </a:r>
          <a:endParaRPr lang="uk-UA" dirty="0"/>
        </a:p>
      </dgm:t>
    </dgm:pt>
    <dgm:pt modelId="{B04EA308-C0F4-4D76-B8FB-A2383D1AB520}" type="parTrans" cxnId="{EBBB2A77-7DF6-41BD-BB89-D667077AD559}">
      <dgm:prSet/>
      <dgm:spPr/>
      <dgm:t>
        <a:bodyPr/>
        <a:lstStyle/>
        <a:p>
          <a:endParaRPr lang="uk-UA"/>
        </a:p>
      </dgm:t>
    </dgm:pt>
    <dgm:pt modelId="{B97A2161-680E-4402-A5C2-FD534A8A09F3}" type="sibTrans" cxnId="{EBBB2A77-7DF6-41BD-BB89-D667077AD559}">
      <dgm:prSet/>
      <dgm:spPr/>
      <dgm:t>
        <a:bodyPr/>
        <a:lstStyle/>
        <a:p>
          <a:endParaRPr lang="uk-UA"/>
        </a:p>
      </dgm:t>
    </dgm:pt>
    <dgm:pt modelId="{340ECD53-6C22-457A-BA2D-D9998FB8FD2F}" type="pres">
      <dgm:prSet presAssocID="{BDBB4EF2-97CF-4709-AC63-0AB4424CE945}" presName="linear" presStyleCnt="0">
        <dgm:presLayoutVars>
          <dgm:animLvl val="lvl"/>
          <dgm:resizeHandles val="exact"/>
        </dgm:presLayoutVars>
      </dgm:prSet>
      <dgm:spPr/>
    </dgm:pt>
    <dgm:pt modelId="{A5391BA0-6FD5-443B-B4FE-21D0714E53E7}" type="pres">
      <dgm:prSet presAssocID="{3B5BAB59-B92F-4FD1-A831-226C3F8F5249}" presName="parentText" presStyleLbl="node1" presStyleIdx="0" presStyleCnt="4">
        <dgm:presLayoutVars>
          <dgm:chMax val="0"/>
          <dgm:bulletEnabled val="1"/>
        </dgm:presLayoutVars>
      </dgm:prSet>
      <dgm:spPr/>
    </dgm:pt>
    <dgm:pt modelId="{6D65A39A-4109-4345-AC5A-8CBAAF92BDB7}" type="pres">
      <dgm:prSet presAssocID="{742FEA41-3AD2-418E-B1BB-914BFFBC28EA}" presName="spacer" presStyleCnt="0"/>
      <dgm:spPr/>
    </dgm:pt>
    <dgm:pt modelId="{F1BB863D-B372-4EFA-9120-53E77064CA7C}" type="pres">
      <dgm:prSet presAssocID="{F8710C53-4D00-4B51-8097-57B20C82D686}" presName="parentText" presStyleLbl="node1" presStyleIdx="1" presStyleCnt="4">
        <dgm:presLayoutVars>
          <dgm:chMax val="0"/>
          <dgm:bulletEnabled val="1"/>
        </dgm:presLayoutVars>
      </dgm:prSet>
      <dgm:spPr/>
    </dgm:pt>
    <dgm:pt modelId="{BE601870-AA9B-462E-8B06-2209C9AE8B46}" type="pres">
      <dgm:prSet presAssocID="{84813D79-653B-44EF-88C8-3BAE773D39CC}" presName="spacer" presStyleCnt="0"/>
      <dgm:spPr/>
    </dgm:pt>
    <dgm:pt modelId="{3068BC7C-ECA9-4BF7-BEE2-D8F94A4944B2}" type="pres">
      <dgm:prSet presAssocID="{46BEE1CC-5BB5-4A17-A93E-4AAAA81ED05D}" presName="parentText" presStyleLbl="node1" presStyleIdx="2" presStyleCnt="4">
        <dgm:presLayoutVars>
          <dgm:chMax val="0"/>
          <dgm:bulletEnabled val="1"/>
        </dgm:presLayoutVars>
      </dgm:prSet>
      <dgm:spPr/>
    </dgm:pt>
    <dgm:pt modelId="{A5513084-8518-4D63-BF46-B72475462557}" type="pres">
      <dgm:prSet presAssocID="{4018E859-24A0-45EE-A24E-FEC46161A3EA}" presName="spacer" presStyleCnt="0"/>
      <dgm:spPr/>
    </dgm:pt>
    <dgm:pt modelId="{5D715FA3-3BCE-4336-A8FE-D6F30E3F3426}" type="pres">
      <dgm:prSet presAssocID="{7CFCB5F0-B9DB-411C-B4D1-0E998D084C86}" presName="parentText" presStyleLbl="node1" presStyleIdx="3" presStyleCnt="4">
        <dgm:presLayoutVars>
          <dgm:chMax val="0"/>
          <dgm:bulletEnabled val="1"/>
        </dgm:presLayoutVars>
      </dgm:prSet>
      <dgm:spPr/>
    </dgm:pt>
  </dgm:ptLst>
  <dgm:cxnLst>
    <dgm:cxn modelId="{568ADB29-922E-4E91-98D3-586D471F546D}" srcId="{BDBB4EF2-97CF-4709-AC63-0AB4424CE945}" destId="{3B5BAB59-B92F-4FD1-A831-226C3F8F5249}" srcOrd="0" destOrd="0" parTransId="{92EC062D-F59D-4078-A2D3-B1291E2B4CCA}" sibTransId="{742FEA41-3AD2-418E-B1BB-914BFFBC28EA}"/>
    <dgm:cxn modelId="{57063967-73CE-4BF3-B2FA-773777626A25}" srcId="{BDBB4EF2-97CF-4709-AC63-0AB4424CE945}" destId="{F8710C53-4D00-4B51-8097-57B20C82D686}" srcOrd="1" destOrd="0" parTransId="{14C66BE1-590D-42FD-B75F-9F1501FA5CAA}" sibTransId="{84813D79-653B-44EF-88C8-3BAE773D39CC}"/>
    <dgm:cxn modelId="{0268A048-817A-47C0-871A-99F1AD0A0DA8}" srcId="{BDBB4EF2-97CF-4709-AC63-0AB4424CE945}" destId="{46BEE1CC-5BB5-4A17-A93E-4AAAA81ED05D}" srcOrd="2" destOrd="0" parTransId="{F22DA050-2CF6-42F3-8E57-1029000A4570}" sibTransId="{4018E859-24A0-45EE-A24E-FEC46161A3EA}"/>
    <dgm:cxn modelId="{EBBB2A77-7DF6-41BD-BB89-D667077AD559}" srcId="{BDBB4EF2-97CF-4709-AC63-0AB4424CE945}" destId="{7CFCB5F0-B9DB-411C-B4D1-0E998D084C86}" srcOrd="3" destOrd="0" parTransId="{B04EA308-C0F4-4D76-B8FB-A2383D1AB520}" sibTransId="{B97A2161-680E-4402-A5C2-FD534A8A09F3}"/>
    <dgm:cxn modelId="{F09F0692-0CE4-4D1E-B8ED-ED9DAE32861F}" type="presOf" srcId="{F8710C53-4D00-4B51-8097-57B20C82D686}" destId="{F1BB863D-B372-4EFA-9120-53E77064CA7C}" srcOrd="0" destOrd="0" presId="urn:microsoft.com/office/officeart/2005/8/layout/vList2"/>
    <dgm:cxn modelId="{99010DB9-9808-40A3-AE9D-5AF701F3F394}" type="presOf" srcId="{46BEE1CC-5BB5-4A17-A93E-4AAAA81ED05D}" destId="{3068BC7C-ECA9-4BF7-BEE2-D8F94A4944B2}" srcOrd="0" destOrd="0" presId="urn:microsoft.com/office/officeart/2005/8/layout/vList2"/>
    <dgm:cxn modelId="{4B2C7CD0-9663-4412-9643-C288E9A6E1F2}" type="presOf" srcId="{BDBB4EF2-97CF-4709-AC63-0AB4424CE945}" destId="{340ECD53-6C22-457A-BA2D-D9998FB8FD2F}" srcOrd="0" destOrd="0" presId="urn:microsoft.com/office/officeart/2005/8/layout/vList2"/>
    <dgm:cxn modelId="{A5B100D6-75BA-43CF-8F50-5F2D5747E8FD}" type="presOf" srcId="{7CFCB5F0-B9DB-411C-B4D1-0E998D084C86}" destId="{5D715FA3-3BCE-4336-A8FE-D6F30E3F3426}" srcOrd="0" destOrd="0" presId="urn:microsoft.com/office/officeart/2005/8/layout/vList2"/>
    <dgm:cxn modelId="{A84D2EEB-2ADF-4F09-AD3C-B71AA96F541C}" type="presOf" srcId="{3B5BAB59-B92F-4FD1-A831-226C3F8F5249}" destId="{A5391BA0-6FD5-443B-B4FE-21D0714E53E7}" srcOrd="0" destOrd="0" presId="urn:microsoft.com/office/officeart/2005/8/layout/vList2"/>
    <dgm:cxn modelId="{108FD64D-E36B-45AC-BA44-72771B5A5866}" type="presParOf" srcId="{340ECD53-6C22-457A-BA2D-D9998FB8FD2F}" destId="{A5391BA0-6FD5-443B-B4FE-21D0714E53E7}" srcOrd="0" destOrd="0" presId="urn:microsoft.com/office/officeart/2005/8/layout/vList2"/>
    <dgm:cxn modelId="{437D0E7E-2FDA-4DF6-AADC-C0F6092C99B9}" type="presParOf" srcId="{340ECD53-6C22-457A-BA2D-D9998FB8FD2F}" destId="{6D65A39A-4109-4345-AC5A-8CBAAF92BDB7}" srcOrd="1" destOrd="0" presId="urn:microsoft.com/office/officeart/2005/8/layout/vList2"/>
    <dgm:cxn modelId="{40900851-6385-48C3-B96A-26AB6F4AE5E3}" type="presParOf" srcId="{340ECD53-6C22-457A-BA2D-D9998FB8FD2F}" destId="{F1BB863D-B372-4EFA-9120-53E77064CA7C}" srcOrd="2" destOrd="0" presId="urn:microsoft.com/office/officeart/2005/8/layout/vList2"/>
    <dgm:cxn modelId="{DAAFE353-6862-44DA-AA22-DE60AACF7EFF}" type="presParOf" srcId="{340ECD53-6C22-457A-BA2D-D9998FB8FD2F}" destId="{BE601870-AA9B-462E-8B06-2209C9AE8B46}" srcOrd="3" destOrd="0" presId="urn:microsoft.com/office/officeart/2005/8/layout/vList2"/>
    <dgm:cxn modelId="{D469C1F3-5FC9-47EA-9CFE-54F30875EA8E}" type="presParOf" srcId="{340ECD53-6C22-457A-BA2D-D9998FB8FD2F}" destId="{3068BC7C-ECA9-4BF7-BEE2-D8F94A4944B2}" srcOrd="4" destOrd="0" presId="urn:microsoft.com/office/officeart/2005/8/layout/vList2"/>
    <dgm:cxn modelId="{F562226E-AE99-4BA4-A16E-2B073E26E437}" type="presParOf" srcId="{340ECD53-6C22-457A-BA2D-D9998FB8FD2F}" destId="{A5513084-8518-4D63-BF46-B72475462557}" srcOrd="5" destOrd="0" presId="urn:microsoft.com/office/officeart/2005/8/layout/vList2"/>
    <dgm:cxn modelId="{4B738F18-F3FB-47BA-8EE2-57660744FEBD}" type="presParOf" srcId="{340ECD53-6C22-457A-BA2D-D9998FB8FD2F}" destId="{5D715FA3-3BCE-4336-A8FE-D6F30E3F342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D2692760-CAAC-461E-B0E3-7F4F89CDA52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90D4FCD-1CB4-48E4-AAEA-5F10E4CC71EB}">
      <dgm:prSet/>
      <dgm:spPr/>
      <dgm:t>
        <a:bodyPr/>
        <a:lstStyle/>
        <a:p>
          <a:r>
            <a:rPr lang="ru-RU" b="0" i="0" dirty="0"/>
            <a:t>«</a:t>
          </a:r>
          <a:r>
            <a:rPr lang="ru-RU" b="0" i="0" dirty="0" err="1"/>
            <a:t>Руської</a:t>
          </a:r>
          <a:r>
            <a:rPr lang="ru-RU" b="0" i="0" dirty="0"/>
            <a:t> </a:t>
          </a:r>
          <a:r>
            <a:rPr lang="ru-RU" b="0" i="0" dirty="0" err="1"/>
            <a:t>трійці</a:t>
          </a:r>
          <a:r>
            <a:rPr lang="ru-RU" b="0" i="0" dirty="0"/>
            <a:t>».</a:t>
          </a:r>
          <a:endParaRPr lang="uk-UA" dirty="0"/>
        </a:p>
      </dgm:t>
    </dgm:pt>
    <dgm:pt modelId="{8BEA0388-52B7-4853-9A85-8B0F5F90F279}" type="parTrans" cxnId="{DB19AD13-3EC9-4E0E-A6A6-F97920E93801}">
      <dgm:prSet/>
      <dgm:spPr/>
      <dgm:t>
        <a:bodyPr/>
        <a:lstStyle/>
        <a:p>
          <a:endParaRPr lang="uk-UA"/>
        </a:p>
      </dgm:t>
    </dgm:pt>
    <dgm:pt modelId="{CBCD53DC-B751-4E5E-9385-86860E98E9EB}" type="sibTrans" cxnId="{DB19AD13-3EC9-4E0E-A6A6-F97920E93801}">
      <dgm:prSet/>
      <dgm:spPr/>
      <dgm:t>
        <a:bodyPr/>
        <a:lstStyle/>
        <a:p>
          <a:endParaRPr lang="uk-UA"/>
        </a:p>
      </dgm:t>
    </dgm:pt>
    <dgm:pt modelId="{D0E35578-A49E-456A-BB60-75CA66BDA389}">
      <dgm:prSet/>
      <dgm:spPr/>
      <dgm:t>
        <a:bodyPr/>
        <a:lstStyle/>
        <a:p>
          <a:r>
            <a:rPr lang="ru-RU" b="0" i="0" dirty="0"/>
            <a:t>Братства </a:t>
          </a:r>
          <a:r>
            <a:rPr lang="ru-RU" b="0" i="0" dirty="0" err="1"/>
            <a:t>тарасівців</a:t>
          </a:r>
          <a:r>
            <a:rPr lang="ru-RU" b="0" i="0" dirty="0"/>
            <a:t>.</a:t>
          </a:r>
          <a:endParaRPr lang="uk-UA" dirty="0"/>
        </a:p>
      </dgm:t>
    </dgm:pt>
    <dgm:pt modelId="{BC9097D3-B715-4BEC-AE9D-78B6E97B789D}" type="parTrans" cxnId="{B45018BA-7C96-4D31-85E3-D0F02AD973B8}">
      <dgm:prSet/>
      <dgm:spPr/>
      <dgm:t>
        <a:bodyPr/>
        <a:lstStyle/>
        <a:p>
          <a:endParaRPr lang="uk-UA"/>
        </a:p>
      </dgm:t>
    </dgm:pt>
    <dgm:pt modelId="{E59A0949-C347-4288-95E4-54F793AF5BE4}" type="sibTrans" cxnId="{B45018BA-7C96-4D31-85E3-D0F02AD973B8}">
      <dgm:prSet/>
      <dgm:spPr/>
      <dgm:t>
        <a:bodyPr/>
        <a:lstStyle/>
        <a:p>
          <a:endParaRPr lang="uk-UA"/>
        </a:p>
      </dgm:t>
    </dgm:pt>
    <dgm:pt modelId="{DF53CDE3-D4A7-4C46-8928-EC1A525CBB5B}">
      <dgm:prSet/>
      <dgm:spPr/>
      <dgm:t>
        <a:bodyPr/>
        <a:lstStyle/>
        <a:p>
          <a:r>
            <a:rPr lang="ru-RU" b="0" i="0" dirty="0"/>
            <a:t>«</a:t>
          </a:r>
          <a:r>
            <a:rPr lang="ru-RU" b="0" i="0" dirty="0" err="1"/>
            <a:t>Південного</a:t>
          </a:r>
          <a:r>
            <a:rPr lang="ru-RU" b="0" i="0" dirty="0"/>
            <a:t> </a:t>
          </a:r>
          <a:r>
            <a:rPr lang="ru-RU" b="0" i="0" dirty="0" err="1"/>
            <a:t>товариства</a:t>
          </a:r>
          <a:r>
            <a:rPr lang="ru-RU" b="0" i="0" dirty="0"/>
            <a:t>».</a:t>
          </a:r>
          <a:endParaRPr lang="uk-UA" dirty="0"/>
        </a:p>
      </dgm:t>
    </dgm:pt>
    <dgm:pt modelId="{5D6D82EC-9007-40A0-A770-AA32B6039827}" type="parTrans" cxnId="{FF7A8272-088D-4F77-8CE5-69EF499FDCB4}">
      <dgm:prSet/>
      <dgm:spPr/>
      <dgm:t>
        <a:bodyPr/>
        <a:lstStyle/>
        <a:p>
          <a:endParaRPr lang="uk-UA"/>
        </a:p>
      </dgm:t>
    </dgm:pt>
    <dgm:pt modelId="{94EB02FD-C7A7-4A3A-ABBC-D3C43A5E35A2}" type="sibTrans" cxnId="{FF7A8272-088D-4F77-8CE5-69EF499FDCB4}">
      <dgm:prSet/>
      <dgm:spPr/>
      <dgm:t>
        <a:bodyPr/>
        <a:lstStyle/>
        <a:p>
          <a:endParaRPr lang="uk-UA"/>
        </a:p>
      </dgm:t>
    </dgm:pt>
    <dgm:pt modelId="{D737649B-2A61-45A5-9980-D923E9DF3385}">
      <dgm:prSet/>
      <dgm:spPr/>
      <dgm:t>
        <a:bodyPr/>
        <a:lstStyle/>
        <a:p>
          <a:r>
            <a:rPr lang="ru-RU" b="0" i="0" dirty="0" err="1"/>
            <a:t>Кирило-Мефодіївського</a:t>
          </a:r>
          <a:r>
            <a:rPr lang="ru-RU" b="0" i="0" dirty="0"/>
            <a:t> братства.</a:t>
          </a:r>
          <a:endParaRPr lang="uk-UA" dirty="0"/>
        </a:p>
      </dgm:t>
    </dgm:pt>
    <dgm:pt modelId="{D7AB8CD2-BFFD-42F5-828F-96D84D7D0E6E}" type="parTrans" cxnId="{449EC421-E099-4C10-8F58-8D191DCE404F}">
      <dgm:prSet/>
      <dgm:spPr/>
      <dgm:t>
        <a:bodyPr/>
        <a:lstStyle/>
        <a:p>
          <a:endParaRPr lang="uk-UA"/>
        </a:p>
      </dgm:t>
    </dgm:pt>
    <dgm:pt modelId="{B5B3C905-946F-49B4-BB49-97B06B1F0BF3}" type="sibTrans" cxnId="{449EC421-E099-4C10-8F58-8D191DCE404F}">
      <dgm:prSet/>
      <dgm:spPr/>
      <dgm:t>
        <a:bodyPr/>
        <a:lstStyle/>
        <a:p>
          <a:endParaRPr lang="uk-UA"/>
        </a:p>
      </dgm:t>
    </dgm:pt>
    <dgm:pt modelId="{258CB912-E3D5-477A-A24F-2DE57EA584EC}" type="pres">
      <dgm:prSet presAssocID="{D2692760-CAAC-461E-B0E3-7F4F89CDA526}" presName="linear" presStyleCnt="0">
        <dgm:presLayoutVars>
          <dgm:animLvl val="lvl"/>
          <dgm:resizeHandles val="exact"/>
        </dgm:presLayoutVars>
      </dgm:prSet>
      <dgm:spPr/>
    </dgm:pt>
    <dgm:pt modelId="{3B55651B-22B4-4247-8FD3-8DEBA417CD96}" type="pres">
      <dgm:prSet presAssocID="{990D4FCD-1CB4-48E4-AAEA-5F10E4CC71EB}" presName="parentText" presStyleLbl="node1" presStyleIdx="0" presStyleCnt="4">
        <dgm:presLayoutVars>
          <dgm:chMax val="0"/>
          <dgm:bulletEnabled val="1"/>
        </dgm:presLayoutVars>
      </dgm:prSet>
      <dgm:spPr/>
    </dgm:pt>
    <dgm:pt modelId="{61CB8787-3689-4346-BC56-28FD6654A89D}" type="pres">
      <dgm:prSet presAssocID="{CBCD53DC-B751-4E5E-9385-86860E98E9EB}" presName="spacer" presStyleCnt="0"/>
      <dgm:spPr/>
    </dgm:pt>
    <dgm:pt modelId="{FAD47CD8-C514-4627-B140-3411A879C5F8}" type="pres">
      <dgm:prSet presAssocID="{D0E35578-A49E-456A-BB60-75CA66BDA389}" presName="parentText" presStyleLbl="node1" presStyleIdx="1" presStyleCnt="4">
        <dgm:presLayoutVars>
          <dgm:chMax val="0"/>
          <dgm:bulletEnabled val="1"/>
        </dgm:presLayoutVars>
      </dgm:prSet>
      <dgm:spPr/>
    </dgm:pt>
    <dgm:pt modelId="{D5A021F8-2D25-42BF-B5EE-0176193F719B}" type="pres">
      <dgm:prSet presAssocID="{E59A0949-C347-4288-95E4-54F793AF5BE4}" presName="spacer" presStyleCnt="0"/>
      <dgm:spPr/>
    </dgm:pt>
    <dgm:pt modelId="{9FCC84FF-3A4A-4ABD-8ADD-E4F35BD1A1A8}" type="pres">
      <dgm:prSet presAssocID="{DF53CDE3-D4A7-4C46-8928-EC1A525CBB5B}" presName="parentText" presStyleLbl="node1" presStyleIdx="2" presStyleCnt="4">
        <dgm:presLayoutVars>
          <dgm:chMax val="0"/>
          <dgm:bulletEnabled val="1"/>
        </dgm:presLayoutVars>
      </dgm:prSet>
      <dgm:spPr/>
    </dgm:pt>
    <dgm:pt modelId="{343ED581-576F-4B6E-9F2B-E8F13B6871D2}" type="pres">
      <dgm:prSet presAssocID="{94EB02FD-C7A7-4A3A-ABBC-D3C43A5E35A2}" presName="spacer" presStyleCnt="0"/>
      <dgm:spPr/>
    </dgm:pt>
    <dgm:pt modelId="{8E5FED39-3DD2-447F-8EFF-3E9C9322B66E}" type="pres">
      <dgm:prSet presAssocID="{D737649B-2A61-45A5-9980-D923E9DF3385}" presName="parentText" presStyleLbl="node1" presStyleIdx="3" presStyleCnt="4">
        <dgm:presLayoutVars>
          <dgm:chMax val="0"/>
          <dgm:bulletEnabled val="1"/>
        </dgm:presLayoutVars>
      </dgm:prSet>
      <dgm:spPr/>
    </dgm:pt>
  </dgm:ptLst>
  <dgm:cxnLst>
    <dgm:cxn modelId="{DB19AD13-3EC9-4E0E-A6A6-F97920E93801}" srcId="{D2692760-CAAC-461E-B0E3-7F4F89CDA526}" destId="{990D4FCD-1CB4-48E4-AAEA-5F10E4CC71EB}" srcOrd="0" destOrd="0" parTransId="{8BEA0388-52B7-4853-9A85-8B0F5F90F279}" sibTransId="{CBCD53DC-B751-4E5E-9385-86860E98E9EB}"/>
    <dgm:cxn modelId="{449EC421-E099-4C10-8F58-8D191DCE404F}" srcId="{D2692760-CAAC-461E-B0E3-7F4F89CDA526}" destId="{D737649B-2A61-45A5-9980-D923E9DF3385}" srcOrd="3" destOrd="0" parTransId="{D7AB8CD2-BFFD-42F5-828F-96D84D7D0E6E}" sibTransId="{B5B3C905-946F-49B4-BB49-97B06B1F0BF3}"/>
    <dgm:cxn modelId="{81218C31-E103-4710-8E94-3ABC2D57BE58}" type="presOf" srcId="{D737649B-2A61-45A5-9980-D923E9DF3385}" destId="{8E5FED39-3DD2-447F-8EFF-3E9C9322B66E}" srcOrd="0" destOrd="0" presId="urn:microsoft.com/office/officeart/2005/8/layout/vList2"/>
    <dgm:cxn modelId="{50B95E5B-E3F6-4B72-86D0-034E9D28D872}" type="presOf" srcId="{D2692760-CAAC-461E-B0E3-7F4F89CDA526}" destId="{258CB912-E3D5-477A-A24F-2DE57EA584EC}" srcOrd="0" destOrd="0" presId="urn:microsoft.com/office/officeart/2005/8/layout/vList2"/>
    <dgm:cxn modelId="{FF7A8272-088D-4F77-8CE5-69EF499FDCB4}" srcId="{D2692760-CAAC-461E-B0E3-7F4F89CDA526}" destId="{DF53CDE3-D4A7-4C46-8928-EC1A525CBB5B}" srcOrd="2" destOrd="0" parTransId="{5D6D82EC-9007-40A0-A770-AA32B6039827}" sibTransId="{94EB02FD-C7A7-4A3A-ABBC-D3C43A5E35A2}"/>
    <dgm:cxn modelId="{446FF784-EFFE-4C49-BFEE-34B221369C7A}" type="presOf" srcId="{D0E35578-A49E-456A-BB60-75CA66BDA389}" destId="{FAD47CD8-C514-4627-B140-3411A879C5F8}" srcOrd="0" destOrd="0" presId="urn:microsoft.com/office/officeart/2005/8/layout/vList2"/>
    <dgm:cxn modelId="{B45018BA-7C96-4D31-85E3-D0F02AD973B8}" srcId="{D2692760-CAAC-461E-B0E3-7F4F89CDA526}" destId="{D0E35578-A49E-456A-BB60-75CA66BDA389}" srcOrd="1" destOrd="0" parTransId="{BC9097D3-B715-4BEC-AE9D-78B6E97B789D}" sibTransId="{E59A0949-C347-4288-95E4-54F793AF5BE4}"/>
    <dgm:cxn modelId="{9E6774BB-C8B4-46AD-ADD6-E89ED9186464}" type="presOf" srcId="{990D4FCD-1CB4-48E4-AAEA-5F10E4CC71EB}" destId="{3B55651B-22B4-4247-8FD3-8DEBA417CD96}" srcOrd="0" destOrd="0" presId="urn:microsoft.com/office/officeart/2005/8/layout/vList2"/>
    <dgm:cxn modelId="{897B04F9-CC5A-4445-B95E-66009CF67CC2}" type="presOf" srcId="{DF53CDE3-D4A7-4C46-8928-EC1A525CBB5B}" destId="{9FCC84FF-3A4A-4ABD-8ADD-E4F35BD1A1A8}" srcOrd="0" destOrd="0" presId="urn:microsoft.com/office/officeart/2005/8/layout/vList2"/>
    <dgm:cxn modelId="{E05AF456-E228-4894-9C67-8C1CB3D7C3BA}" type="presParOf" srcId="{258CB912-E3D5-477A-A24F-2DE57EA584EC}" destId="{3B55651B-22B4-4247-8FD3-8DEBA417CD96}" srcOrd="0" destOrd="0" presId="urn:microsoft.com/office/officeart/2005/8/layout/vList2"/>
    <dgm:cxn modelId="{9B064440-7C20-4100-B269-4679A438EDCA}" type="presParOf" srcId="{258CB912-E3D5-477A-A24F-2DE57EA584EC}" destId="{61CB8787-3689-4346-BC56-28FD6654A89D}" srcOrd="1" destOrd="0" presId="urn:microsoft.com/office/officeart/2005/8/layout/vList2"/>
    <dgm:cxn modelId="{45E27BA6-8C9E-41C6-AD60-265FA9BFE901}" type="presParOf" srcId="{258CB912-E3D5-477A-A24F-2DE57EA584EC}" destId="{FAD47CD8-C514-4627-B140-3411A879C5F8}" srcOrd="2" destOrd="0" presId="urn:microsoft.com/office/officeart/2005/8/layout/vList2"/>
    <dgm:cxn modelId="{E0723CB6-AAAF-457E-918D-15A28D182C92}" type="presParOf" srcId="{258CB912-E3D5-477A-A24F-2DE57EA584EC}" destId="{D5A021F8-2D25-42BF-B5EE-0176193F719B}" srcOrd="3" destOrd="0" presId="urn:microsoft.com/office/officeart/2005/8/layout/vList2"/>
    <dgm:cxn modelId="{DAD49846-CC1D-4F7D-8623-D1808BF6D867}" type="presParOf" srcId="{258CB912-E3D5-477A-A24F-2DE57EA584EC}" destId="{9FCC84FF-3A4A-4ABD-8ADD-E4F35BD1A1A8}" srcOrd="4" destOrd="0" presId="urn:microsoft.com/office/officeart/2005/8/layout/vList2"/>
    <dgm:cxn modelId="{1C0D581B-4BAE-4790-82AF-D006F41F8011}" type="presParOf" srcId="{258CB912-E3D5-477A-A24F-2DE57EA584EC}" destId="{343ED581-576F-4B6E-9F2B-E8F13B6871D2}" srcOrd="5" destOrd="0" presId="urn:microsoft.com/office/officeart/2005/8/layout/vList2"/>
    <dgm:cxn modelId="{D6936A57-F15D-43AD-B25E-E2E8A3AC425E}" type="presParOf" srcId="{258CB912-E3D5-477A-A24F-2DE57EA584EC}" destId="{8E5FED39-3DD2-447F-8EFF-3E9C9322B66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DBBBF885-CC11-440B-B056-C5E29D7CECC1}"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8FA86FE2-3D9A-48FF-8717-E1477EBED9DD}">
      <dgm:prSet/>
      <dgm:spPr/>
      <dgm:t>
        <a:bodyPr/>
        <a:lstStyle/>
        <a:p>
          <a:r>
            <a:rPr lang="ru-RU" b="0" i="0"/>
            <a:t>1, 2, 4, 5</a:t>
          </a:r>
          <a:endParaRPr lang="uk-UA"/>
        </a:p>
      </dgm:t>
    </dgm:pt>
    <dgm:pt modelId="{A7BD52BF-7AFB-4ECB-BD8E-2F94D2EA95D4}" type="parTrans" cxnId="{005DD981-33B3-436A-B2A2-04BDEB89E68E}">
      <dgm:prSet/>
      <dgm:spPr/>
      <dgm:t>
        <a:bodyPr/>
        <a:lstStyle/>
        <a:p>
          <a:endParaRPr lang="uk-UA"/>
        </a:p>
      </dgm:t>
    </dgm:pt>
    <dgm:pt modelId="{A12134AB-A02F-4547-B893-FAA57BC52D50}" type="sibTrans" cxnId="{005DD981-33B3-436A-B2A2-04BDEB89E68E}">
      <dgm:prSet/>
      <dgm:spPr/>
      <dgm:t>
        <a:bodyPr/>
        <a:lstStyle/>
        <a:p>
          <a:endParaRPr lang="uk-UA"/>
        </a:p>
      </dgm:t>
    </dgm:pt>
    <dgm:pt modelId="{2EBB4998-78CD-4463-AD6B-41BB4BC57B5E}">
      <dgm:prSet/>
      <dgm:spPr/>
      <dgm:t>
        <a:bodyPr/>
        <a:lstStyle/>
        <a:p>
          <a:r>
            <a:rPr lang="ru-RU" b="0" i="0" dirty="0"/>
            <a:t>2, 4, 6, 7</a:t>
          </a:r>
          <a:endParaRPr lang="uk-UA" dirty="0"/>
        </a:p>
      </dgm:t>
    </dgm:pt>
    <dgm:pt modelId="{E11144A8-AA3B-4A30-8547-50EEAF666A40}" type="parTrans" cxnId="{7BC65ED0-CCFA-46A3-B565-F2D2C00B4DA8}">
      <dgm:prSet/>
      <dgm:spPr/>
      <dgm:t>
        <a:bodyPr/>
        <a:lstStyle/>
        <a:p>
          <a:endParaRPr lang="uk-UA"/>
        </a:p>
      </dgm:t>
    </dgm:pt>
    <dgm:pt modelId="{037CB716-8E54-46C8-8B4C-6E7A13950FC5}" type="sibTrans" cxnId="{7BC65ED0-CCFA-46A3-B565-F2D2C00B4DA8}">
      <dgm:prSet/>
      <dgm:spPr/>
      <dgm:t>
        <a:bodyPr/>
        <a:lstStyle/>
        <a:p>
          <a:endParaRPr lang="uk-UA"/>
        </a:p>
      </dgm:t>
    </dgm:pt>
    <dgm:pt modelId="{91563A0F-31DD-4A86-B40B-8070909EF627}">
      <dgm:prSet/>
      <dgm:spPr/>
      <dgm:t>
        <a:bodyPr/>
        <a:lstStyle/>
        <a:p>
          <a:r>
            <a:rPr lang="ru-RU" b="0" i="0" dirty="0"/>
            <a:t>1, 3, 5, 6</a:t>
          </a:r>
          <a:endParaRPr lang="uk-UA" dirty="0"/>
        </a:p>
      </dgm:t>
    </dgm:pt>
    <dgm:pt modelId="{2F954554-1C6F-498D-88CF-1191062DA316}" type="parTrans" cxnId="{A242FDCE-BB9E-4E31-BB35-A49568E7F8B5}">
      <dgm:prSet/>
      <dgm:spPr/>
      <dgm:t>
        <a:bodyPr/>
        <a:lstStyle/>
        <a:p>
          <a:endParaRPr lang="uk-UA"/>
        </a:p>
      </dgm:t>
    </dgm:pt>
    <dgm:pt modelId="{81CE600F-5332-4A42-BC1A-35AE05B58F3A}" type="sibTrans" cxnId="{A242FDCE-BB9E-4E31-BB35-A49568E7F8B5}">
      <dgm:prSet/>
      <dgm:spPr/>
      <dgm:t>
        <a:bodyPr/>
        <a:lstStyle/>
        <a:p>
          <a:endParaRPr lang="uk-UA"/>
        </a:p>
      </dgm:t>
    </dgm:pt>
    <dgm:pt modelId="{45220622-EAB9-447B-8140-41815E2BA59F}">
      <dgm:prSet/>
      <dgm:spPr/>
      <dgm:t>
        <a:bodyPr/>
        <a:lstStyle/>
        <a:p>
          <a:r>
            <a:rPr lang="ru-RU" b="0" i="0" dirty="0"/>
            <a:t>2, 4, 5, 7</a:t>
          </a:r>
          <a:endParaRPr lang="uk-UA" dirty="0"/>
        </a:p>
      </dgm:t>
    </dgm:pt>
    <dgm:pt modelId="{B3C0EF5C-3F3B-44F7-B0B6-AC74A92BFE09}" type="parTrans" cxnId="{428CEA46-F5B6-4A23-B31F-3E45901CDD34}">
      <dgm:prSet/>
      <dgm:spPr/>
      <dgm:t>
        <a:bodyPr/>
        <a:lstStyle/>
        <a:p>
          <a:endParaRPr lang="uk-UA"/>
        </a:p>
      </dgm:t>
    </dgm:pt>
    <dgm:pt modelId="{3DE4D53F-9355-4F2E-AB17-50A08AEF30BF}" type="sibTrans" cxnId="{428CEA46-F5B6-4A23-B31F-3E45901CDD34}">
      <dgm:prSet/>
      <dgm:spPr/>
      <dgm:t>
        <a:bodyPr/>
        <a:lstStyle/>
        <a:p>
          <a:endParaRPr lang="uk-UA"/>
        </a:p>
      </dgm:t>
    </dgm:pt>
    <dgm:pt modelId="{891EDC0B-2FA1-47EC-B8B2-922F48DF0777}" type="pres">
      <dgm:prSet presAssocID="{DBBBF885-CC11-440B-B056-C5E29D7CECC1}" presName="compositeShape" presStyleCnt="0">
        <dgm:presLayoutVars>
          <dgm:chMax val="7"/>
          <dgm:dir/>
          <dgm:resizeHandles val="exact"/>
        </dgm:presLayoutVars>
      </dgm:prSet>
      <dgm:spPr/>
    </dgm:pt>
    <dgm:pt modelId="{2F433655-B0DD-4C48-9A57-78ED8D2EDCA5}" type="pres">
      <dgm:prSet presAssocID="{8FA86FE2-3D9A-48FF-8717-E1477EBED9DD}" presName="circ1" presStyleLbl="vennNode1" presStyleIdx="0" presStyleCnt="4"/>
      <dgm:spPr/>
    </dgm:pt>
    <dgm:pt modelId="{D002FC83-F90A-4883-AB2F-A6F5DECB0498}" type="pres">
      <dgm:prSet presAssocID="{8FA86FE2-3D9A-48FF-8717-E1477EBED9DD}" presName="circ1Tx" presStyleLbl="revTx" presStyleIdx="0" presStyleCnt="0">
        <dgm:presLayoutVars>
          <dgm:chMax val="0"/>
          <dgm:chPref val="0"/>
          <dgm:bulletEnabled val="1"/>
        </dgm:presLayoutVars>
      </dgm:prSet>
      <dgm:spPr/>
    </dgm:pt>
    <dgm:pt modelId="{C7E53B28-664D-47D1-910A-B493DE6DC7E4}" type="pres">
      <dgm:prSet presAssocID="{2EBB4998-78CD-4463-AD6B-41BB4BC57B5E}" presName="circ2" presStyleLbl="vennNode1" presStyleIdx="1" presStyleCnt="4"/>
      <dgm:spPr/>
    </dgm:pt>
    <dgm:pt modelId="{C05D2907-0101-4F72-8973-5EBFE57137BC}" type="pres">
      <dgm:prSet presAssocID="{2EBB4998-78CD-4463-AD6B-41BB4BC57B5E}" presName="circ2Tx" presStyleLbl="revTx" presStyleIdx="0" presStyleCnt="0">
        <dgm:presLayoutVars>
          <dgm:chMax val="0"/>
          <dgm:chPref val="0"/>
          <dgm:bulletEnabled val="1"/>
        </dgm:presLayoutVars>
      </dgm:prSet>
      <dgm:spPr/>
    </dgm:pt>
    <dgm:pt modelId="{A208B232-A24B-42E5-A935-85FDB4A67FA2}" type="pres">
      <dgm:prSet presAssocID="{91563A0F-31DD-4A86-B40B-8070909EF627}" presName="circ3" presStyleLbl="vennNode1" presStyleIdx="2" presStyleCnt="4"/>
      <dgm:spPr/>
    </dgm:pt>
    <dgm:pt modelId="{99016BCF-1C8A-4592-B4B4-CD2B8206F040}" type="pres">
      <dgm:prSet presAssocID="{91563A0F-31DD-4A86-B40B-8070909EF627}" presName="circ3Tx" presStyleLbl="revTx" presStyleIdx="0" presStyleCnt="0">
        <dgm:presLayoutVars>
          <dgm:chMax val="0"/>
          <dgm:chPref val="0"/>
          <dgm:bulletEnabled val="1"/>
        </dgm:presLayoutVars>
      </dgm:prSet>
      <dgm:spPr/>
    </dgm:pt>
    <dgm:pt modelId="{E414136B-2FAA-4A65-AB4F-D48856FB768E}" type="pres">
      <dgm:prSet presAssocID="{45220622-EAB9-447B-8140-41815E2BA59F}" presName="circ4" presStyleLbl="vennNode1" presStyleIdx="3" presStyleCnt="4"/>
      <dgm:spPr/>
    </dgm:pt>
    <dgm:pt modelId="{714D775E-F2BB-44DB-BBA7-D76E1529AC2A}" type="pres">
      <dgm:prSet presAssocID="{45220622-EAB9-447B-8140-41815E2BA59F}" presName="circ4Tx" presStyleLbl="revTx" presStyleIdx="0" presStyleCnt="0">
        <dgm:presLayoutVars>
          <dgm:chMax val="0"/>
          <dgm:chPref val="0"/>
          <dgm:bulletEnabled val="1"/>
        </dgm:presLayoutVars>
      </dgm:prSet>
      <dgm:spPr/>
    </dgm:pt>
  </dgm:ptLst>
  <dgm:cxnLst>
    <dgm:cxn modelId="{CFFA3116-E940-4774-9300-039AFEEF20EC}" type="presOf" srcId="{8FA86FE2-3D9A-48FF-8717-E1477EBED9DD}" destId="{2F433655-B0DD-4C48-9A57-78ED8D2EDCA5}" srcOrd="0" destOrd="0" presId="urn:microsoft.com/office/officeart/2005/8/layout/venn1"/>
    <dgm:cxn modelId="{67598D5D-8DFB-4D77-884D-D2FDF8EF515B}" type="presOf" srcId="{91563A0F-31DD-4A86-B40B-8070909EF627}" destId="{A208B232-A24B-42E5-A935-85FDB4A67FA2}" srcOrd="0" destOrd="0" presId="urn:microsoft.com/office/officeart/2005/8/layout/venn1"/>
    <dgm:cxn modelId="{DD3F1C64-04AA-4AEA-9DE0-C44D6AFE2BD9}" type="presOf" srcId="{91563A0F-31DD-4A86-B40B-8070909EF627}" destId="{99016BCF-1C8A-4592-B4B4-CD2B8206F040}" srcOrd="1" destOrd="0" presId="urn:microsoft.com/office/officeart/2005/8/layout/venn1"/>
    <dgm:cxn modelId="{428CEA46-F5B6-4A23-B31F-3E45901CDD34}" srcId="{DBBBF885-CC11-440B-B056-C5E29D7CECC1}" destId="{45220622-EAB9-447B-8140-41815E2BA59F}" srcOrd="3" destOrd="0" parTransId="{B3C0EF5C-3F3B-44F7-B0B6-AC74A92BFE09}" sibTransId="{3DE4D53F-9355-4F2E-AB17-50A08AEF30BF}"/>
    <dgm:cxn modelId="{005DD981-33B3-436A-B2A2-04BDEB89E68E}" srcId="{DBBBF885-CC11-440B-B056-C5E29D7CECC1}" destId="{8FA86FE2-3D9A-48FF-8717-E1477EBED9DD}" srcOrd="0" destOrd="0" parTransId="{A7BD52BF-7AFB-4ECB-BD8E-2F94D2EA95D4}" sibTransId="{A12134AB-A02F-4547-B893-FAA57BC52D50}"/>
    <dgm:cxn modelId="{1BEABC9A-8E8A-40D8-813C-E9D93D5BA4E0}" type="presOf" srcId="{8FA86FE2-3D9A-48FF-8717-E1477EBED9DD}" destId="{D002FC83-F90A-4883-AB2F-A6F5DECB0498}" srcOrd="1" destOrd="0" presId="urn:microsoft.com/office/officeart/2005/8/layout/venn1"/>
    <dgm:cxn modelId="{0E5631A0-56D8-4F3D-B363-B4C7A871A51A}" type="presOf" srcId="{45220622-EAB9-447B-8140-41815E2BA59F}" destId="{714D775E-F2BB-44DB-BBA7-D76E1529AC2A}" srcOrd="1" destOrd="0" presId="urn:microsoft.com/office/officeart/2005/8/layout/venn1"/>
    <dgm:cxn modelId="{A242FDCE-BB9E-4E31-BB35-A49568E7F8B5}" srcId="{DBBBF885-CC11-440B-B056-C5E29D7CECC1}" destId="{91563A0F-31DD-4A86-B40B-8070909EF627}" srcOrd="2" destOrd="0" parTransId="{2F954554-1C6F-498D-88CF-1191062DA316}" sibTransId="{81CE600F-5332-4A42-BC1A-35AE05B58F3A}"/>
    <dgm:cxn modelId="{7BC65ED0-CCFA-46A3-B565-F2D2C00B4DA8}" srcId="{DBBBF885-CC11-440B-B056-C5E29D7CECC1}" destId="{2EBB4998-78CD-4463-AD6B-41BB4BC57B5E}" srcOrd="1" destOrd="0" parTransId="{E11144A8-AA3B-4A30-8547-50EEAF666A40}" sibTransId="{037CB716-8E54-46C8-8B4C-6E7A13950FC5}"/>
    <dgm:cxn modelId="{3C25F9D8-5CB7-498A-AF1C-4D9BB6016A7B}" type="presOf" srcId="{45220622-EAB9-447B-8140-41815E2BA59F}" destId="{E414136B-2FAA-4A65-AB4F-D48856FB768E}" srcOrd="0" destOrd="0" presId="urn:microsoft.com/office/officeart/2005/8/layout/venn1"/>
    <dgm:cxn modelId="{FCA212E5-3E91-41A6-92D4-0F943D9AD6F5}" type="presOf" srcId="{2EBB4998-78CD-4463-AD6B-41BB4BC57B5E}" destId="{C05D2907-0101-4F72-8973-5EBFE57137BC}" srcOrd="1" destOrd="0" presId="urn:microsoft.com/office/officeart/2005/8/layout/venn1"/>
    <dgm:cxn modelId="{42849EF3-77EF-4D4D-8CC5-C9D704920009}" type="presOf" srcId="{2EBB4998-78CD-4463-AD6B-41BB4BC57B5E}" destId="{C7E53B28-664D-47D1-910A-B493DE6DC7E4}" srcOrd="0" destOrd="0" presId="urn:microsoft.com/office/officeart/2005/8/layout/venn1"/>
    <dgm:cxn modelId="{0E504AF9-7024-4118-8B5B-2AB4728BCE72}" type="presOf" srcId="{DBBBF885-CC11-440B-B056-C5E29D7CECC1}" destId="{891EDC0B-2FA1-47EC-B8B2-922F48DF0777}" srcOrd="0" destOrd="0" presId="urn:microsoft.com/office/officeart/2005/8/layout/venn1"/>
    <dgm:cxn modelId="{E3FBFC0A-05BB-4705-85A0-5262DEB47819}" type="presParOf" srcId="{891EDC0B-2FA1-47EC-B8B2-922F48DF0777}" destId="{2F433655-B0DD-4C48-9A57-78ED8D2EDCA5}" srcOrd="0" destOrd="0" presId="urn:microsoft.com/office/officeart/2005/8/layout/venn1"/>
    <dgm:cxn modelId="{928EBD3D-DF1A-4FA9-AFF6-0439B34FFDE2}" type="presParOf" srcId="{891EDC0B-2FA1-47EC-B8B2-922F48DF0777}" destId="{D002FC83-F90A-4883-AB2F-A6F5DECB0498}" srcOrd="1" destOrd="0" presId="urn:microsoft.com/office/officeart/2005/8/layout/venn1"/>
    <dgm:cxn modelId="{7C67A01B-F207-4662-A25F-6339EA6A0A69}" type="presParOf" srcId="{891EDC0B-2FA1-47EC-B8B2-922F48DF0777}" destId="{C7E53B28-664D-47D1-910A-B493DE6DC7E4}" srcOrd="2" destOrd="0" presId="urn:microsoft.com/office/officeart/2005/8/layout/venn1"/>
    <dgm:cxn modelId="{20259088-0565-4A1E-8B5C-C31A8CC46B42}" type="presParOf" srcId="{891EDC0B-2FA1-47EC-B8B2-922F48DF0777}" destId="{C05D2907-0101-4F72-8973-5EBFE57137BC}" srcOrd="3" destOrd="0" presId="urn:microsoft.com/office/officeart/2005/8/layout/venn1"/>
    <dgm:cxn modelId="{82F6C20D-84F6-48CC-984B-B9C24BD9C940}" type="presParOf" srcId="{891EDC0B-2FA1-47EC-B8B2-922F48DF0777}" destId="{A208B232-A24B-42E5-A935-85FDB4A67FA2}" srcOrd="4" destOrd="0" presId="urn:microsoft.com/office/officeart/2005/8/layout/venn1"/>
    <dgm:cxn modelId="{53667CED-FC20-48A1-9E2D-00AF16E1A4DD}" type="presParOf" srcId="{891EDC0B-2FA1-47EC-B8B2-922F48DF0777}" destId="{99016BCF-1C8A-4592-B4B4-CD2B8206F040}" srcOrd="5" destOrd="0" presId="urn:microsoft.com/office/officeart/2005/8/layout/venn1"/>
    <dgm:cxn modelId="{EC365EE6-5BDE-4B90-A41C-E09136E954A8}" type="presParOf" srcId="{891EDC0B-2FA1-47EC-B8B2-922F48DF0777}" destId="{E414136B-2FAA-4A65-AB4F-D48856FB768E}" srcOrd="6" destOrd="0" presId="urn:microsoft.com/office/officeart/2005/8/layout/venn1"/>
    <dgm:cxn modelId="{1AB515DA-9CA1-4BB7-B486-9C664F1B5BE4}" type="presParOf" srcId="{891EDC0B-2FA1-47EC-B8B2-922F48DF0777}" destId="{714D775E-F2BB-44DB-BBA7-D76E1529AC2A}" srcOrd="7"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EF711BE0-1807-43A0-8036-19C528CABB5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527C9B5-4825-44A4-876E-E56C6738A152}">
      <dgm:prSet/>
      <dgm:spPr/>
      <dgm:t>
        <a:bodyPr/>
        <a:lstStyle/>
        <a:p>
          <a:r>
            <a:rPr lang="ru-RU" b="0" i="0"/>
            <a:t>Кирило-Мефодіївського братства</a:t>
          </a:r>
          <a:endParaRPr lang="uk-UA"/>
        </a:p>
      </dgm:t>
    </dgm:pt>
    <dgm:pt modelId="{AE9CD46C-1C37-4E33-BFF8-FF4464138AF0}" type="parTrans" cxnId="{BB815738-3D84-4B47-BE88-F17C07958982}">
      <dgm:prSet/>
      <dgm:spPr/>
      <dgm:t>
        <a:bodyPr/>
        <a:lstStyle/>
        <a:p>
          <a:endParaRPr lang="uk-UA"/>
        </a:p>
      </dgm:t>
    </dgm:pt>
    <dgm:pt modelId="{F9098FAA-81FF-4277-A971-21F82F659909}" type="sibTrans" cxnId="{BB815738-3D84-4B47-BE88-F17C07958982}">
      <dgm:prSet/>
      <dgm:spPr/>
      <dgm:t>
        <a:bodyPr/>
        <a:lstStyle/>
        <a:p>
          <a:endParaRPr lang="uk-UA"/>
        </a:p>
      </dgm:t>
    </dgm:pt>
    <dgm:pt modelId="{6B73DB8C-1B46-45DC-9511-F61DD134F543}">
      <dgm:prSet/>
      <dgm:spPr/>
      <dgm:t>
        <a:bodyPr/>
        <a:lstStyle/>
        <a:p>
          <a:r>
            <a:rPr lang="ru-RU" b="0" i="0" dirty="0"/>
            <a:t>«</a:t>
          </a:r>
          <a:r>
            <a:rPr lang="ru-RU" b="0" i="0" dirty="0" err="1"/>
            <a:t>Південного</a:t>
          </a:r>
          <a:r>
            <a:rPr lang="ru-RU" b="0" i="0" dirty="0"/>
            <a:t> </a:t>
          </a:r>
          <a:r>
            <a:rPr lang="ru-RU" b="0" i="0" dirty="0" err="1"/>
            <a:t>товариства</a:t>
          </a:r>
          <a:r>
            <a:rPr lang="ru-RU" b="0" i="0" dirty="0"/>
            <a:t>» </a:t>
          </a:r>
          <a:r>
            <a:rPr lang="ru-RU" b="0" i="0" dirty="0" err="1"/>
            <a:t>декабристів</a:t>
          </a:r>
          <a:endParaRPr lang="uk-UA" dirty="0"/>
        </a:p>
      </dgm:t>
    </dgm:pt>
    <dgm:pt modelId="{FAB6C1B1-E814-4B86-9718-04BC134DC5C0}" type="parTrans" cxnId="{83D8B2F5-FD4F-4BF2-A5EA-B9262CA58483}">
      <dgm:prSet/>
      <dgm:spPr/>
      <dgm:t>
        <a:bodyPr/>
        <a:lstStyle/>
        <a:p>
          <a:endParaRPr lang="uk-UA"/>
        </a:p>
      </dgm:t>
    </dgm:pt>
    <dgm:pt modelId="{7AF15B44-1420-4277-B169-02E0BE38F69C}" type="sibTrans" cxnId="{83D8B2F5-FD4F-4BF2-A5EA-B9262CA58483}">
      <dgm:prSet/>
      <dgm:spPr/>
      <dgm:t>
        <a:bodyPr/>
        <a:lstStyle/>
        <a:p>
          <a:endParaRPr lang="uk-UA"/>
        </a:p>
      </dgm:t>
    </dgm:pt>
    <dgm:pt modelId="{FB8C9880-4145-4C4C-A537-31F28D348A03}">
      <dgm:prSet/>
      <dgm:spPr/>
      <dgm:t>
        <a:bodyPr/>
        <a:lstStyle/>
        <a:p>
          <a:r>
            <a:rPr lang="ru-RU" b="0" i="0"/>
            <a:t>Товариства галицьких греко-католицьких священиків</a:t>
          </a:r>
          <a:endParaRPr lang="uk-UA"/>
        </a:p>
      </dgm:t>
    </dgm:pt>
    <dgm:pt modelId="{F3900A8E-8E01-4C63-9135-B678BA918F97}" type="parTrans" cxnId="{64496842-9A6F-435E-9F62-0069EAC235E2}">
      <dgm:prSet/>
      <dgm:spPr/>
      <dgm:t>
        <a:bodyPr/>
        <a:lstStyle/>
        <a:p>
          <a:endParaRPr lang="uk-UA"/>
        </a:p>
      </dgm:t>
    </dgm:pt>
    <dgm:pt modelId="{F341963E-A263-4775-87A7-80B3C1DA2E63}" type="sibTrans" cxnId="{64496842-9A6F-435E-9F62-0069EAC235E2}">
      <dgm:prSet/>
      <dgm:spPr/>
      <dgm:t>
        <a:bodyPr/>
        <a:lstStyle/>
        <a:p>
          <a:endParaRPr lang="uk-UA"/>
        </a:p>
      </dgm:t>
    </dgm:pt>
    <dgm:pt modelId="{55BE6249-4EC1-4AEF-B91A-A761F8D5EFBF}">
      <dgm:prSet/>
      <dgm:spPr/>
      <dgm:t>
        <a:bodyPr/>
        <a:lstStyle/>
        <a:p>
          <a:r>
            <a:rPr lang="ru-RU" b="0" i="0" dirty="0"/>
            <a:t>«</a:t>
          </a:r>
          <a:r>
            <a:rPr lang="ru-RU" b="0" i="0" dirty="0" err="1"/>
            <a:t>Руської</a:t>
          </a:r>
          <a:r>
            <a:rPr lang="ru-RU" b="0" i="0" dirty="0"/>
            <a:t> </a:t>
          </a:r>
          <a:r>
            <a:rPr lang="ru-RU" b="0" i="0" dirty="0" err="1"/>
            <a:t>трійці</a:t>
          </a:r>
          <a:r>
            <a:rPr lang="ru-RU" b="0" i="0" dirty="0"/>
            <a:t>»</a:t>
          </a:r>
          <a:endParaRPr lang="uk-UA" dirty="0"/>
        </a:p>
      </dgm:t>
    </dgm:pt>
    <dgm:pt modelId="{793DE21F-E17F-49AA-A6A5-A65DE9CAAB4E}" type="parTrans" cxnId="{955297B8-311A-44C5-8BDB-4EF556F8C5C6}">
      <dgm:prSet/>
      <dgm:spPr/>
      <dgm:t>
        <a:bodyPr/>
        <a:lstStyle/>
        <a:p>
          <a:endParaRPr lang="uk-UA"/>
        </a:p>
      </dgm:t>
    </dgm:pt>
    <dgm:pt modelId="{0981E74B-560B-4379-B298-BF9A4C566208}" type="sibTrans" cxnId="{955297B8-311A-44C5-8BDB-4EF556F8C5C6}">
      <dgm:prSet/>
      <dgm:spPr/>
      <dgm:t>
        <a:bodyPr/>
        <a:lstStyle/>
        <a:p>
          <a:endParaRPr lang="uk-UA"/>
        </a:p>
      </dgm:t>
    </dgm:pt>
    <dgm:pt modelId="{2CF20890-43FA-452B-B9D6-FBB71BFA5CD6}" type="pres">
      <dgm:prSet presAssocID="{EF711BE0-1807-43A0-8036-19C528CABB5E}" presName="linear" presStyleCnt="0">
        <dgm:presLayoutVars>
          <dgm:animLvl val="lvl"/>
          <dgm:resizeHandles val="exact"/>
        </dgm:presLayoutVars>
      </dgm:prSet>
      <dgm:spPr/>
    </dgm:pt>
    <dgm:pt modelId="{C272EE86-C071-48D5-AF42-FB0E5DE1FCE4}" type="pres">
      <dgm:prSet presAssocID="{B527C9B5-4825-44A4-876E-E56C6738A152}" presName="parentText" presStyleLbl="node1" presStyleIdx="0" presStyleCnt="4">
        <dgm:presLayoutVars>
          <dgm:chMax val="0"/>
          <dgm:bulletEnabled val="1"/>
        </dgm:presLayoutVars>
      </dgm:prSet>
      <dgm:spPr/>
    </dgm:pt>
    <dgm:pt modelId="{6D0221BC-16CE-48C1-B208-78AD5B0C067D}" type="pres">
      <dgm:prSet presAssocID="{F9098FAA-81FF-4277-A971-21F82F659909}" presName="spacer" presStyleCnt="0"/>
      <dgm:spPr/>
    </dgm:pt>
    <dgm:pt modelId="{24E347B0-06A1-427C-B68D-7DA5188799ED}" type="pres">
      <dgm:prSet presAssocID="{6B73DB8C-1B46-45DC-9511-F61DD134F543}" presName="parentText" presStyleLbl="node1" presStyleIdx="1" presStyleCnt="4">
        <dgm:presLayoutVars>
          <dgm:chMax val="0"/>
          <dgm:bulletEnabled val="1"/>
        </dgm:presLayoutVars>
      </dgm:prSet>
      <dgm:spPr/>
    </dgm:pt>
    <dgm:pt modelId="{3E630DF8-80CB-4DA5-9089-6A6DF931F914}" type="pres">
      <dgm:prSet presAssocID="{7AF15B44-1420-4277-B169-02E0BE38F69C}" presName="spacer" presStyleCnt="0"/>
      <dgm:spPr/>
    </dgm:pt>
    <dgm:pt modelId="{8AEB6478-8446-4D74-803A-C3841167CFFA}" type="pres">
      <dgm:prSet presAssocID="{FB8C9880-4145-4C4C-A537-31F28D348A03}" presName="parentText" presStyleLbl="node1" presStyleIdx="2" presStyleCnt="4">
        <dgm:presLayoutVars>
          <dgm:chMax val="0"/>
          <dgm:bulletEnabled val="1"/>
        </dgm:presLayoutVars>
      </dgm:prSet>
      <dgm:spPr/>
    </dgm:pt>
    <dgm:pt modelId="{41A77FD2-D045-4AA8-B70D-997BAFA8A31E}" type="pres">
      <dgm:prSet presAssocID="{F341963E-A263-4775-87A7-80B3C1DA2E63}" presName="spacer" presStyleCnt="0"/>
      <dgm:spPr/>
    </dgm:pt>
    <dgm:pt modelId="{5EC86732-31CA-4DA5-A7F4-249EAB51CEFB}" type="pres">
      <dgm:prSet presAssocID="{55BE6249-4EC1-4AEF-B91A-A761F8D5EFBF}" presName="parentText" presStyleLbl="node1" presStyleIdx="3" presStyleCnt="4">
        <dgm:presLayoutVars>
          <dgm:chMax val="0"/>
          <dgm:bulletEnabled val="1"/>
        </dgm:presLayoutVars>
      </dgm:prSet>
      <dgm:spPr/>
    </dgm:pt>
  </dgm:ptLst>
  <dgm:cxnLst>
    <dgm:cxn modelId="{BB815738-3D84-4B47-BE88-F17C07958982}" srcId="{EF711BE0-1807-43A0-8036-19C528CABB5E}" destId="{B527C9B5-4825-44A4-876E-E56C6738A152}" srcOrd="0" destOrd="0" parTransId="{AE9CD46C-1C37-4E33-BFF8-FF4464138AF0}" sibTransId="{F9098FAA-81FF-4277-A971-21F82F659909}"/>
    <dgm:cxn modelId="{64496842-9A6F-435E-9F62-0069EAC235E2}" srcId="{EF711BE0-1807-43A0-8036-19C528CABB5E}" destId="{FB8C9880-4145-4C4C-A537-31F28D348A03}" srcOrd="2" destOrd="0" parTransId="{F3900A8E-8E01-4C63-9135-B678BA918F97}" sibTransId="{F341963E-A263-4775-87A7-80B3C1DA2E63}"/>
    <dgm:cxn modelId="{3CFDEF51-A8F8-4EE9-A5F0-D281C43F6BD0}" type="presOf" srcId="{EF711BE0-1807-43A0-8036-19C528CABB5E}" destId="{2CF20890-43FA-452B-B9D6-FBB71BFA5CD6}" srcOrd="0" destOrd="0" presId="urn:microsoft.com/office/officeart/2005/8/layout/vList2"/>
    <dgm:cxn modelId="{E3A95552-6F7F-4173-A7B1-EDC45D3A5C06}" type="presOf" srcId="{6B73DB8C-1B46-45DC-9511-F61DD134F543}" destId="{24E347B0-06A1-427C-B68D-7DA5188799ED}" srcOrd="0" destOrd="0" presId="urn:microsoft.com/office/officeart/2005/8/layout/vList2"/>
    <dgm:cxn modelId="{2A004A86-30B8-468B-8010-AC6930B8E290}" type="presOf" srcId="{B527C9B5-4825-44A4-876E-E56C6738A152}" destId="{C272EE86-C071-48D5-AF42-FB0E5DE1FCE4}" srcOrd="0" destOrd="0" presId="urn:microsoft.com/office/officeart/2005/8/layout/vList2"/>
    <dgm:cxn modelId="{955297B8-311A-44C5-8BDB-4EF556F8C5C6}" srcId="{EF711BE0-1807-43A0-8036-19C528CABB5E}" destId="{55BE6249-4EC1-4AEF-B91A-A761F8D5EFBF}" srcOrd="3" destOrd="0" parTransId="{793DE21F-E17F-49AA-A6A5-A65DE9CAAB4E}" sibTransId="{0981E74B-560B-4379-B298-BF9A4C566208}"/>
    <dgm:cxn modelId="{A0B66FDD-3343-4B9E-A2CF-010CB0C82AA5}" type="presOf" srcId="{FB8C9880-4145-4C4C-A537-31F28D348A03}" destId="{8AEB6478-8446-4D74-803A-C3841167CFFA}" srcOrd="0" destOrd="0" presId="urn:microsoft.com/office/officeart/2005/8/layout/vList2"/>
    <dgm:cxn modelId="{83D8B2F5-FD4F-4BF2-A5EA-B9262CA58483}" srcId="{EF711BE0-1807-43A0-8036-19C528CABB5E}" destId="{6B73DB8C-1B46-45DC-9511-F61DD134F543}" srcOrd="1" destOrd="0" parTransId="{FAB6C1B1-E814-4B86-9718-04BC134DC5C0}" sibTransId="{7AF15B44-1420-4277-B169-02E0BE38F69C}"/>
    <dgm:cxn modelId="{595A87F8-BC08-45E2-9FE4-C96F4E60DA0D}" type="presOf" srcId="{55BE6249-4EC1-4AEF-B91A-A761F8D5EFBF}" destId="{5EC86732-31CA-4DA5-A7F4-249EAB51CEFB}" srcOrd="0" destOrd="0" presId="urn:microsoft.com/office/officeart/2005/8/layout/vList2"/>
    <dgm:cxn modelId="{077E14D8-C55C-404B-932E-F2B4B749974E}" type="presParOf" srcId="{2CF20890-43FA-452B-B9D6-FBB71BFA5CD6}" destId="{C272EE86-C071-48D5-AF42-FB0E5DE1FCE4}" srcOrd="0" destOrd="0" presId="urn:microsoft.com/office/officeart/2005/8/layout/vList2"/>
    <dgm:cxn modelId="{92E26B35-EF3A-40E0-81F9-7CE69AB54B1E}" type="presParOf" srcId="{2CF20890-43FA-452B-B9D6-FBB71BFA5CD6}" destId="{6D0221BC-16CE-48C1-B208-78AD5B0C067D}" srcOrd="1" destOrd="0" presId="urn:microsoft.com/office/officeart/2005/8/layout/vList2"/>
    <dgm:cxn modelId="{450D2092-DDFC-4767-AA6A-C699B7B669E7}" type="presParOf" srcId="{2CF20890-43FA-452B-B9D6-FBB71BFA5CD6}" destId="{24E347B0-06A1-427C-B68D-7DA5188799ED}" srcOrd="2" destOrd="0" presId="urn:microsoft.com/office/officeart/2005/8/layout/vList2"/>
    <dgm:cxn modelId="{D22682E3-DEBB-4DE0-A72B-601E213211D7}" type="presParOf" srcId="{2CF20890-43FA-452B-B9D6-FBB71BFA5CD6}" destId="{3E630DF8-80CB-4DA5-9089-6A6DF931F914}" srcOrd="3" destOrd="0" presId="urn:microsoft.com/office/officeart/2005/8/layout/vList2"/>
    <dgm:cxn modelId="{2AEF6BE4-FE0C-4AA7-93FC-79D214A2753F}" type="presParOf" srcId="{2CF20890-43FA-452B-B9D6-FBB71BFA5CD6}" destId="{8AEB6478-8446-4D74-803A-C3841167CFFA}" srcOrd="4" destOrd="0" presId="urn:microsoft.com/office/officeart/2005/8/layout/vList2"/>
    <dgm:cxn modelId="{DDB6749C-DCA4-4210-87E6-051F1AA4E5DA}" type="presParOf" srcId="{2CF20890-43FA-452B-B9D6-FBB71BFA5CD6}" destId="{41A77FD2-D045-4AA8-B70D-997BAFA8A31E}" srcOrd="5" destOrd="0" presId="urn:microsoft.com/office/officeart/2005/8/layout/vList2"/>
    <dgm:cxn modelId="{B641B320-32FB-48B4-B79F-0F89A5D7A8EE}" type="presParOf" srcId="{2CF20890-43FA-452B-B9D6-FBB71BFA5CD6}" destId="{5EC86732-31CA-4DA5-A7F4-249EAB51CEF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8606D01F-1BA0-40C4-BDBF-D4E366E1A4CE}"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5820FF0D-4A80-4ABB-AD06-4277F482B670}">
      <dgm:prSet/>
      <dgm:spPr/>
      <dgm:t>
        <a:bodyPr/>
        <a:lstStyle/>
        <a:p>
          <a:r>
            <a:rPr lang="uk-UA" b="0" i="0"/>
            <a:t>демонстрації</a:t>
          </a:r>
          <a:endParaRPr lang="uk-UA"/>
        </a:p>
      </dgm:t>
    </dgm:pt>
    <dgm:pt modelId="{EDDAA784-6C98-4AF5-ADFC-0CC597C3F510}" type="parTrans" cxnId="{1AFF6B07-5E0C-4E17-98F2-CD7822327E98}">
      <dgm:prSet/>
      <dgm:spPr/>
      <dgm:t>
        <a:bodyPr/>
        <a:lstStyle/>
        <a:p>
          <a:endParaRPr lang="uk-UA"/>
        </a:p>
      </dgm:t>
    </dgm:pt>
    <dgm:pt modelId="{077250D9-D64D-4738-B238-0760E3176CFB}" type="sibTrans" cxnId="{1AFF6B07-5E0C-4E17-98F2-CD7822327E98}">
      <dgm:prSet/>
      <dgm:spPr/>
      <dgm:t>
        <a:bodyPr/>
        <a:lstStyle/>
        <a:p>
          <a:endParaRPr lang="uk-UA"/>
        </a:p>
      </dgm:t>
    </dgm:pt>
    <dgm:pt modelId="{A1CC22A3-882F-4C05-8320-617C8D2A26F3}">
      <dgm:prSet/>
      <dgm:spPr/>
      <dgm:t>
        <a:bodyPr/>
        <a:lstStyle/>
        <a:p>
          <a:r>
            <a:rPr lang="uk-UA" b="0" i="0"/>
            <a:t>звернення до парламенту</a:t>
          </a:r>
          <a:endParaRPr lang="uk-UA"/>
        </a:p>
      </dgm:t>
    </dgm:pt>
    <dgm:pt modelId="{71229F45-E897-4DA7-BAD5-40E70616CB6C}" type="parTrans" cxnId="{730AE27F-14A6-477A-8F3F-5E77C2E96EB7}">
      <dgm:prSet/>
      <dgm:spPr/>
      <dgm:t>
        <a:bodyPr/>
        <a:lstStyle/>
        <a:p>
          <a:endParaRPr lang="uk-UA"/>
        </a:p>
      </dgm:t>
    </dgm:pt>
    <dgm:pt modelId="{E6581F5E-679E-457C-BB24-EC1B8CC83F31}" type="sibTrans" cxnId="{730AE27F-14A6-477A-8F3F-5E77C2E96EB7}">
      <dgm:prSet/>
      <dgm:spPr/>
      <dgm:t>
        <a:bodyPr/>
        <a:lstStyle/>
        <a:p>
          <a:endParaRPr lang="uk-UA"/>
        </a:p>
      </dgm:t>
    </dgm:pt>
    <dgm:pt modelId="{E3D9A508-AF4C-4EE1-AC68-24B19EB263AA}">
      <dgm:prSet/>
      <dgm:spPr/>
      <dgm:t>
        <a:bodyPr/>
        <a:lstStyle/>
        <a:p>
          <a:r>
            <a:rPr lang="uk-UA" b="0" i="0" dirty="0"/>
            <a:t>підпали поміщицьких маєтків</a:t>
          </a:r>
          <a:endParaRPr lang="uk-UA" dirty="0"/>
        </a:p>
      </dgm:t>
    </dgm:pt>
    <dgm:pt modelId="{52727DB8-A2AD-472C-A462-1802F2C07ABC}" type="parTrans" cxnId="{C21A64BF-B8C8-420B-BAB6-CAC8F3BEE42A}">
      <dgm:prSet/>
      <dgm:spPr/>
      <dgm:t>
        <a:bodyPr/>
        <a:lstStyle/>
        <a:p>
          <a:endParaRPr lang="uk-UA"/>
        </a:p>
      </dgm:t>
    </dgm:pt>
    <dgm:pt modelId="{EA5DBA9D-E309-4EE6-9289-D93FB562F816}" type="sibTrans" cxnId="{C21A64BF-B8C8-420B-BAB6-CAC8F3BEE42A}">
      <dgm:prSet/>
      <dgm:spPr/>
      <dgm:t>
        <a:bodyPr/>
        <a:lstStyle/>
        <a:p>
          <a:endParaRPr lang="uk-UA"/>
        </a:p>
      </dgm:t>
    </dgm:pt>
    <dgm:pt modelId="{2962F055-CDC9-4506-AAC1-2DF8AEDC9C8B}">
      <dgm:prSet/>
      <dgm:spPr/>
      <dgm:t>
        <a:bodyPr/>
        <a:lstStyle/>
        <a:p>
          <a:r>
            <a:rPr lang="uk-UA" b="0" i="0"/>
            <a:t>політичний терор</a:t>
          </a:r>
          <a:endParaRPr lang="uk-UA"/>
        </a:p>
      </dgm:t>
    </dgm:pt>
    <dgm:pt modelId="{CF5DFE13-4D96-493B-8F1D-B23D38AE2B70}" type="parTrans" cxnId="{B474CB94-D50E-4C84-B26F-ED8045AA87B8}">
      <dgm:prSet/>
      <dgm:spPr/>
      <dgm:t>
        <a:bodyPr/>
        <a:lstStyle/>
        <a:p>
          <a:endParaRPr lang="uk-UA"/>
        </a:p>
      </dgm:t>
    </dgm:pt>
    <dgm:pt modelId="{B5A65765-BA52-4558-8950-505EE228E6B2}" type="sibTrans" cxnId="{B474CB94-D50E-4C84-B26F-ED8045AA87B8}">
      <dgm:prSet/>
      <dgm:spPr/>
      <dgm:t>
        <a:bodyPr/>
        <a:lstStyle/>
        <a:p>
          <a:endParaRPr lang="uk-UA"/>
        </a:p>
      </dgm:t>
    </dgm:pt>
    <dgm:pt modelId="{1A2E35EA-FA6D-482D-850E-4191B984F351}">
      <dgm:prSet/>
      <dgm:spPr/>
      <dgm:t>
        <a:bodyPr/>
        <a:lstStyle/>
        <a:p>
          <a:r>
            <a:rPr lang="uk-UA" b="0" i="0"/>
            <a:t>відмова відбувати панщину</a:t>
          </a:r>
          <a:endParaRPr lang="uk-UA"/>
        </a:p>
      </dgm:t>
    </dgm:pt>
    <dgm:pt modelId="{394F03D2-4737-49F3-912B-907FF9D59BBD}" type="parTrans" cxnId="{A35EB444-83E1-4874-A717-CA5186D244D3}">
      <dgm:prSet/>
      <dgm:spPr/>
      <dgm:t>
        <a:bodyPr/>
        <a:lstStyle/>
        <a:p>
          <a:endParaRPr lang="uk-UA"/>
        </a:p>
      </dgm:t>
    </dgm:pt>
    <dgm:pt modelId="{B4E99E7C-ADAA-4FAD-ADA4-F462B41E59D6}" type="sibTrans" cxnId="{A35EB444-83E1-4874-A717-CA5186D244D3}">
      <dgm:prSet/>
      <dgm:spPr/>
      <dgm:t>
        <a:bodyPr/>
        <a:lstStyle/>
        <a:p>
          <a:endParaRPr lang="uk-UA"/>
        </a:p>
      </dgm:t>
    </dgm:pt>
    <dgm:pt modelId="{3990E7EC-BF9F-4A8C-8DCD-450CAAD78560}">
      <dgm:prSet/>
      <dgm:spPr/>
      <dgm:t>
        <a:bodyPr/>
        <a:lstStyle/>
        <a:p>
          <a:r>
            <a:rPr lang="uk-UA" b="0" i="0" dirty="0"/>
            <a:t>утечі з маєтків</a:t>
          </a:r>
          <a:endParaRPr lang="uk-UA" dirty="0"/>
        </a:p>
      </dgm:t>
    </dgm:pt>
    <dgm:pt modelId="{3E558402-F308-458D-850A-2E615CD43089}" type="parTrans" cxnId="{51D22527-F0A0-42D8-9DD5-64849145EEF1}">
      <dgm:prSet/>
      <dgm:spPr/>
      <dgm:t>
        <a:bodyPr/>
        <a:lstStyle/>
        <a:p>
          <a:endParaRPr lang="uk-UA"/>
        </a:p>
      </dgm:t>
    </dgm:pt>
    <dgm:pt modelId="{DDE7422C-7E85-4984-93B9-A923472AE350}" type="sibTrans" cxnId="{51D22527-F0A0-42D8-9DD5-64849145EEF1}">
      <dgm:prSet/>
      <dgm:spPr/>
      <dgm:t>
        <a:bodyPr/>
        <a:lstStyle/>
        <a:p>
          <a:endParaRPr lang="uk-UA"/>
        </a:p>
      </dgm:t>
    </dgm:pt>
    <dgm:pt modelId="{D3F2D88C-F2B9-45B3-A672-6D6B4AFA7879}" type="pres">
      <dgm:prSet presAssocID="{8606D01F-1BA0-40C4-BDBF-D4E366E1A4CE}" presName="Name0" presStyleCnt="0">
        <dgm:presLayoutVars>
          <dgm:chMax val="7"/>
          <dgm:chPref val="7"/>
          <dgm:dir/>
        </dgm:presLayoutVars>
      </dgm:prSet>
      <dgm:spPr/>
    </dgm:pt>
    <dgm:pt modelId="{F54ACF1F-6C58-4C70-A947-8F0A394F6F72}" type="pres">
      <dgm:prSet presAssocID="{8606D01F-1BA0-40C4-BDBF-D4E366E1A4CE}" presName="Name1" presStyleCnt="0"/>
      <dgm:spPr/>
    </dgm:pt>
    <dgm:pt modelId="{609FC9A8-9216-412A-A0F4-431D5AF4DA79}" type="pres">
      <dgm:prSet presAssocID="{8606D01F-1BA0-40C4-BDBF-D4E366E1A4CE}" presName="cycle" presStyleCnt="0"/>
      <dgm:spPr/>
    </dgm:pt>
    <dgm:pt modelId="{D982CE2D-8534-426B-B309-B2AEA39209AA}" type="pres">
      <dgm:prSet presAssocID="{8606D01F-1BA0-40C4-BDBF-D4E366E1A4CE}" presName="srcNode" presStyleLbl="node1" presStyleIdx="0" presStyleCnt="6"/>
      <dgm:spPr/>
    </dgm:pt>
    <dgm:pt modelId="{450F8B1B-F4E4-4EFA-B756-9E73D42AE638}" type="pres">
      <dgm:prSet presAssocID="{8606D01F-1BA0-40C4-BDBF-D4E366E1A4CE}" presName="conn" presStyleLbl="parChTrans1D2" presStyleIdx="0" presStyleCnt="1"/>
      <dgm:spPr/>
    </dgm:pt>
    <dgm:pt modelId="{1460543D-38DF-443D-9C1D-BD7A0E6FF49E}" type="pres">
      <dgm:prSet presAssocID="{8606D01F-1BA0-40C4-BDBF-D4E366E1A4CE}" presName="extraNode" presStyleLbl="node1" presStyleIdx="0" presStyleCnt="6"/>
      <dgm:spPr/>
    </dgm:pt>
    <dgm:pt modelId="{8300AE2D-1F0F-4EEA-8286-6F7B32D2AAD2}" type="pres">
      <dgm:prSet presAssocID="{8606D01F-1BA0-40C4-BDBF-D4E366E1A4CE}" presName="dstNode" presStyleLbl="node1" presStyleIdx="0" presStyleCnt="6"/>
      <dgm:spPr/>
    </dgm:pt>
    <dgm:pt modelId="{1D35CB8E-59E7-4D10-BBAE-6B56B8467F2E}" type="pres">
      <dgm:prSet presAssocID="{5820FF0D-4A80-4ABB-AD06-4277F482B670}" presName="text_1" presStyleLbl="node1" presStyleIdx="0" presStyleCnt="6">
        <dgm:presLayoutVars>
          <dgm:bulletEnabled val="1"/>
        </dgm:presLayoutVars>
      </dgm:prSet>
      <dgm:spPr/>
    </dgm:pt>
    <dgm:pt modelId="{A617B6AE-D615-4A05-8545-510D396C8D91}" type="pres">
      <dgm:prSet presAssocID="{5820FF0D-4A80-4ABB-AD06-4277F482B670}" presName="accent_1" presStyleCnt="0"/>
      <dgm:spPr/>
    </dgm:pt>
    <dgm:pt modelId="{78DEE744-AE8F-4E2D-9D3B-A59D1C5357A9}" type="pres">
      <dgm:prSet presAssocID="{5820FF0D-4A80-4ABB-AD06-4277F482B670}" presName="accentRepeatNode" presStyleLbl="solidFgAcc1" presStyleIdx="0" presStyleCnt="6"/>
      <dgm:spPr/>
    </dgm:pt>
    <dgm:pt modelId="{B6FD217A-8D11-4B80-BF0C-51220A85CDC1}" type="pres">
      <dgm:prSet presAssocID="{A1CC22A3-882F-4C05-8320-617C8D2A26F3}" presName="text_2" presStyleLbl="node1" presStyleIdx="1" presStyleCnt="6">
        <dgm:presLayoutVars>
          <dgm:bulletEnabled val="1"/>
        </dgm:presLayoutVars>
      </dgm:prSet>
      <dgm:spPr/>
    </dgm:pt>
    <dgm:pt modelId="{328E2AE9-5130-4677-84C7-0AEA9EFA2203}" type="pres">
      <dgm:prSet presAssocID="{A1CC22A3-882F-4C05-8320-617C8D2A26F3}" presName="accent_2" presStyleCnt="0"/>
      <dgm:spPr/>
    </dgm:pt>
    <dgm:pt modelId="{4F0E8673-946B-437A-9014-AE8C9CCD50F2}" type="pres">
      <dgm:prSet presAssocID="{A1CC22A3-882F-4C05-8320-617C8D2A26F3}" presName="accentRepeatNode" presStyleLbl="solidFgAcc1" presStyleIdx="1" presStyleCnt="6"/>
      <dgm:spPr/>
    </dgm:pt>
    <dgm:pt modelId="{0E9CFD33-84D7-43C1-9411-CEB5474F005C}" type="pres">
      <dgm:prSet presAssocID="{E3D9A508-AF4C-4EE1-AC68-24B19EB263AA}" presName="text_3" presStyleLbl="node1" presStyleIdx="2" presStyleCnt="6">
        <dgm:presLayoutVars>
          <dgm:bulletEnabled val="1"/>
        </dgm:presLayoutVars>
      </dgm:prSet>
      <dgm:spPr/>
    </dgm:pt>
    <dgm:pt modelId="{6D478F10-E631-434E-B721-D5D29B673034}" type="pres">
      <dgm:prSet presAssocID="{E3D9A508-AF4C-4EE1-AC68-24B19EB263AA}" presName="accent_3" presStyleCnt="0"/>
      <dgm:spPr/>
    </dgm:pt>
    <dgm:pt modelId="{8FC9B184-F77C-4253-B737-D9861EE276EB}" type="pres">
      <dgm:prSet presAssocID="{E3D9A508-AF4C-4EE1-AC68-24B19EB263AA}" presName="accentRepeatNode" presStyleLbl="solidFgAcc1" presStyleIdx="2" presStyleCnt="6"/>
      <dgm:spPr/>
    </dgm:pt>
    <dgm:pt modelId="{0203F1A7-1D9E-4C25-8CAD-2A6A9F4059D6}" type="pres">
      <dgm:prSet presAssocID="{2962F055-CDC9-4506-AAC1-2DF8AEDC9C8B}" presName="text_4" presStyleLbl="node1" presStyleIdx="3" presStyleCnt="6">
        <dgm:presLayoutVars>
          <dgm:bulletEnabled val="1"/>
        </dgm:presLayoutVars>
      </dgm:prSet>
      <dgm:spPr/>
    </dgm:pt>
    <dgm:pt modelId="{4036EAB5-F923-457B-A1A1-3BFFC8A3E010}" type="pres">
      <dgm:prSet presAssocID="{2962F055-CDC9-4506-AAC1-2DF8AEDC9C8B}" presName="accent_4" presStyleCnt="0"/>
      <dgm:spPr/>
    </dgm:pt>
    <dgm:pt modelId="{59CB2122-545B-4A29-B037-ECD2610CA2ED}" type="pres">
      <dgm:prSet presAssocID="{2962F055-CDC9-4506-AAC1-2DF8AEDC9C8B}" presName="accentRepeatNode" presStyleLbl="solidFgAcc1" presStyleIdx="3" presStyleCnt="6"/>
      <dgm:spPr/>
    </dgm:pt>
    <dgm:pt modelId="{B58AA122-32AF-41C6-B277-0E2948176A62}" type="pres">
      <dgm:prSet presAssocID="{1A2E35EA-FA6D-482D-850E-4191B984F351}" presName="text_5" presStyleLbl="node1" presStyleIdx="4" presStyleCnt="6">
        <dgm:presLayoutVars>
          <dgm:bulletEnabled val="1"/>
        </dgm:presLayoutVars>
      </dgm:prSet>
      <dgm:spPr/>
    </dgm:pt>
    <dgm:pt modelId="{E94BAF3C-BFD1-4822-ACD3-4045BAB2D6B0}" type="pres">
      <dgm:prSet presAssocID="{1A2E35EA-FA6D-482D-850E-4191B984F351}" presName="accent_5" presStyleCnt="0"/>
      <dgm:spPr/>
    </dgm:pt>
    <dgm:pt modelId="{136D744D-BFC3-464E-A360-F9EDC249F329}" type="pres">
      <dgm:prSet presAssocID="{1A2E35EA-FA6D-482D-850E-4191B984F351}" presName="accentRepeatNode" presStyleLbl="solidFgAcc1" presStyleIdx="4" presStyleCnt="6"/>
      <dgm:spPr/>
    </dgm:pt>
    <dgm:pt modelId="{478FE41B-450F-4E28-8E6A-8D07A4909DD4}" type="pres">
      <dgm:prSet presAssocID="{3990E7EC-BF9F-4A8C-8DCD-450CAAD78560}" presName="text_6" presStyleLbl="node1" presStyleIdx="5" presStyleCnt="6">
        <dgm:presLayoutVars>
          <dgm:bulletEnabled val="1"/>
        </dgm:presLayoutVars>
      </dgm:prSet>
      <dgm:spPr/>
    </dgm:pt>
    <dgm:pt modelId="{ACF31439-71BD-4C55-AFC9-03CB932D0B35}" type="pres">
      <dgm:prSet presAssocID="{3990E7EC-BF9F-4A8C-8DCD-450CAAD78560}" presName="accent_6" presStyleCnt="0"/>
      <dgm:spPr/>
    </dgm:pt>
    <dgm:pt modelId="{669CB818-5960-405E-B7B3-85FCB31B7879}" type="pres">
      <dgm:prSet presAssocID="{3990E7EC-BF9F-4A8C-8DCD-450CAAD78560}" presName="accentRepeatNode" presStyleLbl="solidFgAcc1" presStyleIdx="5" presStyleCnt="6"/>
      <dgm:spPr/>
    </dgm:pt>
  </dgm:ptLst>
  <dgm:cxnLst>
    <dgm:cxn modelId="{1AFF6B07-5E0C-4E17-98F2-CD7822327E98}" srcId="{8606D01F-1BA0-40C4-BDBF-D4E366E1A4CE}" destId="{5820FF0D-4A80-4ABB-AD06-4277F482B670}" srcOrd="0" destOrd="0" parTransId="{EDDAA784-6C98-4AF5-ADFC-0CC597C3F510}" sibTransId="{077250D9-D64D-4738-B238-0760E3176CFB}"/>
    <dgm:cxn modelId="{C744F123-6663-4C7A-A678-3B05F226117A}" type="presOf" srcId="{1A2E35EA-FA6D-482D-850E-4191B984F351}" destId="{B58AA122-32AF-41C6-B277-0E2948176A62}" srcOrd="0" destOrd="0" presId="urn:microsoft.com/office/officeart/2008/layout/VerticalCurvedList"/>
    <dgm:cxn modelId="{51D22527-F0A0-42D8-9DD5-64849145EEF1}" srcId="{8606D01F-1BA0-40C4-BDBF-D4E366E1A4CE}" destId="{3990E7EC-BF9F-4A8C-8DCD-450CAAD78560}" srcOrd="5" destOrd="0" parTransId="{3E558402-F308-458D-850A-2E615CD43089}" sibTransId="{DDE7422C-7E85-4984-93B9-A923472AE350}"/>
    <dgm:cxn modelId="{A35EB444-83E1-4874-A717-CA5186D244D3}" srcId="{8606D01F-1BA0-40C4-BDBF-D4E366E1A4CE}" destId="{1A2E35EA-FA6D-482D-850E-4191B984F351}" srcOrd="4" destOrd="0" parTransId="{394F03D2-4737-49F3-912B-907FF9D59BBD}" sibTransId="{B4E99E7C-ADAA-4FAD-ADA4-F462B41E59D6}"/>
    <dgm:cxn modelId="{BB269165-A2EF-4428-BEED-238DC1390514}" type="presOf" srcId="{E3D9A508-AF4C-4EE1-AC68-24B19EB263AA}" destId="{0E9CFD33-84D7-43C1-9411-CEB5474F005C}" srcOrd="0" destOrd="0" presId="urn:microsoft.com/office/officeart/2008/layout/VerticalCurvedList"/>
    <dgm:cxn modelId="{C2E1D07D-FE60-4C8A-9E1D-6AA192028D5A}" type="presOf" srcId="{A1CC22A3-882F-4C05-8320-617C8D2A26F3}" destId="{B6FD217A-8D11-4B80-BF0C-51220A85CDC1}" srcOrd="0" destOrd="0" presId="urn:microsoft.com/office/officeart/2008/layout/VerticalCurvedList"/>
    <dgm:cxn modelId="{730AE27F-14A6-477A-8F3F-5E77C2E96EB7}" srcId="{8606D01F-1BA0-40C4-BDBF-D4E366E1A4CE}" destId="{A1CC22A3-882F-4C05-8320-617C8D2A26F3}" srcOrd="1" destOrd="0" parTransId="{71229F45-E897-4DA7-BAD5-40E70616CB6C}" sibTransId="{E6581F5E-679E-457C-BB24-EC1B8CC83F31}"/>
    <dgm:cxn modelId="{B474CB94-D50E-4C84-B26F-ED8045AA87B8}" srcId="{8606D01F-1BA0-40C4-BDBF-D4E366E1A4CE}" destId="{2962F055-CDC9-4506-AAC1-2DF8AEDC9C8B}" srcOrd="3" destOrd="0" parTransId="{CF5DFE13-4D96-493B-8F1D-B23D38AE2B70}" sibTransId="{B5A65765-BA52-4558-8950-505EE228E6B2}"/>
    <dgm:cxn modelId="{B59BFCBA-F436-44DE-8A38-2ABEB19AFE88}" type="presOf" srcId="{3990E7EC-BF9F-4A8C-8DCD-450CAAD78560}" destId="{478FE41B-450F-4E28-8E6A-8D07A4909DD4}" srcOrd="0" destOrd="0" presId="urn:microsoft.com/office/officeart/2008/layout/VerticalCurvedList"/>
    <dgm:cxn modelId="{C21A64BF-B8C8-420B-BAB6-CAC8F3BEE42A}" srcId="{8606D01F-1BA0-40C4-BDBF-D4E366E1A4CE}" destId="{E3D9A508-AF4C-4EE1-AC68-24B19EB263AA}" srcOrd="2" destOrd="0" parTransId="{52727DB8-A2AD-472C-A462-1802F2C07ABC}" sibTransId="{EA5DBA9D-E309-4EE6-9289-D93FB562F816}"/>
    <dgm:cxn modelId="{7CFCE1D4-89C1-468D-9446-34D429DC0C3F}" type="presOf" srcId="{5820FF0D-4A80-4ABB-AD06-4277F482B670}" destId="{1D35CB8E-59E7-4D10-BBAE-6B56B8467F2E}" srcOrd="0" destOrd="0" presId="urn:microsoft.com/office/officeart/2008/layout/VerticalCurvedList"/>
    <dgm:cxn modelId="{66C711E9-AFC5-42EA-BFBC-06C7EA789D8E}" type="presOf" srcId="{2962F055-CDC9-4506-AAC1-2DF8AEDC9C8B}" destId="{0203F1A7-1D9E-4C25-8CAD-2A6A9F4059D6}" srcOrd="0" destOrd="0" presId="urn:microsoft.com/office/officeart/2008/layout/VerticalCurvedList"/>
    <dgm:cxn modelId="{A7C12FF2-FBB0-4B3C-8406-CE383DE76E32}" type="presOf" srcId="{8606D01F-1BA0-40C4-BDBF-D4E366E1A4CE}" destId="{D3F2D88C-F2B9-45B3-A672-6D6B4AFA7879}" srcOrd="0" destOrd="0" presId="urn:microsoft.com/office/officeart/2008/layout/VerticalCurvedList"/>
    <dgm:cxn modelId="{1E007DFC-8245-4CBC-B5BE-2EEBA0C986E3}" type="presOf" srcId="{077250D9-D64D-4738-B238-0760E3176CFB}" destId="{450F8B1B-F4E4-4EFA-B756-9E73D42AE638}" srcOrd="0" destOrd="0" presId="urn:microsoft.com/office/officeart/2008/layout/VerticalCurvedList"/>
    <dgm:cxn modelId="{97866137-BE3C-46A0-979C-1A7C14EB2592}" type="presParOf" srcId="{D3F2D88C-F2B9-45B3-A672-6D6B4AFA7879}" destId="{F54ACF1F-6C58-4C70-A947-8F0A394F6F72}" srcOrd="0" destOrd="0" presId="urn:microsoft.com/office/officeart/2008/layout/VerticalCurvedList"/>
    <dgm:cxn modelId="{71F406E6-50DE-40E4-A4BA-89B7F04B56D0}" type="presParOf" srcId="{F54ACF1F-6C58-4C70-A947-8F0A394F6F72}" destId="{609FC9A8-9216-412A-A0F4-431D5AF4DA79}" srcOrd="0" destOrd="0" presId="urn:microsoft.com/office/officeart/2008/layout/VerticalCurvedList"/>
    <dgm:cxn modelId="{FDB987BD-0364-454C-A8F9-D24407790B6B}" type="presParOf" srcId="{609FC9A8-9216-412A-A0F4-431D5AF4DA79}" destId="{D982CE2D-8534-426B-B309-B2AEA39209AA}" srcOrd="0" destOrd="0" presId="urn:microsoft.com/office/officeart/2008/layout/VerticalCurvedList"/>
    <dgm:cxn modelId="{54599227-5883-4B9E-BF80-F8E68238AF1F}" type="presParOf" srcId="{609FC9A8-9216-412A-A0F4-431D5AF4DA79}" destId="{450F8B1B-F4E4-4EFA-B756-9E73D42AE638}" srcOrd="1" destOrd="0" presId="urn:microsoft.com/office/officeart/2008/layout/VerticalCurvedList"/>
    <dgm:cxn modelId="{0587B9B7-5B6D-4824-9C15-D9F0089E8F34}" type="presParOf" srcId="{609FC9A8-9216-412A-A0F4-431D5AF4DA79}" destId="{1460543D-38DF-443D-9C1D-BD7A0E6FF49E}" srcOrd="2" destOrd="0" presId="urn:microsoft.com/office/officeart/2008/layout/VerticalCurvedList"/>
    <dgm:cxn modelId="{4C585082-6256-49E1-8684-CF98B8480F19}" type="presParOf" srcId="{609FC9A8-9216-412A-A0F4-431D5AF4DA79}" destId="{8300AE2D-1F0F-4EEA-8286-6F7B32D2AAD2}" srcOrd="3" destOrd="0" presId="urn:microsoft.com/office/officeart/2008/layout/VerticalCurvedList"/>
    <dgm:cxn modelId="{45E7EB20-9B8D-41A0-8C77-DD0C3F2E2F5F}" type="presParOf" srcId="{F54ACF1F-6C58-4C70-A947-8F0A394F6F72}" destId="{1D35CB8E-59E7-4D10-BBAE-6B56B8467F2E}" srcOrd="1" destOrd="0" presId="urn:microsoft.com/office/officeart/2008/layout/VerticalCurvedList"/>
    <dgm:cxn modelId="{1753BAA2-B0FA-4529-A3D9-093216CBFAE1}" type="presParOf" srcId="{F54ACF1F-6C58-4C70-A947-8F0A394F6F72}" destId="{A617B6AE-D615-4A05-8545-510D396C8D91}" srcOrd="2" destOrd="0" presId="urn:microsoft.com/office/officeart/2008/layout/VerticalCurvedList"/>
    <dgm:cxn modelId="{AF89428B-7249-4BEA-A806-1E886470F279}" type="presParOf" srcId="{A617B6AE-D615-4A05-8545-510D396C8D91}" destId="{78DEE744-AE8F-4E2D-9D3B-A59D1C5357A9}" srcOrd="0" destOrd="0" presId="urn:microsoft.com/office/officeart/2008/layout/VerticalCurvedList"/>
    <dgm:cxn modelId="{9B004003-4B18-4AE0-8A27-29005B8F1F37}" type="presParOf" srcId="{F54ACF1F-6C58-4C70-A947-8F0A394F6F72}" destId="{B6FD217A-8D11-4B80-BF0C-51220A85CDC1}" srcOrd="3" destOrd="0" presId="urn:microsoft.com/office/officeart/2008/layout/VerticalCurvedList"/>
    <dgm:cxn modelId="{74F8AD54-19DD-4AD7-9B80-21D08F9C024F}" type="presParOf" srcId="{F54ACF1F-6C58-4C70-A947-8F0A394F6F72}" destId="{328E2AE9-5130-4677-84C7-0AEA9EFA2203}" srcOrd="4" destOrd="0" presId="urn:microsoft.com/office/officeart/2008/layout/VerticalCurvedList"/>
    <dgm:cxn modelId="{0F269A4C-C01D-4FA9-AF53-FFD1ED638128}" type="presParOf" srcId="{328E2AE9-5130-4677-84C7-0AEA9EFA2203}" destId="{4F0E8673-946B-437A-9014-AE8C9CCD50F2}" srcOrd="0" destOrd="0" presId="urn:microsoft.com/office/officeart/2008/layout/VerticalCurvedList"/>
    <dgm:cxn modelId="{26C51238-469F-4E8C-9473-4F5CB341A12D}" type="presParOf" srcId="{F54ACF1F-6C58-4C70-A947-8F0A394F6F72}" destId="{0E9CFD33-84D7-43C1-9411-CEB5474F005C}" srcOrd="5" destOrd="0" presId="urn:microsoft.com/office/officeart/2008/layout/VerticalCurvedList"/>
    <dgm:cxn modelId="{5977CEC0-EBEB-4EB2-85F2-36BB93D08380}" type="presParOf" srcId="{F54ACF1F-6C58-4C70-A947-8F0A394F6F72}" destId="{6D478F10-E631-434E-B721-D5D29B673034}" srcOrd="6" destOrd="0" presId="urn:microsoft.com/office/officeart/2008/layout/VerticalCurvedList"/>
    <dgm:cxn modelId="{DC07D94E-1D00-4396-9337-A3755702EF50}" type="presParOf" srcId="{6D478F10-E631-434E-B721-D5D29B673034}" destId="{8FC9B184-F77C-4253-B737-D9861EE276EB}" srcOrd="0" destOrd="0" presId="urn:microsoft.com/office/officeart/2008/layout/VerticalCurvedList"/>
    <dgm:cxn modelId="{ACF71D3A-E3B9-450E-A4B0-78093FC2AC09}" type="presParOf" srcId="{F54ACF1F-6C58-4C70-A947-8F0A394F6F72}" destId="{0203F1A7-1D9E-4C25-8CAD-2A6A9F4059D6}" srcOrd="7" destOrd="0" presId="urn:microsoft.com/office/officeart/2008/layout/VerticalCurvedList"/>
    <dgm:cxn modelId="{BB52E91B-16C2-457A-95BF-1327F1794FC5}" type="presParOf" srcId="{F54ACF1F-6C58-4C70-A947-8F0A394F6F72}" destId="{4036EAB5-F923-457B-A1A1-3BFFC8A3E010}" srcOrd="8" destOrd="0" presId="urn:microsoft.com/office/officeart/2008/layout/VerticalCurvedList"/>
    <dgm:cxn modelId="{ED8B80E6-0665-40BC-A7F2-11E3DD66503A}" type="presParOf" srcId="{4036EAB5-F923-457B-A1A1-3BFFC8A3E010}" destId="{59CB2122-545B-4A29-B037-ECD2610CA2ED}" srcOrd="0" destOrd="0" presId="urn:microsoft.com/office/officeart/2008/layout/VerticalCurvedList"/>
    <dgm:cxn modelId="{CD35A11C-DE3A-4407-AB0B-75A38290D9F4}" type="presParOf" srcId="{F54ACF1F-6C58-4C70-A947-8F0A394F6F72}" destId="{B58AA122-32AF-41C6-B277-0E2948176A62}" srcOrd="9" destOrd="0" presId="urn:microsoft.com/office/officeart/2008/layout/VerticalCurvedList"/>
    <dgm:cxn modelId="{16A83D56-00B8-4EE3-BB87-1017BD0D64E7}" type="presParOf" srcId="{F54ACF1F-6C58-4C70-A947-8F0A394F6F72}" destId="{E94BAF3C-BFD1-4822-ACD3-4045BAB2D6B0}" srcOrd="10" destOrd="0" presId="urn:microsoft.com/office/officeart/2008/layout/VerticalCurvedList"/>
    <dgm:cxn modelId="{2C400F7E-ADB9-4D29-A203-81CF55AEC4EF}" type="presParOf" srcId="{E94BAF3C-BFD1-4822-ACD3-4045BAB2D6B0}" destId="{136D744D-BFC3-464E-A360-F9EDC249F329}" srcOrd="0" destOrd="0" presId="urn:microsoft.com/office/officeart/2008/layout/VerticalCurvedList"/>
    <dgm:cxn modelId="{66C43D5C-3C95-422A-AD8B-D92F988513E0}" type="presParOf" srcId="{F54ACF1F-6C58-4C70-A947-8F0A394F6F72}" destId="{478FE41B-450F-4E28-8E6A-8D07A4909DD4}" srcOrd="11" destOrd="0" presId="urn:microsoft.com/office/officeart/2008/layout/VerticalCurvedList"/>
    <dgm:cxn modelId="{0E560946-7FE9-457B-9BB0-D829D63A7264}" type="presParOf" srcId="{F54ACF1F-6C58-4C70-A947-8F0A394F6F72}" destId="{ACF31439-71BD-4C55-AFC9-03CB932D0B35}" srcOrd="12" destOrd="0" presId="urn:microsoft.com/office/officeart/2008/layout/VerticalCurvedList"/>
    <dgm:cxn modelId="{3EFE54DA-FFA9-40E3-A0CE-5EC05D7EF076}" type="presParOf" srcId="{ACF31439-71BD-4C55-AFC9-03CB932D0B35}" destId="{669CB818-5960-405E-B7B3-85FCB31B787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92F85F9D-B5CD-4244-B910-4EFBFB6F0EA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B0C0B90D-AEA4-4940-B8DE-A555622BC7D7}">
      <dgm:prSet/>
      <dgm:spPr/>
      <dgm:t>
        <a:bodyPr/>
        <a:lstStyle/>
        <a:p>
          <a:r>
            <a:rPr lang="ru-RU" b="0" i="0" dirty="0" err="1"/>
            <a:t>повстання</a:t>
          </a:r>
          <a:endParaRPr lang="uk-UA" dirty="0"/>
        </a:p>
      </dgm:t>
    </dgm:pt>
    <dgm:pt modelId="{12C7E84E-501C-4E15-9A76-09079CCB1863}" type="parTrans" cxnId="{710DB767-1415-49E6-9EFB-F38D194DECE5}">
      <dgm:prSet/>
      <dgm:spPr/>
      <dgm:t>
        <a:bodyPr/>
        <a:lstStyle/>
        <a:p>
          <a:endParaRPr lang="uk-UA"/>
        </a:p>
      </dgm:t>
    </dgm:pt>
    <dgm:pt modelId="{3B900023-FE49-4DD4-95FA-A9E0F12107DA}" type="sibTrans" cxnId="{710DB767-1415-49E6-9EFB-F38D194DECE5}">
      <dgm:prSet/>
      <dgm:spPr/>
      <dgm:t>
        <a:bodyPr/>
        <a:lstStyle/>
        <a:p>
          <a:endParaRPr lang="uk-UA"/>
        </a:p>
      </dgm:t>
    </dgm:pt>
    <dgm:pt modelId="{DF2707AA-1D4C-49C0-BBDE-628DAE2A8C14}">
      <dgm:prSet/>
      <dgm:spPr/>
      <dgm:t>
        <a:bodyPr/>
        <a:lstStyle/>
        <a:p>
          <a:r>
            <a:rPr lang="ru-RU" b="0" i="0"/>
            <a:t>звернення до суду</a:t>
          </a:r>
          <a:endParaRPr lang="uk-UA"/>
        </a:p>
      </dgm:t>
    </dgm:pt>
    <dgm:pt modelId="{6783BE21-B0ED-4B3A-BC7A-C3858E188838}" type="parTrans" cxnId="{247B48B1-B91B-4329-A1DE-25C363E13F27}">
      <dgm:prSet/>
      <dgm:spPr/>
      <dgm:t>
        <a:bodyPr/>
        <a:lstStyle/>
        <a:p>
          <a:endParaRPr lang="uk-UA"/>
        </a:p>
      </dgm:t>
    </dgm:pt>
    <dgm:pt modelId="{973D0BBC-71CB-4D84-A0DC-596A57C3A41F}" type="sibTrans" cxnId="{247B48B1-B91B-4329-A1DE-25C363E13F27}">
      <dgm:prSet/>
      <dgm:spPr/>
      <dgm:t>
        <a:bodyPr/>
        <a:lstStyle/>
        <a:p>
          <a:endParaRPr lang="uk-UA"/>
        </a:p>
      </dgm:t>
    </dgm:pt>
    <dgm:pt modelId="{4E98D8BA-CC51-438C-AB4A-F17AEF3519DA}">
      <dgm:prSet/>
      <dgm:spPr/>
      <dgm:t>
        <a:bodyPr/>
        <a:lstStyle/>
        <a:p>
          <a:r>
            <a:rPr lang="ru-RU" b="0" i="0"/>
            <a:t>подання чолобитних</a:t>
          </a:r>
          <a:endParaRPr lang="uk-UA"/>
        </a:p>
      </dgm:t>
    </dgm:pt>
    <dgm:pt modelId="{4C28E897-E1D2-4B69-83D1-1D204791AC77}" type="parTrans" cxnId="{E691F10F-665B-40CD-BA22-4B9A467D62CE}">
      <dgm:prSet/>
      <dgm:spPr/>
      <dgm:t>
        <a:bodyPr/>
        <a:lstStyle/>
        <a:p>
          <a:endParaRPr lang="uk-UA"/>
        </a:p>
      </dgm:t>
    </dgm:pt>
    <dgm:pt modelId="{3E61BFE9-4A64-4896-9DB1-030CD339CF96}" type="sibTrans" cxnId="{E691F10F-665B-40CD-BA22-4B9A467D62CE}">
      <dgm:prSet/>
      <dgm:spPr/>
      <dgm:t>
        <a:bodyPr/>
        <a:lstStyle/>
        <a:p>
          <a:endParaRPr lang="uk-UA"/>
        </a:p>
      </dgm:t>
    </dgm:pt>
    <dgm:pt modelId="{8DC58CA2-CADE-445A-A45B-D4147DD2BFC7}">
      <dgm:prSet/>
      <dgm:spPr/>
      <dgm:t>
        <a:bodyPr/>
        <a:lstStyle/>
        <a:p>
          <a:r>
            <a:rPr lang="ru-RU" b="0" i="0" dirty="0" err="1"/>
            <a:t>маніфестації</a:t>
          </a:r>
          <a:endParaRPr lang="uk-UA" dirty="0"/>
        </a:p>
      </dgm:t>
    </dgm:pt>
    <dgm:pt modelId="{9120D805-EE71-421A-9A8B-71AC2411C22D}" type="parTrans" cxnId="{B406595F-62AA-4EA5-B7B1-55F82F863D16}">
      <dgm:prSet/>
      <dgm:spPr/>
      <dgm:t>
        <a:bodyPr/>
        <a:lstStyle/>
        <a:p>
          <a:endParaRPr lang="uk-UA"/>
        </a:p>
      </dgm:t>
    </dgm:pt>
    <dgm:pt modelId="{4FE0D38E-CD21-4C2C-8595-369FCF53BC98}" type="sibTrans" cxnId="{B406595F-62AA-4EA5-B7B1-55F82F863D16}">
      <dgm:prSet/>
      <dgm:spPr/>
      <dgm:t>
        <a:bodyPr/>
        <a:lstStyle/>
        <a:p>
          <a:endParaRPr lang="uk-UA"/>
        </a:p>
      </dgm:t>
    </dgm:pt>
    <dgm:pt modelId="{D36873F2-D59F-4CF2-98CC-2646A84A3FA9}" type="pres">
      <dgm:prSet presAssocID="{92F85F9D-B5CD-4244-B910-4EFBFB6F0EA7}" presName="linearFlow" presStyleCnt="0">
        <dgm:presLayoutVars>
          <dgm:dir/>
          <dgm:resizeHandles val="exact"/>
        </dgm:presLayoutVars>
      </dgm:prSet>
      <dgm:spPr/>
    </dgm:pt>
    <dgm:pt modelId="{2B548327-78AD-4434-80E0-63A4F77DA21F}" type="pres">
      <dgm:prSet presAssocID="{B0C0B90D-AEA4-4940-B8DE-A555622BC7D7}" presName="composite" presStyleCnt="0"/>
      <dgm:spPr/>
    </dgm:pt>
    <dgm:pt modelId="{0002A6C9-934B-4BB7-9CB2-A50744D00A95}" type="pres">
      <dgm:prSet presAssocID="{B0C0B90D-AEA4-4940-B8DE-A555622BC7D7}" presName="imgShp" presStyleLbl="fgImgPlace1" presStyleIdx="0" presStyleCnt="4"/>
      <dgm:spPr/>
    </dgm:pt>
    <dgm:pt modelId="{ACBDA4FC-833C-41B1-AFAA-150FB11EF721}" type="pres">
      <dgm:prSet presAssocID="{B0C0B90D-AEA4-4940-B8DE-A555622BC7D7}" presName="txShp" presStyleLbl="node1" presStyleIdx="0" presStyleCnt="4">
        <dgm:presLayoutVars>
          <dgm:bulletEnabled val="1"/>
        </dgm:presLayoutVars>
      </dgm:prSet>
      <dgm:spPr/>
    </dgm:pt>
    <dgm:pt modelId="{10B00082-40C9-499A-A8C1-035DB6C5FBD4}" type="pres">
      <dgm:prSet presAssocID="{3B900023-FE49-4DD4-95FA-A9E0F12107DA}" presName="spacing" presStyleCnt="0"/>
      <dgm:spPr/>
    </dgm:pt>
    <dgm:pt modelId="{C947A00D-6605-4415-B052-4F17CD223F21}" type="pres">
      <dgm:prSet presAssocID="{DF2707AA-1D4C-49C0-BBDE-628DAE2A8C14}" presName="composite" presStyleCnt="0"/>
      <dgm:spPr/>
    </dgm:pt>
    <dgm:pt modelId="{81C43AB7-5DB9-4406-AB1F-068419DBB87C}" type="pres">
      <dgm:prSet presAssocID="{DF2707AA-1D4C-49C0-BBDE-628DAE2A8C14}" presName="imgShp" presStyleLbl="fgImgPlace1" presStyleIdx="1" presStyleCnt="4"/>
      <dgm:spPr/>
    </dgm:pt>
    <dgm:pt modelId="{26783CA8-82E9-483F-B0B6-1708EE6F60EC}" type="pres">
      <dgm:prSet presAssocID="{DF2707AA-1D4C-49C0-BBDE-628DAE2A8C14}" presName="txShp" presStyleLbl="node1" presStyleIdx="1" presStyleCnt="4">
        <dgm:presLayoutVars>
          <dgm:bulletEnabled val="1"/>
        </dgm:presLayoutVars>
      </dgm:prSet>
      <dgm:spPr/>
    </dgm:pt>
    <dgm:pt modelId="{10266163-DC7F-44BD-8784-34DB8EA02751}" type="pres">
      <dgm:prSet presAssocID="{973D0BBC-71CB-4D84-A0DC-596A57C3A41F}" presName="spacing" presStyleCnt="0"/>
      <dgm:spPr/>
    </dgm:pt>
    <dgm:pt modelId="{A6E59F43-DCCC-4D36-900A-58557DD9A528}" type="pres">
      <dgm:prSet presAssocID="{4E98D8BA-CC51-438C-AB4A-F17AEF3519DA}" presName="composite" presStyleCnt="0"/>
      <dgm:spPr/>
    </dgm:pt>
    <dgm:pt modelId="{9B3ADA06-B7A1-4B15-B5FE-A67BA43D2422}" type="pres">
      <dgm:prSet presAssocID="{4E98D8BA-CC51-438C-AB4A-F17AEF3519DA}" presName="imgShp" presStyleLbl="fgImgPlace1" presStyleIdx="2" presStyleCnt="4"/>
      <dgm:spPr/>
    </dgm:pt>
    <dgm:pt modelId="{18955060-5401-4FC7-87AC-BACF9462CFB7}" type="pres">
      <dgm:prSet presAssocID="{4E98D8BA-CC51-438C-AB4A-F17AEF3519DA}" presName="txShp" presStyleLbl="node1" presStyleIdx="2" presStyleCnt="4">
        <dgm:presLayoutVars>
          <dgm:bulletEnabled val="1"/>
        </dgm:presLayoutVars>
      </dgm:prSet>
      <dgm:spPr/>
    </dgm:pt>
    <dgm:pt modelId="{645705A4-8067-4A73-8863-BC9FF5F3C456}" type="pres">
      <dgm:prSet presAssocID="{3E61BFE9-4A64-4896-9DB1-030CD339CF96}" presName="spacing" presStyleCnt="0"/>
      <dgm:spPr/>
    </dgm:pt>
    <dgm:pt modelId="{1D47A67C-63BA-425F-AFE9-8A7F2BA89E67}" type="pres">
      <dgm:prSet presAssocID="{8DC58CA2-CADE-445A-A45B-D4147DD2BFC7}" presName="composite" presStyleCnt="0"/>
      <dgm:spPr/>
    </dgm:pt>
    <dgm:pt modelId="{D965CEA5-9B9C-4066-AC98-01452CBE0E91}" type="pres">
      <dgm:prSet presAssocID="{8DC58CA2-CADE-445A-A45B-D4147DD2BFC7}" presName="imgShp" presStyleLbl="fgImgPlace1" presStyleIdx="3" presStyleCnt="4"/>
      <dgm:spPr/>
    </dgm:pt>
    <dgm:pt modelId="{D05C9000-74C8-49E8-B1BF-E7E2EB6BD314}" type="pres">
      <dgm:prSet presAssocID="{8DC58CA2-CADE-445A-A45B-D4147DD2BFC7}" presName="txShp" presStyleLbl="node1" presStyleIdx="3" presStyleCnt="4">
        <dgm:presLayoutVars>
          <dgm:bulletEnabled val="1"/>
        </dgm:presLayoutVars>
      </dgm:prSet>
      <dgm:spPr/>
    </dgm:pt>
  </dgm:ptLst>
  <dgm:cxnLst>
    <dgm:cxn modelId="{E691F10F-665B-40CD-BA22-4B9A467D62CE}" srcId="{92F85F9D-B5CD-4244-B910-4EFBFB6F0EA7}" destId="{4E98D8BA-CC51-438C-AB4A-F17AEF3519DA}" srcOrd="2" destOrd="0" parTransId="{4C28E897-E1D2-4B69-83D1-1D204791AC77}" sibTransId="{3E61BFE9-4A64-4896-9DB1-030CD339CF96}"/>
    <dgm:cxn modelId="{B406595F-62AA-4EA5-B7B1-55F82F863D16}" srcId="{92F85F9D-B5CD-4244-B910-4EFBFB6F0EA7}" destId="{8DC58CA2-CADE-445A-A45B-D4147DD2BFC7}" srcOrd="3" destOrd="0" parTransId="{9120D805-EE71-421A-9A8B-71AC2411C22D}" sibTransId="{4FE0D38E-CD21-4C2C-8595-369FCF53BC98}"/>
    <dgm:cxn modelId="{5C9BEA65-77EC-4100-A871-751775826066}" type="presOf" srcId="{DF2707AA-1D4C-49C0-BBDE-628DAE2A8C14}" destId="{26783CA8-82E9-483F-B0B6-1708EE6F60EC}" srcOrd="0" destOrd="0" presId="urn:microsoft.com/office/officeart/2005/8/layout/vList3"/>
    <dgm:cxn modelId="{710DB767-1415-49E6-9EFB-F38D194DECE5}" srcId="{92F85F9D-B5CD-4244-B910-4EFBFB6F0EA7}" destId="{B0C0B90D-AEA4-4940-B8DE-A555622BC7D7}" srcOrd="0" destOrd="0" parTransId="{12C7E84E-501C-4E15-9A76-09079CCB1863}" sibTransId="{3B900023-FE49-4DD4-95FA-A9E0F12107DA}"/>
    <dgm:cxn modelId="{247B48B1-B91B-4329-A1DE-25C363E13F27}" srcId="{92F85F9D-B5CD-4244-B910-4EFBFB6F0EA7}" destId="{DF2707AA-1D4C-49C0-BBDE-628DAE2A8C14}" srcOrd="1" destOrd="0" parTransId="{6783BE21-B0ED-4B3A-BC7A-C3858E188838}" sibTransId="{973D0BBC-71CB-4D84-A0DC-596A57C3A41F}"/>
    <dgm:cxn modelId="{C59CACB8-929B-47B0-99C8-ED4365B287F3}" type="presOf" srcId="{4E98D8BA-CC51-438C-AB4A-F17AEF3519DA}" destId="{18955060-5401-4FC7-87AC-BACF9462CFB7}" srcOrd="0" destOrd="0" presId="urn:microsoft.com/office/officeart/2005/8/layout/vList3"/>
    <dgm:cxn modelId="{C29C36C2-AC32-4DDD-9CD4-119B1668E8BB}" type="presOf" srcId="{B0C0B90D-AEA4-4940-B8DE-A555622BC7D7}" destId="{ACBDA4FC-833C-41B1-AFAA-150FB11EF721}" srcOrd="0" destOrd="0" presId="urn:microsoft.com/office/officeart/2005/8/layout/vList3"/>
    <dgm:cxn modelId="{037146C6-1530-45F9-B4CB-B2397413DF66}" type="presOf" srcId="{92F85F9D-B5CD-4244-B910-4EFBFB6F0EA7}" destId="{D36873F2-D59F-4CF2-98CC-2646A84A3FA9}" srcOrd="0" destOrd="0" presId="urn:microsoft.com/office/officeart/2005/8/layout/vList3"/>
    <dgm:cxn modelId="{F2BF69E9-4CEA-43FB-A396-B2398E444DD5}" type="presOf" srcId="{8DC58CA2-CADE-445A-A45B-D4147DD2BFC7}" destId="{D05C9000-74C8-49E8-B1BF-E7E2EB6BD314}" srcOrd="0" destOrd="0" presId="urn:microsoft.com/office/officeart/2005/8/layout/vList3"/>
    <dgm:cxn modelId="{7A73729A-7ABB-4C4B-9615-31CEB9554217}" type="presParOf" srcId="{D36873F2-D59F-4CF2-98CC-2646A84A3FA9}" destId="{2B548327-78AD-4434-80E0-63A4F77DA21F}" srcOrd="0" destOrd="0" presId="urn:microsoft.com/office/officeart/2005/8/layout/vList3"/>
    <dgm:cxn modelId="{8B0EB02D-BE79-4901-AC12-00168EA6FF95}" type="presParOf" srcId="{2B548327-78AD-4434-80E0-63A4F77DA21F}" destId="{0002A6C9-934B-4BB7-9CB2-A50744D00A95}" srcOrd="0" destOrd="0" presId="urn:microsoft.com/office/officeart/2005/8/layout/vList3"/>
    <dgm:cxn modelId="{7E62F38F-8304-45C3-B419-5C0CD9A8E140}" type="presParOf" srcId="{2B548327-78AD-4434-80E0-63A4F77DA21F}" destId="{ACBDA4FC-833C-41B1-AFAA-150FB11EF721}" srcOrd="1" destOrd="0" presId="urn:microsoft.com/office/officeart/2005/8/layout/vList3"/>
    <dgm:cxn modelId="{9333300E-93C4-4267-84B5-5B2747705322}" type="presParOf" srcId="{D36873F2-D59F-4CF2-98CC-2646A84A3FA9}" destId="{10B00082-40C9-499A-A8C1-035DB6C5FBD4}" srcOrd="1" destOrd="0" presId="urn:microsoft.com/office/officeart/2005/8/layout/vList3"/>
    <dgm:cxn modelId="{FD8F7525-76D0-4CB0-A8BF-8E42D7C49431}" type="presParOf" srcId="{D36873F2-D59F-4CF2-98CC-2646A84A3FA9}" destId="{C947A00D-6605-4415-B052-4F17CD223F21}" srcOrd="2" destOrd="0" presId="urn:microsoft.com/office/officeart/2005/8/layout/vList3"/>
    <dgm:cxn modelId="{51642938-F08A-4433-8226-EC8553C52CF9}" type="presParOf" srcId="{C947A00D-6605-4415-B052-4F17CD223F21}" destId="{81C43AB7-5DB9-4406-AB1F-068419DBB87C}" srcOrd="0" destOrd="0" presId="urn:microsoft.com/office/officeart/2005/8/layout/vList3"/>
    <dgm:cxn modelId="{9E036E65-6C6E-4E8F-BAD6-8E40CF082931}" type="presParOf" srcId="{C947A00D-6605-4415-B052-4F17CD223F21}" destId="{26783CA8-82E9-483F-B0B6-1708EE6F60EC}" srcOrd="1" destOrd="0" presId="urn:microsoft.com/office/officeart/2005/8/layout/vList3"/>
    <dgm:cxn modelId="{FB9FAE68-4CEF-485A-B5D6-D7BA15118E03}" type="presParOf" srcId="{D36873F2-D59F-4CF2-98CC-2646A84A3FA9}" destId="{10266163-DC7F-44BD-8784-34DB8EA02751}" srcOrd="3" destOrd="0" presId="urn:microsoft.com/office/officeart/2005/8/layout/vList3"/>
    <dgm:cxn modelId="{497B9334-3D53-414A-B61E-5F1E6327A83D}" type="presParOf" srcId="{D36873F2-D59F-4CF2-98CC-2646A84A3FA9}" destId="{A6E59F43-DCCC-4D36-900A-58557DD9A528}" srcOrd="4" destOrd="0" presId="urn:microsoft.com/office/officeart/2005/8/layout/vList3"/>
    <dgm:cxn modelId="{E9840A8C-8187-4CFB-8697-535BBCE6B980}" type="presParOf" srcId="{A6E59F43-DCCC-4D36-900A-58557DD9A528}" destId="{9B3ADA06-B7A1-4B15-B5FE-A67BA43D2422}" srcOrd="0" destOrd="0" presId="urn:microsoft.com/office/officeart/2005/8/layout/vList3"/>
    <dgm:cxn modelId="{62AB5AE1-3E8A-4259-BA67-3AEF223397E6}" type="presParOf" srcId="{A6E59F43-DCCC-4D36-900A-58557DD9A528}" destId="{18955060-5401-4FC7-87AC-BACF9462CFB7}" srcOrd="1" destOrd="0" presId="urn:microsoft.com/office/officeart/2005/8/layout/vList3"/>
    <dgm:cxn modelId="{0189A808-A393-46C5-B01F-5F475F4B63CA}" type="presParOf" srcId="{D36873F2-D59F-4CF2-98CC-2646A84A3FA9}" destId="{645705A4-8067-4A73-8863-BC9FF5F3C456}" srcOrd="5" destOrd="0" presId="urn:microsoft.com/office/officeart/2005/8/layout/vList3"/>
    <dgm:cxn modelId="{EEC11B10-9189-4846-9592-D82338818D30}" type="presParOf" srcId="{D36873F2-D59F-4CF2-98CC-2646A84A3FA9}" destId="{1D47A67C-63BA-425F-AFE9-8A7F2BA89E67}" srcOrd="6" destOrd="0" presId="urn:microsoft.com/office/officeart/2005/8/layout/vList3"/>
    <dgm:cxn modelId="{86F56E6A-68A6-45AB-A685-1F331A6ED744}" type="presParOf" srcId="{1D47A67C-63BA-425F-AFE9-8A7F2BA89E67}" destId="{D965CEA5-9B9C-4066-AC98-01452CBE0E91}" srcOrd="0" destOrd="0" presId="urn:microsoft.com/office/officeart/2005/8/layout/vList3"/>
    <dgm:cxn modelId="{C0836BE1-2839-4DAF-B3EC-F0877F2C1AB1}" type="presParOf" srcId="{1D47A67C-63BA-425F-AFE9-8A7F2BA89E67}" destId="{D05C9000-74C8-49E8-B1BF-E7E2EB6BD31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0CC22106-2343-4AEB-9796-0B8E9A658C1F}" type="doc">
      <dgm:prSet loTypeId="urn:microsoft.com/office/officeart/2005/8/layout/vList3" loCatId="list" qsTypeId="urn:microsoft.com/office/officeart/2005/8/quickstyle/simple1" qsCatId="simple" csTypeId="urn:microsoft.com/office/officeart/2005/8/colors/colorful1" csCatId="colorful"/>
      <dgm:spPr/>
      <dgm:t>
        <a:bodyPr/>
        <a:lstStyle/>
        <a:p>
          <a:endParaRPr lang="uk-UA"/>
        </a:p>
      </dgm:t>
    </dgm:pt>
    <dgm:pt modelId="{67471CB3-962F-4119-A5A2-4BB5938EF407}">
      <dgm:prSet/>
      <dgm:spPr/>
      <dgm:t>
        <a:bodyPr/>
        <a:lstStyle/>
        <a:p>
          <a:r>
            <a:rPr lang="uk-UA" b="0" i="0" dirty="0"/>
            <a:t>реформи Марії-Терезії та Йосипа </a:t>
          </a:r>
          <a:r>
            <a:rPr lang="en-US" b="0" i="0" dirty="0"/>
            <a:t>II</a:t>
          </a:r>
          <a:endParaRPr lang="uk-UA" dirty="0"/>
        </a:p>
      </dgm:t>
    </dgm:pt>
    <dgm:pt modelId="{22195EE1-1E81-4888-ADE1-D57996EEC569}" type="parTrans" cxnId="{515BDCBE-869E-4B43-9EF7-8F05201845CB}">
      <dgm:prSet/>
      <dgm:spPr/>
      <dgm:t>
        <a:bodyPr/>
        <a:lstStyle/>
        <a:p>
          <a:endParaRPr lang="uk-UA"/>
        </a:p>
      </dgm:t>
    </dgm:pt>
    <dgm:pt modelId="{43425566-4769-43C1-A87B-5E09BC7FF9D8}" type="sibTrans" cxnId="{515BDCBE-869E-4B43-9EF7-8F05201845CB}">
      <dgm:prSet/>
      <dgm:spPr/>
      <dgm:t>
        <a:bodyPr/>
        <a:lstStyle/>
        <a:p>
          <a:endParaRPr lang="uk-UA"/>
        </a:p>
      </dgm:t>
    </dgm:pt>
    <dgm:pt modelId="{DE058999-2B31-4D16-A885-5B9265788457}">
      <dgm:prSet/>
      <dgm:spPr/>
      <dgm:t>
        <a:bodyPr/>
        <a:lstStyle/>
        <a:p>
          <a:r>
            <a:rPr lang="uk-UA" b="0" i="0" dirty="0"/>
            <a:t>польське повстання 1830 р.</a:t>
          </a:r>
          <a:endParaRPr lang="uk-UA" dirty="0"/>
        </a:p>
      </dgm:t>
    </dgm:pt>
    <dgm:pt modelId="{D1A7A6A1-6D08-48F1-8F24-E6F53D3FEF1A}" type="parTrans" cxnId="{6181167D-599C-4FEC-8301-6411808E528F}">
      <dgm:prSet/>
      <dgm:spPr/>
      <dgm:t>
        <a:bodyPr/>
        <a:lstStyle/>
        <a:p>
          <a:endParaRPr lang="uk-UA"/>
        </a:p>
      </dgm:t>
    </dgm:pt>
    <dgm:pt modelId="{11057E3C-681E-4F7A-9C6E-0200E86FD6DE}" type="sibTrans" cxnId="{6181167D-599C-4FEC-8301-6411808E528F}">
      <dgm:prSet/>
      <dgm:spPr/>
      <dgm:t>
        <a:bodyPr/>
        <a:lstStyle/>
        <a:p>
          <a:endParaRPr lang="uk-UA"/>
        </a:p>
      </dgm:t>
    </dgm:pt>
    <dgm:pt modelId="{715B1AC2-17DD-460D-ACA6-0675670EE261}">
      <dgm:prSet/>
      <dgm:spPr/>
      <dgm:t>
        <a:bodyPr/>
        <a:lstStyle/>
        <a:p>
          <a:r>
            <a:rPr lang="uk-UA" b="0" i="0"/>
            <a:t>європейська революція 1848–1849 рр.</a:t>
          </a:r>
          <a:endParaRPr lang="uk-UA"/>
        </a:p>
      </dgm:t>
    </dgm:pt>
    <dgm:pt modelId="{1BE2A609-02F4-4AB3-9630-8B03AD2393DF}" type="parTrans" cxnId="{D64A5076-0FB2-4273-B92A-7CFC73130AED}">
      <dgm:prSet/>
      <dgm:spPr/>
      <dgm:t>
        <a:bodyPr/>
        <a:lstStyle/>
        <a:p>
          <a:endParaRPr lang="uk-UA"/>
        </a:p>
      </dgm:t>
    </dgm:pt>
    <dgm:pt modelId="{8B20BFA4-4EAA-4399-BDB5-93887B9A3DA0}" type="sibTrans" cxnId="{D64A5076-0FB2-4273-B92A-7CFC73130AED}">
      <dgm:prSet/>
      <dgm:spPr/>
      <dgm:t>
        <a:bodyPr/>
        <a:lstStyle/>
        <a:p>
          <a:endParaRPr lang="uk-UA"/>
        </a:p>
      </dgm:t>
    </dgm:pt>
    <dgm:pt modelId="{7B8575DD-E8CC-4279-80CE-577DC5FE4753}">
      <dgm:prSet/>
      <dgm:spPr/>
      <dgm:t>
        <a:bodyPr/>
        <a:lstStyle/>
        <a:p>
          <a:r>
            <a:rPr lang="uk-UA" b="0" i="0" dirty="0"/>
            <a:t>повстання під проводом Л. Кобилиці</a:t>
          </a:r>
          <a:endParaRPr lang="uk-UA" dirty="0"/>
        </a:p>
      </dgm:t>
    </dgm:pt>
    <dgm:pt modelId="{BC146B53-1502-45F3-B087-9AFAFCD8A9FA}" type="parTrans" cxnId="{B2125577-3BB8-44E9-B785-BF0DEC459D3A}">
      <dgm:prSet/>
      <dgm:spPr/>
      <dgm:t>
        <a:bodyPr/>
        <a:lstStyle/>
        <a:p>
          <a:endParaRPr lang="uk-UA"/>
        </a:p>
      </dgm:t>
    </dgm:pt>
    <dgm:pt modelId="{55DA05C2-99A5-4399-AC7A-E8E143DFB911}" type="sibTrans" cxnId="{B2125577-3BB8-44E9-B785-BF0DEC459D3A}">
      <dgm:prSet/>
      <dgm:spPr/>
      <dgm:t>
        <a:bodyPr/>
        <a:lstStyle/>
        <a:p>
          <a:endParaRPr lang="uk-UA"/>
        </a:p>
      </dgm:t>
    </dgm:pt>
    <dgm:pt modelId="{B67D7500-D1D6-486A-9EAC-1D23EB4693E8}" type="pres">
      <dgm:prSet presAssocID="{0CC22106-2343-4AEB-9796-0B8E9A658C1F}" presName="linearFlow" presStyleCnt="0">
        <dgm:presLayoutVars>
          <dgm:dir/>
          <dgm:resizeHandles val="exact"/>
        </dgm:presLayoutVars>
      </dgm:prSet>
      <dgm:spPr/>
    </dgm:pt>
    <dgm:pt modelId="{9A6E4C17-431C-42B2-A96F-EA84912B4ACA}" type="pres">
      <dgm:prSet presAssocID="{67471CB3-962F-4119-A5A2-4BB5938EF407}" presName="composite" presStyleCnt="0"/>
      <dgm:spPr/>
    </dgm:pt>
    <dgm:pt modelId="{3754C142-69F0-4644-9103-B2E81168195F}" type="pres">
      <dgm:prSet presAssocID="{67471CB3-962F-4119-A5A2-4BB5938EF407}" presName="imgShp" presStyleLbl="fgImgPlace1" presStyleIdx="0" presStyleCnt="4"/>
      <dgm:spPr/>
    </dgm:pt>
    <dgm:pt modelId="{E8CC3014-9F5C-4A56-BE88-4792DA89A038}" type="pres">
      <dgm:prSet presAssocID="{67471CB3-962F-4119-A5A2-4BB5938EF407}" presName="txShp" presStyleLbl="node1" presStyleIdx="0" presStyleCnt="4">
        <dgm:presLayoutVars>
          <dgm:bulletEnabled val="1"/>
        </dgm:presLayoutVars>
      </dgm:prSet>
      <dgm:spPr/>
    </dgm:pt>
    <dgm:pt modelId="{B08D18F7-CE1D-44DC-A753-97432B2BA3F6}" type="pres">
      <dgm:prSet presAssocID="{43425566-4769-43C1-A87B-5E09BC7FF9D8}" presName="spacing" presStyleCnt="0"/>
      <dgm:spPr/>
    </dgm:pt>
    <dgm:pt modelId="{7F9EFD96-EF42-47B3-9A8E-F3E6396F3675}" type="pres">
      <dgm:prSet presAssocID="{DE058999-2B31-4D16-A885-5B9265788457}" presName="composite" presStyleCnt="0"/>
      <dgm:spPr/>
    </dgm:pt>
    <dgm:pt modelId="{3C736B3A-B7FF-41C0-96DF-E19686D39801}" type="pres">
      <dgm:prSet presAssocID="{DE058999-2B31-4D16-A885-5B9265788457}" presName="imgShp" presStyleLbl="fgImgPlace1" presStyleIdx="1" presStyleCnt="4"/>
      <dgm:spPr/>
    </dgm:pt>
    <dgm:pt modelId="{9924EAA9-F3C6-470B-8D5F-5AC0D03EEC15}" type="pres">
      <dgm:prSet presAssocID="{DE058999-2B31-4D16-A885-5B9265788457}" presName="txShp" presStyleLbl="node1" presStyleIdx="1" presStyleCnt="4">
        <dgm:presLayoutVars>
          <dgm:bulletEnabled val="1"/>
        </dgm:presLayoutVars>
      </dgm:prSet>
      <dgm:spPr/>
    </dgm:pt>
    <dgm:pt modelId="{523162FF-A020-408D-92FD-37130C4C91DE}" type="pres">
      <dgm:prSet presAssocID="{11057E3C-681E-4F7A-9C6E-0200E86FD6DE}" presName="spacing" presStyleCnt="0"/>
      <dgm:spPr/>
    </dgm:pt>
    <dgm:pt modelId="{0CADD380-A745-413F-B7CD-8FD5886628C4}" type="pres">
      <dgm:prSet presAssocID="{715B1AC2-17DD-460D-ACA6-0675670EE261}" presName="composite" presStyleCnt="0"/>
      <dgm:spPr/>
    </dgm:pt>
    <dgm:pt modelId="{8B7B9E3A-7A8D-476C-9860-4C6C1219DBCF}" type="pres">
      <dgm:prSet presAssocID="{715B1AC2-17DD-460D-ACA6-0675670EE261}" presName="imgShp" presStyleLbl="fgImgPlace1" presStyleIdx="2" presStyleCnt="4"/>
      <dgm:spPr/>
    </dgm:pt>
    <dgm:pt modelId="{C74281FC-CD25-4934-85E5-ABE7BDBA81A2}" type="pres">
      <dgm:prSet presAssocID="{715B1AC2-17DD-460D-ACA6-0675670EE261}" presName="txShp" presStyleLbl="node1" presStyleIdx="2" presStyleCnt="4">
        <dgm:presLayoutVars>
          <dgm:bulletEnabled val="1"/>
        </dgm:presLayoutVars>
      </dgm:prSet>
      <dgm:spPr/>
    </dgm:pt>
    <dgm:pt modelId="{D6C999E6-1933-48BD-BB59-FC48E4B228DA}" type="pres">
      <dgm:prSet presAssocID="{8B20BFA4-4EAA-4399-BDB5-93887B9A3DA0}" presName="spacing" presStyleCnt="0"/>
      <dgm:spPr/>
    </dgm:pt>
    <dgm:pt modelId="{E1AD438D-3DCB-4151-9C8F-B3BD1786B0A9}" type="pres">
      <dgm:prSet presAssocID="{7B8575DD-E8CC-4279-80CE-577DC5FE4753}" presName="composite" presStyleCnt="0"/>
      <dgm:spPr/>
    </dgm:pt>
    <dgm:pt modelId="{5FB1D2D9-1756-4012-AD9D-C9F03DE0E6BC}" type="pres">
      <dgm:prSet presAssocID="{7B8575DD-E8CC-4279-80CE-577DC5FE4753}" presName="imgShp" presStyleLbl="fgImgPlace1" presStyleIdx="3" presStyleCnt="4"/>
      <dgm:spPr/>
    </dgm:pt>
    <dgm:pt modelId="{65E58685-0462-4D0E-A4A3-76DCECE60515}" type="pres">
      <dgm:prSet presAssocID="{7B8575DD-E8CC-4279-80CE-577DC5FE4753}" presName="txShp" presStyleLbl="node1" presStyleIdx="3" presStyleCnt="4">
        <dgm:presLayoutVars>
          <dgm:bulletEnabled val="1"/>
        </dgm:presLayoutVars>
      </dgm:prSet>
      <dgm:spPr/>
    </dgm:pt>
  </dgm:ptLst>
  <dgm:cxnLst>
    <dgm:cxn modelId="{7507312E-7BC4-4C03-AB4B-08D2CD2125A8}" type="presOf" srcId="{7B8575DD-E8CC-4279-80CE-577DC5FE4753}" destId="{65E58685-0462-4D0E-A4A3-76DCECE60515}" srcOrd="0" destOrd="0" presId="urn:microsoft.com/office/officeart/2005/8/layout/vList3"/>
    <dgm:cxn modelId="{A2B5D45D-1DC9-4844-B261-4C982FA98F7D}" type="presOf" srcId="{DE058999-2B31-4D16-A885-5B9265788457}" destId="{9924EAA9-F3C6-470B-8D5F-5AC0D03EEC15}" srcOrd="0" destOrd="0" presId="urn:microsoft.com/office/officeart/2005/8/layout/vList3"/>
    <dgm:cxn modelId="{D64A5076-0FB2-4273-B92A-7CFC73130AED}" srcId="{0CC22106-2343-4AEB-9796-0B8E9A658C1F}" destId="{715B1AC2-17DD-460D-ACA6-0675670EE261}" srcOrd="2" destOrd="0" parTransId="{1BE2A609-02F4-4AB3-9630-8B03AD2393DF}" sibTransId="{8B20BFA4-4EAA-4399-BDB5-93887B9A3DA0}"/>
    <dgm:cxn modelId="{B2125577-3BB8-44E9-B785-BF0DEC459D3A}" srcId="{0CC22106-2343-4AEB-9796-0B8E9A658C1F}" destId="{7B8575DD-E8CC-4279-80CE-577DC5FE4753}" srcOrd="3" destOrd="0" parTransId="{BC146B53-1502-45F3-B087-9AFAFCD8A9FA}" sibTransId="{55DA05C2-99A5-4399-AC7A-E8E143DFB911}"/>
    <dgm:cxn modelId="{6181167D-599C-4FEC-8301-6411808E528F}" srcId="{0CC22106-2343-4AEB-9796-0B8E9A658C1F}" destId="{DE058999-2B31-4D16-A885-5B9265788457}" srcOrd="1" destOrd="0" parTransId="{D1A7A6A1-6D08-48F1-8F24-E6F53D3FEF1A}" sibTransId="{11057E3C-681E-4F7A-9C6E-0200E86FD6DE}"/>
    <dgm:cxn modelId="{C4CCCBAA-93C8-4F8F-8642-4C51A32D598F}" type="presOf" srcId="{0CC22106-2343-4AEB-9796-0B8E9A658C1F}" destId="{B67D7500-D1D6-486A-9EAC-1D23EB4693E8}" srcOrd="0" destOrd="0" presId="urn:microsoft.com/office/officeart/2005/8/layout/vList3"/>
    <dgm:cxn modelId="{5A1C42BE-4101-4356-81F5-D496B4036011}" type="presOf" srcId="{715B1AC2-17DD-460D-ACA6-0675670EE261}" destId="{C74281FC-CD25-4934-85E5-ABE7BDBA81A2}" srcOrd="0" destOrd="0" presId="urn:microsoft.com/office/officeart/2005/8/layout/vList3"/>
    <dgm:cxn modelId="{515BDCBE-869E-4B43-9EF7-8F05201845CB}" srcId="{0CC22106-2343-4AEB-9796-0B8E9A658C1F}" destId="{67471CB3-962F-4119-A5A2-4BB5938EF407}" srcOrd="0" destOrd="0" parTransId="{22195EE1-1E81-4888-ADE1-D57996EEC569}" sibTransId="{43425566-4769-43C1-A87B-5E09BC7FF9D8}"/>
    <dgm:cxn modelId="{EC5A3FDF-C578-416B-A3E2-C94BEF1A6C7A}" type="presOf" srcId="{67471CB3-962F-4119-A5A2-4BB5938EF407}" destId="{E8CC3014-9F5C-4A56-BE88-4792DA89A038}" srcOrd="0" destOrd="0" presId="urn:microsoft.com/office/officeart/2005/8/layout/vList3"/>
    <dgm:cxn modelId="{79AE002C-DDD3-414D-BD1F-2F2A7275AE73}" type="presParOf" srcId="{B67D7500-D1D6-486A-9EAC-1D23EB4693E8}" destId="{9A6E4C17-431C-42B2-A96F-EA84912B4ACA}" srcOrd="0" destOrd="0" presId="urn:microsoft.com/office/officeart/2005/8/layout/vList3"/>
    <dgm:cxn modelId="{6B6AE55F-7BC9-4288-B825-6AFDBDE57FEA}" type="presParOf" srcId="{9A6E4C17-431C-42B2-A96F-EA84912B4ACA}" destId="{3754C142-69F0-4644-9103-B2E81168195F}" srcOrd="0" destOrd="0" presId="urn:microsoft.com/office/officeart/2005/8/layout/vList3"/>
    <dgm:cxn modelId="{F560B8B3-7E86-4ECA-BCDF-4653822D00C1}" type="presParOf" srcId="{9A6E4C17-431C-42B2-A96F-EA84912B4ACA}" destId="{E8CC3014-9F5C-4A56-BE88-4792DA89A038}" srcOrd="1" destOrd="0" presId="urn:microsoft.com/office/officeart/2005/8/layout/vList3"/>
    <dgm:cxn modelId="{BCE5AF55-1229-4F25-AE99-349D2ECDB0FB}" type="presParOf" srcId="{B67D7500-D1D6-486A-9EAC-1D23EB4693E8}" destId="{B08D18F7-CE1D-44DC-A753-97432B2BA3F6}" srcOrd="1" destOrd="0" presId="urn:microsoft.com/office/officeart/2005/8/layout/vList3"/>
    <dgm:cxn modelId="{41FD76A9-51DE-4428-A504-564B109F8D3A}" type="presParOf" srcId="{B67D7500-D1D6-486A-9EAC-1D23EB4693E8}" destId="{7F9EFD96-EF42-47B3-9A8E-F3E6396F3675}" srcOrd="2" destOrd="0" presId="urn:microsoft.com/office/officeart/2005/8/layout/vList3"/>
    <dgm:cxn modelId="{3D099B0C-FCB3-4443-94F5-482336220D05}" type="presParOf" srcId="{7F9EFD96-EF42-47B3-9A8E-F3E6396F3675}" destId="{3C736B3A-B7FF-41C0-96DF-E19686D39801}" srcOrd="0" destOrd="0" presId="urn:microsoft.com/office/officeart/2005/8/layout/vList3"/>
    <dgm:cxn modelId="{121CAC7D-D40E-4035-A0DF-51BC139F4C98}" type="presParOf" srcId="{7F9EFD96-EF42-47B3-9A8E-F3E6396F3675}" destId="{9924EAA9-F3C6-470B-8D5F-5AC0D03EEC15}" srcOrd="1" destOrd="0" presId="urn:microsoft.com/office/officeart/2005/8/layout/vList3"/>
    <dgm:cxn modelId="{25B6B842-512A-4857-839C-48782B089778}" type="presParOf" srcId="{B67D7500-D1D6-486A-9EAC-1D23EB4693E8}" destId="{523162FF-A020-408D-92FD-37130C4C91DE}" srcOrd="3" destOrd="0" presId="urn:microsoft.com/office/officeart/2005/8/layout/vList3"/>
    <dgm:cxn modelId="{6981D684-1FEF-4A1A-A197-42702A2A4F67}" type="presParOf" srcId="{B67D7500-D1D6-486A-9EAC-1D23EB4693E8}" destId="{0CADD380-A745-413F-B7CD-8FD5886628C4}" srcOrd="4" destOrd="0" presId="urn:microsoft.com/office/officeart/2005/8/layout/vList3"/>
    <dgm:cxn modelId="{275FBE1C-7DE8-4C0B-8A4B-1D10EE1698CD}" type="presParOf" srcId="{0CADD380-A745-413F-B7CD-8FD5886628C4}" destId="{8B7B9E3A-7A8D-476C-9860-4C6C1219DBCF}" srcOrd="0" destOrd="0" presId="urn:microsoft.com/office/officeart/2005/8/layout/vList3"/>
    <dgm:cxn modelId="{E5A15034-1F2D-46F5-9665-7DB8055571B0}" type="presParOf" srcId="{0CADD380-A745-413F-B7CD-8FD5886628C4}" destId="{C74281FC-CD25-4934-85E5-ABE7BDBA81A2}" srcOrd="1" destOrd="0" presId="urn:microsoft.com/office/officeart/2005/8/layout/vList3"/>
    <dgm:cxn modelId="{175276B4-7551-440D-A5F4-D77C4A255EC8}" type="presParOf" srcId="{B67D7500-D1D6-486A-9EAC-1D23EB4693E8}" destId="{D6C999E6-1933-48BD-BB59-FC48E4B228DA}" srcOrd="5" destOrd="0" presId="urn:microsoft.com/office/officeart/2005/8/layout/vList3"/>
    <dgm:cxn modelId="{AE877E4A-2E41-4DC3-8E6E-F6B460A58455}" type="presParOf" srcId="{B67D7500-D1D6-486A-9EAC-1D23EB4693E8}" destId="{E1AD438D-3DCB-4151-9C8F-B3BD1786B0A9}" srcOrd="6" destOrd="0" presId="urn:microsoft.com/office/officeart/2005/8/layout/vList3"/>
    <dgm:cxn modelId="{A0F1741E-D46D-4896-A662-3B7F3A386617}" type="presParOf" srcId="{E1AD438D-3DCB-4151-9C8F-B3BD1786B0A9}" destId="{5FB1D2D9-1756-4012-AD9D-C9F03DE0E6BC}" srcOrd="0" destOrd="0" presId="urn:microsoft.com/office/officeart/2005/8/layout/vList3"/>
    <dgm:cxn modelId="{1E58F2EC-CB4B-4C0D-A53E-CE241A2F26A8}" type="presParOf" srcId="{E1AD438D-3DCB-4151-9C8F-B3BD1786B0A9}" destId="{65E58685-0462-4D0E-A4A3-76DCECE6051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B039DA3A-7BFF-4239-B2FF-B5B4574382CF}"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0241708F-7B7B-41F8-A0CF-49B9C3600A68}">
      <dgm:prSet/>
      <dgm:spPr/>
      <dgm:t>
        <a:bodyPr/>
        <a:lstStyle/>
        <a:p>
          <a:r>
            <a:rPr lang="uk-UA" b="0" i="0"/>
            <a:t>створення «Руської трійці», видання «Русалки Дністрової».</a:t>
          </a:r>
          <a:endParaRPr lang="uk-UA"/>
        </a:p>
      </dgm:t>
    </dgm:pt>
    <dgm:pt modelId="{B5168C9E-6D6F-4F09-B76D-9B088D3A4BBC}" type="parTrans" cxnId="{DEDEE4BC-87E4-46FD-8D17-665C06EF1C69}">
      <dgm:prSet/>
      <dgm:spPr/>
      <dgm:t>
        <a:bodyPr/>
        <a:lstStyle/>
        <a:p>
          <a:endParaRPr lang="uk-UA"/>
        </a:p>
      </dgm:t>
    </dgm:pt>
    <dgm:pt modelId="{BACE09A8-7E07-41B2-A2AD-E7AA22234D05}" type="sibTrans" cxnId="{DEDEE4BC-87E4-46FD-8D17-665C06EF1C69}">
      <dgm:prSet/>
      <dgm:spPr/>
      <dgm:t>
        <a:bodyPr/>
        <a:lstStyle/>
        <a:p>
          <a:endParaRPr lang="uk-UA"/>
        </a:p>
      </dgm:t>
    </dgm:pt>
    <dgm:pt modelId="{19DCA860-8B1F-462B-94D0-0EA824171748}">
      <dgm:prSet/>
      <dgm:spPr/>
      <dgm:t>
        <a:bodyPr/>
        <a:lstStyle/>
        <a:p>
          <a:r>
            <a:rPr lang="uk-UA" b="0" i="0" dirty="0"/>
            <a:t>видання «Зорі Галицької», скликання Собору руських учених у Львові.</a:t>
          </a:r>
          <a:endParaRPr lang="uk-UA" dirty="0"/>
        </a:p>
      </dgm:t>
    </dgm:pt>
    <dgm:pt modelId="{F2DFB627-C505-4150-AD56-D3D3FCC866C7}" type="parTrans" cxnId="{5D665FF8-8442-40B9-B074-9C21414C55C0}">
      <dgm:prSet/>
      <dgm:spPr/>
      <dgm:t>
        <a:bodyPr/>
        <a:lstStyle/>
        <a:p>
          <a:endParaRPr lang="uk-UA"/>
        </a:p>
      </dgm:t>
    </dgm:pt>
    <dgm:pt modelId="{2E3C6980-EAA8-4B8A-BEAB-EEBC514BA76C}" type="sibTrans" cxnId="{5D665FF8-8442-40B9-B074-9C21414C55C0}">
      <dgm:prSet/>
      <dgm:spPr/>
      <dgm:t>
        <a:bodyPr/>
        <a:lstStyle/>
        <a:p>
          <a:endParaRPr lang="uk-UA"/>
        </a:p>
      </dgm:t>
    </dgm:pt>
    <dgm:pt modelId="{3096A0CE-9682-43B3-BE74-1233B08EBC72}">
      <dgm:prSet/>
      <dgm:spPr/>
      <dgm:t>
        <a:bodyPr/>
        <a:lstStyle/>
        <a:p>
          <a:r>
            <a:rPr lang="uk-UA" b="0" i="0" dirty="0"/>
            <a:t>організація Наукового товариства ім. Т. Шевченка, Слов'янського з'їзду в Празі.</a:t>
          </a:r>
          <a:endParaRPr lang="uk-UA" dirty="0"/>
        </a:p>
      </dgm:t>
    </dgm:pt>
    <dgm:pt modelId="{B1DE83BC-8368-4D1A-B39B-A5866F5FA143}" type="parTrans" cxnId="{0DD6CBFE-0CD3-40F8-93A0-EFA0FF6C04DA}">
      <dgm:prSet/>
      <dgm:spPr/>
      <dgm:t>
        <a:bodyPr/>
        <a:lstStyle/>
        <a:p>
          <a:endParaRPr lang="uk-UA"/>
        </a:p>
      </dgm:t>
    </dgm:pt>
    <dgm:pt modelId="{7DCE5FEB-84C8-40EC-B3BE-20DE220EE2E1}" type="sibTrans" cxnId="{0DD6CBFE-0CD3-40F8-93A0-EFA0FF6C04DA}">
      <dgm:prSet/>
      <dgm:spPr/>
      <dgm:t>
        <a:bodyPr/>
        <a:lstStyle/>
        <a:p>
          <a:endParaRPr lang="uk-UA"/>
        </a:p>
      </dgm:t>
    </dgm:pt>
    <dgm:pt modelId="{D4E21627-AB3C-4157-BCB5-97E43598A9E6}">
      <dgm:prSet/>
      <dgm:spPr/>
      <dgm:t>
        <a:bodyPr/>
        <a:lstStyle/>
        <a:p>
          <a:r>
            <a:rPr lang="uk-UA" b="0" i="0" dirty="0"/>
            <a:t>заснування Руського інституту при Львівському університеті, товариства «Просвіта».</a:t>
          </a:r>
          <a:endParaRPr lang="uk-UA" dirty="0"/>
        </a:p>
      </dgm:t>
    </dgm:pt>
    <dgm:pt modelId="{15A4C6B8-22B1-430F-8175-F5E23687B0C2}" type="parTrans" cxnId="{B19A9057-BD37-4D11-AC66-47CF61ECC4F6}">
      <dgm:prSet/>
      <dgm:spPr/>
      <dgm:t>
        <a:bodyPr/>
        <a:lstStyle/>
        <a:p>
          <a:endParaRPr lang="uk-UA"/>
        </a:p>
      </dgm:t>
    </dgm:pt>
    <dgm:pt modelId="{4742B6BD-69F8-42C0-AAA3-55CAD3DCB87D}" type="sibTrans" cxnId="{B19A9057-BD37-4D11-AC66-47CF61ECC4F6}">
      <dgm:prSet/>
      <dgm:spPr/>
      <dgm:t>
        <a:bodyPr/>
        <a:lstStyle/>
        <a:p>
          <a:endParaRPr lang="uk-UA"/>
        </a:p>
      </dgm:t>
    </dgm:pt>
    <dgm:pt modelId="{339D80E9-1AF5-4CF4-B67B-3FAB4937D5A3}" type="pres">
      <dgm:prSet presAssocID="{B039DA3A-7BFF-4239-B2FF-B5B4574382CF}" presName="linear" presStyleCnt="0">
        <dgm:presLayoutVars>
          <dgm:animLvl val="lvl"/>
          <dgm:resizeHandles val="exact"/>
        </dgm:presLayoutVars>
      </dgm:prSet>
      <dgm:spPr/>
    </dgm:pt>
    <dgm:pt modelId="{D09C7399-4C17-46F1-8030-874A26F27700}" type="pres">
      <dgm:prSet presAssocID="{0241708F-7B7B-41F8-A0CF-49B9C3600A68}" presName="parentText" presStyleLbl="node1" presStyleIdx="0" presStyleCnt="4">
        <dgm:presLayoutVars>
          <dgm:chMax val="0"/>
          <dgm:bulletEnabled val="1"/>
        </dgm:presLayoutVars>
      </dgm:prSet>
      <dgm:spPr/>
    </dgm:pt>
    <dgm:pt modelId="{7F6C4790-5C13-4C9D-A436-4ED03212335E}" type="pres">
      <dgm:prSet presAssocID="{BACE09A8-7E07-41B2-A2AD-E7AA22234D05}" presName="spacer" presStyleCnt="0"/>
      <dgm:spPr/>
    </dgm:pt>
    <dgm:pt modelId="{88C0E1BA-0F14-4AD2-BB2F-3DBD3A1CD43A}" type="pres">
      <dgm:prSet presAssocID="{19DCA860-8B1F-462B-94D0-0EA824171748}" presName="parentText" presStyleLbl="node1" presStyleIdx="1" presStyleCnt="4">
        <dgm:presLayoutVars>
          <dgm:chMax val="0"/>
          <dgm:bulletEnabled val="1"/>
        </dgm:presLayoutVars>
      </dgm:prSet>
      <dgm:spPr/>
    </dgm:pt>
    <dgm:pt modelId="{7555704F-7ECE-4CD3-BE8B-C032C6212441}" type="pres">
      <dgm:prSet presAssocID="{2E3C6980-EAA8-4B8A-BEAB-EEBC514BA76C}" presName="spacer" presStyleCnt="0"/>
      <dgm:spPr/>
    </dgm:pt>
    <dgm:pt modelId="{0B33E368-4DAE-49A5-B289-C3EF9D366C8C}" type="pres">
      <dgm:prSet presAssocID="{3096A0CE-9682-43B3-BE74-1233B08EBC72}" presName="parentText" presStyleLbl="node1" presStyleIdx="2" presStyleCnt="4">
        <dgm:presLayoutVars>
          <dgm:chMax val="0"/>
          <dgm:bulletEnabled val="1"/>
        </dgm:presLayoutVars>
      </dgm:prSet>
      <dgm:spPr/>
    </dgm:pt>
    <dgm:pt modelId="{688250C1-56B2-44CD-8440-0620B9D00C44}" type="pres">
      <dgm:prSet presAssocID="{7DCE5FEB-84C8-40EC-B3BE-20DE220EE2E1}" presName="spacer" presStyleCnt="0"/>
      <dgm:spPr/>
    </dgm:pt>
    <dgm:pt modelId="{D9F8F364-3B81-4E50-9800-56F7C0DB65EC}" type="pres">
      <dgm:prSet presAssocID="{D4E21627-AB3C-4157-BCB5-97E43598A9E6}" presName="parentText" presStyleLbl="node1" presStyleIdx="3" presStyleCnt="4">
        <dgm:presLayoutVars>
          <dgm:chMax val="0"/>
          <dgm:bulletEnabled val="1"/>
        </dgm:presLayoutVars>
      </dgm:prSet>
      <dgm:spPr/>
    </dgm:pt>
  </dgm:ptLst>
  <dgm:cxnLst>
    <dgm:cxn modelId="{DEFCAF01-759A-4B4F-9DD5-0BAA8B80D436}" type="presOf" srcId="{19DCA860-8B1F-462B-94D0-0EA824171748}" destId="{88C0E1BA-0F14-4AD2-BB2F-3DBD3A1CD43A}" srcOrd="0" destOrd="0" presId="urn:microsoft.com/office/officeart/2005/8/layout/vList2"/>
    <dgm:cxn modelId="{72B95B20-8837-4236-924B-539AD6EBF102}" type="presOf" srcId="{0241708F-7B7B-41F8-A0CF-49B9C3600A68}" destId="{D09C7399-4C17-46F1-8030-874A26F27700}" srcOrd="0" destOrd="0" presId="urn:microsoft.com/office/officeart/2005/8/layout/vList2"/>
    <dgm:cxn modelId="{B19A9057-BD37-4D11-AC66-47CF61ECC4F6}" srcId="{B039DA3A-7BFF-4239-B2FF-B5B4574382CF}" destId="{D4E21627-AB3C-4157-BCB5-97E43598A9E6}" srcOrd="3" destOrd="0" parTransId="{15A4C6B8-22B1-430F-8175-F5E23687B0C2}" sibTransId="{4742B6BD-69F8-42C0-AAA3-55CAD3DCB87D}"/>
    <dgm:cxn modelId="{4F4A668D-C9B2-44F3-887B-AF8CD7A4050C}" type="presOf" srcId="{B039DA3A-7BFF-4239-B2FF-B5B4574382CF}" destId="{339D80E9-1AF5-4CF4-B67B-3FAB4937D5A3}" srcOrd="0" destOrd="0" presId="urn:microsoft.com/office/officeart/2005/8/layout/vList2"/>
    <dgm:cxn modelId="{F63497B9-B426-411D-907D-04989BF0A8A6}" type="presOf" srcId="{D4E21627-AB3C-4157-BCB5-97E43598A9E6}" destId="{D9F8F364-3B81-4E50-9800-56F7C0DB65EC}" srcOrd="0" destOrd="0" presId="urn:microsoft.com/office/officeart/2005/8/layout/vList2"/>
    <dgm:cxn modelId="{DEDEE4BC-87E4-46FD-8D17-665C06EF1C69}" srcId="{B039DA3A-7BFF-4239-B2FF-B5B4574382CF}" destId="{0241708F-7B7B-41F8-A0CF-49B9C3600A68}" srcOrd="0" destOrd="0" parTransId="{B5168C9E-6D6F-4F09-B76D-9B088D3A4BBC}" sibTransId="{BACE09A8-7E07-41B2-A2AD-E7AA22234D05}"/>
    <dgm:cxn modelId="{3589A8E2-809D-4D0B-B0D8-3D794482AEB3}" type="presOf" srcId="{3096A0CE-9682-43B3-BE74-1233B08EBC72}" destId="{0B33E368-4DAE-49A5-B289-C3EF9D366C8C}" srcOrd="0" destOrd="0" presId="urn:microsoft.com/office/officeart/2005/8/layout/vList2"/>
    <dgm:cxn modelId="{5D665FF8-8442-40B9-B074-9C21414C55C0}" srcId="{B039DA3A-7BFF-4239-B2FF-B5B4574382CF}" destId="{19DCA860-8B1F-462B-94D0-0EA824171748}" srcOrd="1" destOrd="0" parTransId="{F2DFB627-C505-4150-AD56-D3D3FCC866C7}" sibTransId="{2E3C6980-EAA8-4B8A-BEAB-EEBC514BA76C}"/>
    <dgm:cxn modelId="{0DD6CBFE-0CD3-40F8-93A0-EFA0FF6C04DA}" srcId="{B039DA3A-7BFF-4239-B2FF-B5B4574382CF}" destId="{3096A0CE-9682-43B3-BE74-1233B08EBC72}" srcOrd="2" destOrd="0" parTransId="{B1DE83BC-8368-4D1A-B39B-A5866F5FA143}" sibTransId="{7DCE5FEB-84C8-40EC-B3BE-20DE220EE2E1}"/>
    <dgm:cxn modelId="{D3D52153-E75A-48CF-B668-054991BAB9B7}" type="presParOf" srcId="{339D80E9-1AF5-4CF4-B67B-3FAB4937D5A3}" destId="{D09C7399-4C17-46F1-8030-874A26F27700}" srcOrd="0" destOrd="0" presId="urn:microsoft.com/office/officeart/2005/8/layout/vList2"/>
    <dgm:cxn modelId="{D2FCA78E-7F48-4BCF-AD6E-3DDAEBCD66ED}" type="presParOf" srcId="{339D80E9-1AF5-4CF4-B67B-3FAB4937D5A3}" destId="{7F6C4790-5C13-4C9D-A436-4ED03212335E}" srcOrd="1" destOrd="0" presId="urn:microsoft.com/office/officeart/2005/8/layout/vList2"/>
    <dgm:cxn modelId="{006E195D-5CFC-4C58-80D0-3B67D127FD1B}" type="presParOf" srcId="{339D80E9-1AF5-4CF4-B67B-3FAB4937D5A3}" destId="{88C0E1BA-0F14-4AD2-BB2F-3DBD3A1CD43A}" srcOrd="2" destOrd="0" presId="urn:microsoft.com/office/officeart/2005/8/layout/vList2"/>
    <dgm:cxn modelId="{3800C4D7-4065-4172-93F8-ABC3E086486A}" type="presParOf" srcId="{339D80E9-1AF5-4CF4-B67B-3FAB4937D5A3}" destId="{7555704F-7ECE-4CD3-BE8B-C032C6212441}" srcOrd="3" destOrd="0" presId="urn:microsoft.com/office/officeart/2005/8/layout/vList2"/>
    <dgm:cxn modelId="{96649731-1DDD-4BAA-B8EA-24C876F0710C}" type="presParOf" srcId="{339D80E9-1AF5-4CF4-B67B-3FAB4937D5A3}" destId="{0B33E368-4DAE-49A5-B289-C3EF9D366C8C}" srcOrd="4" destOrd="0" presId="urn:microsoft.com/office/officeart/2005/8/layout/vList2"/>
    <dgm:cxn modelId="{ECF3B59D-8A82-436F-92CC-2A6BC6F9EBA3}" type="presParOf" srcId="{339D80E9-1AF5-4CF4-B67B-3FAB4937D5A3}" destId="{688250C1-56B2-44CD-8440-0620B9D00C44}" srcOrd="5" destOrd="0" presId="urn:microsoft.com/office/officeart/2005/8/layout/vList2"/>
    <dgm:cxn modelId="{EEA1050C-3D19-4D97-B550-DF0FD252D746}" type="presParOf" srcId="{339D80E9-1AF5-4CF4-B67B-3FAB4937D5A3}" destId="{D9F8F364-3B81-4E50-9800-56F7C0DB65E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1B8ABBBE-F3D6-476E-B7A7-06F146B84CEB}"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0D28D6E-B045-4F07-88A6-085606088107}">
      <dgm:prSet/>
      <dgm:spPr/>
      <dgm:t>
        <a:bodyPr/>
        <a:lstStyle/>
        <a:p>
          <a:r>
            <a:rPr lang="ru-RU" b="0" i="0"/>
            <a:t>М. Муравйова</a:t>
          </a:r>
          <a:endParaRPr lang="uk-UA"/>
        </a:p>
      </dgm:t>
    </dgm:pt>
    <dgm:pt modelId="{26CA9348-AF6C-4DE1-AC95-01CCFDB49D86}" type="parTrans" cxnId="{DDC04407-E57E-45C6-B8FC-AECC6F307A1A}">
      <dgm:prSet/>
      <dgm:spPr/>
      <dgm:t>
        <a:bodyPr/>
        <a:lstStyle/>
        <a:p>
          <a:endParaRPr lang="uk-UA"/>
        </a:p>
      </dgm:t>
    </dgm:pt>
    <dgm:pt modelId="{F1A37640-96E0-4B25-92BF-A96AF120691E}" type="sibTrans" cxnId="{DDC04407-E57E-45C6-B8FC-AECC6F307A1A}">
      <dgm:prSet/>
      <dgm:spPr/>
      <dgm:t>
        <a:bodyPr/>
        <a:lstStyle/>
        <a:p>
          <a:endParaRPr lang="uk-UA"/>
        </a:p>
      </dgm:t>
    </dgm:pt>
    <dgm:pt modelId="{182736CF-87B0-4E3D-92A4-4E58803E49FB}">
      <dgm:prSet/>
      <dgm:spPr/>
      <dgm:t>
        <a:bodyPr/>
        <a:lstStyle/>
        <a:p>
          <a:r>
            <a:rPr lang="ru-RU" b="0" i="0" dirty="0"/>
            <a:t>П. Пестеля</a:t>
          </a:r>
          <a:endParaRPr lang="uk-UA" dirty="0"/>
        </a:p>
      </dgm:t>
    </dgm:pt>
    <dgm:pt modelId="{C205FA53-3CCD-487F-8F22-FB6FFAA6F177}" type="parTrans" cxnId="{8FED35F2-50B5-4E23-9236-BAE4AE503E6B}">
      <dgm:prSet/>
      <dgm:spPr/>
      <dgm:t>
        <a:bodyPr/>
        <a:lstStyle/>
        <a:p>
          <a:endParaRPr lang="uk-UA"/>
        </a:p>
      </dgm:t>
    </dgm:pt>
    <dgm:pt modelId="{87F52789-20F2-4D99-A57E-1AFBB6F61F31}" type="sibTrans" cxnId="{8FED35F2-50B5-4E23-9236-BAE4AE503E6B}">
      <dgm:prSet/>
      <dgm:spPr/>
      <dgm:t>
        <a:bodyPr/>
        <a:lstStyle/>
        <a:p>
          <a:endParaRPr lang="uk-UA"/>
        </a:p>
      </dgm:t>
    </dgm:pt>
    <dgm:pt modelId="{139720FB-916B-4D61-B6EE-4A0984927A13}">
      <dgm:prSet/>
      <dgm:spPr/>
      <dgm:t>
        <a:bodyPr/>
        <a:lstStyle/>
        <a:p>
          <a:r>
            <a:rPr lang="ru-RU" b="0" i="0"/>
            <a:t>І. Орлая</a:t>
          </a:r>
          <a:endParaRPr lang="uk-UA"/>
        </a:p>
      </dgm:t>
    </dgm:pt>
    <dgm:pt modelId="{077B68A6-5E80-4AF3-B843-75943B5FF0ED}" type="parTrans" cxnId="{FE0EE93A-6C94-41BE-87DC-56029D2A5BBF}">
      <dgm:prSet/>
      <dgm:spPr/>
      <dgm:t>
        <a:bodyPr/>
        <a:lstStyle/>
        <a:p>
          <a:endParaRPr lang="uk-UA"/>
        </a:p>
      </dgm:t>
    </dgm:pt>
    <dgm:pt modelId="{A49E5BEB-A2CA-4472-9E69-2ABB7507CBB0}" type="sibTrans" cxnId="{FE0EE93A-6C94-41BE-87DC-56029D2A5BBF}">
      <dgm:prSet/>
      <dgm:spPr/>
      <dgm:t>
        <a:bodyPr/>
        <a:lstStyle/>
        <a:p>
          <a:endParaRPr lang="uk-UA"/>
        </a:p>
      </dgm:t>
    </dgm:pt>
    <dgm:pt modelId="{075938D2-299C-4268-93A0-5B66BFB8C8F5}">
      <dgm:prSet/>
      <dgm:spPr/>
      <dgm:t>
        <a:bodyPr/>
        <a:lstStyle/>
        <a:p>
          <a:r>
            <a:rPr lang="ru-RU" b="0" i="0" dirty="0"/>
            <a:t>В. </a:t>
          </a:r>
          <a:r>
            <a:rPr lang="ru-RU" b="0" i="0" dirty="0" err="1"/>
            <a:t>Капніста</a:t>
          </a:r>
          <a:endParaRPr lang="uk-UA" dirty="0"/>
        </a:p>
      </dgm:t>
    </dgm:pt>
    <dgm:pt modelId="{7D133701-E3EE-43B4-BEE0-B5A6C754DDA2}" type="parTrans" cxnId="{514AD5B2-C7E3-4460-A7A8-A2FDE322D5F4}">
      <dgm:prSet/>
      <dgm:spPr/>
      <dgm:t>
        <a:bodyPr/>
        <a:lstStyle/>
        <a:p>
          <a:endParaRPr lang="uk-UA"/>
        </a:p>
      </dgm:t>
    </dgm:pt>
    <dgm:pt modelId="{74D5162D-8E56-4359-B6AC-0C0BB25CF229}" type="sibTrans" cxnId="{514AD5B2-C7E3-4460-A7A8-A2FDE322D5F4}">
      <dgm:prSet/>
      <dgm:spPr/>
      <dgm:t>
        <a:bodyPr/>
        <a:lstStyle/>
        <a:p>
          <a:endParaRPr lang="uk-UA"/>
        </a:p>
      </dgm:t>
    </dgm:pt>
    <dgm:pt modelId="{85E72036-DB35-431C-AA2D-B719E03628EE}" type="pres">
      <dgm:prSet presAssocID="{1B8ABBBE-F3D6-476E-B7A7-06F146B84CEB}" presName="linearFlow" presStyleCnt="0">
        <dgm:presLayoutVars>
          <dgm:dir/>
          <dgm:resizeHandles val="exact"/>
        </dgm:presLayoutVars>
      </dgm:prSet>
      <dgm:spPr/>
    </dgm:pt>
    <dgm:pt modelId="{14C3A357-A00A-47EB-B422-4A0CDBADB148}" type="pres">
      <dgm:prSet presAssocID="{10D28D6E-B045-4F07-88A6-085606088107}" presName="composite" presStyleCnt="0"/>
      <dgm:spPr/>
    </dgm:pt>
    <dgm:pt modelId="{B46A0F05-ED71-4087-AAA4-8B2350B5150F}" type="pres">
      <dgm:prSet presAssocID="{10D28D6E-B045-4F07-88A6-085606088107}" presName="imgShp" presStyleLbl="fgImgPlace1" presStyleIdx="0" presStyleCnt="4"/>
      <dgm:spPr/>
    </dgm:pt>
    <dgm:pt modelId="{578CF17A-ED75-4082-B1EA-7753565A514A}" type="pres">
      <dgm:prSet presAssocID="{10D28D6E-B045-4F07-88A6-085606088107}" presName="txShp" presStyleLbl="node1" presStyleIdx="0" presStyleCnt="4">
        <dgm:presLayoutVars>
          <dgm:bulletEnabled val="1"/>
        </dgm:presLayoutVars>
      </dgm:prSet>
      <dgm:spPr/>
    </dgm:pt>
    <dgm:pt modelId="{2DBEA114-7AA1-4594-9E8F-CA444C375FEA}" type="pres">
      <dgm:prSet presAssocID="{F1A37640-96E0-4B25-92BF-A96AF120691E}" presName="spacing" presStyleCnt="0"/>
      <dgm:spPr/>
    </dgm:pt>
    <dgm:pt modelId="{AD45DB60-DCA6-4B2F-82B2-0381E6AD23AE}" type="pres">
      <dgm:prSet presAssocID="{182736CF-87B0-4E3D-92A4-4E58803E49FB}" presName="composite" presStyleCnt="0"/>
      <dgm:spPr/>
    </dgm:pt>
    <dgm:pt modelId="{13FF604C-2337-4633-B30C-8AF95BBEE166}" type="pres">
      <dgm:prSet presAssocID="{182736CF-87B0-4E3D-92A4-4E58803E49FB}" presName="imgShp" presStyleLbl="fgImgPlace1" presStyleIdx="1" presStyleCnt="4"/>
      <dgm:spPr/>
    </dgm:pt>
    <dgm:pt modelId="{AA8840F4-5D74-4269-90CC-6FC8ECDEA16F}" type="pres">
      <dgm:prSet presAssocID="{182736CF-87B0-4E3D-92A4-4E58803E49FB}" presName="txShp" presStyleLbl="node1" presStyleIdx="1" presStyleCnt="4">
        <dgm:presLayoutVars>
          <dgm:bulletEnabled val="1"/>
        </dgm:presLayoutVars>
      </dgm:prSet>
      <dgm:spPr/>
    </dgm:pt>
    <dgm:pt modelId="{85DCDC62-305E-434D-892D-20FEA9907AFA}" type="pres">
      <dgm:prSet presAssocID="{87F52789-20F2-4D99-A57E-1AFBB6F61F31}" presName="spacing" presStyleCnt="0"/>
      <dgm:spPr/>
    </dgm:pt>
    <dgm:pt modelId="{4A7F780F-65F7-4989-ADD0-D27AE589AA3B}" type="pres">
      <dgm:prSet presAssocID="{139720FB-916B-4D61-B6EE-4A0984927A13}" presName="composite" presStyleCnt="0"/>
      <dgm:spPr/>
    </dgm:pt>
    <dgm:pt modelId="{C0093D55-B80B-42D0-8C6B-2E5A9D4797FE}" type="pres">
      <dgm:prSet presAssocID="{139720FB-916B-4D61-B6EE-4A0984927A13}" presName="imgShp" presStyleLbl="fgImgPlace1" presStyleIdx="2" presStyleCnt="4"/>
      <dgm:spPr/>
    </dgm:pt>
    <dgm:pt modelId="{812E45EE-AA6D-41B9-89C4-F80B0B8DCAA8}" type="pres">
      <dgm:prSet presAssocID="{139720FB-916B-4D61-B6EE-4A0984927A13}" presName="txShp" presStyleLbl="node1" presStyleIdx="2" presStyleCnt="4">
        <dgm:presLayoutVars>
          <dgm:bulletEnabled val="1"/>
        </dgm:presLayoutVars>
      </dgm:prSet>
      <dgm:spPr/>
    </dgm:pt>
    <dgm:pt modelId="{26142442-2119-4A63-B965-C2F5BFF413F5}" type="pres">
      <dgm:prSet presAssocID="{A49E5BEB-A2CA-4472-9E69-2ABB7507CBB0}" presName="spacing" presStyleCnt="0"/>
      <dgm:spPr/>
    </dgm:pt>
    <dgm:pt modelId="{9A63892D-5E1B-4342-8737-A44AF5ED09DC}" type="pres">
      <dgm:prSet presAssocID="{075938D2-299C-4268-93A0-5B66BFB8C8F5}" presName="composite" presStyleCnt="0"/>
      <dgm:spPr/>
    </dgm:pt>
    <dgm:pt modelId="{682A42B5-833A-47AD-A591-C3364C3467D4}" type="pres">
      <dgm:prSet presAssocID="{075938D2-299C-4268-93A0-5B66BFB8C8F5}" presName="imgShp" presStyleLbl="fgImgPlace1" presStyleIdx="3" presStyleCnt="4"/>
      <dgm:spPr/>
    </dgm:pt>
    <dgm:pt modelId="{F04465FE-A29B-43A6-B05E-6873EFC02948}" type="pres">
      <dgm:prSet presAssocID="{075938D2-299C-4268-93A0-5B66BFB8C8F5}" presName="txShp" presStyleLbl="node1" presStyleIdx="3" presStyleCnt="4">
        <dgm:presLayoutVars>
          <dgm:bulletEnabled val="1"/>
        </dgm:presLayoutVars>
      </dgm:prSet>
      <dgm:spPr/>
    </dgm:pt>
  </dgm:ptLst>
  <dgm:cxnLst>
    <dgm:cxn modelId="{DDC04407-E57E-45C6-B8FC-AECC6F307A1A}" srcId="{1B8ABBBE-F3D6-476E-B7A7-06F146B84CEB}" destId="{10D28D6E-B045-4F07-88A6-085606088107}" srcOrd="0" destOrd="0" parTransId="{26CA9348-AF6C-4DE1-AC95-01CCFDB49D86}" sibTransId="{F1A37640-96E0-4B25-92BF-A96AF120691E}"/>
    <dgm:cxn modelId="{FE0EE93A-6C94-41BE-87DC-56029D2A5BBF}" srcId="{1B8ABBBE-F3D6-476E-B7A7-06F146B84CEB}" destId="{139720FB-916B-4D61-B6EE-4A0984927A13}" srcOrd="2" destOrd="0" parTransId="{077B68A6-5E80-4AF3-B843-75943B5FF0ED}" sibTransId="{A49E5BEB-A2CA-4472-9E69-2ABB7507CBB0}"/>
    <dgm:cxn modelId="{469FA760-95FA-468A-BF7A-3CE5AE713802}" type="presOf" srcId="{075938D2-299C-4268-93A0-5B66BFB8C8F5}" destId="{F04465FE-A29B-43A6-B05E-6873EFC02948}" srcOrd="0" destOrd="0" presId="urn:microsoft.com/office/officeart/2005/8/layout/vList3"/>
    <dgm:cxn modelId="{4E8D067E-7DBC-4A21-94EA-9BF68800E8CD}" type="presOf" srcId="{139720FB-916B-4D61-B6EE-4A0984927A13}" destId="{812E45EE-AA6D-41B9-89C4-F80B0B8DCAA8}" srcOrd="0" destOrd="0" presId="urn:microsoft.com/office/officeart/2005/8/layout/vList3"/>
    <dgm:cxn modelId="{514AD5B2-C7E3-4460-A7A8-A2FDE322D5F4}" srcId="{1B8ABBBE-F3D6-476E-B7A7-06F146B84CEB}" destId="{075938D2-299C-4268-93A0-5B66BFB8C8F5}" srcOrd="3" destOrd="0" parTransId="{7D133701-E3EE-43B4-BEE0-B5A6C754DDA2}" sibTransId="{74D5162D-8E56-4359-B6AC-0C0BB25CF229}"/>
    <dgm:cxn modelId="{F6E636CB-59D0-4326-9D97-5586638C0593}" type="presOf" srcId="{10D28D6E-B045-4F07-88A6-085606088107}" destId="{578CF17A-ED75-4082-B1EA-7753565A514A}" srcOrd="0" destOrd="0" presId="urn:microsoft.com/office/officeart/2005/8/layout/vList3"/>
    <dgm:cxn modelId="{7B949ED0-8AA4-4345-A7C4-136408558A3F}" type="presOf" srcId="{1B8ABBBE-F3D6-476E-B7A7-06F146B84CEB}" destId="{85E72036-DB35-431C-AA2D-B719E03628EE}" srcOrd="0" destOrd="0" presId="urn:microsoft.com/office/officeart/2005/8/layout/vList3"/>
    <dgm:cxn modelId="{A3BA92E9-237B-4ACD-BAC9-6808F4E9E8C4}" type="presOf" srcId="{182736CF-87B0-4E3D-92A4-4E58803E49FB}" destId="{AA8840F4-5D74-4269-90CC-6FC8ECDEA16F}" srcOrd="0" destOrd="0" presId="urn:microsoft.com/office/officeart/2005/8/layout/vList3"/>
    <dgm:cxn modelId="{8FED35F2-50B5-4E23-9236-BAE4AE503E6B}" srcId="{1B8ABBBE-F3D6-476E-B7A7-06F146B84CEB}" destId="{182736CF-87B0-4E3D-92A4-4E58803E49FB}" srcOrd="1" destOrd="0" parTransId="{C205FA53-3CCD-487F-8F22-FB6FFAA6F177}" sibTransId="{87F52789-20F2-4D99-A57E-1AFBB6F61F31}"/>
    <dgm:cxn modelId="{5B156957-6A44-4D2A-8C09-B36A71C1F127}" type="presParOf" srcId="{85E72036-DB35-431C-AA2D-B719E03628EE}" destId="{14C3A357-A00A-47EB-B422-4A0CDBADB148}" srcOrd="0" destOrd="0" presId="urn:microsoft.com/office/officeart/2005/8/layout/vList3"/>
    <dgm:cxn modelId="{0FE45BED-6BF7-43EE-A80E-62947418A43C}" type="presParOf" srcId="{14C3A357-A00A-47EB-B422-4A0CDBADB148}" destId="{B46A0F05-ED71-4087-AAA4-8B2350B5150F}" srcOrd="0" destOrd="0" presId="urn:microsoft.com/office/officeart/2005/8/layout/vList3"/>
    <dgm:cxn modelId="{C5611F07-8D02-4D99-8D34-596370006625}" type="presParOf" srcId="{14C3A357-A00A-47EB-B422-4A0CDBADB148}" destId="{578CF17A-ED75-4082-B1EA-7753565A514A}" srcOrd="1" destOrd="0" presId="urn:microsoft.com/office/officeart/2005/8/layout/vList3"/>
    <dgm:cxn modelId="{BE780A9E-61A5-4190-A251-95D224D8482D}" type="presParOf" srcId="{85E72036-DB35-431C-AA2D-B719E03628EE}" destId="{2DBEA114-7AA1-4594-9E8F-CA444C375FEA}" srcOrd="1" destOrd="0" presId="urn:microsoft.com/office/officeart/2005/8/layout/vList3"/>
    <dgm:cxn modelId="{AC1D4705-DEEF-486E-82CB-1E32DDE0CCC0}" type="presParOf" srcId="{85E72036-DB35-431C-AA2D-B719E03628EE}" destId="{AD45DB60-DCA6-4B2F-82B2-0381E6AD23AE}" srcOrd="2" destOrd="0" presId="urn:microsoft.com/office/officeart/2005/8/layout/vList3"/>
    <dgm:cxn modelId="{6636275F-6021-4E05-8371-F0D6BE03A7FB}" type="presParOf" srcId="{AD45DB60-DCA6-4B2F-82B2-0381E6AD23AE}" destId="{13FF604C-2337-4633-B30C-8AF95BBEE166}" srcOrd="0" destOrd="0" presId="urn:microsoft.com/office/officeart/2005/8/layout/vList3"/>
    <dgm:cxn modelId="{AAFB1051-58FD-4AF3-AE53-DC974FF1AC05}" type="presParOf" srcId="{AD45DB60-DCA6-4B2F-82B2-0381E6AD23AE}" destId="{AA8840F4-5D74-4269-90CC-6FC8ECDEA16F}" srcOrd="1" destOrd="0" presId="urn:microsoft.com/office/officeart/2005/8/layout/vList3"/>
    <dgm:cxn modelId="{E7555EF7-7B47-43E4-95A5-647952857065}" type="presParOf" srcId="{85E72036-DB35-431C-AA2D-B719E03628EE}" destId="{85DCDC62-305E-434D-892D-20FEA9907AFA}" srcOrd="3" destOrd="0" presId="urn:microsoft.com/office/officeart/2005/8/layout/vList3"/>
    <dgm:cxn modelId="{CE6520A0-B750-40C2-A9DF-22B1FA62CE19}" type="presParOf" srcId="{85E72036-DB35-431C-AA2D-B719E03628EE}" destId="{4A7F780F-65F7-4989-ADD0-D27AE589AA3B}" srcOrd="4" destOrd="0" presId="urn:microsoft.com/office/officeart/2005/8/layout/vList3"/>
    <dgm:cxn modelId="{6C240E7E-F70C-42F2-9124-D886AE6C64B8}" type="presParOf" srcId="{4A7F780F-65F7-4989-ADD0-D27AE589AA3B}" destId="{C0093D55-B80B-42D0-8C6B-2E5A9D4797FE}" srcOrd="0" destOrd="0" presId="urn:microsoft.com/office/officeart/2005/8/layout/vList3"/>
    <dgm:cxn modelId="{D9050A45-DB45-473F-9847-E931B3EA44AF}" type="presParOf" srcId="{4A7F780F-65F7-4989-ADD0-D27AE589AA3B}" destId="{812E45EE-AA6D-41B9-89C4-F80B0B8DCAA8}" srcOrd="1" destOrd="0" presId="urn:microsoft.com/office/officeart/2005/8/layout/vList3"/>
    <dgm:cxn modelId="{DACED26D-5C4A-45BC-9551-B5482D3B5D43}" type="presParOf" srcId="{85E72036-DB35-431C-AA2D-B719E03628EE}" destId="{26142442-2119-4A63-B965-C2F5BFF413F5}" srcOrd="5" destOrd="0" presId="urn:microsoft.com/office/officeart/2005/8/layout/vList3"/>
    <dgm:cxn modelId="{8F9064F0-C3DF-4E89-A16C-E3E2857CDB3C}" type="presParOf" srcId="{85E72036-DB35-431C-AA2D-B719E03628EE}" destId="{9A63892D-5E1B-4342-8737-A44AF5ED09DC}" srcOrd="6" destOrd="0" presId="urn:microsoft.com/office/officeart/2005/8/layout/vList3"/>
    <dgm:cxn modelId="{742BD462-91E5-4A31-9553-F8A56BFFEACE}" type="presParOf" srcId="{9A63892D-5E1B-4342-8737-A44AF5ED09DC}" destId="{682A42B5-833A-47AD-A591-C3364C3467D4}" srcOrd="0" destOrd="0" presId="urn:microsoft.com/office/officeart/2005/8/layout/vList3"/>
    <dgm:cxn modelId="{1CB24CDB-3AD7-4F06-A6CF-E3930CFCCADB}" type="presParOf" srcId="{9A63892D-5E1B-4342-8737-A44AF5ED09DC}" destId="{F04465FE-A29B-43A6-B05E-6873EFC0294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E30DD951-87D2-469B-938D-D39D64ED646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45E308D-0D89-4584-A1B8-015B27602C88}">
      <dgm:prSet/>
      <dgm:spPr/>
      <dgm:t>
        <a:bodyPr/>
        <a:lstStyle/>
        <a:p>
          <a:r>
            <a:rPr lang="ru-RU" b="0" i="0"/>
            <a:t>І. Котляревського</a:t>
          </a:r>
          <a:endParaRPr lang="uk-UA"/>
        </a:p>
      </dgm:t>
    </dgm:pt>
    <dgm:pt modelId="{AC31E247-2EEF-4DC5-9772-896702CE9CF1}" type="parTrans" cxnId="{D432B31C-9724-48D9-84C5-74F950D59E41}">
      <dgm:prSet/>
      <dgm:spPr/>
      <dgm:t>
        <a:bodyPr/>
        <a:lstStyle/>
        <a:p>
          <a:endParaRPr lang="uk-UA"/>
        </a:p>
      </dgm:t>
    </dgm:pt>
    <dgm:pt modelId="{7312DD03-1ADC-4740-BD16-F734A5146B3E}" type="sibTrans" cxnId="{D432B31C-9724-48D9-84C5-74F950D59E41}">
      <dgm:prSet/>
      <dgm:spPr/>
      <dgm:t>
        <a:bodyPr/>
        <a:lstStyle/>
        <a:p>
          <a:endParaRPr lang="uk-UA"/>
        </a:p>
      </dgm:t>
    </dgm:pt>
    <dgm:pt modelId="{16522D10-8214-42F8-B368-EB41041FF1A9}">
      <dgm:prSet/>
      <dgm:spPr/>
      <dgm:t>
        <a:bodyPr/>
        <a:lstStyle/>
        <a:p>
          <a:r>
            <a:rPr lang="ru-RU" b="0" i="0"/>
            <a:t>Т. Шевченка</a:t>
          </a:r>
          <a:endParaRPr lang="uk-UA"/>
        </a:p>
      </dgm:t>
    </dgm:pt>
    <dgm:pt modelId="{E3C0CD50-F47E-47A8-91D8-1186119906AD}" type="parTrans" cxnId="{F2E19E5F-3D83-4C30-8800-F33524BD148C}">
      <dgm:prSet/>
      <dgm:spPr/>
      <dgm:t>
        <a:bodyPr/>
        <a:lstStyle/>
        <a:p>
          <a:endParaRPr lang="uk-UA"/>
        </a:p>
      </dgm:t>
    </dgm:pt>
    <dgm:pt modelId="{74F0675E-4D8B-44A7-9E5A-DA2E62054997}" type="sibTrans" cxnId="{F2E19E5F-3D83-4C30-8800-F33524BD148C}">
      <dgm:prSet/>
      <dgm:spPr/>
      <dgm:t>
        <a:bodyPr/>
        <a:lstStyle/>
        <a:p>
          <a:endParaRPr lang="uk-UA"/>
        </a:p>
      </dgm:t>
    </dgm:pt>
    <dgm:pt modelId="{5B2491E2-C3E1-467B-919D-AB8BED8914CD}">
      <dgm:prSet/>
      <dgm:spPr/>
      <dgm:t>
        <a:bodyPr/>
        <a:lstStyle/>
        <a:p>
          <a:r>
            <a:rPr lang="ru-RU" b="0" i="0" dirty="0"/>
            <a:t>М. Костомарова</a:t>
          </a:r>
          <a:endParaRPr lang="uk-UA" dirty="0"/>
        </a:p>
      </dgm:t>
    </dgm:pt>
    <dgm:pt modelId="{B6957465-9DFF-4389-BE47-E87B4A2669CA}" type="parTrans" cxnId="{A7194036-7480-4F5D-9277-4D7ED5062B63}">
      <dgm:prSet/>
      <dgm:spPr/>
      <dgm:t>
        <a:bodyPr/>
        <a:lstStyle/>
        <a:p>
          <a:endParaRPr lang="uk-UA"/>
        </a:p>
      </dgm:t>
    </dgm:pt>
    <dgm:pt modelId="{6E55D120-5CD0-4C4D-9583-88E4DD74BF90}" type="sibTrans" cxnId="{A7194036-7480-4F5D-9277-4D7ED5062B63}">
      <dgm:prSet/>
      <dgm:spPr/>
      <dgm:t>
        <a:bodyPr/>
        <a:lstStyle/>
        <a:p>
          <a:endParaRPr lang="uk-UA"/>
        </a:p>
      </dgm:t>
    </dgm:pt>
    <dgm:pt modelId="{FA4464D7-A99C-4597-B205-CA4A583FDC27}">
      <dgm:prSet/>
      <dgm:spPr/>
      <dgm:t>
        <a:bodyPr/>
        <a:lstStyle/>
        <a:p>
          <a:r>
            <a:rPr lang="ru-RU" b="0" i="0" dirty="0"/>
            <a:t>П. </a:t>
          </a:r>
          <a:r>
            <a:rPr lang="ru-RU" b="0" i="0" dirty="0" err="1"/>
            <a:t>Куліша</a:t>
          </a:r>
          <a:endParaRPr lang="uk-UA" dirty="0"/>
        </a:p>
      </dgm:t>
    </dgm:pt>
    <dgm:pt modelId="{889D7194-6906-465B-823B-D0603DBBFBFE}" type="parTrans" cxnId="{31A22147-9FA8-4B35-82CB-4D1226FFF291}">
      <dgm:prSet/>
      <dgm:spPr/>
      <dgm:t>
        <a:bodyPr/>
        <a:lstStyle/>
        <a:p>
          <a:endParaRPr lang="uk-UA"/>
        </a:p>
      </dgm:t>
    </dgm:pt>
    <dgm:pt modelId="{77B7CE3A-AE7E-4B14-A83C-8A9C0895CBEC}" type="sibTrans" cxnId="{31A22147-9FA8-4B35-82CB-4D1226FFF291}">
      <dgm:prSet/>
      <dgm:spPr/>
      <dgm:t>
        <a:bodyPr/>
        <a:lstStyle/>
        <a:p>
          <a:endParaRPr lang="uk-UA"/>
        </a:p>
      </dgm:t>
    </dgm:pt>
    <dgm:pt modelId="{0B263F2E-DED2-49FB-B9C4-AB57C7246A1B}" type="pres">
      <dgm:prSet presAssocID="{E30DD951-87D2-469B-938D-D39D64ED6463}" presName="linear" presStyleCnt="0">
        <dgm:presLayoutVars>
          <dgm:animLvl val="lvl"/>
          <dgm:resizeHandles val="exact"/>
        </dgm:presLayoutVars>
      </dgm:prSet>
      <dgm:spPr/>
    </dgm:pt>
    <dgm:pt modelId="{810270B6-8226-4746-860F-764FB5AAB33C}" type="pres">
      <dgm:prSet presAssocID="{045E308D-0D89-4584-A1B8-015B27602C88}" presName="parentText" presStyleLbl="node1" presStyleIdx="0" presStyleCnt="4">
        <dgm:presLayoutVars>
          <dgm:chMax val="0"/>
          <dgm:bulletEnabled val="1"/>
        </dgm:presLayoutVars>
      </dgm:prSet>
      <dgm:spPr/>
    </dgm:pt>
    <dgm:pt modelId="{AE85D14C-2A47-443F-B6D5-70533C43CED5}" type="pres">
      <dgm:prSet presAssocID="{7312DD03-1ADC-4740-BD16-F734A5146B3E}" presName="spacer" presStyleCnt="0"/>
      <dgm:spPr/>
    </dgm:pt>
    <dgm:pt modelId="{767CCBE8-4E9C-4822-9812-AF840773ACB7}" type="pres">
      <dgm:prSet presAssocID="{16522D10-8214-42F8-B368-EB41041FF1A9}" presName="parentText" presStyleLbl="node1" presStyleIdx="1" presStyleCnt="4">
        <dgm:presLayoutVars>
          <dgm:chMax val="0"/>
          <dgm:bulletEnabled val="1"/>
        </dgm:presLayoutVars>
      </dgm:prSet>
      <dgm:spPr/>
    </dgm:pt>
    <dgm:pt modelId="{83102003-9C88-45ED-99EF-E041CBA7102D}" type="pres">
      <dgm:prSet presAssocID="{74F0675E-4D8B-44A7-9E5A-DA2E62054997}" presName="spacer" presStyleCnt="0"/>
      <dgm:spPr/>
    </dgm:pt>
    <dgm:pt modelId="{A553FEDE-3FA5-45A7-B5A1-2AF59F979421}" type="pres">
      <dgm:prSet presAssocID="{5B2491E2-C3E1-467B-919D-AB8BED8914CD}" presName="parentText" presStyleLbl="node1" presStyleIdx="2" presStyleCnt="4">
        <dgm:presLayoutVars>
          <dgm:chMax val="0"/>
          <dgm:bulletEnabled val="1"/>
        </dgm:presLayoutVars>
      </dgm:prSet>
      <dgm:spPr/>
    </dgm:pt>
    <dgm:pt modelId="{85AF16D4-E9FB-4CA4-8EE2-C3E3575151B1}" type="pres">
      <dgm:prSet presAssocID="{6E55D120-5CD0-4C4D-9583-88E4DD74BF90}" presName="spacer" presStyleCnt="0"/>
      <dgm:spPr/>
    </dgm:pt>
    <dgm:pt modelId="{F392A483-F8C7-4E88-A5CF-824CEB7397FE}" type="pres">
      <dgm:prSet presAssocID="{FA4464D7-A99C-4597-B205-CA4A583FDC27}" presName="parentText" presStyleLbl="node1" presStyleIdx="3" presStyleCnt="4">
        <dgm:presLayoutVars>
          <dgm:chMax val="0"/>
          <dgm:bulletEnabled val="1"/>
        </dgm:presLayoutVars>
      </dgm:prSet>
      <dgm:spPr/>
    </dgm:pt>
  </dgm:ptLst>
  <dgm:cxnLst>
    <dgm:cxn modelId="{D432B31C-9724-48D9-84C5-74F950D59E41}" srcId="{E30DD951-87D2-469B-938D-D39D64ED6463}" destId="{045E308D-0D89-4584-A1B8-015B27602C88}" srcOrd="0" destOrd="0" parTransId="{AC31E247-2EEF-4DC5-9772-896702CE9CF1}" sibTransId="{7312DD03-1ADC-4740-BD16-F734A5146B3E}"/>
    <dgm:cxn modelId="{A7194036-7480-4F5D-9277-4D7ED5062B63}" srcId="{E30DD951-87D2-469B-938D-D39D64ED6463}" destId="{5B2491E2-C3E1-467B-919D-AB8BED8914CD}" srcOrd="2" destOrd="0" parTransId="{B6957465-9DFF-4389-BE47-E87B4A2669CA}" sibTransId="{6E55D120-5CD0-4C4D-9583-88E4DD74BF90}"/>
    <dgm:cxn modelId="{AD643738-F55C-44DF-B9B8-F900F43C9CE3}" type="presOf" srcId="{E30DD951-87D2-469B-938D-D39D64ED6463}" destId="{0B263F2E-DED2-49FB-B9C4-AB57C7246A1B}" srcOrd="0" destOrd="0" presId="urn:microsoft.com/office/officeart/2005/8/layout/vList2"/>
    <dgm:cxn modelId="{F2E19E5F-3D83-4C30-8800-F33524BD148C}" srcId="{E30DD951-87D2-469B-938D-D39D64ED6463}" destId="{16522D10-8214-42F8-B368-EB41041FF1A9}" srcOrd="1" destOrd="0" parTransId="{E3C0CD50-F47E-47A8-91D8-1186119906AD}" sibTransId="{74F0675E-4D8B-44A7-9E5A-DA2E62054997}"/>
    <dgm:cxn modelId="{31A22147-9FA8-4B35-82CB-4D1226FFF291}" srcId="{E30DD951-87D2-469B-938D-D39D64ED6463}" destId="{FA4464D7-A99C-4597-B205-CA4A583FDC27}" srcOrd="3" destOrd="0" parTransId="{889D7194-6906-465B-823B-D0603DBBFBFE}" sibTransId="{77B7CE3A-AE7E-4B14-A83C-8A9C0895CBEC}"/>
    <dgm:cxn modelId="{66EDE59F-739D-4F09-B0C2-017A2BD8380D}" type="presOf" srcId="{045E308D-0D89-4584-A1B8-015B27602C88}" destId="{810270B6-8226-4746-860F-764FB5AAB33C}" srcOrd="0" destOrd="0" presId="urn:microsoft.com/office/officeart/2005/8/layout/vList2"/>
    <dgm:cxn modelId="{B9F5C6A2-AD56-4DB5-9656-AB96ADE19E84}" type="presOf" srcId="{5B2491E2-C3E1-467B-919D-AB8BED8914CD}" destId="{A553FEDE-3FA5-45A7-B5A1-2AF59F979421}" srcOrd="0" destOrd="0" presId="urn:microsoft.com/office/officeart/2005/8/layout/vList2"/>
    <dgm:cxn modelId="{57D100D4-89DB-4BDC-9575-572C55B8FDB2}" type="presOf" srcId="{16522D10-8214-42F8-B368-EB41041FF1A9}" destId="{767CCBE8-4E9C-4822-9812-AF840773ACB7}" srcOrd="0" destOrd="0" presId="urn:microsoft.com/office/officeart/2005/8/layout/vList2"/>
    <dgm:cxn modelId="{03DDC8F0-E663-445C-A19F-BCB3733F2AF7}" type="presOf" srcId="{FA4464D7-A99C-4597-B205-CA4A583FDC27}" destId="{F392A483-F8C7-4E88-A5CF-824CEB7397FE}" srcOrd="0" destOrd="0" presId="urn:microsoft.com/office/officeart/2005/8/layout/vList2"/>
    <dgm:cxn modelId="{97E63809-F39E-47B2-B395-47887AAECEB0}" type="presParOf" srcId="{0B263F2E-DED2-49FB-B9C4-AB57C7246A1B}" destId="{810270B6-8226-4746-860F-764FB5AAB33C}" srcOrd="0" destOrd="0" presId="urn:microsoft.com/office/officeart/2005/8/layout/vList2"/>
    <dgm:cxn modelId="{2894DC22-94D9-47AF-9EEB-DF6AC7C78F1F}" type="presParOf" srcId="{0B263F2E-DED2-49FB-B9C4-AB57C7246A1B}" destId="{AE85D14C-2A47-443F-B6D5-70533C43CED5}" srcOrd="1" destOrd="0" presId="urn:microsoft.com/office/officeart/2005/8/layout/vList2"/>
    <dgm:cxn modelId="{11923655-C4F8-48C2-B888-AD2BEA4720C2}" type="presParOf" srcId="{0B263F2E-DED2-49FB-B9C4-AB57C7246A1B}" destId="{767CCBE8-4E9C-4822-9812-AF840773ACB7}" srcOrd="2" destOrd="0" presId="urn:microsoft.com/office/officeart/2005/8/layout/vList2"/>
    <dgm:cxn modelId="{5E19FA35-33FD-416B-BCB9-CF1D1E2D1A95}" type="presParOf" srcId="{0B263F2E-DED2-49FB-B9C4-AB57C7246A1B}" destId="{83102003-9C88-45ED-99EF-E041CBA7102D}" srcOrd="3" destOrd="0" presId="urn:microsoft.com/office/officeart/2005/8/layout/vList2"/>
    <dgm:cxn modelId="{AC08E816-3B90-436E-B3FE-C78CC49B2E26}" type="presParOf" srcId="{0B263F2E-DED2-49FB-B9C4-AB57C7246A1B}" destId="{A553FEDE-3FA5-45A7-B5A1-2AF59F979421}" srcOrd="4" destOrd="0" presId="urn:microsoft.com/office/officeart/2005/8/layout/vList2"/>
    <dgm:cxn modelId="{62A39283-E365-45CB-B54D-7CD1BADCA5E1}" type="presParOf" srcId="{0B263F2E-DED2-49FB-B9C4-AB57C7246A1B}" destId="{85AF16D4-E9FB-4CA4-8EE2-C3E3575151B1}" srcOrd="5" destOrd="0" presId="urn:microsoft.com/office/officeart/2005/8/layout/vList2"/>
    <dgm:cxn modelId="{B5FCBF4E-64DD-4505-9923-8E14A3A45402}" type="presParOf" srcId="{0B263F2E-DED2-49FB-B9C4-AB57C7246A1B}" destId="{F392A483-F8C7-4E88-A5CF-824CEB7397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B9DD24BA-BA70-4951-9257-1B5E0C0AA8D0}"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FDEE674-B9A2-460F-9875-955EF6F65091}">
      <dgm:prSet/>
      <dgm:spPr/>
      <dgm:t>
        <a:bodyPr/>
        <a:lstStyle/>
        <a:p>
          <a:r>
            <a:rPr lang="uk-UA" b="0" i="0"/>
            <a:t>Г. Квітка-Основ’яненко</a:t>
          </a:r>
          <a:endParaRPr lang="uk-UA"/>
        </a:p>
      </dgm:t>
    </dgm:pt>
    <dgm:pt modelId="{F9D55D5C-81FA-4F79-BEC5-6CB443BD1158}" type="parTrans" cxnId="{5FC67709-F120-46DF-940F-A06D3DF0F9A4}">
      <dgm:prSet/>
      <dgm:spPr/>
      <dgm:t>
        <a:bodyPr/>
        <a:lstStyle/>
        <a:p>
          <a:endParaRPr lang="uk-UA"/>
        </a:p>
      </dgm:t>
    </dgm:pt>
    <dgm:pt modelId="{BAA2C053-F6C9-4460-8BAA-279E9D76E593}" type="sibTrans" cxnId="{5FC67709-F120-46DF-940F-A06D3DF0F9A4}">
      <dgm:prSet/>
      <dgm:spPr/>
      <dgm:t>
        <a:bodyPr/>
        <a:lstStyle/>
        <a:p>
          <a:endParaRPr lang="uk-UA"/>
        </a:p>
      </dgm:t>
    </dgm:pt>
    <dgm:pt modelId="{FBB041AA-2173-4122-951B-4B1537AB986F}">
      <dgm:prSet/>
      <dgm:spPr/>
      <dgm:t>
        <a:bodyPr/>
        <a:lstStyle/>
        <a:p>
          <a:r>
            <a:rPr lang="uk-UA" b="0" i="0" dirty="0"/>
            <a:t>П. Гулак-Артемовський</a:t>
          </a:r>
          <a:endParaRPr lang="uk-UA" dirty="0"/>
        </a:p>
      </dgm:t>
    </dgm:pt>
    <dgm:pt modelId="{2B950707-280C-4E79-8E09-55AA7B1BB525}" type="parTrans" cxnId="{000BD7C5-C3E0-4498-8001-F46BFEEAF44F}">
      <dgm:prSet/>
      <dgm:spPr/>
      <dgm:t>
        <a:bodyPr/>
        <a:lstStyle/>
        <a:p>
          <a:endParaRPr lang="uk-UA"/>
        </a:p>
      </dgm:t>
    </dgm:pt>
    <dgm:pt modelId="{2446AB33-6C85-451B-AB83-46B390E5A2C5}" type="sibTrans" cxnId="{000BD7C5-C3E0-4498-8001-F46BFEEAF44F}">
      <dgm:prSet/>
      <dgm:spPr/>
      <dgm:t>
        <a:bodyPr/>
        <a:lstStyle/>
        <a:p>
          <a:endParaRPr lang="uk-UA"/>
        </a:p>
      </dgm:t>
    </dgm:pt>
    <dgm:pt modelId="{48D1535B-5944-4B63-A9AA-A7B9E51F4A4D}">
      <dgm:prSet/>
      <dgm:spPr/>
      <dgm:t>
        <a:bodyPr/>
        <a:lstStyle/>
        <a:p>
          <a:r>
            <a:rPr lang="uk-UA" b="0" i="0"/>
            <a:t>П. Куліш</a:t>
          </a:r>
          <a:endParaRPr lang="uk-UA"/>
        </a:p>
      </dgm:t>
    </dgm:pt>
    <dgm:pt modelId="{E70D237D-8381-46A7-9E74-554680D7B5CB}" type="parTrans" cxnId="{929DC470-2FC2-42BB-B8EF-58868FF42377}">
      <dgm:prSet/>
      <dgm:spPr/>
      <dgm:t>
        <a:bodyPr/>
        <a:lstStyle/>
        <a:p>
          <a:endParaRPr lang="uk-UA"/>
        </a:p>
      </dgm:t>
    </dgm:pt>
    <dgm:pt modelId="{DD0268B5-7B14-4F9D-95F2-EF94F236FE79}" type="sibTrans" cxnId="{929DC470-2FC2-42BB-B8EF-58868FF42377}">
      <dgm:prSet/>
      <dgm:spPr/>
      <dgm:t>
        <a:bodyPr/>
        <a:lstStyle/>
        <a:p>
          <a:endParaRPr lang="uk-UA"/>
        </a:p>
      </dgm:t>
    </dgm:pt>
    <dgm:pt modelId="{8ED0A263-9397-4D85-82ED-43662BFB3992}">
      <dgm:prSet/>
      <dgm:spPr/>
      <dgm:t>
        <a:bodyPr/>
        <a:lstStyle/>
        <a:p>
          <a:r>
            <a:rPr lang="uk-UA" b="0" i="0" dirty="0"/>
            <a:t>І. Котляревський</a:t>
          </a:r>
          <a:endParaRPr lang="uk-UA" dirty="0"/>
        </a:p>
      </dgm:t>
    </dgm:pt>
    <dgm:pt modelId="{4B8F8B4F-23BE-447E-943F-CA38B9830250}" type="parTrans" cxnId="{CFF99EEA-4E8F-4AEC-8CDF-E081F6027F05}">
      <dgm:prSet/>
      <dgm:spPr/>
      <dgm:t>
        <a:bodyPr/>
        <a:lstStyle/>
        <a:p>
          <a:endParaRPr lang="uk-UA"/>
        </a:p>
      </dgm:t>
    </dgm:pt>
    <dgm:pt modelId="{25ED66F8-F8D9-4E8F-8E41-F47ADE9CFBF7}" type="sibTrans" cxnId="{CFF99EEA-4E8F-4AEC-8CDF-E081F6027F05}">
      <dgm:prSet/>
      <dgm:spPr/>
      <dgm:t>
        <a:bodyPr/>
        <a:lstStyle/>
        <a:p>
          <a:endParaRPr lang="uk-UA"/>
        </a:p>
      </dgm:t>
    </dgm:pt>
    <dgm:pt modelId="{3B347AA9-7AA2-40A8-96C1-36579C55215B}" type="pres">
      <dgm:prSet presAssocID="{B9DD24BA-BA70-4951-9257-1B5E0C0AA8D0}" presName="linearFlow" presStyleCnt="0">
        <dgm:presLayoutVars>
          <dgm:dir/>
          <dgm:resizeHandles val="exact"/>
        </dgm:presLayoutVars>
      </dgm:prSet>
      <dgm:spPr/>
    </dgm:pt>
    <dgm:pt modelId="{2F4AA764-A917-4DBB-8916-43A338A95925}" type="pres">
      <dgm:prSet presAssocID="{FFDEE674-B9A2-460F-9875-955EF6F65091}" presName="composite" presStyleCnt="0"/>
      <dgm:spPr/>
    </dgm:pt>
    <dgm:pt modelId="{8626A75A-32FA-4B16-83A2-FC86EF464E4D}" type="pres">
      <dgm:prSet presAssocID="{FFDEE674-B9A2-460F-9875-955EF6F65091}" presName="imgShp" presStyleLbl="fgImgPlace1" presStyleIdx="0" presStyleCnt="4"/>
      <dgm:spPr/>
    </dgm:pt>
    <dgm:pt modelId="{50DE7145-2012-4C59-8CDB-734D8878BB44}" type="pres">
      <dgm:prSet presAssocID="{FFDEE674-B9A2-460F-9875-955EF6F65091}" presName="txShp" presStyleLbl="node1" presStyleIdx="0" presStyleCnt="4">
        <dgm:presLayoutVars>
          <dgm:bulletEnabled val="1"/>
        </dgm:presLayoutVars>
      </dgm:prSet>
      <dgm:spPr/>
    </dgm:pt>
    <dgm:pt modelId="{8B4378F9-9B36-4694-950E-90F5DD71406F}" type="pres">
      <dgm:prSet presAssocID="{BAA2C053-F6C9-4460-8BAA-279E9D76E593}" presName="spacing" presStyleCnt="0"/>
      <dgm:spPr/>
    </dgm:pt>
    <dgm:pt modelId="{A51DFB16-1F4F-4AA2-BD2F-E13A0F80B491}" type="pres">
      <dgm:prSet presAssocID="{FBB041AA-2173-4122-951B-4B1537AB986F}" presName="composite" presStyleCnt="0"/>
      <dgm:spPr/>
    </dgm:pt>
    <dgm:pt modelId="{75BD15B5-248A-4767-B2FC-F6BC8E515654}" type="pres">
      <dgm:prSet presAssocID="{FBB041AA-2173-4122-951B-4B1537AB986F}" presName="imgShp" presStyleLbl="fgImgPlace1" presStyleIdx="1" presStyleCnt="4"/>
      <dgm:spPr/>
    </dgm:pt>
    <dgm:pt modelId="{B661B1A5-4433-4833-93C0-047D34D69A25}" type="pres">
      <dgm:prSet presAssocID="{FBB041AA-2173-4122-951B-4B1537AB986F}" presName="txShp" presStyleLbl="node1" presStyleIdx="1" presStyleCnt="4">
        <dgm:presLayoutVars>
          <dgm:bulletEnabled val="1"/>
        </dgm:presLayoutVars>
      </dgm:prSet>
      <dgm:spPr/>
    </dgm:pt>
    <dgm:pt modelId="{038D53D3-D300-4EA4-B69F-925741CCCFC3}" type="pres">
      <dgm:prSet presAssocID="{2446AB33-6C85-451B-AB83-46B390E5A2C5}" presName="spacing" presStyleCnt="0"/>
      <dgm:spPr/>
    </dgm:pt>
    <dgm:pt modelId="{D3B4258E-02AA-458D-8BC1-EF5795ED8407}" type="pres">
      <dgm:prSet presAssocID="{48D1535B-5944-4B63-A9AA-A7B9E51F4A4D}" presName="composite" presStyleCnt="0"/>
      <dgm:spPr/>
    </dgm:pt>
    <dgm:pt modelId="{0DADBD73-F300-47D4-B76F-DAFC66A2D1A3}" type="pres">
      <dgm:prSet presAssocID="{48D1535B-5944-4B63-A9AA-A7B9E51F4A4D}" presName="imgShp" presStyleLbl="fgImgPlace1" presStyleIdx="2" presStyleCnt="4"/>
      <dgm:spPr/>
    </dgm:pt>
    <dgm:pt modelId="{55041DE8-5875-449E-83BC-A294D8E8FDE6}" type="pres">
      <dgm:prSet presAssocID="{48D1535B-5944-4B63-A9AA-A7B9E51F4A4D}" presName="txShp" presStyleLbl="node1" presStyleIdx="2" presStyleCnt="4">
        <dgm:presLayoutVars>
          <dgm:bulletEnabled val="1"/>
        </dgm:presLayoutVars>
      </dgm:prSet>
      <dgm:spPr/>
    </dgm:pt>
    <dgm:pt modelId="{36CF8D13-1189-439A-BD50-87BD9928129F}" type="pres">
      <dgm:prSet presAssocID="{DD0268B5-7B14-4F9D-95F2-EF94F236FE79}" presName="spacing" presStyleCnt="0"/>
      <dgm:spPr/>
    </dgm:pt>
    <dgm:pt modelId="{3964F6F0-F1A9-4AC3-9438-E129B546D46B}" type="pres">
      <dgm:prSet presAssocID="{8ED0A263-9397-4D85-82ED-43662BFB3992}" presName="composite" presStyleCnt="0"/>
      <dgm:spPr/>
    </dgm:pt>
    <dgm:pt modelId="{0C970FB6-54F9-4AE2-BD4D-2FCC686DD320}" type="pres">
      <dgm:prSet presAssocID="{8ED0A263-9397-4D85-82ED-43662BFB3992}" presName="imgShp" presStyleLbl="fgImgPlace1" presStyleIdx="3" presStyleCnt="4"/>
      <dgm:spPr/>
    </dgm:pt>
    <dgm:pt modelId="{B73D694E-002A-461E-BD42-890567161DDB}" type="pres">
      <dgm:prSet presAssocID="{8ED0A263-9397-4D85-82ED-43662BFB3992}" presName="txShp" presStyleLbl="node1" presStyleIdx="3" presStyleCnt="4">
        <dgm:presLayoutVars>
          <dgm:bulletEnabled val="1"/>
        </dgm:presLayoutVars>
      </dgm:prSet>
      <dgm:spPr/>
    </dgm:pt>
  </dgm:ptLst>
  <dgm:cxnLst>
    <dgm:cxn modelId="{5FC67709-F120-46DF-940F-A06D3DF0F9A4}" srcId="{B9DD24BA-BA70-4951-9257-1B5E0C0AA8D0}" destId="{FFDEE674-B9A2-460F-9875-955EF6F65091}" srcOrd="0" destOrd="0" parTransId="{F9D55D5C-81FA-4F79-BEC5-6CB443BD1158}" sibTransId="{BAA2C053-F6C9-4460-8BAA-279E9D76E593}"/>
    <dgm:cxn modelId="{BF540614-4FE1-4C28-91E0-2AA38C634138}" type="presOf" srcId="{8ED0A263-9397-4D85-82ED-43662BFB3992}" destId="{B73D694E-002A-461E-BD42-890567161DDB}" srcOrd="0" destOrd="0" presId="urn:microsoft.com/office/officeart/2005/8/layout/vList3"/>
    <dgm:cxn modelId="{09BB2428-066E-48CB-AF72-E42501E97706}" type="presOf" srcId="{B9DD24BA-BA70-4951-9257-1B5E0C0AA8D0}" destId="{3B347AA9-7AA2-40A8-96C1-36579C55215B}" srcOrd="0" destOrd="0" presId="urn:microsoft.com/office/officeart/2005/8/layout/vList3"/>
    <dgm:cxn modelId="{0F84D93C-E8BA-476D-BF73-B587C78EC3B1}" type="presOf" srcId="{FFDEE674-B9A2-460F-9875-955EF6F65091}" destId="{50DE7145-2012-4C59-8CDB-734D8878BB44}" srcOrd="0" destOrd="0" presId="urn:microsoft.com/office/officeart/2005/8/layout/vList3"/>
    <dgm:cxn modelId="{2159B15B-02B7-4725-93F7-69D1D23AD4AE}" type="presOf" srcId="{48D1535B-5944-4B63-A9AA-A7B9E51F4A4D}" destId="{55041DE8-5875-449E-83BC-A294D8E8FDE6}" srcOrd="0" destOrd="0" presId="urn:microsoft.com/office/officeart/2005/8/layout/vList3"/>
    <dgm:cxn modelId="{7D60E744-59AE-4EC3-8BE0-ABBC8AF52E8C}" type="presOf" srcId="{FBB041AA-2173-4122-951B-4B1537AB986F}" destId="{B661B1A5-4433-4833-93C0-047D34D69A25}" srcOrd="0" destOrd="0" presId="urn:microsoft.com/office/officeart/2005/8/layout/vList3"/>
    <dgm:cxn modelId="{929DC470-2FC2-42BB-B8EF-58868FF42377}" srcId="{B9DD24BA-BA70-4951-9257-1B5E0C0AA8D0}" destId="{48D1535B-5944-4B63-A9AA-A7B9E51F4A4D}" srcOrd="2" destOrd="0" parTransId="{E70D237D-8381-46A7-9E74-554680D7B5CB}" sibTransId="{DD0268B5-7B14-4F9D-95F2-EF94F236FE79}"/>
    <dgm:cxn modelId="{000BD7C5-C3E0-4498-8001-F46BFEEAF44F}" srcId="{B9DD24BA-BA70-4951-9257-1B5E0C0AA8D0}" destId="{FBB041AA-2173-4122-951B-4B1537AB986F}" srcOrd="1" destOrd="0" parTransId="{2B950707-280C-4E79-8E09-55AA7B1BB525}" sibTransId="{2446AB33-6C85-451B-AB83-46B390E5A2C5}"/>
    <dgm:cxn modelId="{CFF99EEA-4E8F-4AEC-8CDF-E081F6027F05}" srcId="{B9DD24BA-BA70-4951-9257-1B5E0C0AA8D0}" destId="{8ED0A263-9397-4D85-82ED-43662BFB3992}" srcOrd="3" destOrd="0" parTransId="{4B8F8B4F-23BE-447E-943F-CA38B9830250}" sibTransId="{25ED66F8-F8D9-4E8F-8E41-F47ADE9CFBF7}"/>
    <dgm:cxn modelId="{140BBA4F-9C38-4506-B846-93F40F53DA76}" type="presParOf" srcId="{3B347AA9-7AA2-40A8-96C1-36579C55215B}" destId="{2F4AA764-A917-4DBB-8916-43A338A95925}" srcOrd="0" destOrd="0" presId="urn:microsoft.com/office/officeart/2005/8/layout/vList3"/>
    <dgm:cxn modelId="{3014663C-B555-4657-A516-F49F5AF628D9}" type="presParOf" srcId="{2F4AA764-A917-4DBB-8916-43A338A95925}" destId="{8626A75A-32FA-4B16-83A2-FC86EF464E4D}" srcOrd="0" destOrd="0" presId="urn:microsoft.com/office/officeart/2005/8/layout/vList3"/>
    <dgm:cxn modelId="{E6F9849D-A3CB-42F7-99EC-1A285995C9D8}" type="presParOf" srcId="{2F4AA764-A917-4DBB-8916-43A338A95925}" destId="{50DE7145-2012-4C59-8CDB-734D8878BB44}" srcOrd="1" destOrd="0" presId="urn:microsoft.com/office/officeart/2005/8/layout/vList3"/>
    <dgm:cxn modelId="{C7FD1EFF-11C1-4DBA-84D8-44CB5DE5485C}" type="presParOf" srcId="{3B347AA9-7AA2-40A8-96C1-36579C55215B}" destId="{8B4378F9-9B36-4694-950E-90F5DD71406F}" srcOrd="1" destOrd="0" presId="urn:microsoft.com/office/officeart/2005/8/layout/vList3"/>
    <dgm:cxn modelId="{8FB6FC12-19B4-49B6-A189-D94DD009E3EE}" type="presParOf" srcId="{3B347AA9-7AA2-40A8-96C1-36579C55215B}" destId="{A51DFB16-1F4F-4AA2-BD2F-E13A0F80B491}" srcOrd="2" destOrd="0" presId="urn:microsoft.com/office/officeart/2005/8/layout/vList3"/>
    <dgm:cxn modelId="{AEFC39C7-71E5-4ABD-814F-8AD08D14DDAE}" type="presParOf" srcId="{A51DFB16-1F4F-4AA2-BD2F-E13A0F80B491}" destId="{75BD15B5-248A-4767-B2FC-F6BC8E515654}" srcOrd="0" destOrd="0" presId="urn:microsoft.com/office/officeart/2005/8/layout/vList3"/>
    <dgm:cxn modelId="{4CEE510E-7906-4C3A-901D-9B92BEF1E6F4}" type="presParOf" srcId="{A51DFB16-1F4F-4AA2-BD2F-E13A0F80B491}" destId="{B661B1A5-4433-4833-93C0-047D34D69A25}" srcOrd="1" destOrd="0" presId="urn:microsoft.com/office/officeart/2005/8/layout/vList3"/>
    <dgm:cxn modelId="{01AED468-E7E6-4F28-A711-373B77C204E5}" type="presParOf" srcId="{3B347AA9-7AA2-40A8-96C1-36579C55215B}" destId="{038D53D3-D300-4EA4-B69F-925741CCCFC3}" srcOrd="3" destOrd="0" presId="urn:microsoft.com/office/officeart/2005/8/layout/vList3"/>
    <dgm:cxn modelId="{37B6D2DD-1C66-4107-A512-5F28ECC52402}" type="presParOf" srcId="{3B347AA9-7AA2-40A8-96C1-36579C55215B}" destId="{D3B4258E-02AA-458D-8BC1-EF5795ED8407}" srcOrd="4" destOrd="0" presId="urn:microsoft.com/office/officeart/2005/8/layout/vList3"/>
    <dgm:cxn modelId="{830F2ADF-216B-4D75-935B-F60C0EB2BBDF}" type="presParOf" srcId="{D3B4258E-02AA-458D-8BC1-EF5795ED8407}" destId="{0DADBD73-F300-47D4-B76F-DAFC66A2D1A3}" srcOrd="0" destOrd="0" presId="urn:microsoft.com/office/officeart/2005/8/layout/vList3"/>
    <dgm:cxn modelId="{F784F5C9-6E46-473C-8B81-08495D5100EA}" type="presParOf" srcId="{D3B4258E-02AA-458D-8BC1-EF5795ED8407}" destId="{55041DE8-5875-449E-83BC-A294D8E8FDE6}" srcOrd="1" destOrd="0" presId="urn:microsoft.com/office/officeart/2005/8/layout/vList3"/>
    <dgm:cxn modelId="{984BE3EF-C8B3-43F3-B5D2-8319F03E4D07}" type="presParOf" srcId="{3B347AA9-7AA2-40A8-96C1-36579C55215B}" destId="{36CF8D13-1189-439A-BD50-87BD9928129F}" srcOrd="5" destOrd="0" presId="urn:microsoft.com/office/officeart/2005/8/layout/vList3"/>
    <dgm:cxn modelId="{B03D950E-C11C-468E-AF37-4B21265476D4}" type="presParOf" srcId="{3B347AA9-7AA2-40A8-96C1-36579C55215B}" destId="{3964F6F0-F1A9-4AC3-9438-E129B546D46B}" srcOrd="6" destOrd="0" presId="urn:microsoft.com/office/officeart/2005/8/layout/vList3"/>
    <dgm:cxn modelId="{6A81E8B6-CD43-48C7-A442-F6EC61F6617C}" type="presParOf" srcId="{3964F6F0-F1A9-4AC3-9438-E129B546D46B}" destId="{0C970FB6-54F9-4AE2-BD4D-2FCC686DD320}" srcOrd="0" destOrd="0" presId="urn:microsoft.com/office/officeart/2005/8/layout/vList3"/>
    <dgm:cxn modelId="{B29C8FC8-79E7-45E5-A291-95AE854A98F2}" type="presParOf" srcId="{3964F6F0-F1A9-4AC3-9438-E129B546D46B}" destId="{B73D694E-002A-461E-BD42-890567161DD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20ED09AD-3A45-46A8-AE8B-F52E19D5DC6C}"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F80B2B8F-B778-4742-8816-2731EC9F42A0}">
      <dgm:prSet/>
      <dgm:spPr/>
      <dgm:t>
        <a:bodyPr/>
        <a:lstStyle/>
        <a:p>
          <a:r>
            <a:rPr lang="uk-UA" b="0" i="0"/>
            <a:t>1</a:t>
          </a:r>
          <a:endParaRPr lang="uk-UA"/>
        </a:p>
      </dgm:t>
    </dgm:pt>
    <dgm:pt modelId="{85F5E004-BC68-4A9B-80DF-E1675BF4EC92}" type="parTrans" cxnId="{80441485-C88B-4581-9514-0B56761C32E9}">
      <dgm:prSet/>
      <dgm:spPr/>
      <dgm:t>
        <a:bodyPr/>
        <a:lstStyle/>
        <a:p>
          <a:endParaRPr lang="uk-UA"/>
        </a:p>
      </dgm:t>
    </dgm:pt>
    <dgm:pt modelId="{77BC0DC9-FD4C-4E94-B22B-4A9670BA9252}" type="sibTrans" cxnId="{80441485-C88B-4581-9514-0B56761C32E9}">
      <dgm:prSet/>
      <dgm:spPr/>
      <dgm:t>
        <a:bodyPr/>
        <a:lstStyle/>
        <a:p>
          <a:endParaRPr lang="uk-UA"/>
        </a:p>
      </dgm:t>
    </dgm:pt>
    <dgm:pt modelId="{9FFB4367-0F5F-43E3-85FD-270B0E7BF2B2}">
      <dgm:prSet/>
      <dgm:spPr/>
      <dgm:t>
        <a:bodyPr/>
        <a:lstStyle/>
        <a:p>
          <a:r>
            <a:rPr lang="uk-UA" b="0" i="0" dirty="0"/>
            <a:t>2</a:t>
          </a:r>
          <a:endParaRPr lang="uk-UA" dirty="0"/>
        </a:p>
      </dgm:t>
    </dgm:pt>
    <dgm:pt modelId="{2521DAD6-68F6-4F47-A1A7-349AE62530C3}" type="parTrans" cxnId="{95BD75F4-1F29-47D7-B527-6BFA20362866}">
      <dgm:prSet/>
      <dgm:spPr/>
      <dgm:t>
        <a:bodyPr/>
        <a:lstStyle/>
        <a:p>
          <a:endParaRPr lang="uk-UA"/>
        </a:p>
      </dgm:t>
    </dgm:pt>
    <dgm:pt modelId="{603504A9-6B01-49A8-B204-4FC4FF6A1C23}" type="sibTrans" cxnId="{95BD75F4-1F29-47D7-B527-6BFA20362866}">
      <dgm:prSet/>
      <dgm:spPr/>
      <dgm:t>
        <a:bodyPr/>
        <a:lstStyle/>
        <a:p>
          <a:endParaRPr lang="uk-UA"/>
        </a:p>
      </dgm:t>
    </dgm:pt>
    <dgm:pt modelId="{973A05D9-F3FF-4380-AD94-0FBD50772972}">
      <dgm:prSet/>
      <dgm:spPr/>
      <dgm:t>
        <a:bodyPr/>
        <a:lstStyle/>
        <a:p>
          <a:r>
            <a:rPr lang="uk-UA" b="0" i="0"/>
            <a:t>3</a:t>
          </a:r>
          <a:endParaRPr lang="uk-UA"/>
        </a:p>
      </dgm:t>
    </dgm:pt>
    <dgm:pt modelId="{F63D10B1-F907-4B3D-A490-6506864A87D0}" type="parTrans" cxnId="{CA1A2972-6EE3-4666-8176-C8068820B0A9}">
      <dgm:prSet/>
      <dgm:spPr/>
      <dgm:t>
        <a:bodyPr/>
        <a:lstStyle/>
        <a:p>
          <a:endParaRPr lang="uk-UA"/>
        </a:p>
      </dgm:t>
    </dgm:pt>
    <dgm:pt modelId="{EE9F7FA3-A6C1-499B-BFED-F5A4B6735CE6}" type="sibTrans" cxnId="{CA1A2972-6EE3-4666-8176-C8068820B0A9}">
      <dgm:prSet/>
      <dgm:spPr/>
      <dgm:t>
        <a:bodyPr/>
        <a:lstStyle/>
        <a:p>
          <a:endParaRPr lang="uk-UA"/>
        </a:p>
      </dgm:t>
    </dgm:pt>
    <dgm:pt modelId="{257D8855-889B-4129-A982-8BA6ED6C3077}">
      <dgm:prSet/>
      <dgm:spPr/>
      <dgm:t>
        <a:bodyPr/>
        <a:lstStyle/>
        <a:p>
          <a:r>
            <a:rPr lang="uk-UA" b="0" i="0" dirty="0"/>
            <a:t>4</a:t>
          </a:r>
          <a:endParaRPr lang="uk-UA" dirty="0"/>
        </a:p>
      </dgm:t>
    </dgm:pt>
    <dgm:pt modelId="{B3708511-0AB1-4E27-B249-5EF8B54DA8B0}" type="parTrans" cxnId="{378903AA-6619-44F1-A263-926BA34CCB63}">
      <dgm:prSet/>
      <dgm:spPr/>
      <dgm:t>
        <a:bodyPr/>
        <a:lstStyle/>
        <a:p>
          <a:endParaRPr lang="uk-UA"/>
        </a:p>
      </dgm:t>
    </dgm:pt>
    <dgm:pt modelId="{248ED654-3B23-4CF9-B547-82DD1C4C7A48}" type="sibTrans" cxnId="{378903AA-6619-44F1-A263-926BA34CCB63}">
      <dgm:prSet/>
      <dgm:spPr/>
      <dgm:t>
        <a:bodyPr/>
        <a:lstStyle/>
        <a:p>
          <a:endParaRPr lang="uk-UA"/>
        </a:p>
      </dgm:t>
    </dgm:pt>
    <dgm:pt modelId="{B3048E47-E964-4E4A-AF94-CC690F70EBF0}" type="pres">
      <dgm:prSet presAssocID="{20ED09AD-3A45-46A8-AE8B-F52E19D5DC6C}" presName="matrix" presStyleCnt="0">
        <dgm:presLayoutVars>
          <dgm:chMax val="1"/>
          <dgm:dir/>
          <dgm:resizeHandles val="exact"/>
        </dgm:presLayoutVars>
      </dgm:prSet>
      <dgm:spPr/>
    </dgm:pt>
    <dgm:pt modelId="{06111985-3D9B-4B87-88AA-AC556290F31E}" type="pres">
      <dgm:prSet presAssocID="{20ED09AD-3A45-46A8-AE8B-F52E19D5DC6C}" presName="diamond" presStyleLbl="bgShp" presStyleIdx="0" presStyleCnt="1"/>
      <dgm:spPr/>
    </dgm:pt>
    <dgm:pt modelId="{059F5DAB-19A1-46B8-9F1C-475C70BD4CF4}" type="pres">
      <dgm:prSet presAssocID="{20ED09AD-3A45-46A8-AE8B-F52E19D5DC6C}" presName="quad1" presStyleLbl="node1" presStyleIdx="0" presStyleCnt="4">
        <dgm:presLayoutVars>
          <dgm:chMax val="0"/>
          <dgm:chPref val="0"/>
          <dgm:bulletEnabled val="1"/>
        </dgm:presLayoutVars>
      </dgm:prSet>
      <dgm:spPr/>
    </dgm:pt>
    <dgm:pt modelId="{A4D39925-48B8-4D26-A3E9-6FA0C31A3ABC}" type="pres">
      <dgm:prSet presAssocID="{20ED09AD-3A45-46A8-AE8B-F52E19D5DC6C}" presName="quad2" presStyleLbl="node1" presStyleIdx="1" presStyleCnt="4">
        <dgm:presLayoutVars>
          <dgm:chMax val="0"/>
          <dgm:chPref val="0"/>
          <dgm:bulletEnabled val="1"/>
        </dgm:presLayoutVars>
      </dgm:prSet>
      <dgm:spPr/>
    </dgm:pt>
    <dgm:pt modelId="{C4681FF0-C61A-4706-BB98-A07D67AE10B8}" type="pres">
      <dgm:prSet presAssocID="{20ED09AD-3A45-46A8-AE8B-F52E19D5DC6C}" presName="quad3" presStyleLbl="node1" presStyleIdx="2" presStyleCnt="4">
        <dgm:presLayoutVars>
          <dgm:chMax val="0"/>
          <dgm:chPref val="0"/>
          <dgm:bulletEnabled val="1"/>
        </dgm:presLayoutVars>
      </dgm:prSet>
      <dgm:spPr/>
    </dgm:pt>
    <dgm:pt modelId="{C91D3D3B-2FC4-4AF0-85A8-625D9DDFDB16}" type="pres">
      <dgm:prSet presAssocID="{20ED09AD-3A45-46A8-AE8B-F52E19D5DC6C}" presName="quad4" presStyleLbl="node1" presStyleIdx="3" presStyleCnt="4">
        <dgm:presLayoutVars>
          <dgm:chMax val="0"/>
          <dgm:chPref val="0"/>
          <dgm:bulletEnabled val="1"/>
        </dgm:presLayoutVars>
      </dgm:prSet>
      <dgm:spPr/>
    </dgm:pt>
  </dgm:ptLst>
  <dgm:cxnLst>
    <dgm:cxn modelId="{808B8935-24B8-4D3B-8578-B34EE3ED25E8}" type="presOf" srcId="{257D8855-889B-4129-A982-8BA6ED6C3077}" destId="{C91D3D3B-2FC4-4AF0-85A8-625D9DDFDB16}" srcOrd="0" destOrd="0" presId="urn:microsoft.com/office/officeart/2005/8/layout/matrix3"/>
    <dgm:cxn modelId="{B940A836-3EA2-40A8-AEAF-D9BFA973539C}" type="presOf" srcId="{20ED09AD-3A45-46A8-AE8B-F52E19D5DC6C}" destId="{B3048E47-E964-4E4A-AF94-CC690F70EBF0}" srcOrd="0" destOrd="0" presId="urn:microsoft.com/office/officeart/2005/8/layout/matrix3"/>
    <dgm:cxn modelId="{900D4542-57D0-4EE9-8910-FDFE24CB394E}" type="presOf" srcId="{973A05D9-F3FF-4380-AD94-0FBD50772972}" destId="{C4681FF0-C61A-4706-BB98-A07D67AE10B8}" srcOrd="0" destOrd="0" presId="urn:microsoft.com/office/officeart/2005/8/layout/matrix3"/>
    <dgm:cxn modelId="{CA1A2972-6EE3-4666-8176-C8068820B0A9}" srcId="{20ED09AD-3A45-46A8-AE8B-F52E19D5DC6C}" destId="{973A05D9-F3FF-4380-AD94-0FBD50772972}" srcOrd="2" destOrd="0" parTransId="{F63D10B1-F907-4B3D-A490-6506864A87D0}" sibTransId="{EE9F7FA3-A6C1-499B-BFED-F5A4B6735CE6}"/>
    <dgm:cxn modelId="{80441485-C88B-4581-9514-0B56761C32E9}" srcId="{20ED09AD-3A45-46A8-AE8B-F52E19D5DC6C}" destId="{F80B2B8F-B778-4742-8816-2731EC9F42A0}" srcOrd="0" destOrd="0" parTransId="{85F5E004-BC68-4A9B-80DF-E1675BF4EC92}" sibTransId="{77BC0DC9-FD4C-4E94-B22B-4A9670BA9252}"/>
    <dgm:cxn modelId="{32A9A596-55D1-451C-8C01-90790215905F}" type="presOf" srcId="{9FFB4367-0F5F-43E3-85FD-270B0E7BF2B2}" destId="{A4D39925-48B8-4D26-A3E9-6FA0C31A3ABC}" srcOrd="0" destOrd="0" presId="urn:microsoft.com/office/officeart/2005/8/layout/matrix3"/>
    <dgm:cxn modelId="{378903AA-6619-44F1-A263-926BA34CCB63}" srcId="{20ED09AD-3A45-46A8-AE8B-F52E19D5DC6C}" destId="{257D8855-889B-4129-A982-8BA6ED6C3077}" srcOrd="3" destOrd="0" parTransId="{B3708511-0AB1-4E27-B249-5EF8B54DA8B0}" sibTransId="{248ED654-3B23-4CF9-B547-82DD1C4C7A48}"/>
    <dgm:cxn modelId="{7639FFB6-62A6-460F-B62D-52741D583379}" type="presOf" srcId="{F80B2B8F-B778-4742-8816-2731EC9F42A0}" destId="{059F5DAB-19A1-46B8-9F1C-475C70BD4CF4}" srcOrd="0" destOrd="0" presId="urn:microsoft.com/office/officeart/2005/8/layout/matrix3"/>
    <dgm:cxn modelId="{95BD75F4-1F29-47D7-B527-6BFA20362866}" srcId="{20ED09AD-3A45-46A8-AE8B-F52E19D5DC6C}" destId="{9FFB4367-0F5F-43E3-85FD-270B0E7BF2B2}" srcOrd="1" destOrd="0" parTransId="{2521DAD6-68F6-4F47-A1A7-349AE62530C3}" sibTransId="{603504A9-6B01-49A8-B204-4FC4FF6A1C23}"/>
    <dgm:cxn modelId="{2DE40E24-2524-4643-9EC2-0CC1AD21B7D7}" type="presParOf" srcId="{B3048E47-E964-4E4A-AF94-CC690F70EBF0}" destId="{06111985-3D9B-4B87-88AA-AC556290F31E}" srcOrd="0" destOrd="0" presId="urn:microsoft.com/office/officeart/2005/8/layout/matrix3"/>
    <dgm:cxn modelId="{5E460BFE-C836-48CC-B9ED-76D8FE70E990}" type="presParOf" srcId="{B3048E47-E964-4E4A-AF94-CC690F70EBF0}" destId="{059F5DAB-19A1-46B8-9F1C-475C70BD4CF4}" srcOrd="1" destOrd="0" presId="urn:microsoft.com/office/officeart/2005/8/layout/matrix3"/>
    <dgm:cxn modelId="{666F2A99-AFC6-4290-863D-4625CE44648E}" type="presParOf" srcId="{B3048E47-E964-4E4A-AF94-CC690F70EBF0}" destId="{A4D39925-48B8-4D26-A3E9-6FA0C31A3ABC}" srcOrd="2" destOrd="0" presId="urn:microsoft.com/office/officeart/2005/8/layout/matrix3"/>
    <dgm:cxn modelId="{8F8DEEB4-2D93-44E8-8E9A-C232185AA2FD}" type="presParOf" srcId="{B3048E47-E964-4E4A-AF94-CC690F70EBF0}" destId="{C4681FF0-C61A-4706-BB98-A07D67AE10B8}" srcOrd="3" destOrd="0" presId="urn:microsoft.com/office/officeart/2005/8/layout/matrix3"/>
    <dgm:cxn modelId="{02BF5B61-A347-4AE0-98D8-BC42B4CE7345}" type="presParOf" srcId="{B3048E47-E964-4E4A-AF94-CC690F70EBF0}" destId="{C91D3D3B-2FC4-4AF0-85A8-625D9DDFDB1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B6A8F90B-E7EB-48E1-966E-267231E2DCF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D981B830-9DFF-47A6-B6D5-2CA5EC80B1D5}">
      <dgm:prSet/>
      <dgm:spPr/>
      <dgm:t>
        <a:bodyPr/>
        <a:lstStyle/>
        <a:p>
          <a:r>
            <a:rPr lang="uk-UA" b="0" i="0" dirty="0"/>
            <a:t>відновлено козацькі привілеї учасникам закордонного походу російської армії.</a:t>
          </a:r>
          <a:endParaRPr lang="uk-UA" dirty="0"/>
        </a:p>
      </dgm:t>
    </dgm:pt>
    <dgm:pt modelId="{86A0DBF5-08D1-43E1-97AF-34A443935A71}" type="parTrans" cxnId="{4BCADE30-A3C0-4D93-A4D4-CE5DD4852AF8}">
      <dgm:prSet/>
      <dgm:spPr/>
      <dgm:t>
        <a:bodyPr/>
        <a:lstStyle/>
        <a:p>
          <a:endParaRPr lang="uk-UA"/>
        </a:p>
      </dgm:t>
    </dgm:pt>
    <dgm:pt modelId="{1BB59DC0-DDA1-4C0A-BD76-29CCDFE25C3A}" type="sibTrans" cxnId="{4BCADE30-A3C0-4D93-A4D4-CE5DD4852AF8}">
      <dgm:prSet/>
      <dgm:spPr/>
      <dgm:t>
        <a:bodyPr/>
        <a:lstStyle/>
        <a:p>
          <a:endParaRPr lang="uk-UA"/>
        </a:p>
      </dgm:t>
    </dgm:pt>
    <dgm:pt modelId="{C4FD6D19-C7C4-4A8C-81FC-DC1D981058CE}">
      <dgm:prSet/>
      <dgm:spPr/>
      <dgm:t>
        <a:bodyPr/>
        <a:lstStyle/>
        <a:p>
          <a:r>
            <a:rPr lang="uk-UA" b="0" i="0"/>
            <a:t>ліквідовано українську автономну область у складі «Варшавського герцогства».</a:t>
          </a:r>
          <a:endParaRPr lang="uk-UA"/>
        </a:p>
      </dgm:t>
    </dgm:pt>
    <dgm:pt modelId="{23B23092-F339-4472-ACBD-09E1BA695590}" type="parTrans" cxnId="{0EAC82B3-F489-4E25-B0C3-DA6E78B184DB}">
      <dgm:prSet/>
      <dgm:spPr/>
      <dgm:t>
        <a:bodyPr/>
        <a:lstStyle/>
        <a:p>
          <a:endParaRPr lang="uk-UA"/>
        </a:p>
      </dgm:t>
    </dgm:pt>
    <dgm:pt modelId="{C73A0216-D732-4DD7-8E5E-317A8740015F}" type="sibTrans" cxnId="{0EAC82B3-F489-4E25-B0C3-DA6E78B184DB}">
      <dgm:prSet/>
      <dgm:spPr/>
      <dgm:t>
        <a:bodyPr/>
        <a:lstStyle/>
        <a:p>
          <a:endParaRPr lang="uk-UA"/>
        </a:p>
      </dgm:t>
    </dgm:pt>
    <dgm:pt modelId="{46056129-48D8-4FB7-92F7-8C923AFE837C}">
      <dgm:prSet/>
      <dgm:spPr/>
      <dgm:t>
        <a:bodyPr/>
        <a:lstStyle/>
        <a:p>
          <a:r>
            <a:rPr lang="uk-UA" b="0" i="0"/>
            <a:t>скасовано кріпосний стан селян, які відзначились під час бойових дій.</a:t>
          </a:r>
          <a:endParaRPr lang="uk-UA"/>
        </a:p>
      </dgm:t>
    </dgm:pt>
    <dgm:pt modelId="{1A9EA9DC-47F7-4C14-A380-0C4D35E36586}" type="parTrans" cxnId="{FA8D573C-EF61-4A1B-A691-66A34F6164A1}">
      <dgm:prSet/>
      <dgm:spPr/>
      <dgm:t>
        <a:bodyPr/>
        <a:lstStyle/>
        <a:p>
          <a:endParaRPr lang="uk-UA"/>
        </a:p>
      </dgm:t>
    </dgm:pt>
    <dgm:pt modelId="{AA118D37-8D65-439E-95AE-57F1ED155804}" type="sibTrans" cxnId="{FA8D573C-EF61-4A1B-A691-66A34F6164A1}">
      <dgm:prSet/>
      <dgm:spPr/>
      <dgm:t>
        <a:bodyPr/>
        <a:lstStyle/>
        <a:p>
          <a:endParaRPr lang="uk-UA"/>
        </a:p>
      </dgm:t>
    </dgm:pt>
    <dgm:pt modelId="{564F1A44-AEDE-4475-874F-53289F532F43}">
      <dgm:prSet/>
      <dgm:spPr/>
      <dgm:t>
        <a:bodyPr/>
        <a:lstStyle/>
        <a:p>
          <a:r>
            <a:rPr lang="uk-UA" b="0" i="0" dirty="0"/>
            <a:t>розформовано українські полки козацького та земського ополчення.</a:t>
          </a:r>
          <a:endParaRPr lang="uk-UA" dirty="0"/>
        </a:p>
      </dgm:t>
    </dgm:pt>
    <dgm:pt modelId="{D52D47A8-B640-484B-BCF0-9C78C6BBFA1B}" type="parTrans" cxnId="{BC539F61-1370-48F3-9C6D-94787DB92F08}">
      <dgm:prSet/>
      <dgm:spPr/>
      <dgm:t>
        <a:bodyPr/>
        <a:lstStyle/>
        <a:p>
          <a:endParaRPr lang="uk-UA"/>
        </a:p>
      </dgm:t>
    </dgm:pt>
    <dgm:pt modelId="{9E93B1BD-7AD5-4098-B227-CAE6103D46AC}" type="sibTrans" cxnId="{BC539F61-1370-48F3-9C6D-94787DB92F08}">
      <dgm:prSet/>
      <dgm:spPr/>
      <dgm:t>
        <a:bodyPr/>
        <a:lstStyle/>
        <a:p>
          <a:endParaRPr lang="uk-UA"/>
        </a:p>
      </dgm:t>
    </dgm:pt>
    <dgm:pt modelId="{A7AAF9F7-688F-431B-96F3-F3352128C7E9}" type="pres">
      <dgm:prSet presAssocID="{B6A8F90B-E7EB-48E1-966E-267231E2DCF2}" presName="linear" presStyleCnt="0">
        <dgm:presLayoutVars>
          <dgm:animLvl val="lvl"/>
          <dgm:resizeHandles val="exact"/>
        </dgm:presLayoutVars>
      </dgm:prSet>
      <dgm:spPr/>
    </dgm:pt>
    <dgm:pt modelId="{154044CA-71CE-4B99-8B31-8DF59DDFEA1F}" type="pres">
      <dgm:prSet presAssocID="{D981B830-9DFF-47A6-B6D5-2CA5EC80B1D5}" presName="parentText" presStyleLbl="node1" presStyleIdx="0" presStyleCnt="4">
        <dgm:presLayoutVars>
          <dgm:chMax val="0"/>
          <dgm:bulletEnabled val="1"/>
        </dgm:presLayoutVars>
      </dgm:prSet>
      <dgm:spPr/>
    </dgm:pt>
    <dgm:pt modelId="{E7F928A0-87AF-4678-9EDD-DD9739FAD32A}" type="pres">
      <dgm:prSet presAssocID="{1BB59DC0-DDA1-4C0A-BD76-29CCDFE25C3A}" presName="spacer" presStyleCnt="0"/>
      <dgm:spPr/>
    </dgm:pt>
    <dgm:pt modelId="{2D01A299-4FDD-4678-8E28-B6FCA47EECC1}" type="pres">
      <dgm:prSet presAssocID="{C4FD6D19-C7C4-4A8C-81FC-DC1D981058CE}" presName="parentText" presStyleLbl="node1" presStyleIdx="1" presStyleCnt="4">
        <dgm:presLayoutVars>
          <dgm:chMax val="0"/>
          <dgm:bulletEnabled val="1"/>
        </dgm:presLayoutVars>
      </dgm:prSet>
      <dgm:spPr/>
    </dgm:pt>
    <dgm:pt modelId="{E92A6324-B393-4EB9-828E-0CF5F851D09B}" type="pres">
      <dgm:prSet presAssocID="{C73A0216-D732-4DD7-8E5E-317A8740015F}" presName="spacer" presStyleCnt="0"/>
      <dgm:spPr/>
    </dgm:pt>
    <dgm:pt modelId="{C0DC1F66-DEC6-4019-A624-07FFA5AC7AE5}" type="pres">
      <dgm:prSet presAssocID="{46056129-48D8-4FB7-92F7-8C923AFE837C}" presName="parentText" presStyleLbl="node1" presStyleIdx="2" presStyleCnt="4">
        <dgm:presLayoutVars>
          <dgm:chMax val="0"/>
          <dgm:bulletEnabled val="1"/>
        </dgm:presLayoutVars>
      </dgm:prSet>
      <dgm:spPr/>
    </dgm:pt>
    <dgm:pt modelId="{886E7FE1-F944-4F36-8A2D-9633C2D551FA}" type="pres">
      <dgm:prSet presAssocID="{AA118D37-8D65-439E-95AE-57F1ED155804}" presName="spacer" presStyleCnt="0"/>
      <dgm:spPr/>
    </dgm:pt>
    <dgm:pt modelId="{8FCAB39E-4BF7-4000-AD92-687010974AEC}" type="pres">
      <dgm:prSet presAssocID="{564F1A44-AEDE-4475-874F-53289F532F43}" presName="parentText" presStyleLbl="node1" presStyleIdx="3" presStyleCnt="4">
        <dgm:presLayoutVars>
          <dgm:chMax val="0"/>
          <dgm:bulletEnabled val="1"/>
        </dgm:presLayoutVars>
      </dgm:prSet>
      <dgm:spPr/>
    </dgm:pt>
  </dgm:ptLst>
  <dgm:cxnLst>
    <dgm:cxn modelId="{5C620604-F028-46D5-95C1-0B2F0CB9AF8E}" type="presOf" srcId="{B6A8F90B-E7EB-48E1-966E-267231E2DCF2}" destId="{A7AAF9F7-688F-431B-96F3-F3352128C7E9}" srcOrd="0" destOrd="0" presId="urn:microsoft.com/office/officeart/2005/8/layout/vList2"/>
    <dgm:cxn modelId="{A685E315-BE3C-4501-A69A-2E8E337B216F}" type="presOf" srcId="{C4FD6D19-C7C4-4A8C-81FC-DC1D981058CE}" destId="{2D01A299-4FDD-4678-8E28-B6FCA47EECC1}" srcOrd="0" destOrd="0" presId="urn:microsoft.com/office/officeart/2005/8/layout/vList2"/>
    <dgm:cxn modelId="{4BCADE30-A3C0-4D93-A4D4-CE5DD4852AF8}" srcId="{B6A8F90B-E7EB-48E1-966E-267231E2DCF2}" destId="{D981B830-9DFF-47A6-B6D5-2CA5EC80B1D5}" srcOrd="0" destOrd="0" parTransId="{86A0DBF5-08D1-43E1-97AF-34A443935A71}" sibTransId="{1BB59DC0-DDA1-4C0A-BD76-29CCDFE25C3A}"/>
    <dgm:cxn modelId="{FA8D573C-EF61-4A1B-A691-66A34F6164A1}" srcId="{B6A8F90B-E7EB-48E1-966E-267231E2DCF2}" destId="{46056129-48D8-4FB7-92F7-8C923AFE837C}" srcOrd="2" destOrd="0" parTransId="{1A9EA9DC-47F7-4C14-A380-0C4D35E36586}" sibTransId="{AA118D37-8D65-439E-95AE-57F1ED155804}"/>
    <dgm:cxn modelId="{BC539F61-1370-48F3-9C6D-94787DB92F08}" srcId="{B6A8F90B-E7EB-48E1-966E-267231E2DCF2}" destId="{564F1A44-AEDE-4475-874F-53289F532F43}" srcOrd="3" destOrd="0" parTransId="{D52D47A8-B640-484B-BCF0-9C78C6BBFA1B}" sibTransId="{9E93B1BD-7AD5-4098-B227-CAE6103D46AC}"/>
    <dgm:cxn modelId="{8A7FF162-BED9-4A8F-AF76-9F561F563CD6}" type="presOf" srcId="{46056129-48D8-4FB7-92F7-8C923AFE837C}" destId="{C0DC1F66-DEC6-4019-A624-07FFA5AC7AE5}" srcOrd="0" destOrd="0" presId="urn:microsoft.com/office/officeart/2005/8/layout/vList2"/>
    <dgm:cxn modelId="{0504F164-44E0-4355-9533-1FF968796CA4}" type="presOf" srcId="{D981B830-9DFF-47A6-B6D5-2CA5EC80B1D5}" destId="{154044CA-71CE-4B99-8B31-8DF59DDFEA1F}" srcOrd="0" destOrd="0" presId="urn:microsoft.com/office/officeart/2005/8/layout/vList2"/>
    <dgm:cxn modelId="{0EAC82B3-F489-4E25-B0C3-DA6E78B184DB}" srcId="{B6A8F90B-E7EB-48E1-966E-267231E2DCF2}" destId="{C4FD6D19-C7C4-4A8C-81FC-DC1D981058CE}" srcOrd="1" destOrd="0" parTransId="{23B23092-F339-4472-ACBD-09E1BA695590}" sibTransId="{C73A0216-D732-4DD7-8E5E-317A8740015F}"/>
    <dgm:cxn modelId="{AC039DBF-1527-444E-B83E-2DB82F1AE1B7}" type="presOf" srcId="{564F1A44-AEDE-4475-874F-53289F532F43}" destId="{8FCAB39E-4BF7-4000-AD92-687010974AEC}" srcOrd="0" destOrd="0" presId="urn:microsoft.com/office/officeart/2005/8/layout/vList2"/>
    <dgm:cxn modelId="{82F2D766-758F-46D8-B676-BDC66A4EBF16}" type="presParOf" srcId="{A7AAF9F7-688F-431B-96F3-F3352128C7E9}" destId="{154044CA-71CE-4B99-8B31-8DF59DDFEA1F}" srcOrd="0" destOrd="0" presId="urn:microsoft.com/office/officeart/2005/8/layout/vList2"/>
    <dgm:cxn modelId="{1198A430-FBED-4496-A21A-03ED1015273E}" type="presParOf" srcId="{A7AAF9F7-688F-431B-96F3-F3352128C7E9}" destId="{E7F928A0-87AF-4678-9EDD-DD9739FAD32A}" srcOrd="1" destOrd="0" presId="urn:microsoft.com/office/officeart/2005/8/layout/vList2"/>
    <dgm:cxn modelId="{728D0E18-DA6B-49F0-BAEF-488597265465}" type="presParOf" srcId="{A7AAF9F7-688F-431B-96F3-F3352128C7E9}" destId="{2D01A299-4FDD-4678-8E28-B6FCA47EECC1}" srcOrd="2" destOrd="0" presId="urn:microsoft.com/office/officeart/2005/8/layout/vList2"/>
    <dgm:cxn modelId="{CE6845E7-4F0D-4162-B53C-616C3F13F467}" type="presParOf" srcId="{A7AAF9F7-688F-431B-96F3-F3352128C7E9}" destId="{E92A6324-B393-4EB9-828E-0CF5F851D09B}" srcOrd="3" destOrd="0" presId="urn:microsoft.com/office/officeart/2005/8/layout/vList2"/>
    <dgm:cxn modelId="{791A2CEE-FF9B-4B8C-9B6E-49FD4DDFE89D}" type="presParOf" srcId="{A7AAF9F7-688F-431B-96F3-F3352128C7E9}" destId="{C0DC1F66-DEC6-4019-A624-07FFA5AC7AE5}" srcOrd="4" destOrd="0" presId="urn:microsoft.com/office/officeart/2005/8/layout/vList2"/>
    <dgm:cxn modelId="{43C872F0-800B-4135-86A6-FD2BF6A1BE6B}" type="presParOf" srcId="{A7AAF9F7-688F-431B-96F3-F3352128C7E9}" destId="{886E7FE1-F944-4F36-8A2D-9633C2D551FA}" srcOrd="5" destOrd="0" presId="urn:microsoft.com/office/officeart/2005/8/layout/vList2"/>
    <dgm:cxn modelId="{9CFB059B-7869-404B-9AED-D69C599B719A}" type="presParOf" srcId="{A7AAF9F7-688F-431B-96F3-F3352128C7E9}" destId="{8FCAB39E-4BF7-4000-AD92-687010974AE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E5119B9A-14E8-472F-8756-C62753B5266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B5FDD3D-A1BC-4EA0-A7FF-AACA4A5B76FA}">
      <dgm:prSet/>
      <dgm:spPr/>
      <dgm:t>
        <a:bodyPr/>
        <a:lstStyle/>
        <a:p>
          <a:r>
            <a:rPr lang="uk-UA" b="0" i="0" dirty="0"/>
            <a:t>заснування масонських лож, таємних організацій дворян-офіцерів.</a:t>
          </a:r>
          <a:endParaRPr lang="uk-UA" dirty="0"/>
        </a:p>
      </dgm:t>
    </dgm:pt>
    <dgm:pt modelId="{98FD5403-B76A-4959-AAD7-DD6BA94A6C33}" type="parTrans" cxnId="{19424CFD-5EFD-45B2-9E88-2823A1EA3D41}">
      <dgm:prSet/>
      <dgm:spPr/>
      <dgm:t>
        <a:bodyPr/>
        <a:lstStyle/>
        <a:p>
          <a:endParaRPr lang="uk-UA"/>
        </a:p>
      </dgm:t>
    </dgm:pt>
    <dgm:pt modelId="{054B6C6F-D57B-4ABF-8660-ADBC05CDD036}" type="sibTrans" cxnId="{19424CFD-5EFD-45B2-9E88-2823A1EA3D41}">
      <dgm:prSet/>
      <dgm:spPr/>
      <dgm:t>
        <a:bodyPr/>
        <a:lstStyle/>
        <a:p>
          <a:endParaRPr lang="uk-UA"/>
        </a:p>
      </dgm:t>
    </dgm:pt>
    <dgm:pt modelId="{9DEF2221-1542-4DF8-A0D0-B52DC6B9AFC6}">
      <dgm:prSet/>
      <dgm:spPr/>
      <dgm:t>
        <a:bodyPr/>
        <a:lstStyle/>
        <a:p>
          <a:r>
            <a:rPr lang="uk-UA" b="0" i="0"/>
            <a:t>ліквідація кріпацтва та поміщицького землеволодіння на приєднаних землях.</a:t>
          </a:r>
          <a:endParaRPr lang="uk-UA"/>
        </a:p>
      </dgm:t>
    </dgm:pt>
    <dgm:pt modelId="{28A073C3-2A0B-4F0C-97FC-7D015285AC83}" type="parTrans" cxnId="{DBC69E42-7822-4B6A-BEDD-80D09A1E52DC}">
      <dgm:prSet/>
      <dgm:spPr/>
      <dgm:t>
        <a:bodyPr/>
        <a:lstStyle/>
        <a:p>
          <a:endParaRPr lang="uk-UA"/>
        </a:p>
      </dgm:t>
    </dgm:pt>
    <dgm:pt modelId="{89475663-B920-45BD-8746-162F64DBA4EF}" type="sibTrans" cxnId="{DBC69E42-7822-4B6A-BEDD-80D09A1E52DC}">
      <dgm:prSet/>
      <dgm:spPr/>
      <dgm:t>
        <a:bodyPr/>
        <a:lstStyle/>
        <a:p>
          <a:endParaRPr lang="uk-UA"/>
        </a:p>
      </dgm:t>
    </dgm:pt>
    <dgm:pt modelId="{C7E49D23-3D77-4F09-89DB-FBE0790549A5}">
      <dgm:prSet/>
      <dgm:spPr/>
      <dgm:t>
        <a:bodyPr/>
        <a:lstStyle/>
        <a:p>
          <a:r>
            <a:rPr lang="uk-UA" b="0" i="0"/>
            <a:t>відновлення Запорозької Січі за участі колишніх козаків-задунайців.</a:t>
          </a:r>
          <a:endParaRPr lang="uk-UA"/>
        </a:p>
      </dgm:t>
    </dgm:pt>
    <dgm:pt modelId="{1ADB2BCA-57C2-431B-AB1A-36F8E310ADBC}" type="parTrans" cxnId="{3296F000-CEC5-4A74-ADD2-CC8A72D898ED}">
      <dgm:prSet/>
      <dgm:spPr/>
      <dgm:t>
        <a:bodyPr/>
        <a:lstStyle/>
        <a:p>
          <a:endParaRPr lang="uk-UA"/>
        </a:p>
      </dgm:t>
    </dgm:pt>
    <dgm:pt modelId="{0E1BEC8C-6C17-4243-AD32-AB7D274BE124}" type="sibTrans" cxnId="{3296F000-CEC5-4A74-ADD2-CC8A72D898ED}">
      <dgm:prSet/>
      <dgm:spPr/>
      <dgm:t>
        <a:bodyPr/>
        <a:lstStyle/>
        <a:p>
          <a:endParaRPr lang="uk-UA"/>
        </a:p>
      </dgm:t>
    </dgm:pt>
    <dgm:pt modelId="{19DFCC07-46B2-43A6-9212-C2A25E70C523}">
      <dgm:prSet/>
      <dgm:spPr/>
      <dgm:t>
        <a:bodyPr/>
        <a:lstStyle/>
        <a:p>
          <a:r>
            <a:rPr lang="uk-UA" b="0" i="0" dirty="0"/>
            <a:t>економічне виснаження регіонів, що були найближчим тилом російської армії.</a:t>
          </a:r>
          <a:endParaRPr lang="uk-UA" dirty="0"/>
        </a:p>
      </dgm:t>
    </dgm:pt>
    <dgm:pt modelId="{0046F82A-817C-4537-89B7-A0952270DE86}" type="parTrans" cxnId="{E31E66E9-0F73-45D5-9B38-44D8370F808C}">
      <dgm:prSet/>
      <dgm:spPr/>
      <dgm:t>
        <a:bodyPr/>
        <a:lstStyle/>
        <a:p>
          <a:endParaRPr lang="uk-UA"/>
        </a:p>
      </dgm:t>
    </dgm:pt>
    <dgm:pt modelId="{8F326FC6-2627-4CEA-BDB6-4F158AF0A2AC}" type="sibTrans" cxnId="{E31E66E9-0F73-45D5-9B38-44D8370F808C}">
      <dgm:prSet/>
      <dgm:spPr/>
      <dgm:t>
        <a:bodyPr/>
        <a:lstStyle/>
        <a:p>
          <a:endParaRPr lang="uk-UA"/>
        </a:p>
      </dgm:t>
    </dgm:pt>
    <dgm:pt modelId="{710DF6D7-7229-4A20-860F-538451C844AF}" type="pres">
      <dgm:prSet presAssocID="{E5119B9A-14E8-472F-8756-C62753B52667}" presName="linear" presStyleCnt="0">
        <dgm:presLayoutVars>
          <dgm:animLvl val="lvl"/>
          <dgm:resizeHandles val="exact"/>
        </dgm:presLayoutVars>
      </dgm:prSet>
      <dgm:spPr/>
    </dgm:pt>
    <dgm:pt modelId="{26C9696E-4608-466A-841E-C6337E4B39AF}" type="pres">
      <dgm:prSet presAssocID="{BB5FDD3D-A1BC-4EA0-A7FF-AACA4A5B76FA}" presName="parentText" presStyleLbl="node1" presStyleIdx="0" presStyleCnt="4">
        <dgm:presLayoutVars>
          <dgm:chMax val="0"/>
          <dgm:bulletEnabled val="1"/>
        </dgm:presLayoutVars>
      </dgm:prSet>
      <dgm:spPr/>
    </dgm:pt>
    <dgm:pt modelId="{5D51EDF9-D006-4D1F-A02E-23F0411871B8}" type="pres">
      <dgm:prSet presAssocID="{054B6C6F-D57B-4ABF-8660-ADBC05CDD036}" presName="spacer" presStyleCnt="0"/>
      <dgm:spPr/>
    </dgm:pt>
    <dgm:pt modelId="{37BD3888-90B6-465A-81B6-70A00860E829}" type="pres">
      <dgm:prSet presAssocID="{9DEF2221-1542-4DF8-A0D0-B52DC6B9AFC6}" presName="parentText" presStyleLbl="node1" presStyleIdx="1" presStyleCnt="4">
        <dgm:presLayoutVars>
          <dgm:chMax val="0"/>
          <dgm:bulletEnabled val="1"/>
        </dgm:presLayoutVars>
      </dgm:prSet>
      <dgm:spPr/>
    </dgm:pt>
    <dgm:pt modelId="{74A11B5C-947C-4FB4-A86D-4CA278E3282D}" type="pres">
      <dgm:prSet presAssocID="{89475663-B920-45BD-8746-162F64DBA4EF}" presName="spacer" presStyleCnt="0"/>
      <dgm:spPr/>
    </dgm:pt>
    <dgm:pt modelId="{02CA1DE4-1A2A-4BD7-896A-BA79055A7FB2}" type="pres">
      <dgm:prSet presAssocID="{C7E49D23-3D77-4F09-89DB-FBE0790549A5}" presName="parentText" presStyleLbl="node1" presStyleIdx="2" presStyleCnt="4">
        <dgm:presLayoutVars>
          <dgm:chMax val="0"/>
          <dgm:bulletEnabled val="1"/>
        </dgm:presLayoutVars>
      </dgm:prSet>
      <dgm:spPr/>
    </dgm:pt>
    <dgm:pt modelId="{62B02B94-AB1D-4F5E-B5A5-2FEFCA38D8B9}" type="pres">
      <dgm:prSet presAssocID="{0E1BEC8C-6C17-4243-AD32-AB7D274BE124}" presName="spacer" presStyleCnt="0"/>
      <dgm:spPr/>
    </dgm:pt>
    <dgm:pt modelId="{E4261748-28F9-4287-94C0-93B3FBAC2AD0}" type="pres">
      <dgm:prSet presAssocID="{19DFCC07-46B2-43A6-9212-C2A25E70C523}" presName="parentText" presStyleLbl="node1" presStyleIdx="3" presStyleCnt="4">
        <dgm:presLayoutVars>
          <dgm:chMax val="0"/>
          <dgm:bulletEnabled val="1"/>
        </dgm:presLayoutVars>
      </dgm:prSet>
      <dgm:spPr/>
    </dgm:pt>
  </dgm:ptLst>
  <dgm:cxnLst>
    <dgm:cxn modelId="{3296F000-CEC5-4A74-ADD2-CC8A72D898ED}" srcId="{E5119B9A-14E8-472F-8756-C62753B52667}" destId="{C7E49D23-3D77-4F09-89DB-FBE0790549A5}" srcOrd="2" destOrd="0" parTransId="{1ADB2BCA-57C2-431B-AB1A-36F8E310ADBC}" sibTransId="{0E1BEC8C-6C17-4243-AD32-AB7D274BE124}"/>
    <dgm:cxn modelId="{DBC69E42-7822-4B6A-BEDD-80D09A1E52DC}" srcId="{E5119B9A-14E8-472F-8756-C62753B52667}" destId="{9DEF2221-1542-4DF8-A0D0-B52DC6B9AFC6}" srcOrd="1" destOrd="0" parTransId="{28A073C3-2A0B-4F0C-97FC-7D015285AC83}" sibTransId="{89475663-B920-45BD-8746-162F64DBA4EF}"/>
    <dgm:cxn modelId="{0E29144B-4869-4FD7-9476-A3361A349499}" type="presOf" srcId="{C7E49D23-3D77-4F09-89DB-FBE0790549A5}" destId="{02CA1DE4-1A2A-4BD7-896A-BA79055A7FB2}" srcOrd="0" destOrd="0" presId="urn:microsoft.com/office/officeart/2005/8/layout/vList2"/>
    <dgm:cxn modelId="{CFA1E653-7716-48AF-A1E0-667784EDF788}" type="presOf" srcId="{19DFCC07-46B2-43A6-9212-C2A25E70C523}" destId="{E4261748-28F9-4287-94C0-93B3FBAC2AD0}" srcOrd="0" destOrd="0" presId="urn:microsoft.com/office/officeart/2005/8/layout/vList2"/>
    <dgm:cxn modelId="{4657489C-8CB4-4B5F-A9FA-0D183DD4E104}" type="presOf" srcId="{BB5FDD3D-A1BC-4EA0-A7FF-AACA4A5B76FA}" destId="{26C9696E-4608-466A-841E-C6337E4B39AF}" srcOrd="0" destOrd="0" presId="urn:microsoft.com/office/officeart/2005/8/layout/vList2"/>
    <dgm:cxn modelId="{6A8DAAC7-4D78-451F-A4DC-9A97B3B88425}" type="presOf" srcId="{9DEF2221-1542-4DF8-A0D0-B52DC6B9AFC6}" destId="{37BD3888-90B6-465A-81B6-70A00860E829}" srcOrd="0" destOrd="0" presId="urn:microsoft.com/office/officeart/2005/8/layout/vList2"/>
    <dgm:cxn modelId="{E31E66E9-0F73-45D5-9B38-44D8370F808C}" srcId="{E5119B9A-14E8-472F-8756-C62753B52667}" destId="{19DFCC07-46B2-43A6-9212-C2A25E70C523}" srcOrd="3" destOrd="0" parTransId="{0046F82A-817C-4537-89B7-A0952270DE86}" sibTransId="{8F326FC6-2627-4CEA-BDB6-4F158AF0A2AC}"/>
    <dgm:cxn modelId="{88A30BF3-1F8B-44E3-A4E7-E64BCA251DF7}" type="presOf" srcId="{E5119B9A-14E8-472F-8756-C62753B52667}" destId="{710DF6D7-7229-4A20-860F-538451C844AF}" srcOrd="0" destOrd="0" presId="urn:microsoft.com/office/officeart/2005/8/layout/vList2"/>
    <dgm:cxn modelId="{19424CFD-5EFD-45B2-9E88-2823A1EA3D41}" srcId="{E5119B9A-14E8-472F-8756-C62753B52667}" destId="{BB5FDD3D-A1BC-4EA0-A7FF-AACA4A5B76FA}" srcOrd="0" destOrd="0" parTransId="{98FD5403-B76A-4959-AAD7-DD6BA94A6C33}" sibTransId="{054B6C6F-D57B-4ABF-8660-ADBC05CDD036}"/>
    <dgm:cxn modelId="{1F533D39-4AC8-42D4-AC93-C675C556F18B}" type="presParOf" srcId="{710DF6D7-7229-4A20-860F-538451C844AF}" destId="{26C9696E-4608-466A-841E-C6337E4B39AF}" srcOrd="0" destOrd="0" presId="urn:microsoft.com/office/officeart/2005/8/layout/vList2"/>
    <dgm:cxn modelId="{554D34BE-65F7-4DC7-97C7-A0F006189611}" type="presParOf" srcId="{710DF6D7-7229-4A20-860F-538451C844AF}" destId="{5D51EDF9-D006-4D1F-A02E-23F0411871B8}" srcOrd="1" destOrd="0" presId="urn:microsoft.com/office/officeart/2005/8/layout/vList2"/>
    <dgm:cxn modelId="{EE79A309-E895-4787-94D8-3A3148262FED}" type="presParOf" srcId="{710DF6D7-7229-4A20-860F-538451C844AF}" destId="{37BD3888-90B6-465A-81B6-70A00860E829}" srcOrd="2" destOrd="0" presId="urn:microsoft.com/office/officeart/2005/8/layout/vList2"/>
    <dgm:cxn modelId="{10895D2B-7B5F-4636-8B58-5D60092065EE}" type="presParOf" srcId="{710DF6D7-7229-4A20-860F-538451C844AF}" destId="{74A11B5C-947C-4FB4-A86D-4CA278E3282D}" srcOrd="3" destOrd="0" presId="urn:microsoft.com/office/officeart/2005/8/layout/vList2"/>
    <dgm:cxn modelId="{0909F6ED-E421-478F-B2E9-5FCE7D3C77B9}" type="presParOf" srcId="{710DF6D7-7229-4A20-860F-538451C844AF}" destId="{02CA1DE4-1A2A-4BD7-896A-BA79055A7FB2}" srcOrd="4" destOrd="0" presId="urn:microsoft.com/office/officeart/2005/8/layout/vList2"/>
    <dgm:cxn modelId="{B37F6B9E-7B82-45BB-8088-54EB932DA1F1}" type="presParOf" srcId="{710DF6D7-7229-4A20-860F-538451C844AF}" destId="{62B02B94-AB1D-4F5E-B5A5-2FEFCA38D8B9}" srcOrd="5" destOrd="0" presId="urn:microsoft.com/office/officeart/2005/8/layout/vList2"/>
    <dgm:cxn modelId="{95378496-6275-45D0-AED9-1B87DA38E0E2}" type="presParOf" srcId="{710DF6D7-7229-4A20-860F-538451C844AF}" destId="{E4261748-28F9-4287-94C0-93B3FBAC2AD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5A9EB746-86A7-443E-A559-4B32E25E1D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034C45C-BD8A-4351-9242-665F554AFA8E}">
      <dgm:prSet/>
      <dgm:spPr/>
      <dgm:t>
        <a:bodyPr/>
        <a:lstStyle/>
        <a:p>
          <a:r>
            <a:rPr lang="uk-UA" b="0" i="0"/>
            <a:t>декабристський рух в Україні</a:t>
          </a:r>
          <a:endParaRPr lang="uk-UA"/>
        </a:p>
      </dgm:t>
    </dgm:pt>
    <dgm:pt modelId="{3C984ED5-3592-43B4-B496-F8CDB99B18AE}" type="parTrans" cxnId="{1A5F23E3-6D86-43D6-BDF9-959D967BAC4B}">
      <dgm:prSet/>
      <dgm:spPr/>
      <dgm:t>
        <a:bodyPr/>
        <a:lstStyle/>
        <a:p>
          <a:endParaRPr lang="uk-UA"/>
        </a:p>
      </dgm:t>
    </dgm:pt>
    <dgm:pt modelId="{823E3F05-783E-4B62-9594-16D74D76A787}" type="sibTrans" cxnId="{1A5F23E3-6D86-43D6-BDF9-959D967BAC4B}">
      <dgm:prSet/>
      <dgm:spPr/>
      <dgm:t>
        <a:bodyPr/>
        <a:lstStyle/>
        <a:p>
          <a:endParaRPr lang="uk-UA"/>
        </a:p>
      </dgm:t>
    </dgm:pt>
    <dgm:pt modelId="{D53D931D-A3E7-4806-ABC9-14797B380F56}">
      <dgm:prSet/>
      <dgm:spPr/>
      <dgm:t>
        <a:bodyPr/>
        <a:lstStyle/>
        <a:p>
          <a:r>
            <a:rPr lang="uk-UA" b="0" i="0" dirty="0" err="1"/>
            <a:t>французько</a:t>
          </a:r>
          <a:r>
            <a:rPr lang="uk-UA" b="0" i="0" dirty="0"/>
            <a:t>-російська війна 1812–1814 рр.</a:t>
          </a:r>
          <a:endParaRPr lang="uk-UA" dirty="0"/>
        </a:p>
      </dgm:t>
    </dgm:pt>
    <dgm:pt modelId="{7EC2B259-BB98-43DC-8E8B-00AA70E2781D}" type="parTrans" cxnId="{83C1D69C-0BCA-420E-B189-78F9416FBAD7}">
      <dgm:prSet/>
      <dgm:spPr/>
      <dgm:t>
        <a:bodyPr/>
        <a:lstStyle/>
        <a:p>
          <a:endParaRPr lang="uk-UA"/>
        </a:p>
      </dgm:t>
    </dgm:pt>
    <dgm:pt modelId="{D609C13D-27CF-4939-B893-209C606A2ECE}" type="sibTrans" cxnId="{83C1D69C-0BCA-420E-B189-78F9416FBAD7}">
      <dgm:prSet/>
      <dgm:spPr/>
      <dgm:t>
        <a:bodyPr/>
        <a:lstStyle/>
        <a:p>
          <a:endParaRPr lang="uk-UA"/>
        </a:p>
      </dgm:t>
    </dgm:pt>
    <dgm:pt modelId="{13882709-F443-47D1-B100-901553A7E4EE}">
      <dgm:prSet/>
      <dgm:spPr/>
      <dgm:t>
        <a:bodyPr/>
        <a:lstStyle/>
        <a:p>
          <a:r>
            <a:rPr lang="uk-UA" b="0" i="0"/>
            <a:t>російсько-турецька війна 1828–1829 рр.</a:t>
          </a:r>
          <a:endParaRPr lang="uk-UA"/>
        </a:p>
      </dgm:t>
    </dgm:pt>
    <dgm:pt modelId="{6B9DD14A-1EBC-4F99-9B51-2CF605735781}" type="parTrans" cxnId="{74485BC8-0F31-4641-A000-C16A1FF39A6E}">
      <dgm:prSet/>
      <dgm:spPr/>
      <dgm:t>
        <a:bodyPr/>
        <a:lstStyle/>
        <a:p>
          <a:endParaRPr lang="uk-UA"/>
        </a:p>
      </dgm:t>
    </dgm:pt>
    <dgm:pt modelId="{C23A3366-7E39-422D-B32C-AF9CD758E66E}" type="sibTrans" cxnId="{74485BC8-0F31-4641-A000-C16A1FF39A6E}">
      <dgm:prSet/>
      <dgm:spPr/>
      <dgm:t>
        <a:bodyPr/>
        <a:lstStyle/>
        <a:p>
          <a:endParaRPr lang="uk-UA"/>
        </a:p>
      </dgm:t>
    </dgm:pt>
    <dgm:pt modelId="{0A1E132A-2B17-4492-8F34-13A5410A14ED}">
      <dgm:prSet/>
      <dgm:spPr/>
      <dgm:t>
        <a:bodyPr/>
        <a:lstStyle/>
        <a:p>
          <a:r>
            <a:rPr lang="uk-UA" b="0" i="0" dirty="0"/>
            <a:t>українське національне відродження в Наддніпрянщині</a:t>
          </a:r>
          <a:endParaRPr lang="uk-UA" dirty="0"/>
        </a:p>
      </dgm:t>
    </dgm:pt>
    <dgm:pt modelId="{4EB8391B-03FA-482A-82A6-48FE0736D486}" type="parTrans" cxnId="{D39635FB-279B-45A1-8B58-E74BFA42A7C8}">
      <dgm:prSet/>
      <dgm:spPr/>
      <dgm:t>
        <a:bodyPr/>
        <a:lstStyle/>
        <a:p>
          <a:endParaRPr lang="uk-UA"/>
        </a:p>
      </dgm:t>
    </dgm:pt>
    <dgm:pt modelId="{837F9E47-FE4B-4D9C-A8EA-82151ABA2887}" type="sibTrans" cxnId="{D39635FB-279B-45A1-8B58-E74BFA42A7C8}">
      <dgm:prSet/>
      <dgm:spPr/>
      <dgm:t>
        <a:bodyPr/>
        <a:lstStyle/>
        <a:p>
          <a:endParaRPr lang="uk-UA"/>
        </a:p>
      </dgm:t>
    </dgm:pt>
    <dgm:pt modelId="{190D42DF-E3A8-4FAE-9ED1-C47A9408BF74}" type="pres">
      <dgm:prSet presAssocID="{5A9EB746-86A7-443E-A559-4B32E25E1D98}" presName="linear" presStyleCnt="0">
        <dgm:presLayoutVars>
          <dgm:animLvl val="lvl"/>
          <dgm:resizeHandles val="exact"/>
        </dgm:presLayoutVars>
      </dgm:prSet>
      <dgm:spPr/>
    </dgm:pt>
    <dgm:pt modelId="{92E5B0C7-026F-4109-973D-ADCFB68462A3}" type="pres">
      <dgm:prSet presAssocID="{2034C45C-BD8A-4351-9242-665F554AFA8E}" presName="parentText" presStyleLbl="node1" presStyleIdx="0" presStyleCnt="4">
        <dgm:presLayoutVars>
          <dgm:chMax val="0"/>
          <dgm:bulletEnabled val="1"/>
        </dgm:presLayoutVars>
      </dgm:prSet>
      <dgm:spPr/>
    </dgm:pt>
    <dgm:pt modelId="{B066F59A-81EE-427C-88F6-9ECD51F2062E}" type="pres">
      <dgm:prSet presAssocID="{823E3F05-783E-4B62-9594-16D74D76A787}" presName="spacer" presStyleCnt="0"/>
      <dgm:spPr/>
    </dgm:pt>
    <dgm:pt modelId="{94A88F06-745A-454C-8EDC-262935F458C3}" type="pres">
      <dgm:prSet presAssocID="{D53D931D-A3E7-4806-ABC9-14797B380F56}" presName="parentText" presStyleLbl="node1" presStyleIdx="1" presStyleCnt="4">
        <dgm:presLayoutVars>
          <dgm:chMax val="0"/>
          <dgm:bulletEnabled val="1"/>
        </dgm:presLayoutVars>
      </dgm:prSet>
      <dgm:spPr/>
    </dgm:pt>
    <dgm:pt modelId="{799D4345-0609-49F3-92BC-0BC6F42C9A56}" type="pres">
      <dgm:prSet presAssocID="{D609C13D-27CF-4939-B893-209C606A2ECE}" presName="spacer" presStyleCnt="0"/>
      <dgm:spPr/>
    </dgm:pt>
    <dgm:pt modelId="{C5D480BB-6727-4CE4-842D-74C2BE3AFAE7}" type="pres">
      <dgm:prSet presAssocID="{13882709-F443-47D1-B100-901553A7E4EE}" presName="parentText" presStyleLbl="node1" presStyleIdx="2" presStyleCnt="4">
        <dgm:presLayoutVars>
          <dgm:chMax val="0"/>
          <dgm:bulletEnabled val="1"/>
        </dgm:presLayoutVars>
      </dgm:prSet>
      <dgm:spPr/>
    </dgm:pt>
    <dgm:pt modelId="{C0571C04-BBBD-4A49-8F7F-2B009D341D73}" type="pres">
      <dgm:prSet presAssocID="{C23A3366-7E39-422D-B32C-AF9CD758E66E}" presName="spacer" presStyleCnt="0"/>
      <dgm:spPr/>
    </dgm:pt>
    <dgm:pt modelId="{E441B18D-44C6-4AED-B94A-C9FEB152E84A}" type="pres">
      <dgm:prSet presAssocID="{0A1E132A-2B17-4492-8F34-13A5410A14ED}" presName="parentText" presStyleLbl="node1" presStyleIdx="3" presStyleCnt="4">
        <dgm:presLayoutVars>
          <dgm:chMax val="0"/>
          <dgm:bulletEnabled val="1"/>
        </dgm:presLayoutVars>
      </dgm:prSet>
      <dgm:spPr/>
    </dgm:pt>
  </dgm:ptLst>
  <dgm:cxnLst>
    <dgm:cxn modelId="{05783A39-9A31-4EF8-97B7-86F9CF331108}" type="presOf" srcId="{5A9EB746-86A7-443E-A559-4B32E25E1D98}" destId="{190D42DF-E3A8-4FAE-9ED1-C47A9408BF74}" srcOrd="0" destOrd="0" presId="urn:microsoft.com/office/officeart/2005/8/layout/vList2"/>
    <dgm:cxn modelId="{C310AC4B-C5B9-4381-81AB-F2DB8E5883C3}" type="presOf" srcId="{13882709-F443-47D1-B100-901553A7E4EE}" destId="{C5D480BB-6727-4CE4-842D-74C2BE3AFAE7}" srcOrd="0" destOrd="0" presId="urn:microsoft.com/office/officeart/2005/8/layout/vList2"/>
    <dgm:cxn modelId="{83C1D69C-0BCA-420E-B189-78F9416FBAD7}" srcId="{5A9EB746-86A7-443E-A559-4B32E25E1D98}" destId="{D53D931D-A3E7-4806-ABC9-14797B380F56}" srcOrd="1" destOrd="0" parTransId="{7EC2B259-BB98-43DC-8E8B-00AA70E2781D}" sibTransId="{D609C13D-27CF-4939-B893-209C606A2ECE}"/>
    <dgm:cxn modelId="{67B7C3BF-DBA5-4309-82FA-CF95EB543CAA}" type="presOf" srcId="{D53D931D-A3E7-4806-ABC9-14797B380F56}" destId="{94A88F06-745A-454C-8EDC-262935F458C3}" srcOrd="0" destOrd="0" presId="urn:microsoft.com/office/officeart/2005/8/layout/vList2"/>
    <dgm:cxn modelId="{74485BC8-0F31-4641-A000-C16A1FF39A6E}" srcId="{5A9EB746-86A7-443E-A559-4B32E25E1D98}" destId="{13882709-F443-47D1-B100-901553A7E4EE}" srcOrd="2" destOrd="0" parTransId="{6B9DD14A-1EBC-4F99-9B51-2CF605735781}" sibTransId="{C23A3366-7E39-422D-B32C-AF9CD758E66E}"/>
    <dgm:cxn modelId="{1E88FBD0-FAB6-49D6-9C62-F1589E1C70BF}" type="presOf" srcId="{2034C45C-BD8A-4351-9242-665F554AFA8E}" destId="{92E5B0C7-026F-4109-973D-ADCFB68462A3}" srcOrd="0" destOrd="0" presId="urn:microsoft.com/office/officeart/2005/8/layout/vList2"/>
    <dgm:cxn modelId="{1A5F23E3-6D86-43D6-BDF9-959D967BAC4B}" srcId="{5A9EB746-86A7-443E-A559-4B32E25E1D98}" destId="{2034C45C-BD8A-4351-9242-665F554AFA8E}" srcOrd="0" destOrd="0" parTransId="{3C984ED5-3592-43B4-B496-F8CDB99B18AE}" sibTransId="{823E3F05-783E-4B62-9594-16D74D76A787}"/>
    <dgm:cxn modelId="{D060A2E4-F716-4CD1-8BE9-99189F134306}" type="presOf" srcId="{0A1E132A-2B17-4492-8F34-13A5410A14ED}" destId="{E441B18D-44C6-4AED-B94A-C9FEB152E84A}" srcOrd="0" destOrd="0" presId="urn:microsoft.com/office/officeart/2005/8/layout/vList2"/>
    <dgm:cxn modelId="{D39635FB-279B-45A1-8B58-E74BFA42A7C8}" srcId="{5A9EB746-86A7-443E-A559-4B32E25E1D98}" destId="{0A1E132A-2B17-4492-8F34-13A5410A14ED}" srcOrd="3" destOrd="0" parTransId="{4EB8391B-03FA-482A-82A6-48FE0736D486}" sibTransId="{837F9E47-FE4B-4D9C-A8EA-82151ABA2887}"/>
    <dgm:cxn modelId="{F58E823A-33CD-462D-A1FA-DDD7EF8AEB8C}" type="presParOf" srcId="{190D42DF-E3A8-4FAE-9ED1-C47A9408BF74}" destId="{92E5B0C7-026F-4109-973D-ADCFB68462A3}" srcOrd="0" destOrd="0" presId="urn:microsoft.com/office/officeart/2005/8/layout/vList2"/>
    <dgm:cxn modelId="{A55B259D-823E-4E34-B1AA-309331F05445}" type="presParOf" srcId="{190D42DF-E3A8-4FAE-9ED1-C47A9408BF74}" destId="{B066F59A-81EE-427C-88F6-9ECD51F2062E}" srcOrd="1" destOrd="0" presId="urn:microsoft.com/office/officeart/2005/8/layout/vList2"/>
    <dgm:cxn modelId="{35EEF6D0-CCEB-4086-BDC5-77BEC48A3974}" type="presParOf" srcId="{190D42DF-E3A8-4FAE-9ED1-C47A9408BF74}" destId="{94A88F06-745A-454C-8EDC-262935F458C3}" srcOrd="2" destOrd="0" presId="urn:microsoft.com/office/officeart/2005/8/layout/vList2"/>
    <dgm:cxn modelId="{0CA9E7F8-D4BC-4202-9E9D-9AB944C3701E}" type="presParOf" srcId="{190D42DF-E3A8-4FAE-9ED1-C47A9408BF74}" destId="{799D4345-0609-49F3-92BC-0BC6F42C9A56}" srcOrd="3" destOrd="0" presId="urn:microsoft.com/office/officeart/2005/8/layout/vList2"/>
    <dgm:cxn modelId="{7B6C002A-E19E-4ED7-9C66-4CBB4EFC0F69}" type="presParOf" srcId="{190D42DF-E3A8-4FAE-9ED1-C47A9408BF74}" destId="{C5D480BB-6727-4CE4-842D-74C2BE3AFAE7}" srcOrd="4" destOrd="0" presId="urn:microsoft.com/office/officeart/2005/8/layout/vList2"/>
    <dgm:cxn modelId="{0F35102D-27A6-47F7-A4EE-75F0419DD1A9}" type="presParOf" srcId="{190D42DF-E3A8-4FAE-9ED1-C47A9408BF74}" destId="{C0571C04-BBBD-4A49-8F7F-2B009D341D73}" srcOrd="5" destOrd="0" presId="urn:microsoft.com/office/officeart/2005/8/layout/vList2"/>
    <dgm:cxn modelId="{ECC69171-4531-4744-90E0-A21CF2FE88E2}" type="presParOf" srcId="{190D42DF-E3A8-4FAE-9ED1-C47A9408BF74}" destId="{E441B18D-44C6-4AED-B94A-C9FEB152E84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20E07DC2-21D9-4E21-9879-DB7CD7F02712}"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19FF88E-B1AC-45D1-AE6A-4A19671DF6B4}">
      <dgm:prSet/>
      <dgm:spPr/>
      <dgm:t>
        <a:bodyPr/>
        <a:lstStyle/>
        <a:p>
          <a:r>
            <a:rPr lang="uk-UA" b="0" i="0" dirty="0"/>
            <a:t>утворення Кирило-Мефодіївського братства</a:t>
          </a:r>
          <a:endParaRPr lang="uk-UA" dirty="0"/>
        </a:p>
      </dgm:t>
    </dgm:pt>
    <dgm:pt modelId="{2E74EFDE-82BC-4DF7-93B1-D4C4E897C0DC}" type="parTrans" cxnId="{B11920B7-4148-4E2C-9D17-7AC6503AD127}">
      <dgm:prSet/>
      <dgm:spPr/>
      <dgm:t>
        <a:bodyPr/>
        <a:lstStyle/>
        <a:p>
          <a:endParaRPr lang="uk-UA"/>
        </a:p>
      </dgm:t>
    </dgm:pt>
    <dgm:pt modelId="{8ABE8068-EBBE-4306-AA57-962B7F93793A}" type="sibTrans" cxnId="{B11920B7-4148-4E2C-9D17-7AC6503AD127}">
      <dgm:prSet/>
      <dgm:spPr/>
      <dgm:t>
        <a:bodyPr/>
        <a:lstStyle/>
        <a:p>
          <a:endParaRPr lang="uk-UA"/>
        </a:p>
      </dgm:t>
    </dgm:pt>
    <dgm:pt modelId="{8E6EE927-7483-4F39-9C9A-282EA22D9B1D}">
      <dgm:prSet/>
      <dgm:spPr/>
      <dgm:t>
        <a:bodyPr/>
        <a:lstStyle/>
        <a:p>
          <a:r>
            <a:rPr lang="uk-UA" b="0" i="0" dirty="0"/>
            <a:t>формування козацьких полків і земського ополчення</a:t>
          </a:r>
          <a:endParaRPr lang="uk-UA" dirty="0"/>
        </a:p>
      </dgm:t>
    </dgm:pt>
    <dgm:pt modelId="{FE94C5A0-74F3-4165-867B-A03C28459E5F}" type="parTrans" cxnId="{622E6108-843D-42D8-9EE4-F585E9A18028}">
      <dgm:prSet/>
      <dgm:spPr/>
      <dgm:t>
        <a:bodyPr/>
        <a:lstStyle/>
        <a:p>
          <a:endParaRPr lang="uk-UA"/>
        </a:p>
      </dgm:t>
    </dgm:pt>
    <dgm:pt modelId="{8E725826-EEB0-4762-A267-215793470035}" type="sibTrans" cxnId="{622E6108-843D-42D8-9EE4-F585E9A18028}">
      <dgm:prSet/>
      <dgm:spPr/>
      <dgm:t>
        <a:bodyPr/>
        <a:lstStyle/>
        <a:p>
          <a:endParaRPr lang="uk-UA"/>
        </a:p>
      </dgm:t>
    </dgm:pt>
    <dgm:pt modelId="{D007615D-3444-4B11-B625-5756E912FD29}">
      <dgm:prSet/>
      <dgm:spPr/>
      <dgm:t>
        <a:bodyPr/>
        <a:lstStyle/>
        <a:p>
          <a:r>
            <a:rPr lang="uk-UA" b="0" i="0"/>
            <a:t>повстання Чернігівського полку</a:t>
          </a:r>
          <a:endParaRPr lang="uk-UA"/>
        </a:p>
      </dgm:t>
    </dgm:pt>
    <dgm:pt modelId="{55090619-F46C-4A3E-A24B-A8B7B97E0353}" type="parTrans" cxnId="{D4F7B0E8-9589-4506-9DCF-ADA2198CB209}">
      <dgm:prSet/>
      <dgm:spPr/>
      <dgm:t>
        <a:bodyPr/>
        <a:lstStyle/>
        <a:p>
          <a:endParaRPr lang="uk-UA"/>
        </a:p>
      </dgm:t>
    </dgm:pt>
    <dgm:pt modelId="{7EDE0C38-F339-46E8-B81A-36A42A8746AA}" type="sibTrans" cxnId="{D4F7B0E8-9589-4506-9DCF-ADA2198CB209}">
      <dgm:prSet/>
      <dgm:spPr/>
      <dgm:t>
        <a:bodyPr/>
        <a:lstStyle/>
        <a:p>
          <a:endParaRPr lang="uk-UA"/>
        </a:p>
      </dgm:t>
    </dgm:pt>
    <dgm:pt modelId="{92FA66B1-D34D-4245-B781-A01574C34C8C}">
      <dgm:prSet/>
      <dgm:spPr/>
      <dgm:t>
        <a:bodyPr/>
        <a:lstStyle/>
        <a:p>
          <a:r>
            <a:rPr lang="uk-UA" b="0" i="0"/>
            <a:t>поділи Речі Посполитої</a:t>
          </a:r>
          <a:endParaRPr lang="uk-UA"/>
        </a:p>
      </dgm:t>
    </dgm:pt>
    <dgm:pt modelId="{D020D539-C0CF-4425-B496-3A53F93F6376}" type="parTrans" cxnId="{C527FCF4-D5A0-4A1F-A7B4-D8C6921C003B}">
      <dgm:prSet/>
      <dgm:spPr/>
      <dgm:t>
        <a:bodyPr/>
        <a:lstStyle/>
        <a:p>
          <a:endParaRPr lang="uk-UA"/>
        </a:p>
      </dgm:t>
    </dgm:pt>
    <dgm:pt modelId="{3AA82A43-7B30-4085-AA00-B12098FE38DA}" type="sibTrans" cxnId="{C527FCF4-D5A0-4A1F-A7B4-D8C6921C003B}">
      <dgm:prSet/>
      <dgm:spPr/>
      <dgm:t>
        <a:bodyPr/>
        <a:lstStyle/>
        <a:p>
          <a:endParaRPr lang="uk-UA"/>
        </a:p>
      </dgm:t>
    </dgm:pt>
    <dgm:pt modelId="{E74EA036-504E-4E4F-8833-CFFBE5DBE409}">
      <dgm:prSet/>
      <dgm:spPr/>
      <dgm:t>
        <a:bodyPr/>
        <a:lstStyle/>
        <a:p>
          <a:r>
            <a:rPr lang="uk-UA" b="0" i="0" dirty="0"/>
            <a:t>ліквідація Задунайської Січ</a:t>
          </a:r>
          <a:endParaRPr lang="uk-UA" dirty="0"/>
        </a:p>
      </dgm:t>
    </dgm:pt>
    <dgm:pt modelId="{200A3E1C-3F05-4B24-A8CD-4E6630F2D70D}" type="parTrans" cxnId="{A689341F-DC88-4A7C-8330-69D75BEDB9EE}">
      <dgm:prSet/>
      <dgm:spPr/>
      <dgm:t>
        <a:bodyPr/>
        <a:lstStyle/>
        <a:p>
          <a:endParaRPr lang="uk-UA"/>
        </a:p>
      </dgm:t>
    </dgm:pt>
    <dgm:pt modelId="{26DFAC77-3958-4CD2-8A19-EA4933845FBA}" type="sibTrans" cxnId="{A689341F-DC88-4A7C-8330-69D75BEDB9EE}">
      <dgm:prSet/>
      <dgm:spPr/>
      <dgm:t>
        <a:bodyPr/>
        <a:lstStyle/>
        <a:p>
          <a:endParaRPr lang="uk-UA"/>
        </a:p>
      </dgm:t>
    </dgm:pt>
    <dgm:pt modelId="{CA36940D-5A43-49EE-8666-7ED6B81480D2}" type="pres">
      <dgm:prSet presAssocID="{20E07DC2-21D9-4E21-9879-DB7CD7F02712}" presName="linearFlow" presStyleCnt="0">
        <dgm:presLayoutVars>
          <dgm:dir/>
          <dgm:resizeHandles val="exact"/>
        </dgm:presLayoutVars>
      </dgm:prSet>
      <dgm:spPr/>
    </dgm:pt>
    <dgm:pt modelId="{24205EB8-FFED-4102-989C-513450E122B3}" type="pres">
      <dgm:prSet presAssocID="{119FF88E-B1AC-45D1-AE6A-4A19671DF6B4}" presName="composite" presStyleCnt="0"/>
      <dgm:spPr/>
    </dgm:pt>
    <dgm:pt modelId="{0FC7934A-BB92-46F1-8C0F-C33DBEB47357}" type="pres">
      <dgm:prSet presAssocID="{119FF88E-B1AC-45D1-AE6A-4A19671DF6B4}" presName="imgShp" presStyleLbl="fgImgPlace1" presStyleIdx="0" presStyleCnt="5"/>
      <dgm:spPr/>
    </dgm:pt>
    <dgm:pt modelId="{6D20FF14-C061-4C0C-8024-067CB2BE314B}" type="pres">
      <dgm:prSet presAssocID="{119FF88E-B1AC-45D1-AE6A-4A19671DF6B4}" presName="txShp" presStyleLbl="node1" presStyleIdx="0" presStyleCnt="5">
        <dgm:presLayoutVars>
          <dgm:bulletEnabled val="1"/>
        </dgm:presLayoutVars>
      </dgm:prSet>
      <dgm:spPr/>
    </dgm:pt>
    <dgm:pt modelId="{30339339-E9BA-4F79-9030-6F212B086C77}" type="pres">
      <dgm:prSet presAssocID="{8ABE8068-EBBE-4306-AA57-962B7F93793A}" presName="spacing" presStyleCnt="0"/>
      <dgm:spPr/>
    </dgm:pt>
    <dgm:pt modelId="{D35C372E-80DC-41AD-81FB-65B8A6981418}" type="pres">
      <dgm:prSet presAssocID="{8E6EE927-7483-4F39-9C9A-282EA22D9B1D}" presName="composite" presStyleCnt="0"/>
      <dgm:spPr/>
    </dgm:pt>
    <dgm:pt modelId="{49AA7C23-9893-47EF-A847-DE24EC6DFBC7}" type="pres">
      <dgm:prSet presAssocID="{8E6EE927-7483-4F39-9C9A-282EA22D9B1D}" presName="imgShp" presStyleLbl="fgImgPlace1" presStyleIdx="1" presStyleCnt="5"/>
      <dgm:spPr/>
    </dgm:pt>
    <dgm:pt modelId="{6CC69CEE-0131-4474-B5E4-717996B0E330}" type="pres">
      <dgm:prSet presAssocID="{8E6EE927-7483-4F39-9C9A-282EA22D9B1D}" presName="txShp" presStyleLbl="node1" presStyleIdx="1" presStyleCnt="5">
        <dgm:presLayoutVars>
          <dgm:bulletEnabled val="1"/>
        </dgm:presLayoutVars>
      </dgm:prSet>
      <dgm:spPr/>
    </dgm:pt>
    <dgm:pt modelId="{6F6A7EB9-D62B-4E6B-BE0A-51876A4BE58C}" type="pres">
      <dgm:prSet presAssocID="{8E725826-EEB0-4762-A267-215793470035}" presName="spacing" presStyleCnt="0"/>
      <dgm:spPr/>
    </dgm:pt>
    <dgm:pt modelId="{D86A8901-5B2E-401C-AB26-14D41CD64DDF}" type="pres">
      <dgm:prSet presAssocID="{D007615D-3444-4B11-B625-5756E912FD29}" presName="composite" presStyleCnt="0"/>
      <dgm:spPr/>
    </dgm:pt>
    <dgm:pt modelId="{1489C41B-CF0B-4AD0-9A56-F4D1F4481A59}" type="pres">
      <dgm:prSet presAssocID="{D007615D-3444-4B11-B625-5756E912FD29}" presName="imgShp" presStyleLbl="fgImgPlace1" presStyleIdx="2" presStyleCnt="5"/>
      <dgm:spPr/>
    </dgm:pt>
    <dgm:pt modelId="{7CB1A963-6528-4AD2-8ADB-B2DF44DC5924}" type="pres">
      <dgm:prSet presAssocID="{D007615D-3444-4B11-B625-5756E912FD29}" presName="txShp" presStyleLbl="node1" presStyleIdx="2" presStyleCnt="5">
        <dgm:presLayoutVars>
          <dgm:bulletEnabled val="1"/>
        </dgm:presLayoutVars>
      </dgm:prSet>
      <dgm:spPr/>
    </dgm:pt>
    <dgm:pt modelId="{6ACE2143-9047-4B19-8F71-14482EDA40E2}" type="pres">
      <dgm:prSet presAssocID="{7EDE0C38-F339-46E8-B81A-36A42A8746AA}" presName="spacing" presStyleCnt="0"/>
      <dgm:spPr/>
    </dgm:pt>
    <dgm:pt modelId="{5F5651A4-49C6-4279-9DF2-76B8DB36C71D}" type="pres">
      <dgm:prSet presAssocID="{92FA66B1-D34D-4245-B781-A01574C34C8C}" presName="composite" presStyleCnt="0"/>
      <dgm:spPr/>
    </dgm:pt>
    <dgm:pt modelId="{E57097CE-8D65-485D-AAA5-305F0C6B9B8A}" type="pres">
      <dgm:prSet presAssocID="{92FA66B1-D34D-4245-B781-A01574C34C8C}" presName="imgShp" presStyleLbl="fgImgPlace1" presStyleIdx="3" presStyleCnt="5"/>
      <dgm:spPr/>
    </dgm:pt>
    <dgm:pt modelId="{B172EB5D-DB43-4EA2-8075-237D202BB01C}" type="pres">
      <dgm:prSet presAssocID="{92FA66B1-D34D-4245-B781-A01574C34C8C}" presName="txShp" presStyleLbl="node1" presStyleIdx="3" presStyleCnt="5">
        <dgm:presLayoutVars>
          <dgm:bulletEnabled val="1"/>
        </dgm:presLayoutVars>
      </dgm:prSet>
      <dgm:spPr/>
    </dgm:pt>
    <dgm:pt modelId="{C0B8B8C0-A33D-40CE-AA20-F94DAD2AC633}" type="pres">
      <dgm:prSet presAssocID="{3AA82A43-7B30-4085-AA00-B12098FE38DA}" presName="spacing" presStyleCnt="0"/>
      <dgm:spPr/>
    </dgm:pt>
    <dgm:pt modelId="{40DF3357-3600-4935-9DA2-D9AB217EA9A6}" type="pres">
      <dgm:prSet presAssocID="{E74EA036-504E-4E4F-8833-CFFBE5DBE409}" presName="composite" presStyleCnt="0"/>
      <dgm:spPr/>
    </dgm:pt>
    <dgm:pt modelId="{47AAC984-E237-4AF6-AF87-9C27F11E81E7}" type="pres">
      <dgm:prSet presAssocID="{E74EA036-504E-4E4F-8833-CFFBE5DBE409}" presName="imgShp" presStyleLbl="fgImgPlace1" presStyleIdx="4" presStyleCnt="5"/>
      <dgm:spPr/>
    </dgm:pt>
    <dgm:pt modelId="{1E412114-61D4-4710-A70F-77A5F7CCCFDB}" type="pres">
      <dgm:prSet presAssocID="{E74EA036-504E-4E4F-8833-CFFBE5DBE409}" presName="txShp" presStyleLbl="node1" presStyleIdx="4" presStyleCnt="5">
        <dgm:presLayoutVars>
          <dgm:bulletEnabled val="1"/>
        </dgm:presLayoutVars>
      </dgm:prSet>
      <dgm:spPr/>
    </dgm:pt>
  </dgm:ptLst>
  <dgm:cxnLst>
    <dgm:cxn modelId="{622E6108-843D-42D8-9EE4-F585E9A18028}" srcId="{20E07DC2-21D9-4E21-9879-DB7CD7F02712}" destId="{8E6EE927-7483-4F39-9C9A-282EA22D9B1D}" srcOrd="1" destOrd="0" parTransId="{FE94C5A0-74F3-4165-867B-A03C28459E5F}" sibTransId="{8E725826-EEB0-4762-A267-215793470035}"/>
    <dgm:cxn modelId="{B7534310-EF52-4091-977A-A5D9847EE0C1}" type="presOf" srcId="{8E6EE927-7483-4F39-9C9A-282EA22D9B1D}" destId="{6CC69CEE-0131-4474-B5E4-717996B0E330}" srcOrd="0" destOrd="0" presId="urn:microsoft.com/office/officeart/2005/8/layout/vList3"/>
    <dgm:cxn modelId="{A689341F-DC88-4A7C-8330-69D75BEDB9EE}" srcId="{20E07DC2-21D9-4E21-9879-DB7CD7F02712}" destId="{E74EA036-504E-4E4F-8833-CFFBE5DBE409}" srcOrd="4" destOrd="0" parTransId="{200A3E1C-3F05-4B24-A8CD-4E6630F2D70D}" sibTransId="{26DFAC77-3958-4CD2-8A19-EA4933845FBA}"/>
    <dgm:cxn modelId="{C97BC26E-2750-4C07-B141-F41DE280380E}" type="presOf" srcId="{92FA66B1-D34D-4245-B781-A01574C34C8C}" destId="{B172EB5D-DB43-4EA2-8075-237D202BB01C}" srcOrd="0" destOrd="0" presId="urn:microsoft.com/office/officeart/2005/8/layout/vList3"/>
    <dgm:cxn modelId="{B11920B7-4148-4E2C-9D17-7AC6503AD127}" srcId="{20E07DC2-21D9-4E21-9879-DB7CD7F02712}" destId="{119FF88E-B1AC-45D1-AE6A-4A19671DF6B4}" srcOrd="0" destOrd="0" parTransId="{2E74EFDE-82BC-4DF7-93B1-D4C4E897C0DC}" sibTransId="{8ABE8068-EBBE-4306-AA57-962B7F93793A}"/>
    <dgm:cxn modelId="{A82D8DB7-E7CE-43A6-9951-F9624AD5945D}" type="presOf" srcId="{D007615D-3444-4B11-B625-5756E912FD29}" destId="{7CB1A963-6528-4AD2-8ADB-B2DF44DC5924}" srcOrd="0" destOrd="0" presId="urn:microsoft.com/office/officeart/2005/8/layout/vList3"/>
    <dgm:cxn modelId="{848551CE-F3A7-4D63-878F-008AACEEF8A1}" type="presOf" srcId="{20E07DC2-21D9-4E21-9879-DB7CD7F02712}" destId="{CA36940D-5A43-49EE-8666-7ED6B81480D2}" srcOrd="0" destOrd="0" presId="urn:microsoft.com/office/officeart/2005/8/layout/vList3"/>
    <dgm:cxn modelId="{5F3414E3-B537-4D98-878E-1B542884485A}" type="presOf" srcId="{E74EA036-504E-4E4F-8833-CFFBE5DBE409}" destId="{1E412114-61D4-4710-A70F-77A5F7CCCFDB}" srcOrd="0" destOrd="0" presId="urn:microsoft.com/office/officeart/2005/8/layout/vList3"/>
    <dgm:cxn modelId="{CE3007E5-F006-4866-A866-04D7B9E06650}" type="presOf" srcId="{119FF88E-B1AC-45D1-AE6A-4A19671DF6B4}" destId="{6D20FF14-C061-4C0C-8024-067CB2BE314B}" srcOrd="0" destOrd="0" presId="urn:microsoft.com/office/officeart/2005/8/layout/vList3"/>
    <dgm:cxn modelId="{D4F7B0E8-9589-4506-9DCF-ADA2198CB209}" srcId="{20E07DC2-21D9-4E21-9879-DB7CD7F02712}" destId="{D007615D-3444-4B11-B625-5756E912FD29}" srcOrd="2" destOrd="0" parTransId="{55090619-F46C-4A3E-A24B-A8B7B97E0353}" sibTransId="{7EDE0C38-F339-46E8-B81A-36A42A8746AA}"/>
    <dgm:cxn modelId="{C527FCF4-D5A0-4A1F-A7B4-D8C6921C003B}" srcId="{20E07DC2-21D9-4E21-9879-DB7CD7F02712}" destId="{92FA66B1-D34D-4245-B781-A01574C34C8C}" srcOrd="3" destOrd="0" parTransId="{D020D539-C0CF-4425-B496-3A53F93F6376}" sibTransId="{3AA82A43-7B30-4085-AA00-B12098FE38DA}"/>
    <dgm:cxn modelId="{D0B712B9-A5A9-4A17-ADEC-DC7FBF274AF3}" type="presParOf" srcId="{CA36940D-5A43-49EE-8666-7ED6B81480D2}" destId="{24205EB8-FFED-4102-989C-513450E122B3}" srcOrd="0" destOrd="0" presId="urn:microsoft.com/office/officeart/2005/8/layout/vList3"/>
    <dgm:cxn modelId="{31EBD018-F603-43EF-8B92-86B0AE4E4A0A}" type="presParOf" srcId="{24205EB8-FFED-4102-989C-513450E122B3}" destId="{0FC7934A-BB92-46F1-8C0F-C33DBEB47357}" srcOrd="0" destOrd="0" presId="urn:microsoft.com/office/officeart/2005/8/layout/vList3"/>
    <dgm:cxn modelId="{BA37BB1F-C5CA-49B3-86BB-B36BBD8EBB6D}" type="presParOf" srcId="{24205EB8-FFED-4102-989C-513450E122B3}" destId="{6D20FF14-C061-4C0C-8024-067CB2BE314B}" srcOrd="1" destOrd="0" presId="urn:microsoft.com/office/officeart/2005/8/layout/vList3"/>
    <dgm:cxn modelId="{DDBBCFB1-59A4-44C6-89D7-60DD08057134}" type="presParOf" srcId="{CA36940D-5A43-49EE-8666-7ED6B81480D2}" destId="{30339339-E9BA-4F79-9030-6F212B086C77}" srcOrd="1" destOrd="0" presId="urn:microsoft.com/office/officeart/2005/8/layout/vList3"/>
    <dgm:cxn modelId="{8E5A065A-D2D1-431D-B063-4C6A2FDFECCA}" type="presParOf" srcId="{CA36940D-5A43-49EE-8666-7ED6B81480D2}" destId="{D35C372E-80DC-41AD-81FB-65B8A6981418}" srcOrd="2" destOrd="0" presId="urn:microsoft.com/office/officeart/2005/8/layout/vList3"/>
    <dgm:cxn modelId="{3F306E7C-B836-4773-A2C6-E28F3EBCCB34}" type="presParOf" srcId="{D35C372E-80DC-41AD-81FB-65B8A6981418}" destId="{49AA7C23-9893-47EF-A847-DE24EC6DFBC7}" srcOrd="0" destOrd="0" presId="urn:microsoft.com/office/officeart/2005/8/layout/vList3"/>
    <dgm:cxn modelId="{7C55296E-1481-44C4-9EE7-7B5C2EED6C4E}" type="presParOf" srcId="{D35C372E-80DC-41AD-81FB-65B8A6981418}" destId="{6CC69CEE-0131-4474-B5E4-717996B0E330}" srcOrd="1" destOrd="0" presId="urn:microsoft.com/office/officeart/2005/8/layout/vList3"/>
    <dgm:cxn modelId="{DDCE4B29-EA24-4BAA-96F2-9F2AD71E56CB}" type="presParOf" srcId="{CA36940D-5A43-49EE-8666-7ED6B81480D2}" destId="{6F6A7EB9-D62B-4E6B-BE0A-51876A4BE58C}" srcOrd="3" destOrd="0" presId="urn:microsoft.com/office/officeart/2005/8/layout/vList3"/>
    <dgm:cxn modelId="{BCE07ABE-CC09-4228-BB73-F3099628052F}" type="presParOf" srcId="{CA36940D-5A43-49EE-8666-7ED6B81480D2}" destId="{D86A8901-5B2E-401C-AB26-14D41CD64DDF}" srcOrd="4" destOrd="0" presId="urn:microsoft.com/office/officeart/2005/8/layout/vList3"/>
    <dgm:cxn modelId="{98B0A67C-EB72-44C3-83EB-2D28F851DFF2}" type="presParOf" srcId="{D86A8901-5B2E-401C-AB26-14D41CD64DDF}" destId="{1489C41B-CF0B-4AD0-9A56-F4D1F4481A59}" srcOrd="0" destOrd="0" presId="urn:microsoft.com/office/officeart/2005/8/layout/vList3"/>
    <dgm:cxn modelId="{17DF4A20-EB2F-4ADC-AC21-67696A14C0B6}" type="presParOf" srcId="{D86A8901-5B2E-401C-AB26-14D41CD64DDF}" destId="{7CB1A963-6528-4AD2-8ADB-B2DF44DC5924}" srcOrd="1" destOrd="0" presId="urn:microsoft.com/office/officeart/2005/8/layout/vList3"/>
    <dgm:cxn modelId="{3B37E35A-8CBF-45EA-98E0-9D38A5F480C0}" type="presParOf" srcId="{CA36940D-5A43-49EE-8666-7ED6B81480D2}" destId="{6ACE2143-9047-4B19-8F71-14482EDA40E2}" srcOrd="5" destOrd="0" presId="urn:microsoft.com/office/officeart/2005/8/layout/vList3"/>
    <dgm:cxn modelId="{D34C57AB-6815-4CD7-ACBA-F41C68B4A5CE}" type="presParOf" srcId="{CA36940D-5A43-49EE-8666-7ED6B81480D2}" destId="{5F5651A4-49C6-4279-9DF2-76B8DB36C71D}" srcOrd="6" destOrd="0" presId="urn:microsoft.com/office/officeart/2005/8/layout/vList3"/>
    <dgm:cxn modelId="{62DDB76C-4DDA-418B-81DD-B52B01CEA31E}" type="presParOf" srcId="{5F5651A4-49C6-4279-9DF2-76B8DB36C71D}" destId="{E57097CE-8D65-485D-AAA5-305F0C6B9B8A}" srcOrd="0" destOrd="0" presId="urn:microsoft.com/office/officeart/2005/8/layout/vList3"/>
    <dgm:cxn modelId="{8577D466-F3CB-4725-AB38-39F4AA746E2F}" type="presParOf" srcId="{5F5651A4-49C6-4279-9DF2-76B8DB36C71D}" destId="{B172EB5D-DB43-4EA2-8075-237D202BB01C}" srcOrd="1" destOrd="0" presId="urn:microsoft.com/office/officeart/2005/8/layout/vList3"/>
    <dgm:cxn modelId="{F79DF0BE-8D2B-4DC4-BD22-097BCF9C0950}" type="presParOf" srcId="{CA36940D-5A43-49EE-8666-7ED6B81480D2}" destId="{C0B8B8C0-A33D-40CE-AA20-F94DAD2AC633}" srcOrd="7" destOrd="0" presId="urn:microsoft.com/office/officeart/2005/8/layout/vList3"/>
    <dgm:cxn modelId="{F74E63D4-52BE-47B3-B800-6504D34F100A}" type="presParOf" srcId="{CA36940D-5A43-49EE-8666-7ED6B81480D2}" destId="{40DF3357-3600-4935-9DA2-D9AB217EA9A6}" srcOrd="8" destOrd="0" presId="urn:microsoft.com/office/officeart/2005/8/layout/vList3"/>
    <dgm:cxn modelId="{2CCCD4FC-C6D9-4FA2-824A-75CBA9F49868}" type="presParOf" srcId="{40DF3357-3600-4935-9DA2-D9AB217EA9A6}" destId="{47AAC984-E237-4AF6-AF87-9C27F11E81E7}" srcOrd="0" destOrd="0" presId="urn:microsoft.com/office/officeart/2005/8/layout/vList3"/>
    <dgm:cxn modelId="{4C1C56EB-3342-4682-9750-0E14A623143E}" type="presParOf" srcId="{40DF3357-3600-4935-9DA2-D9AB217EA9A6}" destId="{1E412114-61D4-4710-A70F-77A5F7CCCFDB}"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6B78390F-10FB-49FB-934E-1B280F8E8339}"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95041586-796D-4B88-B232-3E942C5C5DE4}">
      <dgm:prSet/>
      <dgm:spPr/>
      <dgm:t>
        <a:bodyPr/>
        <a:lstStyle/>
        <a:p>
          <a:r>
            <a:rPr lang="ru-RU" b="0" i="0"/>
            <a:t>польськими військами.</a:t>
          </a:r>
          <a:endParaRPr lang="uk-UA"/>
        </a:p>
      </dgm:t>
    </dgm:pt>
    <dgm:pt modelId="{BE214820-9F92-4FB5-AB1D-82A426749D52}" type="parTrans" cxnId="{B4D160FC-E057-4BC7-9C66-90B81D32EEB0}">
      <dgm:prSet/>
      <dgm:spPr/>
      <dgm:t>
        <a:bodyPr/>
        <a:lstStyle/>
        <a:p>
          <a:endParaRPr lang="uk-UA"/>
        </a:p>
      </dgm:t>
    </dgm:pt>
    <dgm:pt modelId="{CF60AC87-F235-46E7-8C5C-E7E872E9DF5E}" type="sibTrans" cxnId="{B4D160FC-E057-4BC7-9C66-90B81D32EEB0}">
      <dgm:prSet/>
      <dgm:spPr/>
      <dgm:t>
        <a:bodyPr/>
        <a:lstStyle/>
        <a:p>
          <a:endParaRPr lang="uk-UA"/>
        </a:p>
      </dgm:t>
    </dgm:pt>
    <dgm:pt modelId="{174D811F-532B-4F6B-9057-6BCD95C7E6C2}">
      <dgm:prSet/>
      <dgm:spPr/>
      <dgm:t>
        <a:bodyPr/>
        <a:lstStyle/>
        <a:p>
          <a:r>
            <a:rPr lang="ru-RU" b="0" i="0"/>
            <a:t>турецькими військами.</a:t>
          </a:r>
          <a:endParaRPr lang="uk-UA"/>
        </a:p>
      </dgm:t>
    </dgm:pt>
    <dgm:pt modelId="{0A423A9B-7F87-4A2F-9D8D-7C89E8C09BC2}" type="parTrans" cxnId="{1C04C051-7BCC-4C41-BDF1-71AD3DD58559}">
      <dgm:prSet/>
      <dgm:spPr/>
      <dgm:t>
        <a:bodyPr/>
        <a:lstStyle/>
        <a:p>
          <a:endParaRPr lang="uk-UA"/>
        </a:p>
      </dgm:t>
    </dgm:pt>
    <dgm:pt modelId="{D2380D62-41CA-456B-8289-02216C992027}" type="sibTrans" cxnId="{1C04C051-7BCC-4C41-BDF1-71AD3DD58559}">
      <dgm:prSet/>
      <dgm:spPr/>
      <dgm:t>
        <a:bodyPr/>
        <a:lstStyle/>
        <a:p>
          <a:endParaRPr lang="uk-UA"/>
        </a:p>
      </dgm:t>
    </dgm:pt>
    <dgm:pt modelId="{679A7F1B-75D1-47E7-B88D-9FD456CB458C}">
      <dgm:prSet/>
      <dgm:spPr/>
      <dgm:t>
        <a:bodyPr/>
        <a:lstStyle/>
        <a:p>
          <a:r>
            <a:rPr lang="ru-RU" b="0" i="0"/>
            <a:t>австрійськими військами.</a:t>
          </a:r>
          <a:endParaRPr lang="uk-UA"/>
        </a:p>
      </dgm:t>
    </dgm:pt>
    <dgm:pt modelId="{82458921-6934-433C-9827-44E2AD95A743}" type="parTrans" cxnId="{09730A58-016D-4B36-BF46-65CD3CA71C56}">
      <dgm:prSet/>
      <dgm:spPr/>
      <dgm:t>
        <a:bodyPr/>
        <a:lstStyle/>
        <a:p>
          <a:endParaRPr lang="uk-UA"/>
        </a:p>
      </dgm:t>
    </dgm:pt>
    <dgm:pt modelId="{885FC744-98F8-4621-AA44-5FCCA9DE864E}" type="sibTrans" cxnId="{09730A58-016D-4B36-BF46-65CD3CA71C56}">
      <dgm:prSet/>
      <dgm:spPr/>
      <dgm:t>
        <a:bodyPr/>
        <a:lstStyle/>
        <a:p>
          <a:endParaRPr lang="uk-UA"/>
        </a:p>
      </dgm:t>
    </dgm:pt>
    <dgm:pt modelId="{CA90AA90-0551-4840-B6C7-7860B20C43EC}">
      <dgm:prSet/>
      <dgm:spPr/>
      <dgm:t>
        <a:bodyPr/>
        <a:lstStyle/>
        <a:p>
          <a:r>
            <a:rPr lang="ru-RU" b="0" i="0"/>
            <a:t>російськими військами.</a:t>
          </a:r>
          <a:endParaRPr lang="uk-UA"/>
        </a:p>
      </dgm:t>
    </dgm:pt>
    <dgm:pt modelId="{6697234A-C0FD-48FD-84E9-855D208F607F}" type="parTrans" cxnId="{C347495E-D1B2-4040-8E04-EE84F60A886D}">
      <dgm:prSet/>
      <dgm:spPr/>
      <dgm:t>
        <a:bodyPr/>
        <a:lstStyle/>
        <a:p>
          <a:endParaRPr lang="uk-UA"/>
        </a:p>
      </dgm:t>
    </dgm:pt>
    <dgm:pt modelId="{4747AE32-1CD9-4078-9999-7F295912EB60}" type="sibTrans" cxnId="{C347495E-D1B2-4040-8E04-EE84F60A886D}">
      <dgm:prSet/>
      <dgm:spPr/>
      <dgm:t>
        <a:bodyPr/>
        <a:lstStyle/>
        <a:p>
          <a:endParaRPr lang="uk-UA"/>
        </a:p>
      </dgm:t>
    </dgm:pt>
    <dgm:pt modelId="{CB1547FB-E89B-408C-9CF2-7B9390672954}" type="pres">
      <dgm:prSet presAssocID="{6B78390F-10FB-49FB-934E-1B280F8E8339}" presName="linearFlow" presStyleCnt="0">
        <dgm:presLayoutVars>
          <dgm:dir/>
          <dgm:resizeHandles val="exact"/>
        </dgm:presLayoutVars>
      </dgm:prSet>
      <dgm:spPr/>
    </dgm:pt>
    <dgm:pt modelId="{C49586FF-4699-4EAE-B5B0-BE5A6D76B3BA}" type="pres">
      <dgm:prSet presAssocID="{95041586-796D-4B88-B232-3E942C5C5DE4}" presName="composite" presStyleCnt="0"/>
      <dgm:spPr/>
    </dgm:pt>
    <dgm:pt modelId="{8BD883D7-436C-4573-93FE-FF1A98E71AFB}" type="pres">
      <dgm:prSet presAssocID="{95041586-796D-4B88-B232-3E942C5C5DE4}" presName="imgShp" presStyleLbl="fgImgPlace1" presStyleIdx="0" presStyleCnt="4"/>
      <dgm:spPr/>
    </dgm:pt>
    <dgm:pt modelId="{4F3E6A1E-5BB4-42FE-861F-F2606A0B69B6}" type="pres">
      <dgm:prSet presAssocID="{95041586-796D-4B88-B232-3E942C5C5DE4}" presName="txShp" presStyleLbl="node1" presStyleIdx="0" presStyleCnt="4">
        <dgm:presLayoutVars>
          <dgm:bulletEnabled val="1"/>
        </dgm:presLayoutVars>
      </dgm:prSet>
      <dgm:spPr/>
    </dgm:pt>
    <dgm:pt modelId="{0E3ACDDE-FDA7-4190-A0D0-86E3E120D0D2}" type="pres">
      <dgm:prSet presAssocID="{CF60AC87-F235-46E7-8C5C-E7E872E9DF5E}" presName="spacing" presStyleCnt="0"/>
      <dgm:spPr/>
    </dgm:pt>
    <dgm:pt modelId="{F9C2168E-936E-48DE-9E65-A881D293DE2A}" type="pres">
      <dgm:prSet presAssocID="{174D811F-532B-4F6B-9057-6BCD95C7E6C2}" presName="composite" presStyleCnt="0"/>
      <dgm:spPr/>
    </dgm:pt>
    <dgm:pt modelId="{E7ED36D9-8280-4878-A885-F504FA483495}" type="pres">
      <dgm:prSet presAssocID="{174D811F-532B-4F6B-9057-6BCD95C7E6C2}" presName="imgShp" presStyleLbl="fgImgPlace1" presStyleIdx="1" presStyleCnt="4"/>
      <dgm:spPr/>
    </dgm:pt>
    <dgm:pt modelId="{B4D88071-E7A6-477B-9058-E5F254259570}" type="pres">
      <dgm:prSet presAssocID="{174D811F-532B-4F6B-9057-6BCD95C7E6C2}" presName="txShp" presStyleLbl="node1" presStyleIdx="1" presStyleCnt="4">
        <dgm:presLayoutVars>
          <dgm:bulletEnabled val="1"/>
        </dgm:presLayoutVars>
      </dgm:prSet>
      <dgm:spPr/>
    </dgm:pt>
    <dgm:pt modelId="{666AE7DC-3B9F-4FA1-AE55-75EB705A69AF}" type="pres">
      <dgm:prSet presAssocID="{D2380D62-41CA-456B-8289-02216C992027}" presName="spacing" presStyleCnt="0"/>
      <dgm:spPr/>
    </dgm:pt>
    <dgm:pt modelId="{432B0752-4022-460C-931F-DDD598BB6588}" type="pres">
      <dgm:prSet presAssocID="{679A7F1B-75D1-47E7-B88D-9FD456CB458C}" presName="composite" presStyleCnt="0"/>
      <dgm:spPr/>
    </dgm:pt>
    <dgm:pt modelId="{AC0247D1-BA9B-4D39-AC42-7EEC3EF3D93E}" type="pres">
      <dgm:prSet presAssocID="{679A7F1B-75D1-47E7-B88D-9FD456CB458C}" presName="imgShp" presStyleLbl="fgImgPlace1" presStyleIdx="2" presStyleCnt="4"/>
      <dgm:spPr/>
    </dgm:pt>
    <dgm:pt modelId="{CE2E3423-FEED-48D8-8E91-6D5494303182}" type="pres">
      <dgm:prSet presAssocID="{679A7F1B-75D1-47E7-B88D-9FD456CB458C}" presName="txShp" presStyleLbl="node1" presStyleIdx="2" presStyleCnt="4">
        <dgm:presLayoutVars>
          <dgm:bulletEnabled val="1"/>
        </dgm:presLayoutVars>
      </dgm:prSet>
      <dgm:spPr/>
    </dgm:pt>
    <dgm:pt modelId="{92D27A05-4B6D-46C7-9EBC-68C375704E65}" type="pres">
      <dgm:prSet presAssocID="{885FC744-98F8-4621-AA44-5FCCA9DE864E}" presName="spacing" presStyleCnt="0"/>
      <dgm:spPr/>
    </dgm:pt>
    <dgm:pt modelId="{2388EA23-F375-4B5F-A94E-40F3D4A4F6A5}" type="pres">
      <dgm:prSet presAssocID="{CA90AA90-0551-4840-B6C7-7860B20C43EC}" presName="composite" presStyleCnt="0"/>
      <dgm:spPr/>
    </dgm:pt>
    <dgm:pt modelId="{FE87B268-C4D8-44AB-9AF3-11524B3BBD02}" type="pres">
      <dgm:prSet presAssocID="{CA90AA90-0551-4840-B6C7-7860B20C43EC}" presName="imgShp" presStyleLbl="fgImgPlace1" presStyleIdx="3" presStyleCnt="4"/>
      <dgm:spPr/>
    </dgm:pt>
    <dgm:pt modelId="{AFE165EB-AA03-4776-BCCB-487D100E154A}" type="pres">
      <dgm:prSet presAssocID="{CA90AA90-0551-4840-B6C7-7860B20C43EC}" presName="txShp" presStyleLbl="node1" presStyleIdx="3" presStyleCnt="4">
        <dgm:presLayoutVars>
          <dgm:bulletEnabled val="1"/>
        </dgm:presLayoutVars>
      </dgm:prSet>
      <dgm:spPr/>
    </dgm:pt>
  </dgm:ptLst>
  <dgm:cxnLst>
    <dgm:cxn modelId="{C347495E-D1B2-4040-8E04-EE84F60A886D}" srcId="{6B78390F-10FB-49FB-934E-1B280F8E8339}" destId="{CA90AA90-0551-4840-B6C7-7860B20C43EC}" srcOrd="3" destOrd="0" parTransId="{6697234A-C0FD-48FD-84E9-855D208F607F}" sibTransId="{4747AE32-1CD9-4078-9999-7F295912EB60}"/>
    <dgm:cxn modelId="{1C04C051-7BCC-4C41-BDF1-71AD3DD58559}" srcId="{6B78390F-10FB-49FB-934E-1B280F8E8339}" destId="{174D811F-532B-4F6B-9057-6BCD95C7E6C2}" srcOrd="1" destOrd="0" parTransId="{0A423A9B-7F87-4A2F-9D8D-7C89E8C09BC2}" sibTransId="{D2380D62-41CA-456B-8289-02216C992027}"/>
    <dgm:cxn modelId="{AD2B1F75-F864-42F3-AC91-EB14B1597B04}" type="presOf" srcId="{679A7F1B-75D1-47E7-B88D-9FD456CB458C}" destId="{CE2E3423-FEED-48D8-8E91-6D5494303182}" srcOrd="0" destOrd="0" presId="urn:microsoft.com/office/officeart/2005/8/layout/vList3"/>
    <dgm:cxn modelId="{85B42B56-7E89-41E0-AC08-E3C3B6BEFE9A}" type="presOf" srcId="{6B78390F-10FB-49FB-934E-1B280F8E8339}" destId="{CB1547FB-E89B-408C-9CF2-7B9390672954}" srcOrd="0" destOrd="0" presId="urn:microsoft.com/office/officeart/2005/8/layout/vList3"/>
    <dgm:cxn modelId="{09730A58-016D-4B36-BF46-65CD3CA71C56}" srcId="{6B78390F-10FB-49FB-934E-1B280F8E8339}" destId="{679A7F1B-75D1-47E7-B88D-9FD456CB458C}" srcOrd="2" destOrd="0" parTransId="{82458921-6934-433C-9827-44E2AD95A743}" sibTransId="{885FC744-98F8-4621-AA44-5FCCA9DE864E}"/>
    <dgm:cxn modelId="{284528A0-8BAA-42FE-9D63-001BBBA49DE5}" type="presOf" srcId="{95041586-796D-4B88-B232-3E942C5C5DE4}" destId="{4F3E6A1E-5BB4-42FE-861F-F2606A0B69B6}" srcOrd="0" destOrd="0" presId="urn:microsoft.com/office/officeart/2005/8/layout/vList3"/>
    <dgm:cxn modelId="{2AAACCA3-2781-4166-A68F-AAA862B362CB}" type="presOf" srcId="{174D811F-532B-4F6B-9057-6BCD95C7E6C2}" destId="{B4D88071-E7A6-477B-9058-E5F254259570}" srcOrd="0" destOrd="0" presId="urn:microsoft.com/office/officeart/2005/8/layout/vList3"/>
    <dgm:cxn modelId="{6949C1C7-27D9-4174-80AE-EB1CFE7EB1FC}" type="presOf" srcId="{CA90AA90-0551-4840-B6C7-7860B20C43EC}" destId="{AFE165EB-AA03-4776-BCCB-487D100E154A}" srcOrd="0" destOrd="0" presId="urn:microsoft.com/office/officeart/2005/8/layout/vList3"/>
    <dgm:cxn modelId="{B4D160FC-E057-4BC7-9C66-90B81D32EEB0}" srcId="{6B78390F-10FB-49FB-934E-1B280F8E8339}" destId="{95041586-796D-4B88-B232-3E942C5C5DE4}" srcOrd="0" destOrd="0" parTransId="{BE214820-9F92-4FB5-AB1D-82A426749D52}" sibTransId="{CF60AC87-F235-46E7-8C5C-E7E872E9DF5E}"/>
    <dgm:cxn modelId="{5B4085B9-2830-42C5-94A9-C5F16032EF28}" type="presParOf" srcId="{CB1547FB-E89B-408C-9CF2-7B9390672954}" destId="{C49586FF-4699-4EAE-B5B0-BE5A6D76B3BA}" srcOrd="0" destOrd="0" presId="urn:microsoft.com/office/officeart/2005/8/layout/vList3"/>
    <dgm:cxn modelId="{0F48B02F-CC20-4059-897B-947AA0B426EE}" type="presParOf" srcId="{C49586FF-4699-4EAE-B5B0-BE5A6D76B3BA}" destId="{8BD883D7-436C-4573-93FE-FF1A98E71AFB}" srcOrd="0" destOrd="0" presId="urn:microsoft.com/office/officeart/2005/8/layout/vList3"/>
    <dgm:cxn modelId="{9FDE04A3-B8CB-470D-AAA6-4EE94E871D2D}" type="presParOf" srcId="{C49586FF-4699-4EAE-B5B0-BE5A6D76B3BA}" destId="{4F3E6A1E-5BB4-42FE-861F-F2606A0B69B6}" srcOrd="1" destOrd="0" presId="urn:microsoft.com/office/officeart/2005/8/layout/vList3"/>
    <dgm:cxn modelId="{02532C08-02CB-4722-B5BA-448169FED5DF}" type="presParOf" srcId="{CB1547FB-E89B-408C-9CF2-7B9390672954}" destId="{0E3ACDDE-FDA7-4190-A0D0-86E3E120D0D2}" srcOrd="1" destOrd="0" presId="urn:microsoft.com/office/officeart/2005/8/layout/vList3"/>
    <dgm:cxn modelId="{C1C8E873-A4EC-4136-BA4F-663F2604707A}" type="presParOf" srcId="{CB1547FB-E89B-408C-9CF2-7B9390672954}" destId="{F9C2168E-936E-48DE-9E65-A881D293DE2A}" srcOrd="2" destOrd="0" presId="urn:microsoft.com/office/officeart/2005/8/layout/vList3"/>
    <dgm:cxn modelId="{189FE7AB-D238-4547-91E5-C53B436026E6}" type="presParOf" srcId="{F9C2168E-936E-48DE-9E65-A881D293DE2A}" destId="{E7ED36D9-8280-4878-A885-F504FA483495}" srcOrd="0" destOrd="0" presId="urn:microsoft.com/office/officeart/2005/8/layout/vList3"/>
    <dgm:cxn modelId="{850B76B8-B7ED-43D7-AD3E-B3ED0087370F}" type="presParOf" srcId="{F9C2168E-936E-48DE-9E65-A881D293DE2A}" destId="{B4D88071-E7A6-477B-9058-E5F254259570}" srcOrd="1" destOrd="0" presId="urn:microsoft.com/office/officeart/2005/8/layout/vList3"/>
    <dgm:cxn modelId="{387067FB-17E4-4AE1-9A57-F2BEA600DDA7}" type="presParOf" srcId="{CB1547FB-E89B-408C-9CF2-7B9390672954}" destId="{666AE7DC-3B9F-4FA1-AE55-75EB705A69AF}" srcOrd="3" destOrd="0" presId="urn:microsoft.com/office/officeart/2005/8/layout/vList3"/>
    <dgm:cxn modelId="{41A1AF98-CC33-495D-92E0-07EA2B37DAD5}" type="presParOf" srcId="{CB1547FB-E89B-408C-9CF2-7B9390672954}" destId="{432B0752-4022-460C-931F-DDD598BB6588}" srcOrd="4" destOrd="0" presId="urn:microsoft.com/office/officeart/2005/8/layout/vList3"/>
    <dgm:cxn modelId="{9DFA5D20-D7B4-43CF-ABF9-0BE550ED74B6}" type="presParOf" srcId="{432B0752-4022-460C-931F-DDD598BB6588}" destId="{AC0247D1-BA9B-4D39-AC42-7EEC3EF3D93E}" srcOrd="0" destOrd="0" presId="urn:microsoft.com/office/officeart/2005/8/layout/vList3"/>
    <dgm:cxn modelId="{9D371788-E3B8-47A0-8B7A-451FF0D570C3}" type="presParOf" srcId="{432B0752-4022-460C-931F-DDD598BB6588}" destId="{CE2E3423-FEED-48D8-8E91-6D5494303182}" srcOrd="1" destOrd="0" presId="urn:microsoft.com/office/officeart/2005/8/layout/vList3"/>
    <dgm:cxn modelId="{89D953C0-F108-49D0-A6C5-4AEE15658196}" type="presParOf" srcId="{CB1547FB-E89B-408C-9CF2-7B9390672954}" destId="{92D27A05-4B6D-46C7-9EBC-68C375704E65}" srcOrd="5" destOrd="0" presId="urn:microsoft.com/office/officeart/2005/8/layout/vList3"/>
    <dgm:cxn modelId="{EFFA3DE2-4E2A-457A-9BDB-B05FB16034BB}" type="presParOf" srcId="{CB1547FB-E89B-408C-9CF2-7B9390672954}" destId="{2388EA23-F375-4B5F-A94E-40F3D4A4F6A5}" srcOrd="6" destOrd="0" presId="urn:microsoft.com/office/officeart/2005/8/layout/vList3"/>
    <dgm:cxn modelId="{852354B1-185A-4CF1-AEA9-20D4D770583C}" type="presParOf" srcId="{2388EA23-F375-4B5F-A94E-40F3D4A4F6A5}" destId="{FE87B268-C4D8-44AB-9AF3-11524B3BBD02}" srcOrd="0" destOrd="0" presId="urn:microsoft.com/office/officeart/2005/8/layout/vList3"/>
    <dgm:cxn modelId="{F74BBDD4-7FCE-498B-8B95-2ECCCCF72990}" type="presParOf" srcId="{2388EA23-F375-4B5F-A94E-40F3D4A4F6A5}" destId="{AFE165EB-AA03-4776-BCCB-487D100E154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13C2D1FD-2345-4609-A8B2-C57858FDDB3B}"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D9095953-AAD9-41E5-ABB3-1214EF02DD15}">
      <dgm:prSet/>
      <dgm:spPr/>
      <dgm:t>
        <a:bodyPr/>
        <a:lstStyle/>
        <a:p>
          <a:r>
            <a:rPr lang="ru-RU" b="0" i="0"/>
            <a:t>1768-1774 рр.</a:t>
          </a:r>
          <a:endParaRPr lang="uk-UA"/>
        </a:p>
      </dgm:t>
    </dgm:pt>
    <dgm:pt modelId="{F10B999E-8415-4A93-BDE7-3FD63D12D065}" type="parTrans" cxnId="{62AA6F93-3F60-4FB7-8EE2-3DB4374FFC00}">
      <dgm:prSet/>
      <dgm:spPr/>
      <dgm:t>
        <a:bodyPr/>
        <a:lstStyle/>
        <a:p>
          <a:endParaRPr lang="uk-UA"/>
        </a:p>
      </dgm:t>
    </dgm:pt>
    <dgm:pt modelId="{48295339-A3D7-4EB8-B8C2-6FDACB8A1504}" type="sibTrans" cxnId="{62AA6F93-3F60-4FB7-8EE2-3DB4374FFC00}">
      <dgm:prSet/>
      <dgm:spPr/>
      <dgm:t>
        <a:bodyPr/>
        <a:lstStyle/>
        <a:p>
          <a:endParaRPr lang="uk-UA"/>
        </a:p>
      </dgm:t>
    </dgm:pt>
    <dgm:pt modelId="{22A0C743-0CC3-4C76-BB5E-072E18C5B6F2}">
      <dgm:prSet/>
      <dgm:spPr/>
      <dgm:t>
        <a:bodyPr/>
        <a:lstStyle/>
        <a:p>
          <a:r>
            <a:rPr lang="ru-RU" b="0" i="0"/>
            <a:t>1787-1791 рр.</a:t>
          </a:r>
          <a:endParaRPr lang="uk-UA"/>
        </a:p>
      </dgm:t>
    </dgm:pt>
    <dgm:pt modelId="{D0442252-18D7-49B2-BC8B-71D160ADCD51}" type="parTrans" cxnId="{600A9499-50E4-44A8-A8C1-4F9474E04C76}">
      <dgm:prSet/>
      <dgm:spPr/>
      <dgm:t>
        <a:bodyPr/>
        <a:lstStyle/>
        <a:p>
          <a:endParaRPr lang="uk-UA"/>
        </a:p>
      </dgm:t>
    </dgm:pt>
    <dgm:pt modelId="{05485B65-413E-4ED6-A7AE-2095AE8F9636}" type="sibTrans" cxnId="{600A9499-50E4-44A8-A8C1-4F9474E04C76}">
      <dgm:prSet/>
      <dgm:spPr/>
      <dgm:t>
        <a:bodyPr/>
        <a:lstStyle/>
        <a:p>
          <a:endParaRPr lang="uk-UA"/>
        </a:p>
      </dgm:t>
    </dgm:pt>
    <dgm:pt modelId="{EA0C123B-C9DA-4B13-8826-8D7589BEC3D9}">
      <dgm:prSet/>
      <dgm:spPr/>
      <dgm:t>
        <a:bodyPr/>
        <a:lstStyle/>
        <a:p>
          <a:r>
            <a:rPr lang="ru-RU" b="0" i="0"/>
            <a:t>1806-1812 рр.</a:t>
          </a:r>
          <a:endParaRPr lang="uk-UA"/>
        </a:p>
      </dgm:t>
    </dgm:pt>
    <dgm:pt modelId="{130C7C9C-C841-4407-AA66-29D9AE1B3ADA}" type="parTrans" cxnId="{7746195A-9325-42C1-B2E5-2C21D94F0195}">
      <dgm:prSet/>
      <dgm:spPr/>
      <dgm:t>
        <a:bodyPr/>
        <a:lstStyle/>
        <a:p>
          <a:endParaRPr lang="uk-UA"/>
        </a:p>
      </dgm:t>
    </dgm:pt>
    <dgm:pt modelId="{58A08984-C705-43B7-9C36-5675C314E373}" type="sibTrans" cxnId="{7746195A-9325-42C1-B2E5-2C21D94F0195}">
      <dgm:prSet/>
      <dgm:spPr/>
      <dgm:t>
        <a:bodyPr/>
        <a:lstStyle/>
        <a:p>
          <a:endParaRPr lang="uk-UA"/>
        </a:p>
      </dgm:t>
    </dgm:pt>
    <dgm:pt modelId="{0BB5D9B8-C5E2-4BA0-BE29-28965D829253}">
      <dgm:prSet/>
      <dgm:spPr/>
      <dgm:t>
        <a:bodyPr/>
        <a:lstStyle/>
        <a:p>
          <a:r>
            <a:rPr lang="ru-RU" b="0" i="0"/>
            <a:t>1828-1829 рр.</a:t>
          </a:r>
          <a:endParaRPr lang="uk-UA"/>
        </a:p>
      </dgm:t>
    </dgm:pt>
    <dgm:pt modelId="{54D0698E-18A9-4126-A504-476BE70A0477}" type="parTrans" cxnId="{57580E38-3606-4333-9E88-9B383203183E}">
      <dgm:prSet/>
      <dgm:spPr/>
      <dgm:t>
        <a:bodyPr/>
        <a:lstStyle/>
        <a:p>
          <a:endParaRPr lang="uk-UA"/>
        </a:p>
      </dgm:t>
    </dgm:pt>
    <dgm:pt modelId="{8DFFA6A1-CEE0-4E4D-8CD4-0494B687BBD1}" type="sibTrans" cxnId="{57580E38-3606-4333-9E88-9B383203183E}">
      <dgm:prSet/>
      <dgm:spPr/>
      <dgm:t>
        <a:bodyPr/>
        <a:lstStyle/>
        <a:p>
          <a:endParaRPr lang="uk-UA"/>
        </a:p>
      </dgm:t>
    </dgm:pt>
    <dgm:pt modelId="{AFC82A45-5999-407A-95AE-F86BC033942C}" type="pres">
      <dgm:prSet presAssocID="{13C2D1FD-2345-4609-A8B2-C57858FDDB3B}" presName="linearFlow" presStyleCnt="0">
        <dgm:presLayoutVars>
          <dgm:dir/>
          <dgm:resizeHandles val="exact"/>
        </dgm:presLayoutVars>
      </dgm:prSet>
      <dgm:spPr/>
    </dgm:pt>
    <dgm:pt modelId="{7CE2A19C-3817-4D01-A0A4-2564A699DD87}" type="pres">
      <dgm:prSet presAssocID="{D9095953-AAD9-41E5-ABB3-1214EF02DD15}" presName="composite" presStyleCnt="0"/>
      <dgm:spPr/>
    </dgm:pt>
    <dgm:pt modelId="{6828E272-15BC-4D0A-A44D-8E3365890032}" type="pres">
      <dgm:prSet presAssocID="{D9095953-AAD9-41E5-ABB3-1214EF02DD15}" presName="imgShp" presStyleLbl="fgImgPlace1" presStyleIdx="0" presStyleCnt="4"/>
      <dgm:spPr/>
    </dgm:pt>
    <dgm:pt modelId="{4BBAC8FC-427B-48E8-B1A1-504484820A68}" type="pres">
      <dgm:prSet presAssocID="{D9095953-AAD9-41E5-ABB3-1214EF02DD15}" presName="txShp" presStyleLbl="node1" presStyleIdx="0" presStyleCnt="4">
        <dgm:presLayoutVars>
          <dgm:bulletEnabled val="1"/>
        </dgm:presLayoutVars>
      </dgm:prSet>
      <dgm:spPr/>
    </dgm:pt>
    <dgm:pt modelId="{EB8A60FE-9FC7-4FB2-AC5B-96FA4BBD9239}" type="pres">
      <dgm:prSet presAssocID="{48295339-A3D7-4EB8-B8C2-6FDACB8A1504}" presName="spacing" presStyleCnt="0"/>
      <dgm:spPr/>
    </dgm:pt>
    <dgm:pt modelId="{E2D95F52-32E7-4CEF-9011-8B69CA9010D9}" type="pres">
      <dgm:prSet presAssocID="{22A0C743-0CC3-4C76-BB5E-072E18C5B6F2}" presName="composite" presStyleCnt="0"/>
      <dgm:spPr/>
    </dgm:pt>
    <dgm:pt modelId="{348174CE-0467-48EF-BC4A-7C1F826F2D7F}" type="pres">
      <dgm:prSet presAssocID="{22A0C743-0CC3-4C76-BB5E-072E18C5B6F2}" presName="imgShp" presStyleLbl="fgImgPlace1" presStyleIdx="1" presStyleCnt="4"/>
      <dgm:spPr/>
    </dgm:pt>
    <dgm:pt modelId="{CBF2E057-D9AA-48AD-B112-A291011FD917}" type="pres">
      <dgm:prSet presAssocID="{22A0C743-0CC3-4C76-BB5E-072E18C5B6F2}" presName="txShp" presStyleLbl="node1" presStyleIdx="1" presStyleCnt="4">
        <dgm:presLayoutVars>
          <dgm:bulletEnabled val="1"/>
        </dgm:presLayoutVars>
      </dgm:prSet>
      <dgm:spPr/>
    </dgm:pt>
    <dgm:pt modelId="{035E87C6-C024-47A9-80A8-AEAE9AADD5A6}" type="pres">
      <dgm:prSet presAssocID="{05485B65-413E-4ED6-A7AE-2095AE8F9636}" presName="spacing" presStyleCnt="0"/>
      <dgm:spPr/>
    </dgm:pt>
    <dgm:pt modelId="{461C0A19-E5FB-411F-B045-80EE93C3C59F}" type="pres">
      <dgm:prSet presAssocID="{EA0C123B-C9DA-4B13-8826-8D7589BEC3D9}" presName="composite" presStyleCnt="0"/>
      <dgm:spPr/>
    </dgm:pt>
    <dgm:pt modelId="{0DA36816-73C5-496D-980B-6ED6546A0887}" type="pres">
      <dgm:prSet presAssocID="{EA0C123B-C9DA-4B13-8826-8D7589BEC3D9}" presName="imgShp" presStyleLbl="fgImgPlace1" presStyleIdx="2" presStyleCnt="4"/>
      <dgm:spPr/>
    </dgm:pt>
    <dgm:pt modelId="{99AD20B8-4CD6-428D-8A22-65E2E9ADCA80}" type="pres">
      <dgm:prSet presAssocID="{EA0C123B-C9DA-4B13-8826-8D7589BEC3D9}" presName="txShp" presStyleLbl="node1" presStyleIdx="2" presStyleCnt="4">
        <dgm:presLayoutVars>
          <dgm:bulletEnabled val="1"/>
        </dgm:presLayoutVars>
      </dgm:prSet>
      <dgm:spPr/>
    </dgm:pt>
    <dgm:pt modelId="{3200E5B8-DF1F-4842-8F88-3A7CC3FC7C8B}" type="pres">
      <dgm:prSet presAssocID="{58A08984-C705-43B7-9C36-5675C314E373}" presName="spacing" presStyleCnt="0"/>
      <dgm:spPr/>
    </dgm:pt>
    <dgm:pt modelId="{62B4C2D0-6884-497F-A228-5E4C532E3D03}" type="pres">
      <dgm:prSet presAssocID="{0BB5D9B8-C5E2-4BA0-BE29-28965D829253}" presName="composite" presStyleCnt="0"/>
      <dgm:spPr/>
    </dgm:pt>
    <dgm:pt modelId="{3BE1E393-1014-42F7-8D59-DA04A480010D}" type="pres">
      <dgm:prSet presAssocID="{0BB5D9B8-C5E2-4BA0-BE29-28965D829253}" presName="imgShp" presStyleLbl="fgImgPlace1" presStyleIdx="3" presStyleCnt="4"/>
      <dgm:spPr/>
    </dgm:pt>
    <dgm:pt modelId="{093C3654-A177-49DD-B5D3-EE39B6B41F1E}" type="pres">
      <dgm:prSet presAssocID="{0BB5D9B8-C5E2-4BA0-BE29-28965D829253}" presName="txShp" presStyleLbl="node1" presStyleIdx="3" presStyleCnt="4">
        <dgm:presLayoutVars>
          <dgm:bulletEnabled val="1"/>
        </dgm:presLayoutVars>
      </dgm:prSet>
      <dgm:spPr/>
    </dgm:pt>
  </dgm:ptLst>
  <dgm:cxnLst>
    <dgm:cxn modelId="{4A0CFD0C-0154-4B4E-808B-4849CE617987}" type="presOf" srcId="{D9095953-AAD9-41E5-ABB3-1214EF02DD15}" destId="{4BBAC8FC-427B-48E8-B1A1-504484820A68}" srcOrd="0" destOrd="0" presId="urn:microsoft.com/office/officeart/2005/8/layout/vList3"/>
    <dgm:cxn modelId="{57580E38-3606-4333-9E88-9B383203183E}" srcId="{13C2D1FD-2345-4609-A8B2-C57858FDDB3B}" destId="{0BB5D9B8-C5E2-4BA0-BE29-28965D829253}" srcOrd="3" destOrd="0" parTransId="{54D0698E-18A9-4126-A504-476BE70A0477}" sibTransId="{8DFFA6A1-CEE0-4E4D-8CD4-0494B687BBD1}"/>
    <dgm:cxn modelId="{C5E19470-D543-4574-BEFD-C638490CC71B}" type="presOf" srcId="{13C2D1FD-2345-4609-A8B2-C57858FDDB3B}" destId="{AFC82A45-5999-407A-95AE-F86BC033942C}" srcOrd="0" destOrd="0" presId="urn:microsoft.com/office/officeart/2005/8/layout/vList3"/>
    <dgm:cxn modelId="{AFEEA677-9CCA-4929-9FBB-C10D48A1B753}" type="presOf" srcId="{22A0C743-0CC3-4C76-BB5E-072E18C5B6F2}" destId="{CBF2E057-D9AA-48AD-B112-A291011FD917}" srcOrd="0" destOrd="0" presId="urn:microsoft.com/office/officeart/2005/8/layout/vList3"/>
    <dgm:cxn modelId="{7746195A-9325-42C1-B2E5-2C21D94F0195}" srcId="{13C2D1FD-2345-4609-A8B2-C57858FDDB3B}" destId="{EA0C123B-C9DA-4B13-8826-8D7589BEC3D9}" srcOrd="2" destOrd="0" parTransId="{130C7C9C-C841-4407-AA66-29D9AE1B3ADA}" sibTransId="{58A08984-C705-43B7-9C36-5675C314E373}"/>
    <dgm:cxn modelId="{62AA6F93-3F60-4FB7-8EE2-3DB4374FFC00}" srcId="{13C2D1FD-2345-4609-A8B2-C57858FDDB3B}" destId="{D9095953-AAD9-41E5-ABB3-1214EF02DD15}" srcOrd="0" destOrd="0" parTransId="{F10B999E-8415-4A93-BDE7-3FD63D12D065}" sibTransId="{48295339-A3D7-4EB8-B8C2-6FDACB8A1504}"/>
    <dgm:cxn modelId="{600A9499-50E4-44A8-A8C1-4F9474E04C76}" srcId="{13C2D1FD-2345-4609-A8B2-C57858FDDB3B}" destId="{22A0C743-0CC3-4C76-BB5E-072E18C5B6F2}" srcOrd="1" destOrd="0" parTransId="{D0442252-18D7-49B2-BC8B-71D160ADCD51}" sibTransId="{05485B65-413E-4ED6-A7AE-2095AE8F9636}"/>
    <dgm:cxn modelId="{98A06AE4-67C3-4164-BF3D-5BB6D7A86AA5}" type="presOf" srcId="{EA0C123B-C9DA-4B13-8826-8D7589BEC3D9}" destId="{99AD20B8-4CD6-428D-8A22-65E2E9ADCA80}" srcOrd="0" destOrd="0" presId="urn:microsoft.com/office/officeart/2005/8/layout/vList3"/>
    <dgm:cxn modelId="{ED9197E6-E253-4AA7-B8AB-4760504D1459}" type="presOf" srcId="{0BB5D9B8-C5E2-4BA0-BE29-28965D829253}" destId="{093C3654-A177-49DD-B5D3-EE39B6B41F1E}" srcOrd="0" destOrd="0" presId="urn:microsoft.com/office/officeart/2005/8/layout/vList3"/>
    <dgm:cxn modelId="{C6E63F1C-AAB9-4568-9AED-0A178844666E}" type="presParOf" srcId="{AFC82A45-5999-407A-95AE-F86BC033942C}" destId="{7CE2A19C-3817-4D01-A0A4-2564A699DD87}" srcOrd="0" destOrd="0" presId="urn:microsoft.com/office/officeart/2005/8/layout/vList3"/>
    <dgm:cxn modelId="{9334F0CB-7608-44F1-B5B3-76684C3D976B}" type="presParOf" srcId="{7CE2A19C-3817-4D01-A0A4-2564A699DD87}" destId="{6828E272-15BC-4D0A-A44D-8E3365890032}" srcOrd="0" destOrd="0" presId="urn:microsoft.com/office/officeart/2005/8/layout/vList3"/>
    <dgm:cxn modelId="{1A2FEDB3-9557-45D5-BEFA-27E6E06EB7EC}" type="presParOf" srcId="{7CE2A19C-3817-4D01-A0A4-2564A699DD87}" destId="{4BBAC8FC-427B-48E8-B1A1-504484820A68}" srcOrd="1" destOrd="0" presId="urn:microsoft.com/office/officeart/2005/8/layout/vList3"/>
    <dgm:cxn modelId="{7D9E94ED-2FFF-40E0-96EB-24E340D97B5B}" type="presParOf" srcId="{AFC82A45-5999-407A-95AE-F86BC033942C}" destId="{EB8A60FE-9FC7-4FB2-AC5B-96FA4BBD9239}" srcOrd="1" destOrd="0" presId="urn:microsoft.com/office/officeart/2005/8/layout/vList3"/>
    <dgm:cxn modelId="{0B63D980-425E-4CB9-B618-D3BDEF93A26A}" type="presParOf" srcId="{AFC82A45-5999-407A-95AE-F86BC033942C}" destId="{E2D95F52-32E7-4CEF-9011-8B69CA9010D9}" srcOrd="2" destOrd="0" presId="urn:microsoft.com/office/officeart/2005/8/layout/vList3"/>
    <dgm:cxn modelId="{8D94979E-ED96-4627-8759-85D3F49CD093}" type="presParOf" srcId="{E2D95F52-32E7-4CEF-9011-8B69CA9010D9}" destId="{348174CE-0467-48EF-BC4A-7C1F826F2D7F}" srcOrd="0" destOrd="0" presId="urn:microsoft.com/office/officeart/2005/8/layout/vList3"/>
    <dgm:cxn modelId="{1075EE9B-5BFD-4217-B238-626CE5E649F2}" type="presParOf" srcId="{E2D95F52-32E7-4CEF-9011-8B69CA9010D9}" destId="{CBF2E057-D9AA-48AD-B112-A291011FD917}" srcOrd="1" destOrd="0" presId="urn:microsoft.com/office/officeart/2005/8/layout/vList3"/>
    <dgm:cxn modelId="{BBAEBA89-119F-4317-8170-57CDB464120C}" type="presParOf" srcId="{AFC82A45-5999-407A-95AE-F86BC033942C}" destId="{035E87C6-C024-47A9-80A8-AEAE9AADD5A6}" srcOrd="3" destOrd="0" presId="urn:microsoft.com/office/officeart/2005/8/layout/vList3"/>
    <dgm:cxn modelId="{2623FAD0-5103-4BE1-B92D-7D8A1E6919EF}" type="presParOf" srcId="{AFC82A45-5999-407A-95AE-F86BC033942C}" destId="{461C0A19-E5FB-411F-B045-80EE93C3C59F}" srcOrd="4" destOrd="0" presId="urn:microsoft.com/office/officeart/2005/8/layout/vList3"/>
    <dgm:cxn modelId="{9DD3BE11-C4AF-423F-8312-7B1A5D243DC3}" type="presParOf" srcId="{461C0A19-E5FB-411F-B045-80EE93C3C59F}" destId="{0DA36816-73C5-496D-980B-6ED6546A0887}" srcOrd="0" destOrd="0" presId="urn:microsoft.com/office/officeart/2005/8/layout/vList3"/>
    <dgm:cxn modelId="{9FC172AD-B544-4E86-857F-32531019C6A3}" type="presParOf" srcId="{461C0A19-E5FB-411F-B045-80EE93C3C59F}" destId="{99AD20B8-4CD6-428D-8A22-65E2E9ADCA80}" srcOrd="1" destOrd="0" presId="urn:microsoft.com/office/officeart/2005/8/layout/vList3"/>
    <dgm:cxn modelId="{53AE2CA0-B38C-4B57-BB20-55EA6C49315E}" type="presParOf" srcId="{AFC82A45-5999-407A-95AE-F86BC033942C}" destId="{3200E5B8-DF1F-4842-8F88-3A7CC3FC7C8B}" srcOrd="5" destOrd="0" presId="urn:microsoft.com/office/officeart/2005/8/layout/vList3"/>
    <dgm:cxn modelId="{5EF435C8-EA5D-41BF-A699-C62A3D5BE17E}" type="presParOf" srcId="{AFC82A45-5999-407A-95AE-F86BC033942C}" destId="{62B4C2D0-6884-497F-A228-5E4C532E3D03}" srcOrd="6" destOrd="0" presId="urn:microsoft.com/office/officeart/2005/8/layout/vList3"/>
    <dgm:cxn modelId="{D3764846-3D5F-44B8-B364-265A954739BB}" type="presParOf" srcId="{62B4C2D0-6884-497F-A228-5E4C532E3D03}" destId="{3BE1E393-1014-42F7-8D59-DA04A480010D}" srcOrd="0" destOrd="0" presId="urn:microsoft.com/office/officeart/2005/8/layout/vList3"/>
    <dgm:cxn modelId="{6471DB19-F6E9-4032-B1FB-6D033458916C}" type="presParOf" srcId="{62B4C2D0-6884-497F-A228-5E4C532E3D03}" destId="{093C3654-A177-49DD-B5D3-EE39B6B41F1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5CE79874-4EE1-4470-A89F-1BD57716C2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F3840BC-41BB-4EA1-AEE0-CAF036DB0B4C}">
      <dgm:prSet/>
      <dgm:spPr/>
      <dgm:t>
        <a:bodyPr/>
        <a:lstStyle/>
        <a:p>
          <a:r>
            <a:rPr lang="uk-UA" b="0" i="0"/>
            <a:t>включенням придунайських земель до складу Росії в результаті російсько-турецької війни 1768–1774 рр.</a:t>
          </a:r>
          <a:endParaRPr lang="uk-UA"/>
        </a:p>
      </dgm:t>
    </dgm:pt>
    <dgm:pt modelId="{92D9432E-D1C9-4DE3-8E69-913C039D4B9D}" type="parTrans" cxnId="{36876843-D87D-44DC-A554-943A2CE4F647}">
      <dgm:prSet/>
      <dgm:spPr/>
      <dgm:t>
        <a:bodyPr/>
        <a:lstStyle/>
        <a:p>
          <a:endParaRPr lang="uk-UA"/>
        </a:p>
      </dgm:t>
    </dgm:pt>
    <dgm:pt modelId="{B19DD66B-30BD-4497-86B7-99453515D3EB}" type="sibTrans" cxnId="{36876843-D87D-44DC-A554-943A2CE4F647}">
      <dgm:prSet/>
      <dgm:spPr/>
      <dgm:t>
        <a:bodyPr/>
        <a:lstStyle/>
        <a:p>
          <a:endParaRPr lang="uk-UA"/>
        </a:p>
      </dgm:t>
    </dgm:pt>
    <dgm:pt modelId="{C6FD7604-AD44-40B7-9619-87385F843230}">
      <dgm:prSet/>
      <dgm:spPr/>
      <dgm:t>
        <a:bodyPr/>
        <a:lstStyle/>
        <a:p>
          <a:r>
            <a:rPr lang="uk-UA" b="0" i="0"/>
            <a:t>участю задунайських козаків у російсько-турецькій війні 1806–1812 рр. на боці Туреччини.</a:t>
          </a:r>
          <a:endParaRPr lang="uk-UA"/>
        </a:p>
      </dgm:t>
    </dgm:pt>
    <dgm:pt modelId="{AE7C16A4-B8C7-4B7F-BE74-BE3CFD89C85E}" type="parTrans" cxnId="{4B1A6474-0BED-4979-B18D-5ED1968ABF9B}">
      <dgm:prSet/>
      <dgm:spPr/>
      <dgm:t>
        <a:bodyPr/>
        <a:lstStyle/>
        <a:p>
          <a:endParaRPr lang="uk-UA"/>
        </a:p>
      </dgm:t>
    </dgm:pt>
    <dgm:pt modelId="{35DCF868-E483-476A-88AB-0DF6348B53BB}" type="sibTrans" cxnId="{4B1A6474-0BED-4979-B18D-5ED1968ABF9B}">
      <dgm:prSet/>
      <dgm:spPr/>
      <dgm:t>
        <a:bodyPr/>
        <a:lstStyle/>
        <a:p>
          <a:endParaRPr lang="uk-UA"/>
        </a:p>
      </dgm:t>
    </dgm:pt>
    <dgm:pt modelId="{C3F625CE-C7FD-4F1E-9EE8-D88F487D4CFE}" type="pres">
      <dgm:prSet presAssocID="{5CE79874-4EE1-4470-A89F-1BD57716C294}" presName="linear" presStyleCnt="0">
        <dgm:presLayoutVars>
          <dgm:animLvl val="lvl"/>
          <dgm:resizeHandles val="exact"/>
        </dgm:presLayoutVars>
      </dgm:prSet>
      <dgm:spPr/>
    </dgm:pt>
    <dgm:pt modelId="{E1672216-0AA3-4752-86A3-9194FBBA2565}" type="pres">
      <dgm:prSet presAssocID="{8F3840BC-41BB-4EA1-AEE0-CAF036DB0B4C}" presName="parentText" presStyleLbl="node1" presStyleIdx="0" presStyleCnt="2">
        <dgm:presLayoutVars>
          <dgm:chMax val="0"/>
          <dgm:bulletEnabled val="1"/>
        </dgm:presLayoutVars>
      </dgm:prSet>
      <dgm:spPr/>
    </dgm:pt>
    <dgm:pt modelId="{8781EEC1-4ADA-4296-BA1A-70B14BE192B6}" type="pres">
      <dgm:prSet presAssocID="{B19DD66B-30BD-4497-86B7-99453515D3EB}" presName="spacer" presStyleCnt="0"/>
      <dgm:spPr/>
    </dgm:pt>
    <dgm:pt modelId="{630A15D3-4125-4FB9-A987-F2D88E24A4F7}" type="pres">
      <dgm:prSet presAssocID="{C6FD7604-AD44-40B7-9619-87385F843230}" presName="parentText" presStyleLbl="node1" presStyleIdx="1" presStyleCnt="2">
        <dgm:presLayoutVars>
          <dgm:chMax val="0"/>
          <dgm:bulletEnabled val="1"/>
        </dgm:presLayoutVars>
      </dgm:prSet>
      <dgm:spPr/>
    </dgm:pt>
  </dgm:ptLst>
  <dgm:cxnLst>
    <dgm:cxn modelId="{21587439-A4F1-4ADB-B4EB-FE872EA6A183}" type="presOf" srcId="{C6FD7604-AD44-40B7-9619-87385F843230}" destId="{630A15D3-4125-4FB9-A987-F2D88E24A4F7}" srcOrd="0" destOrd="0" presId="urn:microsoft.com/office/officeart/2005/8/layout/vList2"/>
    <dgm:cxn modelId="{36876843-D87D-44DC-A554-943A2CE4F647}" srcId="{5CE79874-4EE1-4470-A89F-1BD57716C294}" destId="{8F3840BC-41BB-4EA1-AEE0-CAF036DB0B4C}" srcOrd="0" destOrd="0" parTransId="{92D9432E-D1C9-4DE3-8E69-913C039D4B9D}" sibTransId="{B19DD66B-30BD-4497-86B7-99453515D3EB}"/>
    <dgm:cxn modelId="{4B1A6474-0BED-4979-B18D-5ED1968ABF9B}" srcId="{5CE79874-4EE1-4470-A89F-1BD57716C294}" destId="{C6FD7604-AD44-40B7-9619-87385F843230}" srcOrd="1" destOrd="0" parTransId="{AE7C16A4-B8C7-4B7F-BE74-BE3CFD89C85E}" sibTransId="{35DCF868-E483-476A-88AB-0DF6348B53BB}"/>
    <dgm:cxn modelId="{AC8E9BE0-6B32-4C2A-BFFA-32D9DB1717E1}" type="presOf" srcId="{8F3840BC-41BB-4EA1-AEE0-CAF036DB0B4C}" destId="{E1672216-0AA3-4752-86A3-9194FBBA2565}" srcOrd="0" destOrd="0" presId="urn:microsoft.com/office/officeart/2005/8/layout/vList2"/>
    <dgm:cxn modelId="{64C0E2EE-6852-4A68-BF59-419475244257}" type="presOf" srcId="{5CE79874-4EE1-4470-A89F-1BD57716C294}" destId="{C3F625CE-C7FD-4F1E-9EE8-D88F487D4CFE}" srcOrd="0" destOrd="0" presId="urn:microsoft.com/office/officeart/2005/8/layout/vList2"/>
    <dgm:cxn modelId="{06B16424-CB36-430F-94DB-E2F36658EEC1}" type="presParOf" srcId="{C3F625CE-C7FD-4F1E-9EE8-D88F487D4CFE}" destId="{E1672216-0AA3-4752-86A3-9194FBBA2565}" srcOrd="0" destOrd="0" presId="urn:microsoft.com/office/officeart/2005/8/layout/vList2"/>
    <dgm:cxn modelId="{E5868FBF-873D-461A-ACA3-C492D492200E}" type="presParOf" srcId="{C3F625CE-C7FD-4F1E-9EE8-D88F487D4CFE}" destId="{8781EEC1-4ADA-4296-BA1A-70B14BE192B6}" srcOrd="1" destOrd="0" presId="urn:microsoft.com/office/officeart/2005/8/layout/vList2"/>
    <dgm:cxn modelId="{A84E030D-73AB-4C9C-8AB8-5191233476F8}" type="presParOf" srcId="{C3F625CE-C7FD-4F1E-9EE8-D88F487D4CFE}" destId="{630A15D3-4125-4FB9-A987-F2D88E24A4F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0EF0D5BD-6748-4ADC-A909-43543720A0E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C52AFC7-FC39-47FB-BE90-DB73BE34500A}">
      <dgm:prSet/>
      <dgm:spPr/>
      <dgm:t>
        <a:bodyPr/>
        <a:lstStyle/>
        <a:p>
          <a:r>
            <a:rPr lang="uk-UA" b="0" i="0"/>
            <a:t>відмовою задунайських козаків підтримати Туреччину, союзника Наполеона, у франко- російській війні 1812–1814 рр.</a:t>
          </a:r>
          <a:endParaRPr lang="uk-UA"/>
        </a:p>
      </dgm:t>
    </dgm:pt>
    <dgm:pt modelId="{FF1B4DE1-4EA3-4EE4-B105-377A5AF25538}" type="parTrans" cxnId="{B299149C-DF03-4390-838D-223919609117}">
      <dgm:prSet/>
      <dgm:spPr/>
      <dgm:t>
        <a:bodyPr/>
        <a:lstStyle/>
        <a:p>
          <a:endParaRPr lang="uk-UA"/>
        </a:p>
      </dgm:t>
    </dgm:pt>
    <dgm:pt modelId="{12AA6220-BB95-4C91-8640-2B62D12048CC}" type="sibTrans" cxnId="{B299149C-DF03-4390-838D-223919609117}">
      <dgm:prSet/>
      <dgm:spPr/>
      <dgm:t>
        <a:bodyPr/>
        <a:lstStyle/>
        <a:p>
          <a:endParaRPr lang="uk-UA"/>
        </a:p>
      </dgm:t>
    </dgm:pt>
    <dgm:pt modelId="{DC11DB7D-A2FB-4DCB-A5DF-4C9AD3E9B633}">
      <dgm:prSet/>
      <dgm:spPr/>
      <dgm:t>
        <a:bodyPr/>
        <a:lstStyle/>
        <a:p>
          <a:r>
            <a:rPr lang="uk-UA" b="0" i="0"/>
            <a:t>переходом задунайських козаків на бік Росії в ході російсько-турецької війни 1828–1829 рр.</a:t>
          </a:r>
          <a:endParaRPr lang="uk-UA"/>
        </a:p>
      </dgm:t>
    </dgm:pt>
    <dgm:pt modelId="{EC40B995-77F0-4AA2-A837-B2D53FFE93B8}" type="parTrans" cxnId="{D42E0DC3-3535-4EF2-91F6-12B8B7E30538}">
      <dgm:prSet/>
      <dgm:spPr/>
      <dgm:t>
        <a:bodyPr/>
        <a:lstStyle/>
        <a:p>
          <a:endParaRPr lang="uk-UA"/>
        </a:p>
      </dgm:t>
    </dgm:pt>
    <dgm:pt modelId="{16A55045-0175-470D-B4D0-47FECE3BE59D}" type="sibTrans" cxnId="{D42E0DC3-3535-4EF2-91F6-12B8B7E30538}">
      <dgm:prSet/>
      <dgm:spPr/>
      <dgm:t>
        <a:bodyPr/>
        <a:lstStyle/>
        <a:p>
          <a:endParaRPr lang="uk-UA"/>
        </a:p>
      </dgm:t>
    </dgm:pt>
    <dgm:pt modelId="{EFC93FB0-AAC1-4CE9-B82C-7EBFDE689E01}" type="pres">
      <dgm:prSet presAssocID="{0EF0D5BD-6748-4ADC-A909-43543720A0E1}" presName="linear" presStyleCnt="0">
        <dgm:presLayoutVars>
          <dgm:animLvl val="lvl"/>
          <dgm:resizeHandles val="exact"/>
        </dgm:presLayoutVars>
      </dgm:prSet>
      <dgm:spPr/>
    </dgm:pt>
    <dgm:pt modelId="{455E96C6-B378-48F5-9160-C633E1B89C26}" type="pres">
      <dgm:prSet presAssocID="{5C52AFC7-FC39-47FB-BE90-DB73BE34500A}" presName="parentText" presStyleLbl="node1" presStyleIdx="0" presStyleCnt="2">
        <dgm:presLayoutVars>
          <dgm:chMax val="0"/>
          <dgm:bulletEnabled val="1"/>
        </dgm:presLayoutVars>
      </dgm:prSet>
      <dgm:spPr/>
    </dgm:pt>
    <dgm:pt modelId="{27D04E16-50C1-4F42-A82E-DB7AB9DABBEA}" type="pres">
      <dgm:prSet presAssocID="{12AA6220-BB95-4C91-8640-2B62D12048CC}" presName="spacer" presStyleCnt="0"/>
      <dgm:spPr/>
    </dgm:pt>
    <dgm:pt modelId="{47F44F9C-28A9-473D-B98C-50CC06074F0E}" type="pres">
      <dgm:prSet presAssocID="{DC11DB7D-A2FB-4DCB-A5DF-4C9AD3E9B633}" presName="parentText" presStyleLbl="node1" presStyleIdx="1" presStyleCnt="2">
        <dgm:presLayoutVars>
          <dgm:chMax val="0"/>
          <dgm:bulletEnabled val="1"/>
        </dgm:presLayoutVars>
      </dgm:prSet>
      <dgm:spPr/>
    </dgm:pt>
  </dgm:ptLst>
  <dgm:cxnLst>
    <dgm:cxn modelId="{31A2DF32-74F8-4DC5-ADF2-E55923E8B7CB}" type="presOf" srcId="{DC11DB7D-A2FB-4DCB-A5DF-4C9AD3E9B633}" destId="{47F44F9C-28A9-473D-B98C-50CC06074F0E}" srcOrd="0" destOrd="0" presId="urn:microsoft.com/office/officeart/2005/8/layout/vList2"/>
    <dgm:cxn modelId="{B4E28639-B9D3-4A78-A492-7B3E34811209}" type="presOf" srcId="{5C52AFC7-FC39-47FB-BE90-DB73BE34500A}" destId="{455E96C6-B378-48F5-9160-C633E1B89C26}" srcOrd="0" destOrd="0" presId="urn:microsoft.com/office/officeart/2005/8/layout/vList2"/>
    <dgm:cxn modelId="{B299149C-DF03-4390-838D-223919609117}" srcId="{0EF0D5BD-6748-4ADC-A909-43543720A0E1}" destId="{5C52AFC7-FC39-47FB-BE90-DB73BE34500A}" srcOrd="0" destOrd="0" parTransId="{FF1B4DE1-4EA3-4EE4-B105-377A5AF25538}" sibTransId="{12AA6220-BB95-4C91-8640-2B62D12048CC}"/>
    <dgm:cxn modelId="{D42E0DC3-3535-4EF2-91F6-12B8B7E30538}" srcId="{0EF0D5BD-6748-4ADC-A909-43543720A0E1}" destId="{DC11DB7D-A2FB-4DCB-A5DF-4C9AD3E9B633}" srcOrd="1" destOrd="0" parTransId="{EC40B995-77F0-4AA2-A837-B2D53FFE93B8}" sibTransId="{16A55045-0175-470D-B4D0-47FECE3BE59D}"/>
    <dgm:cxn modelId="{FE6330F3-1F59-4E06-8AE8-71F8E8D7CDE5}" type="presOf" srcId="{0EF0D5BD-6748-4ADC-A909-43543720A0E1}" destId="{EFC93FB0-AAC1-4CE9-B82C-7EBFDE689E01}" srcOrd="0" destOrd="0" presId="urn:microsoft.com/office/officeart/2005/8/layout/vList2"/>
    <dgm:cxn modelId="{5ACA307E-7F87-4EEC-B979-0625204E980E}" type="presParOf" srcId="{EFC93FB0-AAC1-4CE9-B82C-7EBFDE689E01}" destId="{455E96C6-B378-48F5-9160-C633E1B89C26}" srcOrd="0" destOrd="0" presId="urn:microsoft.com/office/officeart/2005/8/layout/vList2"/>
    <dgm:cxn modelId="{6C50EA23-D0F4-4477-9177-F57CF7938943}" type="presParOf" srcId="{EFC93FB0-AAC1-4CE9-B82C-7EBFDE689E01}" destId="{27D04E16-50C1-4F42-A82E-DB7AB9DABBEA}" srcOrd="1" destOrd="0" presId="urn:microsoft.com/office/officeart/2005/8/layout/vList2"/>
    <dgm:cxn modelId="{172723B3-C2C9-4A11-836C-182B6E391C04}" type="presParOf" srcId="{EFC93FB0-AAC1-4CE9-B82C-7EBFDE689E01}" destId="{47F44F9C-28A9-473D-B98C-50CC06074F0E}"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0C537A9E-5010-4189-8D60-E7F570391A6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F554CCE3-A616-4B39-B910-EE2BB6914981}">
      <dgm:prSet/>
      <dgm:spPr/>
      <dgm:t>
        <a:bodyPr/>
        <a:lstStyle/>
        <a:p>
          <a:r>
            <a:rPr lang="ru-RU" b="0" i="0"/>
            <a:t>1816 р.</a:t>
          </a:r>
          <a:endParaRPr lang="uk-UA"/>
        </a:p>
      </dgm:t>
    </dgm:pt>
    <dgm:pt modelId="{D818001B-8D17-432D-953F-9277B586C6C0}" type="parTrans" cxnId="{F842B13D-C5E7-42E2-A5B4-9F253E383E9D}">
      <dgm:prSet/>
      <dgm:spPr/>
      <dgm:t>
        <a:bodyPr/>
        <a:lstStyle/>
        <a:p>
          <a:endParaRPr lang="uk-UA"/>
        </a:p>
      </dgm:t>
    </dgm:pt>
    <dgm:pt modelId="{987BEDE6-DE4B-4980-9E3F-A41B1418B467}" type="sibTrans" cxnId="{F842B13D-C5E7-42E2-A5B4-9F253E383E9D}">
      <dgm:prSet/>
      <dgm:spPr/>
      <dgm:t>
        <a:bodyPr/>
        <a:lstStyle/>
        <a:p>
          <a:endParaRPr lang="uk-UA"/>
        </a:p>
      </dgm:t>
    </dgm:pt>
    <dgm:pt modelId="{AC3D7F41-8940-40FF-910C-3AEF47FFD353}">
      <dgm:prSet/>
      <dgm:spPr/>
      <dgm:t>
        <a:bodyPr/>
        <a:lstStyle/>
        <a:p>
          <a:r>
            <a:rPr lang="ru-RU" b="0" i="0"/>
            <a:t>1834 р.</a:t>
          </a:r>
          <a:endParaRPr lang="uk-UA"/>
        </a:p>
      </dgm:t>
    </dgm:pt>
    <dgm:pt modelId="{4E28FA98-BB36-4C4E-BB20-2B1C1244D54D}" type="parTrans" cxnId="{2C2D4831-B63E-4C66-8612-0C4E3FC46FD8}">
      <dgm:prSet/>
      <dgm:spPr/>
      <dgm:t>
        <a:bodyPr/>
        <a:lstStyle/>
        <a:p>
          <a:endParaRPr lang="uk-UA"/>
        </a:p>
      </dgm:t>
    </dgm:pt>
    <dgm:pt modelId="{F791587B-15A8-41BD-A655-40AFFC998C71}" type="sibTrans" cxnId="{2C2D4831-B63E-4C66-8612-0C4E3FC46FD8}">
      <dgm:prSet/>
      <dgm:spPr/>
      <dgm:t>
        <a:bodyPr/>
        <a:lstStyle/>
        <a:p>
          <a:endParaRPr lang="uk-UA"/>
        </a:p>
      </dgm:t>
    </dgm:pt>
    <dgm:pt modelId="{C9E8308E-037B-46DB-B57B-5BC8EDAE07C5}">
      <dgm:prSet/>
      <dgm:spPr/>
      <dgm:t>
        <a:bodyPr/>
        <a:lstStyle/>
        <a:p>
          <a:r>
            <a:rPr lang="ru-RU" b="0" i="0"/>
            <a:t>1839 р.</a:t>
          </a:r>
          <a:endParaRPr lang="uk-UA"/>
        </a:p>
      </dgm:t>
    </dgm:pt>
    <dgm:pt modelId="{1B5550B6-F240-45AB-BD9A-C5FCF3F645AB}" type="parTrans" cxnId="{6D36FB9C-6F47-4FB0-B9E7-1FC8B24681E3}">
      <dgm:prSet/>
      <dgm:spPr/>
      <dgm:t>
        <a:bodyPr/>
        <a:lstStyle/>
        <a:p>
          <a:endParaRPr lang="uk-UA"/>
        </a:p>
      </dgm:t>
    </dgm:pt>
    <dgm:pt modelId="{9371231F-FDA0-46E4-B930-01EB01344812}" type="sibTrans" cxnId="{6D36FB9C-6F47-4FB0-B9E7-1FC8B24681E3}">
      <dgm:prSet/>
      <dgm:spPr/>
      <dgm:t>
        <a:bodyPr/>
        <a:lstStyle/>
        <a:p>
          <a:endParaRPr lang="uk-UA"/>
        </a:p>
      </dgm:t>
    </dgm:pt>
    <dgm:pt modelId="{ECD178DC-C972-4E74-AAA7-6D817C56ED73}">
      <dgm:prSet/>
      <dgm:spPr/>
      <dgm:t>
        <a:bodyPr/>
        <a:lstStyle/>
        <a:p>
          <a:r>
            <a:rPr lang="ru-RU" b="0" i="0"/>
            <a:t>1848 р.</a:t>
          </a:r>
          <a:endParaRPr lang="uk-UA"/>
        </a:p>
      </dgm:t>
    </dgm:pt>
    <dgm:pt modelId="{15FF4271-BE0D-451E-B4A3-723679CA329C}" type="parTrans" cxnId="{B29D04C4-72C6-48E0-8422-5B03C9410E6E}">
      <dgm:prSet/>
      <dgm:spPr/>
      <dgm:t>
        <a:bodyPr/>
        <a:lstStyle/>
        <a:p>
          <a:endParaRPr lang="uk-UA"/>
        </a:p>
      </dgm:t>
    </dgm:pt>
    <dgm:pt modelId="{D2E849D6-CAC6-4E26-8284-3FCC54D8811B}" type="sibTrans" cxnId="{B29D04C4-72C6-48E0-8422-5B03C9410E6E}">
      <dgm:prSet/>
      <dgm:spPr/>
      <dgm:t>
        <a:bodyPr/>
        <a:lstStyle/>
        <a:p>
          <a:endParaRPr lang="uk-UA"/>
        </a:p>
      </dgm:t>
    </dgm:pt>
    <dgm:pt modelId="{094B07F5-00C1-49E8-ABE2-6C96E3EF25E7}" type="pres">
      <dgm:prSet presAssocID="{0C537A9E-5010-4189-8D60-E7F570391A6F}" presName="matrix" presStyleCnt="0">
        <dgm:presLayoutVars>
          <dgm:chMax val="1"/>
          <dgm:dir/>
          <dgm:resizeHandles val="exact"/>
        </dgm:presLayoutVars>
      </dgm:prSet>
      <dgm:spPr/>
    </dgm:pt>
    <dgm:pt modelId="{69D3AC72-C548-4DFE-ADD2-01E442F9DE93}" type="pres">
      <dgm:prSet presAssocID="{0C537A9E-5010-4189-8D60-E7F570391A6F}" presName="diamond" presStyleLbl="bgShp" presStyleIdx="0" presStyleCnt="1"/>
      <dgm:spPr/>
    </dgm:pt>
    <dgm:pt modelId="{38038ABD-FC5A-4FD9-94C9-8A08E0F663BD}" type="pres">
      <dgm:prSet presAssocID="{0C537A9E-5010-4189-8D60-E7F570391A6F}" presName="quad1" presStyleLbl="node1" presStyleIdx="0" presStyleCnt="4">
        <dgm:presLayoutVars>
          <dgm:chMax val="0"/>
          <dgm:chPref val="0"/>
          <dgm:bulletEnabled val="1"/>
        </dgm:presLayoutVars>
      </dgm:prSet>
      <dgm:spPr/>
    </dgm:pt>
    <dgm:pt modelId="{8C5DF991-C877-4D78-A57B-ACDAC1B3DA9E}" type="pres">
      <dgm:prSet presAssocID="{0C537A9E-5010-4189-8D60-E7F570391A6F}" presName="quad2" presStyleLbl="node1" presStyleIdx="1" presStyleCnt="4">
        <dgm:presLayoutVars>
          <dgm:chMax val="0"/>
          <dgm:chPref val="0"/>
          <dgm:bulletEnabled val="1"/>
        </dgm:presLayoutVars>
      </dgm:prSet>
      <dgm:spPr/>
    </dgm:pt>
    <dgm:pt modelId="{1B93ACFC-4379-477E-9D7A-240118452B6E}" type="pres">
      <dgm:prSet presAssocID="{0C537A9E-5010-4189-8D60-E7F570391A6F}" presName="quad3" presStyleLbl="node1" presStyleIdx="2" presStyleCnt="4">
        <dgm:presLayoutVars>
          <dgm:chMax val="0"/>
          <dgm:chPref val="0"/>
          <dgm:bulletEnabled val="1"/>
        </dgm:presLayoutVars>
      </dgm:prSet>
      <dgm:spPr/>
    </dgm:pt>
    <dgm:pt modelId="{84675F44-795F-4FAF-A93F-D2CCC09CDD58}" type="pres">
      <dgm:prSet presAssocID="{0C537A9E-5010-4189-8D60-E7F570391A6F}" presName="quad4" presStyleLbl="node1" presStyleIdx="3" presStyleCnt="4">
        <dgm:presLayoutVars>
          <dgm:chMax val="0"/>
          <dgm:chPref val="0"/>
          <dgm:bulletEnabled val="1"/>
        </dgm:presLayoutVars>
      </dgm:prSet>
      <dgm:spPr/>
    </dgm:pt>
  </dgm:ptLst>
  <dgm:cxnLst>
    <dgm:cxn modelId="{69399F2E-894C-44F8-AD3E-106FF55C2E7D}" type="presOf" srcId="{F554CCE3-A616-4B39-B910-EE2BB6914981}" destId="{38038ABD-FC5A-4FD9-94C9-8A08E0F663BD}" srcOrd="0" destOrd="0" presId="urn:microsoft.com/office/officeart/2005/8/layout/matrix3"/>
    <dgm:cxn modelId="{2C2D4831-B63E-4C66-8612-0C4E3FC46FD8}" srcId="{0C537A9E-5010-4189-8D60-E7F570391A6F}" destId="{AC3D7F41-8940-40FF-910C-3AEF47FFD353}" srcOrd="1" destOrd="0" parTransId="{4E28FA98-BB36-4C4E-BB20-2B1C1244D54D}" sibTransId="{F791587B-15A8-41BD-A655-40AFFC998C71}"/>
    <dgm:cxn modelId="{DC79AD36-F685-4EDA-8045-54F5D78C16E4}" type="presOf" srcId="{C9E8308E-037B-46DB-B57B-5BC8EDAE07C5}" destId="{1B93ACFC-4379-477E-9D7A-240118452B6E}" srcOrd="0" destOrd="0" presId="urn:microsoft.com/office/officeart/2005/8/layout/matrix3"/>
    <dgm:cxn modelId="{F842B13D-C5E7-42E2-A5B4-9F253E383E9D}" srcId="{0C537A9E-5010-4189-8D60-E7F570391A6F}" destId="{F554CCE3-A616-4B39-B910-EE2BB6914981}" srcOrd="0" destOrd="0" parTransId="{D818001B-8D17-432D-953F-9277B586C6C0}" sibTransId="{987BEDE6-DE4B-4980-9E3F-A41B1418B467}"/>
    <dgm:cxn modelId="{47C5E77D-E342-46EF-BFF5-8F9BCFFD9BA9}" type="presOf" srcId="{ECD178DC-C972-4E74-AAA7-6D817C56ED73}" destId="{84675F44-795F-4FAF-A93F-D2CCC09CDD58}" srcOrd="0" destOrd="0" presId="urn:microsoft.com/office/officeart/2005/8/layout/matrix3"/>
    <dgm:cxn modelId="{7879AE86-45B6-47D6-AC39-4437FF1B9BF2}" type="presOf" srcId="{0C537A9E-5010-4189-8D60-E7F570391A6F}" destId="{094B07F5-00C1-49E8-ABE2-6C96E3EF25E7}" srcOrd="0" destOrd="0" presId="urn:microsoft.com/office/officeart/2005/8/layout/matrix3"/>
    <dgm:cxn modelId="{6D36FB9C-6F47-4FB0-B9E7-1FC8B24681E3}" srcId="{0C537A9E-5010-4189-8D60-E7F570391A6F}" destId="{C9E8308E-037B-46DB-B57B-5BC8EDAE07C5}" srcOrd="2" destOrd="0" parTransId="{1B5550B6-F240-45AB-BD9A-C5FCF3F645AB}" sibTransId="{9371231F-FDA0-46E4-B930-01EB01344812}"/>
    <dgm:cxn modelId="{A0C5B8C1-742D-4A72-91E5-FEF5CC1DFDD1}" type="presOf" srcId="{AC3D7F41-8940-40FF-910C-3AEF47FFD353}" destId="{8C5DF991-C877-4D78-A57B-ACDAC1B3DA9E}" srcOrd="0" destOrd="0" presId="urn:microsoft.com/office/officeart/2005/8/layout/matrix3"/>
    <dgm:cxn modelId="{B29D04C4-72C6-48E0-8422-5B03C9410E6E}" srcId="{0C537A9E-5010-4189-8D60-E7F570391A6F}" destId="{ECD178DC-C972-4E74-AAA7-6D817C56ED73}" srcOrd="3" destOrd="0" parTransId="{15FF4271-BE0D-451E-B4A3-723679CA329C}" sibTransId="{D2E849D6-CAC6-4E26-8284-3FCC54D8811B}"/>
    <dgm:cxn modelId="{67C5BD9A-D0F6-4649-A1AA-D9ED49BB52D2}" type="presParOf" srcId="{094B07F5-00C1-49E8-ABE2-6C96E3EF25E7}" destId="{69D3AC72-C548-4DFE-ADD2-01E442F9DE93}" srcOrd="0" destOrd="0" presId="urn:microsoft.com/office/officeart/2005/8/layout/matrix3"/>
    <dgm:cxn modelId="{3E097A4B-75CC-482B-97B1-173068135744}" type="presParOf" srcId="{094B07F5-00C1-49E8-ABE2-6C96E3EF25E7}" destId="{38038ABD-FC5A-4FD9-94C9-8A08E0F663BD}" srcOrd="1" destOrd="0" presId="urn:microsoft.com/office/officeart/2005/8/layout/matrix3"/>
    <dgm:cxn modelId="{EBBB6BE8-EE99-4D49-AD55-06E128A81F8F}" type="presParOf" srcId="{094B07F5-00C1-49E8-ABE2-6C96E3EF25E7}" destId="{8C5DF991-C877-4D78-A57B-ACDAC1B3DA9E}" srcOrd="2" destOrd="0" presId="urn:microsoft.com/office/officeart/2005/8/layout/matrix3"/>
    <dgm:cxn modelId="{650A4F11-24A0-40E0-BD6A-E595BAD8135C}" type="presParOf" srcId="{094B07F5-00C1-49E8-ABE2-6C96E3EF25E7}" destId="{1B93ACFC-4379-477E-9D7A-240118452B6E}" srcOrd="3" destOrd="0" presId="urn:microsoft.com/office/officeart/2005/8/layout/matrix3"/>
    <dgm:cxn modelId="{8AF14EDA-98F1-4503-9A4B-8B959F7E9DB7}" type="presParOf" srcId="{094B07F5-00C1-49E8-ABE2-6C96E3EF25E7}" destId="{84675F44-795F-4FAF-A93F-D2CCC09CDD58}"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165BEBC5-A030-4433-8879-BB5574A6988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5C07B00-DF4B-4633-A348-0B8ADA8F33A9}">
      <dgm:prSet/>
      <dgm:spPr/>
      <dgm:t>
        <a:bodyPr/>
        <a:lstStyle/>
        <a:p>
          <a:r>
            <a:rPr lang="ru-RU" b="0" i="0"/>
            <a:t>козацьке.</a:t>
          </a:r>
          <a:endParaRPr lang="uk-UA"/>
        </a:p>
      </dgm:t>
    </dgm:pt>
    <dgm:pt modelId="{BFD8DCE5-C08D-4BD7-A9AE-4C0D8D9D78FF}" type="parTrans" cxnId="{DD6363CE-167B-48C1-B75D-2586CAF36F66}">
      <dgm:prSet/>
      <dgm:spPr/>
      <dgm:t>
        <a:bodyPr/>
        <a:lstStyle/>
        <a:p>
          <a:endParaRPr lang="uk-UA"/>
        </a:p>
      </dgm:t>
    </dgm:pt>
    <dgm:pt modelId="{EB0501E0-E765-425D-8AFF-BC9F40C952D4}" type="sibTrans" cxnId="{DD6363CE-167B-48C1-B75D-2586CAF36F66}">
      <dgm:prSet/>
      <dgm:spPr/>
      <dgm:t>
        <a:bodyPr/>
        <a:lstStyle/>
        <a:p>
          <a:endParaRPr lang="uk-UA"/>
        </a:p>
      </dgm:t>
    </dgm:pt>
    <dgm:pt modelId="{7E3BC3DB-24AF-4DFB-95F6-F5AEF9CF141B}">
      <dgm:prSet/>
      <dgm:spPr/>
      <dgm:t>
        <a:bodyPr/>
        <a:lstStyle/>
        <a:p>
          <a:r>
            <a:rPr lang="ru-RU" b="0" i="0"/>
            <a:t>селянське.</a:t>
          </a:r>
          <a:endParaRPr lang="uk-UA"/>
        </a:p>
      </dgm:t>
    </dgm:pt>
    <dgm:pt modelId="{8C785BD0-8714-43B2-9753-4DC543B8797F}" type="parTrans" cxnId="{35EC1487-96D4-46F2-954D-40BF981B1912}">
      <dgm:prSet/>
      <dgm:spPr/>
      <dgm:t>
        <a:bodyPr/>
        <a:lstStyle/>
        <a:p>
          <a:endParaRPr lang="uk-UA"/>
        </a:p>
      </dgm:t>
    </dgm:pt>
    <dgm:pt modelId="{B343928B-7470-4D7C-AD40-D55E809BDFEE}" type="sibTrans" cxnId="{35EC1487-96D4-46F2-954D-40BF981B1912}">
      <dgm:prSet/>
      <dgm:spPr/>
      <dgm:t>
        <a:bodyPr/>
        <a:lstStyle/>
        <a:p>
          <a:endParaRPr lang="uk-UA"/>
        </a:p>
      </dgm:t>
    </dgm:pt>
    <dgm:pt modelId="{EEC02812-46D8-41EA-92A2-AA6180F76D51}">
      <dgm:prSet/>
      <dgm:spPr/>
      <dgm:t>
        <a:bodyPr/>
        <a:lstStyle/>
        <a:p>
          <a:r>
            <a:rPr lang="ru-RU" b="0" i="0"/>
            <a:t>поміщицьке.</a:t>
          </a:r>
          <a:endParaRPr lang="uk-UA"/>
        </a:p>
      </dgm:t>
    </dgm:pt>
    <dgm:pt modelId="{FD1DAEE4-01EC-4921-BDA5-1B75B7CBA448}" type="parTrans" cxnId="{D047EC28-5D89-43F3-BDB6-AC5992280292}">
      <dgm:prSet/>
      <dgm:spPr/>
      <dgm:t>
        <a:bodyPr/>
        <a:lstStyle/>
        <a:p>
          <a:endParaRPr lang="uk-UA"/>
        </a:p>
      </dgm:t>
    </dgm:pt>
    <dgm:pt modelId="{9836B2FC-6418-42CF-A4E3-1F64C16AE4D5}" type="sibTrans" cxnId="{D047EC28-5D89-43F3-BDB6-AC5992280292}">
      <dgm:prSet/>
      <dgm:spPr/>
      <dgm:t>
        <a:bodyPr/>
        <a:lstStyle/>
        <a:p>
          <a:endParaRPr lang="uk-UA"/>
        </a:p>
      </dgm:t>
    </dgm:pt>
    <dgm:pt modelId="{A8280A05-A785-435F-911B-035D18CEDC20}">
      <dgm:prSet/>
      <dgm:spPr/>
      <dgm:t>
        <a:bodyPr/>
        <a:lstStyle/>
        <a:p>
          <a:r>
            <a:rPr lang="ru-RU" b="0" i="0"/>
            <a:t>іноземних колоністів.</a:t>
          </a:r>
          <a:endParaRPr lang="uk-UA"/>
        </a:p>
      </dgm:t>
    </dgm:pt>
    <dgm:pt modelId="{1446051D-030C-4087-B777-DE0AB3AF09E3}" type="parTrans" cxnId="{68032D05-3FEA-443D-AF7E-C21D4DD7529E}">
      <dgm:prSet/>
      <dgm:spPr/>
      <dgm:t>
        <a:bodyPr/>
        <a:lstStyle/>
        <a:p>
          <a:endParaRPr lang="uk-UA"/>
        </a:p>
      </dgm:t>
    </dgm:pt>
    <dgm:pt modelId="{8109346D-C863-4C0A-9BC0-48299DBA2C3A}" type="sibTrans" cxnId="{68032D05-3FEA-443D-AF7E-C21D4DD7529E}">
      <dgm:prSet/>
      <dgm:spPr/>
      <dgm:t>
        <a:bodyPr/>
        <a:lstStyle/>
        <a:p>
          <a:endParaRPr lang="uk-UA"/>
        </a:p>
      </dgm:t>
    </dgm:pt>
    <dgm:pt modelId="{B20E44AA-9CAD-4E0C-8DB7-D8CC051B553D}" type="pres">
      <dgm:prSet presAssocID="{165BEBC5-A030-4433-8879-BB5574A6988A}" presName="linear" presStyleCnt="0">
        <dgm:presLayoutVars>
          <dgm:animLvl val="lvl"/>
          <dgm:resizeHandles val="exact"/>
        </dgm:presLayoutVars>
      </dgm:prSet>
      <dgm:spPr/>
    </dgm:pt>
    <dgm:pt modelId="{0F958FF5-8F6A-43F6-BF15-A7139CD7510C}" type="pres">
      <dgm:prSet presAssocID="{65C07B00-DF4B-4633-A348-0B8ADA8F33A9}" presName="parentText" presStyleLbl="node1" presStyleIdx="0" presStyleCnt="4">
        <dgm:presLayoutVars>
          <dgm:chMax val="0"/>
          <dgm:bulletEnabled val="1"/>
        </dgm:presLayoutVars>
      </dgm:prSet>
      <dgm:spPr/>
    </dgm:pt>
    <dgm:pt modelId="{5CE196A7-D818-4EDC-8F48-21DF497A434C}" type="pres">
      <dgm:prSet presAssocID="{EB0501E0-E765-425D-8AFF-BC9F40C952D4}" presName="spacer" presStyleCnt="0"/>
      <dgm:spPr/>
    </dgm:pt>
    <dgm:pt modelId="{21BB0E2E-E78C-4714-AAB1-9D97A458579C}" type="pres">
      <dgm:prSet presAssocID="{7E3BC3DB-24AF-4DFB-95F6-F5AEF9CF141B}" presName="parentText" presStyleLbl="node1" presStyleIdx="1" presStyleCnt="4">
        <dgm:presLayoutVars>
          <dgm:chMax val="0"/>
          <dgm:bulletEnabled val="1"/>
        </dgm:presLayoutVars>
      </dgm:prSet>
      <dgm:spPr/>
    </dgm:pt>
    <dgm:pt modelId="{ACF8B4F8-A08A-41D4-9077-C82D1AD1739C}" type="pres">
      <dgm:prSet presAssocID="{B343928B-7470-4D7C-AD40-D55E809BDFEE}" presName="spacer" presStyleCnt="0"/>
      <dgm:spPr/>
    </dgm:pt>
    <dgm:pt modelId="{71EBD94D-8285-47CC-AC2B-79B2B50F0D3F}" type="pres">
      <dgm:prSet presAssocID="{EEC02812-46D8-41EA-92A2-AA6180F76D51}" presName="parentText" presStyleLbl="node1" presStyleIdx="2" presStyleCnt="4">
        <dgm:presLayoutVars>
          <dgm:chMax val="0"/>
          <dgm:bulletEnabled val="1"/>
        </dgm:presLayoutVars>
      </dgm:prSet>
      <dgm:spPr/>
    </dgm:pt>
    <dgm:pt modelId="{B54E049A-B4D7-42A5-AD6A-E66437CF9DCB}" type="pres">
      <dgm:prSet presAssocID="{9836B2FC-6418-42CF-A4E3-1F64C16AE4D5}" presName="spacer" presStyleCnt="0"/>
      <dgm:spPr/>
    </dgm:pt>
    <dgm:pt modelId="{F7693A12-3351-4F46-B460-F337B0C92214}" type="pres">
      <dgm:prSet presAssocID="{A8280A05-A785-435F-911B-035D18CEDC20}" presName="parentText" presStyleLbl="node1" presStyleIdx="3" presStyleCnt="4">
        <dgm:presLayoutVars>
          <dgm:chMax val="0"/>
          <dgm:bulletEnabled val="1"/>
        </dgm:presLayoutVars>
      </dgm:prSet>
      <dgm:spPr/>
    </dgm:pt>
  </dgm:ptLst>
  <dgm:cxnLst>
    <dgm:cxn modelId="{68032D05-3FEA-443D-AF7E-C21D4DD7529E}" srcId="{165BEBC5-A030-4433-8879-BB5574A6988A}" destId="{A8280A05-A785-435F-911B-035D18CEDC20}" srcOrd="3" destOrd="0" parTransId="{1446051D-030C-4087-B777-DE0AB3AF09E3}" sibTransId="{8109346D-C863-4C0A-9BC0-48299DBA2C3A}"/>
    <dgm:cxn modelId="{E807DD28-84A0-43C9-B5AF-907906D48FD6}" type="presOf" srcId="{65C07B00-DF4B-4633-A348-0B8ADA8F33A9}" destId="{0F958FF5-8F6A-43F6-BF15-A7139CD7510C}" srcOrd="0" destOrd="0" presId="urn:microsoft.com/office/officeart/2005/8/layout/vList2"/>
    <dgm:cxn modelId="{D047EC28-5D89-43F3-BDB6-AC5992280292}" srcId="{165BEBC5-A030-4433-8879-BB5574A6988A}" destId="{EEC02812-46D8-41EA-92A2-AA6180F76D51}" srcOrd="2" destOrd="0" parTransId="{FD1DAEE4-01EC-4921-BDA5-1B75B7CBA448}" sibTransId="{9836B2FC-6418-42CF-A4E3-1F64C16AE4D5}"/>
    <dgm:cxn modelId="{370F5C32-37D2-4A8F-AAF6-A12F7CFDC6C6}" type="presOf" srcId="{165BEBC5-A030-4433-8879-BB5574A6988A}" destId="{B20E44AA-9CAD-4E0C-8DB7-D8CC051B553D}" srcOrd="0" destOrd="0" presId="urn:microsoft.com/office/officeart/2005/8/layout/vList2"/>
    <dgm:cxn modelId="{1200E334-3B92-4806-8B27-F215706FFE09}" type="presOf" srcId="{EEC02812-46D8-41EA-92A2-AA6180F76D51}" destId="{71EBD94D-8285-47CC-AC2B-79B2B50F0D3F}" srcOrd="0" destOrd="0" presId="urn:microsoft.com/office/officeart/2005/8/layout/vList2"/>
    <dgm:cxn modelId="{35EC1487-96D4-46F2-954D-40BF981B1912}" srcId="{165BEBC5-A030-4433-8879-BB5574A6988A}" destId="{7E3BC3DB-24AF-4DFB-95F6-F5AEF9CF141B}" srcOrd="1" destOrd="0" parTransId="{8C785BD0-8714-43B2-9753-4DC543B8797F}" sibTransId="{B343928B-7470-4D7C-AD40-D55E809BDFEE}"/>
    <dgm:cxn modelId="{E63D8591-0C76-4523-AF62-5C98B8E0A40A}" type="presOf" srcId="{7E3BC3DB-24AF-4DFB-95F6-F5AEF9CF141B}" destId="{21BB0E2E-E78C-4714-AAB1-9D97A458579C}" srcOrd="0" destOrd="0" presId="urn:microsoft.com/office/officeart/2005/8/layout/vList2"/>
    <dgm:cxn modelId="{DD6363CE-167B-48C1-B75D-2586CAF36F66}" srcId="{165BEBC5-A030-4433-8879-BB5574A6988A}" destId="{65C07B00-DF4B-4633-A348-0B8ADA8F33A9}" srcOrd="0" destOrd="0" parTransId="{BFD8DCE5-C08D-4BD7-A9AE-4C0D8D9D78FF}" sibTransId="{EB0501E0-E765-425D-8AFF-BC9F40C952D4}"/>
    <dgm:cxn modelId="{10D164ED-2210-48EF-BF9B-06B8A9F44021}" type="presOf" srcId="{A8280A05-A785-435F-911B-035D18CEDC20}" destId="{F7693A12-3351-4F46-B460-F337B0C92214}" srcOrd="0" destOrd="0" presId="urn:microsoft.com/office/officeart/2005/8/layout/vList2"/>
    <dgm:cxn modelId="{BCBA5474-03B4-4FA0-B68E-0B1C68CDA23C}" type="presParOf" srcId="{B20E44AA-9CAD-4E0C-8DB7-D8CC051B553D}" destId="{0F958FF5-8F6A-43F6-BF15-A7139CD7510C}" srcOrd="0" destOrd="0" presId="urn:microsoft.com/office/officeart/2005/8/layout/vList2"/>
    <dgm:cxn modelId="{C0F2035E-DE9B-4951-AC7F-64B35211EE96}" type="presParOf" srcId="{B20E44AA-9CAD-4E0C-8DB7-D8CC051B553D}" destId="{5CE196A7-D818-4EDC-8F48-21DF497A434C}" srcOrd="1" destOrd="0" presId="urn:microsoft.com/office/officeart/2005/8/layout/vList2"/>
    <dgm:cxn modelId="{7D323438-9876-435E-8AC7-97E214C1FF29}" type="presParOf" srcId="{B20E44AA-9CAD-4E0C-8DB7-D8CC051B553D}" destId="{21BB0E2E-E78C-4714-AAB1-9D97A458579C}" srcOrd="2" destOrd="0" presId="urn:microsoft.com/office/officeart/2005/8/layout/vList2"/>
    <dgm:cxn modelId="{7A80E49B-2588-4A5A-A3D8-CCBCC9D5E0E8}" type="presParOf" srcId="{B20E44AA-9CAD-4E0C-8DB7-D8CC051B553D}" destId="{ACF8B4F8-A08A-41D4-9077-C82D1AD1739C}" srcOrd="3" destOrd="0" presId="urn:microsoft.com/office/officeart/2005/8/layout/vList2"/>
    <dgm:cxn modelId="{F17395B9-EF2B-4D5C-AF5F-C86FC8B70921}" type="presParOf" srcId="{B20E44AA-9CAD-4E0C-8DB7-D8CC051B553D}" destId="{71EBD94D-8285-47CC-AC2B-79B2B50F0D3F}" srcOrd="4" destOrd="0" presId="urn:microsoft.com/office/officeart/2005/8/layout/vList2"/>
    <dgm:cxn modelId="{63D570A9-6350-4893-8164-5041CA2CBE65}" type="presParOf" srcId="{B20E44AA-9CAD-4E0C-8DB7-D8CC051B553D}" destId="{B54E049A-B4D7-42A5-AD6A-E66437CF9DCB}" srcOrd="5" destOrd="0" presId="urn:microsoft.com/office/officeart/2005/8/layout/vList2"/>
    <dgm:cxn modelId="{54AD9A54-E3AD-460D-8299-2C8E968DCD55}" type="presParOf" srcId="{B20E44AA-9CAD-4E0C-8DB7-D8CC051B553D}" destId="{F7693A12-3351-4F46-B460-F337B0C922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B83D0258-60DB-4F05-A8FE-EDB0B00D150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88D20F6-F154-45A9-B38A-73FEE395951C}">
      <dgm:prSet/>
      <dgm:spPr/>
      <dgm:t>
        <a:bodyPr/>
        <a:lstStyle/>
        <a:p>
          <a:r>
            <a:rPr lang="uk-UA" b="0" i="0"/>
            <a:t>воєводство</a:t>
          </a:r>
          <a:endParaRPr lang="uk-UA"/>
        </a:p>
      </dgm:t>
    </dgm:pt>
    <dgm:pt modelId="{62CA1E31-9496-4AAC-A442-323738D0D549}" type="parTrans" cxnId="{6D5E620F-1971-4E80-AD6B-C3EEF5C82630}">
      <dgm:prSet/>
      <dgm:spPr/>
      <dgm:t>
        <a:bodyPr/>
        <a:lstStyle/>
        <a:p>
          <a:endParaRPr lang="uk-UA"/>
        </a:p>
      </dgm:t>
    </dgm:pt>
    <dgm:pt modelId="{04C3A3B9-D909-46C3-838A-8A62B7C67FDE}" type="sibTrans" cxnId="{6D5E620F-1971-4E80-AD6B-C3EEF5C82630}">
      <dgm:prSet/>
      <dgm:spPr/>
      <dgm:t>
        <a:bodyPr/>
        <a:lstStyle/>
        <a:p>
          <a:endParaRPr lang="uk-UA"/>
        </a:p>
      </dgm:t>
    </dgm:pt>
    <dgm:pt modelId="{89975F64-5C60-40E8-A4BB-0C5BB337DE7B}">
      <dgm:prSet/>
      <dgm:spPr/>
      <dgm:t>
        <a:bodyPr/>
        <a:lstStyle/>
        <a:p>
          <a:r>
            <a:rPr lang="uk-UA" b="0" i="0"/>
            <a:t>провінція</a:t>
          </a:r>
          <a:endParaRPr lang="uk-UA"/>
        </a:p>
      </dgm:t>
    </dgm:pt>
    <dgm:pt modelId="{6803DEC5-0AF6-4FE4-A114-019839D55B48}" type="parTrans" cxnId="{DC27911F-E4FB-4861-8BDA-206468695CE4}">
      <dgm:prSet/>
      <dgm:spPr/>
      <dgm:t>
        <a:bodyPr/>
        <a:lstStyle/>
        <a:p>
          <a:endParaRPr lang="uk-UA"/>
        </a:p>
      </dgm:t>
    </dgm:pt>
    <dgm:pt modelId="{3D56EDF3-0C38-4AD9-AC54-399B7BB8925C}" type="sibTrans" cxnId="{DC27911F-E4FB-4861-8BDA-206468695CE4}">
      <dgm:prSet/>
      <dgm:spPr/>
      <dgm:t>
        <a:bodyPr/>
        <a:lstStyle/>
        <a:p>
          <a:endParaRPr lang="uk-UA"/>
        </a:p>
      </dgm:t>
    </dgm:pt>
    <dgm:pt modelId="{3B1A0167-8E9C-4946-A19A-47CFD545A675}">
      <dgm:prSet/>
      <dgm:spPr/>
      <dgm:t>
        <a:bodyPr/>
        <a:lstStyle/>
        <a:p>
          <a:r>
            <a:rPr lang="uk-UA" b="0" i="0"/>
            <a:t>губернія</a:t>
          </a:r>
          <a:endParaRPr lang="uk-UA"/>
        </a:p>
      </dgm:t>
    </dgm:pt>
    <dgm:pt modelId="{646CD12E-3937-4657-941A-C1496AAE3F98}" type="parTrans" cxnId="{017E92D1-D7BB-4B07-9A73-FE9A751D49EB}">
      <dgm:prSet/>
      <dgm:spPr/>
      <dgm:t>
        <a:bodyPr/>
        <a:lstStyle/>
        <a:p>
          <a:endParaRPr lang="uk-UA"/>
        </a:p>
      </dgm:t>
    </dgm:pt>
    <dgm:pt modelId="{B7CE5C39-4946-41B8-9ED9-35F0BF1F92F7}" type="sibTrans" cxnId="{017E92D1-D7BB-4B07-9A73-FE9A751D49EB}">
      <dgm:prSet/>
      <dgm:spPr/>
      <dgm:t>
        <a:bodyPr/>
        <a:lstStyle/>
        <a:p>
          <a:endParaRPr lang="uk-UA"/>
        </a:p>
      </dgm:t>
    </dgm:pt>
    <dgm:pt modelId="{B01C86B4-092E-47EB-8ACC-FAAFD8143E5B}">
      <dgm:prSet/>
      <dgm:spPr/>
      <dgm:t>
        <a:bodyPr/>
        <a:lstStyle/>
        <a:p>
          <a:r>
            <a:rPr lang="uk-UA" b="0" i="0"/>
            <a:t>область</a:t>
          </a:r>
          <a:endParaRPr lang="uk-UA"/>
        </a:p>
      </dgm:t>
    </dgm:pt>
    <dgm:pt modelId="{49B4CA73-2B0A-4CA7-99D2-0E3AE91B0DF6}" type="parTrans" cxnId="{C5BA5276-559C-4004-B1C6-DFA9AFDA7439}">
      <dgm:prSet/>
      <dgm:spPr/>
      <dgm:t>
        <a:bodyPr/>
        <a:lstStyle/>
        <a:p>
          <a:endParaRPr lang="uk-UA"/>
        </a:p>
      </dgm:t>
    </dgm:pt>
    <dgm:pt modelId="{A3C24B0D-159A-4FFF-B414-76BDDC231736}" type="sibTrans" cxnId="{C5BA5276-559C-4004-B1C6-DFA9AFDA7439}">
      <dgm:prSet/>
      <dgm:spPr/>
      <dgm:t>
        <a:bodyPr/>
        <a:lstStyle/>
        <a:p>
          <a:endParaRPr lang="uk-UA"/>
        </a:p>
      </dgm:t>
    </dgm:pt>
    <dgm:pt modelId="{0DF15C72-FDA3-476E-B38C-AC208B8B97A3}" type="pres">
      <dgm:prSet presAssocID="{B83D0258-60DB-4F05-A8FE-EDB0B00D1500}" presName="linear" presStyleCnt="0">
        <dgm:presLayoutVars>
          <dgm:animLvl val="lvl"/>
          <dgm:resizeHandles val="exact"/>
        </dgm:presLayoutVars>
      </dgm:prSet>
      <dgm:spPr/>
    </dgm:pt>
    <dgm:pt modelId="{CBB8EFEA-B47D-44D1-8EF9-9FC2DAC3D78E}" type="pres">
      <dgm:prSet presAssocID="{188D20F6-F154-45A9-B38A-73FEE395951C}" presName="parentText" presStyleLbl="node1" presStyleIdx="0" presStyleCnt="4">
        <dgm:presLayoutVars>
          <dgm:chMax val="0"/>
          <dgm:bulletEnabled val="1"/>
        </dgm:presLayoutVars>
      </dgm:prSet>
      <dgm:spPr/>
    </dgm:pt>
    <dgm:pt modelId="{AACFA6A6-B29C-4A62-93A0-3F2EC4B388E6}" type="pres">
      <dgm:prSet presAssocID="{04C3A3B9-D909-46C3-838A-8A62B7C67FDE}" presName="spacer" presStyleCnt="0"/>
      <dgm:spPr/>
    </dgm:pt>
    <dgm:pt modelId="{BB67A24F-3D68-4920-974D-8E5165B05A84}" type="pres">
      <dgm:prSet presAssocID="{89975F64-5C60-40E8-A4BB-0C5BB337DE7B}" presName="parentText" presStyleLbl="node1" presStyleIdx="1" presStyleCnt="4">
        <dgm:presLayoutVars>
          <dgm:chMax val="0"/>
          <dgm:bulletEnabled val="1"/>
        </dgm:presLayoutVars>
      </dgm:prSet>
      <dgm:spPr/>
    </dgm:pt>
    <dgm:pt modelId="{03E0DFFD-DAE4-4450-8F30-8B7C950A0EA7}" type="pres">
      <dgm:prSet presAssocID="{3D56EDF3-0C38-4AD9-AC54-399B7BB8925C}" presName="spacer" presStyleCnt="0"/>
      <dgm:spPr/>
    </dgm:pt>
    <dgm:pt modelId="{D072FC7E-A66F-4DF7-B685-826C7EEAC74F}" type="pres">
      <dgm:prSet presAssocID="{3B1A0167-8E9C-4946-A19A-47CFD545A675}" presName="parentText" presStyleLbl="node1" presStyleIdx="2" presStyleCnt="4">
        <dgm:presLayoutVars>
          <dgm:chMax val="0"/>
          <dgm:bulletEnabled val="1"/>
        </dgm:presLayoutVars>
      </dgm:prSet>
      <dgm:spPr/>
    </dgm:pt>
    <dgm:pt modelId="{0BDEE0F8-30AE-4663-B2A1-C452833F9A38}" type="pres">
      <dgm:prSet presAssocID="{B7CE5C39-4946-41B8-9ED9-35F0BF1F92F7}" presName="spacer" presStyleCnt="0"/>
      <dgm:spPr/>
    </dgm:pt>
    <dgm:pt modelId="{5150368D-5851-425E-98CD-F1BB4619C332}" type="pres">
      <dgm:prSet presAssocID="{B01C86B4-092E-47EB-8ACC-FAAFD8143E5B}" presName="parentText" presStyleLbl="node1" presStyleIdx="3" presStyleCnt="4">
        <dgm:presLayoutVars>
          <dgm:chMax val="0"/>
          <dgm:bulletEnabled val="1"/>
        </dgm:presLayoutVars>
      </dgm:prSet>
      <dgm:spPr/>
    </dgm:pt>
  </dgm:ptLst>
  <dgm:cxnLst>
    <dgm:cxn modelId="{6D5E620F-1971-4E80-AD6B-C3EEF5C82630}" srcId="{B83D0258-60DB-4F05-A8FE-EDB0B00D1500}" destId="{188D20F6-F154-45A9-B38A-73FEE395951C}" srcOrd="0" destOrd="0" parTransId="{62CA1E31-9496-4AAC-A442-323738D0D549}" sibTransId="{04C3A3B9-D909-46C3-838A-8A62B7C67FDE}"/>
    <dgm:cxn modelId="{DC27911F-E4FB-4861-8BDA-206468695CE4}" srcId="{B83D0258-60DB-4F05-A8FE-EDB0B00D1500}" destId="{89975F64-5C60-40E8-A4BB-0C5BB337DE7B}" srcOrd="1" destOrd="0" parTransId="{6803DEC5-0AF6-4FE4-A114-019839D55B48}" sibTransId="{3D56EDF3-0C38-4AD9-AC54-399B7BB8925C}"/>
    <dgm:cxn modelId="{9047FF32-9074-4760-8A82-76AC1411E24B}" type="presOf" srcId="{188D20F6-F154-45A9-B38A-73FEE395951C}" destId="{CBB8EFEA-B47D-44D1-8EF9-9FC2DAC3D78E}" srcOrd="0" destOrd="0" presId="urn:microsoft.com/office/officeart/2005/8/layout/vList2"/>
    <dgm:cxn modelId="{C5BA5276-559C-4004-B1C6-DFA9AFDA7439}" srcId="{B83D0258-60DB-4F05-A8FE-EDB0B00D1500}" destId="{B01C86B4-092E-47EB-8ACC-FAAFD8143E5B}" srcOrd="3" destOrd="0" parTransId="{49B4CA73-2B0A-4CA7-99D2-0E3AE91B0DF6}" sibTransId="{A3C24B0D-159A-4FFF-B414-76BDDC231736}"/>
    <dgm:cxn modelId="{A2EE1581-BC48-47C5-B0F5-BE9D02406669}" type="presOf" srcId="{3B1A0167-8E9C-4946-A19A-47CFD545A675}" destId="{D072FC7E-A66F-4DF7-B685-826C7EEAC74F}" srcOrd="0" destOrd="0" presId="urn:microsoft.com/office/officeart/2005/8/layout/vList2"/>
    <dgm:cxn modelId="{4A0CE081-0BE6-485D-8182-E8A2589DD4EE}" type="presOf" srcId="{89975F64-5C60-40E8-A4BB-0C5BB337DE7B}" destId="{BB67A24F-3D68-4920-974D-8E5165B05A84}" srcOrd="0" destOrd="0" presId="urn:microsoft.com/office/officeart/2005/8/layout/vList2"/>
    <dgm:cxn modelId="{AE8CB18B-3CDE-4DA2-ACD0-471C8640022D}" type="presOf" srcId="{B83D0258-60DB-4F05-A8FE-EDB0B00D1500}" destId="{0DF15C72-FDA3-476E-B38C-AC208B8B97A3}" srcOrd="0" destOrd="0" presId="urn:microsoft.com/office/officeart/2005/8/layout/vList2"/>
    <dgm:cxn modelId="{7E64B5AC-CCB6-48B5-A87A-DB2DC96148D9}" type="presOf" srcId="{B01C86B4-092E-47EB-8ACC-FAAFD8143E5B}" destId="{5150368D-5851-425E-98CD-F1BB4619C332}" srcOrd="0" destOrd="0" presId="urn:microsoft.com/office/officeart/2005/8/layout/vList2"/>
    <dgm:cxn modelId="{017E92D1-D7BB-4B07-9A73-FE9A751D49EB}" srcId="{B83D0258-60DB-4F05-A8FE-EDB0B00D1500}" destId="{3B1A0167-8E9C-4946-A19A-47CFD545A675}" srcOrd="2" destOrd="0" parTransId="{646CD12E-3937-4657-941A-C1496AAE3F98}" sibTransId="{B7CE5C39-4946-41B8-9ED9-35F0BF1F92F7}"/>
    <dgm:cxn modelId="{FC2DFCAC-50F2-48BF-914C-A0457E442B62}" type="presParOf" srcId="{0DF15C72-FDA3-476E-B38C-AC208B8B97A3}" destId="{CBB8EFEA-B47D-44D1-8EF9-9FC2DAC3D78E}" srcOrd="0" destOrd="0" presId="urn:microsoft.com/office/officeart/2005/8/layout/vList2"/>
    <dgm:cxn modelId="{FF1EBFD2-88B9-4530-90B2-13F1B76EE447}" type="presParOf" srcId="{0DF15C72-FDA3-476E-B38C-AC208B8B97A3}" destId="{AACFA6A6-B29C-4A62-93A0-3F2EC4B388E6}" srcOrd="1" destOrd="0" presId="urn:microsoft.com/office/officeart/2005/8/layout/vList2"/>
    <dgm:cxn modelId="{7836931C-D0EA-4298-BB78-951516B2CDB5}" type="presParOf" srcId="{0DF15C72-FDA3-476E-B38C-AC208B8B97A3}" destId="{BB67A24F-3D68-4920-974D-8E5165B05A84}" srcOrd="2" destOrd="0" presId="urn:microsoft.com/office/officeart/2005/8/layout/vList2"/>
    <dgm:cxn modelId="{922CBD73-B6C8-4D78-A089-2E3F21923D2F}" type="presParOf" srcId="{0DF15C72-FDA3-476E-B38C-AC208B8B97A3}" destId="{03E0DFFD-DAE4-4450-8F30-8B7C950A0EA7}" srcOrd="3" destOrd="0" presId="urn:microsoft.com/office/officeart/2005/8/layout/vList2"/>
    <dgm:cxn modelId="{A062392B-4C7F-4FAF-905A-97BC9EC61285}" type="presParOf" srcId="{0DF15C72-FDA3-476E-B38C-AC208B8B97A3}" destId="{D072FC7E-A66F-4DF7-B685-826C7EEAC74F}" srcOrd="4" destOrd="0" presId="urn:microsoft.com/office/officeart/2005/8/layout/vList2"/>
    <dgm:cxn modelId="{BE59A3BA-C842-498C-AB5F-B6E41919E475}" type="presParOf" srcId="{0DF15C72-FDA3-476E-B38C-AC208B8B97A3}" destId="{0BDEE0F8-30AE-4663-B2A1-C452833F9A38}" srcOrd="5" destOrd="0" presId="urn:microsoft.com/office/officeart/2005/8/layout/vList2"/>
    <dgm:cxn modelId="{ABB431FA-17F4-427E-84A8-29E9CC21566A}" type="presParOf" srcId="{0DF15C72-FDA3-476E-B38C-AC208B8B97A3}" destId="{5150368D-5851-425E-98CD-F1BB4619C33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749BCFD0-9279-4B13-ACBF-D9A8AF8EB50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27D8ACB-2192-4DE0-93E0-79CE13AEAD9C}">
      <dgm:prSet/>
      <dgm:spPr/>
      <dgm:t>
        <a:bodyPr/>
        <a:lstStyle/>
        <a:p>
          <a:r>
            <a:rPr lang="uk-UA" b="0" i="0"/>
            <a:t>намісництва.</a:t>
          </a:r>
          <a:endParaRPr lang="uk-UA"/>
        </a:p>
      </dgm:t>
    </dgm:pt>
    <dgm:pt modelId="{1514F279-156C-4F67-96EC-C3CA4AD3D606}" type="parTrans" cxnId="{54FB8DEE-90CF-40C2-BEAA-00A5822AC371}">
      <dgm:prSet/>
      <dgm:spPr/>
      <dgm:t>
        <a:bodyPr/>
        <a:lstStyle/>
        <a:p>
          <a:endParaRPr lang="uk-UA"/>
        </a:p>
      </dgm:t>
    </dgm:pt>
    <dgm:pt modelId="{D39CF434-756E-4999-9104-B8DE55BBCE5A}" type="sibTrans" cxnId="{54FB8DEE-90CF-40C2-BEAA-00A5822AC371}">
      <dgm:prSet/>
      <dgm:spPr/>
      <dgm:t>
        <a:bodyPr/>
        <a:lstStyle/>
        <a:p>
          <a:endParaRPr lang="uk-UA"/>
        </a:p>
      </dgm:t>
    </dgm:pt>
    <dgm:pt modelId="{F0CE0D13-2FB4-4D8E-A8B5-918C5769A22B}">
      <dgm:prSet/>
      <dgm:spPr/>
      <dgm:t>
        <a:bodyPr/>
        <a:lstStyle/>
        <a:p>
          <a:r>
            <a:rPr lang="uk-UA" b="0" i="0"/>
            <a:t>губернії.</a:t>
          </a:r>
          <a:endParaRPr lang="uk-UA"/>
        </a:p>
      </dgm:t>
    </dgm:pt>
    <dgm:pt modelId="{AD70D811-6B94-4A5F-A8EB-3E2B7B5C7E89}" type="parTrans" cxnId="{2E3A350A-1EB4-4B00-B2F0-89FA9CD12EF2}">
      <dgm:prSet/>
      <dgm:spPr/>
      <dgm:t>
        <a:bodyPr/>
        <a:lstStyle/>
        <a:p>
          <a:endParaRPr lang="uk-UA"/>
        </a:p>
      </dgm:t>
    </dgm:pt>
    <dgm:pt modelId="{C9B9BEDB-8872-4C47-ACE2-89488312F7AC}" type="sibTrans" cxnId="{2E3A350A-1EB4-4B00-B2F0-89FA9CD12EF2}">
      <dgm:prSet/>
      <dgm:spPr/>
      <dgm:t>
        <a:bodyPr/>
        <a:lstStyle/>
        <a:p>
          <a:endParaRPr lang="uk-UA"/>
        </a:p>
      </dgm:t>
    </dgm:pt>
    <dgm:pt modelId="{0D0E5B4C-988C-484B-A899-D9426F0C78E7}">
      <dgm:prSet/>
      <dgm:spPr/>
      <dgm:t>
        <a:bodyPr/>
        <a:lstStyle/>
        <a:p>
          <a:r>
            <a:rPr lang="uk-UA" b="0" i="0"/>
            <a:t>полки.</a:t>
          </a:r>
          <a:endParaRPr lang="uk-UA"/>
        </a:p>
      </dgm:t>
    </dgm:pt>
    <dgm:pt modelId="{5A7694FE-FD71-4810-9A57-1DCDE640811B}" type="parTrans" cxnId="{60A03196-3079-4815-AA21-5B3ED8326198}">
      <dgm:prSet/>
      <dgm:spPr/>
      <dgm:t>
        <a:bodyPr/>
        <a:lstStyle/>
        <a:p>
          <a:endParaRPr lang="uk-UA"/>
        </a:p>
      </dgm:t>
    </dgm:pt>
    <dgm:pt modelId="{AB19E68F-A93B-457D-B534-21DE57510842}" type="sibTrans" cxnId="{60A03196-3079-4815-AA21-5B3ED8326198}">
      <dgm:prSet/>
      <dgm:spPr/>
      <dgm:t>
        <a:bodyPr/>
        <a:lstStyle/>
        <a:p>
          <a:endParaRPr lang="uk-UA"/>
        </a:p>
      </dgm:t>
    </dgm:pt>
    <dgm:pt modelId="{531C15B6-6FE6-4029-9431-406202843E66}">
      <dgm:prSet/>
      <dgm:spPr/>
      <dgm:t>
        <a:bodyPr/>
        <a:lstStyle/>
        <a:p>
          <a:r>
            <a:rPr lang="uk-UA" b="0" i="0"/>
            <a:t>воєводства.</a:t>
          </a:r>
          <a:endParaRPr lang="uk-UA"/>
        </a:p>
      </dgm:t>
    </dgm:pt>
    <dgm:pt modelId="{4C1B0664-BF1D-4A1A-BA96-FF27E5B55E04}" type="parTrans" cxnId="{84B4308A-BDA6-4B29-96CA-2ECF10A61C9A}">
      <dgm:prSet/>
      <dgm:spPr/>
      <dgm:t>
        <a:bodyPr/>
        <a:lstStyle/>
        <a:p>
          <a:endParaRPr lang="uk-UA"/>
        </a:p>
      </dgm:t>
    </dgm:pt>
    <dgm:pt modelId="{CBCB9013-FA2B-4A0C-8FFE-BED153FE953E}" type="sibTrans" cxnId="{84B4308A-BDA6-4B29-96CA-2ECF10A61C9A}">
      <dgm:prSet/>
      <dgm:spPr/>
      <dgm:t>
        <a:bodyPr/>
        <a:lstStyle/>
        <a:p>
          <a:endParaRPr lang="uk-UA"/>
        </a:p>
      </dgm:t>
    </dgm:pt>
    <dgm:pt modelId="{6CD1C82E-40B3-442E-8B0B-B6AE7523F88A}" type="pres">
      <dgm:prSet presAssocID="{749BCFD0-9279-4B13-ACBF-D9A8AF8EB507}" presName="linearFlow" presStyleCnt="0">
        <dgm:presLayoutVars>
          <dgm:dir/>
          <dgm:resizeHandles val="exact"/>
        </dgm:presLayoutVars>
      </dgm:prSet>
      <dgm:spPr/>
    </dgm:pt>
    <dgm:pt modelId="{55B3C29C-BE82-464B-A4E0-240D96834843}" type="pres">
      <dgm:prSet presAssocID="{527D8ACB-2192-4DE0-93E0-79CE13AEAD9C}" presName="composite" presStyleCnt="0"/>
      <dgm:spPr/>
    </dgm:pt>
    <dgm:pt modelId="{ABBAF3F6-24BB-41FF-9C0E-324A2AF2CA68}" type="pres">
      <dgm:prSet presAssocID="{527D8ACB-2192-4DE0-93E0-79CE13AEAD9C}" presName="imgShp" presStyleLbl="fgImgPlace1" presStyleIdx="0" presStyleCnt="4"/>
      <dgm:spPr/>
    </dgm:pt>
    <dgm:pt modelId="{B26E5766-3CF0-42DB-83E6-9BBFF173FE52}" type="pres">
      <dgm:prSet presAssocID="{527D8ACB-2192-4DE0-93E0-79CE13AEAD9C}" presName="txShp" presStyleLbl="node1" presStyleIdx="0" presStyleCnt="4">
        <dgm:presLayoutVars>
          <dgm:bulletEnabled val="1"/>
        </dgm:presLayoutVars>
      </dgm:prSet>
      <dgm:spPr/>
    </dgm:pt>
    <dgm:pt modelId="{6B327BB5-00F5-4FA0-AE5C-2C2E7F58736A}" type="pres">
      <dgm:prSet presAssocID="{D39CF434-756E-4999-9104-B8DE55BBCE5A}" presName="spacing" presStyleCnt="0"/>
      <dgm:spPr/>
    </dgm:pt>
    <dgm:pt modelId="{A2601A3D-E3AD-45F7-BD6C-48801A38147D}" type="pres">
      <dgm:prSet presAssocID="{F0CE0D13-2FB4-4D8E-A8B5-918C5769A22B}" presName="composite" presStyleCnt="0"/>
      <dgm:spPr/>
    </dgm:pt>
    <dgm:pt modelId="{3BF2172D-CDA1-49DF-B94B-7565F165E5BF}" type="pres">
      <dgm:prSet presAssocID="{F0CE0D13-2FB4-4D8E-A8B5-918C5769A22B}" presName="imgShp" presStyleLbl="fgImgPlace1" presStyleIdx="1" presStyleCnt="4"/>
      <dgm:spPr/>
    </dgm:pt>
    <dgm:pt modelId="{A20C142E-358E-4B60-B998-33F9278C1596}" type="pres">
      <dgm:prSet presAssocID="{F0CE0D13-2FB4-4D8E-A8B5-918C5769A22B}" presName="txShp" presStyleLbl="node1" presStyleIdx="1" presStyleCnt="4">
        <dgm:presLayoutVars>
          <dgm:bulletEnabled val="1"/>
        </dgm:presLayoutVars>
      </dgm:prSet>
      <dgm:spPr/>
    </dgm:pt>
    <dgm:pt modelId="{CB18703C-8EAE-4542-ABE4-9C6B5EBB4357}" type="pres">
      <dgm:prSet presAssocID="{C9B9BEDB-8872-4C47-ACE2-89488312F7AC}" presName="spacing" presStyleCnt="0"/>
      <dgm:spPr/>
    </dgm:pt>
    <dgm:pt modelId="{517F3B7E-6B7A-473A-992A-45B68460E2D9}" type="pres">
      <dgm:prSet presAssocID="{0D0E5B4C-988C-484B-A899-D9426F0C78E7}" presName="composite" presStyleCnt="0"/>
      <dgm:spPr/>
    </dgm:pt>
    <dgm:pt modelId="{7D8C1CD7-2B5C-47CB-8F5A-64C39D55AF9B}" type="pres">
      <dgm:prSet presAssocID="{0D0E5B4C-988C-484B-A899-D9426F0C78E7}" presName="imgShp" presStyleLbl="fgImgPlace1" presStyleIdx="2" presStyleCnt="4"/>
      <dgm:spPr/>
    </dgm:pt>
    <dgm:pt modelId="{142085A7-3538-46D4-8A3F-989DFA820296}" type="pres">
      <dgm:prSet presAssocID="{0D0E5B4C-988C-484B-A899-D9426F0C78E7}" presName="txShp" presStyleLbl="node1" presStyleIdx="2" presStyleCnt="4">
        <dgm:presLayoutVars>
          <dgm:bulletEnabled val="1"/>
        </dgm:presLayoutVars>
      </dgm:prSet>
      <dgm:spPr/>
    </dgm:pt>
    <dgm:pt modelId="{F724DF36-2129-4ECF-91BE-E6F27C88D10A}" type="pres">
      <dgm:prSet presAssocID="{AB19E68F-A93B-457D-B534-21DE57510842}" presName="spacing" presStyleCnt="0"/>
      <dgm:spPr/>
    </dgm:pt>
    <dgm:pt modelId="{A8B43EA0-5A52-47E9-B135-E63B1697468F}" type="pres">
      <dgm:prSet presAssocID="{531C15B6-6FE6-4029-9431-406202843E66}" presName="composite" presStyleCnt="0"/>
      <dgm:spPr/>
    </dgm:pt>
    <dgm:pt modelId="{663D2F9B-943F-457A-9E58-F404518184AB}" type="pres">
      <dgm:prSet presAssocID="{531C15B6-6FE6-4029-9431-406202843E66}" presName="imgShp" presStyleLbl="fgImgPlace1" presStyleIdx="3" presStyleCnt="4"/>
      <dgm:spPr/>
    </dgm:pt>
    <dgm:pt modelId="{AD178ACA-8211-4025-9B56-A19BA4B589A3}" type="pres">
      <dgm:prSet presAssocID="{531C15B6-6FE6-4029-9431-406202843E66}" presName="txShp" presStyleLbl="node1" presStyleIdx="3" presStyleCnt="4">
        <dgm:presLayoutVars>
          <dgm:bulletEnabled val="1"/>
        </dgm:presLayoutVars>
      </dgm:prSet>
      <dgm:spPr/>
    </dgm:pt>
  </dgm:ptLst>
  <dgm:cxnLst>
    <dgm:cxn modelId="{2E3A350A-1EB4-4B00-B2F0-89FA9CD12EF2}" srcId="{749BCFD0-9279-4B13-ACBF-D9A8AF8EB507}" destId="{F0CE0D13-2FB4-4D8E-A8B5-918C5769A22B}" srcOrd="1" destOrd="0" parTransId="{AD70D811-6B94-4A5F-A8EB-3E2B7B5C7E89}" sibTransId="{C9B9BEDB-8872-4C47-ACE2-89488312F7AC}"/>
    <dgm:cxn modelId="{C1ECC53C-A3D3-40A2-9BAD-DCF5EEDDC4D6}" type="presOf" srcId="{531C15B6-6FE6-4029-9431-406202843E66}" destId="{AD178ACA-8211-4025-9B56-A19BA4B589A3}" srcOrd="0" destOrd="0" presId="urn:microsoft.com/office/officeart/2005/8/layout/vList3"/>
    <dgm:cxn modelId="{64B33B68-8A30-4F66-8459-AAB795CF4E00}" type="presOf" srcId="{527D8ACB-2192-4DE0-93E0-79CE13AEAD9C}" destId="{B26E5766-3CF0-42DB-83E6-9BBFF173FE52}" srcOrd="0" destOrd="0" presId="urn:microsoft.com/office/officeart/2005/8/layout/vList3"/>
    <dgm:cxn modelId="{9DA12B54-B661-430E-B895-93E05393B528}" type="presOf" srcId="{F0CE0D13-2FB4-4D8E-A8B5-918C5769A22B}" destId="{A20C142E-358E-4B60-B998-33F9278C1596}" srcOrd="0" destOrd="0" presId="urn:microsoft.com/office/officeart/2005/8/layout/vList3"/>
    <dgm:cxn modelId="{B20FEC78-4E1E-4EB1-9B51-BD7A4778C5DB}" type="presOf" srcId="{0D0E5B4C-988C-484B-A899-D9426F0C78E7}" destId="{142085A7-3538-46D4-8A3F-989DFA820296}" srcOrd="0" destOrd="0" presId="urn:microsoft.com/office/officeart/2005/8/layout/vList3"/>
    <dgm:cxn modelId="{84B4308A-BDA6-4B29-96CA-2ECF10A61C9A}" srcId="{749BCFD0-9279-4B13-ACBF-D9A8AF8EB507}" destId="{531C15B6-6FE6-4029-9431-406202843E66}" srcOrd="3" destOrd="0" parTransId="{4C1B0664-BF1D-4A1A-BA96-FF27E5B55E04}" sibTransId="{CBCB9013-FA2B-4A0C-8FFE-BED153FE953E}"/>
    <dgm:cxn modelId="{AC0B318C-22F1-4EB9-AB52-BDDBE7B4383A}" type="presOf" srcId="{749BCFD0-9279-4B13-ACBF-D9A8AF8EB507}" destId="{6CD1C82E-40B3-442E-8B0B-B6AE7523F88A}" srcOrd="0" destOrd="0" presId="urn:microsoft.com/office/officeart/2005/8/layout/vList3"/>
    <dgm:cxn modelId="{60A03196-3079-4815-AA21-5B3ED8326198}" srcId="{749BCFD0-9279-4B13-ACBF-D9A8AF8EB507}" destId="{0D0E5B4C-988C-484B-A899-D9426F0C78E7}" srcOrd="2" destOrd="0" parTransId="{5A7694FE-FD71-4810-9A57-1DCDE640811B}" sibTransId="{AB19E68F-A93B-457D-B534-21DE57510842}"/>
    <dgm:cxn modelId="{54FB8DEE-90CF-40C2-BEAA-00A5822AC371}" srcId="{749BCFD0-9279-4B13-ACBF-D9A8AF8EB507}" destId="{527D8ACB-2192-4DE0-93E0-79CE13AEAD9C}" srcOrd="0" destOrd="0" parTransId="{1514F279-156C-4F67-96EC-C3CA4AD3D606}" sibTransId="{D39CF434-756E-4999-9104-B8DE55BBCE5A}"/>
    <dgm:cxn modelId="{CB6CD1C7-097C-47A5-8238-04D0E59B7624}" type="presParOf" srcId="{6CD1C82E-40B3-442E-8B0B-B6AE7523F88A}" destId="{55B3C29C-BE82-464B-A4E0-240D96834843}" srcOrd="0" destOrd="0" presId="urn:microsoft.com/office/officeart/2005/8/layout/vList3"/>
    <dgm:cxn modelId="{4C28C84C-D0E4-4FC0-A5A2-B13FF6CECCCC}" type="presParOf" srcId="{55B3C29C-BE82-464B-A4E0-240D96834843}" destId="{ABBAF3F6-24BB-41FF-9C0E-324A2AF2CA68}" srcOrd="0" destOrd="0" presId="urn:microsoft.com/office/officeart/2005/8/layout/vList3"/>
    <dgm:cxn modelId="{FA9B2A2F-31EF-4E2F-9845-EDB102B82AB3}" type="presParOf" srcId="{55B3C29C-BE82-464B-A4E0-240D96834843}" destId="{B26E5766-3CF0-42DB-83E6-9BBFF173FE52}" srcOrd="1" destOrd="0" presId="urn:microsoft.com/office/officeart/2005/8/layout/vList3"/>
    <dgm:cxn modelId="{19F957F4-4078-48FB-9FAC-3EFFEC67619F}" type="presParOf" srcId="{6CD1C82E-40B3-442E-8B0B-B6AE7523F88A}" destId="{6B327BB5-00F5-4FA0-AE5C-2C2E7F58736A}" srcOrd="1" destOrd="0" presId="urn:microsoft.com/office/officeart/2005/8/layout/vList3"/>
    <dgm:cxn modelId="{3ED42B0B-6ECA-4344-B2F2-15E9F7A6EA9D}" type="presParOf" srcId="{6CD1C82E-40B3-442E-8B0B-B6AE7523F88A}" destId="{A2601A3D-E3AD-45F7-BD6C-48801A38147D}" srcOrd="2" destOrd="0" presId="urn:microsoft.com/office/officeart/2005/8/layout/vList3"/>
    <dgm:cxn modelId="{DF0961D4-07F1-4632-8B4D-A2EEFA4F094C}" type="presParOf" srcId="{A2601A3D-E3AD-45F7-BD6C-48801A38147D}" destId="{3BF2172D-CDA1-49DF-B94B-7565F165E5BF}" srcOrd="0" destOrd="0" presId="urn:microsoft.com/office/officeart/2005/8/layout/vList3"/>
    <dgm:cxn modelId="{88D9AE2B-41AE-46BE-8C76-9839789EF108}" type="presParOf" srcId="{A2601A3D-E3AD-45F7-BD6C-48801A38147D}" destId="{A20C142E-358E-4B60-B998-33F9278C1596}" srcOrd="1" destOrd="0" presId="urn:microsoft.com/office/officeart/2005/8/layout/vList3"/>
    <dgm:cxn modelId="{FCA42220-70B2-4131-B9A4-9FD56ACBE663}" type="presParOf" srcId="{6CD1C82E-40B3-442E-8B0B-B6AE7523F88A}" destId="{CB18703C-8EAE-4542-ABE4-9C6B5EBB4357}" srcOrd="3" destOrd="0" presId="urn:microsoft.com/office/officeart/2005/8/layout/vList3"/>
    <dgm:cxn modelId="{32A32EFF-235B-4063-A46D-C85B40A094DD}" type="presParOf" srcId="{6CD1C82E-40B3-442E-8B0B-B6AE7523F88A}" destId="{517F3B7E-6B7A-473A-992A-45B68460E2D9}" srcOrd="4" destOrd="0" presId="urn:microsoft.com/office/officeart/2005/8/layout/vList3"/>
    <dgm:cxn modelId="{CE101211-1828-4E9C-A8A0-E1E84E736622}" type="presParOf" srcId="{517F3B7E-6B7A-473A-992A-45B68460E2D9}" destId="{7D8C1CD7-2B5C-47CB-8F5A-64C39D55AF9B}" srcOrd="0" destOrd="0" presId="urn:microsoft.com/office/officeart/2005/8/layout/vList3"/>
    <dgm:cxn modelId="{1CD30BA2-E479-4CC9-9823-B21DA5CFC230}" type="presParOf" srcId="{517F3B7E-6B7A-473A-992A-45B68460E2D9}" destId="{142085A7-3538-46D4-8A3F-989DFA820296}" srcOrd="1" destOrd="0" presId="urn:microsoft.com/office/officeart/2005/8/layout/vList3"/>
    <dgm:cxn modelId="{AB27A880-0DEC-46E1-951E-FE655F37A39F}" type="presParOf" srcId="{6CD1C82E-40B3-442E-8B0B-B6AE7523F88A}" destId="{F724DF36-2129-4ECF-91BE-E6F27C88D10A}" srcOrd="5" destOrd="0" presId="urn:microsoft.com/office/officeart/2005/8/layout/vList3"/>
    <dgm:cxn modelId="{2AF517DA-4AC3-496A-B543-3CB274F974FA}" type="presParOf" srcId="{6CD1C82E-40B3-442E-8B0B-B6AE7523F88A}" destId="{A8B43EA0-5A52-47E9-B135-E63B1697468F}" srcOrd="6" destOrd="0" presId="urn:microsoft.com/office/officeart/2005/8/layout/vList3"/>
    <dgm:cxn modelId="{BE5214CD-4D14-4AC0-98E2-D8557083333B}" type="presParOf" srcId="{A8B43EA0-5A52-47E9-B135-E63B1697468F}" destId="{663D2F9B-943F-457A-9E58-F404518184AB}" srcOrd="0" destOrd="0" presId="urn:microsoft.com/office/officeart/2005/8/layout/vList3"/>
    <dgm:cxn modelId="{279C289F-1F35-48A9-BE19-87D6ABFAE1E1}" type="presParOf" srcId="{A8B43EA0-5A52-47E9-B135-E63B1697468F}" destId="{AD178ACA-8211-4025-9B56-A19BA4B589A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5AC3DBEA-1397-454B-86DF-37F1534630F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2247B90-AD38-44A8-B66D-88EE8635F579}">
      <dgm:prSet/>
      <dgm:spPr/>
      <dgm:t>
        <a:bodyPr/>
        <a:lstStyle/>
        <a:p>
          <a:r>
            <a:rPr lang="uk-UA" b="0" i="0"/>
            <a:t>промислового перевороту.</a:t>
          </a:r>
          <a:endParaRPr lang="uk-UA"/>
        </a:p>
      </dgm:t>
    </dgm:pt>
    <dgm:pt modelId="{9571ADAE-1B1C-4D59-A147-9CA1DE42BA30}" type="parTrans" cxnId="{34355E76-7E24-4C52-A428-D5D06C705ED1}">
      <dgm:prSet/>
      <dgm:spPr/>
      <dgm:t>
        <a:bodyPr/>
        <a:lstStyle/>
        <a:p>
          <a:endParaRPr lang="uk-UA"/>
        </a:p>
      </dgm:t>
    </dgm:pt>
    <dgm:pt modelId="{CCAB854C-5183-4747-B589-70A3910A4509}" type="sibTrans" cxnId="{34355E76-7E24-4C52-A428-D5D06C705ED1}">
      <dgm:prSet/>
      <dgm:spPr/>
      <dgm:t>
        <a:bodyPr/>
        <a:lstStyle/>
        <a:p>
          <a:endParaRPr lang="uk-UA"/>
        </a:p>
      </dgm:t>
    </dgm:pt>
    <dgm:pt modelId="{4ACB7E7B-A255-4B58-B7F8-57DEB6B8924C}">
      <dgm:prSet/>
      <dgm:spPr/>
      <dgm:t>
        <a:bodyPr/>
        <a:lstStyle/>
        <a:p>
          <a:r>
            <a:rPr lang="uk-UA" b="0" i="0"/>
            <a:t>концентрації виробництва.</a:t>
          </a:r>
          <a:endParaRPr lang="uk-UA"/>
        </a:p>
      </dgm:t>
    </dgm:pt>
    <dgm:pt modelId="{CEC530E8-B69E-41DA-91DA-D9182594C4F6}" type="parTrans" cxnId="{6137482C-87F8-4EA5-B7CE-AF23443690CD}">
      <dgm:prSet/>
      <dgm:spPr/>
      <dgm:t>
        <a:bodyPr/>
        <a:lstStyle/>
        <a:p>
          <a:endParaRPr lang="uk-UA"/>
        </a:p>
      </dgm:t>
    </dgm:pt>
    <dgm:pt modelId="{6A7CDFFA-E969-4CE2-A6A0-B493F513245F}" type="sibTrans" cxnId="{6137482C-87F8-4EA5-B7CE-AF23443690CD}">
      <dgm:prSet/>
      <dgm:spPr/>
      <dgm:t>
        <a:bodyPr/>
        <a:lstStyle/>
        <a:p>
          <a:endParaRPr lang="uk-UA"/>
        </a:p>
      </dgm:t>
    </dgm:pt>
    <dgm:pt modelId="{FF2132D1-1BCE-4ACD-B8A3-B4E7401DCCC6}">
      <dgm:prSet/>
      <dgm:spPr/>
      <dgm:t>
        <a:bodyPr/>
        <a:lstStyle/>
        <a:p>
          <a:r>
            <a:rPr lang="uk-UA" b="0" i="0"/>
            <a:t>технічної реконструкції.</a:t>
          </a:r>
          <a:endParaRPr lang="uk-UA"/>
        </a:p>
      </dgm:t>
    </dgm:pt>
    <dgm:pt modelId="{C938CB33-A527-4BDA-AD41-AD3B6DA19B70}" type="parTrans" cxnId="{9FD80F74-16F1-435A-B951-A2052C833827}">
      <dgm:prSet/>
      <dgm:spPr/>
      <dgm:t>
        <a:bodyPr/>
        <a:lstStyle/>
        <a:p>
          <a:endParaRPr lang="uk-UA"/>
        </a:p>
      </dgm:t>
    </dgm:pt>
    <dgm:pt modelId="{D3148D80-1D18-4916-B9FF-4F3CDAD6E32C}" type="sibTrans" cxnId="{9FD80F74-16F1-435A-B951-A2052C833827}">
      <dgm:prSet/>
      <dgm:spPr/>
      <dgm:t>
        <a:bodyPr/>
        <a:lstStyle/>
        <a:p>
          <a:endParaRPr lang="uk-UA"/>
        </a:p>
      </dgm:t>
    </dgm:pt>
    <dgm:pt modelId="{1F1ACA2F-EDFA-4C49-A517-EB330596837D}">
      <dgm:prSet/>
      <dgm:spPr/>
      <dgm:t>
        <a:bodyPr/>
        <a:lstStyle/>
        <a:p>
          <a:r>
            <a:rPr lang="uk-UA" b="0" i="0"/>
            <a:t>форсованої індустріалізації.</a:t>
          </a:r>
          <a:endParaRPr lang="uk-UA"/>
        </a:p>
      </dgm:t>
    </dgm:pt>
    <dgm:pt modelId="{34A8D142-B3F0-4035-A4F4-A7340712C596}" type="parTrans" cxnId="{90564E0C-1CDB-49B6-9085-11B6B2828A58}">
      <dgm:prSet/>
      <dgm:spPr/>
      <dgm:t>
        <a:bodyPr/>
        <a:lstStyle/>
        <a:p>
          <a:endParaRPr lang="uk-UA"/>
        </a:p>
      </dgm:t>
    </dgm:pt>
    <dgm:pt modelId="{79270C9F-C2C0-4A31-8ED7-988F96D39AA0}" type="sibTrans" cxnId="{90564E0C-1CDB-49B6-9085-11B6B2828A58}">
      <dgm:prSet/>
      <dgm:spPr/>
      <dgm:t>
        <a:bodyPr/>
        <a:lstStyle/>
        <a:p>
          <a:endParaRPr lang="uk-UA"/>
        </a:p>
      </dgm:t>
    </dgm:pt>
    <dgm:pt modelId="{B40917A6-EAB7-4D6B-ABFE-8BA4F1911B83}" type="pres">
      <dgm:prSet presAssocID="{5AC3DBEA-1397-454B-86DF-37F1534630F5}" presName="linear" presStyleCnt="0">
        <dgm:presLayoutVars>
          <dgm:animLvl val="lvl"/>
          <dgm:resizeHandles val="exact"/>
        </dgm:presLayoutVars>
      </dgm:prSet>
      <dgm:spPr/>
    </dgm:pt>
    <dgm:pt modelId="{C47D00C0-BD2B-4E87-AED4-B2C5EABCA871}" type="pres">
      <dgm:prSet presAssocID="{B2247B90-AD38-44A8-B66D-88EE8635F579}" presName="parentText" presStyleLbl="node1" presStyleIdx="0" presStyleCnt="4">
        <dgm:presLayoutVars>
          <dgm:chMax val="0"/>
          <dgm:bulletEnabled val="1"/>
        </dgm:presLayoutVars>
      </dgm:prSet>
      <dgm:spPr/>
    </dgm:pt>
    <dgm:pt modelId="{CA032A8C-8729-4843-821A-9B33A3F1519E}" type="pres">
      <dgm:prSet presAssocID="{CCAB854C-5183-4747-B589-70A3910A4509}" presName="spacer" presStyleCnt="0"/>
      <dgm:spPr/>
    </dgm:pt>
    <dgm:pt modelId="{A1350E31-4735-4370-86FF-16478B2AAC10}" type="pres">
      <dgm:prSet presAssocID="{4ACB7E7B-A255-4B58-B7F8-57DEB6B8924C}" presName="parentText" presStyleLbl="node1" presStyleIdx="1" presStyleCnt="4">
        <dgm:presLayoutVars>
          <dgm:chMax val="0"/>
          <dgm:bulletEnabled val="1"/>
        </dgm:presLayoutVars>
      </dgm:prSet>
      <dgm:spPr/>
    </dgm:pt>
    <dgm:pt modelId="{67133558-9CD8-4C3F-B5CD-B8E24B4034B5}" type="pres">
      <dgm:prSet presAssocID="{6A7CDFFA-E969-4CE2-A6A0-B493F513245F}" presName="spacer" presStyleCnt="0"/>
      <dgm:spPr/>
    </dgm:pt>
    <dgm:pt modelId="{F010B6DF-0415-43BA-ADC7-53D800C2B77F}" type="pres">
      <dgm:prSet presAssocID="{FF2132D1-1BCE-4ACD-B8A3-B4E7401DCCC6}" presName="parentText" presStyleLbl="node1" presStyleIdx="2" presStyleCnt="4">
        <dgm:presLayoutVars>
          <dgm:chMax val="0"/>
          <dgm:bulletEnabled val="1"/>
        </dgm:presLayoutVars>
      </dgm:prSet>
      <dgm:spPr/>
    </dgm:pt>
    <dgm:pt modelId="{A3994483-03AE-4418-8587-FF06E2FAB591}" type="pres">
      <dgm:prSet presAssocID="{D3148D80-1D18-4916-B9FF-4F3CDAD6E32C}" presName="spacer" presStyleCnt="0"/>
      <dgm:spPr/>
    </dgm:pt>
    <dgm:pt modelId="{DC25830B-E10C-4010-BF61-58A2B3E8984E}" type="pres">
      <dgm:prSet presAssocID="{1F1ACA2F-EDFA-4C49-A517-EB330596837D}" presName="parentText" presStyleLbl="node1" presStyleIdx="3" presStyleCnt="4">
        <dgm:presLayoutVars>
          <dgm:chMax val="0"/>
          <dgm:bulletEnabled val="1"/>
        </dgm:presLayoutVars>
      </dgm:prSet>
      <dgm:spPr/>
    </dgm:pt>
  </dgm:ptLst>
  <dgm:cxnLst>
    <dgm:cxn modelId="{90564E0C-1CDB-49B6-9085-11B6B2828A58}" srcId="{5AC3DBEA-1397-454B-86DF-37F1534630F5}" destId="{1F1ACA2F-EDFA-4C49-A517-EB330596837D}" srcOrd="3" destOrd="0" parTransId="{34A8D142-B3F0-4035-A4F4-A7340712C596}" sibTransId="{79270C9F-C2C0-4A31-8ED7-988F96D39AA0}"/>
    <dgm:cxn modelId="{734C8525-BDBC-4974-9FB8-51C3D2BE4CEB}" type="presOf" srcId="{FF2132D1-1BCE-4ACD-B8A3-B4E7401DCCC6}" destId="{F010B6DF-0415-43BA-ADC7-53D800C2B77F}" srcOrd="0" destOrd="0" presId="urn:microsoft.com/office/officeart/2005/8/layout/vList2"/>
    <dgm:cxn modelId="{6137482C-87F8-4EA5-B7CE-AF23443690CD}" srcId="{5AC3DBEA-1397-454B-86DF-37F1534630F5}" destId="{4ACB7E7B-A255-4B58-B7F8-57DEB6B8924C}" srcOrd="1" destOrd="0" parTransId="{CEC530E8-B69E-41DA-91DA-D9182594C4F6}" sibTransId="{6A7CDFFA-E969-4CE2-A6A0-B493F513245F}"/>
    <dgm:cxn modelId="{8CF28142-04E4-43BC-B907-10ADBE3C2AB9}" type="presOf" srcId="{5AC3DBEA-1397-454B-86DF-37F1534630F5}" destId="{B40917A6-EAB7-4D6B-ABFE-8BA4F1911B83}" srcOrd="0" destOrd="0" presId="urn:microsoft.com/office/officeart/2005/8/layout/vList2"/>
    <dgm:cxn modelId="{9FD80F74-16F1-435A-B951-A2052C833827}" srcId="{5AC3DBEA-1397-454B-86DF-37F1534630F5}" destId="{FF2132D1-1BCE-4ACD-B8A3-B4E7401DCCC6}" srcOrd="2" destOrd="0" parTransId="{C938CB33-A527-4BDA-AD41-AD3B6DA19B70}" sibTransId="{D3148D80-1D18-4916-B9FF-4F3CDAD6E32C}"/>
    <dgm:cxn modelId="{34355E76-7E24-4C52-A428-D5D06C705ED1}" srcId="{5AC3DBEA-1397-454B-86DF-37F1534630F5}" destId="{B2247B90-AD38-44A8-B66D-88EE8635F579}" srcOrd="0" destOrd="0" parTransId="{9571ADAE-1B1C-4D59-A147-9CA1DE42BA30}" sibTransId="{CCAB854C-5183-4747-B589-70A3910A4509}"/>
    <dgm:cxn modelId="{6BA29D94-CF41-4347-AC01-4E8A8A8E46DD}" type="presOf" srcId="{1F1ACA2F-EDFA-4C49-A517-EB330596837D}" destId="{DC25830B-E10C-4010-BF61-58A2B3E8984E}" srcOrd="0" destOrd="0" presId="urn:microsoft.com/office/officeart/2005/8/layout/vList2"/>
    <dgm:cxn modelId="{91F57297-06DB-4479-A701-260377380AD1}" type="presOf" srcId="{B2247B90-AD38-44A8-B66D-88EE8635F579}" destId="{C47D00C0-BD2B-4E87-AED4-B2C5EABCA871}" srcOrd="0" destOrd="0" presId="urn:microsoft.com/office/officeart/2005/8/layout/vList2"/>
    <dgm:cxn modelId="{A19126E7-1986-487A-8E78-79D248074EF4}" type="presOf" srcId="{4ACB7E7B-A255-4B58-B7F8-57DEB6B8924C}" destId="{A1350E31-4735-4370-86FF-16478B2AAC10}" srcOrd="0" destOrd="0" presId="urn:microsoft.com/office/officeart/2005/8/layout/vList2"/>
    <dgm:cxn modelId="{AC9A1282-0CE2-46A6-8D4A-FA8C3F7C98D7}" type="presParOf" srcId="{B40917A6-EAB7-4D6B-ABFE-8BA4F1911B83}" destId="{C47D00C0-BD2B-4E87-AED4-B2C5EABCA871}" srcOrd="0" destOrd="0" presId="urn:microsoft.com/office/officeart/2005/8/layout/vList2"/>
    <dgm:cxn modelId="{37940DDB-85E4-4D4F-9F74-C232BFCA5454}" type="presParOf" srcId="{B40917A6-EAB7-4D6B-ABFE-8BA4F1911B83}" destId="{CA032A8C-8729-4843-821A-9B33A3F1519E}" srcOrd="1" destOrd="0" presId="urn:microsoft.com/office/officeart/2005/8/layout/vList2"/>
    <dgm:cxn modelId="{E1B43F78-FC6D-4C3F-9CB1-E35078021C8C}" type="presParOf" srcId="{B40917A6-EAB7-4D6B-ABFE-8BA4F1911B83}" destId="{A1350E31-4735-4370-86FF-16478B2AAC10}" srcOrd="2" destOrd="0" presId="urn:microsoft.com/office/officeart/2005/8/layout/vList2"/>
    <dgm:cxn modelId="{3CD166A6-4F1E-47BE-B45A-D15DDBFB4E95}" type="presParOf" srcId="{B40917A6-EAB7-4D6B-ABFE-8BA4F1911B83}" destId="{67133558-9CD8-4C3F-B5CD-B8E24B4034B5}" srcOrd="3" destOrd="0" presId="urn:microsoft.com/office/officeart/2005/8/layout/vList2"/>
    <dgm:cxn modelId="{2415EA8C-ADCF-4F18-B34E-7EDF78F2ACE1}" type="presParOf" srcId="{B40917A6-EAB7-4D6B-ABFE-8BA4F1911B83}" destId="{F010B6DF-0415-43BA-ADC7-53D800C2B77F}" srcOrd="4" destOrd="0" presId="urn:microsoft.com/office/officeart/2005/8/layout/vList2"/>
    <dgm:cxn modelId="{A70D197F-5B76-4EBC-8127-DE44913BEE52}" type="presParOf" srcId="{B40917A6-EAB7-4D6B-ABFE-8BA4F1911B83}" destId="{A3994483-03AE-4418-8587-FF06E2FAB591}" srcOrd="5" destOrd="0" presId="urn:microsoft.com/office/officeart/2005/8/layout/vList2"/>
    <dgm:cxn modelId="{023EC9A3-1BC1-47C6-A9CC-1A275EDA939E}" type="presParOf" srcId="{B40917A6-EAB7-4D6B-ABFE-8BA4F1911B83}" destId="{DC25830B-E10C-4010-BF61-58A2B3E8984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8140D013-DCA2-4945-8C8B-84155C8E457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FAA717B-D188-4CA4-8D24-744C8E58822B}">
      <dgm:prSet/>
      <dgm:spPr/>
      <dgm:t>
        <a:bodyPr/>
        <a:lstStyle/>
        <a:p>
          <a:r>
            <a:rPr lang="ru-RU" b="0" i="0"/>
            <a:t>початок промислового перевороту</a:t>
          </a:r>
          <a:endParaRPr lang="uk-UA"/>
        </a:p>
      </dgm:t>
    </dgm:pt>
    <dgm:pt modelId="{8F5F9667-C524-4BE6-A37A-5B74EE745C9F}" type="parTrans" cxnId="{7656FF55-884A-4ED3-8137-8C5310DF432A}">
      <dgm:prSet/>
      <dgm:spPr/>
      <dgm:t>
        <a:bodyPr/>
        <a:lstStyle/>
        <a:p>
          <a:endParaRPr lang="uk-UA"/>
        </a:p>
      </dgm:t>
    </dgm:pt>
    <dgm:pt modelId="{65E32CD5-7B37-47BF-BC6A-D510722B640D}" type="sibTrans" cxnId="{7656FF55-884A-4ED3-8137-8C5310DF432A}">
      <dgm:prSet/>
      <dgm:spPr/>
      <dgm:t>
        <a:bodyPr/>
        <a:lstStyle/>
        <a:p>
          <a:endParaRPr lang="uk-UA"/>
        </a:p>
      </dgm:t>
    </dgm:pt>
    <dgm:pt modelId="{13839096-399C-434F-9905-01EFF714E8EF}">
      <dgm:prSet/>
      <dgm:spPr/>
      <dgm:t>
        <a:bodyPr/>
        <a:lstStyle/>
        <a:p>
          <a:r>
            <a:rPr lang="ru-RU" b="0" i="0"/>
            <a:t>зародження кооперативного руху</a:t>
          </a:r>
          <a:endParaRPr lang="uk-UA"/>
        </a:p>
      </dgm:t>
    </dgm:pt>
    <dgm:pt modelId="{A2131C85-7925-452E-B682-6B88A71AFB22}" type="parTrans" cxnId="{5F5A1558-64D9-42A2-86B6-57580B72CE01}">
      <dgm:prSet/>
      <dgm:spPr/>
      <dgm:t>
        <a:bodyPr/>
        <a:lstStyle/>
        <a:p>
          <a:endParaRPr lang="uk-UA"/>
        </a:p>
      </dgm:t>
    </dgm:pt>
    <dgm:pt modelId="{6D05116C-4A29-409B-BC56-6A47178592EA}" type="sibTrans" cxnId="{5F5A1558-64D9-42A2-86B6-57580B72CE01}">
      <dgm:prSet/>
      <dgm:spPr/>
      <dgm:t>
        <a:bodyPr/>
        <a:lstStyle/>
        <a:p>
          <a:endParaRPr lang="uk-UA"/>
        </a:p>
      </dgm:t>
    </dgm:pt>
    <dgm:pt modelId="{F3B3320D-D73C-425D-A0FC-0FEE0DE9413E}">
      <dgm:prSet/>
      <dgm:spPr/>
      <dgm:t>
        <a:bodyPr/>
        <a:lstStyle/>
        <a:p>
          <a:r>
            <a:rPr lang="ru-RU" b="0" i="0"/>
            <a:t>будівництво перших залізниць</a:t>
          </a:r>
          <a:endParaRPr lang="uk-UA"/>
        </a:p>
      </dgm:t>
    </dgm:pt>
    <dgm:pt modelId="{DACA0C8C-A46B-48E3-A6B5-AD260C6BB731}" type="parTrans" cxnId="{8BF22D7E-68C8-4E2E-B16A-0A5BFF4D1181}">
      <dgm:prSet/>
      <dgm:spPr/>
      <dgm:t>
        <a:bodyPr/>
        <a:lstStyle/>
        <a:p>
          <a:endParaRPr lang="uk-UA"/>
        </a:p>
      </dgm:t>
    </dgm:pt>
    <dgm:pt modelId="{7ADCA59B-FFF1-4B5D-9046-60814808CB42}" type="sibTrans" cxnId="{8BF22D7E-68C8-4E2E-B16A-0A5BFF4D1181}">
      <dgm:prSet/>
      <dgm:spPr/>
      <dgm:t>
        <a:bodyPr/>
        <a:lstStyle/>
        <a:p>
          <a:endParaRPr lang="uk-UA"/>
        </a:p>
      </dgm:t>
    </dgm:pt>
    <dgm:pt modelId="{B11BCAB2-9616-43BF-9A0D-CF884975657F}">
      <dgm:prSet/>
      <dgm:spPr/>
      <dgm:t>
        <a:bodyPr/>
        <a:lstStyle/>
        <a:p>
          <a:r>
            <a:rPr lang="ru-RU" b="0" i="0"/>
            <a:t>масова трудова еміграція</a:t>
          </a:r>
          <a:endParaRPr lang="uk-UA"/>
        </a:p>
      </dgm:t>
    </dgm:pt>
    <dgm:pt modelId="{AB87145B-AC6D-448C-B45E-53B5A5093365}" type="parTrans" cxnId="{7BB2ED70-AB5E-4877-8289-3543FF1A11A1}">
      <dgm:prSet/>
      <dgm:spPr/>
      <dgm:t>
        <a:bodyPr/>
        <a:lstStyle/>
        <a:p>
          <a:endParaRPr lang="uk-UA"/>
        </a:p>
      </dgm:t>
    </dgm:pt>
    <dgm:pt modelId="{7BBB42D7-9629-4E57-88F1-7AC1BAA8CEED}" type="sibTrans" cxnId="{7BB2ED70-AB5E-4877-8289-3543FF1A11A1}">
      <dgm:prSet/>
      <dgm:spPr/>
      <dgm:t>
        <a:bodyPr/>
        <a:lstStyle/>
        <a:p>
          <a:endParaRPr lang="uk-UA"/>
        </a:p>
      </dgm:t>
    </dgm:pt>
    <dgm:pt modelId="{BBA57578-EE76-4F6B-8F4F-298EDB07E1F9}" type="pres">
      <dgm:prSet presAssocID="{8140D013-DCA2-4945-8C8B-84155C8E4575}" presName="linear" presStyleCnt="0">
        <dgm:presLayoutVars>
          <dgm:animLvl val="lvl"/>
          <dgm:resizeHandles val="exact"/>
        </dgm:presLayoutVars>
      </dgm:prSet>
      <dgm:spPr/>
    </dgm:pt>
    <dgm:pt modelId="{E096A86C-5266-432C-BC34-7B9ED6E1B64C}" type="pres">
      <dgm:prSet presAssocID="{AFAA717B-D188-4CA4-8D24-744C8E58822B}" presName="parentText" presStyleLbl="node1" presStyleIdx="0" presStyleCnt="4">
        <dgm:presLayoutVars>
          <dgm:chMax val="0"/>
          <dgm:bulletEnabled val="1"/>
        </dgm:presLayoutVars>
      </dgm:prSet>
      <dgm:spPr/>
    </dgm:pt>
    <dgm:pt modelId="{C9B82D1B-5BD6-48B1-AD33-88B4B9FDD6B1}" type="pres">
      <dgm:prSet presAssocID="{65E32CD5-7B37-47BF-BC6A-D510722B640D}" presName="spacer" presStyleCnt="0"/>
      <dgm:spPr/>
    </dgm:pt>
    <dgm:pt modelId="{201D264E-0E75-43A4-87D7-6C790BC1F714}" type="pres">
      <dgm:prSet presAssocID="{13839096-399C-434F-9905-01EFF714E8EF}" presName="parentText" presStyleLbl="node1" presStyleIdx="1" presStyleCnt="4">
        <dgm:presLayoutVars>
          <dgm:chMax val="0"/>
          <dgm:bulletEnabled val="1"/>
        </dgm:presLayoutVars>
      </dgm:prSet>
      <dgm:spPr/>
    </dgm:pt>
    <dgm:pt modelId="{3550D1ED-A6F5-48AE-920A-E9A237FF64C2}" type="pres">
      <dgm:prSet presAssocID="{6D05116C-4A29-409B-BC56-6A47178592EA}" presName="spacer" presStyleCnt="0"/>
      <dgm:spPr/>
    </dgm:pt>
    <dgm:pt modelId="{BE31AD95-A755-4EFC-911A-DCBAAD3D1C80}" type="pres">
      <dgm:prSet presAssocID="{F3B3320D-D73C-425D-A0FC-0FEE0DE9413E}" presName="parentText" presStyleLbl="node1" presStyleIdx="2" presStyleCnt="4">
        <dgm:presLayoutVars>
          <dgm:chMax val="0"/>
          <dgm:bulletEnabled val="1"/>
        </dgm:presLayoutVars>
      </dgm:prSet>
      <dgm:spPr/>
    </dgm:pt>
    <dgm:pt modelId="{E75B280A-66E2-4732-8D83-9BFDDDE37120}" type="pres">
      <dgm:prSet presAssocID="{7ADCA59B-FFF1-4B5D-9046-60814808CB42}" presName="spacer" presStyleCnt="0"/>
      <dgm:spPr/>
    </dgm:pt>
    <dgm:pt modelId="{64013757-CE82-429A-AF0B-9F01E69EF08F}" type="pres">
      <dgm:prSet presAssocID="{B11BCAB2-9616-43BF-9A0D-CF884975657F}" presName="parentText" presStyleLbl="node1" presStyleIdx="3" presStyleCnt="4">
        <dgm:presLayoutVars>
          <dgm:chMax val="0"/>
          <dgm:bulletEnabled val="1"/>
        </dgm:presLayoutVars>
      </dgm:prSet>
      <dgm:spPr/>
    </dgm:pt>
  </dgm:ptLst>
  <dgm:cxnLst>
    <dgm:cxn modelId="{7BB2ED70-AB5E-4877-8289-3543FF1A11A1}" srcId="{8140D013-DCA2-4945-8C8B-84155C8E4575}" destId="{B11BCAB2-9616-43BF-9A0D-CF884975657F}" srcOrd="3" destOrd="0" parTransId="{AB87145B-AC6D-448C-B45E-53B5A5093365}" sibTransId="{7BBB42D7-9629-4E57-88F1-7AC1BAA8CEED}"/>
    <dgm:cxn modelId="{7656FF55-884A-4ED3-8137-8C5310DF432A}" srcId="{8140D013-DCA2-4945-8C8B-84155C8E4575}" destId="{AFAA717B-D188-4CA4-8D24-744C8E58822B}" srcOrd="0" destOrd="0" parTransId="{8F5F9667-C524-4BE6-A37A-5B74EE745C9F}" sibTransId="{65E32CD5-7B37-47BF-BC6A-D510722B640D}"/>
    <dgm:cxn modelId="{5F5A1558-64D9-42A2-86B6-57580B72CE01}" srcId="{8140D013-DCA2-4945-8C8B-84155C8E4575}" destId="{13839096-399C-434F-9905-01EFF714E8EF}" srcOrd="1" destOrd="0" parTransId="{A2131C85-7925-452E-B682-6B88A71AFB22}" sibTransId="{6D05116C-4A29-409B-BC56-6A47178592EA}"/>
    <dgm:cxn modelId="{8BF22D7E-68C8-4E2E-B16A-0A5BFF4D1181}" srcId="{8140D013-DCA2-4945-8C8B-84155C8E4575}" destId="{F3B3320D-D73C-425D-A0FC-0FEE0DE9413E}" srcOrd="2" destOrd="0" parTransId="{DACA0C8C-A46B-48E3-A6B5-AD260C6BB731}" sibTransId="{7ADCA59B-FFF1-4B5D-9046-60814808CB42}"/>
    <dgm:cxn modelId="{26B0CB85-4F06-4BCE-8993-2374422CC53A}" type="presOf" srcId="{F3B3320D-D73C-425D-A0FC-0FEE0DE9413E}" destId="{BE31AD95-A755-4EFC-911A-DCBAAD3D1C80}" srcOrd="0" destOrd="0" presId="urn:microsoft.com/office/officeart/2005/8/layout/vList2"/>
    <dgm:cxn modelId="{4A31D992-ED06-450B-84EA-1A3CC3C435CE}" type="presOf" srcId="{B11BCAB2-9616-43BF-9A0D-CF884975657F}" destId="{64013757-CE82-429A-AF0B-9F01E69EF08F}" srcOrd="0" destOrd="0" presId="urn:microsoft.com/office/officeart/2005/8/layout/vList2"/>
    <dgm:cxn modelId="{9B24FDCA-2A35-4039-B339-ECFF3EB92258}" type="presOf" srcId="{8140D013-DCA2-4945-8C8B-84155C8E4575}" destId="{BBA57578-EE76-4F6B-8F4F-298EDB07E1F9}" srcOrd="0" destOrd="0" presId="urn:microsoft.com/office/officeart/2005/8/layout/vList2"/>
    <dgm:cxn modelId="{F601DBCE-2687-4971-8DF6-B3E3FBA9C64F}" type="presOf" srcId="{AFAA717B-D188-4CA4-8D24-744C8E58822B}" destId="{E096A86C-5266-432C-BC34-7B9ED6E1B64C}" srcOrd="0" destOrd="0" presId="urn:microsoft.com/office/officeart/2005/8/layout/vList2"/>
    <dgm:cxn modelId="{4F8F11F4-A61D-4BD8-896D-43623EE842B3}" type="presOf" srcId="{13839096-399C-434F-9905-01EFF714E8EF}" destId="{201D264E-0E75-43A4-87D7-6C790BC1F714}" srcOrd="0" destOrd="0" presId="urn:microsoft.com/office/officeart/2005/8/layout/vList2"/>
    <dgm:cxn modelId="{255DEB3F-13C7-4F7F-A0C4-47B8EAFBF230}" type="presParOf" srcId="{BBA57578-EE76-4F6B-8F4F-298EDB07E1F9}" destId="{E096A86C-5266-432C-BC34-7B9ED6E1B64C}" srcOrd="0" destOrd="0" presId="urn:microsoft.com/office/officeart/2005/8/layout/vList2"/>
    <dgm:cxn modelId="{4FE86CED-FA4E-491E-994E-183D7AA77F9C}" type="presParOf" srcId="{BBA57578-EE76-4F6B-8F4F-298EDB07E1F9}" destId="{C9B82D1B-5BD6-48B1-AD33-88B4B9FDD6B1}" srcOrd="1" destOrd="0" presId="urn:microsoft.com/office/officeart/2005/8/layout/vList2"/>
    <dgm:cxn modelId="{0DF40EED-E936-4D22-9800-9652071ED2B5}" type="presParOf" srcId="{BBA57578-EE76-4F6B-8F4F-298EDB07E1F9}" destId="{201D264E-0E75-43A4-87D7-6C790BC1F714}" srcOrd="2" destOrd="0" presId="urn:microsoft.com/office/officeart/2005/8/layout/vList2"/>
    <dgm:cxn modelId="{AD7D9294-0159-4302-A39A-C0C241A515CA}" type="presParOf" srcId="{BBA57578-EE76-4F6B-8F4F-298EDB07E1F9}" destId="{3550D1ED-A6F5-48AE-920A-E9A237FF64C2}" srcOrd="3" destOrd="0" presId="urn:microsoft.com/office/officeart/2005/8/layout/vList2"/>
    <dgm:cxn modelId="{8F2BDDB3-157D-4BEF-B9CF-571AB87D2586}" type="presParOf" srcId="{BBA57578-EE76-4F6B-8F4F-298EDB07E1F9}" destId="{BE31AD95-A755-4EFC-911A-DCBAAD3D1C80}" srcOrd="4" destOrd="0" presId="urn:microsoft.com/office/officeart/2005/8/layout/vList2"/>
    <dgm:cxn modelId="{37CA0CEE-9298-4BA3-99DD-3CB909A3A684}" type="presParOf" srcId="{BBA57578-EE76-4F6B-8F4F-298EDB07E1F9}" destId="{E75B280A-66E2-4732-8D83-9BFDDDE37120}" srcOrd="5" destOrd="0" presId="urn:microsoft.com/office/officeart/2005/8/layout/vList2"/>
    <dgm:cxn modelId="{6E995275-AC27-4162-8046-3F21599E8580}" type="presParOf" srcId="{BBA57578-EE76-4F6B-8F4F-298EDB07E1F9}" destId="{64013757-CE82-429A-AF0B-9F01E69EF08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BC659AC1-E1FE-4B90-88BC-232E425044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9B89E6B-A1E4-4FD1-A62C-A7B1722E7043}">
      <dgm:prSet/>
      <dgm:spPr/>
      <dgm:t>
        <a:bodyPr/>
        <a:lstStyle/>
        <a:p>
          <a:r>
            <a:rPr lang="uk-UA" b="0" i="0"/>
            <a:t>зростання обсягів іноземних інвестицій</a:t>
          </a:r>
          <a:endParaRPr lang="uk-UA"/>
        </a:p>
      </dgm:t>
    </dgm:pt>
    <dgm:pt modelId="{973D9114-7DE7-4B8F-A969-0C9343CF1349}" type="parTrans" cxnId="{6214EEB1-BE8B-477A-9764-8D903B4A5C77}">
      <dgm:prSet/>
      <dgm:spPr/>
      <dgm:t>
        <a:bodyPr/>
        <a:lstStyle/>
        <a:p>
          <a:endParaRPr lang="uk-UA"/>
        </a:p>
      </dgm:t>
    </dgm:pt>
    <dgm:pt modelId="{C91D5DC7-E69D-49A8-B2A5-A5FF62E08D22}" type="sibTrans" cxnId="{6214EEB1-BE8B-477A-9764-8D903B4A5C77}">
      <dgm:prSet/>
      <dgm:spPr/>
      <dgm:t>
        <a:bodyPr/>
        <a:lstStyle/>
        <a:p>
          <a:endParaRPr lang="uk-UA"/>
        </a:p>
      </dgm:t>
    </dgm:pt>
    <dgm:pt modelId="{8CD9909A-F6CA-4907-A2B9-25029E610237}">
      <dgm:prSet/>
      <dgm:spPr/>
      <dgm:t>
        <a:bodyPr/>
        <a:lstStyle/>
        <a:p>
          <a:r>
            <a:rPr lang="uk-UA" b="0" i="0"/>
            <a:t>високий рівень концентрації виробництва</a:t>
          </a:r>
          <a:endParaRPr lang="uk-UA"/>
        </a:p>
      </dgm:t>
    </dgm:pt>
    <dgm:pt modelId="{09110938-C5DC-4789-A60C-D3C9FCCEF872}" type="parTrans" cxnId="{EE9229A8-E666-42D4-944D-BA77B6026B11}">
      <dgm:prSet/>
      <dgm:spPr/>
      <dgm:t>
        <a:bodyPr/>
        <a:lstStyle/>
        <a:p>
          <a:endParaRPr lang="uk-UA"/>
        </a:p>
      </dgm:t>
    </dgm:pt>
    <dgm:pt modelId="{2A018F8A-BAED-43BA-8112-844272A32D41}" type="sibTrans" cxnId="{EE9229A8-E666-42D4-944D-BA77B6026B11}">
      <dgm:prSet/>
      <dgm:spPr/>
      <dgm:t>
        <a:bodyPr/>
        <a:lstStyle/>
        <a:p>
          <a:endParaRPr lang="uk-UA"/>
        </a:p>
      </dgm:t>
    </dgm:pt>
    <dgm:pt modelId="{CDDE685A-4F76-4926-82F1-28E8D8F88E16}">
      <dgm:prSet/>
      <dgm:spPr/>
      <dgm:t>
        <a:bodyPr/>
        <a:lstStyle/>
        <a:p>
          <a:r>
            <a:rPr lang="uk-UA" b="0" i="0"/>
            <a:t>широкомасштабне залізничне будівництво</a:t>
          </a:r>
          <a:endParaRPr lang="uk-UA"/>
        </a:p>
      </dgm:t>
    </dgm:pt>
    <dgm:pt modelId="{6E0DEEDF-D680-44B5-92B5-A71E3D9ABC8D}" type="parTrans" cxnId="{747D2B28-84C6-4BE9-A4F6-1F1B8B908C77}">
      <dgm:prSet/>
      <dgm:spPr/>
      <dgm:t>
        <a:bodyPr/>
        <a:lstStyle/>
        <a:p>
          <a:endParaRPr lang="uk-UA"/>
        </a:p>
      </dgm:t>
    </dgm:pt>
    <dgm:pt modelId="{DADB224B-ECB7-4E88-9A69-AEBC4D4E0685}" type="sibTrans" cxnId="{747D2B28-84C6-4BE9-A4F6-1F1B8B908C77}">
      <dgm:prSet/>
      <dgm:spPr/>
      <dgm:t>
        <a:bodyPr/>
        <a:lstStyle/>
        <a:p>
          <a:endParaRPr lang="uk-UA"/>
        </a:p>
      </dgm:t>
    </dgm:pt>
    <dgm:pt modelId="{CD82643C-DB79-4E42-ACA7-3ABBE98D2DBC}">
      <dgm:prSet/>
      <dgm:spPr/>
      <dgm:t>
        <a:bodyPr/>
        <a:lstStyle/>
        <a:p>
          <a:r>
            <a:rPr lang="uk-UA" b="0" i="0"/>
            <a:t>формування фабрично-заводської промисловості</a:t>
          </a:r>
          <a:endParaRPr lang="uk-UA"/>
        </a:p>
      </dgm:t>
    </dgm:pt>
    <dgm:pt modelId="{6C6EA109-2273-47B3-BF7E-4833AF5E0ABD}" type="parTrans" cxnId="{68B43A73-32D8-4B3F-90C3-7AF8D224F66C}">
      <dgm:prSet/>
      <dgm:spPr/>
      <dgm:t>
        <a:bodyPr/>
        <a:lstStyle/>
        <a:p>
          <a:endParaRPr lang="uk-UA"/>
        </a:p>
      </dgm:t>
    </dgm:pt>
    <dgm:pt modelId="{34C3FD75-C8C6-4F24-B7EA-91203052780A}" type="sibTrans" cxnId="{68B43A73-32D8-4B3F-90C3-7AF8D224F66C}">
      <dgm:prSet/>
      <dgm:spPr/>
      <dgm:t>
        <a:bodyPr/>
        <a:lstStyle/>
        <a:p>
          <a:endParaRPr lang="uk-UA"/>
        </a:p>
      </dgm:t>
    </dgm:pt>
    <dgm:pt modelId="{84F4B4F8-06C7-47D5-A2FD-595928E5AB07}" type="pres">
      <dgm:prSet presAssocID="{BC659AC1-E1FE-4B90-88BC-232E4250444C}" presName="linear" presStyleCnt="0">
        <dgm:presLayoutVars>
          <dgm:animLvl val="lvl"/>
          <dgm:resizeHandles val="exact"/>
        </dgm:presLayoutVars>
      </dgm:prSet>
      <dgm:spPr/>
    </dgm:pt>
    <dgm:pt modelId="{3DC0FA12-82CA-4C7A-9025-94FF7896D653}" type="pres">
      <dgm:prSet presAssocID="{F9B89E6B-A1E4-4FD1-A62C-A7B1722E7043}" presName="parentText" presStyleLbl="node1" presStyleIdx="0" presStyleCnt="4">
        <dgm:presLayoutVars>
          <dgm:chMax val="0"/>
          <dgm:bulletEnabled val="1"/>
        </dgm:presLayoutVars>
      </dgm:prSet>
      <dgm:spPr/>
    </dgm:pt>
    <dgm:pt modelId="{B6E04240-16D1-47DD-9941-6D77A679B16C}" type="pres">
      <dgm:prSet presAssocID="{C91D5DC7-E69D-49A8-B2A5-A5FF62E08D22}" presName="spacer" presStyleCnt="0"/>
      <dgm:spPr/>
    </dgm:pt>
    <dgm:pt modelId="{18A8B0A2-5B50-4514-A24B-2CF3663F1AB4}" type="pres">
      <dgm:prSet presAssocID="{8CD9909A-F6CA-4907-A2B9-25029E610237}" presName="parentText" presStyleLbl="node1" presStyleIdx="1" presStyleCnt="4">
        <dgm:presLayoutVars>
          <dgm:chMax val="0"/>
          <dgm:bulletEnabled val="1"/>
        </dgm:presLayoutVars>
      </dgm:prSet>
      <dgm:spPr/>
    </dgm:pt>
    <dgm:pt modelId="{89B3D7E4-8C16-4D52-A8A2-0C05E60FD6AF}" type="pres">
      <dgm:prSet presAssocID="{2A018F8A-BAED-43BA-8112-844272A32D41}" presName="spacer" presStyleCnt="0"/>
      <dgm:spPr/>
    </dgm:pt>
    <dgm:pt modelId="{5D3F7124-BF57-4DA3-8AC5-9D896F0CD33C}" type="pres">
      <dgm:prSet presAssocID="{CDDE685A-4F76-4926-82F1-28E8D8F88E16}" presName="parentText" presStyleLbl="node1" presStyleIdx="2" presStyleCnt="4">
        <dgm:presLayoutVars>
          <dgm:chMax val="0"/>
          <dgm:bulletEnabled val="1"/>
        </dgm:presLayoutVars>
      </dgm:prSet>
      <dgm:spPr/>
    </dgm:pt>
    <dgm:pt modelId="{058DD557-937D-43C2-ABB5-AA400010331C}" type="pres">
      <dgm:prSet presAssocID="{DADB224B-ECB7-4E88-9A69-AEBC4D4E0685}" presName="spacer" presStyleCnt="0"/>
      <dgm:spPr/>
    </dgm:pt>
    <dgm:pt modelId="{3DE5A72A-FC73-4400-B7B7-F127CF73353A}" type="pres">
      <dgm:prSet presAssocID="{CD82643C-DB79-4E42-ACA7-3ABBE98D2DBC}" presName="parentText" presStyleLbl="node1" presStyleIdx="3" presStyleCnt="4">
        <dgm:presLayoutVars>
          <dgm:chMax val="0"/>
          <dgm:bulletEnabled val="1"/>
        </dgm:presLayoutVars>
      </dgm:prSet>
      <dgm:spPr/>
    </dgm:pt>
  </dgm:ptLst>
  <dgm:cxnLst>
    <dgm:cxn modelId="{13BD950E-C5FD-42C6-A089-B4080AE97C80}" type="presOf" srcId="{F9B89E6B-A1E4-4FD1-A62C-A7B1722E7043}" destId="{3DC0FA12-82CA-4C7A-9025-94FF7896D653}" srcOrd="0" destOrd="0" presId="urn:microsoft.com/office/officeart/2005/8/layout/vList2"/>
    <dgm:cxn modelId="{3CABDA0F-C3A1-4102-85CE-2E1C7652B30E}" type="presOf" srcId="{BC659AC1-E1FE-4B90-88BC-232E4250444C}" destId="{84F4B4F8-06C7-47D5-A2FD-595928E5AB07}" srcOrd="0" destOrd="0" presId="urn:microsoft.com/office/officeart/2005/8/layout/vList2"/>
    <dgm:cxn modelId="{747D2B28-84C6-4BE9-A4F6-1F1B8B908C77}" srcId="{BC659AC1-E1FE-4B90-88BC-232E4250444C}" destId="{CDDE685A-4F76-4926-82F1-28E8D8F88E16}" srcOrd="2" destOrd="0" parTransId="{6E0DEEDF-D680-44B5-92B5-A71E3D9ABC8D}" sibTransId="{DADB224B-ECB7-4E88-9A69-AEBC4D4E0685}"/>
    <dgm:cxn modelId="{68B43A73-32D8-4B3F-90C3-7AF8D224F66C}" srcId="{BC659AC1-E1FE-4B90-88BC-232E4250444C}" destId="{CD82643C-DB79-4E42-ACA7-3ABBE98D2DBC}" srcOrd="3" destOrd="0" parTransId="{6C6EA109-2273-47B3-BF7E-4833AF5E0ABD}" sibTransId="{34C3FD75-C8C6-4F24-B7EA-91203052780A}"/>
    <dgm:cxn modelId="{7B1D6B8C-2CAB-4783-A424-765961CFA7C0}" type="presOf" srcId="{8CD9909A-F6CA-4907-A2B9-25029E610237}" destId="{18A8B0A2-5B50-4514-A24B-2CF3663F1AB4}" srcOrd="0" destOrd="0" presId="urn:microsoft.com/office/officeart/2005/8/layout/vList2"/>
    <dgm:cxn modelId="{2ED3C491-D6B3-4B4D-9B66-728D3A728A0F}" type="presOf" srcId="{CD82643C-DB79-4E42-ACA7-3ABBE98D2DBC}" destId="{3DE5A72A-FC73-4400-B7B7-F127CF73353A}" srcOrd="0" destOrd="0" presId="urn:microsoft.com/office/officeart/2005/8/layout/vList2"/>
    <dgm:cxn modelId="{EE9229A8-E666-42D4-944D-BA77B6026B11}" srcId="{BC659AC1-E1FE-4B90-88BC-232E4250444C}" destId="{8CD9909A-F6CA-4907-A2B9-25029E610237}" srcOrd="1" destOrd="0" parTransId="{09110938-C5DC-4789-A60C-D3C9FCCEF872}" sibTransId="{2A018F8A-BAED-43BA-8112-844272A32D41}"/>
    <dgm:cxn modelId="{6214EEB1-BE8B-477A-9764-8D903B4A5C77}" srcId="{BC659AC1-E1FE-4B90-88BC-232E4250444C}" destId="{F9B89E6B-A1E4-4FD1-A62C-A7B1722E7043}" srcOrd="0" destOrd="0" parTransId="{973D9114-7DE7-4B8F-A969-0C9343CF1349}" sibTransId="{C91D5DC7-E69D-49A8-B2A5-A5FF62E08D22}"/>
    <dgm:cxn modelId="{76DAC4C8-71BE-4771-B846-922FCDEBFAA8}" type="presOf" srcId="{CDDE685A-4F76-4926-82F1-28E8D8F88E16}" destId="{5D3F7124-BF57-4DA3-8AC5-9D896F0CD33C}" srcOrd="0" destOrd="0" presId="urn:microsoft.com/office/officeart/2005/8/layout/vList2"/>
    <dgm:cxn modelId="{4F64094D-F17E-40CD-A1CC-8CC89844D232}" type="presParOf" srcId="{84F4B4F8-06C7-47D5-A2FD-595928E5AB07}" destId="{3DC0FA12-82CA-4C7A-9025-94FF7896D653}" srcOrd="0" destOrd="0" presId="urn:microsoft.com/office/officeart/2005/8/layout/vList2"/>
    <dgm:cxn modelId="{44075387-983C-4CEC-A870-5329C307E810}" type="presParOf" srcId="{84F4B4F8-06C7-47D5-A2FD-595928E5AB07}" destId="{B6E04240-16D1-47DD-9941-6D77A679B16C}" srcOrd="1" destOrd="0" presId="urn:microsoft.com/office/officeart/2005/8/layout/vList2"/>
    <dgm:cxn modelId="{0AFD66CA-111C-41A4-A085-B5A852D641E6}" type="presParOf" srcId="{84F4B4F8-06C7-47D5-A2FD-595928E5AB07}" destId="{18A8B0A2-5B50-4514-A24B-2CF3663F1AB4}" srcOrd="2" destOrd="0" presId="urn:microsoft.com/office/officeart/2005/8/layout/vList2"/>
    <dgm:cxn modelId="{F0DA0FD5-C070-4FC6-BDF6-0D2912030AB8}" type="presParOf" srcId="{84F4B4F8-06C7-47D5-A2FD-595928E5AB07}" destId="{89B3D7E4-8C16-4D52-A8A2-0C05E60FD6AF}" srcOrd="3" destOrd="0" presId="urn:microsoft.com/office/officeart/2005/8/layout/vList2"/>
    <dgm:cxn modelId="{F406DA81-DE6A-4C49-84C1-522FD5A015E9}" type="presParOf" srcId="{84F4B4F8-06C7-47D5-A2FD-595928E5AB07}" destId="{5D3F7124-BF57-4DA3-8AC5-9D896F0CD33C}" srcOrd="4" destOrd="0" presId="urn:microsoft.com/office/officeart/2005/8/layout/vList2"/>
    <dgm:cxn modelId="{0B4587AC-E512-40DB-B3EA-A6DD2DDB52BD}" type="presParOf" srcId="{84F4B4F8-06C7-47D5-A2FD-595928E5AB07}" destId="{058DD557-937D-43C2-ABB5-AA400010331C}" srcOrd="5" destOrd="0" presId="urn:microsoft.com/office/officeart/2005/8/layout/vList2"/>
    <dgm:cxn modelId="{8F2B43C7-3C69-4550-957D-FE1A8AAEFC2D}" type="presParOf" srcId="{84F4B4F8-06C7-47D5-A2FD-595928E5AB07}" destId="{3DE5A72A-FC73-4400-B7B7-F127CF73353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D00F8B7E-619A-4CF3-8284-B6660D3BA4A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2F40F09-9B10-430A-8B30-BEB1C290FEC5}">
      <dgm:prSet/>
      <dgm:spPr/>
      <dgm:t>
        <a:bodyPr/>
        <a:lstStyle/>
        <a:p>
          <a:r>
            <a:rPr lang="ru-RU" b="0" i="0"/>
            <a:t>поширення кооперативного руху</a:t>
          </a:r>
          <a:endParaRPr lang="uk-UA"/>
        </a:p>
      </dgm:t>
    </dgm:pt>
    <dgm:pt modelId="{680DE4EC-6D99-429A-9DB7-6D6820E28D83}" type="parTrans" cxnId="{70D8DAB6-D7C3-497C-B3D0-0EE12FE6D941}">
      <dgm:prSet/>
      <dgm:spPr/>
      <dgm:t>
        <a:bodyPr/>
        <a:lstStyle/>
        <a:p>
          <a:endParaRPr lang="uk-UA"/>
        </a:p>
      </dgm:t>
    </dgm:pt>
    <dgm:pt modelId="{C8EFD494-0C70-40FF-A80E-1139EBDA6F68}" type="sibTrans" cxnId="{70D8DAB6-D7C3-497C-B3D0-0EE12FE6D941}">
      <dgm:prSet/>
      <dgm:spPr/>
      <dgm:t>
        <a:bodyPr/>
        <a:lstStyle/>
        <a:p>
          <a:endParaRPr lang="uk-UA"/>
        </a:p>
      </dgm:t>
    </dgm:pt>
    <dgm:pt modelId="{905A3585-168F-4804-B8EF-FFC37384151F}">
      <dgm:prSet/>
      <dgm:spPr/>
      <dgm:t>
        <a:bodyPr/>
        <a:lstStyle/>
        <a:p>
          <a:r>
            <a:rPr lang="ru-RU" b="0" i="0"/>
            <a:t>завершення промислового перевороту</a:t>
          </a:r>
          <a:endParaRPr lang="uk-UA"/>
        </a:p>
      </dgm:t>
    </dgm:pt>
    <dgm:pt modelId="{EE138569-EA2F-4995-87B6-2B5D0D1E2D0B}" type="parTrans" cxnId="{21DD0C1D-9126-4A8B-B5CB-9BD0A75539B8}">
      <dgm:prSet/>
      <dgm:spPr/>
      <dgm:t>
        <a:bodyPr/>
        <a:lstStyle/>
        <a:p>
          <a:endParaRPr lang="uk-UA"/>
        </a:p>
      </dgm:t>
    </dgm:pt>
    <dgm:pt modelId="{890CE5FF-FF23-40D7-A6BA-3177D5498DEF}" type="sibTrans" cxnId="{21DD0C1D-9126-4A8B-B5CB-9BD0A75539B8}">
      <dgm:prSet/>
      <dgm:spPr/>
      <dgm:t>
        <a:bodyPr/>
        <a:lstStyle/>
        <a:p>
          <a:endParaRPr lang="uk-UA"/>
        </a:p>
      </dgm:t>
    </dgm:pt>
    <dgm:pt modelId="{A64FC8A3-4DBA-42BF-97DA-370D23226276}">
      <dgm:prSet/>
      <dgm:spPr/>
      <dgm:t>
        <a:bodyPr/>
        <a:lstStyle/>
        <a:p>
          <a:r>
            <a:rPr lang="ru-RU" b="0" i="0"/>
            <a:t>зародження фільваркового господарства</a:t>
          </a:r>
          <a:endParaRPr lang="uk-UA"/>
        </a:p>
      </dgm:t>
    </dgm:pt>
    <dgm:pt modelId="{D99909B8-59BE-4206-A46D-AB979AD1253A}" type="parTrans" cxnId="{95B23747-8428-4A76-B7D3-37DFBA924AF9}">
      <dgm:prSet/>
      <dgm:spPr/>
      <dgm:t>
        <a:bodyPr/>
        <a:lstStyle/>
        <a:p>
          <a:endParaRPr lang="uk-UA"/>
        </a:p>
      </dgm:t>
    </dgm:pt>
    <dgm:pt modelId="{867C1444-E8BE-4E19-ADA3-4A41814AF0B7}" type="sibTrans" cxnId="{95B23747-8428-4A76-B7D3-37DFBA924AF9}">
      <dgm:prSet/>
      <dgm:spPr/>
      <dgm:t>
        <a:bodyPr/>
        <a:lstStyle/>
        <a:p>
          <a:endParaRPr lang="uk-UA"/>
        </a:p>
      </dgm:t>
    </dgm:pt>
    <dgm:pt modelId="{C703B880-CAA1-41F8-96B0-A07549CB3E6F}">
      <dgm:prSet/>
      <dgm:spPr/>
      <dgm:t>
        <a:bodyPr/>
        <a:lstStyle/>
        <a:p>
          <a:r>
            <a:rPr lang="ru-RU" b="0" i="0"/>
            <a:t>товаризацію поміщицького господарства</a:t>
          </a:r>
          <a:endParaRPr lang="uk-UA"/>
        </a:p>
      </dgm:t>
    </dgm:pt>
    <dgm:pt modelId="{78A79ABF-4EAE-46E7-9A64-6EF9550B22E5}" type="parTrans" cxnId="{94F1F779-5F43-46D3-B5F3-D25DDC9486DE}">
      <dgm:prSet/>
      <dgm:spPr/>
      <dgm:t>
        <a:bodyPr/>
        <a:lstStyle/>
        <a:p>
          <a:endParaRPr lang="uk-UA"/>
        </a:p>
      </dgm:t>
    </dgm:pt>
    <dgm:pt modelId="{73B74EDF-2710-48D1-8402-2673DA8B6EF7}" type="sibTrans" cxnId="{94F1F779-5F43-46D3-B5F3-D25DDC9486DE}">
      <dgm:prSet/>
      <dgm:spPr/>
      <dgm:t>
        <a:bodyPr/>
        <a:lstStyle/>
        <a:p>
          <a:endParaRPr lang="uk-UA"/>
        </a:p>
      </dgm:t>
    </dgm:pt>
    <dgm:pt modelId="{78732E53-05FD-443B-A354-BAA6D770D871}" type="pres">
      <dgm:prSet presAssocID="{D00F8B7E-619A-4CF3-8284-B6660D3BA4A5}" presName="linear" presStyleCnt="0">
        <dgm:presLayoutVars>
          <dgm:animLvl val="lvl"/>
          <dgm:resizeHandles val="exact"/>
        </dgm:presLayoutVars>
      </dgm:prSet>
      <dgm:spPr/>
    </dgm:pt>
    <dgm:pt modelId="{E645A0B2-3E4C-4E4A-AF28-BAAC9B4C7704}" type="pres">
      <dgm:prSet presAssocID="{02F40F09-9B10-430A-8B30-BEB1C290FEC5}" presName="parentText" presStyleLbl="node1" presStyleIdx="0" presStyleCnt="4">
        <dgm:presLayoutVars>
          <dgm:chMax val="0"/>
          <dgm:bulletEnabled val="1"/>
        </dgm:presLayoutVars>
      </dgm:prSet>
      <dgm:spPr/>
    </dgm:pt>
    <dgm:pt modelId="{70E4D943-4784-409E-9FEE-748F52A2006F}" type="pres">
      <dgm:prSet presAssocID="{C8EFD494-0C70-40FF-A80E-1139EBDA6F68}" presName="spacer" presStyleCnt="0"/>
      <dgm:spPr/>
    </dgm:pt>
    <dgm:pt modelId="{0B01D2FC-B352-4283-A5C9-D10D117EDC96}" type="pres">
      <dgm:prSet presAssocID="{905A3585-168F-4804-B8EF-FFC37384151F}" presName="parentText" presStyleLbl="node1" presStyleIdx="1" presStyleCnt="4">
        <dgm:presLayoutVars>
          <dgm:chMax val="0"/>
          <dgm:bulletEnabled val="1"/>
        </dgm:presLayoutVars>
      </dgm:prSet>
      <dgm:spPr/>
    </dgm:pt>
    <dgm:pt modelId="{9B50F258-A1DD-4994-91B2-CAF730788CFF}" type="pres">
      <dgm:prSet presAssocID="{890CE5FF-FF23-40D7-A6BA-3177D5498DEF}" presName="spacer" presStyleCnt="0"/>
      <dgm:spPr/>
    </dgm:pt>
    <dgm:pt modelId="{5627F4E9-4925-40E3-AD5A-B78380525B47}" type="pres">
      <dgm:prSet presAssocID="{A64FC8A3-4DBA-42BF-97DA-370D23226276}" presName="parentText" presStyleLbl="node1" presStyleIdx="2" presStyleCnt="4">
        <dgm:presLayoutVars>
          <dgm:chMax val="0"/>
          <dgm:bulletEnabled val="1"/>
        </dgm:presLayoutVars>
      </dgm:prSet>
      <dgm:spPr/>
    </dgm:pt>
    <dgm:pt modelId="{10CBA637-F0AD-40CC-B623-A6BD1BE646E7}" type="pres">
      <dgm:prSet presAssocID="{867C1444-E8BE-4E19-ADA3-4A41814AF0B7}" presName="spacer" presStyleCnt="0"/>
      <dgm:spPr/>
    </dgm:pt>
    <dgm:pt modelId="{E206E235-5B54-4EF9-B06B-70B6FECC38E7}" type="pres">
      <dgm:prSet presAssocID="{C703B880-CAA1-41F8-96B0-A07549CB3E6F}" presName="parentText" presStyleLbl="node1" presStyleIdx="3" presStyleCnt="4">
        <dgm:presLayoutVars>
          <dgm:chMax val="0"/>
          <dgm:bulletEnabled val="1"/>
        </dgm:presLayoutVars>
      </dgm:prSet>
      <dgm:spPr/>
    </dgm:pt>
  </dgm:ptLst>
  <dgm:cxnLst>
    <dgm:cxn modelId="{21DD0C1D-9126-4A8B-B5CB-9BD0A75539B8}" srcId="{D00F8B7E-619A-4CF3-8284-B6660D3BA4A5}" destId="{905A3585-168F-4804-B8EF-FFC37384151F}" srcOrd="1" destOrd="0" parTransId="{EE138569-EA2F-4995-87B6-2B5D0D1E2D0B}" sibTransId="{890CE5FF-FF23-40D7-A6BA-3177D5498DEF}"/>
    <dgm:cxn modelId="{95B23747-8428-4A76-B7D3-37DFBA924AF9}" srcId="{D00F8B7E-619A-4CF3-8284-B6660D3BA4A5}" destId="{A64FC8A3-4DBA-42BF-97DA-370D23226276}" srcOrd="2" destOrd="0" parTransId="{D99909B8-59BE-4206-A46D-AB979AD1253A}" sibTransId="{867C1444-E8BE-4E19-ADA3-4A41814AF0B7}"/>
    <dgm:cxn modelId="{0FB42C6E-18A8-4BD6-8D46-9935DC0DCE34}" type="presOf" srcId="{A64FC8A3-4DBA-42BF-97DA-370D23226276}" destId="{5627F4E9-4925-40E3-AD5A-B78380525B47}" srcOrd="0" destOrd="0" presId="urn:microsoft.com/office/officeart/2005/8/layout/vList2"/>
    <dgm:cxn modelId="{94F1F779-5F43-46D3-B5F3-D25DDC9486DE}" srcId="{D00F8B7E-619A-4CF3-8284-B6660D3BA4A5}" destId="{C703B880-CAA1-41F8-96B0-A07549CB3E6F}" srcOrd="3" destOrd="0" parTransId="{78A79ABF-4EAE-46E7-9A64-6EF9550B22E5}" sibTransId="{73B74EDF-2710-48D1-8402-2673DA8B6EF7}"/>
    <dgm:cxn modelId="{C6B4F88B-5212-4C2D-89E2-4A0DB8FD10A4}" type="presOf" srcId="{905A3585-168F-4804-B8EF-FFC37384151F}" destId="{0B01D2FC-B352-4283-A5C9-D10D117EDC96}" srcOrd="0" destOrd="0" presId="urn:microsoft.com/office/officeart/2005/8/layout/vList2"/>
    <dgm:cxn modelId="{3C0DC88F-71AC-43FD-B607-848FF0C9B89C}" type="presOf" srcId="{C703B880-CAA1-41F8-96B0-A07549CB3E6F}" destId="{E206E235-5B54-4EF9-B06B-70B6FECC38E7}" srcOrd="0" destOrd="0" presId="urn:microsoft.com/office/officeart/2005/8/layout/vList2"/>
    <dgm:cxn modelId="{F33134AC-20F5-4C65-93A8-2EAA3DDF1FB1}" type="presOf" srcId="{02F40F09-9B10-430A-8B30-BEB1C290FEC5}" destId="{E645A0B2-3E4C-4E4A-AF28-BAAC9B4C7704}" srcOrd="0" destOrd="0" presId="urn:microsoft.com/office/officeart/2005/8/layout/vList2"/>
    <dgm:cxn modelId="{70D8DAB6-D7C3-497C-B3D0-0EE12FE6D941}" srcId="{D00F8B7E-619A-4CF3-8284-B6660D3BA4A5}" destId="{02F40F09-9B10-430A-8B30-BEB1C290FEC5}" srcOrd="0" destOrd="0" parTransId="{680DE4EC-6D99-429A-9DB7-6D6820E28D83}" sibTransId="{C8EFD494-0C70-40FF-A80E-1139EBDA6F68}"/>
    <dgm:cxn modelId="{B78E0BBC-0BC8-4226-BF5C-E9E85BCA9453}" type="presOf" srcId="{D00F8B7E-619A-4CF3-8284-B6660D3BA4A5}" destId="{78732E53-05FD-443B-A354-BAA6D770D871}" srcOrd="0" destOrd="0" presId="urn:microsoft.com/office/officeart/2005/8/layout/vList2"/>
    <dgm:cxn modelId="{34628085-3ED5-428A-95A0-8A33D9771919}" type="presParOf" srcId="{78732E53-05FD-443B-A354-BAA6D770D871}" destId="{E645A0B2-3E4C-4E4A-AF28-BAAC9B4C7704}" srcOrd="0" destOrd="0" presId="urn:microsoft.com/office/officeart/2005/8/layout/vList2"/>
    <dgm:cxn modelId="{340CACAA-159E-4585-821E-E0CEF97A449C}" type="presParOf" srcId="{78732E53-05FD-443B-A354-BAA6D770D871}" destId="{70E4D943-4784-409E-9FEE-748F52A2006F}" srcOrd="1" destOrd="0" presId="urn:microsoft.com/office/officeart/2005/8/layout/vList2"/>
    <dgm:cxn modelId="{69BF3938-1F99-471C-B182-B3C55E45244A}" type="presParOf" srcId="{78732E53-05FD-443B-A354-BAA6D770D871}" destId="{0B01D2FC-B352-4283-A5C9-D10D117EDC96}" srcOrd="2" destOrd="0" presId="urn:microsoft.com/office/officeart/2005/8/layout/vList2"/>
    <dgm:cxn modelId="{303BBAC4-D372-4826-B3C5-F414AD0AF3D6}" type="presParOf" srcId="{78732E53-05FD-443B-A354-BAA6D770D871}" destId="{9B50F258-A1DD-4994-91B2-CAF730788CFF}" srcOrd="3" destOrd="0" presId="urn:microsoft.com/office/officeart/2005/8/layout/vList2"/>
    <dgm:cxn modelId="{ADF450A4-FF1B-4242-B778-967AD633049B}" type="presParOf" srcId="{78732E53-05FD-443B-A354-BAA6D770D871}" destId="{5627F4E9-4925-40E3-AD5A-B78380525B47}" srcOrd="4" destOrd="0" presId="urn:microsoft.com/office/officeart/2005/8/layout/vList2"/>
    <dgm:cxn modelId="{2C51817F-AB4A-43C4-938E-5A0FE335060C}" type="presParOf" srcId="{78732E53-05FD-443B-A354-BAA6D770D871}" destId="{10CBA637-F0AD-40CC-B623-A6BD1BE646E7}" srcOrd="5" destOrd="0" presId="urn:microsoft.com/office/officeart/2005/8/layout/vList2"/>
    <dgm:cxn modelId="{D5433EED-9C41-4204-89D7-01BC96B81CD2}" type="presParOf" srcId="{78732E53-05FD-443B-A354-BAA6D770D871}" destId="{E206E235-5B54-4EF9-B06B-70B6FECC38E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13937650-437B-40B4-9E12-C6C689AC842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045F4D5-4C2A-4F16-A4D5-1098A839751B}">
      <dgm:prSet/>
      <dgm:spPr/>
      <dgm:t>
        <a:bodyPr/>
        <a:lstStyle/>
        <a:p>
          <a:r>
            <a:rPr lang="ru-RU" b="0" i="0"/>
            <a:t>руйнування селянської громади</a:t>
          </a:r>
          <a:endParaRPr lang="uk-UA"/>
        </a:p>
      </dgm:t>
    </dgm:pt>
    <dgm:pt modelId="{DC72B06B-0AAE-48FD-B3D0-04AC73CF819C}" type="parTrans" cxnId="{C60EB2F3-AD31-4811-A251-EC1607396B83}">
      <dgm:prSet/>
      <dgm:spPr/>
      <dgm:t>
        <a:bodyPr/>
        <a:lstStyle/>
        <a:p>
          <a:endParaRPr lang="uk-UA"/>
        </a:p>
      </dgm:t>
    </dgm:pt>
    <dgm:pt modelId="{D1DC0159-1390-4FFE-9928-9754CD0B11E7}" type="sibTrans" cxnId="{C60EB2F3-AD31-4811-A251-EC1607396B83}">
      <dgm:prSet/>
      <dgm:spPr/>
      <dgm:t>
        <a:bodyPr/>
        <a:lstStyle/>
        <a:p>
          <a:endParaRPr lang="uk-UA"/>
        </a:p>
      </dgm:t>
    </dgm:pt>
    <dgm:pt modelId="{AA77E755-A9BB-4BD5-AB0D-E12885A83107}">
      <dgm:prSet/>
      <dgm:spPr/>
      <dgm:t>
        <a:bodyPr/>
        <a:lstStyle/>
        <a:p>
          <a:r>
            <a:rPr lang="ru-RU" b="0" i="0"/>
            <a:t>поширення кооперативного руху</a:t>
          </a:r>
          <a:endParaRPr lang="uk-UA"/>
        </a:p>
      </dgm:t>
    </dgm:pt>
    <dgm:pt modelId="{1BCB44AA-9003-471B-983F-A0CA09968405}" type="parTrans" cxnId="{DE068AC0-5A6B-45F8-9DB1-2CC512D30DD8}">
      <dgm:prSet/>
      <dgm:spPr/>
      <dgm:t>
        <a:bodyPr/>
        <a:lstStyle/>
        <a:p>
          <a:endParaRPr lang="uk-UA"/>
        </a:p>
      </dgm:t>
    </dgm:pt>
    <dgm:pt modelId="{919F7B45-A86A-4184-9AF1-1E0123EB049D}" type="sibTrans" cxnId="{DE068AC0-5A6B-45F8-9DB1-2CC512D30DD8}">
      <dgm:prSet/>
      <dgm:spPr/>
      <dgm:t>
        <a:bodyPr/>
        <a:lstStyle/>
        <a:p>
          <a:endParaRPr lang="uk-UA"/>
        </a:p>
      </dgm:t>
    </dgm:pt>
    <dgm:pt modelId="{0F33CC62-8D0C-45CE-8722-43777A278E6F}">
      <dgm:prSet/>
      <dgm:spPr/>
      <dgm:t>
        <a:bodyPr/>
        <a:lstStyle/>
        <a:p>
          <a:r>
            <a:rPr lang="ru-RU" b="0" i="0"/>
            <a:t>розбудова чорноморсько-азовських портів</a:t>
          </a:r>
          <a:endParaRPr lang="uk-UA"/>
        </a:p>
      </dgm:t>
    </dgm:pt>
    <dgm:pt modelId="{4F5923ED-CC6E-486D-B714-7F8EC3EB32CC}" type="parTrans" cxnId="{49FE7196-B6D3-438A-8A28-06D4AC6FB302}">
      <dgm:prSet/>
      <dgm:spPr/>
      <dgm:t>
        <a:bodyPr/>
        <a:lstStyle/>
        <a:p>
          <a:endParaRPr lang="uk-UA"/>
        </a:p>
      </dgm:t>
    </dgm:pt>
    <dgm:pt modelId="{1F4908B9-D946-4684-9194-A1379007C417}" type="sibTrans" cxnId="{49FE7196-B6D3-438A-8A28-06D4AC6FB302}">
      <dgm:prSet/>
      <dgm:spPr/>
      <dgm:t>
        <a:bodyPr/>
        <a:lstStyle/>
        <a:p>
          <a:endParaRPr lang="uk-UA"/>
        </a:p>
      </dgm:t>
    </dgm:pt>
    <dgm:pt modelId="{E6E4A9BA-AD4A-4E9A-A4EA-0DBED815650F}">
      <dgm:prSet/>
      <dgm:spPr/>
      <dgm:t>
        <a:bodyPr/>
        <a:lstStyle/>
        <a:p>
          <a:r>
            <a:rPr lang="ru-RU" b="0" i="0"/>
            <a:t>надання кредитної допомоги селянам через Селянський банк</a:t>
          </a:r>
          <a:endParaRPr lang="uk-UA"/>
        </a:p>
      </dgm:t>
    </dgm:pt>
    <dgm:pt modelId="{A80B2689-8A46-4C6C-A349-2F4D77C662CE}" type="parTrans" cxnId="{46C6E52B-D07E-4349-9C75-827CF5347E82}">
      <dgm:prSet/>
      <dgm:spPr/>
      <dgm:t>
        <a:bodyPr/>
        <a:lstStyle/>
        <a:p>
          <a:endParaRPr lang="uk-UA"/>
        </a:p>
      </dgm:t>
    </dgm:pt>
    <dgm:pt modelId="{8C005DC7-7724-4DA4-8B1B-E6FF88FA9D25}" type="sibTrans" cxnId="{46C6E52B-D07E-4349-9C75-827CF5347E82}">
      <dgm:prSet/>
      <dgm:spPr/>
      <dgm:t>
        <a:bodyPr/>
        <a:lstStyle/>
        <a:p>
          <a:endParaRPr lang="uk-UA"/>
        </a:p>
      </dgm:t>
    </dgm:pt>
    <dgm:pt modelId="{E09DF092-FC25-4E52-946B-F0A3DE567D2D}" type="pres">
      <dgm:prSet presAssocID="{13937650-437B-40B4-9E12-C6C689AC842A}" presName="linear" presStyleCnt="0">
        <dgm:presLayoutVars>
          <dgm:animLvl val="lvl"/>
          <dgm:resizeHandles val="exact"/>
        </dgm:presLayoutVars>
      </dgm:prSet>
      <dgm:spPr/>
    </dgm:pt>
    <dgm:pt modelId="{5F1E4BF9-04AD-4907-A212-C4468851BE46}" type="pres">
      <dgm:prSet presAssocID="{C045F4D5-4C2A-4F16-A4D5-1098A839751B}" presName="parentText" presStyleLbl="node1" presStyleIdx="0" presStyleCnt="4">
        <dgm:presLayoutVars>
          <dgm:chMax val="0"/>
          <dgm:bulletEnabled val="1"/>
        </dgm:presLayoutVars>
      </dgm:prSet>
      <dgm:spPr/>
    </dgm:pt>
    <dgm:pt modelId="{93E0D4EB-413E-4030-87F8-CA985C855765}" type="pres">
      <dgm:prSet presAssocID="{D1DC0159-1390-4FFE-9928-9754CD0B11E7}" presName="spacer" presStyleCnt="0"/>
      <dgm:spPr/>
    </dgm:pt>
    <dgm:pt modelId="{2F4FDCA5-04CC-45C8-950E-FBBD833AD543}" type="pres">
      <dgm:prSet presAssocID="{AA77E755-A9BB-4BD5-AB0D-E12885A83107}" presName="parentText" presStyleLbl="node1" presStyleIdx="1" presStyleCnt="4">
        <dgm:presLayoutVars>
          <dgm:chMax val="0"/>
          <dgm:bulletEnabled val="1"/>
        </dgm:presLayoutVars>
      </dgm:prSet>
      <dgm:spPr/>
    </dgm:pt>
    <dgm:pt modelId="{DEF8DE44-1168-4A0A-BDF2-D8A616229790}" type="pres">
      <dgm:prSet presAssocID="{919F7B45-A86A-4184-9AF1-1E0123EB049D}" presName="spacer" presStyleCnt="0"/>
      <dgm:spPr/>
    </dgm:pt>
    <dgm:pt modelId="{E088DB99-BF30-4257-829B-486B34028260}" type="pres">
      <dgm:prSet presAssocID="{0F33CC62-8D0C-45CE-8722-43777A278E6F}" presName="parentText" presStyleLbl="node1" presStyleIdx="2" presStyleCnt="4">
        <dgm:presLayoutVars>
          <dgm:chMax val="0"/>
          <dgm:bulletEnabled val="1"/>
        </dgm:presLayoutVars>
      </dgm:prSet>
      <dgm:spPr/>
    </dgm:pt>
    <dgm:pt modelId="{DA9697A8-BA30-46B2-8200-CBA55B9F9283}" type="pres">
      <dgm:prSet presAssocID="{1F4908B9-D946-4684-9194-A1379007C417}" presName="spacer" presStyleCnt="0"/>
      <dgm:spPr/>
    </dgm:pt>
    <dgm:pt modelId="{7D26613E-259D-4811-A584-A327F04CEF2D}" type="pres">
      <dgm:prSet presAssocID="{E6E4A9BA-AD4A-4E9A-A4EA-0DBED815650F}" presName="parentText" presStyleLbl="node1" presStyleIdx="3" presStyleCnt="4">
        <dgm:presLayoutVars>
          <dgm:chMax val="0"/>
          <dgm:bulletEnabled val="1"/>
        </dgm:presLayoutVars>
      </dgm:prSet>
      <dgm:spPr/>
    </dgm:pt>
  </dgm:ptLst>
  <dgm:cxnLst>
    <dgm:cxn modelId="{46C6E52B-D07E-4349-9C75-827CF5347E82}" srcId="{13937650-437B-40B4-9E12-C6C689AC842A}" destId="{E6E4A9BA-AD4A-4E9A-A4EA-0DBED815650F}" srcOrd="3" destOrd="0" parTransId="{A80B2689-8A46-4C6C-A349-2F4D77C662CE}" sibTransId="{8C005DC7-7724-4DA4-8B1B-E6FF88FA9D25}"/>
    <dgm:cxn modelId="{D9DD204F-15CB-467C-8DDD-9DDDDAF3066B}" type="presOf" srcId="{13937650-437B-40B4-9E12-C6C689AC842A}" destId="{E09DF092-FC25-4E52-946B-F0A3DE567D2D}" srcOrd="0" destOrd="0" presId="urn:microsoft.com/office/officeart/2005/8/layout/vList2"/>
    <dgm:cxn modelId="{9A35358B-298C-488F-9645-1399DA0D7565}" type="presOf" srcId="{C045F4D5-4C2A-4F16-A4D5-1098A839751B}" destId="{5F1E4BF9-04AD-4907-A212-C4468851BE46}" srcOrd="0" destOrd="0" presId="urn:microsoft.com/office/officeart/2005/8/layout/vList2"/>
    <dgm:cxn modelId="{6BE77D92-E42C-4DE0-B9A6-6A6B1022F8CF}" type="presOf" srcId="{AA77E755-A9BB-4BD5-AB0D-E12885A83107}" destId="{2F4FDCA5-04CC-45C8-950E-FBBD833AD543}" srcOrd="0" destOrd="0" presId="urn:microsoft.com/office/officeart/2005/8/layout/vList2"/>
    <dgm:cxn modelId="{49FE7196-B6D3-438A-8A28-06D4AC6FB302}" srcId="{13937650-437B-40B4-9E12-C6C689AC842A}" destId="{0F33CC62-8D0C-45CE-8722-43777A278E6F}" srcOrd="2" destOrd="0" parTransId="{4F5923ED-CC6E-486D-B714-7F8EC3EB32CC}" sibTransId="{1F4908B9-D946-4684-9194-A1379007C417}"/>
    <dgm:cxn modelId="{DE068AC0-5A6B-45F8-9DB1-2CC512D30DD8}" srcId="{13937650-437B-40B4-9E12-C6C689AC842A}" destId="{AA77E755-A9BB-4BD5-AB0D-E12885A83107}" srcOrd="1" destOrd="0" parTransId="{1BCB44AA-9003-471B-983F-A0CA09968405}" sibTransId="{919F7B45-A86A-4184-9AF1-1E0123EB049D}"/>
    <dgm:cxn modelId="{24E676EB-F814-4D62-A6F1-509AFE2F31EF}" type="presOf" srcId="{0F33CC62-8D0C-45CE-8722-43777A278E6F}" destId="{E088DB99-BF30-4257-829B-486B34028260}" srcOrd="0" destOrd="0" presId="urn:microsoft.com/office/officeart/2005/8/layout/vList2"/>
    <dgm:cxn modelId="{C60EB2F3-AD31-4811-A251-EC1607396B83}" srcId="{13937650-437B-40B4-9E12-C6C689AC842A}" destId="{C045F4D5-4C2A-4F16-A4D5-1098A839751B}" srcOrd="0" destOrd="0" parTransId="{DC72B06B-0AAE-48FD-B3D0-04AC73CF819C}" sibTransId="{D1DC0159-1390-4FFE-9928-9754CD0B11E7}"/>
    <dgm:cxn modelId="{368730FD-5A0A-46AF-8C8F-22EF1BF9CDCC}" type="presOf" srcId="{E6E4A9BA-AD4A-4E9A-A4EA-0DBED815650F}" destId="{7D26613E-259D-4811-A584-A327F04CEF2D}" srcOrd="0" destOrd="0" presId="urn:microsoft.com/office/officeart/2005/8/layout/vList2"/>
    <dgm:cxn modelId="{49A472CA-E2E9-4D42-AB95-6781DA644ACD}" type="presParOf" srcId="{E09DF092-FC25-4E52-946B-F0A3DE567D2D}" destId="{5F1E4BF9-04AD-4907-A212-C4468851BE46}" srcOrd="0" destOrd="0" presId="urn:microsoft.com/office/officeart/2005/8/layout/vList2"/>
    <dgm:cxn modelId="{EA70AA53-AC5F-41D3-8363-12F6F4020755}" type="presParOf" srcId="{E09DF092-FC25-4E52-946B-F0A3DE567D2D}" destId="{93E0D4EB-413E-4030-87F8-CA985C855765}" srcOrd="1" destOrd="0" presId="urn:microsoft.com/office/officeart/2005/8/layout/vList2"/>
    <dgm:cxn modelId="{3E4F1B67-6875-4582-A4CA-72D8D68AF0FE}" type="presParOf" srcId="{E09DF092-FC25-4E52-946B-F0A3DE567D2D}" destId="{2F4FDCA5-04CC-45C8-950E-FBBD833AD543}" srcOrd="2" destOrd="0" presId="urn:microsoft.com/office/officeart/2005/8/layout/vList2"/>
    <dgm:cxn modelId="{4B2119D3-722B-44EF-A6BD-B6521A670430}" type="presParOf" srcId="{E09DF092-FC25-4E52-946B-F0A3DE567D2D}" destId="{DEF8DE44-1168-4A0A-BDF2-D8A616229790}" srcOrd="3" destOrd="0" presId="urn:microsoft.com/office/officeart/2005/8/layout/vList2"/>
    <dgm:cxn modelId="{AD916744-19BD-4983-847A-6F0A7771B111}" type="presParOf" srcId="{E09DF092-FC25-4E52-946B-F0A3DE567D2D}" destId="{E088DB99-BF30-4257-829B-486B34028260}" srcOrd="4" destOrd="0" presId="urn:microsoft.com/office/officeart/2005/8/layout/vList2"/>
    <dgm:cxn modelId="{1B9588F5-CB07-4EC0-B685-7FE2C84F8479}" type="presParOf" srcId="{E09DF092-FC25-4E52-946B-F0A3DE567D2D}" destId="{DA9697A8-BA30-46B2-8200-CBA55B9F9283}" srcOrd="5" destOrd="0" presId="urn:microsoft.com/office/officeart/2005/8/layout/vList2"/>
    <dgm:cxn modelId="{326F0233-BB78-4C8B-ADA4-9458F574AF2E}" type="presParOf" srcId="{E09DF092-FC25-4E52-946B-F0A3DE567D2D}" destId="{7D26613E-259D-4811-A584-A327F04CEF2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578A29EC-54B2-4623-9192-E84D6EFDC88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056BB4B-A236-4A87-83B4-64EEB42538C6}">
      <dgm:prSet/>
      <dgm:spPr/>
      <dgm:t>
        <a:bodyPr/>
        <a:lstStyle/>
        <a:p>
          <a:r>
            <a:rPr lang="ru-RU" b="0" i="0"/>
            <a:t>«земства», «монополія»</a:t>
          </a:r>
          <a:endParaRPr lang="uk-UA"/>
        </a:p>
      </dgm:t>
    </dgm:pt>
    <dgm:pt modelId="{FEDEDE88-4FFB-48B0-91E5-1F21D75993E4}" type="parTrans" cxnId="{A2743B45-3EAA-42A6-99F3-C6C79FEFE973}">
      <dgm:prSet/>
      <dgm:spPr/>
      <dgm:t>
        <a:bodyPr/>
        <a:lstStyle/>
        <a:p>
          <a:endParaRPr lang="uk-UA"/>
        </a:p>
      </dgm:t>
    </dgm:pt>
    <dgm:pt modelId="{3167863A-1C68-45A9-B7B0-58CECAF46091}" type="sibTrans" cxnId="{A2743B45-3EAA-42A6-99F3-C6C79FEFE973}">
      <dgm:prSet/>
      <dgm:spPr/>
      <dgm:t>
        <a:bodyPr/>
        <a:lstStyle/>
        <a:p>
          <a:endParaRPr lang="uk-UA"/>
        </a:p>
      </dgm:t>
    </dgm:pt>
    <dgm:pt modelId="{B91D586D-202C-474D-851F-E762E80A4E9A}">
      <dgm:prSet/>
      <dgm:spPr/>
      <dgm:t>
        <a:bodyPr/>
        <a:lstStyle/>
        <a:p>
          <a:r>
            <a:rPr lang="ru-RU" b="0" i="0"/>
            <a:t>«кріпосництво», «промисловий переворот»</a:t>
          </a:r>
          <a:endParaRPr lang="uk-UA"/>
        </a:p>
      </dgm:t>
    </dgm:pt>
    <dgm:pt modelId="{977836B4-4C6B-467D-9366-9578A744F71B}" type="parTrans" cxnId="{A60AEE1B-8D46-4FAD-8E9C-B5878FFA032F}">
      <dgm:prSet/>
      <dgm:spPr/>
      <dgm:t>
        <a:bodyPr/>
        <a:lstStyle/>
        <a:p>
          <a:endParaRPr lang="uk-UA"/>
        </a:p>
      </dgm:t>
    </dgm:pt>
    <dgm:pt modelId="{1EE9D464-1417-4C44-8E96-5991111A9B41}" type="sibTrans" cxnId="{A60AEE1B-8D46-4FAD-8E9C-B5878FFA032F}">
      <dgm:prSet/>
      <dgm:spPr/>
      <dgm:t>
        <a:bodyPr/>
        <a:lstStyle/>
        <a:p>
          <a:endParaRPr lang="uk-UA"/>
        </a:p>
      </dgm:t>
    </dgm:pt>
    <dgm:pt modelId="{94B8BDB7-0E42-43CE-9471-3DF2423CAE4F}">
      <dgm:prSet/>
      <dgm:spPr/>
      <dgm:t>
        <a:bodyPr/>
        <a:lstStyle/>
        <a:p>
          <a:r>
            <a:rPr lang="ru-RU" b="0" i="0"/>
            <a:t>«Коліївщина», «займанщина»</a:t>
          </a:r>
          <a:endParaRPr lang="uk-UA"/>
        </a:p>
      </dgm:t>
    </dgm:pt>
    <dgm:pt modelId="{DA6DFE61-5C32-481C-AC59-C551883DD1BD}" type="parTrans" cxnId="{440F1959-9B06-42DF-8528-AD178783FFAF}">
      <dgm:prSet/>
      <dgm:spPr/>
      <dgm:t>
        <a:bodyPr/>
        <a:lstStyle/>
        <a:p>
          <a:endParaRPr lang="uk-UA"/>
        </a:p>
      </dgm:t>
    </dgm:pt>
    <dgm:pt modelId="{A04E7BC8-96EA-457B-90B5-346BB6C6E27B}" type="sibTrans" cxnId="{440F1959-9B06-42DF-8528-AD178783FFAF}">
      <dgm:prSet/>
      <dgm:spPr/>
      <dgm:t>
        <a:bodyPr/>
        <a:lstStyle/>
        <a:p>
          <a:endParaRPr lang="uk-UA"/>
        </a:p>
      </dgm:t>
    </dgm:pt>
    <dgm:pt modelId="{43B8B50C-78C5-4471-9DB7-3C5AB4B1145A}">
      <dgm:prSet/>
      <dgm:spPr/>
      <dgm:t>
        <a:bodyPr/>
        <a:lstStyle/>
        <a:p>
          <a:r>
            <a:rPr lang="ru-RU" b="0" i="0"/>
            <a:t>«відруб», «трудова міграція»</a:t>
          </a:r>
          <a:endParaRPr lang="uk-UA"/>
        </a:p>
      </dgm:t>
    </dgm:pt>
    <dgm:pt modelId="{7838E408-D081-467D-879E-F8CBE4E29274}" type="parTrans" cxnId="{B4ADB5EC-4EB2-4142-85F0-F2978DF8C5E0}">
      <dgm:prSet/>
      <dgm:spPr/>
      <dgm:t>
        <a:bodyPr/>
        <a:lstStyle/>
        <a:p>
          <a:endParaRPr lang="uk-UA"/>
        </a:p>
      </dgm:t>
    </dgm:pt>
    <dgm:pt modelId="{C83AD2C2-E99C-428A-A1EE-EA8211C06685}" type="sibTrans" cxnId="{B4ADB5EC-4EB2-4142-85F0-F2978DF8C5E0}">
      <dgm:prSet/>
      <dgm:spPr/>
      <dgm:t>
        <a:bodyPr/>
        <a:lstStyle/>
        <a:p>
          <a:endParaRPr lang="uk-UA"/>
        </a:p>
      </dgm:t>
    </dgm:pt>
    <dgm:pt modelId="{3261EFD8-B3EA-471E-9395-969F73011461}" type="pres">
      <dgm:prSet presAssocID="{578A29EC-54B2-4623-9192-E84D6EFDC88A}" presName="linear" presStyleCnt="0">
        <dgm:presLayoutVars>
          <dgm:animLvl val="lvl"/>
          <dgm:resizeHandles val="exact"/>
        </dgm:presLayoutVars>
      </dgm:prSet>
      <dgm:spPr/>
    </dgm:pt>
    <dgm:pt modelId="{BA6853CF-C90E-4D7E-AE07-04084809DEB6}" type="pres">
      <dgm:prSet presAssocID="{E056BB4B-A236-4A87-83B4-64EEB42538C6}" presName="parentText" presStyleLbl="node1" presStyleIdx="0" presStyleCnt="4">
        <dgm:presLayoutVars>
          <dgm:chMax val="0"/>
          <dgm:bulletEnabled val="1"/>
        </dgm:presLayoutVars>
      </dgm:prSet>
      <dgm:spPr/>
    </dgm:pt>
    <dgm:pt modelId="{D8CD8D3A-B852-4011-85AB-44E9196EEAB9}" type="pres">
      <dgm:prSet presAssocID="{3167863A-1C68-45A9-B7B0-58CECAF46091}" presName="spacer" presStyleCnt="0"/>
      <dgm:spPr/>
    </dgm:pt>
    <dgm:pt modelId="{0C167714-6902-4358-AA97-1F7AFA5957FC}" type="pres">
      <dgm:prSet presAssocID="{B91D586D-202C-474D-851F-E762E80A4E9A}" presName="parentText" presStyleLbl="node1" presStyleIdx="1" presStyleCnt="4">
        <dgm:presLayoutVars>
          <dgm:chMax val="0"/>
          <dgm:bulletEnabled val="1"/>
        </dgm:presLayoutVars>
      </dgm:prSet>
      <dgm:spPr/>
    </dgm:pt>
    <dgm:pt modelId="{26531018-46B0-4E74-AC9F-4CB127061CC2}" type="pres">
      <dgm:prSet presAssocID="{1EE9D464-1417-4C44-8E96-5991111A9B41}" presName="spacer" presStyleCnt="0"/>
      <dgm:spPr/>
    </dgm:pt>
    <dgm:pt modelId="{3D161B49-CFD1-4F8A-98B5-9E84AF0463E4}" type="pres">
      <dgm:prSet presAssocID="{94B8BDB7-0E42-43CE-9471-3DF2423CAE4F}" presName="parentText" presStyleLbl="node1" presStyleIdx="2" presStyleCnt="4">
        <dgm:presLayoutVars>
          <dgm:chMax val="0"/>
          <dgm:bulletEnabled val="1"/>
        </dgm:presLayoutVars>
      </dgm:prSet>
      <dgm:spPr/>
    </dgm:pt>
    <dgm:pt modelId="{97E717D3-8EF1-473A-A534-C400C3C298D9}" type="pres">
      <dgm:prSet presAssocID="{A04E7BC8-96EA-457B-90B5-346BB6C6E27B}" presName="spacer" presStyleCnt="0"/>
      <dgm:spPr/>
    </dgm:pt>
    <dgm:pt modelId="{3EF7FB54-721A-4767-B4AA-AE459DDC981F}" type="pres">
      <dgm:prSet presAssocID="{43B8B50C-78C5-4471-9DB7-3C5AB4B1145A}" presName="parentText" presStyleLbl="node1" presStyleIdx="3" presStyleCnt="4">
        <dgm:presLayoutVars>
          <dgm:chMax val="0"/>
          <dgm:bulletEnabled val="1"/>
        </dgm:presLayoutVars>
      </dgm:prSet>
      <dgm:spPr/>
    </dgm:pt>
  </dgm:ptLst>
  <dgm:cxnLst>
    <dgm:cxn modelId="{32FABC19-C802-41F9-90CC-45A93E8425A9}" type="presOf" srcId="{578A29EC-54B2-4623-9192-E84D6EFDC88A}" destId="{3261EFD8-B3EA-471E-9395-969F73011461}" srcOrd="0" destOrd="0" presId="urn:microsoft.com/office/officeart/2005/8/layout/vList2"/>
    <dgm:cxn modelId="{A60AEE1B-8D46-4FAD-8E9C-B5878FFA032F}" srcId="{578A29EC-54B2-4623-9192-E84D6EFDC88A}" destId="{B91D586D-202C-474D-851F-E762E80A4E9A}" srcOrd="1" destOrd="0" parTransId="{977836B4-4C6B-467D-9366-9578A744F71B}" sibTransId="{1EE9D464-1417-4C44-8E96-5991111A9B41}"/>
    <dgm:cxn modelId="{A7CB3D23-CA8D-4DD8-B08D-B35702DA8E0C}" type="presOf" srcId="{E056BB4B-A236-4A87-83B4-64EEB42538C6}" destId="{BA6853CF-C90E-4D7E-AE07-04084809DEB6}" srcOrd="0" destOrd="0" presId="urn:microsoft.com/office/officeart/2005/8/layout/vList2"/>
    <dgm:cxn modelId="{A2743B45-3EAA-42A6-99F3-C6C79FEFE973}" srcId="{578A29EC-54B2-4623-9192-E84D6EFDC88A}" destId="{E056BB4B-A236-4A87-83B4-64EEB42538C6}" srcOrd="0" destOrd="0" parTransId="{FEDEDE88-4FFB-48B0-91E5-1F21D75993E4}" sibTransId="{3167863A-1C68-45A9-B7B0-58CECAF46091}"/>
    <dgm:cxn modelId="{71AA146B-B341-4136-966E-4CA9EA78219D}" type="presOf" srcId="{94B8BDB7-0E42-43CE-9471-3DF2423CAE4F}" destId="{3D161B49-CFD1-4F8A-98B5-9E84AF0463E4}" srcOrd="0" destOrd="0" presId="urn:microsoft.com/office/officeart/2005/8/layout/vList2"/>
    <dgm:cxn modelId="{440F1959-9B06-42DF-8528-AD178783FFAF}" srcId="{578A29EC-54B2-4623-9192-E84D6EFDC88A}" destId="{94B8BDB7-0E42-43CE-9471-3DF2423CAE4F}" srcOrd="2" destOrd="0" parTransId="{DA6DFE61-5C32-481C-AC59-C551883DD1BD}" sibTransId="{A04E7BC8-96EA-457B-90B5-346BB6C6E27B}"/>
    <dgm:cxn modelId="{07917787-43CC-4964-8049-C632EB8C1317}" type="presOf" srcId="{43B8B50C-78C5-4471-9DB7-3C5AB4B1145A}" destId="{3EF7FB54-721A-4767-B4AA-AE459DDC981F}" srcOrd="0" destOrd="0" presId="urn:microsoft.com/office/officeart/2005/8/layout/vList2"/>
    <dgm:cxn modelId="{B5CACFDD-3EA0-41FB-8DDD-775AB1BC522F}" type="presOf" srcId="{B91D586D-202C-474D-851F-E762E80A4E9A}" destId="{0C167714-6902-4358-AA97-1F7AFA5957FC}" srcOrd="0" destOrd="0" presId="urn:microsoft.com/office/officeart/2005/8/layout/vList2"/>
    <dgm:cxn modelId="{B4ADB5EC-4EB2-4142-85F0-F2978DF8C5E0}" srcId="{578A29EC-54B2-4623-9192-E84D6EFDC88A}" destId="{43B8B50C-78C5-4471-9DB7-3C5AB4B1145A}" srcOrd="3" destOrd="0" parTransId="{7838E408-D081-467D-879E-F8CBE4E29274}" sibTransId="{C83AD2C2-E99C-428A-A1EE-EA8211C06685}"/>
    <dgm:cxn modelId="{BBF79B6E-AD7F-471B-B14B-8987CA821771}" type="presParOf" srcId="{3261EFD8-B3EA-471E-9395-969F73011461}" destId="{BA6853CF-C90E-4D7E-AE07-04084809DEB6}" srcOrd="0" destOrd="0" presId="urn:microsoft.com/office/officeart/2005/8/layout/vList2"/>
    <dgm:cxn modelId="{042E0D50-AD2E-4A4C-8FEF-FA2FF94CB0C0}" type="presParOf" srcId="{3261EFD8-B3EA-471E-9395-969F73011461}" destId="{D8CD8D3A-B852-4011-85AB-44E9196EEAB9}" srcOrd="1" destOrd="0" presId="urn:microsoft.com/office/officeart/2005/8/layout/vList2"/>
    <dgm:cxn modelId="{52814D05-D4D7-4F2B-A905-D07A853491CF}" type="presParOf" srcId="{3261EFD8-B3EA-471E-9395-969F73011461}" destId="{0C167714-6902-4358-AA97-1F7AFA5957FC}" srcOrd="2" destOrd="0" presId="urn:microsoft.com/office/officeart/2005/8/layout/vList2"/>
    <dgm:cxn modelId="{D5138940-0B61-4474-BFE7-360D32FCDF84}" type="presParOf" srcId="{3261EFD8-B3EA-471E-9395-969F73011461}" destId="{26531018-46B0-4E74-AC9F-4CB127061CC2}" srcOrd="3" destOrd="0" presId="urn:microsoft.com/office/officeart/2005/8/layout/vList2"/>
    <dgm:cxn modelId="{64EFAEA0-7922-46B2-BE9B-41437F7A289C}" type="presParOf" srcId="{3261EFD8-B3EA-471E-9395-969F73011461}" destId="{3D161B49-CFD1-4F8A-98B5-9E84AF0463E4}" srcOrd="4" destOrd="0" presId="urn:microsoft.com/office/officeart/2005/8/layout/vList2"/>
    <dgm:cxn modelId="{77CD88F0-6DF4-44EE-AAD6-D43CF9D014DD}" type="presParOf" srcId="{3261EFD8-B3EA-471E-9395-969F73011461}" destId="{97E717D3-8EF1-473A-A534-C400C3C298D9}" srcOrd="5" destOrd="0" presId="urn:microsoft.com/office/officeart/2005/8/layout/vList2"/>
    <dgm:cxn modelId="{68218059-3F71-412D-8721-594AB681F005}" type="presParOf" srcId="{3261EFD8-B3EA-471E-9395-969F73011461}" destId="{3EF7FB54-721A-4767-B4AA-AE459DDC981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64C87726-CD85-45D5-BDBF-FEFA75A1635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0D67510-1AAB-4354-BD48-AC86A81F36DF}">
      <dgm:prSet/>
      <dgm:spPr/>
      <dgm:t>
        <a:bodyPr/>
        <a:lstStyle/>
        <a:p>
          <a:r>
            <a:rPr lang="uk-UA" b="0" i="0"/>
            <a:t>зародження мануфактурного виробництва</a:t>
          </a:r>
          <a:endParaRPr lang="uk-UA"/>
        </a:p>
      </dgm:t>
    </dgm:pt>
    <dgm:pt modelId="{B4C16CAB-19DF-4389-99C1-CA44FBE90AFD}" type="parTrans" cxnId="{E62C76FE-6D72-4934-8D2D-DC4AEBEB4A89}">
      <dgm:prSet/>
      <dgm:spPr/>
      <dgm:t>
        <a:bodyPr/>
        <a:lstStyle/>
        <a:p>
          <a:endParaRPr lang="uk-UA"/>
        </a:p>
      </dgm:t>
    </dgm:pt>
    <dgm:pt modelId="{5D1A691C-2190-4283-AD44-512482A7551A}" type="sibTrans" cxnId="{E62C76FE-6D72-4934-8D2D-DC4AEBEB4A89}">
      <dgm:prSet/>
      <dgm:spPr/>
      <dgm:t>
        <a:bodyPr/>
        <a:lstStyle/>
        <a:p>
          <a:endParaRPr lang="uk-UA"/>
        </a:p>
      </dgm:t>
    </dgm:pt>
    <dgm:pt modelId="{8B76F4DF-7A33-440A-8454-BE2540169F73}">
      <dgm:prSet/>
      <dgm:spPr/>
      <dgm:t>
        <a:bodyPr/>
        <a:lstStyle/>
        <a:p>
          <a:r>
            <a:rPr lang="uk-UA" b="0" i="0"/>
            <a:t>зникнення дворянства як соціального стану</a:t>
          </a:r>
          <a:endParaRPr lang="uk-UA"/>
        </a:p>
      </dgm:t>
    </dgm:pt>
    <dgm:pt modelId="{C2A633AE-36B2-46EA-9598-01EEA7D14FDA}" type="parTrans" cxnId="{2985E64D-5BB8-4FC0-AFBB-AC05D64E3792}">
      <dgm:prSet/>
      <dgm:spPr/>
      <dgm:t>
        <a:bodyPr/>
        <a:lstStyle/>
        <a:p>
          <a:endParaRPr lang="uk-UA"/>
        </a:p>
      </dgm:t>
    </dgm:pt>
    <dgm:pt modelId="{CF2E97D9-81EB-47FF-9ED4-0291D97ED9C9}" type="sibTrans" cxnId="{2985E64D-5BB8-4FC0-AFBB-AC05D64E3792}">
      <dgm:prSet/>
      <dgm:spPr/>
      <dgm:t>
        <a:bodyPr/>
        <a:lstStyle/>
        <a:p>
          <a:endParaRPr lang="uk-UA"/>
        </a:p>
      </dgm:t>
    </dgm:pt>
    <dgm:pt modelId="{F6DE6F7C-2984-4DF8-9D41-C9B2F488C70F}">
      <dgm:prSet/>
      <dgm:spPr/>
      <dgm:t>
        <a:bodyPr/>
        <a:lstStyle/>
        <a:p>
          <a:r>
            <a:rPr lang="uk-UA" b="0" i="0"/>
            <a:t>розповсюдження чумацького промислу</a:t>
          </a:r>
          <a:endParaRPr lang="uk-UA"/>
        </a:p>
      </dgm:t>
    </dgm:pt>
    <dgm:pt modelId="{77A63F25-A854-4FEB-859C-62EBB68730E5}" type="parTrans" cxnId="{EC27E820-05F1-45B8-BC3E-24DFF41AA6D7}">
      <dgm:prSet/>
      <dgm:spPr/>
      <dgm:t>
        <a:bodyPr/>
        <a:lstStyle/>
        <a:p>
          <a:endParaRPr lang="uk-UA"/>
        </a:p>
      </dgm:t>
    </dgm:pt>
    <dgm:pt modelId="{0762F508-D48B-46FA-B097-D7EA060EC550}" type="sibTrans" cxnId="{EC27E820-05F1-45B8-BC3E-24DFF41AA6D7}">
      <dgm:prSet/>
      <dgm:spPr/>
      <dgm:t>
        <a:bodyPr/>
        <a:lstStyle/>
        <a:p>
          <a:endParaRPr lang="uk-UA"/>
        </a:p>
      </dgm:t>
    </dgm:pt>
    <dgm:pt modelId="{9D37AFB9-7D89-4B94-B808-0B0169C61EF1}">
      <dgm:prSet/>
      <dgm:spPr/>
      <dgm:t>
        <a:bodyPr/>
        <a:lstStyle/>
        <a:p>
          <a:r>
            <a:rPr lang="uk-UA" b="0" i="0"/>
            <a:t>будівництво розгалуженої мережі залізниць</a:t>
          </a:r>
          <a:endParaRPr lang="uk-UA"/>
        </a:p>
      </dgm:t>
    </dgm:pt>
    <dgm:pt modelId="{EB75E770-6CDC-4070-AD94-55F135A0C45F}" type="parTrans" cxnId="{DA84D210-39A4-4DD1-9ECD-7341E1B67FB5}">
      <dgm:prSet/>
      <dgm:spPr/>
      <dgm:t>
        <a:bodyPr/>
        <a:lstStyle/>
        <a:p>
          <a:endParaRPr lang="uk-UA"/>
        </a:p>
      </dgm:t>
    </dgm:pt>
    <dgm:pt modelId="{F9F0B7E3-A57B-476C-99FA-236D282B32E4}" type="sibTrans" cxnId="{DA84D210-39A4-4DD1-9ECD-7341E1B67FB5}">
      <dgm:prSet/>
      <dgm:spPr/>
      <dgm:t>
        <a:bodyPr/>
        <a:lstStyle/>
        <a:p>
          <a:endParaRPr lang="uk-UA"/>
        </a:p>
      </dgm:t>
    </dgm:pt>
    <dgm:pt modelId="{F78FA3B7-3A65-40CE-A653-103D6234DDB9}" type="pres">
      <dgm:prSet presAssocID="{64C87726-CD85-45D5-BDBF-FEFA75A16351}" presName="linear" presStyleCnt="0">
        <dgm:presLayoutVars>
          <dgm:animLvl val="lvl"/>
          <dgm:resizeHandles val="exact"/>
        </dgm:presLayoutVars>
      </dgm:prSet>
      <dgm:spPr/>
    </dgm:pt>
    <dgm:pt modelId="{E77153C0-A6C4-4DCC-BF23-86508BCFF26A}" type="pres">
      <dgm:prSet presAssocID="{50D67510-1AAB-4354-BD48-AC86A81F36DF}" presName="parentText" presStyleLbl="node1" presStyleIdx="0" presStyleCnt="4">
        <dgm:presLayoutVars>
          <dgm:chMax val="0"/>
          <dgm:bulletEnabled val="1"/>
        </dgm:presLayoutVars>
      </dgm:prSet>
      <dgm:spPr/>
    </dgm:pt>
    <dgm:pt modelId="{7348CC1E-F595-43DA-9F43-4FA18A13A49F}" type="pres">
      <dgm:prSet presAssocID="{5D1A691C-2190-4283-AD44-512482A7551A}" presName="spacer" presStyleCnt="0"/>
      <dgm:spPr/>
    </dgm:pt>
    <dgm:pt modelId="{5A11D5CC-E6C9-4A78-ACCC-35C75FF3C0F5}" type="pres">
      <dgm:prSet presAssocID="{8B76F4DF-7A33-440A-8454-BE2540169F73}" presName="parentText" presStyleLbl="node1" presStyleIdx="1" presStyleCnt="4">
        <dgm:presLayoutVars>
          <dgm:chMax val="0"/>
          <dgm:bulletEnabled val="1"/>
        </dgm:presLayoutVars>
      </dgm:prSet>
      <dgm:spPr/>
    </dgm:pt>
    <dgm:pt modelId="{9416D179-C511-412A-ABB9-7811C948637B}" type="pres">
      <dgm:prSet presAssocID="{CF2E97D9-81EB-47FF-9ED4-0291D97ED9C9}" presName="spacer" presStyleCnt="0"/>
      <dgm:spPr/>
    </dgm:pt>
    <dgm:pt modelId="{BB97626D-58D8-4864-81C3-FE692212B94B}" type="pres">
      <dgm:prSet presAssocID="{F6DE6F7C-2984-4DF8-9D41-C9B2F488C70F}" presName="parentText" presStyleLbl="node1" presStyleIdx="2" presStyleCnt="4">
        <dgm:presLayoutVars>
          <dgm:chMax val="0"/>
          <dgm:bulletEnabled val="1"/>
        </dgm:presLayoutVars>
      </dgm:prSet>
      <dgm:spPr/>
    </dgm:pt>
    <dgm:pt modelId="{2BAA1E23-180E-48B5-ABB8-D0101EE95F7A}" type="pres">
      <dgm:prSet presAssocID="{0762F508-D48B-46FA-B097-D7EA060EC550}" presName="spacer" presStyleCnt="0"/>
      <dgm:spPr/>
    </dgm:pt>
    <dgm:pt modelId="{AC73BA8D-F71C-43A1-8D83-738EB8B0F6AC}" type="pres">
      <dgm:prSet presAssocID="{9D37AFB9-7D89-4B94-B808-0B0169C61EF1}" presName="parentText" presStyleLbl="node1" presStyleIdx="3" presStyleCnt="4">
        <dgm:presLayoutVars>
          <dgm:chMax val="0"/>
          <dgm:bulletEnabled val="1"/>
        </dgm:presLayoutVars>
      </dgm:prSet>
      <dgm:spPr/>
    </dgm:pt>
  </dgm:ptLst>
  <dgm:cxnLst>
    <dgm:cxn modelId="{169C440A-3386-427E-9BA6-20E6E00C788C}" type="presOf" srcId="{64C87726-CD85-45D5-BDBF-FEFA75A16351}" destId="{F78FA3B7-3A65-40CE-A653-103D6234DDB9}" srcOrd="0" destOrd="0" presId="urn:microsoft.com/office/officeart/2005/8/layout/vList2"/>
    <dgm:cxn modelId="{DA84D210-39A4-4DD1-9ECD-7341E1B67FB5}" srcId="{64C87726-CD85-45D5-BDBF-FEFA75A16351}" destId="{9D37AFB9-7D89-4B94-B808-0B0169C61EF1}" srcOrd="3" destOrd="0" parTransId="{EB75E770-6CDC-4070-AD94-55F135A0C45F}" sibTransId="{F9F0B7E3-A57B-476C-99FA-236D282B32E4}"/>
    <dgm:cxn modelId="{EC27E820-05F1-45B8-BC3E-24DFF41AA6D7}" srcId="{64C87726-CD85-45D5-BDBF-FEFA75A16351}" destId="{F6DE6F7C-2984-4DF8-9D41-C9B2F488C70F}" srcOrd="2" destOrd="0" parTransId="{77A63F25-A854-4FEB-859C-62EBB68730E5}" sibTransId="{0762F508-D48B-46FA-B097-D7EA060EC550}"/>
    <dgm:cxn modelId="{B181AF66-E66C-44D5-B382-0BDC4AA50E2E}" type="presOf" srcId="{8B76F4DF-7A33-440A-8454-BE2540169F73}" destId="{5A11D5CC-E6C9-4A78-ACCC-35C75FF3C0F5}" srcOrd="0" destOrd="0" presId="urn:microsoft.com/office/officeart/2005/8/layout/vList2"/>
    <dgm:cxn modelId="{2985E64D-5BB8-4FC0-AFBB-AC05D64E3792}" srcId="{64C87726-CD85-45D5-BDBF-FEFA75A16351}" destId="{8B76F4DF-7A33-440A-8454-BE2540169F73}" srcOrd="1" destOrd="0" parTransId="{C2A633AE-36B2-46EA-9598-01EEA7D14FDA}" sibTransId="{CF2E97D9-81EB-47FF-9ED4-0291D97ED9C9}"/>
    <dgm:cxn modelId="{1B9A3853-4FDD-4751-8253-5AF707F7AD01}" type="presOf" srcId="{9D37AFB9-7D89-4B94-B808-0B0169C61EF1}" destId="{AC73BA8D-F71C-43A1-8D83-738EB8B0F6AC}" srcOrd="0" destOrd="0" presId="urn:microsoft.com/office/officeart/2005/8/layout/vList2"/>
    <dgm:cxn modelId="{BF153F74-C75C-4FFA-BA03-09DF7EC5C0EA}" type="presOf" srcId="{F6DE6F7C-2984-4DF8-9D41-C9B2F488C70F}" destId="{BB97626D-58D8-4864-81C3-FE692212B94B}" srcOrd="0" destOrd="0" presId="urn:microsoft.com/office/officeart/2005/8/layout/vList2"/>
    <dgm:cxn modelId="{E5C3D7C8-CD8B-4B3C-A89E-9C731818A546}" type="presOf" srcId="{50D67510-1AAB-4354-BD48-AC86A81F36DF}" destId="{E77153C0-A6C4-4DCC-BF23-86508BCFF26A}" srcOrd="0" destOrd="0" presId="urn:microsoft.com/office/officeart/2005/8/layout/vList2"/>
    <dgm:cxn modelId="{E62C76FE-6D72-4934-8D2D-DC4AEBEB4A89}" srcId="{64C87726-CD85-45D5-BDBF-FEFA75A16351}" destId="{50D67510-1AAB-4354-BD48-AC86A81F36DF}" srcOrd="0" destOrd="0" parTransId="{B4C16CAB-19DF-4389-99C1-CA44FBE90AFD}" sibTransId="{5D1A691C-2190-4283-AD44-512482A7551A}"/>
    <dgm:cxn modelId="{0EB98163-7F01-411D-909A-02FADBBEE23F}" type="presParOf" srcId="{F78FA3B7-3A65-40CE-A653-103D6234DDB9}" destId="{E77153C0-A6C4-4DCC-BF23-86508BCFF26A}" srcOrd="0" destOrd="0" presId="urn:microsoft.com/office/officeart/2005/8/layout/vList2"/>
    <dgm:cxn modelId="{553103A7-80A6-4591-8321-400B4F8E13D4}" type="presParOf" srcId="{F78FA3B7-3A65-40CE-A653-103D6234DDB9}" destId="{7348CC1E-F595-43DA-9F43-4FA18A13A49F}" srcOrd="1" destOrd="0" presId="urn:microsoft.com/office/officeart/2005/8/layout/vList2"/>
    <dgm:cxn modelId="{E01B7D7A-F568-4015-9920-7602BFF8230D}" type="presParOf" srcId="{F78FA3B7-3A65-40CE-A653-103D6234DDB9}" destId="{5A11D5CC-E6C9-4A78-ACCC-35C75FF3C0F5}" srcOrd="2" destOrd="0" presId="urn:microsoft.com/office/officeart/2005/8/layout/vList2"/>
    <dgm:cxn modelId="{75FB4229-58BF-4365-9010-0A922DFEE14F}" type="presParOf" srcId="{F78FA3B7-3A65-40CE-A653-103D6234DDB9}" destId="{9416D179-C511-412A-ABB9-7811C948637B}" srcOrd="3" destOrd="0" presId="urn:microsoft.com/office/officeart/2005/8/layout/vList2"/>
    <dgm:cxn modelId="{92F59476-2F51-4189-B146-8C2BE2BC9E25}" type="presParOf" srcId="{F78FA3B7-3A65-40CE-A653-103D6234DDB9}" destId="{BB97626D-58D8-4864-81C3-FE692212B94B}" srcOrd="4" destOrd="0" presId="urn:microsoft.com/office/officeart/2005/8/layout/vList2"/>
    <dgm:cxn modelId="{1E90A004-895C-4A06-BDDF-C3B92D7940A5}" type="presParOf" srcId="{F78FA3B7-3A65-40CE-A653-103D6234DDB9}" destId="{2BAA1E23-180E-48B5-ABB8-D0101EE95F7A}" srcOrd="5" destOrd="0" presId="urn:microsoft.com/office/officeart/2005/8/layout/vList2"/>
    <dgm:cxn modelId="{7FEB3538-B5C1-4189-9CA3-D113C60B7B9B}" type="presParOf" srcId="{F78FA3B7-3A65-40CE-A653-103D6234DDB9}" destId="{AC73BA8D-F71C-43A1-8D83-738EB8B0F6A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232E77A-8D8E-4734-A55C-DD255937A62E}"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uk-UA"/>
        </a:p>
      </dgm:t>
    </dgm:pt>
    <dgm:pt modelId="{547AAD25-909E-4922-BDE0-D0D82B6340C8}">
      <dgm:prSet/>
      <dgm:spPr/>
      <dgm:t>
        <a:bodyPr/>
        <a:lstStyle/>
        <a:p>
          <a:r>
            <a:rPr lang="uk-UA" b="0" i="0" dirty="0"/>
            <a:t>реформи Марії-Терезії та Йосифа ІІ 1770–1780-х рр.</a:t>
          </a:r>
          <a:endParaRPr lang="uk-UA" dirty="0"/>
        </a:p>
      </dgm:t>
    </dgm:pt>
    <dgm:pt modelId="{9F134D35-4086-4E51-B961-99680E9F96A1}" type="parTrans" cxnId="{657EE96C-43AB-4AF4-B698-272BBE196F7E}">
      <dgm:prSet/>
      <dgm:spPr/>
      <dgm:t>
        <a:bodyPr/>
        <a:lstStyle/>
        <a:p>
          <a:endParaRPr lang="uk-UA"/>
        </a:p>
      </dgm:t>
    </dgm:pt>
    <dgm:pt modelId="{53A7809F-5FC1-44CF-A1A6-1F680DD3CD1B}" type="sibTrans" cxnId="{657EE96C-43AB-4AF4-B698-272BBE196F7E}">
      <dgm:prSet/>
      <dgm:spPr/>
      <dgm:t>
        <a:bodyPr/>
        <a:lstStyle/>
        <a:p>
          <a:endParaRPr lang="uk-UA"/>
        </a:p>
      </dgm:t>
    </dgm:pt>
    <dgm:pt modelId="{738EA264-162A-4D36-B017-03FD01A99BDF}">
      <dgm:prSet/>
      <dgm:spPr/>
      <dgm:t>
        <a:bodyPr/>
        <a:lstStyle/>
        <a:p>
          <a:r>
            <a:rPr lang="uk-UA" b="0" i="0"/>
            <a:t>Польське повстання 1830–1831 рр.</a:t>
          </a:r>
          <a:endParaRPr lang="uk-UA"/>
        </a:p>
      </dgm:t>
    </dgm:pt>
    <dgm:pt modelId="{A0A460F9-0EC0-40FA-A96D-4375C3BD6DF8}" type="parTrans" cxnId="{A3C74E6C-C157-42CD-9BC9-729A0A3621C4}">
      <dgm:prSet/>
      <dgm:spPr/>
      <dgm:t>
        <a:bodyPr/>
        <a:lstStyle/>
        <a:p>
          <a:endParaRPr lang="uk-UA"/>
        </a:p>
      </dgm:t>
    </dgm:pt>
    <dgm:pt modelId="{8EC89621-4C30-4B7F-9D51-2ACD3D569398}" type="sibTrans" cxnId="{A3C74E6C-C157-42CD-9BC9-729A0A3621C4}">
      <dgm:prSet/>
      <dgm:spPr/>
      <dgm:t>
        <a:bodyPr/>
        <a:lstStyle/>
        <a:p>
          <a:endParaRPr lang="uk-UA"/>
        </a:p>
      </dgm:t>
    </dgm:pt>
    <dgm:pt modelId="{B5EB9D61-F94B-4D65-9FC4-1D7F6684CD8D}">
      <dgm:prSet/>
      <dgm:spPr/>
      <dgm:t>
        <a:bodyPr/>
        <a:lstStyle/>
        <a:p>
          <a:r>
            <a:rPr lang="uk-UA" b="0" i="0"/>
            <a:t>революцію 1848–1849 рр. в Австрійській імперії.</a:t>
          </a:r>
          <a:endParaRPr lang="uk-UA"/>
        </a:p>
      </dgm:t>
    </dgm:pt>
    <dgm:pt modelId="{8B1DFDC3-5399-4F6F-B903-D8EB66D425AD}" type="parTrans" cxnId="{9D09F2FF-C9EA-4F01-BB92-EFB4DF8C31A7}">
      <dgm:prSet/>
      <dgm:spPr/>
      <dgm:t>
        <a:bodyPr/>
        <a:lstStyle/>
        <a:p>
          <a:endParaRPr lang="uk-UA"/>
        </a:p>
      </dgm:t>
    </dgm:pt>
    <dgm:pt modelId="{A454E520-64B9-41BC-8B98-9D1999F8C4BA}" type="sibTrans" cxnId="{9D09F2FF-C9EA-4F01-BB92-EFB4DF8C31A7}">
      <dgm:prSet/>
      <dgm:spPr/>
      <dgm:t>
        <a:bodyPr/>
        <a:lstStyle/>
        <a:p>
          <a:endParaRPr lang="uk-UA"/>
        </a:p>
      </dgm:t>
    </dgm:pt>
    <dgm:pt modelId="{E531A38E-F35D-4F8C-9517-8FB1FDE3AC1C}">
      <dgm:prSet/>
      <dgm:spPr/>
      <dgm:t>
        <a:bodyPr/>
        <a:lstStyle/>
        <a:p>
          <a:r>
            <a:rPr lang="uk-UA" b="0" i="0"/>
            <a:t>Польське національно-визвольне повстання 1863–1864 рр.</a:t>
          </a:r>
          <a:endParaRPr lang="uk-UA"/>
        </a:p>
      </dgm:t>
    </dgm:pt>
    <dgm:pt modelId="{74BA373B-BF00-40F7-ACAC-B79B3B4FED9B}" type="parTrans" cxnId="{868EF0ED-AA5D-4F7D-8305-03ED2AC1BA4D}">
      <dgm:prSet/>
      <dgm:spPr/>
      <dgm:t>
        <a:bodyPr/>
        <a:lstStyle/>
        <a:p>
          <a:endParaRPr lang="uk-UA"/>
        </a:p>
      </dgm:t>
    </dgm:pt>
    <dgm:pt modelId="{1FE58FFD-776B-45B0-94EE-40A705C185F3}" type="sibTrans" cxnId="{868EF0ED-AA5D-4F7D-8305-03ED2AC1BA4D}">
      <dgm:prSet/>
      <dgm:spPr/>
      <dgm:t>
        <a:bodyPr/>
        <a:lstStyle/>
        <a:p>
          <a:endParaRPr lang="uk-UA"/>
        </a:p>
      </dgm:t>
    </dgm:pt>
    <dgm:pt modelId="{9E7B757A-593C-4AC8-A36C-06FFC68DDECD}" type="pres">
      <dgm:prSet presAssocID="{3232E77A-8D8E-4734-A55C-DD255937A62E}" presName="linear" presStyleCnt="0">
        <dgm:presLayoutVars>
          <dgm:animLvl val="lvl"/>
          <dgm:resizeHandles val="exact"/>
        </dgm:presLayoutVars>
      </dgm:prSet>
      <dgm:spPr/>
    </dgm:pt>
    <dgm:pt modelId="{41B721FD-833A-4CCF-B98B-95786C4C2883}" type="pres">
      <dgm:prSet presAssocID="{547AAD25-909E-4922-BDE0-D0D82B6340C8}" presName="parentText" presStyleLbl="node1" presStyleIdx="0" presStyleCnt="4">
        <dgm:presLayoutVars>
          <dgm:chMax val="0"/>
          <dgm:bulletEnabled val="1"/>
        </dgm:presLayoutVars>
      </dgm:prSet>
      <dgm:spPr/>
    </dgm:pt>
    <dgm:pt modelId="{1D93E44B-627F-4895-81C3-1A77B4E441AE}" type="pres">
      <dgm:prSet presAssocID="{53A7809F-5FC1-44CF-A1A6-1F680DD3CD1B}" presName="spacer" presStyleCnt="0"/>
      <dgm:spPr/>
    </dgm:pt>
    <dgm:pt modelId="{24402A39-92EB-4851-A1A9-7B82D57AC648}" type="pres">
      <dgm:prSet presAssocID="{738EA264-162A-4D36-B017-03FD01A99BDF}" presName="parentText" presStyleLbl="node1" presStyleIdx="1" presStyleCnt="4">
        <dgm:presLayoutVars>
          <dgm:chMax val="0"/>
          <dgm:bulletEnabled val="1"/>
        </dgm:presLayoutVars>
      </dgm:prSet>
      <dgm:spPr/>
    </dgm:pt>
    <dgm:pt modelId="{2934AD0C-1876-420C-9785-377B5822D42C}" type="pres">
      <dgm:prSet presAssocID="{8EC89621-4C30-4B7F-9D51-2ACD3D569398}" presName="spacer" presStyleCnt="0"/>
      <dgm:spPr/>
    </dgm:pt>
    <dgm:pt modelId="{3E3ABD40-FB68-412B-B2A0-E1DFADA0166F}" type="pres">
      <dgm:prSet presAssocID="{B5EB9D61-F94B-4D65-9FC4-1D7F6684CD8D}" presName="parentText" presStyleLbl="node1" presStyleIdx="2" presStyleCnt="4">
        <dgm:presLayoutVars>
          <dgm:chMax val="0"/>
          <dgm:bulletEnabled val="1"/>
        </dgm:presLayoutVars>
      </dgm:prSet>
      <dgm:spPr/>
    </dgm:pt>
    <dgm:pt modelId="{1D3A10D4-90B7-45C0-9A39-16FB4F8609F2}" type="pres">
      <dgm:prSet presAssocID="{A454E520-64B9-41BC-8B98-9D1999F8C4BA}" presName="spacer" presStyleCnt="0"/>
      <dgm:spPr/>
    </dgm:pt>
    <dgm:pt modelId="{F2F81440-CA24-49D3-B0F0-E5CD17EA1A9C}" type="pres">
      <dgm:prSet presAssocID="{E531A38E-F35D-4F8C-9517-8FB1FDE3AC1C}" presName="parentText" presStyleLbl="node1" presStyleIdx="3" presStyleCnt="4">
        <dgm:presLayoutVars>
          <dgm:chMax val="0"/>
          <dgm:bulletEnabled val="1"/>
        </dgm:presLayoutVars>
      </dgm:prSet>
      <dgm:spPr/>
    </dgm:pt>
  </dgm:ptLst>
  <dgm:cxnLst>
    <dgm:cxn modelId="{30FA2312-48A8-4C3C-922F-FF4F88B28381}" type="presOf" srcId="{3232E77A-8D8E-4734-A55C-DD255937A62E}" destId="{9E7B757A-593C-4AC8-A36C-06FFC68DDECD}" srcOrd="0" destOrd="0" presId="urn:microsoft.com/office/officeart/2005/8/layout/vList2"/>
    <dgm:cxn modelId="{E013FA12-959C-4AE8-8609-FE04CB14BC87}" type="presOf" srcId="{B5EB9D61-F94B-4D65-9FC4-1D7F6684CD8D}" destId="{3E3ABD40-FB68-412B-B2A0-E1DFADA0166F}" srcOrd="0" destOrd="0" presId="urn:microsoft.com/office/officeart/2005/8/layout/vList2"/>
    <dgm:cxn modelId="{01AA152B-9BFE-44A3-AFD4-8E1F0E8734E1}" type="presOf" srcId="{E531A38E-F35D-4F8C-9517-8FB1FDE3AC1C}" destId="{F2F81440-CA24-49D3-B0F0-E5CD17EA1A9C}" srcOrd="0" destOrd="0" presId="urn:microsoft.com/office/officeart/2005/8/layout/vList2"/>
    <dgm:cxn modelId="{A3C74E6C-C157-42CD-9BC9-729A0A3621C4}" srcId="{3232E77A-8D8E-4734-A55C-DD255937A62E}" destId="{738EA264-162A-4D36-B017-03FD01A99BDF}" srcOrd="1" destOrd="0" parTransId="{A0A460F9-0EC0-40FA-A96D-4375C3BD6DF8}" sibTransId="{8EC89621-4C30-4B7F-9D51-2ACD3D569398}"/>
    <dgm:cxn modelId="{657EE96C-43AB-4AF4-B698-272BBE196F7E}" srcId="{3232E77A-8D8E-4734-A55C-DD255937A62E}" destId="{547AAD25-909E-4922-BDE0-D0D82B6340C8}" srcOrd="0" destOrd="0" parTransId="{9F134D35-4086-4E51-B961-99680E9F96A1}" sibTransId="{53A7809F-5FC1-44CF-A1A6-1F680DD3CD1B}"/>
    <dgm:cxn modelId="{2EF9057E-CBE9-4EF5-AF52-8813346E7BE8}" type="presOf" srcId="{738EA264-162A-4D36-B017-03FD01A99BDF}" destId="{24402A39-92EB-4851-A1A9-7B82D57AC648}" srcOrd="0" destOrd="0" presId="urn:microsoft.com/office/officeart/2005/8/layout/vList2"/>
    <dgm:cxn modelId="{E1F4CBE5-AA10-4F9A-A4D2-71C855F57F65}" type="presOf" srcId="{547AAD25-909E-4922-BDE0-D0D82B6340C8}" destId="{41B721FD-833A-4CCF-B98B-95786C4C2883}" srcOrd="0" destOrd="0" presId="urn:microsoft.com/office/officeart/2005/8/layout/vList2"/>
    <dgm:cxn modelId="{868EF0ED-AA5D-4F7D-8305-03ED2AC1BA4D}" srcId="{3232E77A-8D8E-4734-A55C-DD255937A62E}" destId="{E531A38E-F35D-4F8C-9517-8FB1FDE3AC1C}" srcOrd="3" destOrd="0" parTransId="{74BA373B-BF00-40F7-ACAC-B79B3B4FED9B}" sibTransId="{1FE58FFD-776B-45B0-94EE-40A705C185F3}"/>
    <dgm:cxn modelId="{9D09F2FF-C9EA-4F01-BB92-EFB4DF8C31A7}" srcId="{3232E77A-8D8E-4734-A55C-DD255937A62E}" destId="{B5EB9D61-F94B-4D65-9FC4-1D7F6684CD8D}" srcOrd="2" destOrd="0" parTransId="{8B1DFDC3-5399-4F6F-B903-D8EB66D425AD}" sibTransId="{A454E520-64B9-41BC-8B98-9D1999F8C4BA}"/>
    <dgm:cxn modelId="{704AE64F-C0D0-45CD-958E-EE32B40B2BC4}" type="presParOf" srcId="{9E7B757A-593C-4AC8-A36C-06FFC68DDECD}" destId="{41B721FD-833A-4CCF-B98B-95786C4C2883}" srcOrd="0" destOrd="0" presId="urn:microsoft.com/office/officeart/2005/8/layout/vList2"/>
    <dgm:cxn modelId="{398FF57A-3BFF-4EEA-9D7C-0345B5D87273}" type="presParOf" srcId="{9E7B757A-593C-4AC8-A36C-06FFC68DDECD}" destId="{1D93E44B-627F-4895-81C3-1A77B4E441AE}" srcOrd="1" destOrd="0" presId="urn:microsoft.com/office/officeart/2005/8/layout/vList2"/>
    <dgm:cxn modelId="{9B7E9E61-0801-4469-B9A8-BE9EE20D01A8}" type="presParOf" srcId="{9E7B757A-593C-4AC8-A36C-06FFC68DDECD}" destId="{24402A39-92EB-4851-A1A9-7B82D57AC648}" srcOrd="2" destOrd="0" presId="urn:microsoft.com/office/officeart/2005/8/layout/vList2"/>
    <dgm:cxn modelId="{7BE397DC-66B9-4243-9D14-03E6875E48C1}" type="presParOf" srcId="{9E7B757A-593C-4AC8-A36C-06FFC68DDECD}" destId="{2934AD0C-1876-420C-9785-377B5822D42C}" srcOrd="3" destOrd="0" presId="urn:microsoft.com/office/officeart/2005/8/layout/vList2"/>
    <dgm:cxn modelId="{100A7219-2769-443E-BEAB-696DB565B42B}" type="presParOf" srcId="{9E7B757A-593C-4AC8-A36C-06FFC68DDECD}" destId="{3E3ABD40-FB68-412B-B2A0-E1DFADA0166F}" srcOrd="4" destOrd="0" presId="urn:microsoft.com/office/officeart/2005/8/layout/vList2"/>
    <dgm:cxn modelId="{FBFD0AD5-A86F-43F9-83AB-E64904462777}" type="presParOf" srcId="{9E7B757A-593C-4AC8-A36C-06FFC68DDECD}" destId="{1D3A10D4-90B7-45C0-9A39-16FB4F8609F2}" srcOrd="5" destOrd="0" presId="urn:microsoft.com/office/officeart/2005/8/layout/vList2"/>
    <dgm:cxn modelId="{4D0186AB-8B4E-4735-9716-A64D09563E36}" type="presParOf" srcId="{9E7B757A-593C-4AC8-A36C-06FFC68DDECD}" destId="{F2F81440-CA24-49D3-B0F0-E5CD17EA1A9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6399D1D6-9AA3-449B-A75B-D4744421108A}" type="doc">
      <dgm:prSet loTypeId="urn:microsoft.com/office/officeart/2005/8/layout/matrix3" loCatId="matrix" qsTypeId="urn:microsoft.com/office/officeart/2005/8/quickstyle/simple1" qsCatId="simple" csTypeId="urn:microsoft.com/office/officeart/2005/8/colors/colorful3" csCatId="colorful"/>
      <dgm:spPr/>
      <dgm:t>
        <a:bodyPr/>
        <a:lstStyle/>
        <a:p>
          <a:endParaRPr lang="uk-UA"/>
        </a:p>
      </dgm:t>
    </dgm:pt>
    <dgm:pt modelId="{8E46661E-6CFB-4403-9411-71B534B40638}">
      <dgm:prSet/>
      <dgm:spPr/>
      <dgm:t>
        <a:bodyPr/>
        <a:lstStyle/>
        <a:p>
          <a:r>
            <a:rPr lang="ru-RU" b="0" i="0"/>
            <a:t>2, 3, 6</a:t>
          </a:r>
          <a:endParaRPr lang="uk-UA"/>
        </a:p>
      </dgm:t>
    </dgm:pt>
    <dgm:pt modelId="{2A93C9AD-4873-4E2F-BBE0-085DEF0AFA9D}" type="parTrans" cxnId="{33EA812B-4D35-4A9E-896F-B7D8CF44F588}">
      <dgm:prSet/>
      <dgm:spPr/>
      <dgm:t>
        <a:bodyPr/>
        <a:lstStyle/>
        <a:p>
          <a:endParaRPr lang="uk-UA"/>
        </a:p>
      </dgm:t>
    </dgm:pt>
    <dgm:pt modelId="{0E38E7A6-082A-4365-969C-8689EE2066F4}" type="sibTrans" cxnId="{33EA812B-4D35-4A9E-896F-B7D8CF44F588}">
      <dgm:prSet/>
      <dgm:spPr/>
      <dgm:t>
        <a:bodyPr/>
        <a:lstStyle/>
        <a:p>
          <a:endParaRPr lang="uk-UA"/>
        </a:p>
      </dgm:t>
    </dgm:pt>
    <dgm:pt modelId="{FC71C226-BA07-4C97-80C9-CF909D77D4F2}">
      <dgm:prSet/>
      <dgm:spPr/>
      <dgm:t>
        <a:bodyPr/>
        <a:lstStyle/>
        <a:p>
          <a:r>
            <a:rPr lang="ru-RU" b="0" i="0"/>
            <a:t>1, 2, 4</a:t>
          </a:r>
          <a:endParaRPr lang="uk-UA"/>
        </a:p>
      </dgm:t>
    </dgm:pt>
    <dgm:pt modelId="{D6DA8144-2FD9-4B7A-A446-6010FEEDD051}" type="parTrans" cxnId="{5204E618-7B3A-4185-8B4E-FFFE6683C322}">
      <dgm:prSet/>
      <dgm:spPr/>
      <dgm:t>
        <a:bodyPr/>
        <a:lstStyle/>
        <a:p>
          <a:endParaRPr lang="uk-UA"/>
        </a:p>
      </dgm:t>
    </dgm:pt>
    <dgm:pt modelId="{82506205-68B0-47DD-97CB-4399CF077909}" type="sibTrans" cxnId="{5204E618-7B3A-4185-8B4E-FFFE6683C322}">
      <dgm:prSet/>
      <dgm:spPr/>
      <dgm:t>
        <a:bodyPr/>
        <a:lstStyle/>
        <a:p>
          <a:endParaRPr lang="uk-UA"/>
        </a:p>
      </dgm:t>
    </dgm:pt>
    <dgm:pt modelId="{A57C619A-D742-41C9-BDEF-B000600C47A3}">
      <dgm:prSet/>
      <dgm:spPr/>
      <dgm:t>
        <a:bodyPr/>
        <a:lstStyle/>
        <a:p>
          <a:r>
            <a:rPr lang="ru-RU" b="0" i="0"/>
            <a:t>3, 5, 6</a:t>
          </a:r>
          <a:endParaRPr lang="uk-UA"/>
        </a:p>
      </dgm:t>
    </dgm:pt>
    <dgm:pt modelId="{12800328-5927-49A0-AD4C-36CB346F1C0F}" type="parTrans" cxnId="{E57A257D-CC99-42BD-8550-AE7422CAA7A0}">
      <dgm:prSet/>
      <dgm:spPr/>
      <dgm:t>
        <a:bodyPr/>
        <a:lstStyle/>
        <a:p>
          <a:endParaRPr lang="uk-UA"/>
        </a:p>
      </dgm:t>
    </dgm:pt>
    <dgm:pt modelId="{DEED2ACF-5DC6-4A3B-B4B7-2E1CCA0474EE}" type="sibTrans" cxnId="{E57A257D-CC99-42BD-8550-AE7422CAA7A0}">
      <dgm:prSet/>
      <dgm:spPr/>
      <dgm:t>
        <a:bodyPr/>
        <a:lstStyle/>
        <a:p>
          <a:endParaRPr lang="uk-UA"/>
        </a:p>
      </dgm:t>
    </dgm:pt>
    <dgm:pt modelId="{18FF5A5A-90C0-4797-ACC6-B5A274A4E0E5}">
      <dgm:prSet/>
      <dgm:spPr/>
      <dgm:t>
        <a:bodyPr/>
        <a:lstStyle/>
        <a:p>
          <a:r>
            <a:rPr lang="ru-RU" b="0" i="0"/>
            <a:t>1, 4, 5</a:t>
          </a:r>
          <a:endParaRPr lang="uk-UA"/>
        </a:p>
      </dgm:t>
    </dgm:pt>
    <dgm:pt modelId="{4600FB2C-4B3F-415B-B511-7D33A001C28D}" type="parTrans" cxnId="{1850DEA9-42FB-4AFD-BDF6-588E807F6984}">
      <dgm:prSet/>
      <dgm:spPr/>
      <dgm:t>
        <a:bodyPr/>
        <a:lstStyle/>
        <a:p>
          <a:endParaRPr lang="uk-UA"/>
        </a:p>
      </dgm:t>
    </dgm:pt>
    <dgm:pt modelId="{1D09226B-961C-42AD-BFEB-8B87D98A7A03}" type="sibTrans" cxnId="{1850DEA9-42FB-4AFD-BDF6-588E807F6984}">
      <dgm:prSet/>
      <dgm:spPr/>
      <dgm:t>
        <a:bodyPr/>
        <a:lstStyle/>
        <a:p>
          <a:endParaRPr lang="uk-UA"/>
        </a:p>
      </dgm:t>
    </dgm:pt>
    <dgm:pt modelId="{81A89E94-7ABF-4F5B-96A6-C3667994CBE8}" type="pres">
      <dgm:prSet presAssocID="{6399D1D6-9AA3-449B-A75B-D4744421108A}" presName="matrix" presStyleCnt="0">
        <dgm:presLayoutVars>
          <dgm:chMax val="1"/>
          <dgm:dir/>
          <dgm:resizeHandles val="exact"/>
        </dgm:presLayoutVars>
      </dgm:prSet>
      <dgm:spPr/>
    </dgm:pt>
    <dgm:pt modelId="{1A595C6A-5FA2-4FAA-B7B9-4AEEE1480B54}" type="pres">
      <dgm:prSet presAssocID="{6399D1D6-9AA3-449B-A75B-D4744421108A}" presName="diamond" presStyleLbl="bgShp" presStyleIdx="0" presStyleCnt="1"/>
      <dgm:spPr/>
    </dgm:pt>
    <dgm:pt modelId="{342D3238-F5CE-40A6-8358-4BA2BA511624}" type="pres">
      <dgm:prSet presAssocID="{6399D1D6-9AA3-449B-A75B-D4744421108A}" presName="quad1" presStyleLbl="node1" presStyleIdx="0" presStyleCnt="4">
        <dgm:presLayoutVars>
          <dgm:chMax val="0"/>
          <dgm:chPref val="0"/>
          <dgm:bulletEnabled val="1"/>
        </dgm:presLayoutVars>
      </dgm:prSet>
      <dgm:spPr/>
    </dgm:pt>
    <dgm:pt modelId="{943D6328-E703-44BF-8DCC-4083C0B79475}" type="pres">
      <dgm:prSet presAssocID="{6399D1D6-9AA3-449B-A75B-D4744421108A}" presName="quad2" presStyleLbl="node1" presStyleIdx="1" presStyleCnt="4">
        <dgm:presLayoutVars>
          <dgm:chMax val="0"/>
          <dgm:chPref val="0"/>
          <dgm:bulletEnabled val="1"/>
        </dgm:presLayoutVars>
      </dgm:prSet>
      <dgm:spPr/>
    </dgm:pt>
    <dgm:pt modelId="{09B8D842-1EAB-4482-9D42-7448B67164FA}" type="pres">
      <dgm:prSet presAssocID="{6399D1D6-9AA3-449B-A75B-D4744421108A}" presName="quad3" presStyleLbl="node1" presStyleIdx="2" presStyleCnt="4">
        <dgm:presLayoutVars>
          <dgm:chMax val="0"/>
          <dgm:chPref val="0"/>
          <dgm:bulletEnabled val="1"/>
        </dgm:presLayoutVars>
      </dgm:prSet>
      <dgm:spPr/>
    </dgm:pt>
    <dgm:pt modelId="{848F63BC-48D3-4B5A-A3C9-C48336AC8032}" type="pres">
      <dgm:prSet presAssocID="{6399D1D6-9AA3-449B-A75B-D4744421108A}" presName="quad4" presStyleLbl="node1" presStyleIdx="3" presStyleCnt="4">
        <dgm:presLayoutVars>
          <dgm:chMax val="0"/>
          <dgm:chPref val="0"/>
          <dgm:bulletEnabled val="1"/>
        </dgm:presLayoutVars>
      </dgm:prSet>
      <dgm:spPr/>
    </dgm:pt>
  </dgm:ptLst>
  <dgm:cxnLst>
    <dgm:cxn modelId="{5204E618-7B3A-4185-8B4E-FFFE6683C322}" srcId="{6399D1D6-9AA3-449B-A75B-D4744421108A}" destId="{FC71C226-BA07-4C97-80C9-CF909D77D4F2}" srcOrd="1" destOrd="0" parTransId="{D6DA8144-2FD9-4B7A-A446-6010FEEDD051}" sibTransId="{82506205-68B0-47DD-97CB-4399CF077909}"/>
    <dgm:cxn modelId="{33EA812B-4D35-4A9E-896F-B7D8CF44F588}" srcId="{6399D1D6-9AA3-449B-A75B-D4744421108A}" destId="{8E46661E-6CFB-4403-9411-71B534B40638}" srcOrd="0" destOrd="0" parTransId="{2A93C9AD-4873-4E2F-BBE0-085DEF0AFA9D}" sibTransId="{0E38E7A6-082A-4365-969C-8689EE2066F4}"/>
    <dgm:cxn modelId="{E57A257D-CC99-42BD-8550-AE7422CAA7A0}" srcId="{6399D1D6-9AA3-449B-A75B-D4744421108A}" destId="{A57C619A-D742-41C9-BDEF-B000600C47A3}" srcOrd="2" destOrd="0" parTransId="{12800328-5927-49A0-AD4C-36CB346F1C0F}" sibTransId="{DEED2ACF-5DC6-4A3B-B4B7-2E1CCA0474EE}"/>
    <dgm:cxn modelId="{C2E7549F-DBE9-4539-A7BE-9394D037CC04}" type="presOf" srcId="{18FF5A5A-90C0-4797-ACC6-B5A274A4E0E5}" destId="{848F63BC-48D3-4B5A-A3C9-C48336AC8032}" srcOrd="0" destOrd="0" presId="urn:microsoft.com/office/officeart/2005/8/layout/matrix3"/>
    <dgm:cxn modelId="{3B14D9A4-89A4-43A1-AACB-759211EF5AF1}" type="presOf" srcId="{A57C619A-D742-41C9-BDEF-B000600C47A3}" destId="{09B8D842-1EAB-4482-9D42-7448B67164FA}" srcOrd="0" destOrd="0" presId="urn:microsoft.com/office/officeart/2005/8/layout/matrix3"/>
    <dgm:cxn modelId="{1850DEA9-42FB-4AFD-BDF6-588E807F6984}" srcId="{6399D1D6-9AA3-449B-A75B-D4744421108A}" destId="{18FF5A5A-90C0-4797-ACC6-B5A274A4E0E5}" srcOrd="3" destOrd="0" parTransId="{4600FB2C-4B3F-415B-B511-7D33A001C28D}" sibTransId="{1D09226B-961C-42AD-BFEB-8B87D98A7A03}"/>
    <dgm:cxn modelId="{1FC5BFB6-0CAB-4AC9-A905-F057944E1BF3}" type="presOf" srcId="{FC71C226-BA07-4C97-80C9-CF909D77D4F2}" destId="{943D6328-E703-44BF-8DCC-4083C0B79475}" srcOrd="0" destOrd="0" presId="urn:microsoft.com/office/officeart/2005/8/layout/matrix3"/>
    <dgm:cxn modelId="{ACE3FCEF-EEC4-485B-906C-EB8074CBADE9}" type="presOf" srcId="{8E46661E-6CFB-4403-9411-71B534B40638}" destId="{342D3238-F5CE-40A6-8358-4BA2BA511624}" srcOrd="0" destOrd="0" presId="urn:microsoft.com/office/officeart/2005/8/layout/matrix3"/>
    <dgm:cxn modelId="{9CFE9FFA-13DE-451B-8353-02F090382532}" type="presOf" srcId="{6399D1D6-9AA3-449B-A75B-D4744421108A}" destId="{81A89E94-7ABF-4F5B-96A6-C3667994CBE8}" srcOrd="0" destOrd="0" presId="urn:microsoft.com/office/officeart/2005/8/layout/matrix3"/>
    <dgm:cxn modelId="{247EBF28-40B4-45B4-8AB9-2D027CCA1CA3}" type="presParOf" srcId="{81A89E94-7ABF-4F5B-96A6-C3667994CBE8}" destId="{1A595C6A-5FA2-4FAA-B7B9-4AEEE1480B54}" srcOrd="0" destOrd="0" presId="urn:microsoft.com/office/officeart/2005/8/layout/matrix3"/>
    <dgm:cxn modelId="{C0E82ECB-BBCE-48B5-BFA0-42E27608308C}" type="presParOf" srcId="{81A89E94-7ABF-4F5B-96A6-C3667994CBE8}" destId="{342D3238-F5CE-40A6-8358-4BA2BA511624}" srcOrd="1" destOrd="0" presId="urn:microsoft.com/office/officeart/2005/8/layout/matrix3"/>
    <dgm:cxn modelId="{41C8C0D5-26A2-4B67-9A56-E90C85570CB6}" type="presParOf" srcId="{81A89E94-7ABF-4F5B-96A6-C3667994CBE8}" destId="{943D6328-E703-44BF-8DCC-4083C0B79475}" srcOrd="2" destOrd="0" presId="urn:microsoft.com/office/officeart/2005/8/layout/matrix3"/>
    <dgm:cxn modelId="{B56C93C5-827A-4E82-88C9-E7859619FF95}" type="presParOf" srcId="{81A89E94-7ABF-4F5B-96A6-C3667994CBE8}" destId="{09B8D842-1EAB-4482-9D42-7448B67164FA}" srcOrd="3" destOrd="0" presId="urn:microsoft.com/office/officeart/2005/8/layout/matrix3"/>
    <dgm:cxn modelId="{C604BBDC-CAFD-4CF8-A010-63E605CF066C}" type="presParOf" srcId="{81A89E94-7ABF-4F5B-96A6-C3667994CBE8}" destId="{848F63BC-48D3-4B5A-A3C9-C48336AC8032}"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68353829-F6EF-418A-87DB-9800AE6CD74A}" type="doc">
      <dgm:prSet loTypeId="urn:microsoft.com/office/officeart/2005/8/layout/matrix3" loCatId="matrix" qsTypeId="urn:microsoft.com/office/officeart/2005/8/quickstyle/simple1" qsCatId="simple" csTypeId="urn:microsoft.com/office/officeart/2005/8/colors/colorful3" csCatId="colorful"/>
      <dgm:spPr/>
      <dgm:t>
        <a:bodyPr/>
        <a:lstStyle/>
        <a:p>
          <a:endParaRPr lang="uk-UA"/>
        </a:p>
      </dgm:t>
    </dgm:pt>
    <dgm:pt modelId="{C3E53D9D-D174-4252-8070-0E8A8039D1EB}">
      <dgm:prSet/>
      <dgm:spPr/>
      <dgm:t>
        <a:bodyPr/>
        <a:lstStyle/>
        <a:p>
          <a:r>
            <a:rPr lang="ru-RU" b="0" i="0"/>
            <a:t>1805 р.</a:t>
          </a:r>
          <a:endParaRPr lang="uk-UA"/>
        </a:p>
      </dgm:t>
    </dgm:pt>
    <dgm:pt modelId="{82FC89A9-697E-4BB5-B44D-494E9993AF6E}" type="parTrans" cxnId="{3A5D2BEB-F89D-4B6D-AA15-4EC2DFBF1BBB}">
      <dgm:prSet/>
      <dgm:spPr/>
      <dgm:t>
        <a:bodyPr/>
        <a:lstStyle/>
        <a:p>
          <a:endParaRPr lang="uk-UA"/>
        </a:p>
      </dgm:t>
    </dgm:pt>
    <dgm:pt modelId="{C7125BE9-4916-4835-BEB7-84F5405E9BBB}" type="sibTrans" cxnId="{3A5D2BEB-F89D-4B6D-AA15-4EC2DFBF1BBB}">
      <dgm:prSet/>
      <dgm:spPr/>
      <dgm:t>
        <a:bodyPr/>
        <a:lstStyle/>
        <a:p>
          <a:endParaRPr lang="uk-UA"/>
        </a:p>
      </dgm:t>
    </dgm:pt>
    <dgm:pt modelId="{3F13A10B-6616-4F62-8B05-6B7D44AB64BC}">
      <dgm:prSet/>
      <dgm:spPr/>
      <dgm:t>
        <a:bodyPr/>
        <a:lstStyle/>
        <a:p>
          <a:r>
            <a:rPr lang="ru-RU" b="0" i="0"/>
            <a:t>1816 р.</a:t>
          </a:r>
          <a:endParaRPr lang="uk-UA"/>
        </a:p>
      </dgm:t>
    </dgm:pt>
    <dgm:pt modelId="{47B6E451-C7E7-44EE-BC96-9F7FE5650D31}" type="parTrans" cxnId="{C91C6DD2-D206-4DBA-B85B-F017ECDEAD61}">
      <dgm:prSet/>
      <dgm:spPr/>
      <dgm:t>
        <a:bodyPr/>
        <a:lstStyle/>
        <a:p>
          <a:endParaRPr lang="uk-UA"/>
        </a:p>
      </dgm:t>
    </dgm:pt>
    <dgm:pt modelId="{7CF4288C-F601-495D-BF8C-C88145A70F65}" type="sibTrans" cxnId="{C91C6DD2-D206-4DBA-B85B-F017ECDEAD61}">
      <dgm:prSet/>
      <dgm:spPr/>
      <dgm:t>
        <a:bodyPr/>
        <a:lstStyle/>
        <a:p>
          <a:endParaRPr lang="uk-UA"/>
        </a:p>
      </dgm:t>
    </dgm:pt>
    <dgm:pt modelId="{8D88FE95-E204-41E2-94E8-887EAD1B9081}">
      <dgm:prSet/>
      <dgm:spPr/>
      <dgm:t>
        <a:bodyPr/>
        <a:lstStyle/>
        <a:p>
          <a:r>
            <a:rPr lang="ru-RU" b="0" i="0"/>
            <a:t>1837 р.</a:t>
          </a:r>
          <a:endParaRPr lang="uk-UA"/>
        </a:p>
      </dgm:t>
    </dgm:pt>
    <dgm:pt modelId="{B9A6F107-FD81-4376-B5C1-9403459ED3C4}" type="parTrans" cxnId="{CF9F1069-A624-474F-BD7A-AFC400DEE721}">
      <dgm:prSet/>
      <dgm:spPr/>
      <dgm:t>
        <a:bodyPr/>
        <a:lstStyle/>
        <a:p>
          <a:endParaRPr lang="uk-UA"/>
        </a:p>
      </dgm:t>
    </dgm:pt>
    <dgm:pt modelId="{798B8867-79C7-46B0-8960-BA7BD61434AC}" type="sibTrans" cxnId="{CF9F1069-A624-474F-BD7A-AFC400DEE721}">
      <dgm:prSet/>
      <dgm:spPr/>
      <dgm:t>
        <a:bodyPr/>
        <a:lstStyle/>
        <a:p>
          <a:endParaRPr lang="uk-UA"/>
        </a:p>
      </dgm:t>
    </dgm:pt>
    <dgm:pt modelId="{290E6D9C-53FA-4CF4-B311-17E523915F99}">
      <dgm:prSet/>
      <dgm:spPr/>
      <dgm:t>
        <a:bodyPr/>
        <a:lstStyle/>
        <a:p>
          <a:r>
            <a:rPr lang="ru-RU" b="0" i="0"/>
            <a:t>1848 р.</a:t>
          </a:r>
          <a:endParaRPr lang="uk-UA"/>
        </a:p>
      </dgm:t>
    </dgm:pt>
    <dgm:pt modelId="{801A64B9-2A86-4A00-8B79-691FC7A01110}" type="parTrans" cxnId="{C846E87E-49B0-404B-92FC-B62521935FCE}">
      <dgm:prSet/>
      <dgm:spPr/>
      <dgm:t>
        <a:bodyPr/>
        <a:lstStyle/>
        <a:p>
          <a:endParaRPr lang="uk-UA"/>
        </a:p>
      </dgm:t>
    </dgm:pt>
    <dgm:pt modelId="{A665022C-2139-47EE-BC68-B1FCE7BD63D4}" type="sibTrans" cxnId="{C846E87E-49B0-404B-92FC-B62521935FCE}">
      <dgm:prSet/>
      <dgm:spPr/>
      <dgm:t>
        <a:bodyPr/>
        <a:lstStyle/>
        <a:p>
          <a:endParaRPr lang="uk-UA"/>
        </a:p>
      </dgm:t>
    </dgm:pt>
    <dgm:pt modelId="{301BDE60-4E93-426C-B450-F689EF6BBE91}" type="pres">
      <dgm:prSet presAssocID="{68353829-F6EF-418A-87DB-9800AE6CD74A}" presName="matrix" presStyleCnt="0">
        <dgm:presLayoutVars>
          <dgm:chMax val="1"/>
          <dgm:dir/>
          <dgm:resizeHandles val="exact"/>
        </dgm:presLayoutVars>
      </dgm:prSet>
      <dgm:spPr/>
    </dgm:pt>
    <dgm:pt modelId="{F35D0138-DC81-4DBB-8F53-920FA99681DE}" type="pres">
      <dgm:prSet presAssocID="{68353829-F6EF-418A-87DB-9800AE6CD74A}" presName="diamond" presStyleLbl="bgShp" presStyleIdx="0" presStyleCnt="1"/>
      <dgm:spPr/>
    </dgm:pt>
    <dgm:pt modelId="{6B5D3A19-5234-4C41-A9B5-1A1D1DE21CA4}" type="pres">
      <dgm:prSet presAssocID="{68353829-F6EF-418A-87DB-9800AE6CD74A}" presName="quad1" presStyleLbl="node1" presStyleIdx="0" presStyleCnt="4">
        <dgm:presLayoutVars>
          <dgm:chMax val="0"/>
          <dgm:chPref val="0"/>
          <dgm:bulletEnabled val="1"/>
        </dgm:presLayoutVars>
      </dgm:prSet>
      <dgm:spPr/>
    </dgm:pt>
    <dgm:pt modelId="{1D27611B-8B5C-4F77-BA7F-2BE2896C1C93}" type="pres">
      <dgm:prSet presAssocID="{68353829-F6EF-418A-87DB-9800AE6CD74A}" presName="quad2" presStyleLbl="node1" presStyleIdx="1" presStyleCnt="4">
        <dgm:presLayoutVars>
          <dgm:chMax val="0"/>
          <dgm:chPref val="0"/>
          <dgm:bulletEnabled val="1"/>
        </dgm:presLayoutVars>
      </dgm:prSet>
      <dgm:spPr/>
    </dgm:pt>
    <dgm:pt modelId="{F7DE5A5E-9265-47D9-95F5-66AB076A1E97}" type="pres">
      <dgm:prSet presAssocID="{68353829-F6EF-418A-87DB-9800AE6CD74A}" presName="quad3" presStyleLbl="node1" presStyleIdx="2" presStyleCnt="4">
        <dgm:presLayoutVars>
          <dgm:chMax val="0"/>
          <dgm:chPref val="0"/>
          <dgm:bulletEnabled val="1"/>
        </dgm:presLayoutVars>
      </dgm:prSet>
      <dgm:spPr/>
    </dgm:pt>
    <dgm:pt modelId="{00B31EE2-3009-4E99-B5BA-A1E1C47DCDC7}" type="pres">
      <dgm:prSet presAssocID="{68353829-F6EF-418A-87DB-9800AE6CD74A}" presName="quad4" presStyleLbl="node1" presStyleIdx="3" presStyleCnt="4">
        <dgm:presLayoutVars>
          <dgm:chMax val="0"/>
          <dgm:chPref val="0"/>
          <dgm:bulletEnabled val="1"/>
        </dgm:presLayoutVars>
      </dgm:prSet>
      <dgm:spPr/>
    </dgm:pt>
  </dgm:ptLst>
  <dgm:cxnLst>
    <dgm:cxn modelId="{1DDAD61F-6DA0-4BB7-860A-C8ECF94041BE}" type="presOf" srcId="{290E6D9C-53FA-4CF4-B311-17E523915F99}" destId="{00B31EE2-3009-4E99-B5BA-A1E1C47DCDC7}" srcOrd="0" destOrd="0" presId="urn:microsoft.com/office/officeart/2005/8/layout/matrix3"/>
    <dgm:cxn modelId="{CF9F1069-A624-474F-BD7A-AFC400DEE721}" srcId="{68353829-F6EF-418A-87DB-9800AE6CD74A}" destId="{8D88FE95-E204-41E2-94E8-887EAD1B9081}" srcOrd="2" destOrd="0" parTransId="{B9A6F107-FD81-4376-B5C1-9403459ED3C4}" sibTransId="{798B8867-79C7-46B0-8960-BA7BD61434AC}"/>
    <dgm:cxn modelId="{A486566A-A7D8-4738-A17F-27C44C6FAD4C}" type="presOf" srcId="{C3E53D9D-D174-4252-8070-0E8A8039D1EB}" destId="{6B5D3A19-5234-4C41-A9B5-1A1D1DE21CA4}" srcOrd="0" destOrd="0" presId="urn:microsoft.com/office/officeart/2005/8/layout/matrix3"/>
    <dgm:cxn modelId="{1764FA56-9162-4672-9F64-3769A215CDEB}" type="presOf" srcId="{3F13A10B-6616-4F62-8B05-6B7D44AB64BC}" destId="{1D27611B-8B5C-4F77-BA7F-2BE2896C1C93}" srcOrd="0" destOrd="0" presId="urn:microsoft.com/office/officeart/2005/8/layout/matrix3"/>
    <dgm:cxn modelId="{C846E87E-49B0-404B-92FC-B62521935FCE}" srcId="{68353829-F6EF-418A-87DB-9800AE6CD74A}" destId="{290E6D9C-53FA-4CF4-B311-17E523915F99}" srcOrd="3" destOrd="0" parTransId="{801A64B9-2A86-4A00-8B79-691FC7A01110}" sibTransId="{A665022C-2139-47EE-BC68-B1FCE7BD63D4}"/>
    <dgm:cxn modelId="{DCB7F4C0-7C34-4E54-838F-4ED35BFC63E3}" type="presOf" srcId="{8D88FE95-E204-41E2-94E8-887EAD1B9081}" destId="{F7DE5A5E-9265-47D9-95F5-66AB076A1E97}" srcOrd="0" destOrd="0" presId="urn:microsoft.com/office/officeart/2005/8/layout/matrix3"/>
    <dgm:cxn modelId="{C91C6DD2-D206-4DBA-B85B-F017ECDEAD61}" srcId="{68353829-F6EF-418A-87DB-9800AE6CD74A}" destId="{3F13A10B-6616-4F62-8B05-6B7D44AB64BC}" srcOrd="1" destOrd="0" parTransId="{47B6E451-C7E7-44EE-BC96-9F7FE5650D31}" sibTransId="{7CF4288C-F601-495D-BF8C-C88145A70F65}"/>
    <dgm:cxn modelId="{3A5D2BEB-F89D-4B6D-AA15-4EC2DFBF1BBB}" srcId="{68353829-F6EF-418A-87DB-9800AE6CD74A}" destId="{C3E53D9D-D174-4252-8070-0E8A8039D1EB}" srcOrd="0" destOrd="0" parTransId="{82FC89A9-697E-4BB5-B44D-494E9993AF6E}" sibTransId="{C7125BE9-4916-4835-BEB7-84F5405E9BBB}"/>
    <dgm:cxn modelId="{9A1D68F5-CF0A-4826-801F-451666AB43EC}" type="presOf" srcId="{68353829-F6EF-418A-87DB-9800AE6CD74A}" destId="{301BDE60-4E93-426C-B450-F689EF6BBE91}" srcOrd="0" destOrd="0" presId="urn:microsoft.com/office/officeart/2005/8/layout/matrix3"/>
    <dgm:cxn modelId="{42D0F37D-505B-4AFF-A8ED-DC05ACAD68BB}" type="presParOf" srcId="{301BDE60-4E93-426C-B450-F689EF6BBE91}" destId="{F35D0138-DC81-4DBB-8F53-920FA99681DE}" srcOrd="0" destOrd="0" presId="urn:microsoft.com/office/officeart/2005/8/layout/matrix3"/>
    <dgm:cxn modelId="{8271FCBD-760A-4D6F-8943-3FFA23D58C52}" type="presParOf" srcId="{301BDE60-4E93-426C-B450-F689EF6BBE91}" destId="{6B5D3A19-5234-4C41-A9B5-1A1D1DE21CA4}" srcOrd="1" destOrd="0" presId="urn:microsoft.com/office/officeart/2005/8/layout/matrix3"/>
    <dgm:cxn modelId="{C7B95B1B-86CD-4BB1-91B9-FBE1B92A3FC7}" type="presParOf" srcId="{301BDE60-4E93-426C-B450-F689EF6BBE91}" destId="{1D27611B-8B5C-4F77-BA7F-2BE2896C1C93}" srcOrd="2" destOrd="0" presId="urn:microsoft.com/office/officeart/2005/8/layout/matrix3"/>
    <dgm:cxn modelId="{1ABFBCE5-06A4-4DEB-AF9A-2B0A90DA0D28}" type="presParOf" srcId="{301BDE60-4E93-426C-B450-F689EF6BBE91}" destId="{F7DE5A5E-9265-47D9-95F5-66AB076A1E97}" srcOrd="3" destOrd="0" presId="urn:microsoft.com/office/officeart/2005/8/layout/matrix3"/>
    <dgm:cxn modelId="{51B4AB2E-22FF-49CE-97EA-27A3314453EA}" type="presParOf" srcId="{301BDE60-4E93-426C-B450-F689EF6BBE91}" destId="{00B31EE2-3009-4E99-B5BA-A1E1C47DCDC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AD680B89-ED04-469E-AF62-351B68C89FC2}"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DCB92AD3-FAB2-4805-B717-3C288B3E30CD}">
      <dgm:prSet/>
      <dgm:spPr/>
      <dgm:t>
        <a:bodyPr/>
        <a:lstStyle/>
        <a:p>
          <a:r>
            <a:rPr lang="uk-UA" b="0" i="0"/>
            <a:t>ліквідовано мережу греко-католицьких семінарій.</a:t>
          </a:r>
          <a:endParaRPr lang="uk-UA"/>
        </a:p>
      </dgm:t>
    </dgm:pt>
    <dgm:pt modelId="{3A3E8027-91D0-4A27-B02C-949A1DF76DAD}" type="parTrans" cxnId="{44BD3BA6-21A9-4586-B25F-985A241DB355}">
      <dgm:prSet/>
      <dgm:spPr/>
      <dgm:t>
        <a:bodyPr/>
        <a:lstStyle/>
        <a:p>
          <a:endParaRPr lang="uk-UA"/>
        </a:p>
      </dgm:t>
    </dgm:pt>
    <dgm:pt modelId="{E6DE950D-21B0-46AE-AB10-D76641CAF355}" type="sibTrans" cxnId="{44BD3BA6-21A9-4586-B25F-985A241DB355}">
      <dgm:prSet/>
      <dgm:spPr/>
      <dgm:t>
        <a:bodyPr/>
        <a:lstStyle/>
        <a:p>
          <a:endParaRPr lang="uk-UA"/>
        </a:p>
      </dgm:t>
    </dgm:pt>
    <dgm:pt modelId="{1774F98A-4141-4F50-AE69-FFAA1ADFC7CD}">
      <dgm:prSet/>
      <dgm:spPr/>
      <dgm:t>
        <a:bodyPr/>
        <a:lstStyle/>
        <a:p>
          <a:r>
            <a:rPr lang="uk-UA" b="0" i="0"/>
            <a:t>закрито Львівський університет і «Руський інститут».</a:t>
          </a:r>
          <a:endParaRPr lang="uk-UA"/>
        </a:p>
      </dgm:t>
    </dgm:pt>
    <dgm:pt modelId="{067A3B14-420F-48B3-B9CA-0576479EFB05}" type="parTrans" cxnId="{732F032D-8A34-4956-B187-B6E93F9E0CF0}">
      <dgm:prSet/>
      <dgm:spPr/>
      <dgm:t>
        <a:bodyPr/>
        <a:lstStyle/>
        <a:p>
          <a:endParaRPr lang="uk-UA"/>
        </a:p>
      </dgm:t>
    </dgm:pt>
    <dgm:pt modelId="{8454A420-1705-4732-8EC1-A303ABA5091E}" type="sibTrans" cxnId="{732F032D-8A34-4956-B187-B6E93F9E0CF0}">
      <dgm:prSet/>
      <dgm:spPr/>
      <dgm:t>
        <a:bodyPr/>
        <a:lstStyle/>
        <a:p>
          <a:endParaRPr lang="uk-UA"/>
        </a:p>
      </dgm:t>
    </dgm:pt>
    <dgm:pt modelId="{20EE80C2-AFDC-4406-87E3-E7610CE5CEE5}">
      <dgm:prSet/>
      <dgm:spPr/>
      <dgm:t>
        <a:bodyPr/>
        <a:lstStyle/>
        <a:p>
          <a:r>
            <a:rPr lang="uk-UA" b="0" i="0"/>
            <a:t>підпорядковано всі приватні гімназії римсько-католицькій церкві.</a:t>
          </a:r>
          <a:endParaRPr lang="uk-UA"/>
        </a:p>
      </dgm:t>
    </dgm:pt>
    <dgm:pt modelId="{9B86A8CD-2ACC-42EF-AADC-EF1653009CCF}" type="parTrans" cxnId="{7D969DE7-C6D5-4D81-B913-D6F4E6ACD18F}">
      <dgm:prSet/>
      <dgm:spPr/>
      <dgm:t>
        <a:bodyPr/>
        <a:lstStyle/>
        <a:p>
          <a:endParaRPr lang="uk-UA"/>
        </a:p>
      </dgm:t>
    </dgm:pt>
    <dgm:pt modelId="{71FBEA50-24B5-4A69-B3D1-AEFFC540E37C}" type="sibTrans" cxnId="{7D969DE7-C6D5-4D81-B913-D6F4E6ACD18F}">
      <dgm:prSet/>
      <dgm:spPr/>
      <dgm:t>
        <a:bodyPr/>
        <a:lstStyle/>
        <a:p>
          <a:endParaRPr lang="uk-UA"/>
        </a:p>
      </dgm:t>
    </dgm:pt>
    <dgm:pt modelId="{C1023C91-A7DD-4A17-99CB-7E48B21B6EAC}">
      <dgm:prSet/>
      <dgm:spPr/>
      <dgm:t>
        <a:bodyPr/>
        <a:lstStyle/>
        <a:p>
          <a:r>
            <a:rPr lang="uk-UA" b="0" i="0"/>
            <a:t>запроваджено систему початкових шкіл із рідною мовою навчання.</a:t>
          </a:r>
          <a:endParaRPr lang="uk-UA"/>
        </a:p>
      </dgm:t>
    </dgm:pt>
    <dgm:pt modelId="{8F66FD66-EAD5-4FC0-B230-6D95C30A4617}" type="parTrans" cxnId="{C8AF4977-8683-46C7-B2C2-5E18A7C81B5C}">
      <dgm:prSet/>
      <dgm:spPr/>
      <dgm:t>
        <a:bodyPr/>
        <a:lstStyle/>
        <a:p>
          <a:endParaRPr lang="uk-UA"/>
        </a:p>
      </dgm:t>
    </dgm:pt>
    <dgm:pt modelId="{749D353E-2DEA-446D-B63D-FF68EBB0C476}" type="sibTrans" cxnId="{C8AF4977-8683-46C7-B2C2-5E18A7C81B5C}">
      <dgm:prSet/>
      <dgm:spPr/>
      <dgm:t>
        <a:bodyPr/>
        <a:lstStyle/>
        <a:p>
          <a:endParaRPr lang="uk-UA"/>
        </a:p>
      </dgm:t>
    </dgm:pt>
    <dgm:pt modelId="{914CD369-7FAE-4A06-BA8D-CB37AFA5CE1A}" type="pres">
      <dgm:prSet presAssocID="{AD680B89-ED04-469E-AF62-351B68C89FC2}" presName="linear" presStyleCnt="0">
        <dgm:presLayoutVars>
          <dgm:animLvl val="lvl"/>
          <dgm:resizeHandles val="exact"/>
        </dgm:presLayoutVars>
      </dgm:prSet>
      <dgm:spPr/>
    </dgm:pt>
    <dgm:pt modelId="{68F4013D-45BE-460A-98AD-A26DACCD7B86}" type="pres">
      <dgm:prSet presAssocID="{DCB92AD3-FAB2-4805-B717-3C288B3E30CD}" presName="parentText" presStyleLbl="node1" presStyleIdx="0" presStyleCnt="4">
        <dgm:presLayoutVars>
          <dgm:chMax val="0"/>
          <dgm:bulletEnabled val="1"/>
        </dgm:presLayoutVars>
      </dgm:prSet>
      <dgm:spPr/>
    </dgm:pt>
    <dgm:pt modelId="{808D7818-C5FD-42F0-B4FD-789633A53E8B}" type="pres">
      <dgm:prSet presAssocID="{E6DE950D-21B0-46AE-AB10-D76641CAF355}" presName="spacer" presStyleCnt="0"/>
      <dgm:spPr/>
    </dgm:pt>
    <dgm:pt modelId="{6B6797CA-7684-49AC-9F11-ABC28993E0A3}" type="pres">
      <dgm:prSet presAssocID="{1774F98A-4141-4F50-AE69-FFAA1ADFC7CD}" presName="parentText" presStyleLbl="node1" presStyleIdx="1" presStyleCnt="4">
        <dgm:presLayoutVars>
          <dgm:chMax val="0"/>
          <dgm:bulletEnabled val="1"/>
        </dgm:presLayoutVars>
      </dgm:prSet>
      <dgm:spPr/>
    </dgm:pt>
    <dgm:pt modelId="{12BAB38F-D5AA-4EC2-B92C-E344F55E0A92}" type="pres">
      <dgm:prSet presAssocID="{8454A420-1705-4732-8EC1-A303ABA5091E}" presName="spacer" presStyleCnt="0"/>
      <dgm:spPr/>
    </dgm:pt>
    <dgm:pt modelId="{251E7E60-F74F-496C-A224-4D4B09E9B1B4}" type="pres">
      <dgm:prSet presAssocID="{20EE80C2-AFDC-4406-87E3-E7610CE5CEE5}" presName="parentText" presStyleLbl="node1" presStyleIdx="2" presStyleCnt="4">
        <dgm:presLayoutVars>
          <dgm:chMax val="0"/>
          <dgm:bulletEnabled val="1"/>
        </dgm:presLayoutVars>
      </dgm:prSet>
      <dgm:spPr/>
    </dgm:pt>
    <dgm:pt modelId="{267B4872-831E-4302-94ED-3B50D87745DB}" type="pres">
      <dgm:prSet presAssocID="{71FBEA50-24B5-4A69-B3D1-AEFFC540E37C}" presName="spacer" presStyleCnt="0"/>
      <dgm:spPr/>
    </dgm:pt>
    <dgm:pt modelId="{EBDB7005-6226-4355-8922-4C2CEE861D24}" type="pres">
      <dgm:prSet presAssocID="{C1023C91-A7DD-4A17-99CB-7E48B21B6EAC}" presName="parentText" presStyleLbl="node1" presStyleIdx="3" presStyleCnt="4">
        <dgm:presLayoutVars>
          <dgm:chMax val="0"/>
          <dgm:bulletEnabled val="1"/>
        </dgm:presLayoutVars>
      </dgm:prSet>
      <dgm:spPr/>
    </dgm:pt>
  </dgm:ptLst>
  <dgm:cxnLst>
    <dgm:cxn modelId="{B7789A23-A5F0-4809-8558-F02794575D57}" type="presOf" srcId="{1774F98A-4141-4F50-AE69-FFAA1ADFC7CD}" destId="{6B6797CA-7684-49AC-9F11-ABC28993E0A3}" srcOrd="0" destOrd="0" presId="urn:microsoft.com/office/officeart/2005/8/layout/vList2"/>
    <dgm:cxn modelId="{732F032D-8A34-4956-B187-B6E93F9E0CF0}" srcId="{AD680B89-ED04-469E-AF62-351B68C89FC2}" destId="{1774F98A-4141-4F50-AE69-FFAA1ADFC7CD}" srcOrd="1" destOrd="0" parTransId="{067A3B14-420F-48B3-B9CA-0576479EFB05}" sibTransId="{8454A420-1705-4732-8EC1-A303ABA5091E}"/>
    <dgm:cxn modelId="{88998851-C07D-437C-B75A-BE3D13FAC784}" type="presOf" srcId="{C1023C91-A7DD-4A17-99CB-7E48B21B6EAC}" destId="{EBDB7005-6226-4355-8922-4C2CEE861D24}" srcOrd="0" destOrd="0" presId="urn:microsoft.com/office/officeart/2005/8/layout/vList2"/>
    <dgm:cxn modelId="{DA028F73-ECB7-4DB2-8C72-FDAE27AA8B1F}" type="presOf" srcId="{DCB92AD3-FAB2-4805-B717-3C288B3E30CD}" destId="{68F4013D-45BE-460A-98AD-A26DACCD7B86}" srcOrd="0" destOrd="0" presId="urn:microsoft.com/office/officeart/2005/8/layout/vList2"/>
    <dgm:cxn modelId="{C8AF4977-8683-46C7-B2C2-5E18A7C81B5C}" srcId="{AD680B89-ED04-469E-AF62-351B68C89FC2}" destId="{C1023C91-A7DD-4A17-99CB-7E48B21B6EAC}" srcOrd="3" destOrd="0" parTransId="{8F66FD66-EAD5-4FC0-B230-6D95C30A4617}" sibTransId="{749D353E-2DEA-446D-B63D-FF68EBB0C476}"/>
    <dgm:cxn modelId="{52EDA890-C635-47A4-A9FB-230BCFCE630B}" type="presOf" srcId="{AD680B89-ED04-469E-AF62-351B68C89FC2}" destId="{914CD369-7FAE-4A06-BA8D-CB37AFA5CE1A}" srcOrd="0" destOrd="0" presId="urn:microsoft.com/office/officeart/2005/8/layout/vList2"/>
    <dgm:cxn modelId="{44BD3BA6-21A9-4586-B25F-985A241DB355}" srcId="{AD680B89-ED04-469E-AF62-351B68C89FC2}" destId="{DCB92AD3-FAB2-4805-B717-3C288B3E30CD}" srcOrd="0" destOrd="0" parTransId="{3A3E8027-91D0-4A27-B02C-949A1DF76DAD}" sibTransId="{E6DE950D-21B0-46AE-AB10-D76641CAF355}"/>
    <dgm:cxn modelId="{7D969DE7-C6D5-4D81-B913-D6F4E6ACD18F}" srcId="{AD680B89-ED04-469E-AF62-351B68C89FC2}" destId="{20EE80C2-AFDC-4406-87E3-E7610CE5CEE5}" srcOrd="2" destOrd="0" parTransId="{9B86A8CD-2ACC-42EF-AADC-EF1653009CCF}" sibTransId="{71FBEA50-24B5-4A69-B3D1-AEFFC540E37C}"/>
    <dgm:cxn modelId="{49EF55F9-C061-40CD-8492-B0A1449F7E6E}" type="presOf" srcId="{20EE80C2-AFDC-4406-87E3-E7610CE5CEE5}" destId="{251E7E60-F74F-496C-A224-4D4B09E9B1B4}" srcOrd="0" destOrd="0" presId="urn:microsoft.com/office/officeart/2005/8/layout/vList2"/>
    <dgm:cxn modelId="{FF96355F-3AF4-4D97-8B21-2E68D13D505E}" type="presParOf" srcId="{914CD369-7FAE-4A06-BA8D-CB37AFA5CE1A}" destId="{68F4013D-45BE-460A-98AD-A26DACCD7B86}" srcOrd="0" destOrd="0" presId="urn:microsoft.com/office/officeart/2005/8/layout/vList2"/>
    <dgm:cxn modelId="{84410F7D-9EBA-4413-9F09-2031F0C144CA}" type="presParOf" srcId="{914CD369-7FAE-4A06-BA8D-CB37AFA5CE1A}" destId="{808D7818-C5FD-42F0-B4FD-789633A53E8B}" srcOrd="1" destOrd="0" presId="urn:microsoft.com/office/officeart/2005/8/layout/vList2"/>
    <dgm:cxn modelId="{9C64ACE1-3684-40B1-AA4A-36160A2AF123}" type="presParOf" srcId="{914CD369-7FAE-4A06-BA8D-CB37AFA5CE1A}" destId="{6B6797CA-7684-49AC-9F11-ABC28993E0A3}" srcOrd="2" destOrd="0" presId="urn:microsoft.com/office/officeart/2005/8/layout/vList2"/>
    <dgm:cxn modelId="{A1B9791E-9DAF-4C7A-89A4-545752D4B88A}" type="presParOf" srcId="{914CD369-7FAE-4A06-BA8D-CB37AFA5CE1A}" destId="{12BAB38F-D5AA-4EC2-B92C-E344F55E0A92}" srcOrd="3" destOrd="0" presId="urn:microsoft.com/office/officeart/2005/8/layout/vList2"/>
    <dgm:cxn modelId="{9275CD72-58FA-47F1-82D5-CAD6E97C8EB9}" type="presParOf" srcId="{914CD369-7FAE-4A06-BA8D-CB37AFA5CE1A}" destId="{251E7E60-F74F-496C-A224-4D4B09E9B1B4}" srcOrd="4" destOrd="0" presId="urn:microsoft.com/office/officeart/2005/8/layout/vList2"/>
    <dgm:cxn modelId="{6BBFB562-26A1-4D40-9D2B-442F2CA34F0C}" type="presParOf" srcId="{914CD369-7FAE-4A06-BA8D-CB37AFA5CE1A}" destId="{267B4872-831E-4302-94ED-3B50D87745DB}" srcOrd="5" destOrd="0" presId="urn:microsoft.com/office/officeart/2005/8/layout/vList2"/>
    <dgm:cxn modelId="{E8891750-2482-474F-AF28-417037256A22}" type="presParOf" srcId="{914CD369-7FAE-4A06-BA8D-CB37AFA5CE1A}" destId="{EBDB7005-6226-4355-8922-4C2CEE861D2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4E16ACC8-2CE6-4413-938E-A309561462C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F9E5103-9F75-4C97-B0A7-D4953F61BB5B}">
      <dgm:prSet/>
      <dgm:spPr/>
      <dgm:t>
        <a:bodyPr/>
        <a:lstStyle/>
        <a:p>
          <a:r>
            <a:rPr lang="ru-RU" b="0" i="0"/>
            <a:t>виникнення фабрики</a:t>
          </a:r>
          <a:endParaRPr lang="uk-UA"/>
        </a:p>
      </dgm:t>
    </dgm:pt>
    <dgm:pt modelId="{248AB514-1763-4861-A9F5-F33A3CD3A5F4}" type="parTrans" cxnId="{8AE738A8-D0B1-4069-9FAA-C7794FEA5674}">
      <dgm:prSet/>
      <dgm:spPr/>
      <dgm:t>
        <a:bodyPr/>
        <a:lstStyle/>
        <a:p>
          <a:endParaRPr lang="uk-UA"/>
        </a:p>
      </dgm:t>
    </dgm:pt>
    <dgm:pt modelId="{2F74F662-BD1B-4E24-9579-B69B9A49DC13}" type="sibTrans" cxnId="{8AE738A8-D0B1-4069-9FAA-C7794FEA5674}">
      <dgm:prSet/>
      <dgm:spPr/>
      <dgm:t>
        <a:bodyPr/>
        <a:lstStyle/>
        <a:p>
          <a:endParaRPr lang="uk-UA"/>
        </a:p>
      </dgm:t>
    </dgm:pt>
    <dgm:pt modelId="{68CADEF6-D172-4BAE-B80B-DBD76AE32D5C}">
      <dgm:prSet/>
      <dgm:spPr/>
      <dgm:t>
        <a:bodyPr/>
        <a:lstStyle/>
        <a:p>
          <a:r>
            <a:rPr lang="ru-RU" b="0" i="0"/>
            <a:t>виникнення мануфактури</a:t>
          </a:r>
          <a:endParaRPr lang="uk-UA"/>
        </a:p>
      </dgm:t>
    </dgm:pt>
    <dgm:pt modelId="{91ECBB0E-E6FB-41BF-A9C3-952BDC16ED40}" type="parTrans" cxnId="{5FAA4C97-5E64-4DC7-8FD7-24630BA21842}">
      <dgm:prSet/>
      <dgm:spPr/>
      <dgm:t>
        <a:bodyPr/>
        <a:lstStyle/>
        <a:p>
          <a:endParaRPr lang="uk-UA"/>
        </a:p>
      </dgm:t>
    </dgm:pt>
    <dgm:pt modelId="{0539E61F-FDEA-4215-87FC-509D2EE65E64}" type="sibTrans" cxnId="{5FAA4C97-5E64-4DC7-8FD7-24630BA21842}">
      <dgm:prSet/>
      <dgm:spPr/>
      <dgm:t>
        <a:bodyPr/>
        <a:lstStyle/>
        <a:p>
          <a:endParaRPr lang="uk-UA"/>
        </a:p>
      </dgm:t>
    </dgm:pt>
    <dgm:pt modelId="{1A464C31-F7D6-4EA7-B16B-EF3096845661}">
      <dgm:prSet/>
      <dgm:spPr/>
      <dgm:t>
        <a:bodyPr/>
        <a:lstStyle/>
        <a:p>
          <a:r>
            <a:rPr lang="ru-RU" b="0" i="0"/>
            <a:t>промисловий переворот</a:t>
          </a:r>
          <a:endParaRPr lang="uk-UA"/>
        </a:p>
      </dgm:t>
    </dgm:pt>
    <dgm:pt modelId="{FD82B107-E65E-4CDD-812E-B3933913E17B}" type="parTrans" cxnId="{44441834-E12A-4FAE-84C9-A60E9401A5FA}">
      <dgm:prSet/>
      <dgm:spPr/>
      <dgm:t>
        <a:bodyPr/>
        <a:lstStyle/>
        <a:p>
          <a:endParaRPr lang="uk-UA"/>
        </a:p>
      </dgm:t>
    </dgm:pt>
    <dgm:pt modelId="{1AF92562-842C-4196-9024-C669931356E2}" type="sibTrans" cxnId="{44441834-E12A-4FAE-84C9-A60E9401A5FA}">
      <dgm:prSet/>
      <dgm:spPr/>
      <dgm:t>
        <a:bodyPr/>
        <a:lstStyle/>
        <a:p>
          <a:endParaRPr lang="uk-UA"/>
        </a:p>
      </dgm:t>
    </dgm:pt>
    <dgm:pt modelId="{88F872B4-E749-442A-8E1B-60E196A09921}">
      <dgm:prSet/>
      <dgm:spPr/>
      <dgm:t>
        <a:bodyPr/>
        <a:lstStyle/>
        <a:p>
          <a:r>
            <a:rPr lang="ru-RU" b="0" i="0"/>
            <a:t>виникнення ремесла</a:t>
          </a:r>
          <a:endParaRPr lang="uk-UA"/>
        </a:p>
      </dgm:t>
    </dgm:pt>
    <dgm:pt modelId="{E79EC963-915E-46B2-AC9A-A4152B20189E}" type="parTrans" cxnId="{8D536D67-4C29-4A02-B760-13E186186D36}">
      <dgm:prSet/>
      <dgm:spPr/>
      <dgm:t>
        <a:bodyPr/>
        <a:lstStyle/>
        <a:p>
          <a:endParaRPr lang="uk-UA"/>
        </a:p>
      </dgm:t>
    </dgm:pt>
    <dgm:pt modelId="{2018CE66-5BFF-41F3-9DBF-D5E690F7836A}" type="sibTrans" cxnId="{8D536D67-4C29-4A02-B760-13E186186D36}">
      <dgm:prSet/>
      <dgm:spPr/>
      <dgm:t>
        <a:bodyPr/>
        <a:lstStyle/>
        <a:p>
          <a:endParaRPr lang="uk-UA"/>
        </a:p>
      </dgm:t>
    </dgm:pt>
    <dgm:pt modelId="{27CFBCC0-F036-4FC2-9BEE-AB1F4965A616}" type="pres">
      <dgm:prSet presAssocID="{4E16ACC8-2CE6-4413-938E-A309561462CF}" presName="linearFlow" presStyleCnt="0">
        <dgm:presLayoutVars>
          <dgm:dir/>
          <dgm:resizeHandles val="exact"/>
        </dgm:presLayoutVars>
      </dgm:prSet>
      <dgm:spPr/>
    </dgm:pt>
    <dgm:pt modelId="{C133449C-5BEB-46C9-80A3-4E6623BC6374}" type="pres">
      <dgm:prSet presAssocID="{2F9E5103-9F75-4C97-B0A7-D4953F61BB5B}" presName="composite" presStyleCnt="0"/>
      <dgm:spPr/>
    </dgm:pt>
    <dgm:pt modelId="{FFCF0442-66A7-4783-B385-02B62F25FCEC}" type="pres">
      <dgm:prSet presAssocID="{2F9E5103-9F75-4C97-B0A7-D4953F61BB5B}" presName="imgShp" presStyleLbl="fgImgPlace1" presStyleIdx="0" presStyleCnt="4"/>
      <dgm:spPr/>
    </dgm:pt>
    <dgm:pt modelId="{1A5A7DFC-4173-4AED-B857-84FDFBA8C2D4}" type="pres">
      <dgm:prSet presAssocID="{2F9E5103-9F75-4C97-B0A7-D4953F61BB5B}" presName="txShp" presStyleLbl="node1" presStyleIdx="0" presStyleCnt="4">
        <dgm:presLayoutVars>
          <dgm:bulletEnabled val="1"/>
        </dgm:presLayoutVars>
      </dgm:prSet>
      <dgm:spPr/>
    </dgm:pt>
    <dgm:pt modelId="{7CE92B6C-BCFA-4CC6-B9E7-A26FF3577FE5}" type="pres">
      <dgm:prSet presAssocID="{2F74F662-BD1B-4E24-9579-B69B9A49DC13}" presName="spacing" presStyleCnt="0"/>
      <dgm:spPr/>
    </dgm:pt>
    <dgm:pt modelId="{7429E3C5-F1EF-4990-9ECE-B7A61D5C716C}" type="pres">
      <dgm:prSet presAssocID="{68CADEF6-D172-4BAE-B80B-DBD76AE32D5C}" presName="composite" presStyleCnt="0"/>
      <dgm:spPr/>
    </dgm:pt>
    <dgm:pt modelId="{D2279183-0740-4F45-8DF5-AE19E54A7D20}" type="pres">
      <dgm:prSet presAssocID="{68CADEF6-D172-4BAE-B80B-DBD76AE32D5C}" presName="imgShp" presStyleLbl="fgImgPlace1" presStyleIdx="1" presStyleCnt="4"/>
      <dgm:spPr/>
    </dgm:pt>
    <dgm:pt modelId="{4D854B71-47ED-4BF2-A9C6-27BF92E9E4DC}" type="pres">
      <dgm:prSet presAssocID="{68CADEF6-D172-4BAE-B80B-DBD76AE32D5C}" presName="txShp" presStyleLbl="node1" presStyleIdx="1" presStyleCnt="4">
        <dgm:presLayoutVars>
          <dgm:bulletEnabled val="1"/>
        </dgm:presLayoutVars>
      </dgm:prSet>
      <dgm:spPr/>
    </dgm:pt>
    <dgm:pt modelId="{E070428E-AB8D-493C-99C6-ACCE6FC60356}" type="pres">
      <dgm:prSet presAssocID="{0539E61F-FDEA-4215-87FC-509D2EE65E64}" presName="spacing" presStyleCnt="0"/>
      <dgm:spPr/>
    </dgm:pt>
    <dgm:pt modelId="{1A36AED5-F35E-401D-803A-806F6E252AC0}" type="pres">
      <dgm:prSet presAssocID="{1A464C31-F7D6-4EA7-B16B-EF3096845661}" presName="composite" presStyleCnt="0"/>
      <dgm:spPr/>
    </dgm:pt>
    <dgm:pt modelId="{E05F9E2C-1578-4CCB-A923-F8093DBC366A}" type="pres">
      <dgm:prSet presAssocID="{1A464C31-F7D6-4EA7-B16B-EF3096845661}" presName="imgShp" presStyleLbl="fgImgPlace1" presStyleIdx="2" presStyleCnt="4"/>
      <dgm:spPr/>
    </dgm:pt>
    <dgm:pt modelId="{EE1E804A-0386-4086-B993-9F97A4D6D0E7}" type="pres">
      <dgm:prSet presAssocID="{1A464C31-F7D6-4EA7-B16B-EF3096845661}" presName="txShp" presStyleLbl="node1" presStyleIdx="2" presStyleCnt="4">
        <dgm:presLayoutVars>
          <dgm:bulletEnabled val="1"/>
        </dgm:presLayoutVars>
      </dgm:prSet>
      <dgm:spPr/>
    </dgm:pt>
    <dgm:pt modelId="{25CE8E54-D6D9-4DFE-B328-4F2FC6FD982A}" type="pres">
      <dgm:prSet presAssocID="{1AF92562-842C-4196-9024-C669931356E2}" presName="spacing" presStyleCnt="0"/>
      <dgm:spPr/>
    </dgm:pt>
    <dgm:pt modelId="{D8D50D3F-FF7F-4D0C-81D2-A01FF9B20EAE}" type="pres">
      <dgm:prSet presAssocID="{88F872B4-E749-442A-8E1B-60E196A09921}" presName="composite" presStyleCnt="0"/>
      <dgm:spPr/>
    </dgm:pt>
    <dgm:pt modelId="{C839064A-E5E7-40B5-87AC-797F02656656}" type="pres">
      <dgm:prSet presAssocID="{88F872B4-E749-442A-8E1B-60E196A09921}" presName="imgShp" presStyleLbl="fgImgPlace1" presStyleIdx="3" presStyleCnt="4"/>
      <dgm:spPr/>
    </dgm:pt>
    <dgm:pt modelId="{D26AC7D3-8A5C-4BE7-BD71-A8557E7BC154}" type="pres">
      <dgm:prSet presAssocID="{88F872B4-E749-442A-8E1B-60E196A09921}" presName="txShp" presStyleLbl="node1" presStyleIdx="3" presStyleCnt="4">
        <dgm:presLayoutVars>
          <dgm:bulletEnabled val="1"/>
        </dgm:presLayoutVars>
      </dgm:prSet>
      <dgm:spPr/>
    </dgm:pt>
  </dgm:ptLst>
  <dgm:cxnLst>
    <dgm:cxn modelId="{0D631622-B47D-4435-9BC4-A325B1B67765}" type="presOf" srcId="{88F872B4-E749-442A-8E1B-60E196A09921}" destId="{D26AC7D3-8A5C-4BE7-BD71-A8557E7BC154}" srcOrd="0" destOrd="0" presId="urn:microsoft.com/office/officeart/2005/8/layout/vList3"/>
    <dgm:cxn modelId="{44441834-E12A-4FAE-84C9-A60E9401A5FA}" srcId="{4E16ACC8-2CE6-4413-938E-A309561462CF}" destId="{1A464C31-F7D6-4EA7-B16B-EF3096845661}" srcOrd="2" destOrd="0" parTransId="{FD82B107-E65E-4CDD-812E-B3933913E17B}" sibTransId="{1AF92562-842C-4196-9024-C669931356E2}"/>
    <dgm:cxn modelId="{E74A855B-B62D-4818-A3C6-900941FA0AA7}" type="presOf" srcId="{2F9E5103-9F75-4C97-B0A7-D4953F61BB5B}" destId="{1A5A7DFC-4173-4AED-B857-84FDFBA8C2D4}" srcOrd="0" destOrd="0" presId="urn:microsoft.com/office/officeart/2005/8/layout/vList3"/>
    <dgm:cxn modelId="{418C5C43-4511-4482-8423-C4A7AB516855}" type="presOf" srcId="{4E16ACC8-2CE6-4413-938E-A309561462CF}" destId="{27CFBCC0-F036-4FC2-9BEE-AB1F4965A616}" srcOrd="0" destOrd="0" presId="urn:microsoft.com/office/officeart/2005/8/layout/vList3"/>
    <dgm:cxn modelId="{8D536D67-4C29-4A02-B760-13E186186D36}" srcId="{4E16ACC8-2CE6-4413-938E-A309561462CF}" destId="{88F872B4-E749-442A-8E1B-60E196A09921}" srcOrd="3" destOrd="0" parTransId="{E79EC963-915E-46B2-AC9A-A4152B20189E}" sibTransId="{2018CE66-5BFF-41F3-9DBF-D5E690F7836A}"/>
    <dgm:cxn modelId="{0FBD327E-446B-4A67-AA3A-6640343A8B2E}" type="presOf" srcId="{68CADEF6-D172-4BAE-B80B-DBD76AE32D5C}" destId="{4D854B71-47ED-4BF2-A9C6-27BF92E9E4DC}" srcOrd="0" destOrd="0" presId="urn:microsoft.com/office/officeart/2005/8/layout/vList3"/>
    <dgm:cxn modelId="{5FAA4C97-5E64-4DC7-8FD7-24630BA21842}" srcId="{4E16ACC8-2CE6-4413-938E-A309561462CF}" destId="{68CADEF6-D172-4BAE-B80B-DBD76AE32D5C}" srcOrd="1" destOrd="0" parTransId="{91ECBB0E-E6FB-41BF-A9C3-952BDC16ED40}" sibTransId="{0539E61F-FDEA-4215-87FC-509D2EE65E64}"/>
    <dgm:cxn modelId="{8AE738A8-D0B1-4069-9FAA-C7794FEA5674}" srcId="{4E16ACC8-2CE6-4413-938E-A309561462CF}" destId="{2F9E5103-9F75-4C97-B0A7-D4953F61BB5B}" srcOrd="0" destOrd="0" parTransId="{248AB514-1763-4861-A9F5-F33A3CD3A5F4}" sibTransId="{2F74F662-BD1B-4E24-9579-B69B9A49DC13}"/>
    <dgm:cxn modelId="{F1FA93A8-2B98-45B5-AC87-BD2E90D170ED}" type="presOf" srcId="{1A464C31-F7D6-4EA7-B16B-EF3096845661}" destId="{EE1E804A-0386-4086-B993-9F97A4D6D0E7}" srcOrd="0" destOrd="0" presId="urn:microsoft.com/office/officeart/2005/8/layout/vList3"/>
    <dgm:cxn modelId="{E3493A12-1F21-450A-8AE4-87B18EA483D2}" type="presParOf" srcId="{27CFBCC0-F036-4FC2-9BEE-AB1F4965A616}" destId="{C133449C-5BEB-46C9-80A3-4E6623BC6374}" srcOrd="0" destOrd="0" presId="urn:microsoft.com/office/officeart/2005/8/layout/vList3"/>
    <dgm:cxn modelId="{4A2B5F8A-F8E4-4BBC-818D-69728983FF10}" type="presParOf" srcId="{C133449C-5BEB-46C9-80A3-4E6623BC6374}" destId="{FFCF0442-66A7-4783-B385-02B62F25FCEC}" srcOrd="0" destOrd="0" presId="urn:microsoft.com/office/officeart/2005/8/layout/vList3"/>
    <dgm:cxn modelId="{B86E17CE-1E98-4A0B-AE42-5A2CAD3C8ADC}" type="presParOf" srcId="{C133449C-5BEB-46C9-80A3-4E6623BC6374}" destId="{1A5A7DFC-4173-4AED-B857-84FDFBA8C2D4}" srcOrd="1" destOrd="0" presId="urn:microsoft.com/office/officeart/2005/8/layout/vList3"/>
    <dgm:cxn modelId="{0124B4AA-AEC6-403B-BE20-91763D52780A}" type="presParOf" srcId="{27CFBCC0-F036-4FC2-9BEE-AB1F4965A616}" destId="{7CE92B6C-BCFA-4CC6-B9E7-A26FF3577FE5}" srcOrd="1" destOrd="0" presId="urn:microsoft.com/office/officeart/2005/8/layout/vList3"/>
    <dgm:cxn modelId="{772354DE-6BD6-4EE2-88B5-8B336CFFFA5C}" type="presParOf" srcId="{27CFBCC0-F036-4FC2-9BEE-AB1F4965A616}" destId="{7429E3C5-F1EF-4990-9ECE-B7A61D5C716C}" srcOrd="2" destOrd="0" presId="urn:microsoft.com/office/officeart/2005/8/layout/vList3"/>
    <dgm:cxn modelId="{C71F285D-808C-4966-9396-BBBDB0309455}" type="presParOf" srcId="{7429E3C5-F1EF-4990-9ECE-B7A61D5C716C}" destId="{D2279183-0740-4F45-8DF5-AE19E54A7D20}" srcOrd="0" destOrd="0" presId="urn:microsoft.com/office/officeart/2005/8/layout/vList3"/>
    <dgm:cxn modelId="{3EDA80AE-1A80-48FE-B8FE-B1F3F3AF8BCA}" type="presParOf" srcId="{7429E3C5-F1EF-4990-9ECE-B7A61D5C716C}" destId="{4D854B71-47ED-4BF2-A9C6-27BF92E9E4DC}" srcOrd="1" destOrd="0" presId="urn:microsoft.com/office/officeart/2005/8/layout/vList3"/>
    <dgm:cxn modelId="{B79FFAA8-55B8-4255-8942-606D3D29C4E4}" type="presParOf" srcId="{27CFBCC0-F036-4FC2-9BEE-AB1F4965A616}" destId="{E070428E-AB8D-493C-99C6-ACCE6FC60356}" srcOrd="3" destOrd="0" presId="urn:microsoft.com/office/officeart/2005/8/layout/vList3"/>
    <dgm:cxn modelId="{071734A8-5653-4FE9-9880-0AE13BAC4D05}" type="presParOf" srcId="{27CFBCC0-F036-4FC2-9BEE-AB1F4965A616}" destId="{1A36AED5-F35E-401D-803A-806F6E252AC0}" srcOrd="4" destOrd="0" presId="urn:microsoft.com/office/officeart/2005/8/layout/vList3"/>
    <dgm:cxn modelId="{65C40EEA-0ABC-4EEE-AC4C-730C3095C3BC}" type="presParOf" srcId="{1A36AED5-F35E-401D-803A-806F6E252AC0}" destId="{E05F9E2C-1578-4CCB-A923-F8093DBC366A}" srcOrd="0" destOrd="0" presId="urn:microsoft.com/office/officeart/2005/8/layout/vList3"/>
    <dgm:cxn modelId="{22F4B458-7E81-41F2-A278-872A11470D13}" type="presParOf" srcId="{1A36AED5-F35E-401D-803A-806F6E252AC0}" destId="{EE1E804A-0386-4086-B993-9F97A4D6D0E7}" srcOrd="1" destOrd="0" presId="urn:microsoft.com/office/officeart/2005/8/layout/vList3"/>
    <dgm:cxn modelId="{342B021C-375A-4331-9E23-F89C89EDD731}" type="presParOf" srcId="{27CFBCC0-F036-4FC2-9BEE-AB1F4965A616}" destId="{25CE8E54-D6D9-4DFE-B328-4F2FC6FD982A}" srcOrd="5" destOrd="0" presId="urn:microsoft.com/office/officeart/2005/8/layout/vList3"/>
    <dgm:cxn modelId="{2D281E80-642E-4286-A9A6-DBE0C2C11AC8}" type="presParOf" srcId="{27CFBCC0-F036-4FC2-9BEE-AB1F4965A616}" destId="{D8D50D3F-FF7F-4D0C-81D2-A01FF9B20EAE}" srcOrd="6" destOrd="0" presId="urn:microsoft.com/office/officeart/2005/8/layout/vList3"/>
    <dgm:cxn modelId="{27E17F66-DD2E-419B-AF25-E8EEEB72B2F0}" type="presParOf" srcId="{D8D50D3F-FF7F-4D0C-81D2-A01FF9B20EAE}" destId="{C839064A-E5E7-40B5-87AC-797F02656656}" srcOrd="0" destOrd="0" presId="urn:microsoft.com/office/officeart/2005/8/layout/vList3"/>
    <dgm:cxn modelId="{A8B74B9E-13B4-4DCD-837F-23BAE9CBC777}" type="presParOf" srcId="{D8D50D3F-FF7F-4D0C-81D2-A01FF9B20EAE}" destId="{D26AC7D3-8A5C-4BE7-BD71-A8557E7BC15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E9903F70-D71A-464A-8B37-4F913BC09E6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93FB372-FDCE-4061-A366-67787DCBDD23}">
      <dgm:prSet/>
      <dgm:spPr/>
      <dgm:t>
        <a:bodyPr/>
        <a:lstStyle/>
        <a:p>
          <a:r>
            <a:rPr lang="uk-UA" b="0" i="0"/>
            <a:t>технічної реконструкції.</a:t>
          </a:r>
          <a:endParaRPr lang="uk-UA"/>
        </a:p>
      </dgm:t>
    </dgm:pt>
    <dgm:pt modelId="{5DB0F288-B983-4A76-B74F-D66A4310C311}" type="parTrans" cxnId="{4A19306A-5F45-40E4-A40A-AA4C8F52E0A9}">
      <dgm:prSet/>
      <dgm:spPr/>
      <dgm:t>
        <a:bodyPr/>
        <a:lstStyle/>
        <a:p>
          <a:endParaRPr lang="uk-UA"/>
        </a:p>
      </dgm:t>
    </dgm:pt>
    <dgm:pt modelId="{6D1E60F7-6328-4816-AE20-AA5F25B4AF9E}" type="sibTrans" cxnId="{4A19306A-5F45-40E4-A40A-AA4C8F52E0A9}">
      <dgm:prSet/>
      <dgm:spPr/>
      <dgm:t>
        <a:bodyPr/>
        <a:lstStyle/>
        <a:p>
          <a:endParaRPr lang="uk-UA"/>
        </a:p>
      </dgm:t>
    </dgm:pt>
    <dgm:pt modelId="{255C60B2-FDBD-4579-A246-60C8EFA21687}">
      <dgm:prSet/>
      <dgm:spPr/>
      <dgm:t>
        <a:bodyPr/>
        <a:lstStyle/>
        <a:p>
          <a:r>
            <a:rPr lang="uk-UA" b="0" i="0"/>
            <a:t>промислового перевороту.</a:t>
          </a:r>
          <a:endParaRPr lang="uk-UA"/>
        </a:p>
      </dgm:t>
    </dgm:pt>
    <dgm:pt modelId="{4D4C413B-18F4-45DF-A38B-B73CE856DD6F}" type="parTrans" cxnId="{0C2D2CF7-7AF1-4C8D-9167-F8B925E267EB}">
      <dgm:prSet/>
      <dgm:spPr/>
      <dgm:t>
        <a:bodyPr/>
        <a:lstStyle/>
        <a:p>
          <a:endParaRPr lang="uk-UA"/>
        </a:p>
      </dgm:t>
    </dgm:pt>
    <dgm:pt modelId="{67E1C276-C0DF-4C20-A555-D99223180C17}" type="sibTrans" cxnId="{0C2D2CF7-7AF1-4C8D-9167-F8B925E267EB}">
      <dgm:prSet/>
      <dgm:spPr/>
      <dgm:t>
        <a:bodyPr/>
        <a:lstStyle/>
        <a:p>
          <a:endParaRPr lang="uk-UA"/>
        </a:p>
      </dgm:t>
    </dgm:pt>
    <dgm:pt modelId="{D2F6DC48-2BA2-4BB4-8C29-5098F5F2C4CD}">
      <dgm:prSet/>
      <dgm:spPr/>
      <dgm:t>
        <a:bodyPr/>
        <a:lstStyle/>
        <a:p>
          <a:r>
            <a:rPr lang="uk-UA" b="0" i="0"/>
            <a:t>форсованої індустріалізації.</a:t>
          </a:r>
          <a:endParaRPr lang="uk-UA"/>
        </a:p>
      </dgm:t>
    </dgm:pt>
    <dgm:pt modelId="{38AA3472-EBBB-48E3-AF60-C0E28723777C}" type="parTrans" cxnId="{8793E808-5BB4-4774-A3DA-DFEAF24F9849}">
      <dgm:prSet/>
      <dgm:spPr/>
      <dgm:t>
        <a:bodyPr/>
        <a:lstStyle/>
        <a:p>
          <a:endParaRPr lang="uk-UA"/>
        </a:p>
      </dgm:t>
    </dgm:pt>
    <dgm:pt modelId="{F354BBE0-350E-4D81-B9EB-6592A082E8F9}" type="sibTrans" cxnId="{8793E808-5BB4-4774-A3DA-DFEAF24F9849}">
      <dgm:prSet/>
      <dgm:spPr/>
      <dgm:t>
        <a:bodyPr/>
        <a:lstStyle/>
        <a:p>
          <a:endParaRPr lang="uk-UA"/>
        </a:p>
      </dgm:t>
    </dgm:pt>
    <dgm:pt modelId="{A7A3BED9-429F-4528-B661-46F5100372BA}">
      <dgm:prSet/>
      <dgm:spPr/>
      <dgm:t>
        <a:bodyPr/>
        <a:lstStyle/>
        <a:p>
          <a:r>
            <a:rPr lang="uk-UA" b="0" i="0"/>
            <a:t>буржуазної революції.</a:t>
          </a:r>
          <a:endParaRPr lang="uk-UA"/>
        </a:p>
      </dgm:t>
    </dgm:pt>
    <dgm:pt modelId="{B8BCCB43-91F0-4990-8CDF-27E7E63F1447}" type="parTrans" cxnId="{4444FA0C-434E-4A6B-B04D-BE1C76905B8B}">
      <dgm:prSet/>
      <dgm:spPr/>
      <dgm:t>
        <a:bodyPr/>
        <a:lstStyle/>
        <a:p>
          <a:endParaRPr lang="uk-UA"/>
        </a:p>
      </dgm:t>
    </dgm:pt>
    <dgm:pt modelId="{F5F85CD0-EDFC-4609-B100-A78C4C755765}" type="sibTrans" cxnId="{4444FA0C-434E-4A6B-B04D-BE1C76905B8B}">
      <dgm:prSet/>
      <dgm:spPr/>
      <dgm:t>
        <a:bodyPr/>
        <a:lstStyle/>
        <a:p>
          <a:endParaRPr lang="uk-UA"/>
        </a:p>
      </dgm:t>
    </dgm:pt>
    <dgm:pt modelId="{877761DB-F4D4-4D18-BE85-7CC6688F172B}" type="pres">
      <dgm:prSet presAssocID="{E9903F70-D71A-464A-8B37-4F913BC09E6A}" presName="linearFlow" presStyleCnt="0">
        <dgm:presLayoutVars>
          <dgm:dir/>
          <dgm:resizeHandles val="exact"/>
        </dgm:presLayoutVars>
      </dgm:prSet>
      <dgm:spPr/>
    </dgm:pt>
    <dgm:pt modelId="{A241E2CC-D0AF-4D60-8E05-64C5D7E67EAE}" type="pres">
      <dgm:prSet presAssocID="{493FB372-FDCE-4061-A366-67787DCBDD23}" presName="composite" presStyleCnt="0"/>
      <dgm:spPr/>
    </dgm:pt>
    <dgm:pt modelId="{865817EC-46EC-42C3-9701-0CEBE3C053D1}" type="pres">
      <dgm:prSet presAssocID="{493FB372-FDCE-4061-A366-67787DCBDD23}" presName="imgShp" presStyleLbl="fgImgPlace1" presStyleIdx="0" presStyleCnt="4"/>
      <dgm:spPr/>
    </dgm:pt>
    <dgm:pt modelId="{A89C2053-2B0F-4652-AF66-A0E091702DD1}" type="pres">
      <dgm:prSet presAssocID="{493FB372-FDCE-4061-A366-67787DCBDD23}" presName="txShp" presStyleLbl="node1" presStyleIdx="0" presStyleCnt="4">
        <dgm:presLayoutVars>
          <dgm:bulletEnabled val="1"/>
        </dgm:presLayoutVars>
      </dgm:prSet>
      <dgm:spPr/>
    </dgm:pt>
    <dgm:pt modelId="{8C2D85DF-D9FF-4DFB-962E-EB85362B1CE1}" type="pres">
      <dgm:prSet presAssocID="{6D1E60F7-6328-4816-AE20-AA5F25B4AF9E}" presName="spacing" presStyleCnt="0"/>
      <dgm:spPr/>
    </dgm:pt>
    <dgm:pt modelId="{4140F100-F8C8-4D59-93F3-A7703FDF7A43}" type="pres">
      <dgm:prSet presAssocID="{255C60B2-FDBD-4579-A246-60C8EFA21687}" presName="composite" presStyleCnt="0"/>
      <dgm:spPr/>
    </dgm:pt>
    <dgm:pt modelId="{0B951973-C34F-47BC-AD97-2D8FE695EC46}" type="pres">
      <dgm:prSet presAssocID="{255C60B2-FDBD-4579-A246-60C8EFA21687}" presName="imgShp" presStyleLbl="fgImgPlace1" presStyleIdx="1" presStyleCnt="4"/>
      <dgm:spPr/>
    </dgm:pt>
    <dgm:pt modelId="{C069991F-03A4-4ACB-BB65-2C91262D8F57}" type="pres">
      <dgm:prSet presAssocID="{255C60B2-FDBD-4579-A246-60C8EFA21687}" presName="txShp" presStyleLbl="node1" presStyleIdx="1" presStyleCnt="4">
        <dgm:presLayoutVars>
          <dgm:bulletEnabled val="1"/>
        </dgm:presLayoutVars>
      </dgm:prSet>
      <dgm:spPr/>
    </dgm:pt>
    <dgm:pt modelId="{04B64969-CCD5-4F68-8C28-3286588231F6}" type="pres">
      <dgm:prSet presAssocID="{67E1C276-C0DF-4C20-A555-D99223180C17}" presName="spacing" presStyleCnt="0"/>
      <dgm:spPr/>
    </dgm:pt>
    <dgm:pt modelId="{333826C2-1CA5-4314-A5DF-728474E51AC2}" type="pres">
      <dgm:prSet presAssocID="{D2F6DC48-2BA2-4BB4-8C29-5098F5F2C4CD}" presName="composite" presStyleCnt="0"/>
      <dgm:spPr/>
    </dgm:pt>
    <dgm:pt modelId="{A2B219FB-46F4-4F7F-92FB-668A8EE6C066}" type="pres">
      <dgm:prSet presAssocID="{D2F6DC48-2BA2-4BB4-8C29-5098F5F2C4CD}" presName="imgShp" presStyleLbl="fgImgPlace1" presStyleIdx="2" presStyleCnt="4"/>
      <dgm:spPr/>
    </dgm:pt>
    <dgm:pt modelId="{5DF3503A-47CF-4F8C-90C2-CD148CE80BBC}" type="pres">
      <dgm:prSet presAssocID="{D2F6DC48-2BA2-4BB4-8C29-5098F5F2C4CD}" presName="txShp" presStyleLbl="node1" presStyleIdx="2" presStyleCnt="4">
        <dgm:presLayoutVars>
          <dgm:bulletEnabled val="1"/>
        </dgm:presLayoutVars>
      </dgm:prSet>
      <dgm:spPr/>
    </dgm:pt>
    <dgm:pt modelId="{378A8076-8F3D-4B3C-B8BF-38C831D20FF1}" type="pres">
      <dgm:prSet presAssocID="{F354BBE0-350E-4D81-B9EB-6592A082E8F9}" presName="spacing" presStyleCnt="0"/>
      <dgm:spPr/>
    </dgm:pt>
    <dgm:pt modelId="{FE8357B6-97E7-481B-B13D-12E98516A5D7}" type="pres">
      <dgm:prSet presAssocID="{A7A3BED9-429F-4528-B661-46F5100372BA}" presName="composite" presStyleCnt="0"/>
      <dgm:spPr/>
    </dgm:pt>
    <dgm:pt modelId="{0BE654DD-A8FC-4487-8F74-1A0CA0493CE3}" type="pres">
      <dgm:prSet presAssocID="{A7A3BED9-429F-4528-B661-46F5100372BA}" presName="imgShp" presStyleLbl="fgImgPlace1" presStyleIdx="3" presStyleCnt="4"/>
      <dgm:spPr/>
    </dgm:pt>
    <dgm:pt modelId="{EA79724F-045E-4D89-8D19-5FC026417857}" type="pres">
      <dgm:prSet presAssocID="{A7A3BED9-429F-4528-B661-46F5100372BA}" presName="txShp" presStyleLbl="node1" presStyleIdx="3" presStyleCnt="4">
        <dgm:presLayoutVars>
          <dgm:bulletEnabled val="1"/>
        </dgm:presLayoutVars>
      </dgm:prSet>
      <dgm:spPr/>
    </dgm:pt>
  </dgm:ptLst>
  <dgm:cxnLst>
    <dgm:cxn modelId="{8793E808-5BB4-4774-A3DA-DFEAF24F9849}" srcId="{E9903F70-D71A-464A-8B37-4F913BC09E6A}" destId="{D2F6DC48-2BA2-4BB4-8C29-5098F5F2C4CD}" srcOrd="2" destOrd="0" parTransId="{38AA3472-EBBB-48E3-AF60-C0E28723777C}" sibTransId="{F354BBE0-350E-4D81-B9EB-6592A082E8F9}"/>
    <dgm:cxn modelId="{4444FA0C-434E-4A6B-B04D-BE1C76905B8B}" srcId="{E9903F70-D71A-464A-8B37-4F913BC09E6A}" destId="{A7A3BED9-429F-4528-B661-46F5100372BA}" srcOrd="3" destOrd="0" parTransId="{B8BCCB43-91F0-4990-8CDF-27E7E63F1447}" sibTransId="{F5F85CD0-EDFC-4609-B100-A78C4C755765}"/>
    <dgm:cxn modelId="{2429E91A-CC4A-4082-924C-543DA2C1DA15}" type="presOf" srcId="{D2F6DC48-2BA2-4BB4-8C29-5098F5F2C4CD}" destId="{5DF3503A-47CF-4F8C-90C2-CD148CE80BBC}" srcOrd="0" destOrd="0" presId="urn:microsoft.com/office/officeart/2005/8/layout/vList3"/>
    <dgm:cxn modelId="{8E7A4C68-B7E9-4E8B-9847-37868741FF58}" type="presOf" srcId="{A7A3BED9-429F-4528-B661-46F5100372BA}" destId="{EA79724F-045E-4D89-8D19-5FC026417857}" srcOrd="0" destOrd="0" presId="urn:microsoft.com/office/officeart/2005/8/layout/vList3"/>
    <dgm:cxn modelId="{4A19306A-5F45-40E4-A40A-AA4C8F52E0A9}" srcId="{E9903F70-D71A-464A-8B37-4F913BC09E6A}" destId="{493FB372-FDCE-4061-A366-67787DCBDD23}" srcOrd="0" destOrd="0" parTransId="{5DB0F288-B983-4A76-B74F-D66A4310C311}" sibTransId="{6D1E60F7-6328-4816-AE20-AA5F25B4AF9E}"/>
    <dgm:cxn modelId="{7C17DD6B-3EC6-4364-9625-5C9A5E7C22D9}" type="presOf" srcId="{255C60B2-FDBD-4579-A246-60C8EFA21687}" destId="{C069991F-03A4-4ACB-BB65-2C91262D8F57}" srcOrd="0" destOrd="0" presId="urn:microsoft.com/office/officeart/2005/8/layout/vList3"/>
    <dgm:cxn modelId="{8E7EA775-F986-4C15-96FE-5489EDB6BA27}" type="presOf" srcId="{493FB372-FDCE-4061-A366-67787DCBDD23}" destId="{A89C2053-2B0F-4652-AF66-A0E091702DD1}" srcOrd="0" destOrd="0" presId="urn:microsoft.com/office/officeart/2005/8/layout/vList3"/>
    <dgm:cxn modelId="{035412F4-D623-4D92-B3B2-BFB1086F7B62}" type="presOf" srcId="{E9903F70-D71A-464A-8B37-4F913BC09E6A}" destId="{877761DB-F4D4-4D18-BE85-7CC6688F172B}" srcOrd="0" destOrd="0" presId="urn:microsoft.com/office/officeart/2005/8/layout/vList3"/>
    <dgm:cxn modelId="{0C2D2CF7-7AF1-4C8D-9167-F8B925E267EB}" srcId="{E9903F70-D71A-464A-8B37-4F913BC09E6A}" destId="{255C60B2-FDBD-4579-A246-60C8EFA21687}" srcOrd="1" destOrd="0" parTransId="{4D4C413B-18F4-45DF-A38B-B73CE856DD6F}" sibTransId="{67E1C276-C0DF-4C20-A555-D99223180C17}"/>
    <dgm:cxn modelId="{89FF6904-F79D-4431-87C5-F6BD4B17D364}" type="presParOf" srcId="{877761DB-F4D4-4D18-BE85-7CC6688F172B}" destId="{A241E2CC-D0AF-4D60-8E05-64C5D7E67EAE}" srcOrd="0" destOrd="0" presId="urn:microsoft.com/office/officeart/2005/8/layout/vList3"/>
    <dgm:cxn modelId="{964E27FB-6BC6-479C-ABA5-88E12F343925}" type="presParOf" srcId="{A241E2CC-D0AF-4D60-8E05-64C5D7E67EAE}" destId="{865817EC-46EC-42C3-9701-0CEBE3C053D1}" srcOrd="0" destOrd="0" presId="urn:microsoft.com/office/officeart/2005/8/layout/vList3"/>
    <dgm:cxn modelId="{1ACAD976-DD29-4BA9-9B4C-51B69BF40205}" type="presParOf" srcId="{A241E2CC-D0AF-4D60-8E05-64C5D7E67EAE}" destId="{A89C2053-2B0F-4652-AF66-A0E091702DD1}" srcOrd="1" destOrd="0" presId="urn:microsoft.com/office/officeart/2005/8/layout/vList3"/>
    <dgm:cxn modelId="{D5D7723A-880E-4627-A760-0EF11B26243E}" type="presParOf" srcId="{877761DB-F4D4-4D18-BE85-7CC6688F172B}" destId="{8C2D85DF-D9FF-4DFB-962E-EB85362B1CE1}" srcOrd="1" destOrd="0" presId="urn:microsoft.com/office/officeart/2005/8/layout/vList3"/>
    <dgm:cxn modelId="{55CD388D-5FF3-4F2D-AAC5-719DD8628892}" type="presParOf" srcId="{877761DB-F4D4-4D18-BE85-7CC6688F172B}" destId="{4140F100-F8C8-4D59-93F3-A7703FDF7A43}" srcOrd="2" destOrd="0" presId="urn:microsoft.com/office/officeart/2005/8/layout/vList3"/>
    <dgm:cxn modelId="{A73F9548-24B2-4B2C-BE4C-64F30915FFDA}" type="presParOf" srcId="{4140F100-F8C8-4D59-93F3-A7703FDF7A43}" destId="{0B951973-C34F-47BC-AD97-2D8FE695EC46}" srcOrd="0" destOrd="0" presId="urn:microsoft.com/office/officeart/2005/8/layout/vList3"/>
    <dgm:cxn modelId="{5EC284E6-AC0D-4710-91DE-B446715ECA92}" type="presParOf" srcId="{4140F100-F8C8-4D59-93F3-A7703FDF7A43}" destId="{C069991F-03A4-4ACB-BB65-2C91262D8F57}" srcOrd="1" destOrd="0" presId="urn:microsoft.com/office/officeart/2005/8/layout/vList3"/>
    <dgm:cxn modelId="{EEBE2015-B042-433A-BF49-44B4D738AD50}" type="presParOf" srcId="{877761DB-F4D4-4D18-BE85-7CC6688F172B}" destId="{04B64969-CCD5-4F68-8C28-3286588231F6}" srcOrd="3" destOrd="0" presId="urn:microsoft.com/office/officeart/2005/8/layout/vList3"/>
    <dgm:cxn modelId="{04305FE2-FCB7-47A4-BFE5-9E470BDB8EC8}" type="presParOf" srcId="{877761DB-F4D4-4D18-BE85-7CC6688F172B}" destId="{333826C2-1CA5-4314-A5DF-728474E51AC2}" srcOrd="4" destOrd="0" presId="urn:microsoft.com/office/officeart/2005/8/layout/vList3"/>
    <dgm:cxn modelId="{2BCC7197-D3CD-467C-8C61-5597312F8792}" type="presParOf" srcId="{333826C2-1CA5-4314-A5DF-728474E51AC2}" destId="{A2B219FB-46F4-4F7F-92FB-668A8EE6C066}" srcOrd="0" destOrd="0" presId="urn:microsoft.com/office/officeart/2005/8/layout/vList3"/>
    <dgm:cxn modelId="{A0B5C2E7-65BB-4C18-BDF0-2A3638E8273C}" type="presParOf" srcId="{333826C2-1CA5-4314-A5DF-728474E51AC2}" destId="{5DF3503A-47CF-4F8C-90C2-CD148CE80BBC}" srcOrd="1" destOrd="0" presId="urn:microsoft.com/office/officeart/2005/8/layout/vList3"/>
    <dgm:cxn modelId="{42F34B8D-6B64-4D7A-BF3E-7C9D3527A08F}" type="presParOf" srcId="{877761DB-F4D4-4D18-BE85-7CC6688F172B}" destId="{378A8076-8F3D-4B3C-B8BF-38C831D20FF1}" srcOrd="5" destOrd="0" presId="urn:microsoft.com/office/officeart/2005/8/layout/vList3"/>
    <dgm:cxn modelId="{53B543F6-D9E8-4350-8433-3225A3B3A7BE}" type="presParOf" srcId="{877761DB-F4D4-4D18-BE85-7CC6688F172B}" destId="{FE8357B6-97E7-481B-B13D-12E98516A5D7}" srcOrd="6" destOrd="0" presId="urn:microsoft.com/office/officeart/2005/8/layout/vList3"/>
    <dgm:cxn modelId="{3E353F13-D4BF-4E28-B793-1283E3C31149}" type="presParOf" srcId="{FE8357B6-97E7-481B-B13D-12E98516A5D7}" destId="{0BE654DD-A8FC-4487-8F74-1A0CA0493CE3}" srcOrd="0" destOrd="0" presId="urn:microsoft.com/office/officeart/2005/8/layout/vList3"/>
    <dgm:cxn modelId="{615FCE11-830D-4E7F-A1F1-7537C952553F}" type="presParOf" srcId="{FE8357B6-97E7-481B-B13D-12E98516A5D7}" destId="{EA79724F-045E-4D89-8D19-5FC02641785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282D1495-D854-420E-871B-855381D53F5A}"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3A84EBA8-7723-4D23-8114-1003F2A90EA2}">
      <dgm:prSet/>
      <dgm:spPr/>
      <dgm:t>
        <a:bodyPr/>
        <a:lstStyle/>
        <a:p>
          <a:r>
            <a:rPr lang="uk-UA" b="0" i="0"/>
            <a:t>упровадження в умовах революційних подій у Європі</a:t>
          </a:r>
          <a:endParaRPr lang="uk-UA"/>
        </a:p>
      </dgm:t>
    </dgm:pt>
    <dgm:pt modelId="{7438071D-BBB7-4D06-AEDB-24AE44B046B4}" type="parTrans" cxnId="{F7ADB319-24D2-45F7-9CA5-9949135E058F}">
      <dgm:prSet/>
      <dgm:spPr/>
      <dgm:t>
        <a:bodyPr/>
        <a:lstStyle/>
        <a:p>
          <a:endParaRPr lang="uk-UA"/>
        </a:p>
      </dgm:t>
    </dgm:pt>
    <dgm:pt modelId="{F0398248-1D20-4215-8057-8F433068A105}" type="sibTrans" cxnId="{F7ADB319-24D2-45F7-9CA5-9949135E058F}">
      <dgm:prSet/>
      <dgm:spPr/>
      <dgm:t>
        <a:bodyPr/>
        <a:lstStyle/>
        <a:p>
          <a:endParaRPr lang="uk-UA"/>
        </a:p>
      </dgm:t>
    </dgm:pt>
    <dgm:pt modelId="{C2CD8823-5A32-4DBF-9389-07F690AB65A1}">
      <dgm:prSet/>
      <dgm:spPr/>
      <dgm:t>
        <a:bodyPr/>
        <a:lstStyle/>
        <a:p>
          <a:r>
            <a:rPr lang="uk-UA" b="0" i="0"/>
            <a:t>надання селянам землі та громадянських прав</a:t>
          </a:r>
          <a:endParaRPr lang="uk-UA"/>
        </a:p>
      </dgm:t>
    </dgm:pt>
    <dgm:pt modelId="{3D5B0153-AEC1-45D5-9770-39560C03EB5B}" type="parTrans" cxnId="{C8E0ADFA-1DC2-451A-B1ED-16EC780F9B68}">
      <dgm:prSet/>
      <dgm:spPr/>
      <dgm:t>
        <a:bodyPr/>
        <a:lstStyle/>
        <a:p>
          <a:endParaRPr lang="uk-UA"/>
        </a:p>
      </dgm:t>
    </dgm:pt>
    <dgm:pt modelId="{D3FCDCE3-4B8B-4F10-B0CB-59974139FA1A}" type="sibTrans" cxnId="{C8E0ADFA-1DC2-451A-B1ED-16EC780F9B68}">
      <dgm:prSet/>
      <dgm:spPr/>
      <dgm:t>
        <a:bodyPr/>
        <a:lstStyle/>
        <a:p>
          <a:endParaRPr lang="uk-UA"/>
        </a:p>
      </dgm:t>
    </dgm:pt>
    <dgm:pt modelId="{EB67697E-848E-4366-9358-3ACDDB908187}">
      <dgm:prSet/>
      <dgm:spPr/>
      <dgm:t>
        <a:bodyPr/>
        <a:lstStyle/>
        <a:p>
          <a:r>
            <a:rPr lang="uk-UA" b="0" i="0"/>
            <a:t>залучення селянства до парламентської діяльності</a:t>
          </a:r>
          <a:endParaRPr lang="uk-UA"/>
        </a:p>
      </dgm:t>
    </dgm:pt>
    <dgm:pt modelId="{DF97C06D-1B1E-4A36-9AFA-2036C6D763EB}" type="parTrans" cxnId="{32340587-CBCD-4073-9F16-99E962DD16DD}">
      <dgm:prSet/>
      <dgm:spPr/>
      <dgm:t>
        <a:bodyPr/>
        <a:lstStyle/>
        <a:p>
          <a:endParaRPr lang="uk-UA"/>
        </a:p>
      </dgm:t>
    </dgm:pt>
    <dgm:pt modelId="{004E3FED-5A30-466B-AB12-E8F2BD85481A}" type="sibTrans" cxnId="{32340587-CBCD-4073-9F16-99E962DD16DD}">
      <dgm:prSet/>
      <dgm:spPr/>
      <dgm:t>
        <a:bodyPr/>
        <a:lstStyle/>
        <a:p>
          <a:endParaRPr lang="uk-UA"/>
        </a:p>
      </dgm:t>
    </dgm:pt>
    <dgm:pt modelId="{44FE04FC-A254-42DA-92F2-F4A737605FF8}">
      <dgm:prSet/>
      <dgm:spPr/>
      <dgm:t>
        <a:bodyPr/>
        <a:lstStyle/>
        <a:p>
          <a:r>
            <a:rPr lang="uk-UA" b="0" i="0"/>
            <a:t>ліквідація селянського малоземелля та безземелля</a:t>
          </a:r>
          <a:endParaRPr lang="uk-UA"/>
        </a:p>
      </dgm:t>
    </dgm:pt>
    <dgm:pt modelId="{2645ED9D-9DFC-447E-B6CB-F1DC904D3F23}" type="parTrans" cxnId="{172B15E4-5CF2-44A8-967D-7BD928CFF2A3}">
      <dgm:prSet/>
      <dgm:spPr/>
      <dgm:t>
        <a:bodyPr/>
        <a:lstStyle/>
        <a:p>
          <a:endParaRPr lang="uk-UA"/>
        </a:p>
      </dgm:t>
    </dgm:pt>
    <dgm:pt modelId="{8F661A1F-2E03-49E7-A3A9-80E8CB09DD41}" type="sibTrans" cxnId="{172B15E4-5CF2-44A8-967D-7BD928CFF2A3}">
      <dgm:prSet/>
      <dgm:spPr/>
      <dgm:t>
        <a:bodyPr/>
        <a:lstStyle/>
        <a:p>
          <a:endParaRPr lang="uk-UA"/>
        </a:p>
      </dgm:t>
    </dgm:pt>
    <dgm:pt modelId="{603D4C2B-C960-4D03-B2CC-1F5E04AAFC78}" type="pres">
      <dgm:prSet presAssocID="{282D1495-D854-420E-871B-855381D53F5A}" presName="linear" presStyleCnt="0">
        <dgm:presLayoutVars>
          <dgm:animLvl val="lvl"/>
          <dgm:resizeHandles val="exact"/>
        </dgm:presLayoutVars>
      </dgm:prSet>
      <dgm:spPr/>
    </dgm:pt>
    <dgm:pt modelId="{CF7388D2-3C86-4223-A5EA-E32B1CF7F228}" type="pres">
      <dgm:prSet presAssocID="{3A84EBA8-7723-4D23-8114-1003F2A90EA2}" presName="parentText" presStyleLbl="node1" presStyleIdx="0" presStyleCnt="4">
        <dgm:presLayoutVars>
          <dgm:chMax val="0"/>
          <dgm:bulletEnabled val="1"/>
        </dgm:presLayoutVars>
      </dgm:prSet>
      <dgm:spPr/>
    </dgm:pt>
    <dgm:pt modelId="{43A46C66-DC6F-4C11-B550-1A10B3B10C86}" type="pres">
      <dgm:prSet presAssocID="{F0398248-1D20-4215-8057-8F433068A105}" presName="spacer" presStyleCnt="0"/>
      <dgm:spPr/>
    </dgm:pt>
    <dgm:pt modelId="{2292FB50-EB6D-466D-9A55-A853A6198C55}" type="pres">
      <dgm:prSet presAssocID="{C2CD8823-5A32-4DBF-9389-07F690AB65A1}" presName="parentText" presStyleLbl="node1" presStyleIdx="1" presStyleCnt="4">
        <dgm:presLayoutVars>
          <dgm:chMax val="0"/>
          <dgm:bulletEnabled val="1"/>
        </dgm:presLayoutVars>
      </dgm:prSet>
      <dgm:spPr/>
    </dgm:pt>
    <dgm:pt modelId="{77674D7C-F440-4CD2-8D8A-E750FEC72CE7}" type="pres">
      <dgm:prSet presAssocID="{D3FCDCE3-4B8B-4F10-B0CB-59974139FA1A}" presName="spacer" presStyleCnt="0"/>
      <dgm:spPr/>
    </dgm:pt>
    <dgm:pt modelId="{BBF4C90D-1F56-4C56-AFCB-160C485CCEFE}" type="pres">
      <dgm:prSet presAssocID="{EB67697E-848E-4366-9358-3ACDDB908187}" presName="parentText" presStyleLbl="node1" presStyleIdx="2" presStyleCnt="4">
        <dgm:presLayoutVars>
          <dgm:chMax val="0"/>
          <dgm:bulletEnabled val="1"/>
        </dgm:presLayoutVars>
      </dgm:prSet>
      <dgm:spPr/>
    </dgm:pt>
    <dgm:pt modelId="{994002C9-8977-4312-8B2B-2E93BBACD4B3}" type="pres">
      <dgm:prSet presAssocID="{004E3FED-5A30-466B-AB12-E8F2BD85481A}" presName="spacer" presStyleCnt="0"/>
      <dgm:spPr/>
    </dgm:pt>
    <dgm:pt modelId="{3FB0AB39-7EF3-4F07-B7C8-52877B4B76E2}" type="pres">
      <dgm:prSet presAssocID="{44FE04FC-A254-42DA-92F2-F4A737605FF8}" presName="parentText" presStyleLbl="node1" presStyleIdx="3" presStyleCnt="4">
        <dgm:presLayoutVars>
          <dgm:chMax val="0"/>
          <dgm:bulletEnabled val="1"/>
        </dgm:presLayoutVars>
      </dgm:prSet>
      <dgm:spPr/>
    </dgm:pt>
  </dgm:ptLst>
  <dgm:cxnLst>
    <dgm:cxn modelId="{F7ADB319-24D2-45F7-9CA5-9949135E058F}" srcId="{282D1495-D854-420E-871B-855381D53F5A}" destId="{3A84EBA8-7723-4D23-8114-1003F2A90EA2}" srcOrd="0" destOrd="0" parTransId="{7438071D-BBB7-4D06-AEDB-24AE44B046B4}" sibTransId="{F0398248-1D20-4215-8057-8F433068A105}"/>
    <dgm:cxn modelId="{1485EF27-755E-4F32-AFC8-75088790C700}" type="presOf" srcId="{EB67697E-848E-4366-9358-3ACDDB908187}" destId="{BBF4C90D-1F56-4C56-AFCB-160C485CCEFE}" srcOrd="0" destOrd="0" presId="urn:microsoft.com/office/officeart/2005/8/layout/vList2"/>
    <dgm:cxn modelId="{32340587-CBCD-4073-9F16-99E962DD16DD}" srcId="{282D1495-D854-420E-871B-855381D53F5A}" destId="{EB67697E-848E-4366-9358-3ACDDB908187}" srcOrd="2" destOrd="0" parTransId="{DF97C06D-1B1E-4A36-9AFA-2036C6D763EB}" sibTransId="{004E3FED-5A30-466B-AB12-E8F2BD85481A}"/>
    <dgm:cxn modelId="{F0ACCDB3-2370-4A4F-875A-CBF817E2E77B}" type="presOf" srcId="{282D1495-D854-420E-871B-855381D53F5A}" destId="{603D4C2B-C960-4D03-B2CC-1F5E04AAFC78}" srcOrd="0" destOrd="0" presId="urn:microsoft.com/office/officeart/2005/8/layout/vList2"/>
    <dgm:cxn modelId="{02D116C2-A17D-4431-B267-1D31E32B0059}" type="presOf" srcId="{C2CD8823-5A32-4DBF-9389-07F690AB65A1}" destId="{2292FB50-EB6D-466D-9A55-A853A6198C55}" srcOrd="0" destOrd="0" presId="urn:microsoft.com/office/officeart/2005/8/layout/vList2"/>
    <dgm:cxn modelId="{FBF4D9CE-D5F5-4818-B94B-08F608B011FA}" type="presOf" srcId="{44FE04FC-A254-42DA-92F2-F4A737605FF8}" destId="{3FB0AB39-7EF3-4F07-B7C8-52877B4B76E2}" srcOrd="0" destOrd="0" presId="urn:microsoft.com/office/officeart/2005/8/layout/vList2"/>
    <dgm:cxn modelId="{172B15E4-5CF2-44A8-967D-7BD928CFF2A3}" srcId="{282D1495-D854-420E-871B-855381D53F5A}" destId="{44FE04FC-A254-42DA-92F2-F4A737605FF8}" srcOrd="3" destOrd="0" parTransId="{2645ED9D-9DFC-447E-B6CB-F1DC904D3F23}" sibTransId="{8F661A1F-2E03-49E7-A3A9-80E8CB09DD41}"/>
    <dgm:cxn modelId="{AB30EEF4-603C-42EF-88FE-A771084BF1A0}" type="presOf" srcId="{3A84EBA8-7723-4D23-8114-1003F2A90EA2}" destId="{CF7388D2-3C86-4223-A5EA-E32B1CF7F228}" srcOrd="0" destOrd="0" presId="urn:microsoft.com/office/officeart/2005/8/layout/vList2"/>
    <dgm:cxn modelId="{C8E0ADFA-1DC2-451A-B1ED-16EC780F9B68}" srcId="{282D1495-D854-420E-871B-855381D53F5A}" destId="{C2CD8823-5A32-4DBF-9389-07F690AB65A1}" srcOrd="1" destOrd="0" parTransId="{3D5B0153-AEC1-45D5-9770-39560C03EB5B}" sibTransId="{D3FCDCE3-4B8B-4F10-B0CB-59974139FA1A}"/>
    <dgm:cxn modelId="{15014F63-9A21-4131-8812-641763162A10}" type="presParOf" srcId="{603D4C2B-C960-4D03-B2CC-1F5E04AAFC78}" destId="{CF7388D2-3C86-4223-A5EA-E32B1CF7F228}" srcOrd="0" destOrd="0" presId="urn:microsoft.com/office/officeart/2005/8/layout/vList2"/>
    <dgm:cxn modelId="{C2B7FD50-9BC4-4DC5-A88D-6A6C7EB71E96}" type="presParOf" srcId="{603D4C2B-C960-4D03-B2CC-1F5E04AAFC78}" destId="{43A46C66-DC6F-4C11-B550-1A10B3B10C86}" srcOrd="1" destOrd="0" presId="urn:microsoft.com/office/officeart/2005/8/layout/vList2"/>
    <dgm:cxn modelId="{58EA79A2-A55E-47F9-BBD9-5722F731C943}" type="presParOf" srcId="{603D4C2B-C960-4D03-B2CC-1F5E04AAFC78}" destId="{2292FB50-EB6D-466D-9A55-A853A6198C55}" srcOrd="2" destOrd="0" presId="urn:microsoft.com/office/officeart/2005/8/layout/vList2"/>
    <dgm:cxn modelId="{28254FE1-9D5F-4529-A10F-8E1281859CE6}" type="presParOf" srcId="{603D4C2B-C960-4D03-B2CC-1F5E04AAFC78}" destId="{77674D7C-F440-4CD2-8D8A-E750FEC72CE7}" srcOrd="3" destOrd="0" presId="urn:microsoft.com/office/officeart/2005/8/layout/vList2"/>
    <dgm:cxn modelId="{A24CEAB6-2062-433B-A83C-9A8ABC4B07D5}" type="presParOf" srcId="{603D4C2B-C960-4D03-B2CC-1F5E04AAFC78}" destId="{BBF4C90D-1F56-4C56-AFCB-160C485CCEFE}" srcOrd="4" destOrd="0" presId="urn:microsoft.com/office/officeart/2005/8/layout/vList2"/>
    <dgm:cxn modelId="{B93A68EC-EED5-4464-9F64-F84EE8FA24A7}" type="presParOf" srcId="{603D4C2B-C960-4D03-B2CC-1F5E04AAFC78}" destId="{994002C9-8977-4312-8B2B-2E93BBACD4B3}" srcOrd="5" destOrd="0" presId="urn:microsoft.com/office/officeart/2005/8/layout/vList2"/>
    <dgm:cxn modelId="{681C46D3-25CD-4048-A2E7-1D15C751D6B0}" type="presParOf" srcId="{603D4C2B-C960-4D03-B2CC-1F5E04AAFC78}" destId="{3FB0AB39-7EF3-4F07-B7C8-52877B4B76E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7D373774-8E56-4923-83A0-CEE2B56A9213}"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1BC8C725-5101-4735-9C7D-91BB5BC83C91}">
      <dgm:prSet/>
      <dgm:spPr/>
      <dgm:t>
        <a:bodyPr/>
        <a:lstStyle/>
        <a:p>
          <a:r>
            <a:rPr lang="ru-RU" b="0" i="0"/>
            <a:t>1, 2, 4</a:t>
          </a:r>
          <a:endParaRPr lang="uk-UA"/>
        </a:p>
      </dgm:t>
    </dgm:pt>
    <dgm:pt modelId="{030958AF-5954-4E24-BCFC-E67291AA538C}" type="parTrans" cxnId="{7F58A378-BEA2-4572-A9B1-A90B117420B1}">
      <dgm:prSet/>
      <dgm:spPr/>
      <dgm:t>
        <a:bodyPr/>
        <a:lstStyle/>
        <a:p>
          <a:endParaRPr lang="uk-UA"/>
        </a:p>
      </dgm:t>
    </dgm:pt>
    <dgm:pt modelId="{46B84C9D-6F6A-4EF2-B700-ADE91B5D692F}" type="sibTrans" cxnId="{7F58A378-BEA2-4572-A9B1-A90B117420B1}">
      <dgm:prSet/>
      <dgm:spPr/>
      <dgm:t>
        <a:bodyPr/>
        <a:lstStyle/>
        <a:p>
          <a:endParaRPr lang="uk-UA"/>
        </a:p>
      </dgm:t>
    </dgm:pt>
    <dgm:pt modelId="{79B0A658-8826-4E01-B426-0E23BBFC6BC5}">
      <dgm:prSet/>
      <dgm:spPr/>
      <dgm:t>
        <a:bodyPr/>
        <a:lstStyle/>
        <a:p>
          <a:r>
            <a:rPr lang="ru-RU" b="0" i="0"/>
            <a:t>3, 5, 6</a:t>
          </a:r>
          <a:endParaRPr lang="uk-UA"/>
        </a:p>
      </dgm:t>
    </dgm:pt>
    <dgm:pt modelId="{404EF415-3B07-441A-A316-AB2652E71901}" type="parTrans" cxnId="{9EAF5219-1E39-4077-B5B3-2FA3A7A0FA86}">
      <dgm:prSet/>
      <dgm:spPr/>
      <dgm:t>
        <a:bodyPr/>
        <a:lstStyle/>
        <a:p>
          <a:endParaRPr lang="uk-UA"/>
        </a:p>
      </dgm:t>
    </dgm:pt>
    <dgm:pt modelId="{B2FDCF69-A851-473C-9735-6B844860CD40}" type="sibTrans" cxnId="{9EAF5219-1E39-4077-B5B3-2FA3A7A0FA86}">
      <dgm:prSet/>
      <dgm:spPr/>
      <dgm:t>
        <a:bodyPr/>
        <a:lstStyle/>
        <a:p>
          <a:endParaRPr lang="uk-UA"/>
        </a:p>
      </dgm:t>
    </dgm:pt>
    <dgm:pt modelId="{313F92CB-B8E4-4C22-B60F-BB947BA740F3}">
      <dgm:prSet/>
      <dgm:spPr/>
      <dgm:t>
        <a:bodyPr/>
        <a:lstStyle/>
        <a:p>
          <a:r>
            <a:rPr lang="ru-RU" b="0" i="0"/>
            <a:t>1, 4, 5</a:t>
          </a:r>
          <a:endParaRPr lang="uk-UA"/>
        </a:p>
      </dgm:t>
    </dgm:pt>
    <dgm:pt modelId="{E38B58DC-B731-4B87-843B-490E3F505135}" type="parTrans" cxnId="{0EB1D748-9336-47AB-9920-88729D2B6361}">
      <dgm:prSet/>
      <dgm:spPr/>
      <dgm:t>
        <a:bodyPr/>
        <a:lstStyle/>
        <a:p>
          <a:endParaRPr lang="uk-UA"/>
        </a:p>
      </dgm:t>
    </dgm:pt>
    <dgm:pt modelId="{02046E38-3CBD-4D6D-B450-6BE8A8E1CEBC}" type="sibTrans" cxnId="{0EB1D748-9336-47AB-9920-88729D2B6361}">
      <dgm:prSet/>
      <dgm:spPr/>
      <dgm:t>
        <a:bodyPr/>
        <a:lstStyle/>
        <a:p>
          <a:endParaRPr lang="uk-UA"/>
        </a:p>
      </dgm:t>
    </dgm:pt>
    <dgm:pt modelId="{E59DAF64-511D-467F-B781-ACBD25C8709C}">
      <dgm:prSet/>
      <dgm:spPr/>
      <dgm:t>
        <a:bodyPr/>
        <a:lstStyle/>
        <a:p>
          <a:r>
            <a:rPr lang="ru-RU" b="0" i="0"/>
            <a:t>2, 3, 6</a:t>
          </a:r>
          <a:endParaRPr lang="uk-UA"/>
        </a:p>
      </dgm:t>
    </dgm:pt>
    <dgm:pt modelId="{B85FB518-CD4E-42FA-A92C-151B7AD4D7BA}" type="parTrans" cxnId="{1C410A05-BED0-4492-933B-1015FABCAD8F}">
      <dgm:prSet/>
      <dgm:spPr/>
      <dgm:t>
        <a:bodyPr/>
        <a:lstStyle/>
        <a:p>
          <a:endParaRPr lang="uk-UA"/>
        </a:p>
      </dgm:t>
    </dgm:pt>
    <dgm:pt modelId="{291B53FB-F9E4-40F6-A44A-CA4E8D944CEB}" type="sibTrans" cxnId="{1C410A05-BED0-4492-933B-1015FABCAD8F}">
      <dgm:prSet/>
      <dgm:spPr/>
      <dgm:t>
        <a:bodyPr/>
        <a:lstStyle/>
        <a:p>
          <a:endParaRPr lang="uk-UA"/>
        </a:p>
      </dgm:t>
    </dgm:pt>
    <dgm:pt modelId="{CB78AEC1-B240-438F-8D0C-0CB4DCDE5E0F}" type="pres">
      <dgm:prSet presAssocID="{7D373774-8E56-4923-83A0-CEE2B56A9213}" presName="matrix" presStyleCnt="0">
        <dgm:presLayoutVars>
          <dgm:chMax val="1"/>
          <dgm:dir/>
          <dgm:resizeHandles val="exact"/>
        </dgm:presLayoutVars>
      </dgm:prSet>
      <dgm:spPr/>
    </dgm:pt>
    <dgm:pt modelId="{5497207B-5F9C-4656-918A-A28B173EBAB8}" type="pres">
      <dgm:prSet presAssocID="{7D373774-8E56-4923-83A0-CEE2B56A9213}" presName="diamond" presStyleLbl="bgShp" presStyleIdx="0" presStyleCnt="1"/>
      <dgm:spPr/>
    </dgm:pt>
    <dgm:pt modelId="{AEF3F9FD-23D8-4B85-9AA0-4AB74DA44B76}" type="pres">
      <dgm:prSet presAssocID="{7D373774-8E56-4923-83A0-CEE2B56A9213}" presName="quad1" presStyleLbl="node1" presStyleIdx="0" presStyleCnt="4">
        <dgm:presLayoutVars>
          <dgm:chMax val="0"/>
          <dgm:chPref val="0"/>
          <dgm:bulletEnabled val="1"/>
        </dgm:presLayoutVars>
      </dgm:prSet>
      <dgm:spPr/>
    </dgm:pt>
    <dgm:pt modelId="{97BFCEC4-CD14-44A3-8E8A-E1749A1181AE}" type="pres">
      <dgm:prSet presAssocID="{7D373774-8E56-4923-83A0-CEE2B56A9213}" presName="quad2" presStyleLbl="node1" presStyleIdx="1" presStyleCnt="4">
        <dgm:presLayoutVars>
          <dgm:chMax val="0"/>
          <dgm:chPref val="0"/>
          <dgm:bulletEnabled val="1"/>
        </dgm:presLayoutVars>
      </dgm:prSet>
      <dgm:spPr/>
    </dgm:pt>
    <dgm:pt modelId="{7E1AE723-C206-44A4-A807-0E40FB4EB469}" type="pres">
      <dgm:prSet presAssocID="{7D373774-8E56-4923-83A0-CEE2B56A9213}" presName="quad3" presStyleLbl="node1" presStyleIdx="2" presStyleCnt="4">
        <dgm:presLayoutVars>
          <dgm:chMax val="0"/>
          <dgm:chPref val="0"/>
          <dgm:bulletEnabled val="1"/>
        </dgm:presLayoutVars>
      </dgm:prSet>
      <dgm:spPr/>
    </dgm:pt>
    <dgm:pt modelId="{1CCAA250-73E7-4A16-A792-016043757A90}" type="pres">
      <dgm:prSet presAssocID="{7D373774-8E56-4923-83A0-CEE2B56A9213}" presName="quad4" presStyleLbl="node1" presStyleIdx="3" presStyleCnt="4">
        <dgm:presLayoutVars>
          <dgm:chMax val="0"/>
          <dgm:chPref val="0"/>
          <dgm:bulletEnabled val="1"/>
        </dgm:presLayoutVars>
      </dgm:prSet>
      <dgm:spPr/>
    </dgm:pt>
  </dgm:ptLst>
  <dgm:cxnLst>
    <dgm:cxn modelId="{1C410A05-BED0-4492-933B-1015FABCAD8F}" srcId="{7D373774-8E56-4923-83A0-CEE2B56A9213}" destId="{E59DAF64-511D-467F-B781-ACBD25C8709C}" srcOrd="3" destOrd="0" parTransId="{B85FB518-CD4E-42FA-A92C-151B7AD4D7BA}" sibTransId="{291B53FB-F9E4-40F6-A44A-CA4E8D944CEB}"/>
    <dgm:cxn modelId="{9EAF5219-1E39-4077-B5B3-2FA3A7A0FA86}" srcId="{7D373774-8E56-4923-83A0-CEE2B56A9213}" destId="{79B0A658-8826-4E01-B426-0E23BBFC6BC5}" srcOrd="1" destOrd="0" parTransId="{404EF415-3B07-441A-A316-AB2652E71901}" sibTransId="{B2FDCF69-A851-473C-9735-6B844860CD40}"/>
    <dgm:cxn modelId="{56A58B1C-F0AE-4917-A7B1-EBDBA4B96B70}" type="presOf" srcId="{313F92CB-B8E4-4C22-B60F-BB947BA740F3}" destId="{7E1AE723-C206-44A4-A807-0E40FB4EB469}" srcOrd="0" destOrd="0" presId="urn:microsoft.com/office/officeart/2005/8/layout/matrix3"/>
    <dgm:cxn modelId="{0EB1D748-9336-47AB-9920-88729D2B6361}" srcId="{7D373774-8E56-4923-83A0-CEE2B56A9213}" destId="{313F92CB-B8E4-4C22-B60F-BB947BA740F3}" srcOrd="2" destOrd="0" parTransId="{E38B58DC-B731-4B87-843B-490E3F505135}" sibTransId="{02046E38-3CBD-4D6D-B450-6BE8A8E1CEBC}"/>
    <dgm:cxn modelId="{7F58A378-BEA2-4572-A9B1-A90B117420B1}" srcId="{7D373774-8E56-4923-83A0-CEE2B56A9213}" destId="{1BC8C725-5101-4735-9C7D-91BB5BC83C91}" srcOrd="0" destOrd="0" parTransId="{030958AF-5954-4E24-BCFC-E67291AA538C}" sibTransId="{46B84C9D-6F6A-4EF2-B700-ADE91B5D692F}"/>
    <dgm:cxn modelId="{9F42A479-5754-46D6-B0F3-5E6985E13FBB}" type="presOf" srcId="{7D373774-8E56-4923-83A0-CEE2B56A9213}" destId="{CB78AEC1-B240-438F-8D0C-0CB4DCDE5E0F}" srcOrd="0" destOrd="0" presId="urn:microsoft.com/office/officeart/2005/8/layout/matrix3"/>
    <dgm:cxn modelId="{07483C9B-37D6-4701-B640-8E90FC8CEFD5}" type="presOf" srcId="{1BC8C725-5101-4735-9C7D-91BB5BC83C91}" destId="{AEF3F9FD-23D8-4B85-9AA0-4AB74DA44B76}" srcOrd="0" destOrd="0" presId="urn:microsoft.com/office/officeart/2005/8/layout/matrix3"/>
    <dgm:cxn modelId="{089E17B1-7805-453B-999C-E00EF6ED1EFB}" type="presOf" srcId="{E59DAF64-511D-467F-B781-ACBD25C8709C}" destId="{1CCAA250-73E7-4A16-A792-016043757A90}" srcOrd="0" destOrd="0" presId="urn:microsoft.com/office/officeart/2005/8/layout/matrix3"/>
    <dgm:cxn modelId="{D7E795B1-3CAF-4094-9A00-54022E6CB09A}" type="presOf" srcId="{79B0A658-8826-4E01-B426-0E23BBFC6BC5}" destId="{97BFCEC4-CD14-44A3-8E8A-E1749A1181AE}" srcOrd="0" destOrd="0" presId="urn:microsoft.com/office/officeart/2005/8/layout/matrix3"/>
    <dgm:cxn modelId="{D31093EF-6D54-4C30-80F4-AF60E5273A7C}" type="presParOf" srcId="{CB78AEC1-B240-438F-8D0C-0CB4DCDE5E0F}" destId="{5497207B-5F9C-4656-918A-A28B173EBAB8}" srcOrd="0" destOrd="0" presId="urn:microsoft.com/office/officeart/2005/8/layout/matrix3"/>
    <dgm:cxn modelId="{1604AFE1-E995-479E-AF27-00BC25DD864E}" type="presParOf" srcId="{CB78AEC1-B240-438F-8D0C-0CB4DCDE5E0F}" destId="{AEF3F9FD-23D8-4B85-9AA0-4AB74DA44B76}" srcOrd="1" destOrd="0" presId="urn:microsoft.com/office/officeart/2005/8/layout/matrix3"/>
    <dgm:cxn modelId="{C18C516D-D95B-4B7E-897D-A49F46232D84}" type="presParOf" srcId="{CB78AEC1-B240-438F-8D0C-0CB4DCDE5E0F}" destId="{97BFCEC4-CD14-44A3-8E8A-E1749A1181AE}" srcOrd="2" destOrd="0" presId="urn:microsoft.com/office/officeart/2005/8/layout/matrix3"/>
    <dgm:cxn modelId="{246DD4AF-D156-4626-A82A-4A399767D044}" type="presParOf" srcId="{CB78AEC1-B240-438F-8D0C-0CB4DCDE5E0F}" destId="{7E1AE723-C206-44A4-A807-0E40FB4EB469}" srcOrd="3" destOrd="0" presId="urn:microsoft.com/office/officeart/2005/8/layout/matrix3"/>
    <dgm:cxn modelId="{3DE9721A-0474-44EB-AD78-5A6A689EF425}" type="presParOf" srcId="{CB78AEC1-B240-438F-8D0C-0CB4DCDE5E0F}" destId="{1CCAA250-73E7-4A16-A792-016043757A9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118A3606-4190-4876-ACA7-81AB18E7E63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FA81B0C-A46C-4387-A1E5-D159A2C60E65}">
      <dgm:prSet/>
      <dgm:spPr/>
      <dgm:t>
        <a:bodyPr/>
        <a:lstStyle/>
        <a:p>
          <a:r>
            <a:rPr lang="ru-RU" b="0" i="0"/>
            <a:t>М. Максимович</a:t>
          </a:r>
          <a:endParaRPr lang="uk-UA"/>
        </a:p>
      </dgm:t>
    </dgm:pt>
    <dgm:pt modelId="{99BC5D70-CDDA-479B-82F9-F1B2B0707801}" type="parTrans" cxnId="{99653C60-F2BE-4588-A29C-2809E8AB3AA5}">
      <dgm:prSet/>
      <dgm:spPr/>
      <dgm:t>
        <a:bodyPr/>
        <a:lstStyle/>
        <a:p>
          <a:endParaRPr lang="uk-UA"/>
        </a:p>
      </dgm:t>
    </dgm:pt>
    <dgm:pt modelId="{064AC806-4636-40CF-A0DE-66877F271E81}" type="sibTrans" cxnId="{99653C60-F2BE-4588-A29C-2809E8AB3AA5}">
      <dgm:prSet/>
      <dgm:spPr/>
      <dgm:t>
        <a:bodyPr/>
        <a:lstStyle/>
        <a:p>
          <a:endParaRPr lang="uk-UA"/>
        </a:p>
      </dgm:t>
    </dgm:pt>
    <dgm:pt modelId="{F0140E60-D761-42DA-A07D-DE44E9421D13}">
      <dgm:prSet/>
      <dgm:spPr/>
      <dgm:t>
        <a:bodyPr/>
        <a:lstStyle/>
        <a:p>
          <a:r>
            <a:rPr lang="ru-RU" b="0" i="0"/>
            <a:t>М. Костомаров</a:t>
          </a:r>
          <a:endParaRPr lang="uk-UA"/>
        </a:p>
      </dgm:t>
    </dgm:pt>
    <dgm:pt modelId="{366863C2-D97C-4067-A408-55BFE3FB7B70}" type="parTrans" cxnId="{E69911CC-3C7F-4573-A3D1-B36662E2FD9E}">
      <dgm:prSet/>
      <dgm:spPr/>
      <dgm:t>
        <a:bodyPr/>
        <a:lstStyle/>
        <a:p>
          <a:endParaRPr lang="uk-UA"/>
        </a:p>
      </dgm:t>
    </dgm:pt>
    <dgm:pt modelId="{E23EFBC2-7DD8-4B0B-A39E-8F28147AB76C}" type="sibTrans" cxnId="{E69911CC-3C7F-4573-A3D1-B36662E2FD9E}">
      <dgm:prSet/>
      <dgm:spPr/>
      <dgm:t>
        <a:bodyPr/>
        <a:lstStyle/>
        <a:p>
          <a:endParaRPr lang="uk-UA"/>
        </a:p>
      </dgm:t>
    </dgm:pt>
    <dgm:pt modelId="{477AD61E-D569-4EF8-A095-D65F38F51DA0}">
      <dgm:prSet/>
      <dgm:spPr/>
      <dgm:t>
        <a:bodyPr/>
        <a:lstStyle/>
        <a:p>
          <a:r>
            <a:rPr lang="ru-RU" b="0" i="0"/>
            <a:t>Д. Яворницький</a:t>
          </a:r>
          <a:endParaRPr lang="uk-UA"/>
        </a:p>
      </dgm:t>
    </dgm:pt>
    <dgm:pt modelId="{72232465-9C7B-40A4-8E06-1EEDEE9EAA3F}" type="parTrans" cxnId="{3C301C44-B322-4A2D-B409-01091FF610D9}">
      <dgm:prSet/>
      <dgm:spPr/>
      <dgm:t>
        <a:bodyPr/>
        <a:lstStyle/>
        <a:p>
          <a:endParaRPr lang="uk-UA"/>
        </a:p>
      </dgm:t>
    </dgm:pt>
    <dgm:pt modelId="{5B525E31-0366-4250-8A06-CD235CB314A1}" type="sibTrans" cxnId="{3C301C44-B322-4A2D-B409-01091FF610D9}">
      <dgm:prSet/>
      <dgm:spPr/>
      <dgm:t>
        <a:bodyPr/>
        <a:lstStyle/>
        <a:p>
          <a:endParaRPr lang="uk-UA"/>
        </a:p>
      </dgm:t>
    </dgm:pt>
    <dgm:pt modelId="{98C4B403-6519-42DC-86C5-8A59A2CEDAF2}">
      <dgm:prSet/>
      <dgm:spPr/>
      <dgm:t>
        <a:bodyPr/>
        <a:lstStyle/>
        <a:p>
          <a:r>
            <a:rPr lang="ru-RU" b="0" i="0"/>
            <a:t>М. Грушевський</a:t>
          </a:r>
          <a:endParaRPr lang="uk-UA"/>
        </a:p>
      </dgm:t>
    </dgm:pt>
    <dgm:pt modelId="{6280FB12-9BF5-4A37-B575-D9182139292C}" type="parTrans" cxnId="{E7EC456E-5684-4C1E-A700-8305F37056C6}">
      <dgm:prSet/>
      <dgm:spPr/>
      <dgm:t>
        <a:bodyPr/>
        <a:lstStyle/>
        <a:p>
          <a:endParaRPr lang="uk-UA"/>
        </a:p>
      </dgm:t>
    </dgm:pt>
    <dgm:pt modelId="{7749AC5A-19AC-4BDD-8388-43EE9DC34DC6}" type="sibTrans" cxnId="{E7EC456E-5684-4C1E-A700-8305F37056C6}">
      <dgm:prSet/>
      <dgm:spPr/>
      <dgm:t>
        <a:bodyPr/>
        <a:lstStyle/>
        <a:p>
          <a:endParaRPr lang="uk-UA"/>
        </a:p>
      </dgm:t>
    </dgm:pt>
    <dgm:pt modelId="{61185658-B632-46F1-92EE-0BFEEE1ABD26}" type="pres">
      <dgm:prSet presAssocID="{118A3606-4190-4876-ACA7-81AB18E7E632}" presName="linear" presStyleCnt="0">
        <dgm:presLayoutVars>
          <dgm:animLvl val="lvl"/>
          <dgm:resizeHandles val="exact"/>
        </dgm:presLayoutVars>
      </dgm:prSet>
      <dgm:spPr/>
    </dgm:pt>
    <dgm:pt modelId="{0C345F1F-2F5C-42B4-8D9E-776E21F24A2C}" type="pres">
      <dgm:prSet presAssocID="{9FA81B0C-A46C-4387-A1E5-D159A2C60E65}" presName="parentText" presStyleLbl="node1" presStyleIdx="0" presStyleCnt="4">
        <dgm:presLayoutVars>
          <dgm:chMax val="0"/>
          <dgm:bulletEnabled val="1"/>
        </dgm:presLayoutVars>
      </dgm:prSet>
      <dgm:spPr/>
    </dgm:pt>
    <dgm:pt modelId="{4E9DB17F-DF5A-4376-A26B-16C72FA34939}" type="pres">
      <dgm:prSet presAssocID="{064AC806-4636-40CF-A0DE-66877F271E81}" presName="spacer" presStyleCnt="0"/>
      <dgm:spPr/>
    </dgm:pt>
    <dgm:pt modelId="{D8EFD1FB-AFF6-4581-9AC9-76DC8D4E090C}" type="pres">
      <dgm:prSet presAssocID="{F0140E60-D761-42DA-A07D-DE44E9421D13}" presName="parentText" presStyleLbl="node1" presStyleIdx="1" presStyleCnt="4">
        <dgm:presLayoutVars>
          <dgm:chMax val="0"/>
          <dgm:bulletEnabled val="1"/>
        </dgm:presLayoutVars>
      </dgm:prSet>
      <dgm:spPr/>
    </dgm:pt>
    <dgm:pt modelId="{0364B4C7-95A4-4370-80E6-C07FD98E066F}" type="pres">
      <dgm:prSet presAssocID="{E23EFBC2-7DD8-4B0B-A39E-8F28147AB76C}" presName="spacer" presStyleCnt="0"/>
      <dgm:spPr/>
    </dgm:pt>
    <dgm:pt modelId="{7EA3EA28-F3CD-4C01-90F3-615142ED62AB}" type="pres">
      <dgm:prSet presAssocID="{477AD61E-D569-4EF8-A095-D65F38F51DA0}" presName="parentText" presStyleLbl="node1" presStyleIdx="2" presStyleCnt="4">
        <dgm:presLayoutVars>
          <dgm:chMax val="0"/>
          <dgm:bulletEnabled val="1"/>
        </dgm:presLayoutVars>
      </dgm:prSet>
      <dgm:spPr/>
    </dgm:pt>
    <dgm:pt modelId="{85D23787-5FD2-4602-BD51-1333EA86E1B4}" type="pres">
      <dgm:prSet presAssocID="{5B525E31-0366-4250-8A06-CD235CB314A1}" presName="spacer" presStyleCnt="0"/>
      <dgm:spPr/>
    </dgm:pt>
    <dgm:pt modelId="{8E17FB32-7877-449C-9580-F3E3970EBB36}" type="pres">
      <dgm:prSet presAssocID="{98C4B403-6519-42DC-86C5-8A59A2CEDAF2}" presName="parentText" presStyleLbl="node1" presStyleIdx="3" presStyleCnt="4">
        <dgm:presLayoutVars>
          <dgm:chMax val="0"/>
          <dgm:bulletEnabled val="1"/>
        </dgm:presLayoutVars>
      </dgm:prSet>
      <dgm:spPr/>
    </dgm:pt>
  </dgm:ptLst>
  <dgm:cxnLst>
    <dgm:cxn modelId="{4D862D2A-F01A-44CF-B204-66B3CC4E526D}" type="presOf" srcId="{98C4B403-6519-42DC-86C5-8A59A2CEDAF2}" destId="{8E17FB32-7877-449C-9580-F3E3970EBB36}" srcOrd="0" destOrd="0" presId="urn:microsoft.com/office/officeart/2005/8/layout/vList2"/>
    <dgm:cxn modelId="{99653C60-F2BE-4588-A29C-2809E8AB3AA5}" srcId="{118A3606-4190-4876-ACA7-81AB18E7E632}" destId="{9FA81B0C-A46C-4387-A1E5-D159A2C60E65}" srcOrd="0" destOrd="0" parTransId="{99BC5D70-CDDA-479B-82F9-F1B2B0707801}" sibTransId="{064AC806-4636-40CF-A0DE-66877F271E81}"/>
    <dgm:cxn modelId="{3C301C44-B322-4A2D-B409-01091FF610D9}" srcId="{118A3606-4190-4876-ACA7-81AB18E7E632}" destId="{477AD61E-D569-4EF8-A095-D65F38F51DA0}" srcOrd="2" destOrd="0" parTransId="{72232465-9C7B-40A4-8E06-1EEDEE9EAA3F}" sibTransId="{5B525E31-0366-4250-8A06-CD235CB314A1}"/>
    <dgm:cxn modelId="{E7EC456E-5684-4C1E-A700-8305F37056C6}" srcId="{118A3606-4190-4876-ACA7-81AB18E7E632}" destId="{98C4B403-6519-42DC-86C5-8A59A2CEDAF2}" srcOrd="3" destOrd="0" parTransId="{6280FB12-9BF5-4A37-B575-D9182139292C}" sibTransId="{7749AC5A-19AC-4BDD-8388-43EE9DC34DC6}"/>
    <dgm:cxn modelId="{5F75C4AB-7940-4533-8754-8AD3DFF6AC40}" type="presOf" srcId="{477AD61E-D569-4EF8-A095-D65F38F51DA0}" destId="{7EA3EA28-F3CD-4C01-90F3-615142ED62AB}" srcOrd="0" destOrd="0" presId="urn:microsoft.com/office/officeart/2005/8/layout/vList2"/>
    <dgm:cxn modelId="{41E630AD-1875-4AD8-80E9-92F0D6E7EF27}" type="presOf" srcId="{9FA81B0C-A46C-4387-A1E5-D159A2C60E65}" destId="{0C345F1F-2F5C-42B4-8D9E-776E21F24A2C}" srcOrd="0" destOrd="0" presId="urn:microsoft.com/office/officeart/2005/8/layout/vList2"/>
    <dgm:cxn modelId="{42AEF6B2-5DE9-4232-81E2-28B0F97C1D53}" type="presOf" srcId="{118A3606-4190-4876-ACA7-81AB18E7E632}" destId="{61185658-B632-46F1-92EE-0BFEEE1ABD26}" srcOrd="0" destOrd="0" presId="urn:microsoft.com/office/officeart/2005/8/layout/vList2"/>
    <dgm:cxn modelId="{E69911CC-3C7F-4573-A3D1-B36662E2FD9E}" srcId="{118A3606-4190-4876-ACA7-81AB18E7E632}" destId="{F0140E60-D761-42DA-A07D-DE44E9421D13}" srcOrd="1" destOrd="0" parTransId="{366863C2-D97C-4067-A408-55BFE3FB7B70}" sibTransId="{E23EFBC2-7DD8-4B0B-A39E-8F28147AB76C}"/>
    <dgm:cxn modelId="{350FB4D7-BD85-4C66-B880-59DC61B6C0EC}" type="presOf" srcId="{F0140E60-D761-42DA-A07D-DE44E9421D13}" destId="{D8EFD1FB-AFF6-4581-9AC9-76DC8D4E090C}" srcOrd="0" destOrd="0" presId="urn:microsoft.com/office/officeart/2005/8/layout/vList2"/>
    <dgm:cxn modelId="{459AAB2C-F2B7-498B-B561-D80E387DBDB0}" type="presParOf" srcId="{61185658-B632-46F1-92EE-0BFEEE1ABD26}" destId="{0C345F1F-2F5C-42B4-8D9E-776E21F24A2C}" srcOrd="0" destOrd="0" presId="urn:microsoft.com/office/officeart/2005/8/layout/vList2"/>
    <dgm:cxn modelId="{486D9DE7-C0E8-45BA-B66A-966D5A68ECC6}" type="presParOf" srcId="{61185658-B632-46F1-92EE-0BFEEE1ABD26}" destId="{4E9DB17F-DF5A-4376-A26B-16C72FA34939}" srcOrd="1" destOrd="0" presId="urn:microsoft.com/office/officeart/2005/8/layout/vList2"/>
    <dgm:cxn modelId="{CF1B2468-10A3-4427-91A9-4212DE92A29C}" type="presParOf" srcId="{61185658-B632-46F1-92EE-0BFEEE1ABD26}" destId="{D8EFD1FB-AFF6-4581-9AC9-76DC8D4E090C}" srcOrd="2" destOrd="0" presId="urn:microsoft.com/office/officeart/2005/8/layout/vList2"/>
    <dgm:cxn modelId="{0311D474-5D1B-4180-B690-4DD7B2FD889C}" type="presParOf" srcId="{61185658-B632-46F1-92EE-0BFEEE1ABD26}" destId="{0364B4C7-95A4-4370-80E6-C07FD98E066F}" srcOrd="3" destOrd="0" presId="urn:microsoft.com/office/officeart/2005/8/layout/vList2"/>
    <dgm:cxn modelId="{9E858C2E-5DE8-4264-8101-3C1C0B2FE533}" type="presParOf" srcId="{61185658-B632-46F1-92EE-0BFEEE1ABD26}" destId="{7EA3EA28-F3CD-4C01-90F3-615142ED62AB}" srcOrd="4" destOrd="0" presId="urn:microsoft.com/office/officeart/2005/8/layout/vList2"/>
    <dgm:cxn modelId="{2CAF26CF-4A8C-42DF-A292-DA415BECE8C9}" type="presParOf" srcId="{61185658-B632-46F1-92EE-0BFEEE1ABD26}" destId="{85D23787-5FD2-4602-BD51-1333EA86E1B4}" srcOrd="5" destOrd="0" presId="urn:microsoft.com/office/officeart/2005/8/layout/vList2"/>
    <dgm:cxn modelId="{A2AC2EB0-B708-41E7-A413-55BEC6B4C533}" type="presParOf" srcId="{61185658-B632-46F1-92EE-0BFEEE1ABD26}" destId="{8E17FB32-7877-449C-9580-F3E3970EBB3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68F6AD25-DDBA-40B6-9E2C-8378965F7F6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E46A0516-386B-4451-B15C-CB62C85986E0}">
      <dgm:prSet/>
      <dgm:spPr/>
      <dgm:t>
        <a:bodyPr/>
        <a:lstStyle/>
        <a:p>
          <a:r>
            <a:rPr lang="uk-UA" b="0" i="0"/>
            <a:t>Дійсний член Наукового товариства ім. Т. Шевченка, автор багатотомної «Історії України-Руси», праць «Очерки истории украинского народа», «Ілюстрованої історії України».</a:t>
          </a:r>
          <a:endParaRPr lang="uk-UA"/>
        </a:p>
      </dgm:t>
    </dgm:pt>
    <dgm:pt modelId="{39CE90FE-E86F-4DD5-A9A2-97288D7C6E61}" type="parTrans" cxnId="{02E031A6-A8E7-4B36-98F4-B4D77D566ACA}">
      <dgm:prSet/>
      <dgm:spPr/>
      <dgm:t>
        <a:bodyPr/>
        <a:lstStyle/>
        <a:p>
          <a:endParaRPr lang="uk-UA"/>
        </a:p>
      </dgm:t>
    </dgm:pt>
    <dgm:pt modelId="{6355C7B3-0DDB-4191-9A64-5DC50C2BF057}" type="sibTrans" cxnId="{02E031A6-A8E7-4B36-98F4-B4D77D566ACA}">
      <dgm:prSet/>
      <dgm:spPr/>
      <dgm:t>
        <a:bodyPr/>
        <a:lstStyle/>
        <a:p>
          <a:endParaRPr lang="uk-UA"/>
        </a:p>
      </dgm:t>
    </dgm:pt>
    <dgm:pt modelId="{57AEBF04-1215-47C6-ACF6-200AF9B516ED}">
      <dgm:prSet/>
      <dgm:spPr/>
      <dgm:t>
        <a:bodyPr/>
        <a:lstStyle/>
        <a:p>
          <a:r>
            <a:rPr lang="uk-UA" b="0" i="0" dirty="0"/>
            <a:t>Перший ректор Київського університету </a:t>
          </a:r>
          <a:r>
            <a:rPr lang="uk-UA" b="0" i="0" dirty="0" err="1"/>
            <a:t>Св</a:t>
          </a:r>
          <a:r>
            <a:rPr lang="uk-UA" b="0" i="0" dirty="0"/>
            <a:t>. Володимира, автор праці «Основи ботаніки», віршованого перекладу «Слова о полку Ігоревім».</a:t>
          </a:r>
          <a:endParaRPr lang="uk-UA" dirty="0"/>
        </a:p>
      </dgm:t>
    </dgm:pt>
    <dgm:pt modelId="{82CCD9D1-2471-4C10-8D1B-AB01577DEED5}" type="parTrans" cxnId="{5A46B823-37B9-4273-89D4-1DDD34B7B6DD}">
      <dgm:prSet/>
      <dgm:spPr/>
      <dgm:t>
        <a:bodyPr/>
        <a:lstStyle/>
        <a:p>
          <a:endParaRPr lang="uk-UA"/>
        </a:p>
      </dgm:t>
    </dgm:pt>
    <dgm:pt modelId="{49CC0E28-E5DB-4BF7-A189-336C11254C6C}" type="sibTrans" cxnId="{5A46B823-37B9-4273-89D4-1DDD34B7B6DD}">
      <dgm:prSet/>
      <dgm:spPr/>
      <dgm:t>
        <a:bodyPr/>
        <a:lstStyle/>
        <a:p>
          <a:endParaRPr lang="uk-UA"/>
        </a:p>
      </dgm:t>
    </dgm:pt>
    <dgm:pt modelId="{ED7BF0C3-1940-4C84-9787-D3B7D51B2758}">
      <dgm:prSet/>
      <dgm:spPr/>
      <dgm:t>
        <a:bodyPr/>
        <a:lstStyle/>
        <a:p>
          <a:r>
            <a:rPr lang="uk-UA" b="0" i="0" dirty="0"/>
            <a:t>Член Харківського історико-філологічного товариства, організатор археологічних розкопок на Запоріжжі. Автор праць «</a:t>
          </a:r>
          <a:r>
            <a:rPr lang="uk-UA" b="0" i="0" dirty="0" err="1"/>
            <a:t>Вольности</a:t>
          </a:r>
          <a:r>
            <a:rPr lang="uk-UA" b="0" i="0" dirty="0"/>
            <a:t> </a:t>
          </a:r>
          <a:r>
            <a:rPr lang="uk-UA" b="0" i="0" dirty="0" err="1"/>
            <a:t>запорожских</a:t>
          </a:r>
          <a:r>
            <a:rPr lang="uk-UA" b="0" i="0" dirty="0"/>
            <a:t> козаков», «</a:t>
          </a:r>
          <a:r>
            <a:rPr lang="uk-UA" b="0" i="0" dirty="0" err="1"/>
            <a:t>История</a:t>
          </a:r>
          <a:r>
            <a:rPr lang="uk-UA" b="0" i="0" dirty="0"/>
            <a:t> </a:t>
          </a:r>
          <a:r>
            <a:rPr lang="uk-UA" b="0" i="0" dirty="0" err="1"/>
            <a:t>запорожских</a:t>
          </a:r>
          <a:r>
            <a:rPr lang="uk-UA" b="0" i="0" dirty="0"/>
            <a:t> козаков».</a:t>
          </a:r>
          <a:endParaRPr lang="uk-UA" dirty="0"/>
        </a:p>
      </dgm:t>
    </dgm:pt>
    <dgm:pt modelId="{3848FA30-E6AA-47DE-B462-179D55408718}" type="parTrans" cxnId="{BBC93179-2B2A-42E2-B330-26BA33C87511}">
      <dgm:prSet/>
      <dgm:spPr/>
      <dgm:t>
        <a:bodyPr/>
        <a:lstStyle/>
        <a:p>
          <a:endParaRPr lang="uk-UA"/>
        </a:p>
      </dgm:t>
    </dgm:pt>
    <dgm:pt modelId="{89ECF58D-FD48-4BF8-9267-E9F2417CC43B}" type="sibTrans" cxnId="{BBC93179-2B2A-42E2-B330-26BA33C87511}">
      <dgm:prSet/>
      <dgm:spPr/>
      <dgm:t>
        <a:bodyPr/>
        <a:lstStyle/>
        <a:p>
          <a:endParaRPr lang="uk-UA"/>
        </a:p>
      </dgm:t>
    </dgm:pt>
    <dgm:pt modelId="{770B9733-122D-4C62-A4C1-E4076026241D}">
      <dgm:prSet/>
      <dgm:spPr/>
      <dgm:t>
        <a:bodyPr/>
        <a:lstStyle/>
        <a:p>
          <a:r>
            <a:rPr lang="uk-UA" b="0" i="0" dirty="0"/>
            <a:t>Один із засновників Кирило-Мефодіївського братства, автор першого українського історичного роману «Чорна рада», праці «Історії возз’єднання Русі».</a:t>
          </a:r>
          <a:endParaRPr lang="uk-UA" dirty="0"/>
        </a:p>
      </dgm:t>
    </dgm:pt>
    <dgm:pt modelId="{4274ADD3-25BB-43C8-9A5F-2DE3AE5F6549}" type="parTrans" cxnId="{68807DF5-4D1D-49E8-B659-B0ADDCA7DBEF}">
      <dgm:prSet/>
      <dgm:spPr/>
      <dgm:t>
        <a:bodyPr/>
        <a:lstStyle/>
        <a:p>
          <a:endParaRPr lang="uk-UA"/>
        </a:p>
      </dgm:t>
    </dgm:pt>
    <dgm:pt modelId="{64864F45-99FB-4B8F-B663-A5E5FD73F08E}" type="sibTrans" cxnId="{68807DF5-4D1D-49E8-B659-B0ADDCA7DBEF}">
      <dgm:prSet/>
      <dgm:spPr/>
      <dgm:t>
        <a:bodyPr/>
        <a:lstStyle/>
        <a:p>
          <a:endParaRPr lang="uk-UA"/>
        </a:p>
      </dgm:t>
    </dgm:pt>
    <dgm:pt modelId="{1BAAD1C7-F988-4DA8-AC32-9141BBA5AA0C}">
      <dgm:prSet/>
      <dgm:spPr/>
      <dgm:t>
        <a:bodyPr/>
        <a:lstStyle/>
        <a:p>
          <a:r>
            <a:rPr lang="uk-UA" b="0" i="0" dirty="0"/>
            <a:t>Професор Київського університету, автор праць «Богдан Хмельницький», «Мазепа», «Останні роки Речі Посполитої».</a:t>
          </a:r>
          <a:endParaRPr lang="uk-UA" dirty="0"/>
        </a:p>
      </dgm:t>
    </dgm:pt>
    <dgm:pt modelId="{2FA76B85-2FF2-4350-93AD-415A0942C508}" type="parTrans" cxnId="{CF9155BF-6339-414A-A0DE-07CA48427108}">
      <dgm:prSet/>
      <dgm:spPr/>
      <dgm:t>
        <a:bodyPr/>
        <a:lstStyle/>
        <a:p>
          <a:endParaRPr lang="uk-UA"/>
        </a:p>
      </dgm:t>
    </dgm:pt>
    <dgm:pt modelId="{989DEF88-AF6C-42C9-B9AA-ECCC2DAC9313}" type="sibTrans" cxnId="{CF9155BF-6339-414A-A0DE-07CA48427108}">
      <dgm:prSet/>
      <dgm:spPr/>
      <dgm:t>
        <a:bodyPr/>
        <a:lstStyle/>
        <a:p>
          <a:endParaRPr lang="uk-UA"/>
        </a:p>
      </dgm:t>
    </dgm:pt>
    <dgm:pt modelId="{BCF8C0CF-FEEB-4D81-A582-7CC7D0E8AEB7}" type="pres">
      <dgm:prSet presAssocID="{68F6AD25-DDBA-40B6-9E2C-8378965F7F69}" presName="linear" presStyleCnt="0">
        <dgm:presLayoutVars>
          <dgm:animLvl val="lvl"/>
          <dgm:resizeHandles val="exact"/>
        </dgm:presLayoutVars>
      </dgm:prSet>
      <dgm:spPr/>
    </dgm:pt>
    <dgm:pt modelId="{B03B655C-8CBD-4BED-B075-DAF6522C1A09}" type="pres">
      <dgm:prSet presAssocID="{E46A0516-386B-4451-B15C-CB62C85986E0}" presName="parentText" presStyleLbl="node1" presStyleIdx="0" presStyleCnt="5">
        <dgm:presLayoutVars>
          <dgm:chMax val="0"/>
          <dgm:bulletEnabled val="1"/>
        </dgm:presLayoutVars>
      </dgm:prSet>
      <dgm:spPr/>
    </dgm:pt>
    <dgm:pt modelId="{59291435-AF44-4C5E-BD99-720BA8472314}" type="pres">
      <dgm:prSet presAssocID="{6355C7B3-0DDB-4191-9A64-5DC50C2BF057}" presName="spacer" presStyleCnt="0"/>
      <dgm:spPr/>
    </dgm:pt>
    <dgm:pt modelId="{731BC797-7D69-4F6D-87D4-C6212652E1A9}" type="pres">
      <dgm:prSet presAssocID="{57AEBF04-1215-47C6-ACF6-200AF9B516ED}" presName="parentText" presStyleLbl="node1" presStyleIdx="1" presStyleCnt="5">
        <dgm:presLayoutVars>
          <dgm:chMax val="0"/>
          <dgm:bulletEnabled val="1"/>
        </dgm:presLayoutVars>
      </dgm:prSet>
      <dgm:spPr/>
    </dgm:pt>
    <dgm:pt modelId="{86E52284-A3A5-4B9C-B79B-C673D7CD4132}" type="pres">
      <dgm:prSet presAssocID="{49CC0E28-E5DB-4BF7-A189-336C11254C6C}" presName="spacer" presStyleCnt="0"/>
      <dgm:spPr/>
    </dgm:pt>
    <dgm:pt modelId="{727DCD6E-D22F-47AB-85EC-83F7E6632388}" type="pres">
      <dgm:prSet presAssocID="{ED7BF0C3-1940-4C84-9787-D3B7D51B2758}" presName="parentText" presStyleLbl="node1" presStyleIdx="2" presStyleCnt="5">
        <dgm:presLayoutVars>
          <dgm:chMax val="0"/>
          <dgm:bulletEnabled val="1"/>
        </dgm:presLayoutVars>
      </dgm:prSet>
      <dgm:spPr/>
    </dgm:pt>
    <dgm:pt modelId="{E9B51EE0-965A-4AD2-963B-FA65B4F571BE}" type="pres">
      <dgm:prSet presAssocID="{89ECF58D-FD48-4BF8-9267-E9F2417CC43B}" presName="spacer" presStyleCnt="0"/>
      <dgm:spPr/>
    </dgm:pt>
    <dgm:pt modelId="{671ABDD9-6F7A-4D5F-ADC8-99C67B58735A}" type="pres">
      <dgm:prSet presAssocID="{770B9733-122D-4C62-A4C1-E4076026241D}" presName="parentText" presStyleLbl="node1" presStyleIdx="3" presStyleCnt="5">
        <dgm:presLayoutVars>
          <dgm:chMax val="0"/>
          <dgm:bulletEnabled val="1"/>
        </dgm:presLayoutVars>
      </dgm:prSet>
      <dgm:spPr/>
    </dgm:pt>
    <dgm:pt modelId="{33B1CE5A-7EB6-49C7-9B7A-B111EB55D8EC}" type="pres">
      <dgm:prSet presAssocID="{64864F45-99FB-4B8F-B663-A5E5FD73F08E}" presName="spacer" presStyleCnt="0"/>
      <dgm:spPr/>
    </dgm:pt>
    <dgm:pt modelId="{F8F23565-ED8C-4457-9605-75DE32501CF7}" type="pres">
      <dgm:prSet presAssocID="{1BAAD1C7-F988-4DA8-AC32-9141BBA5AA0C}" presName="parentText" presStyleLbl="node1" presStyleIdx="4" presStyleCnt="5">
        <dgm:presLayoutVars>
          <dgm:chMax val="0"/>
          <dgm:bulletEnabled val="1"/>
        </dgm:presLayoutVars>
      </dgm:prSet>
      <dgm:spPr/>
    </dgm:pt>
  </dgm:ptLst>
  <dgm:cxnLst>
    <dgm:cxn modelId="{5D8A6B0D-C255-48AE-AE5D-0814BE1AB684}" type="presOf" srcId="{68F6AD25-DDBA-40B6-9E2C-8378965F7F69}" destId="{BCF8C0CF-FEEB-4D81-A582-7CC7D0E8AEB7}" srcOrd="0" destOrd="0" presId="urn:microsoft.com/office/officeart/2005/8/layout/vList2"/>
    <dgm:cxn modelId="{5A46B823-37B9-4273-89D4-1DDD34B7B6DD}" srcId="{68F6AD25-DDBA-40B6-9E2C-8378965F7F69}" destId="{57AEBF04-1215-47C6-ACF6-200AF9B516ED}" srcOrd="1" destOrd="0" parTransId="{82CCD9D1-2471-4C10-8D1B-AB01577DEED5}" sibTransId="{49CC0E28-E5DB-4BF7-A189-336C11254C6C}"/>
    <dgm:cxn modelId="{5A815D33-62B1-4A0C-8537-75F9D2ED0A27}" type="presOf" srcId="{57AEBF04-1215-47C6-ACF6-200AF9B516ED}" destId="{731BC797-7D69-4F6D-87D4-C6212652E1A9}" srcOrd="0" destOrd="0" presId="urn:microsoft.com/office/officeart/2005/8/layout/vList2"/>
    <dgm:cxn modelId="{BBC93179-2B2A-42E2-B330-26BA33C87511}" srcId="{68F6AD25-DDBA-40B6-9E2C-8378965F7F69}" destId="{ED7BF0C3-1940-4C84-9787-D3B7D51B2758}" srcOrd="2" destOrd="0" parTransId="{3848FA30-E6AA-47DE-B462-179D55408718}" sibTransId="{89ECF58D-FD48-4BF8-9267-E9F2417CC43B}"/>
    <dgm:cxn modelId="{73914993-A32E-4988-9336-5F6CC70F2AC9}" type="presOf" srcId="{1BAAD1C7-F988-4DA8-AC32-9141BBA5AA0C}" destId="{F8F23565-ED8C-4457-9605-75DE32501CF7}" srcOrd="0" destOrd="0" presId="urn:microsoft.com/office/officeart/2005/8/layout/vList2"/>
    <dgm:cxn modelId="{E26EE1A1-656A-4E33-8009-CD282418C279}" type="presOf" srcId="{770B9733-122D-4C62-A4C1-E4076026241D}" destId="{671ABDD9-6F7A-4D5F-ADC8-99C67B58735A}" srcOrd="0" destOrd="0" presId="urn:microsoft.com/office/officeart/2005/8/layout/vList2"/>
    <dgm:cxn modelId="{02E031A6-A8E7-4B36-98F4-B4D77D566ACA}" srcId="{68F6AD25-DDBA-40B6-9E2C-8378965F7F69}" destId="{E46A0516-386B-4451-B15C-CB62C85986E0}" srcOrd="0" destOrd="0" parTransId="{39CE90FE-E86F-4DD5-A9A2-97288D7C6E61}" sibTransId="{6355C7B3-0DDB-4191-9A64-5DC50C2BF057}"/>
    <dgm:cxn modelId="{CF9155BF-6339-414A-A0DE-07CA48427108}" srcId="{68F6AD25-DDBA-40B6-9E2C-8378965F7F69}" destId="{1BAAD1C7-F988-4DA8-AC32-9141BBA5AA0C}" srcOrd="4" destOrd="0" parTransId="{2FA76B85-2FF2-4350-93AD-415A0942C508}" sibTransId="{989DEF88-AF6C-42C9-B9AA-ECCC2DAC9313}"/>
    <dgm:cxn modelId="{2E5C91E1-B5EA-459D-8DD5-40263984D716}" type="presOf" srcId="{ED7BF0C3-1940-4C84-9787-D3B7D51B2758}" destId="{727DCD6E-D22F-47AB-85EC-83F7E6632388}" srcOrd="0" destOrd="0" presId="urn:microsoft.com/office/officeart/2005/8/layout/vList2"/>
    <dgm:cxn modelId="{16BF34F1-EAEA-4471-A2A1-E81D37CCDAC2}" type="presOf" srcId="{E46A0516-386B-4451-B15C-CB62C85986E0}" destId="{B03B655C-8CBD-4BED-B075-DAF6522C1A09}" srcOrd="0" destOrd="0" presId="urn:microsoft.com/office/officeart/2005/8/layout/vList2"/>
    <dgm:cxn modelId="{68807DF5-4D1D-49E8-B659-B0ADDCA7DBEF}" srcId="{68F6AD25-DDBA-40B6-9E2C-8378965F7F69}" destId="{770B9733-122D-4C62-A4C1-E4076026241D}" srcOrd="3" destOrd="0" parTransId="{4274ADD3-25BB-43C8-9A5F-2DE3AE5F6549}" sibTransId="{64864F45-99FB-4B8F-B663-A5E5FD73F08E}"/>
    <dgm:cxn modelId="{A85729E4-F95F-418E-979B-3741B265BB10}" type="presParOf" srcId="{BCF8C0CF-FEEB-4D81-A582-7CC7D0E8AEB7}" destId="{B03B655C-8CBD-4BED-B075-DAF6522C1A09}" srcOrd="0" destOrd="0" presId="urn:microsoft.com/office/officeart/2005/8/layout/vList2"/>
    <dgm:cxn modelId="{1779F44C-853D-4EDE-B852-9EA7828E570E}" type="presParOf" srcId="{BCF8C0CF-FEEB-4D81-A582-7CC7D0E8AEB7}" destId="{59291435-AF44-4C5E-BD99-720BA8472314}" srcOrd="1" destOrd="0" presId="urn:microsoft.com/office/officeart/2005/8/layout/vList2"/>
    <dgm:cxn modelId="{80B57C8E-4531-4291-8CFD-FFBD4DF3995D}" type="presParOf" srcId="{BCF8C0CF-FEEB-4D81-A582-7CC7D0E8AEB7}" destId="{731BC797-7D69-4F6D-87D4-C6212652E1A9}" srcOrd="2" destOrd="0" presId="urn:microsoft.com/office/officeart/2005/8/layout/vList2"/>
    <dgm:cxn modelId="{0472C967-EF53-442E-9A3A-E64039B61120}" type="presParOf" srcId="{BCF8C0CF-FEEB-4D81-A582-7CC7D0E8AEB7}" destId="{86E52284-A3A5-4B9C-B79B-C673D7CD4132}" srcOrd="3" destOrd="0" presId="urn:microsoft.com/office/officeart/2005/8/layout/vList2"/>
    <dgm:cxn modelId="{093F9D38-AE4E-4195-AF8C-092D3C1ECD1F}" type="presParOf" srcId="{BCF8C0CF-FEEB-4D81-A582-7CC7D0E8AEB7}" destId="{727DCD6E-D22F-47AB-85EC-83F7E6632388}" srcOrd="4" destOrd="0" presId="urn:microsoft.com/office/officeart/2005/8/layout/vList2"/>
    <dgm:cxn modelId="{8243CF26-77DC-424D-A940-2C0B32A6124A}" type="presParOf" srcId="{BCF8C0CF-FEEB-4D81-A582-7CC7D0E8AEB7}" destId="{E9B51EE0-965A-4AD2-963B-FA65B4F571BE}" srcOrd="5" destOrd="0" presId="urn:microsoft.com/office/officeart/2005/8/layout/vList2"/>
    <dgm:cxn modelId="{A96327E0-E3B1-4145-9AA0-1959F41FE6FF}" type="presParOf" srcId="{BCF8C0CF-FEEB-4D81-A582-7CC7D0E8AEB7}" destId="{671ABDD9-6F7A-4D5F-ADC8-99C67B58735A}" srcOrd="6" destOrd="0" presId="urn:microsoft.com/office/officeart/2005/8/layout/vList2"/>
    <dgm:cxn modelId="{86EF4343-F623-4CFD-8E7B-DDBD3C74156B}" type="presParOf" srcId="{BCF8C0CF-FEEB-4D81-A582-7CC7D0E8AEB7}" destId="{33B1CE5A-7EB6-49C7-9B7A-B111EB55D8EC}" srcOrd="7" destOrd="0" presId="urn:microsoft.com/office/officeart/2005/8/layout/vList2"/>
    <dgm:cxn modelId="{F88E0EB8-9F61-4F69-B6F2-4B8DF3EEB320}" type="presParOf" srcId="{BCF8C0CF-FEEB-4D81-A582-7CC7D0E8AEB7}" destId="{F8F23565-ED8C-4457-9605-75DE32501CF7}"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22D3F65-AC4E-4ACF-B79E-1F54BF5D612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970075E-C046-404B-9326-53F1C4A47FC4}">
      <dgm:prSet/>
      <dgm:spPr/>
      <dgm:t>
        <a:bodyPr/>
        <a:lstStyle/>
        <a:p>
          <a:r>
            <a:rPr lang="ru-RU" b="0" i="0"/>
            <a:t>Відкриття в Катеринославі першого на Наддніпрянській Україні товариства «Просвіта».</a:t>
          </a:r>
          <a:endParaRPr lang="uk-UA"/>
        </a:p>
      </dgm:t>
    </dgm:pt>
    <dgm:pt modelId="{A0AAD87A-275B-44D7-827D-D5CA7E82700F}" type="parTrans" cxnId="{D87D2710-35D1-4BD6-A37A-6AE7BA6FDFC4}">
      <dgm:prSet/>
      <dgm:spPr/>
      <dgm:t>
        <a:bodyPr/>
        <a:lstStyle/>
        <a:p>
          <a:endParaRPr lang="uk-UA"/>
        </a:p>
      </dgm:t>
    </dgm:pt>
    <dgm:pt modelId="{CC222071-3561-4DC3-9ECB-08AA23EB4CBC}" type="sibTrans" cxnId="{D87D2710-35D1-4BD6-A37A-6AE7BA6FDFC4}">
      <dgm:prSet/>
      <dgm:spPr/>
      <dgm:t>
        <a:bodyPr/>
        <a:lstStyle/>
        <a:p>
          <a:endParaRPr lang="uk-UA"/>
        </a:p>
      </dgm:t>
    </dgm:pt>
    <dgm:pt modelId="{9D603AF3-C17F-4F6C-BE20-2C28BB02256D}">
      <dgm:prSet/>
      <dgm:spPr/>
      <dgm:t>
        <a:bodyPr/>
        <a:lstStyle/>
        <a:p>
          <a:r>
            <a:rPr lang="ru-RU" b="0" i="0"/>
            <a:t>Перше видання в Петербурзі «Кобзаря» Т. Шевченка.</a:t>
          </a:r>
          <a:endParaRPr lang="uk-UA"/>
        </a:p>
      </dgm:t>
    </dgm:pt>
    <dgm:pt modelId="{79CEAAAF-28D6-4BA3-A2AC-387E44899218}" type="parTrans" cxnId="{B5FC1810-B6C8-42F2-B2EB-E75482740BB5}">
      <dgm:prSet/>
      <dgm:spPr/>
      <dgm:t>
        <a:bodyPr/>
        <a:lstStyle/>
        <a:p>
          <a:endParaRPr lang="uk-UA"/>
        </a:p>
      </dgm:t>
    </dgm:pt>
    <dgm:pt modelId="{E5BD2A97-3BE6-42F0-BE58-B33B31E541D0}" type="sibTrans" cxnId="{B5FC1810-B6C8-42F2-B2EB-E75482740BB5}">
      <dgm:prSet/>
      <dgm:spPr/>
      <dgm:t>
        <a:bodyPr/>
        <a:lstStyle/>
        <a:p>
          <a:endParaRPr lang="uk-UA"/>
        </a:p>
      </dgm:t>
    </dgm:pt>
    <dgm:pt modelId="{04F9E85A-1B1B-4B70-BCD7-E9E51333E064}">
      <dgm:prSet/>
      <dgm:spPr/>
      <dgm:t>
        <a:bodyPr/>
        <a:lstStyle/>
        <a:p>
          <a:r>
            <a:rPr lang="ru-RU" b="0" i="0"/>
            <a:t>Відкриття університету в Харкові.</a:t>
          </a:r>
          <a:endParaRPr lang="uk-UA"/>
        </a:p>
      </dgm:t>
    </dgm:pt>
    <dgm:pt modelId="{F12A7AC4-A8F2-4622-AAB7-F2C5C85B132B}" type="parTrans" cxnId="{3FB1631E-72B9-45BD-B13B-7A3F5F59B1C5}">
      <dgm:prSet/>
      <dgm:spPr/>
      <dgm:t>
        <a:bodyPr/>
        <a:lstStyle/>
        <a:p>
          <a:endParaRPr lang="uk-UA"/>
        </a:p>
      </dgm:t>
    </dgm:pt>
    <dgm:pt modelId="{70820DB1-814D-4BD7-A532-CD818A5FABF0}" type="sibTrans" cxnId="{3FB1631E-72B9-45BD-B13B-7A3F5F59B1C5}">
      <dgm:prSet/>
      <dgm:spPr/>
      <dgm:t>
        <a:bodyPr/>
        <a:lstStyle/>
        <a:p>
          <a:endParaRPr lang="uk-UA"/>
        </a:p>
      </dgm:t>
    </dgm:pt>
    <dgm:pt modelId="{3F386CA2-8DF2-4E46-B6A8-3B90E74CB171}">
      <dgm:prSet/>
      <dgm:spPr/>
      <dgm:t>
        <a:bodyPr/>
        <a:lstStyle/>
        <a:p>
          <a:r>
            <a:rPr lang="ru-RU" b="0" i="0"/>
            <a:t>Створення першого українського стаціонарного професійного театру.</a:t>
          </a:r>
          <a:endParaRPr lang="uk-UA"/>
        </a:p>
      </dgm:t>
    </dgm:pt>
    <dgm:pt modelId="{999B15D6-E958-463B-A2A1-D3AE4D213B4F}" type="parTrans" cxnId="{627EF85E-4120-40CC-B3CC-A61FE18B06AD}">
      <dgm:prSet/>
      <dgm:spPr/>
      <dgm:t>
        <a:bodyPr/>
        <a:lstStyle/>
        <a:p>
          <a:endParaRPr lang="uk-UA"/>
        </a:p>
      </dgm:t>
    </dgm:pt>
    <dgm:pt modelId="{5C86EE84-FF9A-4A99-B6CD-5F23021D37CC}" type="sibTrans" cxnId="{627EF85E-4120-40CC-B3CC-A61FE18B06AD}">
      <dgm:prSet/>
      <dgm:spPr/>
      <dgm:t>
        <a:bodyPr/>
        <a:lstStyle/>
        <a:p>
          <a:endParaRPr lang="uk-UA"/>
        </a:p>
      </dgm:t>
    </dgm:pt>
    <dgm:pt modelId="{00C89D7C-9ACE-48F6-9B73-48A3C2FBB361}" type="pres">
      <dgm:prSet presAssocID="{322D3F65-AC4E-4ACF-B79E-1F54BF5D6123}" presName="linear" presStyleCnt="0">
        <dgm:presLayoutVars>
          <dgm:animLvl val="lvl"/>
          <dgm:resizeHandles val="exact"/>
        </dgm:presLayoutVars>
      </dgm:prSet>
      <dgm:spPr/>
    </dgm:pt>
    <dgm:pt modelId="{B76FA3DD-4DC5-44AE-9521-1B6317D8118E}" type="pres">
      <dgm:prSet presAssocID="{5970075E-C046-404B-9326-53F1C4A47FC4}" presName="parentText" presStyleLbl="node1" presStyleIdx="0" presStyleCnt="4">
        <dgm:presLayoutVars>
          <dgm:chMax val="0"/>
          <dgm:bulletEnabled val="1"/>
        </dgm:presLayoutVars>
      </dgm:prSet>
      <dgm:spPr/>
    </dgm:pt>
    <dgm:pt modelId="{289F5227-5493-4506-8308-2F9A1EAE057B}" type="pres">
      <dgm:prSet presAssocID="{CC222071-3561-4DC3-9ECB-08AA23EB4CBC}" presName="spacer" presStyleCnt="0"/>
      <dgm:spPr/>
    </dgm:pt>
    <dgm:pt modelId="{9255B670-3D25-4632-BD69-E1114FDCC39A}" type="pres">
      <dgm:prSet presAssocID="{9D603AF3-C17F-4F6C-BE20-2C28BB02256D}" presName="parentText" presStyleLbl="node1" presStyleIdx="1" presStyleCnt="4">
        <dgm:presLayoutVars>
          <dgm:chMax val="0"/>
          <dgm:bulletEnabled val="1"/>
        </dgm:presLayoutVars>
      </dgm:prSet>
      <dgm:spPr/>
    </dgm:pt>
    <dgm:pt modelId="{9BD00F55-10E6-4343-99E7-D8DFF4C9F2B6}" type="pres">
      <dgm:prSet presAssocID="{E5BD2A97-3BE6-42F0-BE58-B33B31E541D0}" presName="spacer" presStyleCnt="0"/>
      <dgm:spPr/>
    </dgm:pt>
    <dgm:pt modelId="{8289D52F-D5A2-4EE4-A2DE-EA93502FE47D}" type="pres">
      <dgm:prSet presAssocID="{04F9E85A-1B1B-4B70-BCD7-E9E51333E064}" presName="parentText" presStyleLbl="node1" presStyleIdx="2" presStyleCnt="4">
        <dgm:presLayoutVars>
          <dgm:chMax val="0"/>
          <dgm:bulletEnabled val="1"/>
        </dgm:presLayoutVars>
      </dgm:prSet>
      <dgm:spPr/>
    </dgm:pt>
    <dgm:pt modelId="{C227CAEB-B93D-46BB-A996-B8467AE56F30}" type="pres">
      <dgm:prSet presAssocID="{70820DB1-814D-4BD7-A532-CD818A5FABF0}" presName="spacer" presStyleCnt="0"/>
      <dgm:spPr/>
    </dgm:pt>
    <dgm:pt modelId="{3368A506-F881-4019-A5E5-9448F93B0D15}" type="pres">
      <dgm:prSet presAssocID="{3F386CA2-8DF2-4E46-B6A8-3B90E74CB171}" presName="parentText" presStyleLbl="node1" presStyleIdx="3" presStyleCnt="4">
        <dgm:presLayoutVars>
          <dgm:chMax val="0"/>
          <dgm:bulletEnabled val="1"/>
        </dgm:presLayoutVars>
      </dgm:prSet>
      <dgm:spPr/>
    </dgm:pt>
  </dgm:ptLst>
  <dgm:cxnLst>
    <dgm:cxn modelId="{B5FC1810-B6C8-42F2-B2EB-E75482740BB5}" srcId="{322D3F65-AC4E-4ACF-B79E-1F54BF5D6123}" destId="{9D603AF3-C17F-4F6C-BE20-2C28BB02256D}" srcOrd="1" destOrd="0" parTransId="{79CEAAAF-28D6-4BA3-A2AC-387E44899218}" sibTransId="{E5BD2A97-3BE6-42F0-BE58-B33B31E541D0}"/>
    <dgm:cxn modelId="{D87D2710-35D1-4BD6-A37A-6AE7BA6FDFC4}" srcId="{322D3F65-AC4E-4ACF-B79E-1F54BF5D6123}" destId="{5970075E-C046-404B-9326-53F1C4A47FC4}" srcOrd="0" destOrd="0" parTransId="{A0AAD87A-275B-44D7-827D-D5CA7E82700F}" sibTransId="{CC222071-3561-4DC3-9ECB-08AA23EB4CBC}"/>
    <dgm:cxn modelId="{E8BC1812-4303-4B70-BDF8-86451F5DFB7D}" type="presOf" srcId="{322D3F65-AC4E-4ACF-B79E-1F54BF5D6123}" destId="{00C89D7C-9ACE-48F6-9B73-48A3C2FBB361}" srcOrd="0" destOrd="0" presId="urn:microsoft.com/office/officeart/2005/8/layout/vList2"/>
    <dgm:cxn modelId="{3FB1631E-72B9-45BD-B13B-7A3F5F59B1C5}" srcId="{322D3F65-AC4E-4ACF-B79E-1F54BF5D6123}" destId="{04F9E85A-1B1B-4B70-BCD7-E9E51333E064}" srcOrd="2" destOrd="0" parTransId="{F12A7AC4-A8F2-4622-AAB7-F2C5C85B132B}" sibTransId="{70820DB1-814D-4BD7-A532-CD818A5FABF0}"/>
    <dgm:cxn modelId="{627EF85E-4120-40CC-B3CC-A61FE18B06AD}" srcId="{322D3F65-AC4E-4ACF-B79E-1F54BF5D6123}" destId="{3F386CA2-8DF2-4E46-B6A8-3B90E74CB171}" srcOrd="3" destOrd="0" parTransId="{999B15D6-E958-463B-A2A1-D3AE4D213B4F}" sibTransId="{5C86EE84-FF9A-4A99-B6CD-5F23021D37CC}"/>
    <dgm:cxn modelId="{D2194C60-D75D-429B-9558-1754018A2471}" type="presOf" srcId="{04F9E85A-1B1B-4B70-BCD7-E9E51333E064}" destId="{8289D52F-D5A2-4EE4-A2DE-EA93502FE47D}" srcOrd="0" destOrd="0" presId="urn:microsoft.com/office/officeart/2005/8/layout/vList2"/>
    <dgm:cxn modelId="{C1EC8A6B-1741-4592-A4A5-C7D917ADEBD7}" type="presOf" srcId="{3F386CA2-8DF2-4E46-B6A8-3B90E74CB171}" destId="{3368A506-F881-4019-A5E5-9448F93B0D15}" srcOrd="0" destOrd="0" presId="urn:microsoft.com/office/officeart/2005/8/layout/vList2"/>
    <dgm:cxn modelId="{77633674-63F0-48F1-9812-736063692D8C}" type="presOf" srcId="{9D603AF3-C17F-4F6C-BE20-2C28BB02256D}" destId="{9255B670-3D25-4632-BD69-E1114FDCC39A}" srcOrd="0" destOrd="0" presId="urn:microsoft.com/office/officeart/2005/8/layout/vList2"/>
    <dgm:cxn modelId="{24632056-DD89-4A3C-8EC2-7C9FA5089A6E}" type="presOf" srcId="{5970075E-C046-404B-9326-53F1C4A47FC4}" destId="{B76FA3DD-4DC5-44AE-9521-1B6317D8118E}" srcOrd="0" destOrd="0" presId="urn:microsoft.com/office/officeart/2005/8/layout/vList2"/>
    <dgm:cxn modelId="{14F002AC-D930-4273-B5B8-EC481EE4D2BC}" type="presParOf" srcId="{00C89D7C-9ACE-48F6-9B73-48A3C2FBB361}" destId="{B76FA3DD-4DC5-44AE-9521-1B6317D8118E}" srcOrd="0" destOrd="0" presId="urn:microsoft.com/office/officeart/2005/8/layout/vList2"/>
    <dgm:cxn modelId="{B257FEAE-321B-4373-9DC2-72A907BCB7EE}" type="presParOf" srcId="{00C89D7C-9ACE-48F6-9B73-48A3C2FBB361}" destId="{289F5227-5493-4506-8308-2F9A1EAE057B}" srcOrd="1" destOrd="0" presId="urn:microsoft.com/office/officeart/2005/8/layout/vList2"/>
    <dgm:cxn modelId="{8BFE0D00-4C3C-42D5-9778-F9B8C812D7CA}" type="presParOf" srcId="{00C89D7C-9ACE-48F6-9B73-48A3C2FBB361}" destId="{9255B670-3D25-4632-BD69-E1114FDCC39A}" srcOrd="2" destOrd="0" presId="urn:microsoft.com/office/officeart/2005/8/layout/vList2"/>
    <dgm:cxn modelId="{0FADC7D9-8436-4695-B8FB-A7CAAF237F2E}" type="presParOf" srcId="{00C89D7C-9ACE-48F6-9B73-48A3C2FBB361}" destId="{9BD00F55-10E6-4343-99E7-D8DFF4C9F2B6}" srcOrd="3" destOrd="0" presId="urn:microsoft.com/office/officeart/2005/8/layout/vList2"/>
    <dgm:cxn modelId="{BB6220E8-0DC3-43A7-9031-EFFB762228C8}" type="presParOf" srcId="{00C89D7C-9ACE-48F6-9B73-48A3C2FBB361}" destId="{8289D52F-D5A2-4EE4-A2DE-EA93502FE47D}" srcOrd="4" destOrd="0" presId="urn:microsoft.com/office/officeart/2005/8/layout/vList2"/>
    <dgm:cxn modelId="{38237DCC-EEA1-4272-8EB9-0477DBE47C0B}" type="presParOf" srcId="{00C89D7C-9ACE-48F6-9B73-48A3C2FBB361}" destId="{C227CAEB-B93D-46BB-A996-B8467AE56F30}" srcOrd="5" destOrd="0" presId="urn:microsoft.com/office/officeart/2005/8/layout/vList2"/>
    <dgm:cxn modelId="{BFF732A3-2C55-4A54-B234-27DAC3512BFD}" type="presParOf" srcId="{00C89D7C-9ACE-48F6-9B73-48A3C2FBB361}" destId="{3368A506-F881-4019-A5E5-9448F93B0D1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4AD223B5-3DB2-40AD-8E24-65C21727146D}" type="doc">
      <dgm:prSet loTypeId="urn:microsoft.com/office/officeart/2005/8/layout/vList3" loCatId="list" qsTypeId="urn:microsoft.com/office/officeart/2005/8/quickstyle/simple1" qsCatId="simple" csTypeId="urn:microsoft.com/office/officeart/2005/8/colors/colorful4" csCatId="colorful"/>
      <dgm:spPr/>
      <dgm:t>
        <a:bodyPr/>
        <a:lstStyle/>
        <a:p>
          <a:endParaRPr lang="uk-UA"/>
        </a:p>
      </dgm:t>
    </dgm:pt>
    <dgm:pt modelId="{BF5ABDA9-6517-4E39-9EB3-A03F0E8E8519}">
      <dgm:prSet/>
      <dgm:spPr/>
      <dgm:t>
        <a:bodyPr/>
        <a:lstStyle/>
        <a:p>
          <a:r>
            <a:rPr lang="ru-RU" b="0" i="0"/>
            <a:t>1830–1831 рр.</a:t>
          </a:r>
          <a:endParaRPr lang="uk-UA"/>
        </a:p>
      </dgm:t>
    </dgm:pt>
    <dgm:pt modelId="{3C897A15-49B8-4C84-B2E1-3744295E2A2C}" type="parTrans" cxnId="{4CE7FB5D-6501-47A0-B36E-6A2ADCDE9D6F}">
      <dgm:prSet/>
      <dgm:spPr/>
      <dgm:t>
        <a:bodyPr/>
        <a:lstStyle/>
        <a:p>
          <a:endParaRPr lang="uk-UA"/>
        </a:p>
      </dgm:t>
    </dgm:pt>
    <dgm:pt modelId="{9021EC9D-D4EA-4E0C-9A15-CA75F453EFD4}" type="sibTrans" cxnId="{4CE7FB5D-6501-47A0-B36E-6A2ADCDE9D6F}">
      <dgm:prSet/>
      <dgm:spPr/>
      <dgm:t>
        <a:bodyPr/>
        <a:lstStyle/>
        <a:p>
          <a:endParaRPr lang="uk-UA"/>
        </a:p>
      </dgm:t>
    </dgm:pt>
    <dgm:pt modelId="{45132B20-76D3-4F61-B9E0-B3E87AA5A620}">
      <dgm:prSet/>
      <dgm:spPr/>
      <dgm:t>
        <a:bodyPr/>
        <a:lstStyle/>
        <a:p>
          <a:r>
            <a:rPr lang="ru-RU" b="0" i="0"/>
            <a:t>1833–1837 рр.</a:t>
          </a:r>
          <a:endParaRPr lang="uk-UA"/>
        </a:p>
      </dgm:t>
    </dgm:pt>
    <dgm:pt modelId="{6BCC0164-8B3F-42B4-A95C-2DED9A0D86DB}" type="parTrans" cxnId="{58D3C907-EBE3-4CE6-8821-FFFDC16FD0A6}">
      <dgm:prSet/>
      <dgm:spPr/>
      <dgm:t>
        <a:bodyPr/>
        <a:lstStyle/>
        <a:p>
          <a:endParaRPr lang="uk-UA"/>
        </a:p>
      </dgm:t>
    </dgm:pt>
    <dgm:pt modelId="{4418705B-B3E4-4B13-B9FE-483596890875}" type="sibTrans" cxnId="{58D3C907-EBE3-4CE6-8821-FFFDC16FD0A6}">
      <dgm:prSet/>
      <dgm:spPr/>
      <dgm:t>
        <a:bodyPr/>
        <a:lstStyle/>
        <a:p>
          <a:endParaRPr lang="uk-UA"/>
        </a:p>
      </dgm:t>
    </dgm:pt>
    <dgm:pt modelId="{8C6A9610-9960-4C30-AC11-B370FAE2A410}">
      <dgm:prSet/>
      <dgm:spPr/>
      <dgm:t>
        <a:bodyPr/>
        <a:lstStyle/>
        <a:p>
          <a:r>
            <a:rPr lang="ru-RU" b="0" i="0"/>
            <a:t>1846–1847 рр.</a:t>
          </a:r>
          <a:endParaRPr lang="uk-UA"/>
        </a:p>
      </dgm:t>
    </dgm:pt>
    <dgm:pt modelId="{F80FFDEE-CFE0-4951-A87B-CFC647815FFF}" type="parTrans" cxnId="{EB5CA850-D8EC-4196-95ED-1305D648E4C9}">
      <dgm:prSet/>
      <dgm:spPr/>
      <dgm:t>
        <a:bodyPr/>
        <a:lstStyle/>
        <a:p>
          <a:endParaRPr lang="uk-UA"/>
        </a:p>
      </dgm:t>
    </dgm:pt>
    <dgm:pt modelId="{D29F78E0-A47A-4717-8F2A-F544775D9277}" type="sibTrans" cxnId="{EB5CA850-D8EC-4196-95ED-1305D648E4C9}">
      <dgm:prSet/>
      <dgm:spPr/>
      <dgm:t>
        <a:bodyPr/>
        <a:lstStyle/>
        <a:p>
          <a:endParaRPr lang="uk-UA"/>
        </a:p>
      </dgm:t>
    </dgm:pt>
    <dgm:pt modelId="{E83A4494-9B60-4F1B-92C2-ABEBD330BB4C}">
      <dgm:prSet/>
      <dgm:spPr/>
      <dgm:t>
        <a:bodyPr/>
        <a:lstStyle/>
        <a:p>
          <a:r>
            <a:rPr lang="ru-RU" b="0" i="0"/>
            <a:t>1863–1864 рр.</a:t>
          </a:r>
          <a:endParaRPr lang="uk-UA"/>
        </a:p>
      </dgm:t>
    </dgm:pt>
    <dgm:pt modelId="{AD84392C-95C7-46E2-8759-51D39140217E}" type="parTrans" cxnId="{F5D068B5-D52B-4F1A-9E03-FDF333D06950}">
      <dgm:prSet/>
      <dgm:spPr/>
      <dgm:t>
        <a:bodyPr/>
        <a:lstStyle/>
        <a:p>
          <a:endParaRPr lang="uk-UA"/>
        </a:p>
      </dgm:t>
    </dgm:pt>
    <dgm:pt modelId="{966E322B-6FFD-4F63-B992-FA6F98FCC454}" type="sibTrans" cxnId="{F5D068B5-D52B-4F1A-9E03-FDF333D06950}">
      <dgm:prSet/>
      <dgm:spPr/>
      <dgm:t>
        <a:bodyPr/>
        <a:lstStyle/>
        <a:p>
          <a:endParaRPr lang="uk-UA"/>
        </a:p>
      </dgm:t>
    </dgm:pt>
    <dgm:pt modelId="{1EFE878D-8F98-4346-91E4-261AD0815B72}" type="pres">
      <dgm:prSet presAssocID="{4AD223B5-3DB2-40AD-8E24-65C21727146D}" presName="linearFlow" presStyleCnt="0">
        <dgm:presLayoutVars>
          <dgm:dir/>
          <dgm:resizeHandles val="exact"/>
        </dgm:presLayoutVars>
      </dgm:prSet>
      <dgm:spPr/>
    </dgm:pt>
    <dgm:pt modelId="{D36C0AE9-108E-4EE4-BB33-DAE524986EC2}" type="pres">
      <dgm:prSet presAssocID="{BF5ABDA9-6517-4E39-9EB3-A03F0E8E8519}" presName="composite" presStyleCnt="0"/>
      <dgm:spPr/>
    </dgm:pt>
    <dgm:pt modelId="{62F4D16B-CFF0-40CF-B770-48EDDDB6A89F}" type="pres">
      <dgm:prSet presAssocID="{BF5ABDA9-6517-4E39-9EB3-A03F0E8E8519}" presName="imgShp" presStyleLbl="fgImgPlace1" presStyleIdx="0" presStyleCnt="4"/>
      <dgm:spPr/>
    </dgm:pt>
    <dgm:pt modelId="{413E19A7-1A61-4EFD-B545-8FB689A61F1D}" type="pres">
      <dgm:prSet presAssocID="{BF5ABDA9-6517-4E39-9EB3-A03F0E8E8519}" presName="txShp" presStyleLbl="node1" presStyleIdx="0" presStyleCnt="4">
        <dgm:presLayoutVars>
          <dgm:bulletEnabled val="1"/>
        </dgm:presLayoutVars>
      </dgm:prSet>
      <dgm:spPr/>
    </dgm:pt>
    <dgm:pt modelId="{1CDD46D3-C1F5-47BB-B4C7-6A578904152A}" type="pres">
      <dgm:prSet presAssocID="{9021EC9D-D4EA-4E0C-9A15-CA75F453EFD4}" presName="spacing" presStyleCnt="0"/>
      <dgm:spPr/>
    </dgm:pt>
    <dgm:pt modelId="{28A46D1B-F3D0-494B-97AE-BD514C51E4B7}" type="pres">
      <dgm:prSet presAssocID="{45132B20-76D3-4F61-B9E0-B3E87AA5A620}" presName="composite" presStyleCnt="0"/>
      <dgm:spPr/>
    </dgm:pt>
    <dgm:pt modelId="{64115E0D-7384-4003-9481-AABFFE757C44}" type="pres">
      <dgm:prSet presAssocID="{45132B20-76D3-4F61-B9E0-B3E87AA5A620}" presName="imgShp" presStyleLbl="fgImgPlace1" presStyleIdx="1" presStyleCnt="4"/>
      <dgm:spPr/>
    </dgm:pt>
    <dgm:pt modelId="{0B19393F-4C42-4A77-879B-6DBF65FC662F}" type="pres">
      <dgm:prSet presAssocID="{45132B20-76D3-4F61-B9E0-B3E87AA5A620}" presName="txShp" presStyleLbl="node1" presStyleIdx="1" presStyleCnt="4">
        <dgm:presLayoutVars>
          <dgm:bulletEnabled val="1"/>
        </dgm:presLayoutVars>
      </dgm:prSet>
      <dgm:spPr/>
    </dgm:pt>
    <dgm:pt modelId="{218754EB-9645-4918-80F1-2A9EE2918E07}" type="pres">
      <dgm:prSet presAssocID="{4418705B-B3E4-4B13-B9FE-483596890875}" presName="spacing" presStyleCnt="0"/>
      <dgm:spPr/>
    </dgm:pt>
    <dgm:pt modelId="{F39C37B9-A122-4F3A-97C1-C74FB59B2A20}" type="pres">
      <dgm:prSet presAssocID="{8C6A9610-9960-4C30-AC11-B370FAE2A410}" presName="composite" presStyleCnt="0"/>
      <dgm:spPr/>
    </dgm:pt>
    <dgm:pt modelId="{1FF1AA61-4822-45CF-BDC2-367B6D58C02E}" type="pres">
      <dgm:prSet presAssocID="{8C6A9610-9960-4C30-AC11-B370FAE2A410}" presName="imgShp" presStyleLbl="fgImgPlace1" presStyleIdx="2" presStyleCnt="4"/>
      <dgm:spPr/>
    </dgm:pt>
    <dgm:pt modelId="{DEE0A3F3-5111-49AC-9472-41C8FDDEAAAD}" type="pres">
      <dgm:prSet presAssocID="{8C6A9610-9960-4C30-AC11-B370FAE2A410}" presName="txShp" presStyleLbl="node1" presStyleIdx="2" presStyleCnt="4">
        <dgm:presLayoutVars>
          <dgm:bulletEnabled val="1"/>
        </dgm:presLayoutVars>
      </dgm:prSet>
      <dgm:spPr/>
    </dgm:pt>
    <dgm:pt modelId="{54DA3C5B-3A24-45DC-8DBD-DD32CA632737}" type="pres">
      <dgm:prSet presAssocID="{D29F78E0-A47A-4717-8F2A-F544775D9277}" presName="spacing" presStyleCnt="0"/>
      <dgm:spPr/>
    </dgm:pt>
    <dgm:pt modelId="{5DAAAAA8-34ED-4A38-8192-984D5CD01610}" type="pres">
      <dgm:prSet presAssocID="{E83A4494-9B60-4F1B-92C2-ABEBD330BB4C}" presName="composite" presStyleCnt="0"/>
      <dgm:spPr/>
    </dgm:pt>
    <dgm:pt modelId="{EE3629B8-AE28-444C-ACE9-3715B7690CE2}" type="pres">
      <dgm:prSet presAssocID="{E83A4494-9B60-4F1B-92C2-ABEBD330BB4C}" presName="imgShp" presStyleLbl="fgImgPlace1" presStyleIdx="3" presStyleCnt="4"/>
      <dgm:spPr/>
    </dgm:pt>
    <dgm:pt modelId="{D4247C1A-F096-457C-BF73-420DF727205E}" type="pres">
      <dgm:prSet presAssocID="{E83A4494-9B60-4F1B-92C2-ABEBD330BB4C}" presName="txShp" presStyleLbl="node1" presStyleIdx="3" presStyleCnt="4">
        <dgm:presLayoutVars>
          <dgm:bulletEnabled val="1"/>
        </dgm:presLayoutVars>
      </dgm:prSet>
      <dgm:spPr/>
    </dgm:pt>
  </dgm:ptLst>
  <dgm:cxnLst>
    <dgm:cxn modelId="{58D3C907-EBE3-4CE6-8821-FFFDC16FD0A6}" srcId="{4AD223B5-3DB2-40AD-8E24-65C21727146D}" destId="{45132B20-76D3-4F61-B9E0-B3E87AA5A620}" srcOrd="1" destOrd="0" parTransId="{6BCC0164-8B3F-42B4-A95C-2DED9A0D86DB}" sibTransId="{4418705B-B3E4-4B13-B9FE-483596890875}"/>
    <dgm:cxn modelId="{63FEAB0F-47D7-4F8A-90A0-95DF7F48D090}" type="presOf" srcId="{8C6A9610-9960-4C30-AC11-B370FAE2A410}" destId="{DEE0A3F3-5111-49AC-9472-41C8FDDEAAAD}" srcOrd="0" destOrd="0" presId="urn:microsoft.com/office/officeart/2005/8/layout/vList3"/>
    <dgm:cxn modelId="{0CFBBC14-A974-4DE8-9189-D2F95087DB83}" type="presOf" srcId="{4AD223B5-3DB2-40AD-8E24-65C21727146D}" destId="{1EFE878D-8F98-4346-91E4-261AD0815B72}" srcOrd="0" destOrd="0" presId="urn:microsoft.com/office/officeart/2005/8/layout/vList3"/>
    <dgm:cxn modelId="{25BE6136-5A37-4DF3-BD16-8B5BF545D2FA}" type="presOf" srcId="{E83A4494-9B60-4F1B-92C2-ABEBD330BB4C}" destId="{D4247C1A-F096-457C-BF73-420DF727205E}" srcOrd="0" destOrd="0" presId="urn:microsoft.com/office/officeart/2005/8/layout/vList3"/>
    <dgm:cxn modelId="{4CE7FB5D-6501-47A0-B36E-6A2ADCDE9D6F}" srcId="{4AD223B5-3DB2-40AD-8E24-65C21727146D}" destId="{BF5ABDA9-6517-4E39-9EB3-A03F0E8E8519}" srcOrd="0" destOrd="0" parTransId="{3C897A15-49B8-4C84-B2E1-3744295E2A2C}" sibTransId="{9021EC9D-D4EA-4E0C-9A15-CA75F453EFD4}"/>
    <dgm:cxn modelId="{0B614B68-1DF8-4501-91EF-1A1A86DC6A67}" type="presOf" srcId="{BF5ABDA9-6517-4E39-9EB3-A03F0E8E8519}" destId="{413E19A7-1A61-4EFD-B545-8FB689A61F1D}" srcOrd="0" destOrd="0" presId="urn:microsoft.com/office/officeart/2005/8/layout/vList3"/>
    <dgm:cxn modelId="{D569EB4C-4D15-421B-9E43-325B441E0110}" type="presOf" srcId="{45132B20-76D3-4F61-B9E0-B3E87AA5A620}" destId="{0B19393F-4C42-4A77-879B-6DBF65FC662F}" srcOrd="0" destOrd="0" presId="urn:microsoft.com/office/officeart/2005/8/layout/vList3"/>
    <dgm:cxn modelId="{EB5CA850-D8EC-4196-95ED-1305D648E4C9}" srcId="{4AD223B5-3DB2-40AD-8E24-65C21727146D}" destId="{8C6A9610-9960-4C30-AC11-B370FAE2A410}" srcOrd="2" destOrd="0" parTransId="{F80FFDEE-CFE0-4951-A87B-CFC647815FFF}" sibTransId="{D29F78E0-A47A-4717-8F2A-F544775D9277}"/>
    <dgm:cxn modelId="{F5D068B5-D52B-4F1A-9E03-FDF333D06950}" srcId="{4AD223B5-3DB2-40AD-8E24-65C21727146D}" destId="{E83A4494-9B60-4F1B-92C2-ABEBD330BB4C}" srcOrd="3" destOrd="0" parTransId="{AD84392C-95C7-46E2-8759-51D39140217E}" sibTransId="{966E322B-6FFD-4F63-B992-FA6F98FCC454}"/>
    <dgm:cxn modelId="{7D347BD1-5244-43EB-926C-E2E7D99CC4D3}" type="presParOf" srcId="{1EFE878D-8F98-4346-91E4-261AD0815B72}" destId="{D36C0AE9-108E-4EE4-BB33-DAE524986EC2}" srcOrd="0" destOrd="0" presId="urn:microsoft.com/office/officeart/2005/8/layout/vList3"/>
    <dgm:cxn modelId="{9B2904FD-8C8F-467C-BB7E-20219CB9F1CD}" type="presParOf" srcId="{D36C0AE9-108E-4EE4-BB33-DAE524986EC2}" destId="{62F4D16B-CFF0-40CF-B770-48EDDDB6A89F}" srcOrd="0" destOrd="0" presId="urn:microsoft.com/office/officeart/2005/8/layout/vList3"/>
    <dgm:cxn modelId="{41994F91-C861-4045-B6E3-DD0858B36FBA}" type="presParOf" srcId="{D36C0AE9-108E-4EE4-BB33-DAE524986EC2}" destId="{413E19A7-1A61-4EFD-B545-8FB689A61F1D}" srcOrd="1" destOrd="0" presId="urn:microsoft.com/office/officeart/2005/8/layout/vList3"/>
    <dgm:cxn modelId="{6D7276CF-0582-4D4C-BA82-314973B678F7}" type="presParOf" srcId="{1EFE878D-8F98-4346-91E4-261AD0815B72}" destId="{1CDD46D3-C1F5-47BB-B4C7-6A578904152A}" srcOrd="1" destOrd="0" presId="urn:microsoft.com/office/officeart/2005/8/layout/vList3"/>
    <dgm:cxn modelId="{493F8657-875C-4985-B164-BACD9A281A6B}" type="presParOf" srcId="{1EFE878D-8F98-4346-91E4-261AD0815B72}" destId="{28A46D1B-F3D0-494B-97AE-BD514C51E4B7}" srcOrd="2" destOrd="0" presId="urn:microsoft.com/office/officeart/2005/8/layout/vList3"/>
    <dgm:cxn modelId="{76C8D834-1E2B-4739-81A2-14A1E5E5C638}" type="presParOf" srcId="{28A46D1B-F3D0-494B-97AE-BD514C51E4B7}" destId="{64115E0D-7384-4003-9481-AABFFE757C44}" srcOrd="0" destOrd="0" presId="urn:microsoft.com/office/officeart/2005/8/layout/vList3"/>
    <dgm:cxn modelId="{50D0EC54-BB73-425B-8E47-756C93D57091}" type="presParOf" srcId="{28A46D1B-F3D0-494B-97AE-BD514C51E4B7}" destId="{0B19393F-4C42-4A77-879B-6DBF65FC662F}" srcOrd="1" destOrd="0" presId="urn:microsoft.com/office/officeart/2005/8/layout/vList3"/>
    <dgm:cxn modelId="{168712CC-9900-42D9-8D83-AA894A91F04E}" type="presParOf" srcId="{1EFE878D-8F98-4346-91E4-261AD0815B72}" destId="{218754EB-9645-4918-80F1-2A9EE2918E07}" srcOrd="3" destOrd="0" presId="urn:microsoft.com/office/officeart/2005/8/layout/vList3"/>
    <dgm:cxn modelId="{968FE74B-2186-4DE6-B26D-7389AD2712E4}" type="presParOf" srcId="{1EFE878D-8F98-4346-91E4-261AD0815B72}" destId="{F39C37B9-A122-4F3A-97C1-C74FB59B2A20}" srcOrd="4" destOrd="0" presId="urn:microsoft.com/office/officeart/2005/8/layout/vList3"/>
    <dgm:cxn modelId="{B6809DE3-5D6E-4945-9180-EC696E841340}" type="presParOf" srcId="{F39C37B9-A122-4F3A-97C1-C74FB59B2A20}" destId="{1FF1AA61-4822-45CF-BDC2-367B6D58C02E}" srcOrd="0" destOrd="0" presId="urn:microsoft.com/office/officeart/2005/8/layout/vList3"/>
    <dgm:cxn modelId="{A0C8057F-E0A0-4B93-8EC8-42E0804065A8}" type="presParOf" srcId="{F39C37B9-A122-4F3A-97C1-C74FB59B2A20}" destId="{DEE0A3F3-5111-49AC-9472-41C8FDDEAAAD}" srcOrd="1" destOrd="0" presId="urn:microsoft.com/office/officeart/2005/8/layout/vList3"/>
    <dgm:cxn modelId="{6AB0599D-DFB5-41A3-A8D6-0CD53B8E3691}" type="presParOf" srcId="{1EFE878D-8F98-4346-91E4-261AD0815B72}" destId="{54DA3C5B-3A24-45DC-8DBD-DD32CA632737}" srcOrd="5" destOrd="0" presId="urn:microsoft.com/office/officeart/2005/8/layout/vList3"/>
    <dgm:cxn modelId="{7E7C1E3C-9FE8-46DD-BC14-7996E1FED191}" type="presParOf" srcId="{1EFE878D-8F98-4346-91E4-261AD0815B72}" destId="{5DAAAAA8-34ED-4A38-8192-984D5CD01610}" srcOrd="6" destOrd="0" presId="urn:microsoft.com/office/officeart/2005/8/layout/vList3"/>
    <dgm:cxn modelId="{EE598590-DB6A-40F8-A901-472ABDCA951D}" type="presParOf" srcId="{5DAAAAA8-34ED-4A38-8192-984D5CD01610}" destId="{EE3629B8-AE28-444C-ACE9-3715B7690CE2}" srcOrd="0" destOrd="0" presId="urn:microsoft.com/office/officeart/2005/8/layout/vList3"/>
    <dgm:cxn modelId="{F18014DF-A3E2-40D0-9B81-A8CA58954351}" type="presParOf" srcId="{5DAAAAA8-34ED-4A38-8192-984D5CD01610}" destId="{D4247C1A-F096-457C-BF73-420DF727205E}"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543F3D02-8D81-431C-92E9-04BF3559D310}"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uk-UA"/>
        </a:p>
      </dgm:t>
    </dgm:pt>
    <dgm:pt modelId="{7C75403E-460C-40E1-8121-6E9DA279D660}">
      <dgm:prSet/>
      <dgm:spPr/>
      <dgm:t>
        <a:bodyPr/>
        <a:lstStyle/>
        <a:p>
          <a:r>
            <a:rPr lang="uk-UA" b="0" i="0"/>
            <a:t>пропагуванні ідей федерації християнських слов’янських республік.</a:t>
          </a:r>
          <a:endParaRPr lang="uk-UA"/>
        </a:p>
      </dgm:t>
    </dgm:pt>
    <dgm:pt modelId="{2CE8D714-6B53-40D8-911C-E72009B79E1C}" type="parTrans" cxnId="{B4739900-3B0C-4D33-9CF2-DCD4E2274BF0}">
      <dgm:prSet/>
      <dgm:spPr/>
      <dgm:t>
        <a:bodyPr/>
        <a:lstStyle/>
        <a:p>
          <a:endParaRPr lang="uk-UA"/>
        </a:p>
      </dgm:t>
    </dgm:pt>
    <dgm:pt modelId="{11623C67-3F2A-44D8-A11A-F3D3CD576F66}" type="sibTrans" cxnId="{B4739900-3B0C-4D33-9CF2-DCD4E2274BF0}">
      <dgm:prSet/>
      <dgm:spPr/>
      <dgm:t>
        <a:bodyPr/>
        <a:lstStyle/>
        <a:p>
          <a:endParaRPr lang="uk-UA"/>
        </a:p>
      </dgm:t>
    </dgm:pt>
    <dgm:pt modelId="{62AFB2A4-1A77-44D9-B3E6-713A7BC5A42C}">
      <dgm:prSet/>
      <dgm:spPr/>
      <dgm:t>
        <a:bodyPr/>
        <a:lstStyle/>
        <a:p>
          <a:r>
            <a:rPr lang="uk-UA" b="0" i="0"/>
            <a:t>піднесенні статусу української мови, розширенні сфери її вжитку.</a:t>
          </a:r>
          <a:endParaRPr lang="uk-UA"/>
        </a:p>
      </dgm:t>
    </dgm:pt>
    <dgm:pt modelId="{D1D89588-1289-45BE-AE7C-549940F352CD}" type="parTrans" cxnId="{3074280E-F55A-4E19-BAEB-B5478069F8BA}">
      <dgm:prSet/>
      <dgm:spPr/>
      <dgm:t>
        <a:bodyPr/>
        <a:lstStyle/>
        <a:p>
          <a:endParaRPr lang="uk-UA"/>
        </a:p>
      </dgm:t>
    </dgm:pt>
    <dgm:pt modelId="{EDC4BBB2-E2C5-4D45-A642-F5A4DB539CC2}" type="sibTrans" cxnId="{3074280E-F55A-4E19-BAEB-B5478069F8BA}">
      <dgm:prSet/>
      <dgm:spPr/>
      <dgm:t>
        <a:bodyPr/>
        <a:lstStyle/>
        <a:p>
          <a:endParaRPr lang="uk-UA"/>
        </a:p>
      </dgm:t>
    </dgm:pt>
    <dgm:pt modelId="{A5C23A13-7939-459D-A6F1-5692703FD96F}">
      <dgm:prSet/>
      <dgm:spPr/>
      <dgm:t>
        <a:bodyPr/>
        <a:lstStyle/>
        <a:p>
          <a:r>
            <a:rPr lang="uk-UA" b="0" i="0"/>
            <a:t>розбудові Австрії як парламентської федеративної республіки.</a:t>
          </a:r>
          <a:endParaRPr lang="uk-UA"/>
        </a:p>
      </dgm:t>
    </dgm:pt>
    <dgm:pt modelId="{03C74CE6-85F7-488A-8F96-F6C22B00A479}" type="parTrans" cxnId="{66537C3A-C298-4766-AC15-AA20E5CE327A}">
      <dgm:prSet/>
      <dgm:spPr/>
      <dgm:t>
        <a:bodyPr/>
        <a:lstStyle/>
        <a:p>
          <a:endParaRPr lang="uk-UA"/>
        </a:p>
      </dgm:t>
    </dgm:pt>
    <dgm:pt modelId="{009A2EF8-E8F2-44B3-8E6B-E0F0C86066E2}" type="sibTrans" cxnId="{66537C3A-C298-4766-AC15-AA20E5CE327A}">
      <dgm:prSet/>
      <dgm:spPr/>
      <dgm:t>
        <a:bodyPr/>
        <a:lstStyle/>
        <a:p>
          <a:endParaRPr lang="uk-UA"/>
        </a:p>
      </dgm:t>
    </dgm:pt>
    <dgm:pt modelId="{B030FD35-AD26-4FB1-8F7D-414C9120F251}">
      <dgm:prSet/>
      <dgm:spPr/>
      <dgm:t>
        <a:bodyPr/>
        <a:lstStyle/>
        <a:p>
          <a:r>
            <a:rPr lang="uk-UA" b="0" i="0"/>
            <a:t>наданні галицьким українцям права обіймати державні посади.</a:t>
          </a:r>
          <a:endParaRPr lang="uk-UA"/>
        </a:p>
      </dgm:t>
    </dgm:pt>
    <dgm:pt modelId="{4EE29C6E-1C25-432D-B620-6E271B2250FA}" type="parTrans" cxnId="{243B0C5A-D983-42D3-AF8D-5ABF6FB6FFD3}">
      <dgm:prSet/>
      <dgm:spPr/>
      <dgm:t>
        <a:bodyPr/>
        <a:lstStyle/>
        <a:p>
          <a:endParaRPr lang="uk-UA"/>
        </a:p>
      </dgm:t>
    </dgm:pt>
    <dgm:pt modelId="{1879BE34-E1E2-4CE9-8D2B-A7EC958883BB}" type="sibTrans" cxnId="{243B0C5A-D983-42D3-AF8D-5ABF6FB6FFD3}">
      <dgm:prSet/>
      <dgm:spPr/>
      <dgm:t>
        <a:bodyPr/>
        <a:lstStyle/>
        <a:p>
          <a:endParaRPr lang="uk-UA"/>
        </a:p>
      </dgm:t>
    </dgm:pt>
    <dgm:pt modelId="{4463CC20-42D5-42C7-8AD7-4CA8ECBDDAD1}" type="pres">
      <dgm:prSet presAssocID="{543F3D02-8D81-431C-92E9-04BF3559D310}" presName="linear" presStyleCnt="0">
        <dgm:presLayoutVars>
          <dgm:animLvl val="lvl"/>
          <dgm:resizeHandles val="exact"/>
        </dgm:presLayoutVars>
      </dgm:prSet>
      <dgm:spPr/>
    </dgm:pt>
    <dgm:pt modelId="{51795898-87B4-4761-BBCA-F9DE7E492989}" type="pres">
      <dgm:prSet presAssocID="{7C75403E-460C-40E1-8121-6E9DA279D660}" presName="parentText" presStyleLbl="node1" presStyleIdx="0" presStyleCnt="4">
        <dgm:presLayoutVars>
          <dgm:chMax val="0"/>
          <dgm:bulletEnabled val="1"/>
        </dgm:presLayoutVars>
      </dgm:prSet>
      <dgm:spPr/>
    </dgm:pt>
    <dgm:pt modelId="{4C6C00BD-520D-4D4A-9299-07F1EEEDF915}" type="pres">
      <dgm:prSet presAssocID="{11623C67-3F2A-44D8-A11A-F3D3CD576F66}" presName="spacer" presStyleCnt="0"/>
      <dgm:spPr/>
    </dgm:pt>
    <dgm:pt modelId="{087D22C7-EF59-46A0-B633-C9376935374D}" type="pres">
      <dgm:prSet presAssocID="{62AFB2A4-1A77-44D9-B3E6-713A7BC5A42C}" presName="parentText" presStyleLbl="node1" presStyleIdx="1" presStyleCnt="4">
        <dgm:presLayoutVars>
          <dgm:chMax val="0"/>
          <dgm:bulletEnabled val="1"/>
        </dgm:presLayoutVars>
      </dgm:prSet>
      <dgm:spPr/>
    </dgm:pt>
    <dgm:pt modelId="{FB2380F5-C78F-4C0D-A880-1450F4BD1B47}" type="pres">
      <dgm:prSet presAssocID="{EDC4BBB2-E2C5-4D45-A642-F5A4DB539CC2}" presName="spacer" presStyleCnt="0"/>
      <dgm:spPr/>
    </dgm:pt>
    <dgm:pt modelId="{536A7B8B-2F98-46CF-B4ED-71738305E9DB}" type="pres">
      <dgm:prSet presAssocID="{A5C23A13-7939-459D-A6F1-5692703FD96F}" presName="parentText" presStyleLbl="node1" presStyleIdx="2" presStyleCnt="4">
        <dgm:presLayoutVars>
          <dgm:chMax val="0"/>
          <dgm:bulletEnabled val="1"/>
        </dgm:presLayoutVars>
      </dgm:prSet>
      <dgm:spPr/>
    </dgm:pt>
    <dgm:pt modelId="{A746F2E7-B28E-4512-BF3D-E83447ECADF6}" type="pres">
      <dgm:prSet presAssocID="{009A2EF8-E8F2-44B3-8E6B-E0F0C86066E2}" presName="spacer" presStyleCnt="0"/>
      <dgm:spPr/>
    </dgm:pt>
    <dgm:pt modelId="{26E0DFF3-842F-46BF-A32C-6C98D868044A}" type="pres">
      <dgm:prSet presAssocID="{B030FD35-AD26-4FB1-8F7D-414C9120F251}" presName="parentText" presStyleLbl="node1" presStyleIdx="3" presStyleCnt="4">
        <dgm:presLayoutVars>
          <dgm:chMax val="0"/>
          <dgm:bulletEnabled val="1"/>
        </dgm:presLayoutVars>
      </dgm:prSet>
      <dgm:spPr/>
    </dgm:pt>
  </dgm:ptLst>
  <dgm:cxnLst>
    <dgm:cxn modelId="{B4739900-3B0C-4D33-9CF2-DCD4E2274BF0}" srcId="{543F3D02-8D81-431C-92E9-04BF3559D310}" destId="{7C75403E-460C-40E1-8121-6E9DA279D660}" srcOrd="0" destOrd="0" parTransId="{2CE8D714-6B53-40D8-911C-E72009B79E1C}" sibTransId="{11623C67-3F2A-44D8-A11A-F3D3CD576F66}"/>
    <dgm:cxn modelId="{3074280E-F55A-4E19-BAEB-B5478069F8BA}" srcId="{543F3D02-8D81-431C-92E9-04BF3559D310}" destId="{62AFB2A4-1A77-44D9-B3E6-713A7BC5A42C}" srcOrd="1" destOrd="0" parTransId="{D1D89588-1289-45BE-AE7C-549940F352CD}" sibTransId="{EDC4BBB2-E2C5-4D45-A642-F5A4DB539CC2}"/>
    <dgm:cxn modelId="{A5536219-39E2-484C-9194-3964E476F1B1}" type="presOf" srcId="{B030FD35-AD26-4FB1-8F7D-414C9120F251}" destId="{26E0DFF3-842F-46BF-A32C-6C98D868044A}" srcOrd="0" destOrd="0" presId="urn:microsoft.com/office/officeart/2005/8/layout/vList2"/>
    <dgm:cxn modelId="{85D5522E-CE09-40BF-ADB2-DD4723BF77F9}" type="presOf" srcId="{A5C23A13-7939-459D-A6F1-5692703FD96F}" destId="{536A7B8B-2F98-46CF-B4ED-71738305E9DB}" srcOrd="0" destOrd="0" presId="urn:microsoft.com/office/officeart/2005/8/layout/vList2"/>
    <dgm:cxn modelId="{66537C3A-C298-4766-AC15-AA20E5CE327A}" srcId="{543F3D02-8D81-431C-92E9-04BF3559D310}" destId="{A5C23A13-7939-459D-A6F1-5692703FD96F}" srcOrd="2" destOrd="0" parTransId="{03C74CE6-85F7-488A-8F96-F6C22B00A479}" sibTransId="{009A2EF8-E8F2-44B3-8E6B-E0F0C86066E2}"/>
    <dgm:cxn modelId="{642C0865-165A-4DE7-9BBB-8E14DD3862B7}" type="presOf" srcId="{7C75403E-460C-40E1-8121-6E9DA279D660}" destId="{51795898-87B4-4761-BBCA-F9DE7E492989}" srcOrd="0" destOrd="0" presId="urn:microsoft.com/office/officeart/2005/8/layout/vList2"/>
    <dgm:cxn modelId="{243B0C5A-D983-42D3-AF8D-5ABF6FB6FFD3}" srcId="{543F3D02-8D81-431C-92E9-04BF3559D310}" destId="{B030FD35-AD26-4FB1-8F7D-414C9120F251}" srcOrd="3" destOrd="0" parTransId="{4EE29C6E-1C25-432D-B620-6E271B2250FA}" sibTransId="{1879BE34-E1E2-4CE9-8D2B-A7EC958883BB}"/>
    <dgm:cxn modelId="{24025A8A-FFFF-4742-A181-49129D260561}" type="presOf" srcId="{62AFB2A4-1A77-44D9-B3E6-713A7BC5A42C}" destId="{087D22C7-EF59-46A0-B633-C9376935374D}" srcOrd="0" destOrd="0" presId="urn:microsoft.com/office/officeart/2005/8/layout/vList2"/>
    <dgm:cxn modelId="{B834779F-19A0-4C6A-A7B0-2D77B83451B2}" type="presOf" srcId="{543F3D02-8D81-431C-92E9-04BF3559D310}" destId="{4463CC20-42D5-42C7-8AD7-4CA8ECBDDAD1}" srcOrd="0" destOrd="0" presId="urn:microsoft.com/office/officeart/2005/8/layout/vList2"/>
    <dgm:cxn modelId="{CAF0ECBA-C029-4286-8B64-328DEB7A20C0}" type="presParOf" srcId="{4463CC20-42D5-42C7-8AD7-4CA8ECBDDAD1}" destId="{51795898-87B4-4761-BBCA-F9DE7E492989}" srcOrd="0" destOrd="0" presId="urn:microsoft.com/office/officeart/2005/8/layout/vList2"/>
    <dgm:cxn modelId="{F0DC3751-1345-40BB-8255-4E47D0559254}" type="presParOf" srcId="{4463CC20-42D5-42C7-8AD7-4CA8ECBDDAD1}" destId="{4C6C00BD-520D-4D4A-9299-07F1EEEDF915}" srcOrd="1" destOrd="0" presId="urn:microsoft.com/office/officeart/2005/8/layout/vList2"/>
    <dgm:cxn modelId="{B8362D35-EE95-4354-89AF-5A6C8C77D59F}" type="presParOf" srcId="{4463CC20-42D5-42C7-8AD7-4CA8ECBDDAD1}" destId="{087D22C7-EF59-46A0-B633-C9376935374D}" srcOrd="2" destOrd="0" presId="urn:microsoft.com/office/officeart/2005/8/layout/vList2"/>
    <dgm:cxn modelId="{835274A0-D6F1-4F09-9EB2-77C98266EDB6}" type="presParOf" srcId="{4463CC20-42D5-42C7-8AD7-4CA8ECBDDAD1}" destId="{FB2380F5-C78F-4C0D-A880-1450F4BD1B47}" srcOrd="3" destOrd="0" presId="urn:microsoft.com/office/officeart/2005/8/layout/vList2"/>
    <dgm:cxn modelId="{949ACE41-E8D1-4A80-A69C-327339BF29B8}" type="presParOf" srcId="{4463CC20-42D5-42C7-8AD7-4CA8ECBDDAD1}" destId="{536A7B8B-2F98-46CF-B4ED-71738305E9DB}" srcOrd="4" destOrd="0" presId="urn:microsoft.com/office/officeart/2005/8/layout/vList2"/>
    <dgm:cxn modelId="{A8D0E298-897F-4D21-8B60-73E5C942ABF0}" type="presParOf" srcId="{4463CC20-42D5-42C7-8AD7-4CA8ECBDDAD1}" destId="{A746F2E7-B28E-4512-BF3D-E83447ECADF6}" srcOrd="5" destOrd="0" presId="urn:microsoft.com/office/officeart/2005/8/layout/vList2"/>
    <dgm:cxn modelId="{0E1F562D-8636-4F57-B627-84392D23A712}" type="presParOf" srcId="{4463CC20-42D5-42C7-8AD7-4CA8ECBDDAD1}" destId="{26E0DFF3-842F-46BF-A32C-6C98D868044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D0525B42-1DA3-4AA1-92C3-B9F2430800FB}"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uk-UA"/>
        </a:p>
      </dgm:t>
    </dgm:pt>
    <dgm:pt modelId="{6F800E8B-26EF-4DE3-9684-A4C42FA8C692}">
      <dgm:prSet/>
      <dgm:spPr/>
      <dgm:t>
        <a:bodyPr/>
        <a:lstStyle/>
        <a:p>
          <a:r>
            <a:rPr lang="uk-UA" b="0" i="0"/>
            <a:t>збереження священиками етнічної ідентичності</a:t>
          </a:r>
          <a:endParaRPr lang="uk-UA"/>
        </a:p>
      </dgm:t>
    </dgm:pt>
    <dgm:pt modelId="{335D3111-A707-4472-BEFD-41CAC1AF8977}" type="parTrans" cxnId="{2DC548E9-5AE2-4D78-8156-AE6A38DC5189}">
      <dgm:prSet/>
      <dgm:spPr/>
      <dgm:t>
        <a:bodyPr/>
        <a:lstStyle/>
        <a:p>
          <a:endParaRPr lang="uk-UA"/>
        </a:p>
      </dgm:t>
    </dgm:pt>
    <dgm:pt modelId="{80D8C528-F013-4DCA-A1A6-95B2375B44E1}" type="sibTrans" cxnId="{2DC548E9-5AE2-4D78-8156-AE6A38DC5189}">
      <dgm:prSet/>
      <dgm:spPr/>
      <dgm:t>
        <a:bodyPr/>
        <a:lstStyle/>
        <a:p>
          <a:endParaRPr lang="uk-UA"/>
        </a:p>
      </dgm:t>
    </dgm:pt>
    <dgm:pt modelId="{121CB8F8-AAA8-4D63-B4D2-4E3D6C942DE9}">
      <dgm:prSet/>
      <dgm:spPr/>
      <dgm:t>
        <a:bodyPr/>
        <a:lstStyle/>
        <a:p>
          <a:r>
            <a:rPr lang="uk-UA" b="0" i="0" dirty="0"/>
            <a:t>наявність власної впливової політичної організації</a:t>
          </a:r>
          <a:endParaRPr lang="uk-UA" dirty="0"/>
        </a:p>
      </dgm:t>
    </dgm:pt>
    <dgm:pt modelId="{CDAD003C-CFC0-4A82-BB71-4B68EBE09C36}" type="parTrans" cxnId="{7A114D0F-84FB-465D-B98A-1E3BA7DF16A7}">
      <dgm:prSet/>
      <dgm:spPr/>
      <dgm:t>
        <a:bodyPr/>
        <a:lstStyle/>
        <a:p>
          <a:endParaRPr lang="uk-UA"/>
        </a:p>
      </dgm:t>
    </dgm:pt>
    <dgm:pt modelId="{3F4BAF81-F997-4492-BD65-972390CC9AD7}" type="sibTrans" cxnId="{7A114D0F-84FB-465D-B98A-1E3BA7DF16A7}">
      <dgm:prSet/>
      <dgm:spPr/>
      <dgm:t>
        <a:bodyPr/>
        <a:lstStyle/>
        <a:p>
          <a:endParaRPr lang="uk-UA"/>
        </a:p>
      </dgm:t>
    </dgm:pt>
    <dgm:pt modelId="{7FC25B7C-EDD0-4C5A-8309-0B3D83C4A31C}">
      <dgm:prSet/>
      <dgm:spPr/>
      <dgm:t>
        <a:bodyPr/>
        <a:lstStyle/>
        <a:p>
          <a:r>
            <a:rPr lang="uk-UA" b="0" i="0"/>
            <a:t>тісна співпраця з Російською православною церквою</a:t>
          </a:r>
          <a:endParaRPr lang="uk-UA"/>
        </a:p>
      </dgm:t>
    </dgm:pt>
    <dgm:pt modelId="{DB1E8A5C-212C-4364-9A9B-E1ADB45103CF}" type="parTrans" cxnId="{E0A5987A-44F5-40E7-B028-1403E109BBD3}">
      <dgm:prSet/>
      <dgm:spPr/>
      <dgm:t>
        <a:bodyPr/>
        <a:lstStyle/>
        <a:p>
          <a:endParaRPr lang="uk-UA"/>
        </a:p>
      </dgm:t>
    </dgm:pt>
    <dgm:pt modelId="{5E891338-7670-4933-9A19-3396AA067EAF}" type="sibTrans" cxnId="{E0A5987A-44F5-40E7-B028-1403E109BBD3}">
      <dgm:prSet/>
      <dgm:spPr/>
      <dgm:t>
        <a:bodyPr/>
        <a:lstStyle/>
        <a:p>
          <a:endParaRPr lang="uk-UA"/>
        </a:p>
      </dgm:t>
    </dgm:pt>
    <dgm:pt modelId="{25A7A306-4DB0-49EF-B591-F097E90BF728}">
      <dgm:prSet/>
      <dgm:spPr/>
      <dgm:t>
        <a:bodyPr/>
        <a:lstStyle/>
        <a:p>
          <a:r>
            <a:rPr lang="uk-UA" b="0" i="0"/>
            <a:t>зосередження у власності церкви більшості орних земель</a:t>
          </a:r>
          <a:endParaRPr lang="uk-UA"/>
        </a:p>
      </dgm:t>
    </dgm:pt>
    <dgm:pt modelId="{571BCD70-038B-4375-BF2A-0250213BD0B3}" type="parTrans" cxnId="{58A7D12E-B6D5-4497-86D9-6FC3272A2EBA}">
      <dgm:prSet/>
      <dgm:spPr/>
      <dgm:t>
        <a:bodyPr/>
        <a:lstStyle/>
        <a:p>
          <a:endParaRPr lang="uk-UA"/>
        </a:p>
      </dgm:t>
    </dgm:pt>
    <dgm:pt modelId="{EA552261-E806-4B9B-905A-0688C3FCE0AC}" type="sibTrans" cxnId="{58A7D12E-B6D5-4497-86D9-6FC3272A2EBA}">
      <dgm:prSet/>
      <dgm:spPr/>
      <dgm:t>
        <a:bodyPr/>
        <a:lstStyle/>
        <a:p>
          <a:endParaRPr lang="uk-UA"/>
        </a:p>
      </dgm:t>
    </dgm:pt>
    <dgm:pt modelId="{AFF2A100-6197-4921-B03D-1E89166E907B}" type="pres">
      <dgm:prSet presAssocID="{D0525B42-1DA3-4AA1-92C3-B9F2430800FB}" presName="linear" presStyleCnt="0">
        <dgm:presLayoutVars>
          <dgm:animLvl val="lvl"/>
          <dgm:resizeHandles val="exact"/>
        </dgm:presLayoutVars>
      </dgm:prSet>
      <dgm:spPr/>
    </dgm:pt>
    <dgm:pt modelId="{E2C4465C-1B4D-468B-9436-8613F42788D5}" type="pres">
      <dgm:prSet presAssocID="{6F800E8B-26EF-4DE3-9684-A4C42FA8C692}" presName="parentText" presStyleLbl="node1" presStyleIdx="0" presStyleCnt="4">
        <dgm:presLayoutVars>
          <dgm:chMax val="0"/>
          <dgm:bulletEnabled val="1"/>
        </dgm:presLayoutVars>
      </dgm:prSet>
      <dgm:spPr/>
    </dgm:pt>
    <dgm:pt modelId="{24CC540A-C734-4128-9C22-C24144496F87}" type="pres">
      <dgm:prSet presAssocID="{80D8C528-F013-4DCA-A1A6-95B2375B44E1}" presName="spacer" presStyleCnt="0"/>
      <dgm:spPr/>
    </dgm:pt>
    <dgm:pt modelId="{DB458F8B-1436-45F4-A55E-BF19E0CAB53F}" type="pres">
      <dgm:prSet presAssocID="{121CB8F8-AAA8-4D63-B4D2-4E3D6C942DE9}" presName="parentText" presStyleLbl="node1" presStyleIdx="1" presStyleCnt="4">
        <dgm:presLayoutVars>
          <dgm:chMax val="0"/>
          <dgm:bulletEnabled val="1"/>
        </dgm:presLayoutVars>
      </dgm:prSet>
      <dgm:spPr/>
    </dgm:pt>
    <dgm:pt modelId="{89FF990D-25A7-482F-9AF3-D76C92FAD797}" type="pres">
      <dgm:prSet presAssocID="{3F4BAF81-F997-4492-BD65-972390CC9AD7}" presName="spacer" presStyleCnt="0"/>
      <dgm:spPr/>
    </dgm:pt>
    <dgm:pt modelId="{A7BD1396-A020-40F8-8AC2-1B18178DBD83}" type="pres">
      <dgm:prSet presAssocID="{7FC25B7C-EDD0-4C5A-8309-0B3D83C4A31C}" presName="parentText" presStyleLbl="node1" presStyleIdx="2" presStyleCnt="4">
        <dgm:presLayoutVars>
          <dgm:chMax val="0"/>
          <dgm:bulletEnabled val="1"/>
        </dgm:presLayoutVars>
      </dgm:prSet>
      <dgm:spPr/>
    </dgm:pt>
    <dgm:pt modelId="{96917BCE-7EE4-4C5A-A613-FF075B4C0CF6}" type="pres">
      <dgm:prSet presAssocID="{5E891338-7670-4933-9A19-3396AA067EAF}" presName="spacer" presStyleCnt="0"/>
      <dgm:spPr/>
    </dgm:pt>
    <dgm:pt modelId="{E0838EF2-9399-42CA-BEF5-9D0A49A79BAC}" type="pres">
      <dgm:prSet presAssocID="{25A7A306-4DB0-49EF-B591-F097E90BF728}" presName="parentText" presStyleLbl="node1" presStyleIdx="3" presStyleCnt="4">
        <dgm:presLayoutVars>
          <dgm:chMax val="0"/>
          <dgm:bulletEnabled val="1"/>
        </dgm:presLayoutVars>
      </dgm:prSet>
      <dgm:spPr/>
    </dgm:pt>
  </dgm:ptLst>
  <dgm:cxnLst>
    <dgm:cxn modelId="{7A114D0F-84FB-465D-B98A-1E3BA7DF16A7}" srcId="{D0525B42-1DA3-4AA1-92C3-B9F2430800FB}" destId="{121CB8F8-AAA8-4D63-B4D2-4E3D6C942DE9}" srcOrd="1" destOrd="0" parTransId="{CDAD003C-CFC0-4A82-BB71-4B68EBE09C36}" sibTransId="{3F4BAF81-F997-4492-BD65-972390CC9AD7}"/>
    <dgm:cxn modelId="{58A7D12E-B6D5-4497-86D9-6FC3272A2EBA}" srcId="{D0525B42-1DA3-4AA1-92C3-B9F2430800FB}" destId="{25A7A306-4DB0-49EF-B591-F097E90BF728}" srcOrd="3" destOrd="0" parTransId="{571BCD70-038B-4375-BF2A-0250213BD0B3}" sibTransId="{EA552261-E806-4B9B-905A-0688C3FCE0AC}"/>
    <dgm:cxn modelId="{62126061-71DA-49EA-BC8B-53BC8778AEB2}" type="presOf" srcId="{6F800E8B-26EF-4DE3-9684-A4C42FA8C692}" destId="{E2C4465C-1B4D-468B-9436-8613F42788D5}" srcOrd="0" destOrd="0" presId="urn:microsoft.com/office/officeart/2005/8/layout/vList2"/>
    <dgm:cxn modelId="{E0A5987A-44F5-40E7-B028-1403E109BBD3}" srcId="{D0525B42-1DA3-4AA1-92C3-B9F2430800FB}" destId="{7FC25B7C-EDD0-4C5A-8309-0B3D83C4A31C}" srcOrd="2" destOrd="0" parTransId="{DB1E8A5C-212C-4364-9A9B-E1ADB45103CF}" sibTransId="{5E891338-7670-4933-9A19-3396AA067EAF}"/>
    <dgm:cxn modelId="{6BFF9696-A94D-45FF-9C3B-F0AEE2DE49B2}" type="presOf" srcId="{7FC25B7C-EDD0-4C5A-8309-0B3D83C4A31C}" destId="{A7BD1396-A020-40F8-8AC2-1B18178DBD83}" srcOrd="0" destOrd="0" presId="urn:microsoft.com/office/officeart/2005/8/layout/vList2"/>
    <dgm:cxn modelId="{6251C6AA-450F-433F-A60D-1115303B2F71}" type="presOf" srcId="{121CB8F8-AAA8-4D63-B4D2-4E3D6C942DE9}" destId="{DB458F8B-1436-45F4-A55E-BF19E0CAB53F}" srcOrd="0" destOrd="0" presId="urn:microsoft.com/office/officeart/2005/8/layout/vList2"/>
    <dgm:cxn modelId="{604E64D2-DBD5-4F60-A2C5-FAFB0AE03D49}" type="presOf" srcId="{25A7A306-4DB0-49EF-B591-F097E90BF728}" destId="{E0838EF2-9399-42CA-BEF5-9D0A49A79BAC}" srcOrd="0" destOrd="0" presId="urn:microsoft.com/office/officeart/2005/8/layout/vList2"/>
    <dgm:cxn modelId="{2DC548E9-5AE2-4D78-8156-AE6A38DC5189}" srcId="{D0525B42-1DA3-4AA1-92C3-B9F2430800FB}" destId="{6F800E8B-26EF-4DE3-9684-A4C42FA8C692}" srcOrd="0" destOrd="0" parTransId="{335D3111-A707-4472-BEFD-41CAC1AF8977}" sibTransId="{80D8C528-F013-4DCA-A1A6-95B2375B44E1}"/>
    <dgm:cxn modelId="{7A22FAF1-1E15-4715-BBF5-B10EA5656B53}" type="presOf" srcId="{D0525B42-1DA3-4AA1-92C3-B9F2430800FB}" destId="{AFF2A100-6197-4921-B03D-1E89166E907B}" srcOrd="0" destOrd="0" presId="urn:microsoft.com/office/officeart/2005/8/layout/vList2"/>
    <dgm:cxn modelId="{AC69E455-AF4E-475D-8813-7F363F01129A}" type="presParOf" srcId="{AFF2A100-6197-4921-B03D-1E89166E907B}" destId="{E2C4465C-1B4D-468B-9436-8613F42788D5}" srcOrd="0" destOrd="0" presId="urn:microsoft.com/office/officeart/2005/8/layout/vList2"/>
    <dgm:cxn modelId="{D791700A-0C5B-4A2F-85DD-2E4BF408A3B0}" type="presParOf" srcId="{AFF2A100-6197-4921-B03D-1E89166E907B}" destId="{24CC540A-C734-4128-9C22-C24144496F87}" srcOrd="1" destOrd="0" presId="urn:microsoft.com/office/officeart/2005/8/layout/vList2"/>
    <dgm:cxn modelId="{09A2A7A1-72BE-4E32-83A8-27F6A09471CC}" type="presParOf" srcId="{AFF2A100-6197-4921-B03D-1E89166E907B}" destId="{DB458F8B-1436-45F4-A55E-BF19E0CAB53F}" srcOrd="2" destOrd="0" presId="urn:microsoft.com/office/officeart/2005/8/layout/vList2"/>
    <dgm:cxn modelId="{8283A021-1ECB-4C64-BDE6-2B6AC13C6F6D}" type="presParOf" srcId="{AFF2A100-6197-4921-B03D-1E89166E907B}" destId="{89FF990D-25A7-482F-9AF3-D76C92FAD797}" srcOrd="3" destOrd="0" presId="urn:microsoft.com/office/officeart/2005/8/layout/vList2"/>
    <dgm:cxn modelId="{B3360688-777A-429E-907B-ECEC66EBFEBF}" type="presParOf" srcId="{AFF2A100-6197-4921-B03D-1E89166E907B}" destId="{A7BD1396-A020-40F8-8AC2-1B18178DBD83}" srcOrd="4" destOrd="0" presId="urn:microsoft.com/office/officeart/2005/8/layout/vList2"/>
    <dgm:cxn modelId="{97E1529A-8CE1-4464-A29A-FE2878A49682}" type="presParOf" srcId="{AFF2A100-6197-4921-B03D-1E89166E907B}" destId="{96917BCE-7EE4-4C5A-A613-FF075B4C0CF6}" srcOrd="5" destOrd="0" presId="urn:microsoft.com/office/officeart/2005/8/layout/vList2"/>
    <dgm:cxn modelId="{9E0CFCAF-098D-4E82-B0D5-EF2DC4B4C227}" type="presParOf" srcId="{AFF2A100-6197-4921-B03D-1E89166E907B}" destId="{E0838EF2-9399-42CA-BEF5-9D0A49A79BA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6A8DF5C2-6A0C-47B7-9436-4D997AB0E47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BEFE5E0-870C-4983-B854-42285D7E889C}">
      <dgm:prSet/>
      <dgm:spPr/>
      <dgm:t>
        <a:bodyPr/>
        <a:lstStyle/>
        <a:p>
          <a:r>
            <a:rPr lang="ru-RU" b="0" i="0"/>
            <a:t>перше видання «Кобзаря» Т. Шевченка в Петербурзі</a:t>
          </a:r>
          <a:endParaRPr lang="uk-UA"/>
        </a:p>
      </dgm:t>
    </dgm:pt>
    <dgm:pt modelId="{8F87CF55-ACCB-46A0-9C41-E9788B5CE202}" type="parTrans" cxnId="{5817E28C-95B0-48D2-802B-324D6669F150}">
      <dgm:prSet/>
      <dgm:spPr/>
      <dgm:t>
        <a:bodyPr/>
        <a:lstStyle/>
        <a:p>
          <a:endParaRPr lang="uk-UA"/>
        </a:p>
      </dgm:t>
    </dgm:pt>
    <dgm:pt modelId="{865C818E-FDAD-4964-96B5-01F7BF084880}" type="sibTrans" cxnId="{5817E28C-95B0-48D2-802B-324D6669F150}">
      <dgm:prSet/>
      <dgm:spPr/>
      <dgm:t>
        <a:bodyPr/>
        <a:lstStyle/>
        <a:p>
          <a:endParaRPr lang="uk-UA"/>
        </a:p>
      </dgm:t>
    </dgm:pt>
    <dgm:pt modelId="{774E03F7-DC3D-4CD9-BB64-2B9B53B46281}">
      <dgm:prSet/>
      <dgm:spPr/>
      <dgm:t>
        <a:bodyPr/>
        <a:lstStyle/>
        <a:p>
          <a:r>
            <a:rPr lang="ru-RU" b="0" i="0"/>
            <a:t>видання «Енеїди» І. Котляревського</a:t>
          </a:r>
          <a:endParaRPr lang="uk-UA"/>
        </a:p>
      </dgm:t>
    </dgm:pt>
    <dgm:pt modelId="{23B9C272-1CBE-4853-9E3F-38B92FBA685F}" type="parTrans" cxnId="{0840D9A2-7638-47E7-9FDC-1EE845F0F3C3}">
      <dgm:prSet/>
      <dgm:spPr/>
      <dgm:t>
        <a:bodyPr/>
        <a:lstStyle/>
        <a:p>
          <a:endParaRPr lang="uk-UA"/>
        </a:p>
      </dgm:t>
    </dgm:pt>
    <dgm:pt modelId="{26F74AF6-A995-4C1B-B590-546168188EC9}" type="sibTrans" cxnId="{0840D9A2-7638-47E7-9FDC-1EE845F0F3C3}">
      <dgm:prSet/>
      <dgm:spPr/>
      <dgm:t>
        <a:bodyPr/>
        <a:lstStyle/>
        <a:p>
          <a:endParaRPr lang="uk-UA"/>
        </a:p>
      </dgm:t>
    </dgm:pt>
    <dgm:pt modelId="{8244ED3A-3DF2-4356-B0CF-83B6886300B6}">
      <dgm:prSet/>
      <dgm:spPr/>
      <dgm:t>
        <a:bodyPr/>
        <a:lstStyle/>
        <a:p>
          <a:r>
            <a:rPr lang="ru-RU" b="0" i="0"/>
            <a:t>повстання Чернігівського полку, керованого декабристами</a:t>
          </a:r>
          <a:endParaRPr lang="uk-UA"/>
        </a:p>
      </dgm:t>
    </dgm:pt>
    <dgm:pt modelId="{1595C507-6B62-41E8-98E4-84923D820882}" type="parTrans" cxnId="{1ACE33DB-F246-4735-8DAC-6F9F991E6ACA}">
      <dgm:prSet/>
      <dgm:spPr/>
      <dgm:t>
        <a:bodyPr/>
        <a:lstStyle/>
        <a:p>
          <a:endParaRPr lang="uk-UA"/>
        </a:p>
      </dgm:t>
    </dgm:pt>
    <dgm:pt modelId="{3B6CD60F-C018-487B-A652-6E04DAA7D460}" type="sibTrans" cxnId="{1ACE33DB-F246-4735-8DAC-6F9F991E6ACA}">
      <dgm:prSet/>
      <dgm:spPr/>
      <dgm:t>
        <a:bodyPr/>
        <a:lstStyle/>
        <a:p>
          <a:endParaRPr lang="uk-UA"/>
        </a:p>
      </dgm:t>
    </dgm:pt>
    <dgm:pt modelId="{04916AD9-857A-4E8E-A146-933D224FD11C}">
      <dgm:prSet/>
      <dgm:spPr/>
      <dgm:t>
        <a:bodyPr/>
        <a:lstStyle/>
        <a:p>
          <a:r>
            <a:rPr lang="ru-RU" b="0" i="0"/>
            <a:t>реорганізація Літературного товариства ім. Т. Шевченка в наукове</a:t>
          </a:r>
          <a:endParaRPr lang="uk-UA"/>
        </a:p>
      </dgm:t>
    </dgm:pt>
    <dgm:pt modelId="{C19A94DC-5F63-4E0A-82DD-0D93853C5C6B}" type="parTrans" cxnId="{1E6D2C1A-8F84-463C-9E45-8770D4AACE79}">
      <dgm:prSet/>
      <dgm:spPr/>
      <dgm:t>
        <a:bodyPr/>
        <a:lstStyle/>
        <a:p>
          <a:endParaRPr lang="uk-UA"/>
        </a:p>
      </dgm:t>
    </dgm:pt>
    <dgm:pt modelId="{27ED8603-1E7A-4BE2-968D-C3BD1DEB46AD}" type="sibTrans" cxnId="{1E6D2C1A-8F84-463C-9E45-8770D4AACE79}">
      <dgm:prSet/>
      <dgm:spPr/>
      <dgm:t>
        <a:bodyPr/>
        <a:lstStyle/>
        <a:p>
          <a:endParaRPr lang="uk-UA"/>
        </a:p>
      </dgm:t>
    </dgm:pt>
    <dgm:pt modelId="{A3E3EA16-44EE-406F-A805-CE2F69D40819}" type="pres">
      <dgm:prSet presAssocID="{6A8DF5C2-6A0C-47B7-9436-4D997AB0E47C}" presName="linear" presStyleCnt="0">
        <dgm:presLayoutVars>
          <dgm:animLvl val="lvl"/>
          <dgm:resizeHandles val="exact"/>
        </dgm:presLayoutVars>
      </dgm:prSet>
      <dgm:spPr/>
    </dgm:pt>
    <dgm:pt modelId="{E94D65C2-6F5C-4AF5-A14C-D0D37500C544}" type="pres">
      <dgm:prSet presAssocID="{5BEFE5E0-870C-4983-B854-42285D7E889C}" presName="parentText" presStyleLbl="node1" presStyleIdx="0" presStyleCnt="4">
        <dgm:presLayoutVars>
          <dgm:chMax val="0"/>
          <dgm:bulletEnabled val="1"/>
        </dgm:presLayoutVars>
      </dgm:prSet>
      <dgm:spPr/>
    </dgm:pt>
    <dgm:pt modelId="{1DE2CF40-3BF7-4AF0-BBF7-42F1039F0D0A}" type="pres">
      <dgm:prSet presAssocID="{865C818E-FDAD-4964-96B5-01F7BF084880}" presName="spacer" presStyleCnt="0"/>
      <dgm:spPr/>
    </dgm:pt>
    <dgm:pt modelId="{39A40101-9790-452D-830B-7A3950B75B66}" type="pres">
      <dgm:prSet presAssocID="{774E03F7-DC3D-4CD9-BB64-2B9B53B46281}" presName="parentText" presStyleLbl="node1" presStyleIdx="1" presStyleCnt="4">
        <dgm:presLayoutVars>
          <dgm:chMax val="0"/>
          <dgm:bulletEnabled val="1"/>
        </dgm:presLayoutVars>
      </dgm:prSet>
      <dgm:spPr/>
    </dgm:pt>
    <dgm:pt modelId="{4AFE343C-B37D-41A3-B806-6B4C92120C84}" type="pres">
      <dgm:prSet presAssocID="{26F74AF6-A995-4C1B-B590-546168188EC9}" presName="spacer" presStyleCnt="0"/>
      <dgm:spPr/>
    </dgm:pt>
    <dgm:pt modelId="{2718918E-6E94-42A6-965F-D292EB055BD7}" type="pres">
      <dgm:prSet presAssocID="{8244ED3A-3DF2-4356-B0CF-83B6886300B6}" presName="parentText" presStyleLbl="node1" presStyleIdx="2" presStyleCnt="4">
        <dgm:presLayoutVars>
          <dgm:chMax val="0"/>
          <dgm:bulletEnabled val="1"/>
        </dgm:presLayoutVars>
      </dgm:prSet>
      <dgm:spPr/>
    </dgm:pt>
    <dgm:pt modelId="{8B161D78-F32E-490E-8A9D-2F73B180B006}" type="pres">
      <dgm:prSet presAssocID="{3B6CD60F-C018-487B-A652-6E04DAA7D460}" presName="spacer" presStyleCnt="0"/>
      <dgm:spPr/>
    </dgm:pt>
    <dgm:pt modelId="{8C66A1D6-D1C7-487D-A2DA-6D037A57FD3C}" type="pres">
      <dgm:prSet presAssocID="{04916AD9-857A-4E8E-A146-933D224FD11C}" presName="parentText" presStyleLbl="node1" presStyleIdx="3" presStyleCnt="4">
        <dgm:presLayoutVars>
          <dgm:chMax val="0"/>
          <dgm:bulletEnabled val="1"/>
        </dgm:presLayoutVars>
      </dgm:prSet>
      <dgm:spPr/>
    </dgm:pt>
  </dgm:ptLst>
  <dgm:cxnLst>
    <dgm:cxn modelId="{B7903706-C7E9-4700-AC0B-4AA5ED35C3C7}" type="presOf" srcId="{774E03F7-DC3D-4CD9-BB64-2B9B53B46281}" destId="{39A40101-9790-452D-830B-7A3950B75B66}" srcOrd="0" destOrd="0" presId="urn:microsoft.com/office/officeart/2005/8/layout/vList2"/>
    <dgm:cxn modelId="{ADD97E17-B36C-44FD-B62D-9CB9B5FAEDC0}" type="presOf" srcId="{6A8DF5C2-6A0C-47B7-9436-4D997AB0E47C}" destId="{A3E3EA16-44EE-406F-A805-CE2F69D40819}" srcOrd="0" destOrd="0" presId="urn:microsoft.com/office/officeart/2005/8/layout/vList2"/>
    <dgm:cxn modelId="{1E6D2C1A-8F84-463C-9E45-8770D4AACE79}" srcId="{6A8DF5C2-6A0C-47B7-9436-4D997AB0E47C}" destId="{04916AD9-857A-4E8E-A146-933D224FD11C}" srcOrd="3" destOrd="0" parTransId="{C19A94DC-5F63-4E0A-82DD-0D93853C5C6B}" sibTransId="{27ED8603-1E7A-4BE2-968D-C3BD1DEB46AD}"/>
    <dgm:cxn modelId="{CDBB5540-9BC0-48FA-ACD4-FC741564CFB4}" type="presOf" srcId="{8244ED3A-3DF2-4356-B0CF-83B6886300B6}" destId="{2718918E-6E94-42A6-965F-D292EB055BD7}" srcOrd="0" destOrd="0" presId="urn:microsoft.com/office/officeart/2005/8/layout/vList2"/>
    <dgm:cxn modelId="{5817E28C-95B0-48D2-802B-324D6669F150}" srcId="{6A8DF5C2-6A0C-47B7-9436-4D997AB0E47C}" destId="{5BEFE5E0-870C-4983-B854-42285D7E889C}" srcOrd="0" destOrd="0" parTransId="{8F87CF55-ACCB-46A0-9C41-E9788B5CE202}" sibTransId="{865C818E-FDAD-4964-96B5-01F7BF084880}"/>
    <dgm:cxn modelId="{0840D9A2-7638-47E7-9FDC-1EE845F0F3C3}" srcId="{6A8DF5C2-6A0C-47B7-9436-4D997AB0E47C}" destId="{774E03F7-DC3D-4CD9-BB64-2B9B53B46281}" srcOrd="1" destOrd="0" parTransId="{23B9C272-1CBE-4853-9E3F-38B92FBA685F}" sibTransId="{26F74AF6-A995-4C1B-B590-546168188EC9}"/>
    <dgm:cxn modelId="{1ACE33DB-F246-4735-8DAC-6F9F991E6ACA}" srcId="{6A8DF5C2-6A0C-47B7-9436-4D997AB0E47C}" destId="{8244ED3A-3DF2-4356-B0CF-83B6886300B6}" srcOrd="2" destOrd="0" parTransId="{1595C507-6B62-41E8-98E4-84923D820882}" sibTransId="{3B6CD60F-C018-487B-A652-6E04DAA7D460}"/>
    <dgm:cxn modelId="{535ABDF4-3FC8-47BE-8607-B8D18BD03249}" type="presOf" srcId="{04916AD9-857A-4E8E-A146-933D224FD11C}" destId="{8C66A1D6-D1C7-487D-A2DA-6D037A57FD3C}" srcOrd="0" destOrd="0" presId="urn:microsoft.com/office/officeart/2005/8/layout/vList2"/>
    <dgm:cxn modelId="{E4A7D5FD-95F1-42CF-9657-8AB031E52220}" type="presOf" srcId="{5BEFE5E0-870C-4983-B854-42285D7E889C}" destId="{E94D65C2-6F5C-4AF5-A14C-D0D37500C544}" srcOrd="0" destOrd="0" presId="urn:microsoft.com/office/officeart/2005/8/layout/vList2"/>
    <dgm:cxn modelId="{C6D42C3F-508D-48D5-B54A-56551159CB99}" type="presParOf" srcId="{A3E3EA16-44EE-406F-A805-CE2F69D40819}" destId="{E94D65C2-6F5C-4AF5-A14C-D0D37500C544}" srcOrd="0" destOrd="0" presId="urn:microsoft.com/office/officeart/2005/8/layout/vList2"/>
    <dgm:cxn modelId="{80968B86-B264-4B7A-AD6C-38035DC6238D}" type="presParOf" srcId="{A3E3EA16-44EE-406F-A805-CE2F69D40819}" destId="{1DE2CF40-3BF7-4AF0-BBF7-42F1039F0D0A}" srcOrd="1" destOrd="0" presId="urn:microsoft.com/office/officeart/2005/8/layout/vList2"/>
    <dgm:cxn modelId="{52657797-4D7D-454B-9FC5-22E7580606CE}" type="presParOf" srcId="{A3E3EA16-44EE-406F-A805-CE2F69D40819}" destId="{39A40101-9790-452D-830B-7A3950B75B66}" srcOrd="2" destOrd="0" presId="urn:microsoft.com/office/officeart/2005/8/layout/vList2"/>
    <dgm:cxn modelId="{A9A7BDF0-541C-4B5A-A03C-6963F79EE431}" type="presParOf" srcId="{A3E3EA16-44EE-406F-A805-CE2F69D40819}" destId="{4AFE343C-B37D-41A3-B806-6B4C92120C84}" srcOrd="3" destOrd="0" presId="urn:microsoft.com/office/officeart/2005/8/layout/vList2"/>
    <dgm:cxn modelId="{43E29F07-2B37-4964-80E5-F8F352C8C97E}" type="presParOf" srcId="{A3E3EA16-44EE-406F-A805-CE2F69D40819}" destId="{2718918E-6E94-42A6-965F-D292EB055BD7}" srcOrd="4" destOrd="0" presId="urn:microsoft.com/office/officeart/2005/8/layout/vList2"/>
    <dgm:cxn modelId="{C7A4B22F-D50C-498A-AA5B-A37298187B12}" type="presParOf" srcId="{A3E3EA16-44EE-406F-A805-CE2F69D40819}" destId="{8B161D78-F32E-490E-8A9D-2F73B180B006}" srcOrd="5" destOrd="0" presId="urn:microsoft.com/office/officeart/2005/8/layout/vList2"/>
    <dgm:cxn modelId="{A0489091-7D0C-4C4D-8470-90CBCE46A324}" type="presParOf" srcId="{A3E3EA16-44EE-406F-A805-CE2F69D40819}" destId="{8C66A1D6-D1C7-487D-A2DA-6D037A57FD3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427E8E42-3540-4CE6-9909-CAED37EF290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811A70-9BED-45BA-BB97-680E36EC0271}">
      <dgm:prSet/>
      <dgm:spPr/>
      <dgm:t>
        <a:bodyPr/>
        <a:lstStyle/>
        <a:p>
          <a:r>
            <a:rPr lang="uk-UA" b="0" i="0"/>
            <a:t>Слобожанщині.</a:t>
          </a:r>
          <a:endParaRPr lang="uk-UA"/>
        </a:p>
      </dgm:t>
    </dgm:pt>
    <dgm:pt modelId="{25F9CC2E-EDBD-4DBB-A7E8-86551C110B18}" type="parTrans" cxnId="{1C74C246-34A5-4A34-AA66-360DE675EC0F}">
      <dgm:prSet/>
      <dgm:spPr/>
      <dgm:t>
        <a:bodyPr/>
        <a:lstStyle/>
        <a:p>
          <a:endParaRPr lang="uk-UA"/>
        </a:p>
      </dgm:t>
    </dgm:pt>
    <dgm:pt modelId="{8B04E4A2-1CD8-47B2-A6C3-91184EC58C7E}" type="sibTrans" cxnId="{1C74C246-34A5-4A34-AA66-360DE675EC0F}">
      <dgm:prSet/>
      <dgm:spPr/>
      <dgm:t>
        <a:bodyPr/>
        <a:lstStyle/>
        <a:p>
          <a:endParaRPr lang="uk-UA"/>
        </a:p>
      </dgm:t>
    </dgm:pt>
    <dgm:pt modelId="{3C31115A-B1A9-4BC4-AD58-6BAC2959EB41}">
      <dgm:prSet/>
      <dgm:spPr/>
      <dgm:t>
        <a:bodyPr/>
        <a:lstStyle/>
        <a:p>
          <a:r>
            <a:rPr lang="uk-UA" b="0" i="0"/>
            <a:t>Прикарпатті.</a:t>
          </a:r>
          <a:endParaRPr lang="uk-UA"/>
        </a:p>
      </dgm:t>
    </dgm:pt>
    <dgm:pt modelId="{C4C3B022-70E5-4A19-AA04-194A67693E95}" type="parTrans" cxnId="{8AF403A1-32F0-4BB7-B709-A44AEAEC6797}">
      <dgm:prSet/>
      <dgm:spPr/>
      <dgm:t>
        <a:bodyPr/>
        <a:lstStyle/>
        <a:p>
          <a:endParaRPr lang="uk-UA"/>
        </a:p>
      </dgm:t>
    </dgm:pt>
    <dgm:pt modelId="{E2030D3C-DA19-4E10-A655-D6A15A651783}" type="sibTrans" cxnId="{8AF403A1-32F0-4BB7-B709-A44AEAEC6797}">
      <dgm:prSet/>
      <dgm:spPr/>
      <dgm:t>
        <a:bodyPr/>
        <a:lstStyle/>
        <a:p>
          <a:endParaRPr lang="uk-UA"/>
        </a:p>
      </dgm:t>
    </dgm:pt>
    <dgm:pt modelId="{B8AEB83E-C922-4DE7-86DF-3E5285BE879D}">
      <dgm:prSet/>
      <dgm:spPr/>
      <dgm:t>
        <a:bodyPr/>
        <a:lstStyle/>
        <a:p>
          <a:r>
            <a:rPr lang="uk-UA" b="0" i="0"/>
            <a:t>Поділлі.</a:t>
          </a:r>
          <a:endParaRPr lang="uk-UA"/>
        </a:p>
      </dgm:t>
    </dgm:pt>
    <dgm:pt modelId="{6F3A6BDC-C452-4D97-881F-E2CD7DBCA8C9}" type="parTrans" cxnId="{31FB1581-E998-4D16-879F-2EAD902C8FA8}">
      <dgm:prSet/>
      <dgm:spPr/>
      <dgm:t>
        <a:bodyPr/>
        <a:lstStyle/>
        <a:p>
          <a:endParaRPr lang="uk-UA"/>
        </a:p>
      </dgm:t>
    </dgm:pt>
    <dgm:pt modelId="{9894FC92-A4A3-4B18-813C-117ED9A8F558}" type="sibTrans" cxnId="{31FB1581-E998-4D16-879F-2EAD902C8FA8}">
      <dgm:prSet/>
      <dgm:spPr/>
      <dgm:t>
        <a:bodyPr/>
        <a:lstStyle/>
        <a:p>
          <a:endParaRPr lang="uk-UA"/>
        </a:p>
      </dgm:t>
    </dgm:pt>
    <dgm:pt modelId="{FA32FFE8-D0A0-4911-AF14-7DE24F82F0AF}">
      <dgm:prSet/>
      <dgm:spPr/>
      <dgm:t>
        <a:bodyPr/>
        <a:lstStyle/>
        <a:p>
          <a:r>
            <a:rPr lang="uk-UA" b="0" i="0"/>
            <a:t>Лівобережжі.</a:t>
          </a:r>
          <a:endParaRPr lang="uk-UA"/>
        </a:p>
      </dgm:t>
    </dgm:pt>
    <dgm:pt modelId="{A53DD293-823D-406F-91BA-11DF9AB62822}" type="parTrans" cxnId="{9BD9F4C8-4E6A-432A-82A9-67FE28C7116C}">
      <dgm:prSet/>
      <dgm:spPr/>
      <dgm:t>
        <a:bodyPr/>
        <a:lstStyle/>
        <a:p>
          <a:endParaRPr lang="uk-UA"/>
        </a:p>
      </dgm:t>
    </dgm:pt>
    <dgm:pt modelId="{3D441276-29A3-45C7-886E-DA6206A42357}" type="sibTrans" cxnId="{9BD9F4C8-4E6A-432A-82A9-67FE28C7116C}">
      <dgm:prSet/>
      <dgm:spPr/>
      <dgm:t>
        <a:bodyPr/>
        <a:lstStyle/>
        <a:p>
          <a:endParaRPr lang="uk-UA"/>
        </a:p>
      </dgm:t>
    </dgm:pt>
    <dgm:pt modelId="{472ADA5F-7481-4472-8C80-DC60985E5C22}" type="pres">
      <dgm:prSet presAssocID="{427E8E42-3540-4CE6-9909-CAED37EF2904}" presName="linear" presStyleCnt="0">
        <dgm:presLayoutVars>
          <dgm:animLvl val="lvl"/>
          <dgm:resizeHandles val="exact"/>
        </dgm:presLayoutVars>
      </dgm:prSet>
      <dgm:spPr/>
    </dgm:pt>
    <dgm:pt modelId="{FD0552BF-85ED-4783-9451-FA22C6B2F95B}" type="pres">
      <dgm:prSet presAssocID="{88811A70-9BED-45BA-BB97-680E36EC0271}" presName="parentText" presStyleLbl="node1" presStyleIdx="0" presStyleCnt="4">
        <dgm:presLayoutVars>
          <dgm:chMax val="0"/>
          <dgm:bulletEnabled val="1"/>
        </dgm:presLayoutVars>
      </dgm:prSet>
      <dgm:spPr/>
    </dgm:pt>
    <dgm:pt modelId="{525D0437-A5CE-410C-9C72-590310329AA0}" type="pres">
      <dgm:prSet presAssocID="{8B04E4A2-1CD8-47B2-A6C3-91184EC58C7E}" presName="spacer" presStyleCnt="0"/>
      <dgm:spPr/>
    </dgm:pt>
    <dgm:pt modelId="{EEAE46F6-2B11-4D0C-AB8E-D0F04973E71B}" type="pres">
      <dgm:prSet presAssocID="{3C31115A-B1A9-4BC4-AD58-6BAC2959EB41}" presName="parentText" presStyleLbl="node1" presStyleIdx="1" presStyleCnt="4">
        <dgm:presLayoutVars>
          <dgm:chMax val="0"/>
          <dgm:bulletEnabled val="1"/>
        </dgm:presLayoutVars>
      </dgm:prSet>
      <dgm:spPr/>
    </dgm:pt>
    <dgm:pt modelId="{A3086A91-1568-4F57-AF4D-661F4D6F1008}" type="pres">
      <dgm:prSet presAssocID="{E2030D3C-DA19-4E10-A655-D6A15A651783}" presName="spacer" presStyleCnt="0"/>
      <dgm:spPr/>
    </dgm:pt>
    <dgm:pt modelId="{2B58946A-C5ED-4A25-B132-FAE84D5F6DB6}" type="pres">
      <dgm:prSet presAssocID="{B8AEB83E-C922-4DE7-86DF-3E5285BE879D}" presName="parentText" presStyleLbl="node1" presStyleIdx="2" presStyleCnt="4">
        <dgm:presLayoutVars>
          <dgm:chMax val="0"/>
          <dgm:bulletEnabled val="1"/>
        </dgm:presLayoutVars>
      </dgm:prSet>
      <dgm:spPr/>
    </dgm:pt>
    <dgm:pt modelId="{698C972E-808E-4081-90A4-28B84545E037}" type="pres">
      <dgm:prSet presAssocID="{9894FC92-A4A3-4B18-813C-117ED9A8F558}" presName="spacer" presStyleCnt="0"/>
      <dgm:spPr/>
    </dgm:pt>
    <dgm:pt modelId="{D2A16EEA-97EF-4A6A-A7BB-37EB57158B06}" type="pres">
      <dgm:prSet presAssocID="{FA32FFE8-D0A0-4911-AF14-7DE24F82F0AF}" presName="parentText" presStyleLbl="node1" presStyleIdx="3" presStyleCnt="4">
        <dgm:presLayoutVars>
          <dgm:chMax val="0"/>
          <dgm:bulletEnabled val="1"/>
        </dgm:presLayoutVars>
      </dgm:prSet>
      <dgm:spPr/>
    </dgm:pt>
  </dgm:ptLst>
  <dgm:cxnLst>
    <dgm:cxn modelId="{9DAB6100-172B-4653-A3E2-94AA7A364FDC}" type="presOf" srcId="{88811A70-9BED-45BA-BB97-680E36EC0271}" destId="{FD0552BF-85ED-4783-9451-FA22C6B2F95B}" srcOrd="0" destOrd="0" presId="urn:microsoft.com/office/officeart/2005/8/layout/vList2"/>
    <dgm:cxn modelId="{1C74C246-34A5-4A34-AA66-360DE675EC0F}" srcId="{427E8E42-3540-4CE6-9909-CAED37EF2904}" destId="{88811A70-9BED-45BA-BB97-680E36EC0271}" srcOrd="0" destOrd="0" parTransId="{25F9CC2E-EDBD-4DBB-A7E8-86551C110B18}" sibTransId="{8B04E4A2-1CD8-47B2-A6C3-91184EC58C7E}"/>
    <dgm:cxn modelId="{9024F850-6CCC-419A-AA01-7AA2A555E52F}" type="presOf" srcId="{427E8E42-3540-4CE6-9909-CAED37EF2904}" destId="{472ADA5F-7481-4472-8C80-DC60985E5C22}" srcOrd="0" destOrd="0" presId="urn:microsoft.com/office/officeart/2005/8/layout/vList2"/>
    <dgm:cxn modelId="{3AE67874-A652-48CE-B0D0-BE3CEBDCFAEE}" type="presOf" srcId="{3C31115A-B1A9-4BC4-AD58-6BAC2959EB41}" destId="{EEAE46F6-2B11-4D0C-AB8E-D0F04973E71B}" srcOrd="0" destOrd="0" presId="urn:microsoft.com/office/officeart/2005/8/layout/vList2"/>
    <dgm:cxn modelId="{31FB1581-E998-4D16-879F-2EAD902C8FA8}" srcId="{427E8E42-3540-4CE6-9909-CAED37EF2904}" destId="{B8AEB83E-C922-4DE7-86DF-3E5285BE879D}" srcOrd="2" destOrd="0" parTransId="{6F3A6BDC-C452-4D97-881F-E2CD7DBCA8C9}" sibTransId="{9894FC92-A4A3-4B18-813C-117ED9A8F558}"/>
    <dgm:cxn modelId="{8AF403A1-32F0-4BB7-B709-A44AEAEC6797}" srcId="{427E8E42-3540-4CE6-9909-CAED37EF2904}" destId="{3C31115A-B1A9-4BC4-AD58-6BAC2959EB41}" srcOrd="1" destOrd="0" parTransId="{C4C3B022-70E5-4A19-AA04-194A67693E95}" sibTransId="{E2030D3C-DA19-4E10-A655-D6A15A651783}"/>
    <dgm:cxn modelId="{9BD9F4C8-4E6A-432A-82A9-67FE28C7116C}" srcId="{427E8E42-3540-4CE6-9909-CAED37EF2904}" destId="{FA32FFE8-D0A0-4911-AF14-7DE24F82F0AF}" srcOrd="3" destOrd="0" parTransId="{A53DD293-823D-406F-91BA-11DF9AB62822}" sibTransId="{3D441276-29A3-45C7-886E-DA6206A42357}"/>
    <dgm:cxn modelId="{BD0D58E9-5013-425B-8426-CD7F7A0B3E1D}" type="presOf" srcId="{B8AEB83E-C922-4DE7-86DF-3E5285BE879D}" destId="{2B58946A-C5ED-4A25-B132-FAE84D5F6DB6}" srcOrd="0" destOrd="0" presId="urn:microsoft.com/office/officeart/2005/8/layout/vList2"/>
    <dgm:cxn modelId="{9C2E1DEA-B055-43BA-9FA6-7AE34721D2BE}" type="presOf" srcId="{FA32FFE8-D0A0-4911-AF14-7DE24F82F0AF}" destId="{D2A16EEA-97EF-4A6A-A7BB-37EB57158B06}" srcOrd="0" destOrd="0" presId="urn:microsoft.com/office/officeart/2005/8/layout/vList2"/>
    <dgm:cxn modelId="{49BAE2FC-F3F7-42C7-9289-3DC3AB4FA6BF}" type="presParOf" srcId="{472ADA5F-7481-4472-8C80-DC60985E5C22}" destId="{FD0552BF-85ED-4783-9451-FA22C6B2F95B}" srcOrd="0" destOrd="0" presId="urn:microsoft.com/office/officeart/2005/8/layout/vList2"/>
    <dgm:cxn modelId="{9E4B7858-8367-4045-AE57-246C86E5964F}" type="presParOf" srcId="{472ADA5F-7481-4472-8C80-DC60985E5C22}" destId="{525D0437-A5CE-410C-9C72-590310329AA0}" srcOrd="1" destOrd="0" presId="urn:microsoft.com/office/officeart/2005/8/layout/vList2"/>
    <dgm:cxn modelId="{E7E0D2CD-C897-4D1C-8EE4-A935FC1D365A}" type="presParOf" srcId="{472ADA5F-7481-4472-8C80-DC60985E5C22}" destId="{EEAE46F6-2B11-4D0C-AB8E-D0F04973E71B}" srcOrd="2" destOrd="0" presId="urn:microsoft.com/office/officeart/2005/8/layout/vList2"/>
    <dgm:cxn modelId="{5739930D-BC2D-4F7E-9545-00E1BEDC690B}" type="presParOf" srcId="{472ADA5F-7481-4472-8C80-DC60985E5C22}" destId="{A3086A91-1568-4F57-AF4D-661F4D6F1008}" srcOrd="3" destOrd="0" presId="urn:microsoft.com/office/officeart/2005/8/layout/vList2"/>
    <dgm:cxn modelId="{C410A68F-97B2-4195-A492-1C0A0E25C382}" type="presParOf" srcId="{472ADA5F-7481-4472-8C80-DC60985E5C22}" destId="{2B58946A-C5ED-4A25-B132-FAE84D5F6DB6}" srcOrd="4" destOrd="0" presId="urn:microsoft.com/office/officeart/2005/8/layout/vList2"/>
    <dgm:cxn modelId="{BB8841D5-BC98-45C9-A40A-FD7B40950749}" type="presParOf" srcId="{472ADA5F-7481-4472-8C80-DC60985E5C22}" destId="{698C972E-808E-4081-90A4-28B84545E037}" srcOrd="5" destOrd="0" presId="urn:microsoft.com/office/officeart/2005/8/layout/vList2"/>
    <dgm:cxn modelId="{ADE80563-40B3-456A-B292-E92090E3AFDF}" type="presParOf" srcId="{472ADA5F-7481-4472-8C80-DC60985E5C22}" destId="{D2A16EEA-97EF-4A6A-A7BB-37EB57158B0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1D86A087-A06C-41FF-B6A1-2D9A864DA88C}"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C4CA81D-CFF1-46FA-B97F-7D5DC5021E78}">
      <dgm:prSet/>
      <dgm:spPr/>
      <dgm:t>
        <a:bodyPr/>
        <a:lstStyle/>
        <a:p>
          <a:r>
            <a:rPr lang="ru-RU" b="0" i="0"/>
            <a:t>«Історія Русів»</a:t>
          </a:r>
          <a:endParaRPr lang="uk-UA"/>
        </a:p>
      </dgm:t>
    </dgm:pt>
    <dgm:pt modelId="{2872CAAA-82CF-42CD-9381-9447B772C850}" type="parTrans" cxnId="{3C28073A-1435-49B9-8CB3-CBA469A65E70}">
      <dgm:prSet/>
      <dgm:spPr/>
      <dgm:t>
        <a:bodyPr/>
        <a:lstStyle/>
        <a:p>
          <a:endParaRPr lang="uk-UA"/>
        </a:p>
      </dgm:t>
    </dgm:pt>
    <dgm:pt modelId="{D5C3FC3A-6CB8-4AD7-A0FF-E2CF296819CE}" type="sibTrans" cxnId="{3C28073A-1435-49B9-8CB3-CBA469A65E70}">
      <dgm:prSet/>
      <dgm:spPr/>
      <dgm:t>
        <a:bodyPr/>
        <a:lstStyle/>
        <a:p>
          <a:endParaRPr lang="uk-UA"/>
        </a:p>
      </dgm:t>
    </dgm:pt>
    <dgm:pt modelId="{DEF5A317-1421-4959-88F7-DF09EECE8C70}">
      <dgm:prSet/>
      <dgm:spPr/>
      <dgm:t>
        <a:bodyPr/>
        <a:lstStyle/>
        <a:p>
          <a:r>
            <a:rPr lang="ru-RU" b="0" i="0"/>
            <a:t>«Основа»</a:t>
          </a:r>
          <a:endParaRPr lang="uk-UA"/>
        </a:p>
      </dgm:t>
    </dgm:pt>
    <dgm:pt modelId="{10BACA4A-9EB8-4BB7-8FDF-E3087B5019BA}" type="parTrans" cxnId="{A1F37FC1-89A4-4D05-BF9E-F62FE3A88F1B}">
      <dgm:prSet/>
      <dgm:spPr/>
      <dgm:t>
        <a:bodyPr/>
        <a:lstStyle/>
        <a:p>
          <a:endParaRPr lang="uk-UA"/>
        </a:p>
      </dgm:t>
    </dgm:pt>
    <dgm:pt modelId="{74E4FE34-393D-4FA6-85AC-71C89020A367}" type="sibTrans" cxnId="{A1F37FC1-89A4-4D05-BF9E-F62FE3A88F1B}">
      <dgm:prSet/>
      <dgm:spPr/>
      <dgm:t>
        <a:bodyPr/>
        <a:lstStyle/>
        <a:p>
          <a:endParaRPr lang="uk-UA"/>
        </a:p>
      </dgm:t>
    </dgm:pt>
    <dgm:pt modelId="{25F2ED0A-04A6-4275-A70E-EF46DFCCD0E6}">
      <dgm:prSet/>
      <dgm:spPr/>
      <dgm:t>
        <a:bodyPr/>
        <a:lstStyle/>
        <a:p>
          <a:r>
            <a:rPr lang="ru-RU" b="0" i="0"/>
            <a:t>«Громада»</a:t>
          </a:r>
          <a:endParaRPr lang="uk-UA"/>
        </a:p>
      </dgm:t>
    </dgm:pt>
    <dgm:pt modelId="{ABCB9F98-C4A9-4611-AAD7-DFC39DE1BB8D}" type="parTrans" cxnId="{E23F33BB-0C78-4F4B-9F76-D5CAD073EEA3}">
      <dgm:prSet/>
      <dgm:spPr/>
      <dgm:t>
        <a:bodyPr/>
        <a:lstStyle/>
        <a:p>
          <a:endParaRPr lang="uk-UA"/>
        </a:p>
      </dgm:t>
    </dgm:pt>
    <dgm:pt modelId="{0C58B7B7-892F-4572-A728-3B5E51BA930B}" type="sibTrans" cxnId="{E23F33BB-0C78-4F4B-9F76-D5CAD073EEA3}">
      <dgm:prSet/>
      <dgm:spPr/>
      <dgm:t>
        <a:bodyPr/>
        <a:lstStyle/>
        <a:p>
          <a:endParaRPr lang="uk-UA"/>
        </a:p>
      </dgm:t>
    </dgm:pt>
    <dgm:pt modelId="{4BA2F346-FE56-4A58-B25B-42529F67A9D5}">
      <dgm:prSet/>
      <dgm:spPr/>
      <dgm:t>
        <a:bodyPr/>
        <a:lstStyle/>
        <a:p>
          <a:r>
            <a:rPr lang="ru-RU" b="0" i="0"/>
            <a:t>«Самостійна Україна»</a:t>
          </a:r>
          <a:endParaRPr lang="uk-UA"/>
        </a:p>
      </dgm:t>
    </dgm:pt>
    <dgm:pt modelId="{493F1E3B-F798-4240-900E-050E33EB415F}" type="parTrans" cxnId="{4007926F-95A4-4959-A093-C0BB5644D19B}">
      <dgm:prSet/>
      <dgm:spPr/>
      <dgm:t>
        <a:bodyPr/>
        <a:lstStyle/>
        <a:p>
          <a:endParaRPr lang="uk-UA"/>
        </a:p>
      </dgm:t>
    </dgm:pt>
    <dgm:pt modelId="{2A61E613-E56B-4F48-92AA-AE5E6AD31452}" type="sibTrans" cxnId="{4007926F-95A4-4959-A093-C0BB5644D19B}">
      <dgm:prSet/>
      <dgm:spPr/>
      <dgm:t>
        <a:bodyPr/>
        <a:lstStyle/>
        <a:p>
          <a:endParaRPr lang="uk-UA"/>
        </a:p>
      </dgm:t>
    </dgm:pt>
    <dgm:pt modelId="{1829EB37-CE3D-4BC0-93C1-B24449077620}" type="pres">
      <dgm:prSet presAssocID="{1D86A087-A06C-41FF-B6A1-2D9A864DA88C}" presName="linearFlow" presStyleCnt="0">
        <dgm:presLayoutVars>
          <dgm:dir/>
          <dgm:resizeHandles val="exact"/>
        </dgm:presLayoutVars>
      </dgm:prSet>
      <dgm:spPr/>
    </dgm:pt>
    <dgm:pt modelId="{AAA1C581-9ACE-4E47-949C-474952A54E30}" type="pres">
      <dgm:prSet presAssocID="{4C4CA81D-CFF1-46FA-B97F-7D5DC5021E78}" presName="composite" presStyleCnt="0"/>
      <dgm:spPr/>
    </dgm:pt>
    <dgm:pt modelId="{CC2A8893-6D14-4B37-9CDC-B8E4A99BB1A8}" type="pres">
      <dgm:prSet presAssocID="{4C4CA81D-CFF1-46FA-B97F-7D5DC5021E78}" presName="imgShp" presStyleLbl="fgImgPlace1" presStyleIdx="0" presStyleCnt="4"/>
      <dgm:spPr/>
    </dgm:pt>
    <dgm:pt modelId="{EAFA97E1-9AC0-4786-AB97-D8DF70F5FB30}" type="pres">
      <dgm:prSet presAssocID="{4C4CA81D-CFF1-46FA-B97F-7D5DC5021E78}" presName="txShp" presStyleLbl="node1" presStyleIdx="0" presStyleCnt="4">
        <dgm:presLayoutVars>
          <dgm:bulletEnabled val="1"/>
        </dgm:presLayoutVars>
      </dgm:prSet>
      <dgm:spPr/>
    </dgm:pt>
    <dgm:pt modelId="{DD342E86-ED7A-458E-A55C-457C72B6946C}" type="pres">
      <dgm:prSet presAssocID="{D5C3FC3A-6CB8-4AD7-A0FF-E2CF296819CE}" presName="spacing" presStyleCnt="0"/>
      <dgm:spPr/>
    </dgm:pt>
    <dgm:pt modelId="{005A18DC-2317-438C-B99C-EDBDF25CAB92}" type="pres">
      <dgm:prSet presAssocID="{DEF5A317-1421-4959-88F7-DF09EECE8C70}" presName="composite" presStyleCnt="0"/>
      <dgm:spPr/>
    </dgm:pt>
    <dgm:pt modelId="{9145B2AB-A384-4850-B941-EF37F927ECD8}" type="pres">
      <dgm:prSet presAssocID="{DEF5A317-1421-4959-88F7-DF09EECE8C70}" presName="imgShp" presStyleLbl="fgImgPlace1" presStyleIdx="1" presStyleCnt="4"/>
      <dgm:spPr/>
    </dgm:pt>
    <dgm:pt modelId="{BF37420A-95A2-4437-8BFE-2C03B3F60605}" type="pres">
      <dgm:prSet presAssocID="{DEF5A317-1421-4959-88F7-DF09EECE8C70}" presName="txShp" presStyleLbl="node1" presStyleIdx="1" presStyleCnt="4">
        <dgm:presLayoutVars>
          <dgm:bulletEnabled val="1"/>
        </dgm:presLayoutVars>
      </dgm:prSet>
      <dgm:spPr/>
    </dgm:pt>
    <dgm:pt modelId="{C5689C6A-A0F8-4955-B732-351C9BA00C65}" type="pres">
      <dgm:prSet presAssocID="{74E4FE34-393D-4FA6-85AC-71C89020A367}" presName="spacing" presStyleCnt="0"/>
      <dgm:spPr/>
    </dgm:pt>
    <dgm:pt modelId="{C5C81E0D-0B62-44B9-B83B-3A45F61944FF}" type="pres">
      <dgm:prSet presAssocID="{25F2ED0A-04A6-4275-A70E-EF46DFCCD0E6}" presName="composite" presStyleCnt="0"/>
      <dgm:spPr/>
    </dgm:pt>
    <dgm:pt modelId="{D0D226CE-1A16-4C81-97A2-01B76B2A0B17}" type="pres">
      <dgm:prSet presAssocID="{25F2ED0A-04A6-4275-A70E-EF46DFCCD0E6}" presName="imgShp" presStyleLbl="fgImgPlace1" presStyleIdx="2" presStyleCnt="4"/>
      <dgm:spPr/>
    </dgm:pt>
    <dgm:pt modelId="{95C89D44-4F91-4097-B835-B538D950E8AD}" type="pres">
      <dgm:prSet presAssocID="{25F2ED0A-04A6-4275-A70E-EF46DFCCD0E6}" presName="txShp" presStyleLbl="node1" presStyleIdx="2" presStyleCnt="4">
        <dgm:presLayoutVars>
          <dgm:bulletEnabled val="1"/>
        </dgm:presLayoutVars>
      </dgm:prSet>
      <dgm:spPr/>
    </dgm:pt>
    <dgm:pt modelId="{84C10469-1F73-4076-AFB3-3D6DCF562A0B}" type="pres">
      <dgm:prSet presAssocID="{0C58B7B7-892F-4572-A728-3B5E51BA930B}" presName="spacing" presStyleCnt="0"/>
      <dgm:spPr/>
    </dgm:pt>
    <dgm:pt modelId="{264B3F9F-191D-4C6E-B112-F11646EBEA6C}" type="pres">
      <dgm:prSet presAssocID="{4BA2F346-FE56-4A58-B25B-42529F67A9D5}" presName="composite" presStyleCnt="0"/>
      <dgm:spPr/>
    </dgm:pt>
    <dgm:pt modelId="{DBA210D1-849C-40F1-BDF0-9231377AAD78}" type="pres">
      <dgm:prSet presAssocID="{4BA2F346-FE56-4A58-B25B-42529F67A9D5}" presName="imgShp" presStyleLbl="fgImgPlace1" presStyleIdx="3" presStyleCnt="4"/>
      <dgm:spPr/>
    </dgm:pt>
    <dgm:pt modelId="{48E8A8C7-F5E2-4036-A3D9-625BEE62135A}" type="pres">
      <dgm:prSet presAssocID="{4BA2F346-FE56-4A58-B25B-42529F67A9D5}" presName="txShp" presStyleLbl="node1" presStyleIdx="3" presStyleCnt="4">
        <dgm:presLayoutVars>
          <dgm:bulletEnabled val="1"/>
        </dgm:presLayoutVars>
      </dgm:prSet>
      <dgm:spPr/>
    </dgm:pt>
  </dgm:ptLst>
  <dgm:cxnLst>
    <dgm:cxn modelId="{F2844E26-0E62-40A5-929E-90C25A0FC365}" type="presOf" srcId="{25F2ED0A-04A6-4275-A70E-EF46DFCCD0E6}" destId="{95C89D44-4F91-4097-B835-B538D950E8AD}" srcOrd="0" destOrd="0" presId="urn:microsoft.com/office/officeart/2005/8/layout/vList3"/>
    <dgm:cxn modelId="{3C28073A-1435-49B9-8CB3-CBA469A65E70}" srcId="{1D86A087-A06C-41FF-B6A1-2D9A864DA88C}" destId="{4C4CA81D-CFF1-46FA-B97F-7D5DC5021E78}" srcOrd="0" destOrd="0" parTransId="{2872CAAA-82CF-42CD-9381-9447B772C850}" sibTransId="{D5C3FC3A-6CB8-4AD7-A0FF-E2CF296819CE}"/>
    <dgm:cxn modelId="{08F88444-0CAA-4622-93A8-C72BC85E813F}" type="presOf" srcId="{4BA2F346-FE56-4A58-B25B-42529F67A9D5}" destId="{48E8A8C7-F5E2-4036-A3D9-625BEE62135A}" srcOrd="0" destOrd="0" presId="urn:microsoft.com/office/officeart/2005/8/layout/vList3"/>
    <dgm:cxn modelId="{4007926F-95A4-4959-A093-C0BB5644D19B}" srcId="{1D86A087-A06C-41FF-B6A1-2D9A864DA88C}" destId="{4BA2F346-FE56-4A58-B25B-42529F67A9D5}" srcOrd="3" destOrd="0" parTransId="{493F1E3B-F798-4240-900E-050E33EB415F}" sibTransId="{2A61E613-E56B-4F48-92AA-AE5E6AD31452}"/>
    <dgm:cxn modelId="{2FA5B674-99C6-4906-BE13-E24BA2009543}" type="presOf" srcId="{1D86A087-A06C-41FF-B6A1-2D9A864DA88C}" destId="{1829EB37-CE3D-4BC0-93C1-B24449077620}" srcOrd="0" destOrd="0" presId="urn:microsoft.com/office/officeart/2005/8/layout/vList3"/>
    <dgm:cxn modelId="{E23F33BB-0C78-4F4B-9F76-D5CAD073EEA3}" srcId="{1D86A087-A06C-41FF-B6A1-2D9A864DA88C}" destId="{25F2ED0A-04A6-4275-A70E-EF46DFCCD0E6}" srcOrd="2" destOrd="0" parTransId="{ABCB9F98-C4A9-4611-AAD7-DFC39DE1BB8D}" sibTransId="{0C58B7B7-892F-4572-A728-3B5E51BA930B}"/>
    <dgm:cxn modelId="{A1F37FC1-89A4-4D05-BF9E-F62FE3A88F1B}" srcId="{1D86A087-A06C-41FF-B6A1-2D9A864DA88C}" destId="{DEF5A317-1421-4959-88F7-DF09EECE8C70}" srcOrd="1" destOrd="0" parTransId="{10BACA4A-9EB8-4BB7-8FDF-E3087B5019BA}" sibTransId="{74E4FE34-393D-4FA6-85AC-71C89020A367}"/>
    <dgm:cxn modelId="{73763DEB-BB01-4010-8A27-AA79901EBA79}" type="presOf" srcId="{4C4CA81D-CFF1-46FA-B97F-7D5DC5021E78}" destId="{EAFA97E1-9AC0-4786-AB97-D8DF70F5FB30}" srcOrd="0" destOrd="0" presId="urn:microsoft.com/office/officeart/2005/8/layout/vList3"/>
    <dgm:cxn modelId="{51F818F0-C8D3-4063-9505-651932C72DEA}" type="presOf" srcId="{DEF5A317-1421-4959-88F7-DF09EECE8C70}" destId="{BF37420A-95A2-4437-8BFE-2C03B3F60605}" srcOrd="0" destOrd="0" presId="urn:microsoft.com/office/officeart/2005/8/layout/vList3"/>
    <dgm:cxn modelId="{157EDCE4-638F-4DE9-8DC9-EA9739EC9974}" type="presParOf" srcId="{1829EB37-CE3D-4BC0-93C1-B24449077620}" destId="{AAA1C581-9ACE-4E47-949C-474952A54E30}" srcOrd="0" destOrd="0" presId="urn:microsoft.com/office/officeart/2005/8/layout/vList3"/>
    <dgm:cxn modelId="{62331B08-42A1-4CCA-82C9-FEDBE0701B66}" type="presParOf" srcId="{AAA1C581-9ACE-4E47-949C-474952A54E30}" destId="{CC2A8893-6D14-4B37-9CDC-B8E4A99BB1A8}" srcOrd="0" destOrd="0" presId="urn:microsoft.com/office/officeart/2005/8/layout/vList3"/>
    <dgm:cxn modelId="{B7106A5E-A13C-4D4B-ACC1-A833B9BFCD6E}" type="presParOf" srcId="{AAA1C581-9ACE-4E47-949C-474952A54E30}" destId="{EAFA97E1-9AC0-4786-AB97-D8DF70F5FB30}" srcOrd="1" destOrd="0" presId="urn:microsoft.com/office/officeart/2005/8/layout/vList3"/>
    <dgm:cxn modelId="{86868202-8CC2-456F-AA09-FB6F1355388F}" type="presParOf" srcId="{1829EB37-CE3D-4BC0-93C1-B24449077620}" destId="{DD342E86-ED7A-458E-A55C-457C72B6946C}" srcOrd="1" destOrd="0" presId="urn:microsoft.com/office/officeart/2005/8/layout/vList3"/>
    <dgm:cxn modelId="{75EB5EB1-4CF6-4CF9-A00C-21566B917998}" type="presParOf" srcId="{1829EB37-CE3D-4BC0-93C1-B24449077620}" destId="{005A18DC-2317-438C-B99C-EDBDF25CAB92}" srcOrd="2" destOrd="0" presId="urn:microsoft.com/office/officeart/2005/8/layout/vList3"/>
    <dgm:cxn modelId="{0AF50AF7-6F10-41CC-AFF9-048F704E3049}" type="presParOf" srcId="{005A18DC-2317-438C-B99C-EDBDF25CAB92}" destId="{9145B2AB-A384-4850-B941-EF37F927ECD8}" srcOrd="0" destOrd="0" presId="urn:microsoft.com/office/officeart/2005/8/layout/vList3"/>
    <dgm:cxn modelId="{A42C4A6E-DC2D-4E51-9E15-231EE03E6260}" type="presParOf" srcId="{005A18DC-2317-438C-B99C-EDBDF25CAB92}" destId="{BF37420A-95A2-4437-8BFE-2C03B3F60605}" srcOrd="1" destOrd="0" presId="urn:microsoft.com/office/officeart/2005/8/layout/vList3"/>
    <dgm:cxn modelId="{26DC8009-2958-4295-BFC2-46AE8BEBCA77}" type="presParOf" srcId="{1829EB37-CE3D-4BC0-93C1-B24449077620}" destId="{C5689C6A-A0F8-4955-B732-351C9BA00C65}" srcOrd="3" destOrd="0" presId="urn:microsoft.com/office/officeart/2005/8/layout/vList3"/>
    <dgm:cxn modelId="{64610200-53B1-458B-91BF-617022318AFD}" type="presParOf" srcId="{1829EB37-CE3D-4BC0-93C1-B24449077620}" destId="{C5C81E0D-0B62-44B9-B83B-3A45F61944FF}" srcOrd="4" destOrd="0" presId="urn:microsoft.com/office/officeart/2005/8/layout/vList3"/>
    <dgm:cxn modelId="{D3B93A13-5829-42E4-B064-B5DCC5E21183}" type="presParOf" srcId="{C5C81E0D-0B62-44B9-B83B-3A45F61944FF}" destId="{D0D226CE-1A16-4C81-97A2-01B76B2A0B17}" srcOrd="0" destOrd="0" presId="urn:microsoft.com/office/officeart/2005/8/layout/vList3"/>
    <dgm:cxn modelId="{4A436FB0-A4C6-467C-8FEA-574754FFB107}" type="presParOf" srcId="{C5C81E0D-0B62-44B9-B83B-3A45F61944FF}" destId="{95C89D44-4F91-4097-B835-B538D950E8AD}" srcOrd="1" destOrd="0" presId="urn:microsoft.com/office/officeart/2005/8/layout/vList3"/>
    <dgm:cxn modelId="{29A27B15-F282-40D3-B7BA-A01D2345672E}" type="presParOf" srcId="{1829EB37-CE3D-4BC0-93C1-B24449077620}" destId="{84C10469-1F73-4076-AFB3-3D6DCF562A0B}" srcOrd="5" destOrd="0" presId="urn:microsoft.com/office/officeart/2005/8/layout/vList3"/>
    <dgm:cxn modelId="{E37BBAA2-BCE1-4AEF-B202-C8CC9E9FE755}" type="presParOf" srcId="{1829EB37-CE3D-4BC0-93C1-B24449077620}" destId="{264B3F9F-191D-4C6E-B112-F11646EBEA6C}" srcOrd="6" destOrd="0" presId="urn:microsoft.com/office/officeart/2005/8/layout/vList3"/>
    <dgm:cxn modelId="{8B42ED1B-B679-4B01-B099-C876F1454F1B}" type="presParOf" srcId="{264B3F9F-191D-4C6E-B112-F11646EBEA6C}" destId="{DBA210D1-849C-40F1-BDF0-9231377AAD78}" srcOrd="0" destOrd="0" presId="urn:microsoft.com/office/officeart/2005/8/layout/vList3"/>
    <dgm:cxn modelId="{A2D233EC-9308-441E-821B-AC6DF9ADABEE}" type="presParOf" srcId="{264B3F9F-191D-4C6E-B112-F11646EBEA6C}" destId="{48E8A8C7-F5E2-4036-A3D9-625BEE62135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26E1081-03CE-496D-8A52-E6D8067B2D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3328040-8A6A-4836-B9A6-36B1B9299471}">
      <dgm:prSet/>
      <dgm:spPr/>
      <dgm:t>
        <a:bodyPr/>
        <a:lstStyle/>
        <a:p>
          <a:r>
            <a:rPr lang="uk-UA" b="0" i="0"/>
            <a:t>перший український суспільно-політичний і літературно-мистецький журнал, що видавала в Петербурзі українська громада в 1861–1862 рр.</a:t>
          </a:r>
          <a:endParaRPr lang="uk-UA"/>
        </a:p>
      </dgm:t>
    </dgm:pt>
    <dgm:pt modelId="{7642BFFE-3C83-4CC5-88AF-5C4B5DF2008D}" type="parTrans" cxnId="{417690FD-F885-41C6-836B-BB77D4EF0298}">
      <dgm:prSet/>
      <dgm:spPr/>
      <dgm:t>
        <a:bodyPr/>
        <a:lstStyle/>
        <a:p>
          <a:endParaRPr lang="uk-UA"/>
        </a:p>
      </dgm:t>
    </dgm:pt>
    <dgm:pt modelId="{A07B5A04-739B-4BED-840F-433933B998DD}" type="sibTrans" cxnId="{417690FD-F885-41C6-836B-BB77D4EF0298}">
      <dgm:prSet/>
      <dgm:spPr/>
      <dgm:t>
        <a:bodyPr/>
        <a:lstStyle/>
        <a:p>
          <a:endParaRPr lang="uk-UA"/>
        </a:p>
      </dgm:t>
    </dgm:pt>
    <dgm:pt modelId="{E32ED342-3A21-4A90-A95A-8DCAA731DD2A}">
      <dgm:prSet/>
      <dgm:spPr/>
      <dgm:t>
        <a:bodyPr/>
        <a:lstStyle/>
        <a:p>
          <a:r>
            <a:rPr lang="uk-UA" b="0" i="0"/>
            <a:t>український громадсько-політичний і науково-літературний збірник, що видавав у Женеві М. Драгоманов у 1878–1879 рр. та 1882 р.</a:t>
          </a:r>
          <a:endParaRPr lang="uk-UA"/>
        </a:p>
      </dgm:t>
    </dgm:pt>
    <dgm:pt modelId="{6781B1AC-AB7F-4E30-A680-E160282A33D0}" type="parTrans" cxnId="{B0DC710C-2DEB-4851-A8FD-80CC2E2E28A7}">
      <dgm:prSet/>
      <dgm:spPr/>
      <dgm:t>
        <a:bodyPr/>
        <a:lstStyle/>
        <a:p>
          <a:endParaRPr lang="uk-UA"/>
        </a:p>
      </dgm:t>
    </dgm:pt>
    <dgm:pt modelId="{23BF699D-54BA-47E8-AC2A-E625EDBDE496}" type="sibTrans" cxnId="{B0DC710C-2DEB-4851-A8FD-80CC2E2E28A7}">
      <dgm:prSet/>
      <dgm:spPr/>
      <dgm:t>
        <a:bodyPr/>
        <a:lstStyle/>
        <a:p>
          <a:endParaRPr lang="uk-UA"/>
        </a:p>
      </dgm:t>
    </dgm:pt>
    <dgm:pt modelId="{64023401-5B8B-48A6-AB80-2ADC0A445407}">
      <dgm:prSet/>
      <dgm:spPr/>
      <dgm:t>
        <a:bodyPr/>
        <a:lstStyle/>
        <a:p>
          <a:r>
            <a:rPr lang="uk-UA" b="0" i="0"/>
            <a:t>одна з найвизначніших пам’яток української історичної та суспільно-політичної думки другої половини Х</a:t>
          </a:r>
          <a:r>
            <a:rPr lang="en-US" b="0" i="0"/>
            <a:t>V</a:t>
          </a:r>
          <a:r>
            <a:rPr lang="uk-UA" b="0" i="0"/>
            <a:t>ІІІ – початку ХІХ ст., у якій обстоювали ідею самостійного державного розвитку України</a:t>
          </a:r>
          <a:endParaRPr lang="uk-UA"/>
        </a:p>
      </dgm:t>
    </dgm:pt>
    <dgm:pt modelId="{24259C5C-F4E2-4B7E-A135-30A4580BF833}" type="parTrans" cxnId="{28236C99-28A2-4FA7-B50C-2C90B84D1003}">
      <dgm:prSet/>
      <dgm:spPr/>
      <dgm:t>
        <a:bodyPr/>
        <a:lstStyle/>
        <a:p>
          <a:endParaRPr lang="uk-UA"/>
        </a:p>
      </dgm:t>
    </dgm:pt>
    <dgm:pt modelId="{7FCFDDA1-C322-4ADE-9949-AC6A70F7645F}" type="sibTrans" cxnId="{28236C99-28A2-4FA7-B50C-2C90B84D1003}">
      <dgm:prSet/>
      <dgm:spPr/>
      <dgm:t>
        <a:bodyPr/>
        <a:lstStyle/>
        <a:p>
          <a:endParaRPr lang="uk-UA"/>
        </a:p>
      </dgm:t>
    </dgm:pt>
    <dgm:pt modelId="{F762CBEC-A1B0-438F-91DD-67DCA07C80CE}">
      <dgm:prSet/>
      <dgm:spPr/>
      <dgm:t>
        <a:bodyPr/>
        <a:lstStyle/>
        <a:p>
          <a:r>
            <a:rPr lang="uk-UA" b="0" i="0"/>
            <a:t>публіцистичний твір, написаний 1900 року М. Міхновським як програма Революційної української партії</a:t>
          </a:r>
          <a:endParaRPr lang="uk-UA"/>
        </a:p>
      </dgm:t>
    </dgm:pt>
    <dgm:pt modelId="{485137F0-BE71-4C41-97DC-3A50EF9972D2}" type="parTrans" cxnId="{24A669E0-1A7A-427F-825F-46AFCCEE0E3C}">
      <dgm:prSet/>
      <dgm:spPr/>
      <dgm:t>
        <a:bodyPr/>
        <a:lstStyle/>
        <a:p>
          <a:endParaRPr lang="uk-UA"/>
        </a:p>
      </dgm:t>
    </dgm:pt>
    <dgm:pt modelId="{0F1B9DD1-738A-4149-9B25-C1986AA9C4A8}" type="sibTrans" cxnId="{24A669E0-1A7A-427F-825F-46AFCCEE0E3C}">
      <dgm:prSet/>
      <dgm:spPr/>
      <dgm:t>
        <a:bodyPr/>
        <a:lstStyle/>
        <a:p>
          <a:endParaRPr lang="uk-UA"/>
        </a:p>
      </dgm:t>
    </dgm:pt>
    <dgm:pt modelId="{9B476884-A22A-47A6-919D-2E1205980826}">
      <dgm:prSet/>
      <dgm:spPr/>
      <dgm:t>
        <a:bodyPr/>
        <a:lstStyle/>
        <a:p>
          <a:r>
            <a:rPr lang="uk-UA" b="0" i="0"/>
            <a:t>щомісячний історико-етнографічний і літературний часопис, який видавали в Києві російською й українською мовами протягом 1882–1906 рр.</a:t>
          </a:r>
          <a:endParaRPr lang="uk-UA"/>
        </a:p>
      </dgm:t>
    </dgm:pt>
    <dgm:pt modelId="{5EA919A3-787D-4486-AA1C-C7B3FDFB2E26}" type="parTrans" cxnId="{94A11EE4-4B10-432B-B58F-3E8543F759F2}">
      <dgm:prSet/>
      <dgm:spPr/>
      <dgm:t>
        <a:bodyPr/>
        <a:lstStyle/>
        <a:p>
          <a:endParaRPr lang="uk-UA"/>
        </a:p>
      </dgm:t>
    </dgm:pt>
    <dgm:pt modelId="{5D79FF4D-8D0B-4418-B9A3-9030C0F4B73E}" type="sibTrans" cxnId="{94A11EE4-4B10-432B-B58F-3E8543F759F2}">
      <dgm:prSet/>
      <dgm:spPr/>
      <dgm:t>
        <a:bodyPr/>
        <a:lstStyle/>
        <a:p>
          <a:endParaRPr lang="uk-UA"/>
        </a:p>
      </dgm:t>
    </dgm:pt>
    <dgm:pt modelId="{44FEBC04-B583-448B-9A7F-A524C243BB5F}" type="pres">
      <dgm:prSet presAssocID="{326E1081-03CE-496D-8A52-E6D8067B2D53}" presName="linear" presStyleCnt="0">
        <dgm:presLayoutVars>
          <dgm:animLvl val="lvl"/>
          <dgm:resizeHandles val="exact"/>
        </dgm:presLayoutVars>
      </dgm:prSet>
      <dgm:spPr/>
    </dgm:pt>
    <dgm:pt modelId="{4FE4C511-85F1-4E67-A84D-12D9866A62F5}" type="pres">
      <dgm:prSet presAssocID="{43328040-8A6A-4836-B9A6-36B1B9299471}" presName="parentText" presStyleLbl="node1" presStyleIdx="0" presStyleCnt="5">
        <dgm:presLayoutVars>
          <dgm:chMax val="0"/>
          <dgm:bulletEnabled val="1"/>
        </dgm:presLayoutVars>
      </dgm:prSet>
      <dgm:spPr/>
    </dgm:pt>
    <dgm:pt modelId="{DC938356-2E59-4052-8866-49500C4C15DD}" type="pres">
      <dgm:prSet presAssocID="{A07B5A04-739B-4BED-840F-433933B998DD}" presName="spacer" presStyleCnt="0"/>
      <dgm:spPr/>
    </dgm:pt>
    <dgm:pt modelId="{16CE7B89-02B5-414E-83E5-02CDBA39F10A}" type="pres">
      <dgm:prSet presAssocID="{E32ED342-3A21-4A90-A95A-8DCAA731DD2A}" presName="parentText" presStyleLbl="node1" presStyleIdx="1" presStyleCnt="5">
        <dgm:presLayoutVars>
          <dgm:chMax val="0"/>
          <dgm:bulletEnabled val="1"/>
        </dgm:presLayoutVars>
      </dgm:prSet>
      <dgm:spPr/>
    </dgm:pt>
    <dgm:pt modelId="{CD163C2C-BDD6-4F8C-97A2-22E98CA5389C}" type="pres">
      <dgm:prSet presAssocID="{23BF699D-54BA-47E8-AC2A-E625EDBDE496}" presName="spacer" presStyleCnt="0"/>
      <dgm:spPr/>
    </dgm:pt>
    <dgm:pt modelId="{0B5663B3-1F44-4677-B627-9E26A2FCBCC1}" type="pres">
      <dgm:prSet presAssocID="{64023401-5B8B-48A6-AB80-2ADC0A445407}" presName="parentText" presStyleLbl="node1" presStyleIdx="2" presStyleCnt="5">
        <dgm:presLayoutVars>
          <dgm:chMax val="0"/>
          <dgm:bulletEnabled val="1"/>
        </dgm:presLayoutVars>
      </dgm:prSet>
      <dgm:spPr/>
    </dgm:pt>
    <dgm:pt modelId="{597F62A3-9A7E-4094-BAD6-A5F45DBDA4BA}" type="pres">
      <dgm:prSet presAssocID="{7FCFDDA1-C322-4ADE-9949-AC6A70F7645F}" presName="spacer" presStyleCnt="0"/>
      <dgm:spPr/>
    </dgm:pt>
    <dgm:pt modelId="{4081EAFD-CD47-403F-8982-D2AD52F50BCB}" type="pres">
      <dgm:prSet presAssocID="{F762CBEC-A1B0-438F-91DD-67DCA07C80CE}" presName="parentText" presStyleLbl="node1" presStyleIdx="3" presStyleCnt="5">
        <dgm:presLayoutVars>
          <dgm:chMax val="0"/>
          <dgm:bulletEnabled val="1"/>
        </dgm:presLayoutVars>
      </dgm:prSet>
      <dgm:spPr/>
    </dgm:pt>
    <dgm:pt modelId="{86E27995-C130-4413-8D31-0D06F6F415CA}" type="pres">
      <dgm:prSet presAssocID="{0F1B9DD1-738A-4149-9B25-C1986AA9C4A8}" presName="spacer" presStyleCnt="0"/>
      <dgm:spPr/>
    </dgm:pt>
    <dgm:pt modelId="{74BDCD5A-0841-48F4-A9EA-2B9CC33EEC86}" type="pres">
      <dgm:prSet presAssocID="{9B476884-A22A-47A6-919D-2E1205980826}" presName="parentText" presStyleLbl="node1" presStyleIdx="4" presStyleCnt="5">
        <dgm:presLayoutVars>
          <dgm:chMax val="0"/>
          <dgm:bulletEnabled val="1"/>
        </dgm:presLayoutVars>
      </dgm:prSet>
      <dgm:spPr/>
    </dgm:pt>
  </dgm:ptLst>
  <dgm:cxnLst>
    <dgm:cxn modelId="{B0DC710C-2DEB-4851-A8FD-80CC2E2E28A7}" srcId="{326E1081-03CE-496D-8A52-E6D8067B2D53}" destId="{E32ED342-3A21-4A90-A95A-8DCAA731DD2A}" srcOrd="1" destOrd="0" parTransId="{6781B1AC-AB7F-4E30-A680-E160282A33D0}" sibTransId="{23BF699D-54BA-47E8-AC2A-E625EDBDE496}"/>
    <dgm:cxn modelId="{28947E0D-9DCB-4AB0-9DBA-FD6911C5777E}" type="presOf" srcId="{326E1081-03CE-496D-8A52-E6D8067B2D53}" destId="{44FEBC04-B583-448B-9A7F-A524C243BB5F}" srcOrd="0" destOrd="0" presId="urn:microsoft.com/office/officeart/2005/8/layout/vList2"/>
    <dgm:cxn modelId="{44A50D52-CCE7-43D3-A88C-7CF22D6E8C7E}" type="presOf" srcId="{F762CBEC-A1B0-438F-91DD-67DCA07C80CE}" destId="{4081EAFD-CD47-403F-8982-D2AD52F50BCB}" srcOrd="0" destOrd="0" presId="urn:microsoft.com/office/officeart/2005/8/layout/vList2"/>
    <dgm:cxn modelId="{DA9CCA80-0775-45CF-B906-90565AEFC56B}" type="presOf" srcId="{E32ED342-3A21-4A90-A95A-8DCAA731DD2A}" destId="{16CE7B89-02B5-414E-83E5-02CDBA39F10A}" srcOrd="0" destOrd="0" presId="urn:microsoft.com/office/officeart/2005/8/layout/vList2"/>
    <dgm:cxn modelId="{516F4484-4597-44B8-84DA-8D0CF166A936}" type="presOf" srcId="{64023401-5B8B-48A6-AB80-2ADC0A445407}" destId="{0B5663B3-1F44-4677-B627-9E26A2FCBCC1}" srcOrd="0" destOrd="0" presId="urn:microsoft.com/office/officeart/2005/8/layout/vList2"/>
    <dgm:cxn modelId="{28236C99-28A2-4FA7-B50C-2C90B84D1003}" srcId="{326E1081-03CE-496D-8A52-E6D8067B2D53}" destId="{64023401-5B8B-48A6-AB80-2ADC0A445407}" srcOrd="2" destOrd="0" parTransId="{24259C5C-F4E2-4B7E-A135-30A4580BF833}" sibTransId="{7FCFDDA1-C322-4ADE-9949-AC6A70F7645F}"/>
    <dgm:cxn modelId="{E1FE2FB9-336B-4DD1-9AC6-ED3D6CDE5B04}" type="presOf" srcId="{9B476884-A22A-47A6-919D-2E1205980826}" destId="{74BDCD5A-0841-48F4-A9EA-2B9CC33EEC86}" srcOrd="0" destOrd="0" presId="urn:microsoft.com/office/officeart/2005/8/layout/vList2"/>
    <dgm:cxn modelId="{24A669E0-1A7A-427F-825F-46AFCCEE0E3C}" srcId="{326E1081-03CE-496D-8A52-E6D8067B2D53}" destId="{F762CBEC-A1B0-438F-91DD-67DCA07C80CE}" srcOrd="3" destOrd="0" parTransId="{485137F0-BE71-4C41-97DC-3A50EF9972D2}" sibTransId="{0F1B9DD1-738A-4149-9B25-C1986AA9C4A8}"/>
    <dgm:cxn modelId="{94A11EE4-4B10-432B-B58F-3E8543F759F2}" srcId="{326E1081-03CE-496D-8A52-E6D8067B2D53}" destId="{9B476884-A22A-47A6-919D-2E1205980826}" srcOrd="4" destOrd="0" parTransId="{5EA919A3-787D-4486-AA1C-C7B3FDFB2E26}" sibTransId="{5D79FF4D-8D0B-4418-B9A3-9030C0F4B73E}"/>
    <dgm:cxn modelId="{417690FD-F885-41C6-836B-BB77D4EF0298}" srcId="{326E1081-03CE-496D-8A52-E6D8067B2D53}" destId="{43328040-8A6A-4836-B9A6-36B1B9299471}" srcOrd="0" destOrd="0" parTransId="{7642BFFE-3C83-4CC5-88AF-5C4B5DF2008D}" sibTransId="{A07B5A04-739B-4BED-840F-433933B998DD}"/>
    <dgm:cxn modelId="{0195A6FE-F9A4-41D3-BD2A-3F5C3861F6F2}" type="presOf" srcId="{43328040-8A6A-4836-B9A6-36B1B9299471}" destId="{4FE4C511-85F1-4E67-A84D-12D9866A62F5}" srcOrd="0" destOrd="0" presId="urn:microsoft.com/office/officeart/2005/8/layout/vList2"/>
    <dgm:cxn modelId="{E08D5075-77BD-4187-817D-B424C9CE9F07}" type="presParOf" srcId="{44FEBC04-B583-448B-9A7F-A524C243BB5F}" destId="{4FE4C511-85F1-4E67-A84D-12D9866A62F5}" srcOrd="0" destOrd="0" presId="urn:microsoft.com/office/officeart/2005/8/layout/vList2"/>
    <dgm:cxn modelId="{9605BFBC-6188-496A-9156-4DF49430256B}" type="presParOf" srcId="{44FEBC04-B583-448B-9A7F-A524C243BB5F}" destId="{DC938356-2E59-4052-8866-49500C4C15DD}" srcOrd="1" destOrd="0" presId="urn:microsoft.com/office/officeart/2005/8/layout/vList2"/>
    <dgm:cxn modelId="{C8CA430A-56E6-4222-8516-1986F2EB5FB5}" type="presParOf" srcId="{44FEBC04-B583-448B-9A7F-A524C243BB5F}" destId="{16CE7B89-02B5-414E-83E5-02CDBA39F10A}" srcOrd="2" destOrd="0" presId="urn:microsoft.com/office/officeart/2005/8/layout/vList2"/>
    <dgm:cxn modelId="{4E462042-3BF5-47E7-BFEE-9C3691F49704}" type="presParOf" srcId="{44FEBC04-B583-448B-9A7F-A524C243BB5F}" destId="{CD163C2C-BDD6-4F8C-97A2-22E98CA5389C}" srcOrd="3" destOrd="0" presId="urn:microsoft.com/office/officeart/2005/8/layout/vList2"/>
    <dgm:cxn modelId="{565F8FCE-9402-4E23-B875-75EB3C60CC1A}" type="presParOf" srcId="{44FEBC04-B583-448B-9A7F-A524C243BB5F}" destId="{0B5663B3-1F44-4677-B627-9E26A2FCBCC1}" srcOrd="4" destOrd="0" presId="urn:microsoft.com/office/officeart/2005/8/layout/vList2"/>
    <dgm:cxn modelId="{9A4D7171-0581-42F7-8189-79353C49C360}" type="presParOf" srcId="{44FEBC04-B583-448B-9A7F-A524C243BB5F}" destId="{597F62A3-9A7E-4094-BAD6-A5F45DBDA4BA}" srcOrd="5" destOrd="0" presId="urn:microsoft.com/office/officeart/2005/8/layout/vList2"/>
    <dgm:cxn modelId="{B1313CAB-F051-40F8-A3DE-C61244A1373A}" type="presParOf" srcId="{44FEBC04-B583-448B-9A7F-A524C243BB5F}" destId="{4081EAFD-CD47-403F-8982-D2AD52F50BCB}" srcOrd="6" destOrd="0" presId="urn:microsoft.com/office/officeart/2005/8/layout/vList2"/>
    <dgm:cxn modelId="{80B5C1BA-CC53-4E4E-B488-2D9708188241}" type="presParOf" srcId="{44FEBC04-B583-448B-9A7F-A524C243BB5F}" destId="{86E27995-C130-4413-8D31-0D06F6F415CA}" srcOrd="7" destOrd="0" presId="urn:microsoft.com/office/officeart/2005/8/layout/vList2"/>
    <dgm:cxn modelId="{772552BE-C30E-4138-90A2-C7491BCF6598}" type="presParOf" srcId="{44FEBC04-B583-448B-9A7F-A524C243BB5F}" destId="{74BDCD5A-0841-48F4-A9EA-2B9CC33EEC86}"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F9D0C1BD-5E0E-4584-95A8-59FA5F425093}"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FF60CA6-B5F8-435E-98AA-65B2702CF617}">
      <dgm:prSet/>
      <dgm:spPr/>
      <dgm:t>
        <a:bodyPr/>
        <a:lstStyle/>
        <a:p>
          <a:r>
            <a:rPr lang="ru-RU" b="0" i="0"/>
            <a:t>«Енеїда»</a:t>
          </a:r>
          <a:endParaRPr lang="uk-UA"/>
        </a:p>
      </dgm:t>
    </dgm:pt>
    <dgm:pt modelId="{146099C6-8521-4A62-BC42-F9488C02F4F3}" type="parTrans" cxnId="{E745DA17-9958-42CF-A9ED-A8B353D7F9BB}">
      <dgm:prSet/>
      <dgm:spPr/>
      <dgm:t>
        <a:bodyPr/>
        <a:lstStyle/>
        <a:p>
          <a:endParaRPr lang="uk-UA"/>
        </a:p>
      </dgm:t>
    </dgm:pt>
    <dgm:pt modelId="{3599A4E4-038F-4AC2-8F9A-69DA272720BF}" type="sibTrans" cxnId="{E745DA17-9958-42CF-A9ED-A8B353D7F9BB}">
      <dgm:prSet/>
      <dgm:spPr/>
      <dgm:t>
        <a:bodyPr/>
        <a:lstStyle/>
        <a:p>
          <a:endParaRPr lang="uk-UA"/>
        </a:p>
      </dgm:t>
    </dgm:pt>
    <dgm:pt modelId="{0648EC74-31C8-4A0F-8EF2-033D93356EA4}">
      <dgm:prSet/>
      <dgm:spPr/>
      <dgm:t>
        <a:bodyPr/>
        <a:lstStyle/>
        <a:p>
          <a:r>
            <a:rPr lang="ru-RU" b="0" i="0"/>
            <a:t>«Історія Русів»</a:t>
          </a:r>
          <a:endParaRPr lang="uk-UA"/>
        </a:p>
      </dgm:t>
    </dgm:pt>
    <dgm:pt modelId="{3DEFE20C-F881-43D2-9353-5BE86DD03AE1}" type="parTrans" cxnId="{FE7385CE-04B3-42DC-A01C-B1D897C9DE94}">
      <dgm:prSet/>
      <dgm:spPr/>
      <dgm:t>
        <a:bodyPr/>
        <a:lstStyle/>
        <a:p>
          <a:endParaRPr lang="uk-UA"/>
        </a:p>
      </dgm:t>
    </dgm:pt>
    <dgm:pt modelId="{993DE3CF-4BE5-419F-A058-AC9AC480CA78}" type="sibTrans" cxnId="{FE7385CE-04B3-42DC-A01C-B1D897C9DE94}">
      <dgm:prSet/>
      <dgm:spPr/>
      <dgm:t>
        <a:bodyPr/>
        <a:lstStyle/>
        <a:p>
          <a:endParaRPr lang="uk-UA"/>
        </a:p>
      </dgm:t>
    </dgm:pt>
    <dgm:pt modelId="{B20AED12-86BC-4990-8812-682260E7F5BA}">
      <dgm:prSet/>
      <dgm:spPr/>
      <dgm:t>
        <a:bodyPr/>
        <a:lstStyle/>
        <a:p>
          <a:r>
            <a:rPr lang="ru-RU" b="0" i="0"/>
            <a:t>«Основа»</a:t>
          </a:r>
          <a:endParaRPr lang="uk-UA"/>
        </a:p>
      </dgm:t>
    </dgm:pt>
    <dgm:pt modelId="{CD2A3E10-F6D6-4D04-A7E3-21A27C24D055}" type="parTrans" cxnId="{95BEF9A0-DA0C-40DC-8FC3-3BEB6E5A60D9}">
      <dgm:prSet/>
      <dgm:spPr/>
      <dgm:t>
        <a:bodyPr/>
        <a:lstStyle/>
        <a:p>
          <a:endParaRPr lang="uk-UA"/>
        </a:p>
      </dgm:t>
    </dgm:pt>
    <dgm:pt modelId="{7D6B0E0A-1F94-4E16-BCE9-2A6662CCB0FE}" type="sibTrans" cxnId="{95BEF9A0-DA0C-40DC-8FC3-3BEB6E5A60D9}">
      <dgm:prSet/>
      <dgm:spPr/>
      <dgm:t>
        <a:bodyPr/>
        <a:lstStyle/>
        <a:p>
          <a:endParaRPr lang="uk-UA"/>
        </a:p>
      </dgm:t>
    </dgm:pt>
    <dgm:pt modelId="{9B680CB3-742A-4ACD-AC86-C9917220EF4C}">
      <dgm:prSet/>
      <dgm:spPr/>
      <dgm:t>
        <a:bodyPr/>
        <a:lstStyle/>
        <a:p>
          <a:r>
            <a:rPr lang="ru-RU" b="0" i="0"/>
            <a:t>«Громада»</a:t>
          </a:r>
          <a:endParaRPr lang="uk-UA"/>
        </a:p>
      </dgm:t>
    </dgm:pt>
    <dgm:pt modelId="{604FF1B8-7888-476C-A015-78E7EFE6FF47}" type="parTrans" cxnId="{4A0926B1-718A-4190-8E7D-17EF44FE2244}">
      <dgm:prSet/>
      <dgm:spPr/>
      <dgm:t>
        <a:bodyPr/>
        <a:lstStyle/>
        <a:p>
          <a:endParaRPr lang="uk-UA"/>
        </a:p>
      </dgm:t>
    </dgm:pt>
    <dgm:pt modelId="{47E6DE1E-D3F2-4C94-A5C6-F3BC2B2B1829}" type="sibTrans" cxnId="{4A0926B1-718A-4190-8E7D-17EF44FE2244}">
      <dgm:prSet/>
      <dgm:spPr/>
      <dgm:t>
        <a:bodyPr/>
        <a:lstStyle/>
        <a:p>
          <a:endParaRPr lang="uk-UA"/>
        </a:p>
      </dgm:t>
    </dgm:pt>
    <dgm:pt modelId="{C4E771E1-64AE-4FB8-BF87-9033229EAC41}" type="pres">
      <dgm:prSet presAssocID="{F9D0C1BD-5E0E-4584-95A8-59FA5F425093}" presName="linearFlow" presStyleCnt="0">
        <dgm:presLayoutVars>
          <dgm:dir/>
          <dgm:resizeHandles val="exact"/>
        </dgm:presLayoutVars>
      </dgm:prSet>
      <dgm:spPr/>
    </dgm:pt>
    <dgm:pt modelId="{CEA6C513-9763-4B08-A374-AD8E5C0DB3BC}" type="pres">
      <dgm:prSet presAssocID="{FFF60CA6-B5F8-435E-98AA-65B2702CF617}" presName="composite" presStyleCnt="0"/>
      <dgm:spPr/>
    </dgm:pt>
    <dgm:pt modelId="{03384F44-5971-42E8-BA3C-7DE6B17B6090}" type="pres">
      <dgm:prSet presAssocID="{FFF60CA6-B5F8-435E-98AA-65B2702CF617}" presName="imgShp" presStyleLbl="fgImgPlace1" presStyleIdx="0" presStyleCnt="4"/>
      <dgm:spPr/>
    </dgm:pt>
    <dgm:pt modelId="{F87871DF-9C76-4E32-BC34-FDBC9EA3F9CF}" type="pres">
      <dgm:prSet presAssocID="{FFF60CA6-B5F8-435E-98AA-65B2702CF617}" presName="txShp" presStyleLbl="node1" presStyleIdx="0" presStyleCnt="4">
        <dgm:presLayoutVars>
          <dgm:bulletEnabled val="1"/>
        </dgm:presLayoutVars>
      </dgm:prSet>
      <dgm:spPr/>
    </dgm:pt>
    <dgm:pt modelId="{1274E61F-03EA-4DCC-8680-A06A279C8284}" type="pres">
      <dgm:prSet presAssocID="{3599A4E4-038F-4AC2-8F9A-69DA272720BF}" presName="spacing" presStyleCnt="0"/>
      <dgm:spPr/>
    </dgm:pt>
    <dgm:pt modelId="{9D14CAB2-3534-4FA1-8BAC-2C27ADB1C392}" type="pres">
      <dgm:prSet presAssocID="{0648EC74-31C8-4A0F-8EF2-033D93356EA4}" presName="composite" presStyleCnt="0"/>
      <dgm:spPr/>
    </dgm:pt>
    <dgm:pt modelId="{A793E44C-A09C-421D-B7E0-A223767B233B}" type="pres">
      <dgm:prSet presAssocID="{0648EC74-31C8-4A0F-8EF2-033D93356EA4}" presName="imgShp" presStyleLbl="fgImgPlace1" presStyleIdx="1" presStyleCnt="4"/>
      <dgm:spPr/>
    </dgm:pt>
    <dgm:pt modelId="{D928E8C6-0D2B-428F-AE61-D30E8F79BA20}" type="pres">
      <dgm:prSet presAssocID="{0648EC74-31C8-4A0F-8EF2-033D93356EA4}" presName="txShp" presStyleLbl="node1" presStyleIdx="1" presStyleCnt="4">
        <dgm:presLayoutVars>
          <dgm:bulletEnabled val="1"/>
        </dgm:presLayoutVars>
      </dgm:prSet>
      <dgm:spPr/>
    </dgm:pt>
    <dgm:pt modelId="{414BF44E-03A0-42D3-A505-5F9C3875A0BD}" type="pres">
      <dgm:prSet presAssocID="{993DE3CF-4BE5-419F-A058-AC9AC480CA78}" presName="spacing" presStyleCnt="0"/>
      <dgm:spPr/>
    </dgm:pt>
    <dgm:pt modelId="{36643914-B07F-448F-87CB-83A8E055E864}" type="pres">
      <dgm:prSet presAssocID="{B20AED12-86BC-4990-8812-682260E7F5BA}" presName="composite" presStyleCnt="0"/>
      <dgm:spPr/>
    </dgm:pt>
    <dgm:pt modelId="{669BE3A6-5BC9-47FF-BCDF-1EEECDD42426}" type="pres">
      <dgm:prSet presAssocID="{B20AED12-86BC-4990-8812-682260E7F5BA}" presName="imgShp" presStyleLbl="fgImgPlace1" presStyleIdx="2" presStyleCnt="4"/>
      <dgm:spPr/>
    </dgm:pt>
    <dgm:pt modelId="{8AF24135-C967-4454-911B-8C14A8A4966E}" type="pres">
      <dgm:prSet presAssocID="{B20AED12-86BC-4990-8812-682260E7F5BA}" presName="txShp" presStyleLbl="node1" presStyleIdx="2" presStyleCnt="4">
        <dgm:presLayoutVars>
          <dgm:bulletEnabled val="1"/>
        </dgm:presLayoutVars>
      </dgm:prSet>
      <dgm:spPr/>
    </dgm:pt>
    <dgm:pt modelId="{71E7C2E8-0801-4177-A2BC-D9C269DE73AA}" type="pres">
      <dgm:prSet presAssocID="{7D6B0E0A-1F94-4E16-BCE9-2A6662CCB0FE}" presName="spacing" presStyleCnt="0"/>
      <dgm:spPr/>
    </dgm:pt>
    <dgm:pt modelId="{B4F220BD-DE5E-413C-8037-4C3E65A1B5CC}" type="pres">
      <dgm:prSet presAssocID="{9B680CB3-742A-4ACD-AC86-C9917220EF4C}" presName="composite" presStyleCnt="0"/>
      <dgm:spPr/>
    </dgm:pt>
    <dgm:pt modelId="{1138A5A0-1079-440C-85C2-02EB77BE473C}" type="pres">
      <dgm:prSet presAssocID="{9B680CB3-742A-4ACD-AC86-C9917220EF4C}" presName="imgShp" presStyleLbl="fgImgPlace1" presStyleIdx="3" presStyleCnt="4"/>
      <dgm:spPr/>
    </dgm:pt>
    <dgm:pt modelId="{F9E1F80E-C7C3-4547-8623-0BDC2B1A2891}" type="pres">
      <dgm:prSet presAssocID="{9B680CB3-742A-4ACD-AC86-C9917220EF4C}" presName="txShp" presStyleLbl="node1" presStyleIdx="3" presStyleCnt="4">
        <dgm:presLayoutVars>
          <dgm:bulletEnabled val="1"/>
        </dgm:presLayoutVars>
      </dgm:prSet>
      <dgm:spPr/>
    </dgm:pt>
  </dgm:ptLst>
  <dgm:cxnLst>
    <dgm:cxn modelId="{E745DA17-9958-42CF-A9ED-A8B353D7F9BB}" srcId="{F9D0C1BD-5E0E-4584-95A8-59FA5F425093}" destId="{FFF60CA6-B5F8-435E-98AA-65B2702CF617}" srcOrd="0" destOrd="0" parTransId="{146099C6-8521-4A62-BC42-F9488C02F4F3}" sibTransId="{3599A4E4-038F-4AC2-8F9A-69DA272720BF}"/>
    <dgm:cxn modelId="{49E5821F-98AA-4F7D-A71E-15EE22AB5875}" type="presOf" srcId="{B20AED12-86BC-4990-8812-682260E7F5BA}" destId="{8AF24135-C967-4454-911B-8C14A8A4966E}" srcOrd="0" destOrd="0" presId="urn:microsoft.com/office/officeart/2005/8/layout/vList3"/>
    <dgm:cxn modelId="{8B36EA23-8706-4F7B-A7C4-39DE240C798E}" type="presOf" srcId="{FFF60CA6-B5F8-435E-98AA-65B2702CF617}" destId="{F87871DF-9C76-4E32-BC34-FDBC9EA3F9CF}" srcOrd="0" destOrd="0" presId="urn:microsoft.com/office/officeart/2005/8/layout/vList3"/>
    <dgm:cxn modelId="{D24CB461-14AF-4131-A73A-0C06E09DF6F9}" type="presOf" srcId="{0648EC74-31C8-4A0F-8EF2-033D93356EA4}" destId="{D928E8C6-0D2B-428F-AE61-D30E8F79BA20}" srcOrd="0" destOrd="0" presId="urn:microsoft.com/office/officeart/2005/8/layout/vList3"/>
    <dgm:cxn modelId="{BA28AD6D-8252-4C32-B804-77C97F7D4098}" type="presOf" srcId="{F9D0C1BD-5E0E-4584-95A8-59FA5F425093}" destId="{C4E771E1-64AE-4FB8-BF87-9033229EAC41}" srcOrd="0" destOrd="0" presId="urn:microsoft.com/office/officeart/2005/8/layout/vList3"/>
    <dgm:cxn modelId="{95BEF9A0-DA0C-40DC-8FC3-3BEB6E5A60D9}" srcId="{F9D0C1BD-5E0E-4584-95A8-59FA5F425093}" destId="{B20AED12-86BC-4990-8812-682260E7F5BA}" srcOrd="2" destOrd="0" parTransId="{CD2A3E10-F6D6-4D04-A7E3-21A27C24D055}" sibTransId="{7D6B0E0A-1F94-4E16-BCE9-2A6662CCB0FE}"/>
    <dgm:cxn modelId="{4A0926B1-718A-4190-8E7D-17EF44FE2244}" srcId="{F9D0C1BD-5E0E-4584-95A8-59FA5F425093}" destId="{9B680CB3-742A-4ACD-AC86-C9917220EF4C}" srcOrd="3" destOrd="0" parTransId="{604FF1B8-7888-476C-A015-78E7EFE6FF47}" sibTransId="{47E6DE1E-D3F2-4C94-A5C6-F3BC2B2B1829}"/>
    <dgm:cxn modelId="{0917B2BC-180C-4F9A-9D4C-9A7E46B7772A}" type="presOf" srcId="{9B680CB3-742A-4ACD-AC86-C9917220EF4C}" destId="{F9E1F80E-C7C3-4547-8623-0BDC2B1A2891}" srcOrd="0" destOrd="0" presId="urn:microsoft.com/office/officeart/2005/8/layout/vList3"/>
    <dgm:cxn modelId="{FE7385CE-04B3-42DC-A01C-B1D897C9DE94}" srcId="{F9D0C1BD-5E0E-4584-95A8-59FA5F425093}" destId="{0648EC74-31C8-4A0F-8EF2-033D93356EA4}" srcOrd="1" destOrd="0" parTransId="{3DEFE20C-F881-43D2-9353-5BE86DD03AE1}" sibTransId="{993DE3CF-4BE5-419F-A058-AC9AC480CA78}"/>
    <dgm:cxn modelId="{8095ED7B-698F-4E9C-BE65-EB776726B63D}" type="presParOf" srcId="{C4E771E1-64AE-4FB8-BF87-9033229EAC41}" destId="{CEA6C513-9763-4B08-A374-AD8E5C0DB3BC}" srcOrd="0" destOrd="0" presId="urn:microsoft.com/office/officeart/2005/8/layout/vList3"/>
    <dgm:cxn modelId="{D291FBB8-1C26-4EB2-A30C-77875269BC90}" type="presParOf" srcId="{CEA6C513-9763-4B08-A374-AD8E5C0DB3BC}" destId="{03384F44-5971-42E8-BA3C-7DE6B17B6090}" srcOrd="0" destOrd="0" presId="urn:microsoft.com/office/officeart/2005/8/layout/vList3"/>
    <dgm:cxn modelId="{2122A775-74F6-4B80-B6E3-90BAA4285298}" type="presParOf" srcId="{CEA6C513-9763-4B08-A374-AD8E5C0DB3BC}" destId="{F87871DF-9C76-4E32-BC34-FDBC9EA3F9CF}" srcOrd="1" destOrd="0" presId="urn:microsoft.com/office/officeart/2005/8/layout/vList3"/>
    <dgm:cxn modelId="{C4103FC9-9072-402D-BF6F-C57A2B72553F}" type="presParOf" srcId="{C4E771E1-64AE-4FB8-BF87-9033229EAC41}" destId="{1274E61F-03EA-4DCC-8680-A06A279C8284}" srcOrd="1" destOrd="0" presId="urn:microsoft.com/office/officeart/2005/8/layout/vList3"/>
    <dgm:cxn modelId="{1EEA78CC-405F-4BE0-82D3-83630277058B}" type="presParOf" srcId="{C4E771E1-64AE-4FB8-BF87-9033229EAC41}" destId="{9D14CAB2-3534-4FA1-8BAC-2C27ADB1C392}" srcOrd="2" destOrd="0" presId="urn:microsoft.com/office/officeart/2005/8/layout/vList3"/>
    <dgm:cxn modelId="{10575D8A-9F79-48D3-A9EA-3BEC7A8DA1D8}" type="presParOf" srcId="{9D14CAB2-3534-4FA1-8BAC-2C27ADB1C392}" destId="{A793E44C-A09C-421D-B7E0-A223767B233B}" srcOrd="0" destOrd="0" presId="urn:microsoft.com/office/officeart/2005/8/layout/vList3"/>
    <dgm:cxn modelId="{55847D86-2A0B-4AC1-B3A8-1BABDA0EB6F0}" type="presParOf" srcId="{9D14CAB2-3534-4FA1-8BAC-2C27ADB1C392}" destId="{D928E8C6-0D2B-428F-AE61-D30E8F79BA20}" srcOrd="1" destOrd="0" presId="urn:microsoft.com/office/officeart/2005/8/layout/vList3"/>
    <dgm:cxn modelId="{38C48A04-DD92-441B-AD19-5247A11395D1}" type="presParOf" srcId="{C4E771E1-64AE-4FB8-BF87-9033229EAC41}" destId="{414BF44E-03A0-42D3-A505-5F9C3875A0BD}" srcOrd="3" destOrd="0" presId="urn:microsoft.com/office/officeart/2005/8/layout/vList3"/>
    <dgm:cxn modelId="{F1BDBCF4-5E8E-4579-B77C-73685B6D1A71}" type="presParOf" srcId="{C4E771E1-64AE-4FB8-BF87-9033229EAC41}" destId="{36643914-B07F-448F-87CB-83A8E055E864}" srcOrd="4" destOrd="0" presId="urn:microsoft.com/office/officeart/2005/8/layout/vList3"/>
    <dgm:cxn modelId="{8EFE6341-1A90-4D58-9A24-0EEB299110CF}" type="presParOf" srcId="{36643914-B07F-448F-87CB-83A8E055E864}" destId="{669BE3A6-5BC9-47FF-BCDF-1EEECDD42426}" srcOrd="0" destOrd="0" presId="urn:microsoft.com/office/officeart/2005/8/layout/vList3"/>
    <dgm:cxn modelId="{014CE06D-0E4C-4C34-97FE-D0547B64AA6F}" type="presParOf" srcId="{36643914-B07F-448F-87CB-83A8E055E864}" destId="{8AF24135-C967-4454-911B-8C14A8A4966E}" srcOrd="1" destOrd="0" presId="urn:microsoft.com/office/officeart/2005/8/layout/vList3"/>
    <dgm:cxn modelId="{F61FAA0B-8B19-40B8-AA64-49E362909CE2}" type="presParOf" srcId="{C4E771E1-64AE-4FB8-BF87-9033229EAC41}" destId="{71E7C2E8-0801-4177-A2BC-D9C269DE73AA}" srcOrd="5" destOrd="0" presId="urn:microsoft.com/office/officeart/2005/8/layout/vList3"/>
    <dgm:cxn modelId="{AB447D98-E084-4A1C-B0A2-E5406D1E525B}" type="presParOf" srcId="{C4E771E1-64AE-4FB8-BF87-9033229EAC41}" destId="{B4F220BD-DE5E-413C-8037-4C3E65A1B5CC}" srcOrd="6" destOrd="0" presId="urn:microsoft.com/office/officeart/2005/8/layout/vList3"/>
    <dgm:cxn modelId="{FD3CDDE8-468D-49B3-AC8F-2DAE0BDE5BF8}" type="presParOf" srcId="{B4F220BD-DE5E-413C-8037-4C3E65A1B5CC}" destId="{1138A5A0-1079-440C-85C2-02EB77BE473C}" srcOrd="0" destOrd="0" presId="urn:microsoft.com/office/officeart/2005/8/layout/vList3"/>
    <dgm:cxn modelId="{35CB0A65-5C6B-427D-9B6F-D3202C7822D9}" type="presParOf" srcId="{B4F220BD-DE5E-413C-8037-4C3E65A1B5CC}" destId="{F9E1F80E-C7C3-4547-8623-0BDC2B1A289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F325D69D-AE3B-4CE5-95E3-F63533CFA49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04DB975-37C5-4713-87C1-E04C5328D870}">
      <dgm:prSet/>
      <dgm:spPr/>
      <dgm:t>
        <a:bodyPr/>
        <a:lstStyle/>
        <a:p>
          <a:r>
            <a:rPr lang="uk-UA" b="0" i="0"/>
            <a:t>перший український суспільно-політичний і літературно-мистецький журнал, що видавала українська громада 1861–1862 рр. у Петербурзі</a:t>
          </a:r>
          <a:endParaRPr lang="uk-UA"/>
        </a:p>
      </dgm:t>
    </dgm:pt>
    <dgm:pt modelId="{7F9B988B-D2B7-4658-B89B-DBA3C8411B31}" type="parTrans" cxnId="{9CEBA85E-26F8-481F-B796-E752F66A1DA2}">
      <dgm:prSet/>
      <dgm:spPr/>
      <dgm:t>
        <a:bodyPr/>
        <a:lstStyle/>
        <a:p>
          <a:endParaRPr lang="uk-UA"/>
        </a:p>
      </dgm:t>
    </dgm:pt>
    <dgm:pt modelId="{FA6B4113-A051-4F85-A331-D5348AF0F0EC}" type="sibTrans" cxnId="{9CEBA85E-26F8-481F-B796-E752F66A1DA2}">
      <dgm:prSet/>
      <dgm:spPr/>
      <dgm:t>
        <a:bodyPr/>
        <a:lstStyle/>
        <a:p>
          <a:endParaRPr lang="uk-UA"/>
        </a:p>
      </dgm:t>
    </dgm:pt>
    <dgm:pt modelId="{DCDBF435-A2BB-4B09-99D6-2CD57C59F9B4}">
      <dgm:prSet/>
      <dgm:spPr/>
      <dgm:t>
        <a:bodyPr/>
        <a:lstStyle/>
        <a:p>
          <a:r>
            <a:rPr lang="uk-UA" b="0" i="0"/>
            <a:t>український громадсько-політичний і науково-літературний збірник, що видавав у Женеві Михайло Драгоманов у період 1878–1879 рр. та 1882 р.</a:t>
          </a:r>
          <a:endParaRPr lang="uk-UA"/>
        </a:p>
      </dgm:t>
    </dgm:pt>
    <dgm:pt modelId="{28AEA0CD-D304-4624-A3B6-1ADFD6354943}" type="parTrans" cxnId="{3B142CCC-AFBA-4F7B-AE61-90CCEB82569F}">
      <dgm:prSet/>
      <dgm:spPr/>
      <dgm:t>
        <a:bodyPr/>
        <a:lstStyle/>
        <a:p>
          <a:endParaRPr lang="uk-UA"/>
        </a:p>
      </dgm:t>
    </dgm:pt>
    <dgm:pt modelId="{F76944D3-813C-414D-B0F5-4D79D78E7C2A}" type="sibTrans" cxnId="{3B142CCC-AFBA-4F7B-AE61-90CCEB82569F}">
      <dgm:prSet/>
      <dgm:spPr/>
      <dgm:t>
        <a:bodyPr/>
        <a:lstStyle/>
        <a:p>
          <a:endParaRPr lang="uk-UA"/>
        </a:p>
      </dgm:t>
    </dgm:pt>
    <dgm:pt modelId="{8E7D9CDF-BDBA-43F4-B0C2-869B5133C424}">
      <dgm:prSet/>
      <dgm:spPr/>
      <dgm:t>
        <a:bodyPr/>
        <a:lstStyle/>
        <a:p>
          <a:r>
            <a:rPr lang="uk-UA" b="0" i="0"/>
            <a:t>одна з визначних пам’яток української історичної та суспільно-політичної думки другої половини </a:t>
          </a:r>
          <a:r>
            <a:rPr lang="en-US" b="0" i="0"/>
            <a:t>XVIII – </a:t>
          </a:r>
          <a:r>
            <a:rPr lang="uk-UA" b="0" i="0"/>
            <a:t>початку </a:t>
          </a:r>
          <a:r>
            <a:rPr lang="en-US" b="0" i="0"/>
            <a:t>XIX </a:t>
          </a:r>
          <a:r>
            <a:rPr lang="uk-UA" b="0" i="0"/>
            <a:t>ст., у якій обстоювано ідею автономного державного розвитку України</a:t>
          </a:r>
          <a:endParaRPr lang="uk-UA"/>
        </a:p>
      </dgm:t>
    </dgm:pt>
    <dgm:pt modelId="{1DD835E4-1AEF-44F3-8A06-2ACE695CDA30}" type="parTrans" cxnId="{ABBD91F8-A8AF-4842-883F-CFD65235EC32}">
      <dgm:prSet/>
      <dgm:spPr/>
      <dgm:t>
        <a:bodyPr/>
        <a:lstStyle/>
        <a:p>
          <a:endParaRPr lang="uk-UA"/>
        </a:p>
      </dgm:t>
    </dgm:pt>
    <dgm:pt modelId="{51CCD47B-7E52-4BC2-AD4E-8242834CC87C}" type="sibTrans" cxnId="{ABBD91F8-A8AF-4842-883F-CFD65235EC32}">
      <dgm:prSet/>
      <dgm:spPr/>
      <dgm:t>
        <a:bodyPr/>
        <a:lstStyle/>
        <a:p>
          <a:endParaRPr lang="uk-UA"/>
        </a:p>
      </dgm:t>
    </dgm:pt>
    <dgm:pt modelId="{7E9E3C76-9835-4ED5-8C0C-E089169DCE17}">
      <dgm:prSet/>
      <dgm:spPr/>
      <dgm:t>
        <a:bodyPr/>
        <a:lstStyle/>
        <a:p>
          <a:r>
            <a:rPr lang="uk-UA" b="0" i="0"/>
            <a:t>перший твір у новій українській літературі, надрукований у Санкт-Петербурзі 1798 р.</a:t>
          </a:r>
          <a:endParaRPr lang="uk-UA"/>
        </a:p>
      </dgm:t>
    </dgm:pt>
    <dgm:pt modelId="{03A7A761-80F1-430B-98B9-BDF8F61C3F6B}" type="parTrans" cxnId="{A353E74B-457A-4ACB-8DA8-6CBBA4A0B945}">
      <dgm:prSet/>
      <dgm:spPr/>
      <dgm:t>
        <a:bodyPr/>
        <a:lstStyle/>
        <a:p>
          <a:endParaRPr lang="uk-UA"/>
        </a:p>
      </dgm:t>
    </dgm:pt>
    <dgm:pt modelId="{49EEC502-E1D7-4A17-9235-33A3F932C08A}" type="sibTrans" cxnId="{A353E74B-457A-4ACB-8DA8-6CBBA4A0B945}">
      <dgm:prSet/>
      <dgm:spPr/>
      <dgm:t>
        <a:bodyPr/>
        <a:lstStyle/>
        <a:p>
          <a:endParaRPr lang="uk-UA"/>
        </a:p>
      </dgm:t>
    </dgm:pt>
    <dgm:pt modelId="{D850CC2C-814F-47AD-80D5-A39C718DDFD6}">
      <dgm:prSet/>
      <dgm:spPr/>
      <dgm:t>
        <a:bodyPr/>
        <a:lstStyle/>
        <a:p>
          <a:r>
            <a:rPr lang="uk-UA" b="0" i="0"/>
            <a:t>щомісячний історико-етнографічний і літературний часопис, що видавали в Києві російською й українською мовами протягом 1882–1906 рр.</a:t>
          </a:r>
          <a:endParaRPr lang="uk-UA"/>
        </a:p>
      </dgm:t>
    </dgm:pt>
    <dgm:pt modelId="{FAB86447-267B-4C62-856D-BE4E59FC4E73}" type="parTrans" cxnId="{DBA964CD-09DE-4312-9F95-FCD967C34BBC}">
      <dgm:prSet/>
      <dgm:spPr/>
      <dgm:t>
        <a:bodyPr/>
        <a:lstStyle/>
        <a:p>
          <a:endParaRPr lang="uk-UA"/>
        </a:p>
      </dgm:t>
    </dgm:pt>
    <dgm:pt modelId="{66FC29F0-F690-4BC0-B092-DB025449ED0D}" type="sibTrans" cxnId="{DBA964CD-09DE-4312-9F95-FCD967C34BBC}">
      <dgm:prSet/>
      <dgm:spPr/>
      <dgm:t>
        <a:bodyPr/>
        <a:lstStyle/>
        <a:p>
          <a:endParaRPr lang="uk-UA"/>
        </a:p>
      </dgm:t>
    </dgm:pt>
    <dgm:pt modelId="{6B00433D-823D-4FCE-A75B-E3C38857B167}" type="pres">
      <dgm:prSet presAssocID="{F325D69D-AE3B-4CE5-95E3-F63533CFA491}" presName="linear" presStyleCnt="0">
        <dgm:presLayoutVars>
          <dgm:animLvl val="lvl"/>
          <dgm:resizeHandles val="exact"/>
        </dgm:presLayoutVars>
      </dgm:prSet>
      <dgm:spPr/>
    </dgm:pt>
    <dgm:pt modelId="{288CE200-29C2-4E88-A5BB-47E9B23D6149}" type="pres">
      <dgm:prSet presAssocID="{204DB975-37C5-4713-87C1-E04C5328D870}" presName="parentText" presStyleLbl="node1" presStyleIdx="0" presStyleCnt="5">
        <dgm:presLayoutVars>
          <dgm:chMax val="0"/>
          <dgm:bulletEnabled val="1"/>
        </dgm:presLayoutVars>
      </dgm:prSet>
      <dgm:spPr/>
    </dgm:pt>
    <dgm:pt modelId="{D4544A97-1D7F-49EC-83A4-4960FC8F4585}" type="pres">
      <dgm:prSet presAssocID="{FA6B4113-A051-4F85-A331-D5348AF0F0EC}" presName="spacer" presStyleCnt="0"/>
      <dgm:spPr/>
    </dgm:pt>
    <dgm:pt modelId="{DA9EAFA3-D5E8-424A-BB06-A34D7145A9E5}" type="pres">
      <dgm:prSet presAssocID="{DCDBF435-A2BB-4B09-99D6-2CD57C59F9B4}" presName="parentText" presStyleLbl="node1" presStyleIdx="1" presStyleCnt="5">
        <dgm:presLayoutVars>
          <dgm:chMax val="0"/>
          <dgm:bulletEnabled val="1"/>
        </dgm:presLayoutVars>
      </dgm:prSet>
      <dgm:spPr/>
    </dgm:pt>
    <dgm:pt modelId="{825D9391-04C4-415B-957C-AFB8C4AF0E77}" type="pres">
      <dgm:prSet presAssocID="{F76944D3-813C-414D-B0F5-4D79D78E7C2A}" presName="spacer" presStyleCnt="0"/>
      <dgm:spPr/>
    </dgm:pt>
    <dgm:pt modelId="{120EF0B0-53B9-4939-BA0D-D2736A35B0AE}" type="pres">
      <dgm:prSet presAssocID="{8E7D9CDF-BDBA-43F4-B0C2-869B5133C424}" presName="parentText" presStyleLbl="node1" presStyleIdx="2" presStyleCnt="5">
        <dgm:presLayoutVars>
          <dgm:chMax val="0"/>
          <dgm:bulletEnabled val="1"/>
        </dgm:presLayoutVars>
      </dgm:prSet>
      <dgm:spPr/>
    </dgm:pt>
    <dgm:pt modelId="{D4D28EE2-4D02-484A-8083-43951A67FB76}" type="pres">
      <dgm:prSet presAssocID="{51CCD47B-7E52-4BC2-AD4E-8242834CC87C}" presName="spacer" presStyleCnt="0"/>
      <dgm:spPr/>
    </dgm:pt>
    <dgm:pt modelId="{10C8CE63-AFA6-4F66-A5F9-357B25A6040A}" type="pres">
      <dgm:prSet presAssocID="{7E9E3C76-9835-4ED5-8C0C-E089169DCE17}" presName="parentText" presStyleLbl="node1" presStyleIdx="3" presStyleCnt="5">
        <dgm:presLayoutVars>
          <dgm:chMax val="0"/>
          <dgm:bulletEnabled val="1"/>
        </dgm:presLayoutVars>
      </dgm:prSet>
      <dgm:spPr/>
    </dgm:pt>
    <dgm:pt modelId="{3DD0E272-5C44-43F3-AAE6-84905A516142}" type="pres">
      <dgm:prSet presAssocID="{49EEC502-E1D7-4A17-9235-33A3F932C08A}" presName="spacer" presStyleCnt="0"/>
      <dgm:spPr/>
    </dgm:pt>
    <dgm:pt modelId="{0ACE2A62-DFB9-4FCE-8CCE-4AB7BDB4E1AB}" type="pres">
      <dgm:prSet presAssocID="{D850CC2C-814F-47AD-80D5-A39C718DDFD6}" presName="parentText" presStyleLbl="node1" presStyleIdx="4" presStyleCnt="5">
        <dgm:presLayoutVars>
          <dgm:chMax val="0"/>
          <dgm:bulletEnabled val="1"/>
        </dgm:presLayoutVars>
      </dgm:prSet>
      <dgm:spPr/>
    </dgm:pt>
  </dgm:ptLst>
  <dgm:cxnLst>
    <dgm:cxn modelId="{C616D502-6B3F-44BC-A0B4-2C6BE254E85E}" type="presOf" srcId="{204DB975-37C5-4713-87C1-E04C5328D870}" destId="{288CE200-29C2-4E88-A5BB-47E9B23D6149}" srcOrd="0" destOrd="0" presId="urn:microsoft.com/office/officeart/2005/8/layout/vList2"/>
    <dgm:cxn modelId="{15F4FD27-9BE0-4B0C-8BFC-85BEBC4281C9}" type="presOf" srcId="{DCDBF435-A2BB-4B09-99D6-2CD57C59F9B4}" destId="{DA9EAFA3-D5E8-424A-BB06-A34D7145A9E5}" srcOrd="0" destOrd="0" presId="urn:microsoft.com/office/officeart/2005/8/layout/vList2"/>
    <dgm:cxn modelId="{9CEBA85E-26F8-481F-B796-E752F66A1DA2}" srcId="{F325D69D-AE3B-4CE5-95E3-F63533CFA491}" destId="{204DB975-37C5-4713-87C1-E04C5328D870}" srcOrd="0" destOrd="0" parTransId="{7F9B988B-D2B7-4658-B89B-DBA3C8411B31}" sibTransId="{FA6B4113-A051-4F85-A331-D5348AF0F0EC}"/>
    <dgm:cxn modelId="{E088CD65-8E49-4A96-BB3F-706B37F0BC46}" type="presOf" srcId="{7E9E3C76-9835-4ED5-8C0C-E089169DCE17}" destId="{10C8CE63-AFA6-4F66-A5F9-357B25A6040A}" srcOrd="0" destOrd="0" presId="urn:microsoft.com/office/officeart/2005/8/layout/vList2"/>
    <dgm:cxn modelId="{A353E74B-457A-4ACB-8DA8-6CBBA4A0B945}" srcId="{F325D69D-AE3B-4CE5-95E3-F63533CFA491}" destId="{7E9E3C76-9835-4ED5-8C0C-E089169DCE17}" srcOrd="3" destOrd="0" parTransId="{03A7A761-80F1-430B-98B9-BDF8F61C3F6B}" sibTransId="{49EEC502-E1D7-4A17-9235-33A3F932C08A}"/>
    <dgm:cxn modelId="{A3F236A9-1F00-4523-9E0F-649CC4779869}" type="presOf" srcId="{D850CC2C-814F-47AD-80D5-A39C718DDFD6}" destId="{0ACE2A62-DFB9-4FCE-8CCE-4AB7BDB4E1AB}" srcOrd="0" destOrd="0" presId="urn:microsoft.com/office/officeart/2005/8/layout/vList2"/>
    <dgm:cxn modelId="{3B142CCC-AFBA-4F7B-AE61-90CCEB82569F}" srcId="{F325D69D-AE3B-4CE5-95E3-F63533CFA491}" destId="{DCDBF435-A2BB-4B09-99D6-2CD57C59F9B4}" srcOrd="1" destOrd="0" parTransId="{28AEA0CD-D304-4624-A3B6-1ADFD6354943}" sibTransId="{F76944D3-813C-414D-B0F5-4D79D78E7C2A}"/>
    <dgm:cxn modelId="{DBA964CD-09DE-4312-9F95-FCD967C34BBC}" srcId="{F325D69D-AE3B-4CE5-95E3-F63533CFA491}" destId="{D850CC2C-814F-47AD-80D5-A39C718DDFD6}" srcOrd="4" destOrd="0" parTransId="{FAB86447-267B-4C62-856D-BE4E59FC4E73}" sibTransId="{66FC29F0-F690-4BC0-B092-DB025449ED0D}"/>
    <dgm:cxn modelId="{C45E6BF0-A842-42BB-ADA2-A0B313F8BC0B}" type="presOf" srcId="{F325D69D-AE3B-4CE5-95E3-F63533CFA491}" destId="{6B00433D-823D-4FCE-A75B-E3C38857B167}" srcOrd="0" destOrd="0" presId="urn:microsoft.com/office/officeart/2005/8/layout/vList2"/>
    <dgm:cxn modelId="{ABBD91F8-A8AF-4842-883F-CFD65235EC32}" srcId="{F325D69D-AE3B-4CE5-95E3-F63533CFA491}" destId="{8E7D9CDF-BDBA-43F4-B0C2-869B5133C424}" srcOrd="2" destOrd="0" parTransId="{1DD835E4-1AEF-44F3-8A06-2ACE695CDA30}" sibTransId="{51CCD47B-7E52-4BC2-AD4E-8242834CC87C}"/>
    <dgm:cxn modelId="{D110B3F8-1A97-47DC-A8F2-250DF6CC05C4}" type="presOf" srcId="{8E7D9CDF-BDBA-43F4-B0C2-869B5133C424}" destId="{120EF0B0-53B9-4939-BA0D-D2736A35B0AE}" srcOrd="0" destOrd="0" presId="urn:microsoft.com/office/officeart/2005/8/layout/vList2"/>
    <dgm:cxn modelId="{C7FDBB9D-7A63-4C10-983E-5DC659128766}" type="presParOf" srcId="{6B00433D-823D-4FCE-A75B-E3C38857B167}" destId="{288CE200-29C2-4E88-A5BB-47E9B23D6149}" srcOrd="0" destOrd="0" presId="urn:microsoft.com/office/officeart/2005/8/layout/vList2"/>
    <dgm:cxn modelId="{62E1AA86-519E-4D37-83BD-E1BBDE5A2584}" type="presParOf" srcId="{6B00433D-823D-4FCE-A75B-E3C38857B167}" destId="{D4544A97-1D7F-49EC-83A4-4960FC8F4585}" srcOrd="1" destOrd="0" presId="urn:microsoft.com/office/officeart/2005/8/layout/vList2"/>
    <dgm:cxn modelId="{2AC63B9B-7B58-404A-968F-11C79620E73B}" type="presParOf" srcId="{6B00433D-823D-4FCE-A75B-E3C38857B167}" destId="{DA9EAFA3-D5E8-424A-BB06-A34D7145A9E5}" srcOrd="2" destOrd="0" presId="urn:microsoft.com/office/officeart/2005/8/layout/vList2"/>
    <dgm:cxn modelId="{4B779253-2698-4536-975E-C051177637DA}" type="presParOf" srcId="{6B00433D-823D-4FCE-A75B-E3C38857B167}" destId="{825D9391-04C4-415B-957C-AFB8C4AF0E77}" srcOrd="3" destOrd="0" presId="urn:microsoft.com/office/officeart/2005/8/layout/vList2"/>
    <dgm:cxn modelId="{0490A307-B621-4BE5-AC60-A938221C7CE3}" type="presParOf" srcId="{6B00433D-823D-4FCE-A75B-E3C38857B167}" destId="{120EF0B0-53B9-4939-BA0D-D2736A35B0AE}" srcOrd="4" destOrd="0" presId="urn:microsoft.com/office/officeart/2005/8/layout/vList2"/>
    <dgm:cxn modelId="{CBAA41AF-4361-4E90-BBF2-81CF24345870}" type="presParOf" srcId="{6B00433D-823D-4FCE-A75B-E3C38857B167}" destId="{D4D28EE2-4D02-484A-8083-43951A67FB76}" srcOrd="5" destOrd="0" presId="urn:microsoft.com/office/officeart/2005/8/layout/vList2"/>
    <dgm:cxn modelId="{60EB19D7-4C1F-4141-81BD-8FC77DD41097}" type="presParOf" srcId="{6B00433D-823D-4FCE-A75B-E3C38857B167}" destId="{10C8CE63-AFA6-4F66-A5F9-357B25A6040A}" srcOrd="6" destOrd="0" presId="urn:microsoft.com/office/officeart/2005/8/layout/vList2"/>
    <dgm:cxn modelId="{7AAEA326-62AA-418B-A81C-41393D298A60}" type="presParOf" srcId="{6B00433D-823D-4FCE-A75B-E3C38857B167}" destId="{3DD0E272-5C44-43F3-AAE6-84905A516142}" srcOrd="7" destOrd="0" presId="urn:microsoft.com/office/officeart/2005/8/layout/vList2"/>
    <dgm:cxn modelId="{F67A9101-138D-451B-A8D2-C2565893AFD2}" type="presParOf" srcId="{6B00433D-823D-4FCE-A75B-E3C38857B167}" destId="{0ACE2A62-DFB9-4FCE-8CCE-4AB7BDB4E1AB}"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EB41A-79AB-4C98-95A9-FC8E225757E4}">
      <dsp:nvSpPr>
        <dsp:cNvPr id="0" name=""/>
        <dsp:cNvSpPr/>
      </dsp:nvSpPr>
      <dsp:spPr>
        <a:xfrm>
          <a:off x="0" y="87544"/>
          <a:ext cx="4995334" cy="11272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dirty="0"/>
            <a:t>«27 червня 1672 р. гетьманом став генеральний писар, один з донощиків на Многогрішного.., син священика з Правобережної України...»</a:t>
          </a:r>
          <a:endParaRPr lang="uk-UA" sz="1600" kern="1200" dirty="0"/>
        </a:p>
      </dsp:txBody>
      <dsp:txXfrm>
        <a:off x="55030" y="142574"/>
        <a:ext cx="4885274" cy="1017235"/>
      </dsp:txXfrm>
    </dsp:sp>
    <dsp:sp modelId="{ADF76420-331C-45A1-BFBC-40EC746788A1}">
      <dsp:nvSpPr>
        <dsp:cNvPr id="0" name=""/>
        <dsp:cNvSpPr/>
      </dsp:nvSpPr>
      <dsp:spPr>
        <a:xfrm>
          <a:off x="0" y="1260919"/>
          <a:ext cx="4995334" cy="11272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a:t>«…був заочно «обраний» на гетьманство, а імператриця з цієї нагоди присвоїла йому чин генерал-фельдмаршала й вручила в придворній церкві в Петербурзі гетьманські клейноди…»</a:t>
          </a:r>
          <a:endParaRPr lang="uk-UA" sz="1600" kern="1200"/>
        </a:p>
      </dsp:txBody>
      <dsp:txXfrm>
        <a:off x="55030" y="1315949"/>
        <a:ext cx="4885274" cy="1017235"/>
      </dsp:txXfrm>
    </dsp:sp>
    <dsp:sp modelId="{18A9AAA1-35D5-4DC6-B3B5-83EDCDF91A56}">
      <dsp:nvSpPr>
        <dsp:cNvPr id="0" name=""/>
        <dsp:cNvSpPr/>
      </dsp:nvSpPr>
      <dsp:spPr>
        <a:xfrm>
          <a:off x="0" y="2434294"/>
          <a:ext cx="4995334" cy="11272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dirty="0"/>
            <a:t>«…вирішує перенести свою резиденцію до старої, </a:t>
          </a:r>
          <a:r>
            <a:rPr lang="uk-UA" sz="1600" b="0" i="1" kern="1200" dirty="0" err="1"/>
            <a:t>мазепинської</a:t>
          </a:r>
          <a:r>
            <a:rPr lang="uk-UA" sz="1600" b="0" i="1" kern="1200" dirty="0"/>
            <a:t>, столиці – Батурина…»</a:t>
          </a:r>
          <a:endParaRPr lang="uk-UA" sz="1600" kern="1200" dirty="0"/>
        </a:p>
      </dsp:txBody>
      <dsp:txXfrm>
        <a:off x="55030" y="2489324"/>
        <a:ext cx="4885274" cy="10172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69293-0AC6-4DD4-AFD0-4BA177B9A5CB}">
      <dsp:nvSpPr>
        <dsp:cNvPr id="0" name=""/>
        <dsp:cNvSpPr/>
      </dsp:nvSpPr>
      <dsp:spPr>
        <a:xfrm>
          <a:off x="0" y="110066"/>
          <a:ext cx="4995332"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dirty="0"/>
            <a:t>«…залишивши близько 3 тис. людей для оборони Батурина, виїхав із рештою козаків назустріч Карлові ХІІ…»</a:t>
          </a:r>
          <a:endParaRPr lang="uk-UA" sz="1500" kern="1200" dirty="0"/>
        </a:p>
      </dsp:txBody>
      <dsp:txXfrm>
        <a:off x="40266" y="150332"/>
        <a:ext cx="4914800" cy="744318"/>
      </dsp:txXfrm>
    </dsp:sp>
    <dsp:sp modelId="{F8B559CB-29D5-4760-912A-3CFAD57F267D}">
      <dsp:nvSpPr>
        <dsp:cNvPr id="0" name=""/>
        <dsp:cNvSpPr/>
      </dsp:nvSpPr>
      <dsp:spPr>
        <a:xfrm>
          <a:off x="0" y="978116"/>
          <a:ext cx="4995332"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a:t>«Реформування судочинства… було спрямоване на реанімацію того укладу, у якому жилося до козацької революції…»</a:t>
          </a:r>
          <a:endParaRPr lang="uk-UA" sz="1500" kern="1200"/>
        </a:p>
      </dsp:txBody>
      <dsp:txXfrm>
        <a:off x="40266" y="1018382"/>
        <a:ext cx="4914800" cy="744318"/>
      </dsp:txXfrm>
    </dsp:sp>
    <dsp:sp modelId="{A9BE9A17-F2B5-4F20-BFFF-FC749DDD4A1C}">
      <dsp:nvSpPr>
        <dsp:cNvPr id="0" name=""/>
        <dsp:cNvSpPr/>
      </dsp:nvSpPr>
      <dsp:spPr>
        <a:xfrm>
          <a:off x="0" y="1846166"/>
          <a:ext cx="4995332"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a:t>«…було проведене так зване Генеральне слідство про маєтності, тобто ревізія поземельного фонду Гетьманської України…»</a:t>
          </a:r>
          <a:endParaRPr lang="uk-UA" sz="1500" kern="1200"/>
        </a:p>
      </dsp:txBody>
      <dsp:txXfrm>
        <a:off x="40266" y="1886432"/>
        <a:ext cx="4914800" cy="744318"/>
      </dsp:txXfrm>
    </dsp:sp>
    <dsp:sp modelId="{7A1281F4-7548-4E2C-BAE2-58822EFE6402}">
      <dsp:nvSpPr>
        <dsp:cNvPr id="0" name=""/>
        <dsp:cNvSpPr/>
      </dsp:nvSpPr>
      <dsp:spPr>
        <a:xfrm>
          <a:off x="0" y="2714216"/>
          <a:ext cx="4995332"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dirty="0"/>
            <a:t>«…життя гетьмана-емігранта підпорядковувалося єдиній меті – переконати володарів європейських держав у потребі коаліції проти Росії…»</a:t>
          </a:r>
          <a:endParaRPr lang="uk-UA" sz="1500" kern="1200" dirty="0"/>
        </a:p>
      </dsp:txBody>
      <dsp:txXfrm>
        <a:off x="40266" y="2754482"/>
        <a:ext cx="4914800" cy="744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4C0AD-F226-4356-B040-242575180837}">
      <dsp:nvSpPr>
        <dsp:cNvPr id="0" name=""/>
        <dsp:cNvSpPr/>
      </dsp:nvSpPr>
      <dsp:spPr>
        <a:xfrm>
          <a:off x="673099" y="0"/>
          <a:ext cx="3649133" cy="3649133"/>
        </a:xfrm>
        <a:prstGeom prst="diamond">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CF85A6-9649-4136-9AF9-2AD87C751805}">
      <dsp:nvSpPr>
        <dsp:cNvPr id="0" name=""/>
        <dsp:cNvSpPr/>
      </dsp:nvSpPr>
      <dsp:spPr>
        <a:xfrm>
          <a:off x="1019767" y="346667"/>
          <a:ext cx="1423161" cy="1423161"/>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1, 3, 6</a:t>
          </a:r>
          <a:endParaRPr lang="uk-UA" sz="3600" kern="1200"/>
        </a:p>
      </dsp:txBody>
      <dsp:txXfrm>
        <a:off x="1089240" y="416140"/>
        <a:ext cx="1284215" cy="1284215"/>
      </dsp:txXfrm>
    </dsp:sp>
    <dsp:sp modelId="{AD35578E-CBAF-4E8E-B44C-E44A133AB035}">
      <dsp:nvSpPr>
        <dsp:cNvPr id="0" name=""/>
        <dsp:cNvSpPr/>
      </dsp:nvSpPr>
      <dsp:spPr>
        <a:xfrm>
          <a:off x="2552402" y="346667"/>
          <a:ext cx="1423161" cy="1423161"/>
        </a:xfrm>
        <a:prstGeom prst="roundRect">
          <a:avLst/>
        </a:prstGeom>
        <a:solidFill>
          <a:schemeClr val="accent3">
            <a:hueOff val="984742"/>
            <a:satOff val="-4713"/>
            <a:lumOff val="26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2, 3, 5</a:t>
          </a:r>
          <a:endParaRPr lang="uk-UA" sz="3600" kern="1200"/>
        </a:p>
      </dsp:txBody>
      <dsp:txXfrm>
        <a:off x="2621875" y="416140"/>
        <a:ext cx="1284215" cy="1284215"/>
      </dsp:txXfrm>
    </dsp:sp>
    <dsp:sp modelId="{B9CD2818-4EAA-4C04-BBFE-6FA9195DCA11}">
      <dsp:nvSpPr>
        <dsp:cNvPr id="0" name=""/>
        <dsp:cNvSpPr/>
      </dsp:nvSpPr>
      <dsp:spPr>
        <a:xfrm>
          <a:off x="1019767" y="1879303"/>
          <a:ext cx="1423161" cy="1423161"/>
        </a:xfrm>
        <a:prstGeom prst="roundRect">
          <a:avLst/>
        </a:prstGeom>
        <a:solidFill>
          <a:schemeClr val="accent3">
            <a:hueOff val="1969485"/>
            <a:satOff val="-9425"/>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dirty="0"/>
            <a:t>1, 3, 4</a:t>
          </a:r>
          <a:endParaRPr lang="uk-UA" sz="3600" kern="1200" dirty="0"/>
        </a:p>
      </dsp:txBody>
      <dsp:txXfrm>
        <a:off x="1089240" y="1948776"/>
        <a:ext cx="1284215" cy="1284215"/>
      </dsp:txXfrm>
    </dsp:sp>
    <dsp:sp modelId="{FBBBC9CE-CFB2-4F20-8272-130E926CB243}">
      <dsp:nvSpPr>
        <dsp:cNvPr id="0" name=""/>
        <dsp:cNvSpPr/>
      </dsp:nvSpPr>
      <dsp:spPr>
        <a:xfrm>
          <a:off x="2552402" y="1879303"/>
          <a:ext cx="1423161" cy="1423161"/>
        </a:xfrm>
        <a:prstGeom prst="roundRect">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dirty="0"/>
            <a:t>2, 4, 5</a:t>
          </a:r>
          <a:endParaRPr lang="uk-UA" sz="3600" kern="1200" dirty="0"/>
        </a:p>
      </dsp:txBody>
      <dsp:txXfrm>
        <a:off x="2621875" y="1948776"/>
        <a:ext cx="1284215" cy="12842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74AFB-2EC4-45BE-AFA9-5E2225D66572}">
      <dsp:nvSpPr>
        <dsp:cNvPr id="0" name=""/>
        <dsp:cNvSpPr/>
      </dsp:nvSpPr>
      <dsp:spPr>
        <a:xfrm>
          <a:off x="0" y="81548"/>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установлення конституційної монархії, федеративного устрою майбутньої держави.</a:t>
          </a:r>
          <a:endParaRPr lang="uk-UA" sz="1500" kern="1200" dirty="0"/>
        </a:p>
      </dsp:txBody>
      <dsp:txXfrm>
        <a:off x="40962" y="122510"/>
        <a:ext cx="4913410" cy="757185"/>
      </dsp:txXfrm>
    </dsp:sp>
    <dsp:sp modelId="{4A16882C-34F5-4D8C-87C9-6F5D8B502BE8}">
      <dsp:nvSpPr>
        <dsp:cNvPr id="0" name=""/>
        <dsp:cNvSpPr/>
      </dsp:nvSpPr>
      <dsp:spPr>
        <a:xfrm>
          <a:off x="0" y="963857"/>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об’єднання слов’ян у федерацію, здобуття кожним народом власної державності з республіканською формою правління.</a:t>
          </a:r>
          <a:endParaRPr lang="uk-UA" sz="1500" kern="1200" dirty="0"/>
        </a:p>
      </dsp:txBody>
      <dsp:txXfrm>
        <a:off x="40962" y="1004819"/>
        <a:ext cx="4913410" cy="757185"/>
      </dsp:txXfrm>
    </dsp:sp>
    <dsp:sp modelId="{256F88B6-45D7-4F77-8CD0-402FA04B2F10}">
      <dsp:nvSpPr>
        <dsp:cNvPr id="0" name=""/>
        <dsp:cNvSpPr/>
      </dsp:nvSpPr>
      <dsp:spPr>
        <a:xfrm>
          <a:off x="0" y="1846167"/>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повалення монархії, побудова «єдиної, нероздільної, вільної, самостійної України від Карпат аж по Кавказ».</a:t>
          </a:r>
          <a:endParaRPr lang="uk-UA" sz="1500" kern="1200"/>
        </a:p>
      </dsp:txBody>
      <dsp:txXfrm>
        <a:off x="40962" y="1887129"/>
        <a:ext cx="4913410" cy="757185"/>
      </dsp:txXfrm>
    </dsp:sp>
    <dsp:sp modelId="{A63495B6-0B2F-45C2-AEA2-5C7B625A3D22}">
      <dsp:nvSpPr>
        <dsp:cNvPr id="0" name=""/>
        <dsp:cNvSpPr/>
      </dsp:nvSpPr>
      <dsp:spPr>
        <a:xfrm>
          <a:off x="0" y="2728476"/>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установлення республіканської форми правління, скасування кріпацтва, надання селянам громадянських і політичних прав.</a:t>
          </a:r>
          <a:endParaRPr lang="uk-UA" sz="1500" kern="1200" dirty="0"/>
        </a:p>
      </dsp:txBody>
      <dsp:txXfrm>
        <a:off x="40962" y="2769438"/>
        <a:ext cx="4913410" cy="7571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DF02E-565A-47E1-A254-2848571591D3}">
      <dsp:nvSpPr>
        <dsp:cNvPr id="0" name=""/>
        <dsp:cNvSpPr/>
      </dsp:nvSpPr>
      <dsp:spPr>
        <a:xfrm>
          <a:off x="-4124963" y="-633051"/>
          <a:ext cx="4915236" cy="4915236"/>
        </a:xfrm>
        <a:prstGeom prst="blockArc">
          <a:avLst>
            <a:gd name="adj1" fmla="val 18900000"/>
            <a:gd name="adj2" fmla="val 2700000"/>
            <a:gd name="adj3" fmla="val 439"/>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15551C-1EEF-4E6B-8220-335CE14F64FA}">
      <dsp:nvSpPr>
        <dsp:cNvPr id="0" name=""/>
        <dsp:cNvSpPr/>
      </dsp:nvSpPr>
      <dsp:spPr>
        <a:xfrm>
          <a:off x="295479" y="192163"/>
          <a:ext cx="4651220"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Демонстрації.</a:t>
          </a:r>
          <a:endParaRPr lang="uk-UA" sz="2000" kern="1200"/>
        </a:p>
      </dsp:txBody>
      <dsp:txXfrm>
        <a:off x="295479" y="192163"/>
        <a:ext cx="4651220" cy="384180"/>
      </dsp:txXfrm>
    </dsp:sp>
    <dsp:sp modelId="{52D72BE5-F81C-49D5-A5A2-615DD701D83E}">
      <dsp:nvSpPr>
        <dsp:cNvPr id="0" name=""/>
        <dsp:cNvSpPr/>
      </dsp:nvSpPr>
      <dsp:spPr>
        <a:xfrm>
          <a:off x="55366" y="144140"/>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FA93E0-C661-49C1-860F-BE705F685BF3}">
      <dsp:nvSpPr>
        <dsp:cNvPr id="0" name=""/>
        <dsp:cNvSpPr/>
      </dsp:nvSpPr>
      <dsp:spPr>
        <a:xfrm>
          <a:off x="611494" y="768361"/>
          <a:ext cx="4335205"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Звернення до парламенту.</a:t>
          </a:r>
          <a:endParaRPr lang="uk-UA" sz="2000" kern="1200"/>
        </a:p>
      </dsp:txBody>
      <dsp:txXfrm>
        <a:off x="611494" y="768361"/>
        <a:ext cx="4335205" cy="384180"/>
      </dsp:txXfrm>
    </dsp:sp>
    <dsp:sp modelId="{AE00B1B7-12D0-415C-B223-7C3A0E45F1FA}">
      <dsp:nvSpPr>
        <dsp:cNvPr id="0" name=""/>
        <dsp:cNvSpPr/>
      </dsp:nvSpPr>
      <dsp:spPr>
        <a:xfrm>
          <a:off x="371381" y="720339"/>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73BC8D-AB0E-4256-9B9E-191D253C9625}">
      <dsp:nvSpPr>
        <dsp:cNvPr id="0" name=""/>
        <dsp:cNvSpPr/>
      </dsp:nvSpPr>
      <dsp:spPr>
        <a:xfrm>
          <a:off x="755999" y="1344559"/>
          <a:ext cx="4190699"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dirty="0"/>
            <a:t>Підпали поміщицьких маєтків.</a:t>
          </a:r>
          <a:endParaRPr lang="uk-UA" sz="2000" kern="1200" dirty="0"/>
        </a:p>
      </dsp:txBody>
      <dsp:txXfrm>
        <a:off x="755999" y="1344559"/>
        <a:ext cx="4190699" cy="384180"/>
      </dsp:txXfrm>
    </dsp:sp>
    <dsp:sp modelId="{2BF08CE2-7166-40C7-A5F0-6CE1EBA9F1AA}">
      <dsp:nvSpPr>
        <dsp:cNvPr id="0" name=""/>
        <dsp:cNvSpPr/>
      </dsp:nvSpPr>
      <dsp:spPr>
        <a:xfrm>
          <a:off x="515886" y="1296537"/>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5AB94E-6651-4176-ADB7-5173E59121AB}">
      <dsp:nvSpPr>
        <dsp:cNvPr id="0" name=""/>
        <dsp:cNvSpPr/>
      </dsp:nvSpPr>
      <dsp:spPr>
        <a:xfrm>
          <a:off x="755999" y="1920393"/>
          <a:ext cx="4190699"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Політичний терор.</a:t>
          </a:r>
          <a:endParaRPr lang="uk-UA" sz="2000" kern="1200"/>
        </a:p>
      </dsp:txBody>
      <dsp:txXfrm>
        <a:off x="755999" y="1920393"/>
        <a:ext cx="4190699" cy="384180"/>
      </dsp:txXfrm>
    </dsp:sp>
    <dsp:sp modelId="{83327032-56E7-458C-857A-682FFAC4DC9B}">
      <dsp:nvSpPr>
        <dsp:cNvPr id="0" name=""/>
        <dsp:cNvSpPr/>
      </dsp:nvSpPr>
      <dsp:spPr>
        <a:xfrm>
          <a:off x="515886" y="1872370"/>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8BCF12-3100-45AB-850E-CB4FCE0046BB}">
      <dsp:nvSpPr>
        <dsp:cNvPr id="0" name=""/>
        <dsp:cNvSpPr/>
      </dsp:nvSpPr>
      <dsp:spPr>
        <a:xfrm>
          <a:off x="611494" y="2496591"/>
          <a:ext cx="4335205"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Відмова відбувати панщину.</a:t>
          </a:r>
          <a:endParaRPr lang="uk-UA" sz="2000" kern="1200"/>
        </a:p>
      </dsp:txBody>
      <dsp:txXfrm>
        <a:off x="611494" y="2496591"/>
        <a:ext cx="4335205" cy="384180"/>
      </dsp:txXfrm>
    </dsp:sp>
    <dsp:sp modelId="{A1E3573E-09B6-4A17-96A3-AD9354BA3CAC}">
      <dsp:nvSpPr>
        <dsp:cNvPr id="0" name=""/>
        <dsp:cNvSpPr/>
      </dsp:nvSpPr>
      <dsp:spPr>
        <a:xfrm>
          <a:off x="371381" y="2448568"/>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8E0B0B-8CF7-458F-A78E-481861C796E6}">
      <dsp:nvSpPr>
        <dsp:cNvPr id="0" name=""/>
        <dsp:cNvSpPr/>
      </dsp:nvSpPr>
      <dsp:spPr>
        <a:xfrm>
          <a:off x="295479" y="3072789"/>
          <a:ext cx="4651220"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dirty="0"/>
            <a:t>Втечі з маєтків.</a:t>
          </a:r>
          <a:endParaRPr lang="uk-UA" sz="2000" kern="1200" dirty="0"/>
        </a:p>
      </dsp:txBody>
      <dsp:txXfrm>
        <a:off x="295479" y="3072789"/>
        <a:ext cx="4651220" cy="384180"/>
      </dsp:txXfrm>
    </dsp:sp>
    <dsp:sp modelId="{3FFF1CF7-5709-4D9B-969B-C060654AB22A}">
      <dsp:nvSpPr>
        <dsp:cNvPr id="0" name=""/>
        <dsp:cNvSpPr/>
      </dsp:nvSpPr>
      <dsp:spPr>
        <a:xfrm>
          <a:off x="55366" y="3024767"/>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3CC06-4110-4E95-BEB8-9BBA3538E1CB}">
      <dsp:nvSpPr>
        <dsp:cNvPr id="0" name=""/>
        <dsp:cNvSpPr/>
      </dsp:nvSpPr>
      <dsp:spPr>
        <a:xfrm>
          <a:off x="0" y="81548"/>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релігійно-етичний</a:t>
          </a:r>
          <a:r>
            <a:rPr lang="ru-RU" sz="1500" b="0" i="0" kern="1200" dirty="0"/>
            <a:t> рух за </a:t>
          </a:r>
          <a:r>
            <a:rPr lang="ru-RU" sz="1500" b="0" i="0" kern="1200" dirty="0" err="1"/>
            <a:t>моральне</a:t>
          </a:r>
          <a:r>
            <a:rPr lang="ru-RU" sz="1500" b="0" i="0" kern="1200" dirty="0"/>
            <a:t> </a:t>
          </a:r>
          <a:r>
            <a:rPr lang="ru-RU" sz="1500" b="0" i="0" kern="1200" dirty="0" err="1"/>
            <a:t>самовдосконалення</a:t>
          </a:r>
          <a:r>
            <a:rPr lang="ru-RU" sz="1500" b="0" i="0" kern="1200" dirty="0"/>
            <a:t> та </a:t>
          </a:r>
          <a:r>
            <a:rPr lang="ru-RU" sz="1500" b="0" i="0" kern="1200" dirty="0" err="1"/>
            <a:t>об'єднання</a:t>
          </a:r>
          <a:r>
            <a:rPr lang="ru-RU" sz="1500" b="0" i="0" kern="1200" dirty="0"/>
            <a:t> </a:t>
          </a:r>
          <a:r>
            <a:rPr lang="ru-RU" sz="1500" b="0" i="0" kern="1200" dirty="0" err="1"/>
            <a:t>людства</a:t>
          </a:r>
          <a:r>
            <a:rPr lang="ru-RU" sz="1500" b="0" i="0" kern="1200" dirty="0"/>
            <a:t> в </a:t>
          </a:r>
          <a:r>
            <a:rPr lang="ru-RU" sz="1500" b="0" i="0" kern="1200" dirty="0" err="1"/>
            <a:t>релігійний</a:t>
          </a:r>
          <a:r>
            <a:rPr lang="ru-RU" sz="1500" b="0" i="0" kern="1200" dirty="0"/>
            <a:t> </a:t>
          </a:r>
          <a:r>
            <a:rPr lang="ru-RU" sz="1500" b="0" i="0" kern="1200" dirty="0" err="1"/>
            <a:t>братерський</a:t>
          </a:r>
          <a:r>
            <a:rPr lang="ru-RU" sz="1500" b="0" i="0" kern="1200" dirty="0"/>
            <a:t> союз.</a:t>
          </a:r>
          <a:endParaRPr lang="uk-UA" sz="1500" kern="1200" dirty="0"/>
        </a:p>
      </dsp:txBody>
      <dsp:txXfrm>
        <a:off x="40962" y="122510"/>
        <a:ext cx="4913410" cy="757185"/>
      </dsp:txXfrm>
    </dsp:sp>
    <dsp:sp modelId="{4F1A2BE9-4FA5-4BBA-B789-5A9526B5560C}">
      <dsp:nvSpPr>
        <dsp:cNvPr id="0" name=""/>
        <dsp:cNvSpPr/>
      </dsp:nvSpPr>
      <dsp:spPr>
        <a:xfrm>
          <a:off x="0" y="963857"/>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політична</a:t>
          </a:r>
          <a:r>
            <a:rPr lang="ru-RU" sz="1500" b="0" i="0" kern="1200" dirty="0"/>
            <a:t> </a:t>
          </a:r>
          <a:r>
            <a:rPr lang="ru-RU" sz="1500" b="0" i="0" kern="1200" dirty="0" err="1"/>
            <a:t>теорія</a:t>
          </a:r>
          <a:r>
            <a:rPr lang="ru-RU" sz="1500" b="0" i="0" kern="1200" dirty="0"/>
            <a:t>, </a:t>
          </a:r>
          <a:r>
            <a:rPr lang="ru-RU" sz="1500" b="0" i="0" kern="1200" dirty="0" err="1"/>
            <a:t>прихильники</a:t>
          </a:r>
          <a:r>
            <a:rPr lang="ru-RU" sz="1500" b="0" i="0" kern="1200" dirty="0"/>
            <a:t> </a:t>
          </a:r>
          <a:r>
            <a:rPr lang="ru-RU" sz="1500" b="0" i="0" kern="1200" dirty="0" err="1"/>
            <a:t>якої</a:t>
          </a:r>
          <a:r>
            <a:rPr lang="ru-RU" sz="1500" b="0" i="0" kern="1200" dirty="0"/>
            <a:t> </a:t>
          </a:r>
          <a:r>
            <a:rPr lang="ru-RU" sz="1500" b="0" i="0" kern="1200" dirty="0" err="1"/>
            <a:t>виступали</a:t>
          </a:r>
          <a:r>
            <a:rPr lang="ru-RU" sz="1500" b="0" i="0" kern="1200" dirty="0"/>
            <a:t> за </a:t>
          </a:r>
          <a:r>
            <a:rPr lang="ru-RU" sz="1500" b="0" i="0" kern="1200" dirty="0" err="1"/>
            <a:t>усунення</a:t>
          </a:r>
          <a:r>
            <a:rPr lang="ru-RU" sz="1500" b="0" i="0" kern="1200" dirty="0"/>
            <a:t> церкви </a:t>
          </a:r>
          <a:r>
            <a:rPr lang="ru-RU" sz="1500" b="0" i="0" kern="1200" dirty="0" err="1"/>
            <a:t>від</a:t>
          </a:r>
          <a:r>
            <a:rPr lang="ru-RU" sz="1500" b="0" i="0" kern="1200" dirty="0"/>
            <a:t> </a:t>
          </a:r>
          <a:r>
            <a:rPr lang="ru-RU" sz="1500" b="0" i="0" kern="1200" dirty="0" err="1"/>
            <a:t>участі</a:t>
          </a:r>
          <a:r>
            <a:rPr lang="ru-RU" sz="1500" b="0" i="0" kern="1200" dirty="0"/>
            <a:t> в державно-</a:t>
          </a:r>
          <a:r>
            <a:rPr lang="ru-RU" sz="1500" b="0" i="0" kern="1200" dirty="0" err="1"/>
            <a:t>політичному</a:t>
          </a:r>
          <a:r>
            <a:rPr lang="ru-RU" sz="1500" b="0" i="0" kern="1200" dirty="0"/>
            <a:t> </a:t>
          </a:r>
          <a:r>
            <a:rPr lang="ru-RU" sz="1500" b="0" i="0" kern="1200" dirty="0" err="1"/>
            <a:t>житті</a:t>
          </a:r>
          <a:r>
            <a:rPr lang="ru-RU" sz="1500" b="0" i="0" kern="1200" dirty="0"/>
            <a:t>.</a:t>
          </a:r>
          <a:endParaRPr lang="uk-UA" sz="1500" kern="1200" dirty="0"/>
        </a:p>
      </dsp:txBody>
      <dsp:txXfrm>
        <a:off x="40962" y="1004819"/>
        <a:ext cx="4913410" cy="757185"/>
      </dsp:txXfrm>
    </dsp:sp>
    <dsp:sp modelId="{4988F2E9-EE5D-4172-9A10-5C21C9521555}">
      <dsp:nvSpPr>
        <dsp:cNvPr id="0" name=""/>
        <dsp:cNvSpPr/>
      </dsp:nvSpPr>
      <dsp:spPr>
        <a:xfrm>
          <a:off x="0" y="1846167"/>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a:t>суспільно-релігійне об'єднання православних міщан при церковних парафіях, що виступало захисником прав православного населення.</a:t>
          </a:r>
          <a:endParaRPr lang="uk-UA" sz="1500" kern="1200"/>
        </a:p>
      </dsp:txBody>
      <dsp:txXfrm>
        <a:off x="40962" y="1887129"/>
        <a:ext cx="4913410" cy="757185"/>
      </dsp:txXfrm>
    </dsp:sp>
    <dsp:sp modelId="{BE855EA7-BB4A-41AC-9D71-42C7E15D7498}">
      <dsp:nvSpPr>
        <dsp:cNvPr id="0" name=""/>
        <dsp:cNvSpPr/>
      </dsp:nvSpPr>
      <dsp:spPr>
        <a:xfrm>
          <a:off x="0" y="2728476"/>
          <a:ext cx="4995334" cy="83910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релігійна</a:t>
          </a:r>
          <a:r>
            <a:rPr lang="ru-RU" sz="1500" b="0" i="0" kern="1200" dirty="0"/>
            <a:t> секта, </a:t>
          </a:r>
          <a:r>
            <a:rPr lang="ru-RU" sz="1500" b="0" i="0" kern="1200" dirty="0" err="1"/>
            <a:t>прихильники</a:t>
          </a:r>
          <a:r>
            <a:rPr lang="ru-RU" sz="1500" b="0" i="0" kern="1200" dirty="0"/>
            <a:t> </a:t>
          </a:r>
          <a:r>
            <a:rPr lang="ru-RU" sz="1500" b="0" i="0" kern="1200" dirty="0" err="1"/>
            <a:t>якої</a:t>
          </a:r>
          <a:r>
            <a:rPr lang="ru-RU" sz="1500" b="0" i="0" kern="1200" dirty="0"/>
            <a:t> </a:t>
          </a:r>
          <a:r>
            <a:rPr lang="ru-RU" sz="1500" b="0" i="0" kern="1200" dirty="0" err="1"/>
            <a:t>виступали</a:t>
          </a:r>
          <a:r>
            <a:rPr lang="ru-RU" sz="1500" b="0" i="0" kern="1200" dirty="0"/>
            <a:t> за «</a:t>
          </a:r>
          <a:r>
            <a:rPr lang="ru-RU" sz="1500" b="0" i="0" kern="1200" dirty="0" err="1"/>
            <a:t>дешеву</a:t>
          </a:r>
          <a:r>
            <a:rPr lang="ru-RU" sz="1500" b="0" i="0" kern="1200" dirty="0"/>
            <a:t>» церкву, </a:t>
          </a:r>
          <a:r>
            <a:rPr lang="ru-RU" sz="1500" b="0" i="0" kern="1200" dirty="0" err="1"/>
            <a:t>богослужіння</a:t>
          </a:r>
          <a:r>
            <a:rPr lang="ru-RU" sz="1500" b="0" i="0" kern="1200" dirty="0"/>
            <a:t> без </a:t>
          </a:r>
          <a:r>
            <a:rPr lang="ru-RU" sz="1500" b="0" i="0" kern="1200" dirty="0" err="1"/>
            <a:t>проповідей</a:t>
          </a:r>
          <a:r>
            <a:rPr lang="ru-RU" sz="1500" b="0" i="0" kern="1200" dirty="0"/>
            <a:t> та </a:t>
          </a:r>
          <a:r>
            <a:rPr lang="ru-RU" sz="1500" b="0" i="0" kern="1200" dirty="0" err="1"/>
            <a:t>колективних</a:t>
          </a:r>
          <a:r>
            <a:rPr lang="ru-RU" sz="1500" b="0" i="0" kern="1200" dirty="0"/>
            <a:t> </a:t>
          </a:r>
          <a:r>
            <a:rPr lang="ru-RU" sz="1500" b="0" i="0" kern="1200" dirty="0" err="1"/>
            <a:t>молитов</a:t>
          </a:r>
          <a:r>
            <a:rPr lang="ru-RU" sz="1500" b="0" i="0" kern="1200" dirty="0"/>
            <a:t>.</a:t>
          </a:r>
          <a:endParaRPr lang="uk-UA" sz="1500" kern="1200" dirty="0"/>
        </a:p>
      </dsp:txBody>
      <dsp:txXfrm>
        <a:off x="40962" y="2769438"/>
        <a:ext cx="4913410" cy="7571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6EBE8-DEAC-4572-B410-A2234B7CF2AE}">
      <dsp:nvSpPr>
        <dsp:cNvPr id="0" name=""/>
        <dsp:cNvSpPr/>
      </dsp:nvSpPr>
      <dsp:spPr>
        <a:xfrm>
          <a:off x="0" y="46706"/>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народовців.</a:t>
          </a:r>
          <a:endParaRPr lang="uk-UA" sz="3400" kern="1200"/>
        </a:p>
      </dsp:txBody>
      <dsp:txXfrm>
        <a:off x="39809" y="86515"/>
        <a:ext cx="4915716" cy="735872"/>
      </dsp:txXfrm>
    </dsp:sp>
    <dsp:sp modelId="{D4420C21-0724-4FFA-B175-EDC3A552A8C9}">
      <dsp:nvSpPr>
        <dsp:cNvPr id="0" name=""/>
        <dsp:cNvSpPr/>
      </dsp:nvSpPr>
      <dsp:spPr>
        <a:xfrm>
          <a:off x="0" y="96011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декабристів.</a:t>
          </a:r>
          <a:endParaRPr lang="uk-UA" sz="3400" kern="1200"/>
        </a:p>
      </dsp:txBody>
      <dsp:txXfrm>
        <a:off x="39809" y="999926"/>
        <a:ext cx="4915716" cy="735872"/>
      </dsp:txXfrm>
    </dsp:sp>
    <dsp:sp modelId="{E21F4D43-23EC-4A4B-8486-EAA00685D686}">
      <dsp:nvSpPr>
        <dsp:cNvPr id="0" name=""/>
        <dsp:cNvSpPr/>
      </dsp:nvSpPr>
      <dsp:spPr>
        <a:xfrm>
          <a:off x="0" y="187352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громадівців.</a:t>
          </a:r>
          <a:endParaRPr lang="uk-UA" sz="3400" kern="1200"/>
        </a:p>
      </dsp:txBody>
      <dsp:txXfrm>
        <a:off x="39809" y="1913336"/>
        <a:ext cx="4915716" cy="735872"/>
      </dsp:txXfrm>
    </dsp:sp>
    <dsp:sp modelId="{64034E9F-3F6E-44A2-986D-CC56988426D2}">
      <dsp:nvSpPr>
        <dsp:cNvPr id="0" name=""/>
        <dsp:cNvSpPr/>
      </dsp:nvSpPr>
      <dsp:spPr>
        <a:xfrm>
          <a:off x="0" y="278693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dirty="0" err="1"/>
            <a:t>кирило-мефодіївців</a:t>
          </a:r>
          <a:r>
            <a:rPr lang="uk-UA" sz="3400" b="0" i="0" kern="1200" dirty="0"/>
            <a:t>.</a:t>
          </a:r>
          <a:endParaRPr lang="uk-UA" sz="3400" kern="1200" dirty="0"/>
        </a:p>
      </dsp:txBody>
      <dsp:txXfrm>
        <a:off x="39809" y="2826746"/>
        <a:ext cx="4915716" cy="73587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94E97-10DD-46B9-BC8A-A99C55EAE260}">
      <dsp:nvSpPr>
        <dsp:cNvPr id="0" name=""/>
        <dsp:cNvSpPr/>
      </dsp:nvSpPr>
      <dsp:spPr>
        <a:xfrm>
          <a:off x="0" y="674186"/>
          <a:ext cx="499533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масонською ложею «Любов до істини».</a:t>
          </a:r>
          <a:endParaRPr lang="uk-UA" sz="2200" kern="1200"/>
        </a:p>
      </dsp:txBody>
      <dsp:txXfrm>
        <a:off x="25759" y="699945"/>
        <a:ext cx="4943816" cy="476152"/>
      </dsp:txXfrm>
    </dsp:sp>
    <dsp:sp modelId="{21F338CB-376D-496D-998C-8A73D16B2847}">
      <dsp:nvSpPr>
        <dsp:cNvPr id="0" name=""/>
        <dsp:cNvSpPr/>
      </dsp:nvSpPr>
      <dsp:spPr>
        <a:xfrm>
          <a:off x="0" y="1265216"/>
          <a:ext cx="499533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dirty="0" err="1"/>
            <a:t>Кирило-Мефодіївським</a:t>
          </a:r>
          <a:r>
            <a:rPr lang="ru-RU" sz="2200" b="0" i="0" kern="1200" dirty="0"/>
            <a:t> братством.</a:t>
          </a:r>
          <a:endParaRPr lang="uk-UA" sz="2200" kern="1200" dirty="0"/>
        </a:p>
      </dsp:txBody>
      <dsp:txXfrm>
        <a:off x="25759" y="1290975"/>
        <a:ext cx="4943816" cy="476152"/>
      </dsp:txXfrm>
    </dsp:sp>
    <dsp:sp modelId="{E0921AFB-1341-4EB4-93B2-174DC58BC27E}">
      <dsp:nvSpPr>
        <dsp:cNvPr id="0" name=""/>
        <dsp:cNvSpPr/>
      </dsp:nvSpPr>
      <dsp:spPr>
        <a:xfrm>
          <a:off x="0" y="1856247"/>
          <a:ext cx="499533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dirty="0" err="1"/>
            <a:t>польським</a:t>
          </a:r>
          <a:r>
            <a:rPr lang="ru-RU" sz="2200" b="0" i="0" kern="1200" dirty="0"/>
            <a:t> </a:t>
          </a:r>
          <a:r>
            <a:rPr lang="ru-RU" sz="2200" b="0" i="0" kern="1200" dirty="0" err="1"/>
            <a:t>Патріотичним</a:t>
          </a:r>
          <a:r>
            <a:rPr lang="ru-RU" sz="2200" b="0" i="0" kern="1200" dirty="0"/>
            <a:t> </a:t>
          </a:r>
          <a:r>
            <a:rPr lang="ru-RU" sz="2200" b="0" i="0" kern="1200" dirty="0" err="1"/>
            <a:t>товариством</a:t>
          </a:r>
          <a:r>
            <a:rPr lang="ru-RU" sz="2200" b="0" i="0" kern="1200" dirty="0"/>
            <a:t>.</a:t>
          </a:r>
          <a:endParaRPr lang="uk-UA" sz="2200" kern="1200" dirty="0"/>
        </a:p>
      </dsp:txBody>
      <dsp:txXfrm>
        <a:off x="25759" y="1882006"/>
        <a:ext cx="4943816" cy="476152"/>
      </dsp:txXfrm>
    </dsp:sp>
    <dsp:sp modelId="{3E5C1993-4EFF-4D46-9FF8-E74AFC067CCB}">
      <dsp:nvSpPr>
        <dsp:cNvPr id="0" name=""/>
        <dsp:cNvSpPr/>
      </dsp:nvSpPr>
      <dsp:spPr>
        <a:xfrm>
          <a:off x="0" y="2447277"/>
          <a:ext cx="499533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dirty="0" err="1"/>
            <a:t>Південним</a:t>
          </a:r>
          <a:r>
            <a:rPr lang="ru-RU" sz="2200" b="0" i="0" kern="1200" dirty="0"/>
            <a:t> </a:t>
          </a:r>
          <a:r>
            <a:rPr lang="ru-RU" sz="2200" b="0" i="0" kern="1200" dirty="0" err="1"/>
            <a:t>товариством</a:t>
          </a:r>
          <a:r>
            <a:rPr lang="ru-RU" sz="2200" b="0" i="0" kern="1200" dirty="0"/>
            <a:t> </a:t>
          </a:r>
          <a:r>
            <a:rPr lang="ru-RU" sz="2200" b="0" i="0" kern="1200" dirty="0" err="1"/>
            <a:t>декабристів</a:t>
          </a:r>
          <a:r>
            <a:rPr lang="ru-RU" sz="2200" b="0" i="0" kern="1200" dirty="0"/>
            <a:t>.</a:t>
          </a:r>
          <a:endParaRPr lang="uk-UA" sz="2200" kern="1200" dirty="0"/>
        </a:p>
      </dsp:txBody>
      <dsp:txXfrm>
        <a:off x="25759" y="2473036"/>
        <a:ext cx="4943816" cy="47615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0EA21-0F27-4806-A949-77C3BC86A90E}">
      <dsp:nvSpPr>
        <dsp:cNvPr id="0" name=""/>
        <dsp:cNvSpPr/>
      </dsp:nvSpPr>
      <dsp:spPr>
        <a:xfrm>
          <a:off x="0" y="6308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польського національно-визвольного повстання.</a:t>
          </a:r>
          <a:endParaRPr lang="uk-UA" sz="2100" kern="1200"/>
        </a:p>
      </dsp:txBody>
      <dsp:txXfrm>
        <a:off x="40780" y="103867"/>
        <a:ext cx="4913774" cy="753819"/>
      </dsp:txXfrm>
    </dsp:sp>
    <dsp:sp modelId="{51B4601E-105C-4A77-9C4C-AD880D3B1462}">
      <dsp:nvSpPr>
        <dsp:cNvPr id="0" name=""/>
        <dsp:cNvSpPr/>
      </dsp:nvSpPr>
      <dsp:spPr>
        <a:xfrm>
          <a:off x="0" y="95894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російського</a:t>
          </a:r>
          <a:r>
            <a:rPr lang="ru-RU" sz="2100" b="0" i="0" kern="1200" dirty="0"/>
            <a:t> </a:t>
          </a:r>
          <a:r>
            <a:rPr lang="ru-RU" sz="2100" b="0" i="0" kern="1200" dirty="0" err="1"/>
            <a:t>дворянського</a:t>
          </a:r>
          <a:r>
            <a:rPr lang="ru-RU" sz="2100" b="0" i="0" kern="1200" dirty="0"/>
            <a:t> </a:t>
          </a:r>
          <a:r>
            <a:rPr lang="ru-RU" sz="2100" b="0" i="0" kern="1200" dirty="0" err="1"/>
            <a:t>опозиційного</a:t>
          </a:r>
          <a:r>
            <a:rPr lang="ru-RU" sz="2100" b="0" i="0" kern="1200" dirty="0"/>
            <a:t> руху.</a:t>
          </a:r>
          <a:endParaRPr lang="uk-UA" sz="2100" kern="1200" dirty="0"/>
        </a:p>
      </dsp:txBody>
      <dsp:txXfrm>
        <a:off x="40780" y="999727"/>
        <a:ext cx="4913774" cy="753819"/>
      </dsp:txXfrm>
    </dsp:sp>
    <dsp:sp modelId="{5BF7DC57-5F50-421F-A9F1-AC6111D6CAD9}">
      <dsp:nvSpPr>
        <dsp:cNvPr id="0" name=""/>
        <dsp:cNvSpPr/>
      </dsp:nvSpPr>
      <dsp:spPr>
        <a:xfrm>
          <a:off x="0" y="185480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європейської «весни народів».</a:t>
          </a:r>
          <a:endParaRPr lang="uk-UA" sz="2100" kern="1200"/>
        </a:p>
      </dsp:txBody>
      <dsp:txXfrm>
        <a:off x="40780" y="1895587"/>
        <a:ext cx="4913774" cy="753819"/>
      </dsp:txXfrm>
    </dsp:sp>
    <dsp:sp modelId="{B3704E21-5202-4531-B966-A1303FC5F5DB}">
      <dsp:nvSpPr>
        <dsp:cNvPr id="0" name=""/>
        <dsp:cNvSpPr/>
      </dsp:nvSpPr>
      <dsp:spPr>
        <a:xfrm>
          <a:off x="0" y="275066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українського</a:t>
          </a:r>
          <a:r>
            <a:rPr lang="ru-RU" sz="2100" b="0" i="0" kern="1200" dirty="0"/>
            <a:t> </a:t>
          </a:r>
          <a:r>
            <a:rPr lang="ru-RU" sz="2100" b="0" i="0" kern="1200" dirty="0" err="1"/>
            <a:t>національно-визвольного</a:t>
          </a:r>
          <a:r>
            <a:rPr lang="ru-RU" sz="2100" b="0" i="0" kern="1200" dirty="0"/>
            <a:t> руху.</a:t>
          </a:r>
          <a:endParaRPr lang="uk-UA" sz="2100" kern="1200" dirty="0"/>
        </a:p>
      </dsp:txBody>
      <dsp:txXfrm>
        <a:off x="40780" y="2791447"/>
        <a:ext cx="4913774" cy="7538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8638E-E453-444D-BF06-B2FB154D6338}">
      <dsp:nvSpPr>
        <dsp:cNvPr id="0" name=""/>
        <dsp:cNvSpPr/>
      </dsp:nvSpPr>
      <dsp:spPr>
        <a:xfrm>
          <a:off x="0" y="6308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українського національного відродження.</a:t>
          </a:r>
          <a:endParaRPr lang="uk-UA" sz="2100" kern="1200"/>
        </a:p>
      </dsp:txBody>
      <dsp:txXfrm>
        <a:off x="40780" y="103867"/>
        <a:ext cx="4913774" cy="753819"/>
      </dsp:txXfrm>
    </dsp:sp>
    <dsp:sp modelId="{8DCE63DD-7840-4276-84C0-EEAC9D9C224B}">
      <dsp:nvSpPr>
        <dsp:cNvPr id="0" name=""/>
        <dsp:cNvSpPr/>
      </dsp:nvSpPr>
      <dsp:spPr>
        <a:xfrm>
          <a:off x="0" y="95894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покозачення</a:t>
          </a:r>
          <a:r>
            <a:rPr lang="ru-RU" sz="2100" b="0" i="0" kern="1200" dirty="0"/>
            <a:t> широких </a:t>
          </a:r>
          <a:r>
            <a:rPr lang="ru-RU" sz="2100" b="0" i="0" kern="1200" dirty="0" err="1"/>
            <a:t>верств</a:t>
          </a:r>
          <a:r>
            <a:rPr lang="ru-RU" sz="2100" b="0" i="0" kern="1200" dirty="0"/>
            <a:t> </a:t>
          </a:r>
          <a:r>
            <a:rPr lang="ru-RU" sz="2100" b="0" i="0" kern="1200" dirty="0" err="1"/>
            <a:t>населення</a:t>
          </a:r>
          <a:r>
            <a:rPr lang="ru-RU" sz="2100" b="0" i="0" kern="1200" dirty="0"/>
            <a:t>.</a:t>
          </a:r>
          <a:endParaRPr lang="uk-UA" sz="2100" kern="1200" dirty="0"/>
        </a:p>
      </dsp:txBody>
      <dsp:txXfrm>
        <a:off x="40780" y="999727"/>
        <a:ext cx="4913774" cy="753819"/>
      </dsp:txXfrm>
    </dsp:sp>
    <dsp:sp modelId="{7A1B2DEE-FAE5-4F63-B4E8-62CD22CBDFBC}">
      <dsp:nvSpPr>
        <dsp:cNvPr id="0" name=""/>
        <dsp:cNvSpPr/>
      </dsp:nvSpPr>
      <dsp:spPr>
        <a:xfrm>
          <a:off x="0" y="185480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розгортання громадівського руху.</a:t>
          </a:r>
          <a:endParaRPr lang="uk-UA" sz="2100" kern="1200"/>
        </a:p>
      </dsp:txBody>
      <dsp:txXfrm>
        <a:off x="40780" y="1895587"/>
        <a:ext cx="4913774" cy="753819"/>
      </dsp:txXfrm>
    </dsp:sp>
    <dsp:sp modelId="{75220E1D-4896-44FF-AE10-4117779104F0}">
      <dsp:nvSpPr>
        <dsp:cNvPr id="0" name=""/>
        <dsp:cNvSpPr/>
      </dsp:nvSpPr>
      <dsp:spPr>
        <a:xfrm>
          <a:off x="0" y="275066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політизації</a:t>
          </a:r>
          <a:r>
            <a:rPr lang="ru-RU" sz="2100" b="0" i="0" kern="1200" dirty="0"/>
            <a:t> </a:t>
          </a:r>
          <a:r>
            <a:rPr lang="ru-RU" sz="2100" b="0" i="0" kern="1200" dirty="0" err="1"/>
            <a:t>українського</a:t>
          </a:r>
          <a:r>
            <a:rPr lang="ru-RU" sz="2100" b="0" i="0" kern="1200" dirty="0"/>
            <a:t> руху.</a:t>
          </a:r>
          <a:endParaRPr lang="uk-UA" sz="2100" kern="1200" dirty="0"/>
        </a:p>
      </dsp:txBody>
      <dsp:txXfrm>
        <a:off x="40780" y="2791447"/>
        <a:ext cx="4913774" cy="75381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ECFD9-72AF-42B2-9F61-1E91A03E41F0}">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1830-1831 </a:t>
          </a:r>
          <a:r>
            <a:rPr lang="ru-RU" sz="3400" b="0" i="0" kern="1200" dirty="0" err="1"/>
            <a:t>рр</a:t>
          </a:r>
          <a:r>
            <a:rPr lang="ru-RU" sz="3400" b="0" i="0" kern="1200" dirty="0"/>
            <a:t>.</a:t>
          </a:r>
          <a:endParaRPr lang="uk-UA" sz="3400" kern="1200" dirty="0"/>
        </a:p>
      </dsp:txBody>
      <dsp:txXfrm rot="10800000">
        <a:off x="1209319" y="489"/>
        <a:ext cx="3135597" cy="745202"/>
      </dsp:txXfrm>
    </dsp:sp>
    <dsp:sp modelId="{DC67A288-84F1-4174-BBBC-F84D2EFD1B89}">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D79B5B-D994-4345-8764-701B6BFDC213}">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1833-1837 рр.</a:t>
          </a:r>
          <a:endParaRPr lang="uk-UA" sz="3400" kern="1200"/>
        </a:p>
      </dsp:txBody>
      <dsp:txXfrm rot="10800000">
        <a:off x="1209319" y="968140"/>
        <a:ext cx="3135597" cy="745202"/>
      </dsp:txXfrm>
    </dsp:sp>
    <dsp:sp modelId="{C87E146F-0C9D-4C20-ADA3-4100F485B750}">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BC1F6F-2C38-4F1A-B1A4-336A22297B0F}">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1846-1847 рр.</a:t>
          </a:r>
          <a:endParaRPr lang="uk-UA" sz="3400" kern="1200"/>
        </a:p>
      </dsp:txBody>
      <dsp:txXfrm rot="10800000">
        <a:off x="1209319" y="1935791"/>
        <a:ext cx="3135597" cy="745202"/>
      </dsp:txXfrm>
    </dsp:sp>
    <dsp:sp modelId="{E45811B3-C274-4DA9-ACDA-BCE5047F3758}">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3647DB-222D-4E1E-A6DC-FC8B5CF5CE10}">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1853-1856 </a:t>
          </a:r>
          <a:r>
            <a:rPr lang="ru-RU" sz="3400" b="0" i="0" kern="1200" dirty="0" err="1"/>
            <a:t>рр</a:t>
          </a:r>
          <a:r>
            <a:rPr lang="ru-RU" sz="3400" b="0" i="0" kern="1200" dirty="0"/>
            <a:t>.</a:t>
          </a:r>
          <a:endParaRPr lang="uk-UA" sz="3400" kern="1200" dirty="0"/>
        </a:p>
      </dsp:txBody>
      <dsp:txXfrm rot="10800000">
        <a:off x="1209319" y="2903442"/>
        <a:ext cx="3135597" cy="745202"/>
      </dsp:txXfrm>
    </dsp:sp>
    <dsp:sp modelId="{36CB192E-7F96-4EDA-97CD-1A2D14CA30D1}">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51763-48A7-4ABB-9D4C-2780D7E3685C}">
      <dsp:nvSpPr>
        <dsp:cNvPr id="0" name=""/>
        <dsp:cNvSpPr/>
      </dsp:nvSpPr>
      <dsp:spPr>
        <a:xfrm>
          <a:off x="0" y="65389"/>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скасування кріпосного права</a:t>
          </a:r>
          <a:endParaRPr lang="uk-UA" sz="2100" kern="1200" dirty="0"/>
        </a:p>
      </dsp:txBody>
      <dsp:txXfrm>
        <a:off x="40724" y="106113"/>
        <a:ext cx="4913884" cy="752780"/>
      </dsp:txXfrm>
    </dsp:sp>
    <dsp:sp modelId="{C0849F18-8685-462F-A90D-BA74B0A9EE51}">
      <dsp:nvSpPr>
        <dsp:cNvPr id="0" name=""/>
        <dsp:cNvSpPr/>
      </dsp:nvSpPr>
      <dsp:spPr>
        <a:xfrm>
          <a:off x="0" y="960098"/>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формування козацьких полків</a:t>
          </a:r>
          <a:endParaRPr lang="uk-UA" sz="2100" kern="1200"/>
        </a:p>
      </dsp:txBody>
      <dsp:txXfrm>
        <a:off x="40724" y="1000822"/>
        <a:ext cx="4913884" cy="752780"/>
      </dsp:txXfrm>
    </dsp:sp>
    <dsp:sp modelId="{9B2AF7A9-C351-4998-BECA-D2357AFFB3FB}">
      <dsp:nvSpPr>
        <dsp:cNvPr id="0" name=""/>
        <dsp:cNvSpPr/>
      </dsp:nvSpPr>
      <dsp:spPr>
        <a:xfrm>
          <a:off x="0" y="1854806"/>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видання Валуєвського циркуляра</a:t>
          </a:r>
          <a:endParaRPr lang="uk-UA" sz="2100" kern="1200"/>
        </a:p>
      </dsp:txBody>
      <dsp:txXfrm>
        <a:off x="40724" y="1895530"/>
        <a:ext cx="4913884" cy="752780"/>
      </dsp:txXfrm>
    </dsp:sp>
    <dsp:sp modelId="{3C4FFA5C-DDEE-40FE-9EAC-0B57007B1C01}">
      <dsp:nvSpPr>
        <dsp:cNvPr id="0" name=""/>
        <dsp:cNvSpPr/>
      </dsp:nvSpPr>
      <dsp:spPr>
        <a:xfrm>
          <a:off x="0" y="2749514"/>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здійснення Третього поділу Речі Посполитої</a:t>
          </a:r>
          <a:endParaRPr lang="uk-UA" sz="2100" kern="1200" dirty="0"/>
        </a:p>
      </dsp:txBody>
      <dsp:txXfrm>
        <a:off x="40724" y="2790238"/>
        <a:ext cx="4913884" cy="7527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A5413-33EC-48EB-8557-DC7211049A46}">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err="1"/>
            <a:t>антикріпосницького</a:t>
          </a:r>
          <a:r>
            <a:rPr lang="ru-RU" sz="1800" b="0" i="0" kern="1200" dirty="0"/>
            <a:t> руху.</a:t>
          </a:r>
          <a:endParaRPr lang="uk-UA" sz="1800" kern="1200" dirty="0"/>
        </a:p>
      </dsp:txBody>
      <dsp:txXfrm rot="10800000">
        <a:off x="1209319" y="489"/>
        <a:ext cx="3135597" cy="745202"/>
      </dsp:txXfrm>
    </dsp:sp>
    <dsp:sp modelId="{2C47C88B-017A-420D-A4C5-AB1386E438CD}">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C0AC0C-EE9C-4A01-9E10-FC616A46A420}">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українського національного руху.</a:t>
          </a:r>
          <a:endParaRPr lang="uk-UA" sz="1800" kern="1200"/>
        </a:p>
      </dsp:txBody>
      <dsp:txXfrm rot="10800000">
        <a:off x="1209319" y="968140"/>
        <a:ext cx="3135597" cy="745202"/>
      </dsp:txXfrm>
    </dsp:sp>
    <dsp:sp modelId="{FAA0F9D2-4DB7-448F-99B9-F89E98C0F7AA}">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E8664A-7B03-49D0-94B7-0CDF9F90F6DB}">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польського визвольного руху.</a:t>
          </a:r>
          <a:endParaRPr lang="uk-UA" sz="1800" kern="1200"/>
        </a:p>
      </dsp:txBody>
      <dsp:txXfrm rot="10800000">
        <a:off x="1209319" y="1935791"/>
        <a:ext cx="3135597" cy="745202"/>
      </dsp:txXfrm>
    </dsp:sp>
    <dsp:sp modelId="{C510C744-75BC-445C-AF9C-02646FF2A330}">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D6FD0A-7CA3-40B5-BD3C-3E5F1EE194AB}">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err="1"/>
            <a:t>російського</a:t>
          </a:r>
          <a:r>
            <a:rPr lang="ru-RU" sz="1800" b="0" i="0" kern="1200" dirty="0"/>
            <a:t> </a:t>
          </a:r>
          <a:r>
            <a:rPr lang="ru-RU" sz="1800" b="0" i="0" kern="1200" dirty="0" err="1"/>
            <a:t>суспільного</a:t>
          </a:r>
          <a:r>
            <a:rPr lang="ru-RU" sz="1800" b="0" i="0" kern="1200" dirty="0"/>
            <a:t> руху.</a:t>
          </a:r>
          <a:endParaRPr lang="uk-UA" sz="1800" kern="1200" dirty="0"/>
        </a:p>
      </dsp:txBody>
      <dsp:txXfrm rot="10800000">
        <a:off x="1209319" y="2903442"/>
        <a:ext cx="3135597" cy="745202"/>
      </dsp:txXfrm>
    </dsp:sp>
    <dsp:sp modelId="{A65A98E9-AB71-4647-8AE5-77C1278AAFA1}">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342DC-753E-4FA4-AE2C-513424B3418D}">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uk-UA" sz="2300" b="0" i="0" kern="1200"/>
            <a:t>Поділля</a:t>
          </a:r>
          <a:endParaRPr lang="uk-UA" sz="2300" kern="1200"/>
        </a:p>
      </dsp:txBody>
      <dsp:txXfrm rot="10800000">
        <a:off x="1209319" y="489"/>
        <a:ext cx="3135597" cy="745202"/>
      </dsp:txXfrm>
    </dsp:sp>
    <dsp:sp modelId="{5B86AD65-4913-44D9-81BA-4F2061B10158}">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660407-5907-4747-B11C-21BF693AA0D0}">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uk-UA" sz="2300" b="0" i="0" kern="1200" dirty="0"/>
            <a:t>Галичина</a:t>
          </a:r>
          <a:endParaRPr lang="uk-UA" sz="2300" kern="1200" dirty="0"/>
        </a:p>
      </dsp:txBody>
      <dsp:txXfrm rot="10800000">
        <a:off x="1209319" y="968140"/>
        <a:ext cx="3135597" cy="745202"/>
      </dsp:txXfrm>
    </dsp:sp>
    <dsp:sp modelId="{6206D9BB-DAEC-43DA-8932-5D0D667BC251}">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932DD4-B354-4F71-9B12-DF0258CFE66F}">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uk-UA" sz="2300" b="0" i="0" kern="1200"/>
            <a:t>Волинь</a:t>
          </a:r>
          <a:endParaRPr lang="uk-UA" sz="2300" kern="1200"/>
        </a:p>
      </dsp:txBody>
      <dsp:txXfrm rot="10800000">
        <a:off x="1209319" y="1935791"/>
        <a:ext cx="3135597" cy="745202"/>
      </dsp:txXfrm>
    </dsp:sp>
    <dsp:sp modelId="{6E952EB9-E759-4C37-AE75-9294588147DE}">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9ED48C-67B4-45F5-85E4-8FD07885FE15}">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uk-UA" sz="2300" b="0" i="0" kern="1200" dirty="0"/>
            <a:t>Слобожанщина</a:t>
          </a:r>
          <a:endParaRPr lang="uk-UA" sz="2300" kern="1200" dirty="0"/>
        </a:p>
      </dsp:txBody>
      <dsp:txXfrm rot="10800000">
        <a:off x="1209319" y="2903442"/>
        <a:ext cx="3135597" cy="745202"/>
      </dsp:txXfrm>
    </dsp:sp>
    <dsp:sp modelId="{30A3CBB7-0484-422C-BD8D-81380A8A73A5}">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5937F6-89BB-40FF-B5D7-B7FE28C62A69}">
      <dsp:nvSpPr>
        <dsp:cNvPr id="0" name=""/>
        <dsp:cNvSpPr/>
      </dsp:nvSpPr>
      <dsp:spPr>
        <a:xfrm rot="10800000">
          <a:off x="1023018" y="489"/>
          <a:ext cx="3321895" cy="745202"/>
        </a:xfrm>
        <a:prstGeom prst="homePlat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dirty="0"/>
            <a:t>підбурював селян до повстання.</a:t>
          </a:r>
          <a:endParaRPr lang="uk-UA" sz="1600" kern="1200" dirty="0"/>
        </a:p>
      </dsp:txBody>
      <dsp:txXfrm rot="10800000">
        <a:off x="1209318" y="489"/>
        <a:ext cx="3135595" cy="745202"/>
      </dsp:txXfrm>
    </dsp:sp>
    <dsp:sp modelId="{07BECDC0-B9C3-4855-BAEE-2DC68B4B79E0}">
      <dsp:nvSpPr>
        <dsp:cNvPr id="0" name=""/>
        <dsp:cNvSpPr/>
      </dsp:nvSpPr>
      <dsp:spPr>
        <a:xfrm>
          <a:off x="650417" y="489"/>
          <a:ext cx="745202" cy="745202"/>
        </a:xfrm>
        <a:prstGeom prst="ellipse">
          <a:avLst/>
        </a:prstGeom>
        <a:solidFill>
          <a:schemeClr val="accent3">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899157-C39B-4B09-A3DF-ED916369A5E9}">
      <dsp:nvSpPr>
        <dsp:cNvPr id="0" name=""/>
        <dsp:cNvSpPr/>
      </dsp:nvSpPr>
      <dsp:spPr>
        <a:xfrm rot="10800000">
          <a:off x="1023018" y="968140"/>
          <a:ext cx="3321895" cy="745202"/>
        </a:xfrm>
        <a:prstGeom prst="homePlate">
          <a:avLst/>
        </a:prstGeom>
        <a:solidFill>
          <a:schemeClr val="accent3">
            <a:hueOff val="984742"/>
            <a:satOff val="-4713"/>
            <a:lumOff val="26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висловлював москвофільські погляди.</a:t>
          </a:r>
          <a:endParaRPr lang="uk-UA" sz="1600" kern="1200"/>
        </a:p>
      </dsp:txBody>
      <dsp:txXfrm rot="10800000">
        <a:off x="1209318" y="968140"/>
        <a:ext cx="3135595" cy="745202"/>
      </dsp:txXfrm>
    </dsp:sp>
    <dsp:sp modelId="{5E832A3E-EE9F-4202-963A-FEB0F4F4B913}">
      <dsp:nvSpPr>
        <dsp:cNvPr id="0" name=""/>
        <dsp:cNvSpPr/>
      </dsp:nvSpPr>
      <dsp:spPr>
        <a:xfrm>
          <a:off x="650417" y="968140"/>
          <a:ext cx="745202" cy="745202"/>
        </a:xfrm>
        <a:prstGeom prst="ellipse">
          <a:avLst/>
        </a:prstGeom>
        <a:solidFill>
          <a:schemeClr val="accent3">
            <a:tint val="50000"/>
            <a:hueOff val="838452"/>
            <a:satOff val="-3648"/>
            <a:lumOff val="62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6A262A-AC6E-4468-8103-02584E8122D7}">
      <dsp:nvSpPr>
        <dsp:cNvPr id="0" name=""/>
        <dsp:cNvSpPr/>
      </dsp:nvSpPr>
      <dsp:spPr>
        <a:xfrm rot="10800000">
          <a:off x="1023018" y="1935790"/>
          <a:ext cx="3321895" cy="745202"/>
        </a:xfrm>
        <a:prstGeom prst="homePlate">
          <a:avLst/>
        </a:prstGeom>
        <a:solidFill>
          <a:schemeClr val="accent3">
            <a:hueOff val="1969485"/>
            <a:satOff val="-9425"/>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належав до Русько-української радикальної партії.</a:t>
          </a:r>
          <a:endParaRPr lang="uk-UA" sz="1600" kern="1200"/>
        </a:p>
      </dsp:txBody>
      <dsp:txXfrm rot="10800000">
        <a:off x="1209318" y="1935790"/>
        <a:ext cx="3135595" cy="745202"/>
      </dsp:txXfrm>
    </dsp:sp>
    <dsp:sp modelId="{47224C50-BB19-4BA0-9F22-15432E0A3298}">
      <dsp:nvSpPr>
        <dsp:cNvPr id="0" name=""/>
        <dsp:cNvSpPr/>
      </dsp:nvSpPr>
      <dsp:spPr>
        <a:xfrm>
          <a:off x="650417" y="1935790"/>
          <a:ext cx="745202" cy="745202"/>
        </a:xfrm>
        <a:prstGeom prst="ellipse">
          <a:avLst/>
        </a:prstGeom>
        <a:solidFill>
          <a:schemeClr val="accent3">
            <a:tint val="50000"/>
            <a:hueOff val="1676904"/>
            <a:satOff val="-7296"/>
            <a:lumOff val="12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C13093-1984-47AE-A9FC-9F8358C4C46F}">
      <dsp:nvSpPr>
        <dsp:cNvPr id="0" name=""/>
        <dsp:cNvSpPr/>
      </dsp:nvSpPr>
      <dsp:spPr>
        <a:xfrm rot="10800000">
          <a:off x="1023018" y="2903441"/>
          <a:ext cx="3321895" cy="745202"/>
        </a:xfrm>
        <a:prstGeom prst="homePlate">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dirty="0"/>
            <a:t>був членом «Руської трійці»</a:t>
          </a:r>
          <a:endParaRPr lang="uk-UA" sz="1600" kern="1200" dirty="0"/>
        </a:p>
      </dsp:txBody>
      <dsp:txXfrm rot="10800000">
        <a:off x="1209318" y="2903441"/>
        <a:ext cx="3135595" cy="745202"/>
      </dsp:txXfrm>
    </dsp:sp>
    <dsp:sp modelId="{E714D2AE-C065-40E1-AE1E-DBD55E9E45DB}">
      <dsp:nvSpPr>
        <dsp:cNvPr id="0" name=""/>
        <dsp:cNvSpPr/>
      </dsp:nvSpPr>
      <dsp:spPr>
        <a:xfrm>
          <a:off x="650417" y="2903441"/>
          <a:ext cx="745202" cy="745202"/>
        </a:xfrm>
        <a:prstGeom prst="ellipse">
          <a:avLst/>
        </a:prstGeom>
        <a:solidFill>
          <a:schemeClr val="accent3">
            <a:tint val="50000"/>
            <a:hueOff val="2515356"/>
            <a:satOff val="-10944"/>
            <a:lumOff val="186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1B3D05-9A6C-4780-82A0-3C7BAF19D9D6}">
      <dsp:nvSpPr>
        <dsp:cNvPr id="0" name=""/>
        <dsp:cNvSpPr/>
      </dsp:nvSpPr>
      <dsp:spPr>
        <a:xfrm>
          <a:off x="0" y="569606"/>
          <a:ext cx="4995332"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Південного товариства декабристів.</a:t>
          </a:r>
          <a:endParaRPr lang="uk-UA" sz="2400" kern="1200"/>
        </a:p>
      </dsp:txBody>
      <dsp:txXfrm>
        <a:off x="28100" y="597706"/>
        <a:ext cx="4939132" cy="519439"/>
      </dsp:txXfrm>
    </dsp:sp>
    <dsp:sp modelId="{6B088FBA-512A-4D86-AAD9-17D25A2A80A1}">
      <dsp:nvSpPr>
        <dsp:cNvPr id="0" name=""/>
        <dsp:cNvSpPr/>
      </dsp:nvSpPr>
      <dsp:spPr>
        <a:xfrm>
          <a:off x="0" y="1214366"/>
          <a:ext cx="4995332"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Кирило-Мефодіївського</a:t>
          </a:r>
          <a:r>
            <a:rPr lang="ru-RU" sz="2400" b="0" i="0" kern="1200" dirty="0"/>
            <a:t> братства.</a:t>
          </a:r>
          <a:endParaRPr lang="uk-UA" sz="2400" kern="1200" dirty="0"/>
        </a:p>
      </dsp:txBody>
      <dsp:txXfrm>
        <a:off x="28100" y="1242466"/>
        <a:ext cx="4939132" cy="519439"/>
      </dsp:txXfrm>
    </dsp:sp>
    <dsp:sp modelId="{8E77D639-CC6A-4BAE-B1D0-51C8D982FC0F}">
      <dsp:nvSpPr>
        <dsp:cNvPr id="0" name=""/>
        <dsp:cNvSpPr/>
      </dsp:nvSpPr>
      <dsp:spPr>
        <a:xfrm>
          <a:off x="0" y="1859126"/>
          <a:ext cx="4995332"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Головної руської ради.</a:t>
          </a:r>
          <a:endParaRPr lang="uk-UA" sz="2400" kern="1200"/>
        </a:p>
      </dsp:txBody>
      <dsp:txXfrm>
        <a:off x="28100" y="1887226"/>
        <a:ext cx="4939132" cy="519439"/>
      </dsp:txXfrm>
    </dsp:sp>
    <dsp:sp modelId="{1F9B1025-5A10-49F8-9744-029306EE8354}">
      <dsp:nvSpPr>
        <dsp:cNvPr id="0" name=""/>
        <dsp:cNvSpPr/>
      </dsp:nvSpPr>
      <dsp:spPr>
        <a:xfrm>
          <a:off x="0" y="2503886"/>
          <a:ext cx="4995332"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a:t>«</a:t>
          </a:r>
          <a:r>
            <a:rPr lang="ru-RU" sz="2400" b="0" i="0" kern="1200" dirty="0" err="1"/>
            <a:t>Руської</a:t>
          </a:r>
          <a:r>
            <a:rPr lang="ru-RU" sz="2400" b="0" i="0" kern="1200" dirty="0"/>
            <a:t> </a:t>
          </a:r>
          <a:r>
            <a:rPr lang="ru-RU" sz="2400" b="0" i="0" kern="1200" dirty="0" err="1"/>
            <a:t>трійці</a:t>
          </a:r>
          <a:r>
            <a:rPr lang="ru-RU" sz="2400" b="0" i="0" kern="1200" dirty="0"/>
            <a:t>».</a:t>
          </a:r>
          <a:endParaRPr lang="uk-UA" sz="2400" kern="1200" dirty="0"/>
        </a:p>
      </dsp:txBody>
      <dsp:txXfrm>
        <a:off x="28100" y="2531986"/>
        <a:ext cx="4939132" cy="51943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4AF48-74CB-4AF0-A71A-270E61D1BD52}">
      <dsp:nvSpPr>
        <dsp:cNvPr id="0" name=""/>
        <dsp:cNvSpPr/>
      </dsp:nvSpPr>
      <dsp:spPr>
        <a:xfrm>
          <a:off x="0" y="63086"/>
          <a:ext cx="4995332"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учасниками Кирило-Мефодіївського братства.</a:t>
          </a:r>
          <a:endParaRPr lang="uk-UA" sz="2100" kern="1200"/>
        </a:p>
      </dsp:txBody>
      <dsp:txXfrm>
        <a:off x="40780" y="103866"/>
        <a:ext cx="4913772" cy="753819"/>
      </dsp:txXfrm>
    </dsp:sp>
    <dsp:sp modelId="{78F6C3F0-B99E-46E8-8E61-7A32938B1FCE}">
      <dsp:nvSpPr>
        <dsp:cNvPr id="0" name=""/>
        <dsp:cNvSpPr/>
      </dsp:nvSpPr>
      <dsp:spPr>
        <a:xfrm>
          <a:off x="0" y="958946"/>
          <a:ext cx="4995332"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авторами </a:t>
          </a:r>
          <a:r>
            <a:rPr lang="ru-RU" sz="2100" b="0" i="0" kern="1200" dirty="0" err="1"/>
            <a:t>музики</a:t>
          </a:r>
          <a:r>
            <a:rPr lang="ru-RU" sz="2100" b="0" i="0" kern="1200" dirty="0"/>
            <a:t> й тексту Державного </a:t>
          </a:r>
          <a:r>
            <a:rPr lang="ru-RU" sz="2100" b="0" i="0" kern="1200" dirty="0" err="1"/>
            <a:t>Гімну</a:t>
          </a:r>
          <a:r>
            <a:rPr lang="ru-RU" sz="2100" b="0" i="0" kern="1200" dirty="0"/>
            <a:t> </a:t>
          </a:r>
          <a:r>
            <a:rPr lang="ru-RU" sz="2100" b="0" i="0" kern="1200" dirty="0" err="1"/>
            <a:t>України</a:t>
          </a:r>
          <a:r>
            <a:rPr lang="ru-RU" sz="2100" b="0" i="0" kern="1200" dirty="0"/>
            <a:t>.</a:t>
          </a:r>
          <a:endParaRPr lang="uk-UA" sz="2100" kern="1200" dirty="0"/>
        </a:p>
      </dsp:txBody>
      <dsp:txXfrm>
        <a:off x="40780" y="999726"/>
        <a:ext cx="4913772" cy="753819"/>
      </dsp:txXfrm>
    </dsp:sp>
    <dsp:sp modelId="{42BEB693-E3B8-4F87-A52B-48E6DAA13D54}">
      <dsp:nvSpPr>
        <dsp:cNvPr id="0" name=""/>
        <dsp:cNvSpPr/>
      </dsp:nvSpPr>
      <dsp:spPr>
        <a:xfrm>
          <a:off x="0" y="1854806"/>
          <a:ext cx="4995332"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видавцями громадсько-політичного журналу «Громада».</a:t>
          </a:r>
          <a:endParaRPr lang="uk-UA" sz="2100" kern="1200"/>
        </a:p>
      </dsp:txBody>
      <dsp:txXfrm>
        <a:off x="40780" y="1895586"/>
        <a:ext cx="4913772" cy="753819"/>
      </dsp:txXfrm>
    </dsp:sp>
    <dsp:sp modelId="{85A8CE8E-B5A5-4928-A8BE-1C5FA5C7A12A}">
      <dsp:nvSpPr>
        <dsp:cNvPr id="0" name=""/>
        <dsp:cNvSpPr/>
      </dsp:nvSpPr>
      <dsp:spPr>
        <a:xfrm>
          <a:off x="0" y="2750666"/>
          <a:ext cx="4995332"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засновниками</a:t>
          </a:r>
          <a:r>
            <a:rPr lang="ru-RU" sz="2100" b="0" i="0" kern="1200" dirty="0"/>
            <a:t> </a:t>
          </a:r>
          <a:r>
            <a:rPr lang="ru-RU" sz="2100" b="0" i="0" kern="1200" dirty="0" err="1"/>
            <a:t>Київського</a:t>
          </a:r>
          <a:r>
            <a:rPr lang="ru-RU" sz="2100" b="0" i="0" kern="1200" dirty="0"/>
            <a:t> </a:t>
          </a:r>
          <a:r>
            <a:rPr lang="ru-RU" sz="2100" b="0" i="0" kern="1200" dirty="0" err="1"/>
            <a:t>університету</a:t>
          </a:r>
          <a:r>
            <a:rPr lang="ru-RU" sz="2100" b="0" i="0" kern="1200" dirty="0"/>
            <a:t> Святого </a:t>
          </a:r>
          <a:r>
            <a:rPr lang="ru-RU" sz="2100" b="0" i="0" kern="1200" dirty="0" err="1"/>
            <a:t>Володимира</a:t>
          </a:r>
          <a:r>
            <a:rPr lang="ru-RU" sz="2100" b="0" i="0" kern="1200" dirty="0"/>
            <a:t>.</a:t>
          </a:r>
          <a:endParaRPr lang="uk-UA" sz="2100" kern="1200" dirty="0"/>
        </a:p>
      </dsp:txBody>
      <dsp:txXfrm>
        <a:off x="40780" y="2791446"/>
        <a:ext cx="4913772" cy="75381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7C43A-9301-418B-9D63-66E82DD48639}">
      <dsp:nvSpPr>
        <dsp:cNvPr id="0" name=""/>
        <dsp:cNvSpPr/>
      </dsp:nvSpPr>
      <dsp:spPr>
        <a:xfrm>
          <a:off x="0" y="1957"/>
          <a:ext cx="4995334" cy="11747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ліквідація самодержавства, скасування кріпацтва та станового поділу суспільства</a:t>
          </a:r>
          <a:endParaRPr lang="uk-UA" sz="2100" kern="1200" dirty="0"/>
        </a:p>
      </dsp:txBody>
      <dsp:txXfrm>
        <a:off x="57347" y="59304"/>
        <a:ext cx="4880640" cy="1060059"/>
      </dsp:txXfrm>
    </dsp:sp>
    <dsp:sp modelId="{47151BA5-06BE-4A74-98A8-3502F6D30F02}">
      <dsp:nvSpPr>
        <dsp:cNvPr id="0" name=""/>
        <dsp:cNvSpPr/>
      </dsp:nvSpPr>
      <dsp:spPr>
        <a:xfrm>
          <a:off x="0" y="1237190"/>
          <a:ext cx="4995334" cy="11747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створення демократичної федерації слов’янських християнських республік</a:t>
          </a:r>
          <a:endParaRPr lang="uk-UA" sz="2100" kern="1200"/>
        </a:p>
      </dsp:txBody>
      <dsp:txXfrm>
        <a:off x="57347" y="1294537"/>
        <a:ext cx="4880640" cy="1060059"/>
      </dsp:txXfrm>
    </dsp:sp>
    <dsp:sp modelId="{A53EEAFC-486D-4971-8D5A-6B42EED1F92C}">
      <dsp:nvSpPr>
        <dsp:cNvPr id="0" name=""/>
        <dsp:cNvSpPr/>
      </dsp:nvSpPr>
      <dsp:spPr>
        <a:xfrm>
          <a:off x="0" y="2472423"/>
          <a:ext cx="4995334" cy="11747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об’єднання українського та польського рухів у єдиний національно-визвольний рух</a:t>
          </a:r>
          <a:endParaRPr lang="uk-UA" sz="2100" kern="1200" dirty="0"/>
        </a:p>
      </dsp:txBody>
      <dsp:txXfrm>
        <a:off x="57347" y="2529770"/>
        <a:ext cx="4880640" cy="106005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58587-8E75-4F99-B3A7-96B1A048CBF7}">
      <dsp:nvSpPr>
        <dsp:cNvPr id="0" name=""/>
        <dsp:cNvSpPr/>
      </dsp:nvSpPr>
      <dsp:spPr>
        <a:xfrm>
          <a:off x="0" y="31901"/>
          <a:ext cx="4995332" cy="11547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утвердження демократичних прав і свобод, рівності усіх громадян перед законом</a:t>
          </a:r>
          <a:endParaRPr lang="uk-UA" sz="2100" kern="1200"/>
        </a:p>
      </dsp:txBody>
      <dsp:txXfrm>
        <a:off x="56372" y="88273"/>
        <a:ext cx="4882588" cy="1042045"/>
      </dsp:txXfrm>
    </dsp:sp>
    <dsp:sp modelId="{E1037C57-4AB7-4BA5-B44E-169529A4B5E0}">
      <dsp:nvSpPr>
        <dsp:cNvPr id="0" name=""/>
        <dsp:cNvSpPr/>
      </dsp:nvSpPr>
      <dsp:spPr>
        <a:xfrm>
          <a:off x="0" y="1247171"/>
          <a:ext cx="4995332" cy="11547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повалення царизму шляхом військового перевороту або визвольного повстання</a:t>
          </a:r>
          <a:endParaRPr lang="uk-UA" sz="2100" kern="1200" dirty="0"/>
        </a:p>
      </dsp:txBody>
      <dsp:txXfrm>
        <a:off x="56372" y="1303543"/>
        <a:ext cx="4882588" cy="1042045"/>
      </dsp:txXfrm>
    </dsp:sp>
    <dsp:sp modelId="{1B79D965-E6D9-45F0-9BD1-68C0560859A4}">
      <dsp:nvSpPr>
        <dsp:cNvPr id="0" name=""/>
        <dsp:cNvSpPr/>
      </dsp:nvSpPr>
      <dsp:spPr>
        <a:xfrm>
          <a:off x="0" y="2462441"/>
          <a:ext cx="4995332" cy="11547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здобуття Україною автономії у складі демократичної Російської республіки</a:t>
          </a:r>
          <a:endParaRPr lang="uk-UA" sz="2100" kern="1200" dirty="0"/>
        </a:p>
      </dsp:txBody>
      <dsp:txXfrm>
        <a:off x="56372" y="2518813"/>
        <a:ext cx="4882588" cy="104204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E4E16-36EE-41B4-8970-029DF7000432}">
      <dsp:nvSpPr>
        <dsp:cNvPr id="0" name=""/>
        <dsp:cNvSpPr/>
      </dsp:nvSpPr>
      <dsp:spPr>
        <a:xfrm>
          <a:off x="0" y="152187"/>
          <a:ext cx="4995334" cy="1645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1" kern="1200" dirty="0"/>
            <a:t>«…політичне об’єднання слов’ян є тією справжньою метою, до якої вони повинні прагнути. …при об’єднанні вони [українці, росіяни, білоруси] повинні мати свою самостійність».</a:t>
          </a:r>
          <a:endParaRPr lang="uk-UA" sz="1900" kern="1200" dirty="0"/>
        </a:p>
      </dsp:txBody>
      <dsp:txXfrm>
        <a:off x="80303" y="232490"/>
        <a:ext cx="4834728" cy="1484414"/>
      </dsp:txXfrm>
    </dsp:sp>
    <dsp:sp modelId="{0164325C-B86A-438B-99F9-4D88CEB7694E}">
      <dsp:nvSpPr>
        <dsp:cNvPr id="0" name=""/>
        <dsp:cNvSpPr/>
      </dsp:nvSpPr>
      <dsp:spPr>
        <a:xfrm>
          <a:off x="0" y="1851927"/>
          <a:ext cx="4995334" cy="1645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1" kern="1200" dirty="0"/>
            <a:t>«Українська інтелігенція стає до боротьби кривавої... Вона виписує на своєму прапорі: «Одна, єдина, нероздільна, вільна, самостійна Україна від Карпатів аж по Кавказ». Усі, хто не за нас, ті проти нас…»</a:t>
          </a:r>
          <a:endParaRPr lang="uk-UA" sz="1900" kern="1200" dirty="0"/>
        </a:p>
      </dsp:txBody>
      <dsp:txXfrm>
        <a:off x="80303" y="1932230"/>
        <a:ext cx="4834728" cy="148441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96B517-D9DC-464C-BCB5-5B9018CE8523}">
      <dsp:nvSpPr>
        <dsp:cNvPr id="0" name=""/>
        <dsp:cNvSpPr/>
      </dsp:nvSpPr>
      <dsp:spPr>
        <a:xfrm>
          <a:off x="0" y="240206"/>
          <a:ext cx="4995332" cy="15584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dirty="0"/>
            <a:t>«Увесь російський народ складає один стан — громадянський… Всі різні племена, з яких складається Російська держава… становлять один народ російський. Будь-яка думка про федеративний устрій відкидається…»</a:t>
          </a:r>
          <a:endParaRPr lang="uk-UA" sz="1800" kern="1200" dirty="0"/>
        </a:p>
      </dsp:txBody>
      <dsp:txXfrm>
        <a:off x="76077" y="316283"/>
        <a:ext cx="4843178" cy="1406285"/>
      </dsp:txXfrm>
    </dsp:sp>
    <dsp:sp modelId="{EFFE7987-83A9-4FAF-AEA6-DE2E0E225AE9}">
      <dsp:nvSpPr>
        <dsp:cNvPr id="0" name=""/>
        <dsp:cNvSpPr/>
      </dsp:nvSpPr>
      <dsp:spPr>
        <a:xfrm>
          <a:off x="0" y="1850486"/>
          <a:ext cx="4995332" cy="15584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dirty="0"/>
            <a:t>«Наше завдання — розвивати нашу національність у всіх напрямках: вдосконаленням нашої мови, заведенням її у школах вищих і </a:t>
          </a:r>
          <a:r>
            <a:rPr lang="uk-UA" sz="1800" b="0" i="1" kern="1200" dirty="0" err="1"/>
            <a:t>низших</a:t>
          </a:r>
          <a:r>
            <a:rPr lang="uk-UA" sz="1800" b="0" i="1" kern="1200" dirty="0"/>
            <a:t>, …поширенням корисних книжок в українській мові…»</a:t>
          </a:r>
          <a:endParaRPr lang="uk-UA" sz="1800" kern="1200" dirty="0"/>
        </a:p>
      </dsp:txBody>
      <dsp:txXfrm>
        <a:off x="76077" y="1926563"/>
        <a:ext cx="4843178" cy="140628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268F3A-F9ED-4BD1-AB55-B2D635221CA1}">
      <dsp:nvSpPr>
        <dsp:cNvPr id="0" name=""/>
        <dsp:cNvSpPr/>
      </dsp:nvSpPr>
      <dsp:spPr>
        <a:xfrm>
          <a:off x="0" y="517317"/>
          <a:ext cx="4995334"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«Історія русів»</a:t>
          </a:r>
          <a:endParaRPr lang="uk-UA" sz="2500" kern="1200"/>
        </a:p>
      </dsp:txBody>
      <dsp:txXfrm>
        <a:off x="29271" y="546588"/>
        <a:ext cx="4936792" cy="541083"/>
      </dsp:txXfrm>
    </dsp:sp>
    <dsp:sp modelId="{007C816A-CEEC-4531-918B-A8E6EAB7C2B7}">
      <dsp:nvSpPr>
        <dsp:cNvPr id="0" name=""/>
        <dsp:cNvSpPr/>
      </dsp:nvSpPr>
      <dsp:spPr>
        <a:xfrm>
          <a:off x="0" y="1188942"/>
          <a:ext cx="4995334"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a:t>
          </a:r>
          <a:r>
            <a:rPr lang="ru-RU" sz="2500" b="0" i="0" kern="1200" dirty="0" err="1"/>
            <a:t>Руська</a:t>
          </a:r>
          <a:r>
            <a:rPr lang="ru-RU" sz="2500" b="0" i="0" kern="1200" dirty="0"/>
            <a:t> правда»</a:t>
          </a:r>
          <a:endParaRPr lang="uk-UA" sz="2500" kern="1200" dirty="0"/>
        </a:p>
      </dsp:txBody>
      <dsp:txXfrm>
        <a:off x="29271" y="1218213"/>
        <a:ext cx="4936792" cy="541083"/>
      </dsp:txXfrm>
    </dsp:sp>
    <dsp:sp modelId="{B6FAF510-5039-44AC-8688-93132755BF67}">
      <dsp:nvSpPr>
        <dsp:cNvPr id="0" name=""/>
        <dsp:cNvSpPr/>
      </dsp:nvSpPr>
      <dsp:spPr>
        <a:xfrm>
          <a:off x="0" y="1860567"/>
          <a:ext cx="4995334"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a:t>
          </a:r>
          <a:r>
            <a:rPr lang="ru-RU" sz="2500" b="0" i="0" kern="1200" dirty="0" err="1"/>
            <a:t>Самостійна</a:t>
          </a:r>
          <a:r>
            <a:rPr lang="ru-RU" sz="2500" b="0" i="0" kern="1200" dirty="0"/>
            <a:t> </a:t>
          </a:r>
          <a:r>
            <a:rPr lang="ru-RU" sz="2500" b="0" i="0" kern="1200" dirty="0" err="1"/>
            <a:t>Україна</a:t>
          </a:r>
          <a:r>
            <a:rPr lang="ru-RU" sz="2500" b="0" i="0" kern="1200" dirty="0"/>
            <a:t>»</a:t>
          </a:r>
          <a:endParaRPr lang="uk-UA" sz="2500" kern="1200" dirty="0"/>
        </a:p>
      </dsp:txBody>
      <dsp:txXfrm>
        <a:off x="29271" y="1889838"/>
        <a:ext cx="4936792" cy="541083"/>
      </dsp:txXfrm>
    </dsp:sp>
    <dsp:sp modelId="{32B1D99C-AAA2-48F7-BF15-3F4CF28AA808}">
      <dsp:nvSpPr>
        <dsp:cNvPr id="0" name=""/>
        <dsp:cNvSpPr/>
      </dsp:nvSpPr>
      <dsp:spPr>
        <a:xfrm>
          <a:off x="0" y="2532192"/>
          <a:ext cx="4995334"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«Книга </a:t>
          </a:r>
          <a:r>
            <a:rPr lang="ru-RU" sz="2500" b="0" i="0" kern="1200" dirty="0" err="1"/>
            <a:t>буття</a:t>
          </a:r>
          <a:r>
            <a:rPr lang="ru-RU" sz="2500" b="0" i="0" kern="1200" dirty="0"/>
            <a:t> </a:t>
          </a:r>
          <a:r>
            <a:rPr lang="ru-RU" sz="2500" b="0" i="0" kern="1200" dirty="0" err="1"/>
            <a:t>українського</a:t>
          </a:r>
          <a:r>
            <a:rPr lang="ru-RU" sz="2500" b="0" i="0" kern="1200" dirty="0"/>
            <a:t> народу»</a:t>
          </a:r>
          <a:endParaRPr lang="uk-UA" sz="2500" kern="1200" dirty="0"/>
        </a:p>
      </dsp:txBody>
      <dsp:txXfrm>
        <a:off x="29271" y="2561463"/>
        <a:ext cx="4936792" cy="54108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011A9-10FC-4CE6-AF3A-A77D3AC112D1}">
      <dsp:nvSpPr>
        <dsp:cNvPr id="0" name=""/>
        <dsp:cNvSpPr/>
      </dsp:nvSpPr>
      <dsp:spPr>
        <a:xfrm>
          <a:off x="-4124963" y="-633051"/>
          <a:ext cx="4915236" cy="4915236"/>
        </a:xfrm>
        <a:prstGeom prst="blockArc">
          <a:avLst>
            <a:gd name="adj1" fmla="val 18900000"/>
            <a:gd name="adj2" fmla="val 2700000"/>
            <a:gd name="adj3" fmla="val 439"/>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09F153-FCBA-41F1-B9E1-6127A2B2E214}">
      <dsp:nvSpPr>
        <dsp:cNvPr id="0" name=""/>
        <dsp:cNvSpPr/>
      </dsp:nvSpPr>
      <dsp:spPr>
        <a:xfrm>
          <a:off x="414075" y="280545"/>
          <a:ext cx="4532623" cy="56138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598" tIns="73660" rIns="73660" bIns="73660" numCol="1" spcCol="1270" anchor="ctr" anchorCtr="0">
          <a:noAutofit/>
        </a:bodyPr>
        <a:lstStyle/>
        <a:p>
          <a:pPr marL="0" lvl="0" indent="0" algn="l" defTabSz="1289050">
            <a:lnSpc>
              <a:spcPct val="90000"/>
            </a:lnSpc>
            <a:spcBef>
              <a:spcPct val="0"/>
            </a:spcBef>
            <a:spcAft>
              <a:spcPct val="35000"/>
            </a:spcAft>
            <a:buNone/>
          </a:pPr>
          <a:r>
            <a:rPr lang="ru-RU" sz="2900" b="0" i="0" kern="1200"/>
            <a:t>Маркіян Шашкевич</a:t>
          </a:r>
          <a:endParaRPr lang="uk-UA" sz="2900" kern="1200"/>
        </a:p>
      </dsp:txBody>
      <dsp:txXfrm>
        <a:off x="414075" y="280545"/>
        <a:ext cx="4532623" cy="561382"/>
      </dsp:txXfrm>
    </dsp:sp>
    <dsp:sp modelId="{29909243-BD24-4E8B-B288-BC39BA90262D}">
      <dsp:nvSpPr>
        <dsp:cNvPr id="0" name=""/>
        <dsp:cNvSpPr/>
      </dsp:nvSpPr>
      <dsp:spPr>
        <a:xfrm>
          <a:off x="63211" y="210372"/>
          <a:ext cx="701728" cy="70172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56BEC4-DC56-486A-B022-BA8DF61BBD69}">
      <dsp:nvSpPr>
        <dsp:cNvPr id="0" name=""/>
        <dsp:cNvSpPr/>
      </dsp:nvSpPr>
      <dsp:spPr>
        <a:xfrm>
          <a:off x="735929" y="1122765"/>
          <a:ext cx="4210770" cy="56138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598" tIns="73660" rIns="73660" bIns="73660" numCol="1" spcCol="1270" anchor="ctr" anchorCtr="0">
          <a:noAutofit/>
        </a:bodyPr>
        <a:lstStyle/>
        <a:p>
          <a:pPr marL="0" lvl="0" indent="0" algn="l" defTabSz="1289050">
            <a:lnSpc>
              <a:spcPct val="90000"/>
            </a:lnSpc>
            <a:spcBef>
              <a:spcPct val="0"/>
            </a:spcBef>
            <a:spcAft>
              <a:spcPct val="35000"/>
            </a:spcAft>
            <a:buNone/>
          </a:pPr>
          <a:r>
            <a:rPr lang="ru-RU" sz="2900" b="0" i="0" kern="1200" dirty="0" err="1"/>
            <a:t>Володимир</a:t>
          </a:r>
          <a:r>
            <a:rPr lang="ru-RU" sz="2900" b="0" i="0" kern="1200" dirty="0"/>
            <a:t> Антонович</a:t>
          </a:r>
          <a:endParaRPr lang="uk-UA" sz="2900" kern="1200" dirty="0"/>
        </a:p>
      </dsp:txBody>
      <dsp:txXfrm>
        <a:off x="735929" y="1122765"/>
        <a:ext cx="4210770" cy="561382"/>
      </dsp:txXfrm>
    </dsp:sp>
    <dsp:sp modelId="{9935C30A-7224-427C-AAE2-44F6B6655F09}">
      <dsp:nvSpPr>
        <dsp:cNvPr id="0" name=""/>
        <dsp:cNvSpPr/>
      </dsp:nvSpPr>
      <dsp:spPr>
        <a:xfrm>
          <a:off x="385065" y="1052592"/>
          <a:ext cx="701728" cy="70172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02F609-E6F7-48A2-9D99-6B6A9B8B61C5}">
      <dsp:nvSpPr>
        <dsp:cNvPr id="0" name=""/>
        <dsp:cNvSpPr/>
      </dsp:nvSpPr>
      <dsp:spPr>
        <a:xfrm>
          <a:off x="735929" y="1964985"/>
          <a:ext cx="4210770" cy="56138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598" tIns="73660" rIns="73660" bIns="73660" numCol="1" spcCol="1270" anchor="ctr" anchorCtr="0">
          <a:noAutofit/>
        </a:bodyPr>
        <a:lstStyle/>
        <a:p>
          <a:pPr marL="0" lvl="0" indent="0" algn="l" defTabSz="1289050">
            <a:lnSpc>
              <a:spcPct val="90000"/>
            </a:lnSpc>
            <a:spcBef>
              <a:spcPct val="0"/>
            </a:spcBef>
            <a:spcAft>
              <a:spcPct val="35000"/>
            </a:spcAft>
            <a:buNone/>
          </a:pPr>
          <a:r>
            <a:rPr lang="ru-RU" sz="2900" b="0" i="0" kern="1200" dirty="0"/>
            <a:t>Борис </a:t>
          </a:r>
          <a:r>
            <a:rPr lang="ru-RU" sz="2900" b="0" i="0" kern="1200" dirty="0" err="1"/>
            <a:t>Грінченко</a:t>
          </a:r>
          <a:endParaRPr lang="uk-UA" sz="2900" kern="1200" dirty="0"/>
        </a:p>
      </dsp:txBody>
      <dsp:txXfrm>
        <a:off x="735929" y="1964985"/>
        <a:ext cx="4210770" cy="561382"/>
      </dsp:txXfrm>
    </dsp:sp>
    <dsp:sp modelId="{33A38C2A-C27F-4A23-AE5D-28D21060597D}">
      <dsp:nvSpPr>
        <dsp:cNvPr id="0" name=""/>
        <dsp:cNvSpPr/>
      </dsp:nvSpPr>
      <dsp:spPr>
        <a:xfrm>
          <a:off x="385065" y="1894812"/>
          <a:ext cx="701728" cy="70172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57BA00-E853-4B51-978A-B2E43DD7A88C}">
      <dsp:nvSpPr>
        <dsp:cNvPr id="0" name=""/>
        <dsp:cNvSpPr/>
      </dsp:nvSpPr>
      <dsp:spPr>
        <a:xfrm>
          <a:off x="414075" y="2807205"/>
          <a:ext cx="4532623" cy="56138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598" tIns="73660" rIns="73660" bIns="73660" numCol="1" spcCol="1270" anchor="ctr" anchorCtr="0">
          <a:noAutofit/>
        </a:bodyPr>
        <a:lstStyle/>
        <a:p>
          <a:pPr marL="0" lvl="0" indent="0" algn="l" defTabSz="1289050">
            <a:lnSpc>
              <a:spcPct val="90000"/>
            </a:lnSpc>
            <a:spcBef>
              <a:spcPct val="0"/>
            </a:spcBef>
            <a:spcAft>
              <a:spcPct val="35000"/>
            </a:spcAft>
            <a:buNone/>
          </a:pPr>
          <a:r>
            <a:rPr lang="ru-RU" sz="2900" b="0" i="0" kern="1200" dirty="0" err="1"/>
            <a:t>Іван</a:t>
          </a:r>
          <a:r>
            <a:rPr lang="ru-RU" sz="2900" b="0" i="0" kern="1200" dirty="0"/>
            <a:t> Франко</a:t>
          </a:r>
          <a:endParaRPr lang="uk-UA" sz="2900" kern="1200" dirty="0"/>
        </a:p>
      </dsp:txBody>
      <dsp:txXfrm>
        <a:off x="414075" y="2807205"/>
        <a:ext cx="4532623" cy="561382"/>
      </dsp:txXfrm>
    </dsp:sp>
    <dsp:sp modelId="{F4DA9FB6-528C-48F9-B56B-E8A9C9ED3BD4}">
      <dsp:nvSpPr>
        <dsp:cNvPr id="0" name=""/>
        <dsp:cNvSpPr/>
      </dsp:nvSpPr>
      <dsp:spPr>
        <a:xfrm>
          <a:off x="63211" y="2737032"/>
          <a:ext cx="701728" cy="70172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DE427-379C-4C00-A09C-FFEDA6B66D5F}">
      <dsp:nvSpPr>
        <dsp:cNvPr id="0" name=""/>
        <dsp:cNvSpPr/>
      </dsp:nvSpPr>
      <dsp:spPr>
        <a:xfrm rot="10800000">
          <a:off x="984001" y="8"/>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«Руська трійця»</a:t>
          </a:r>
          <a:endParaRPr lang="uk-UA" sz="1600" kern="1200"/>
        </a:p>
      </dsp:txBody>
      <dsp:txXfrm rot="10800000">
        <a:off x="1131284" y="8"/>
        <a:ext cx="3174612" cy="589134"/>
      </dsp:txXfrm>
    </dsp:sp>
    <dsp:sp modelId="{14E1CB4E-D847-4E1E-A9E0-70C5D1990B2B}">
      <dsp:nvSpPr>
        <dsp:cNvPr id="0" name=""/>
        <dsp:cNvSpPr/>
      </dsp:nvSpPr>
      <dsp:spPr>
        <a:xfrm>
          <a:off x="689434" y="8"/>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A87FBB-E1CD-40F0-8BCF-E71216DCABE1}">
      <dsp:nvSpPr>
        <dsp:cNvPr id="0" name=""/>
        <dsp:cNvSpPr/>
      </dsp:nvSpPr>
      <dsp:spPr>
        <a:xfrm rot="10800000">
          <a:off x="984001" y="765003"/>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dirty="0"/>
            <a:t>Головна </a:t>
          </a:r>
          <a:r>
            <a:rPr lang="ru-RU" sz="1600" b="0" i="0" kern="1200" dirty="0" err="1"/>
            <a:t>Руська</a:t>
          </a:r>
          <a:r>
            <a:rPr lang="ru-RU" sz="1600" b="0" i="0" kern="1200" dirty="0"/>
            <a:t> Рада</a:t>
          </a:r>
          <a:endParaRPr lang="uk-UA" sz="1600" kern="1200" dirty="0"/>
        </a:p>
      </dsp:txBody>
      <dsp:txXfrm rot="10800000">
        <a:off x="1131284" y="765003"/>
        <a:ext cx="3174612" cy="589134"/>
      </dsp:txXfrm>
    </dsp:sp>
    <dsp:sp modelId="{163FE11B-59EE-4B9A-86BE-41D45121C727}">
      <dsp:nvSpPr>
        <dsp:cNvPr id="0" name=""/>
        <dsp:cNvSpPr/>
      </dsp:nvSpPr>
      <dsp:spPr>
        <a:xfrm>
          <a:off x="689434" y="765003"/>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B72A6A-CCA1-4A3F-86BC-3039EEF3DE44}">
      <dsp:nvSpPr>
        <dsp:cNvPr id="0" name=""/>
        <dsp:cNvSpPr/>
      </dsp:nvSpPr>
      <dsp:spPr>
        <a:xfrm rot="10800000">
          <a:off x="984001" y="1529999"/>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Київська громада</a:t>
          </a:r>
          <a:endParaRPr lang="uk-UA" sz="1600" kern="1200"/>
        </a:p>
      </dsp:txBody>
      <dsp:txXfrm rot="10800000">
        <a:off x="1131284" y="1529999"/>
        <a:ext cx="3174612" cy="589134"/>
      </dsp:txXfrm>
    </dsp:sp>
    <dsp:sp modelId="{758DF1BB-8718-43ED-A79F-6859650E56E4}">
      <dsp:nvSpPr>
        <dsp:cNvPr id="0" name=""/>
        <dsp:cNvSpPr/>
      </dsp:nvSpPr>
      <dsp:spPr>
        <a:xfrm>
          <a:off x="689434" y="1529999"/>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D8A9AC-DACA-4AEE-9FAE-4581286204A2}">
      <dsp:nvSpPr>
        <dsp:cNvPr id="0" name=""/>
        <dsp:cNvSpPr/>
      </dsp:nvSpPr>
      <dsp:spPr>
        <a:xfrm rot="10800000">
          <a:off x="984001" y="2294994"/>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Русько-українська радикальна партія</a:t>
          </a:r>
          <a:endParaRPr lang="uk-UA" sz="1600" kern="1200"/>
        </a:p>
      </dsp:txBody>
      <dsp:txXfrm rot="10800000">
        <a:off x="1131284" y="2294994"/>
        <a:ext cx="3174612" cy="589134"/>
      </dsp:txXfrm>
    </dsp:sp>
    <dsp:sp modelId="{47DA37A2-BA2F-4481-9723-56BF6566E9D3}">
      <dsp:nvSpPr>
        <dsp:cNvPr id="0" name=""/>
        <dsp:cNvSpPr/>
      </dsp:nvSpPr>
      <dsp:spPr>
        <a:xfrm>
          <a:off x="689434" y="2294994"/>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E823E74-24A2-4F20-A525-9CB04F836DF3}">
      <dsp:nvSpPr>
        <dsp:cNvPr id="0" name=""/>
        <dsp:cNvSpPr/>
      </dsp:nvSpPr>
      <dsp:spPr>
        <a:xfrm rot="10800000">
          <a:off x="984001" y="3059990"/>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dirty="0"/>
            <a:t>Братство </a:t>
          </a:r>
          <a:r>
            <a:rPr lang="ru-RU" sz="1600" b="0" i="0" kern="1200" dirty="0" err="1"/>
            <a:t>тарасівців</a:t>
          </a:r>
          <a:endParaRPr lang="uk-UA" sz="1600" kern="1200" dirty="0"/>
        </a:p>
      </dsp:txBody>
      <dsp:txXfrm rot="10800000">
        <a:off x="1131284" y="3059990"/>
        <a:ext cx="3174612" cy="589134"/>
      </dsp:txXfrm>
    </dsp:sp>
    <dsp:sp modelId="{55583F0A-CC03-4820-9E5D-F5DBB4DF271C}">
      <dsp:nvSpPr>
        <dsp:cNvPr id="0" name=""/>
        <dsp:cNvSpPr/>
      </dsp:nvSpPr>
      <dsp:spPr>
        <a:xfrm>
          <a:off x="689434" y="3059990"/>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412621-96EB-4B87-BA59-F9ABA07AD2F3}">
      <dsp:nvSpPr>
        <dsp:cNvPr id="0" name=""/>
        <dsp:cNvSpPr/>
      </dsp:nvSpPr>
      <dsp:spPr>
        <a:xfrm>
          <a:off x="0" y="222746"/>
          <a:ext cx="4995334" cy="157014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У травні 1848 р. українці Галичини створюють у Львові власний орган – Головну руську раду на противагу польській Центральній раді народовій.</a:t>
          </a:r>
          <a:endParaRPr lang="uk-UA" sz="2200" kern="1200" dirty="0"/>
        </a:p>
      </dsp:txBody>
      <dsp:txXfrm>
        <a:off x="76648" y="299394"/>
        <a:ext cx="4842038" cy="1416844"/>
      </dsp:txXfrm>
    </dsp:sp>
    <dsp:sp modelId="{27C88DAD-1B1A-4D49-A34B-72884AD75ACD}">
      <dsp:nvSpPr>
        <dsp:cNvPr id="0" name=""/>
        <dsp:cNvSpPr/>
      </dsp:nvSpPr>
      <dsp:spPr>
        <a:xfrm>
          <a:off x="0" y="1856247"/>
          <a:ext cx="4995334" cy="157014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Демократизація суспільного життя імперії під час революції 1848–1849 рр. сприяла виданню Я. Головацьким альманаху «Русалка </a:t>
          </a:r>
          <a:r>
            <a:rPr lang="uk-UA" sz="2200" b="0" i="0" kern="1200" dirty="0" err="1"/>
            <a:t>Дністровая</a:t>
          </a:r>
          <a:r>
            <a:rPr lang="uk-UA" sz="2200" b="0" i="0" kern="1200" dirty="0"/>
            <a:t>».</a:t>
          </a:r>
          <a:endParaRPr lang="uk-UA" sz="2200" kern="1200" dirty="0"/>
        </a:p>
      </dsp:txBody>
      <dsp:txXfrm>
        <a:off x="76648" y="1932895"/>
        <a:ext cx="4842038" cy="141684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AD85C-0633-4BFF-9F08-685EB71812D5}">
      <dsp:nvSpPr>
        <dsp:cNvPr id="0" name=""/>
        <dsp:cNvSpPr/>
      </dsp:nvSpPr>
      <dsp:spPr>
        <a:xfrm>
          <a:off x="0" y="0"/>
          <a:ext cx="4995332" cy="1739643"/>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Унаслідок утисків влади, в парламенті імперії, скликаному в липні 1848 р., українці не мали жодного депутата, це спричинило Львівське збройне повстання.</a:t>
          </a:r>
          <a:endParaRPr lang="uk-UA" sz="2000" kern="1200" dirty="0"/>
        </a:p>
      </dsp:txBody>
      <dsp:txXfrm>
        <a:off x="84922" y="84922"/>
        <a:ext cx="4825488" cy="1569799"/>
      </dsp:txXfrm>
    </dsp:sp>
    <dsp:sp modelId="{59B9E6D1-5130-450B-BDCA-7C183D1D49B3}">
      <dsp:nvSpPr>
        <dsp:cNvPr id="0" name=""/>
        <dsp:cNvSpPr/>
      </dsp:nvSpPr>
      <dsp:spPr>
        <a:xfrm>
          <a:off x="0" y="1853366"/>
          <a:ext cx="4995332" cy="1739643"/>
        </a:xfrm>
        <a:prstGeom prst="roundRect">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Під проводом Л. Кобилиці «холерні бунти» селян Закарпаття впродовж 1848–1849 рр. набули організованого характеру; учасниками було висунуто чіткі економічні вимоги.</a:t>
          </a:r>
          <a:endParaRPr lang="uk-UA" sz="2000" kern="1200" dirty="0"/>
        </a:p>
      </dsp:txBody>
      <dsp:txXfrm>
        <a:off x="84922" y="1938288"/>
        <a:ext cx="4825488" cy="156979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E2E94-CDAF-4023-A5F3-20BC405B8DB5}">
      <dsp:nvSpPr>
        <dsp:cNvPr id="0" name=""/>
        <dsp:cNvSpPr/>
      </dsp:nvSpPr>
      <dsp:spPr>
        <a:xfrm rot="10800000">
          <a:off x="1023018" y="489"/>
          <a:ext cx="3321895" cy="745202"/>
        </a:xfrm>
        <a:prstGeom prst="homePlat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dirty="0"/>
            <a:t>Головна </a:t>
          </a:r>
          <a:r>
            <a:rPr lang="ru-RU" sz="2000" b="0" i="0" kern="1200" dirty="0" err="1"/>
            <a:t>руська</a:t>
          </a:r>
          <a:r>
            <a:rPr lang="ru-RU" sz="2000" b="0" i="0" kern="1200" dirty="0"/>
            <a:t> рада</a:t>
          </a:r>
          <a:endParaRPr lang="uk-UA" sz="2000" kern="1200" dirty="0"/>
        </a:p>
      </dsp:txBody>
      <dsp:txXfrm rot="10800000">
        <a:off x="1209318" y="489"/>
        <a:ext cx="3135595" cy="745202"/>
      </dsp:txXfrm>
    </dsp:sp>
    <dsp:sp modelId="{362694BB-7D05-413F-B838-EEF7878A9F67}">
      <dsp:nvSpPr>
        <dsp:cNvPr id="0" name=""/>
        <dsp:cNvSpPr/>
      </dsp:nvSpPr>
      <dsp:spPr>
        <a:xfrm>
          <a:off x="650417" y="489"/>
          <a:ext cx="745202" cy="745202"/>
        </a:xfrm>
        <a:prstGeom prst="ellipse">
          <a:avLst/>
        </a:prstGeom>
        <a:solidFill>
          <a:schemeClr val="accent4">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74D981-EDDF-4041-9589-E81D7CAFEE96}">
      <dsp:nvSpPr>
        <dsp:cNvPr id="0" name=""/>
        <dsp:cNvSpPr/>
      </dsp:nvSpPr>
      <dsp:spPr>
        <a:xfrm rot="10800000">
          <a:off x="1023018" y="968140"/>
          <a:ext cx="3321895" cy="745202"/>
        </a:xfrm>
        <a:prstGeom prst="homePlate">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Руська трійця</a:t>
          </a:r>
          <a:endParaRPr lang="uk-UA" sz="2000" kern="1200"/>
        </a:p>
      </dsp:txBody>
      <dsp:txXfrm rot="10800000">
        <a:off x="1209318" y="968140"/>
        <a:ext cx="3135595" cy="745202"/>
      </dsp:txXfrm>
    </dsp:sp>
    <dsp:sp modelId="{F62E67AD-0B2D-4461-A6BA-3DED7050E5B6}">
      <dsp:nvSpPr>
        <dsp:cNvPr id="0" name=""/>
        <dsp:cNvSpPr/>
      </dsp:nvSpPr>
      <dsp:spPr>
        <a:xfrm>
          <a:off x="650417" y="968140"/>
          <a:ext cx="745202" cy="745202"/>
        </a:xfrm>
        <a:prstGeom prst="ellipse">
          <a:avLst/>
        </a:prstGeom>
        <a:solidFill>
          <a:schemeClr val="accent4">
            <a:tint val="50000"/>
            <a:hueOff val="1859439"/>
            <a:satOff val="8277"/>
            <a:lumOff val="-27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3CF7B1-DE53-45E4-BF50-0BB7C98B1C89}">
      <dsp:nvSpPr>
        <dsp:cNvPr id="0" name=""/>
        <dsp:cNvSpPr/>
      </dsp:nvSpPr>
      <dsp:spPr>
        <a:xfrm rot="10800000">
          <a:off x="1023018" y="1935790"/>
          <a:ext cx="3321895" cy="745202"/>
        </a:xfrm>
        <a:prstGeom prst="homePlate">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Руський собор</a:t>
          </a:r>
          <a:endParaRPr lang="uk-UA" sz="2000" kern="1200"/>
        </a:p>
      </dsp:txBody>
      <dsp:txXfrm rot="10800000">
        <a:off x="1209318" y="1935790"/>
        <a:ext cx="3135595" cy="745202"/>
      </dsp:txXfrm>
    </dsp:sp>
    <dsp:sp modelId="{D0A5890F-117C-4F0A-8A19-CEAE903FBAE8}">
      <dsp:nvSpPr>
        <dsp:cNvPr id="0" name=""/>
        <dsp:cNvSpPr/>
      </dsp:nvSpPr>
      <dsp:spPr>
        <a:xfrm>
          <a:off x="650417" y="1935790"/>
          <a:ext cx="745202" cy="745202"/>
        </a:xfrm>
        <a:prstGeom prst="ellipse">
          <a:avLst/>
        </a:prstGeom>
        <a:solidFill>
          <a:schemeClr val="accent4">
            <a:tint val="50000"/>
            <a:hueOff val="3718878"/>
            <a:satOff val="16554"/>
            <a:lumOff val="-5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E72A9C-FA21-4587-88A1-83CA872D182C}">
      <dsp:nvSpPr>
        <dsp:cNvPr id="0" name=""/>
        <dsp:cNvSpPr/>
      </dsp:nvSpPr>
      <dsp:spPr>
        <a:xfrm rot="10800000">
          <a:off x="1023018" y="2903441"/>
          <a:ext cx="3321895" cy="745202"/>
        </a:xfrm>
        <a:prstGeom prst="homePlate">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dirty="0"/>
            <a:t>Центральна рада </a:t>
          </a:r>
          <a:r>
            <a:rPr lang="ru-RU" sz="2000" b="0" i="0" kern="1200" dirty="0" err="1"/>
            <a:t>народова</a:t>
          </a:r>
          <a:endParaRPr lang="uk-UA" sz="2000" kern="1200" dirty="0"/>
        </a:p>
      </dsp:txBody>
      <dsp:txXfrm rot="10800000">
        <a:off x="1209318" y="2903441"/>
        <a:ext cx="3135595" cy="745202"/>
      </dsp:txXfrm>
    </dsp:sp>
    <dsp:sp modelId="{0AE8B3DA-7A54-498A-83F8-C36417B7AC29}">
      <dsp:nvSpPr>
        <dsp:cNvPr id="0" name=""/>
        <dsp:cNvSpPr/>
      </dsp:nvSpPr>
      <dsp:spPr>
        <a:xfrm>
          <a:off x="650417" y="2903441"/>
          <a:ext cx="745202" cy="745202"/>
        </a:xfrm>
        <a:prstGeom prst="ellipse">
          <a:avLst/>
        </a:prstGeom>
        <a:solidFill>
          <a:schemeClr val="accent4">
            <a:tint val="50000"/>
            <a:hueOff val="5578317"/>
            <a:satOff val="24831"/>
            <a:lumOff val="-82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FC38B-8ABA-49B7-9916-795FCC226309}">
      <dsp:nvSpPr>
        <dsp:cNvPr id="0" name=""/>
        <dsp:cNvSpPr/>
      </dsp:nvSpPr>
      <dsp:spPr>
        <a:xfrm>
          <a:off x="0" y="65390"/>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Братство тарасівців</a:t>
          </a:r>
          <a:endParaRPr lang="uk-UA" sz="2100" kern="1200"/>
        </a:p>
      </dsp:txBody>
      <dsp:txXfrm>
        <a:off x="40724" y="106114"/>
        <a:ext cx="4913886" cy="752780"/>
      </dsp:txXfrm>
    </dsp:sp>
    <dsp:sp modelId="{8C610D6E-9282-4DFF-B4F9-C1CF72B30643}">
      <dsp:nvSpPr>
        <dsp:cNvPr id="0" name=""/>
        <dsp:cNvSpPr/>
      </dsp:nvSpPr>
      <dsp:spPr>
        <a:xfrm>
          <a:off x="0" y="960098"/>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Кирило-Мефодіївське братство</a:t>
          </a:r>
          <a:endParaRPr lang="uk-UA" sz="2100" kern="1200"/>
        </a:p>
      </dsp:txBody>
      <dsp:txXfrm>
        <a:off x="40724" y="1000822"/>
        <a:ext cx="4913886" cy="752780"/>
      </dsp:txXfrm>
    </dsp:sp>
    <dsp:sp modelId="{45A73039-B330-4671-9AA0-9AE6C1E96B4D}">
      <dsp:nvSpPr>
        <dsp:cNvPr id="0" name=""/>
        <dsp:cNvSpPr/>
      </dsp:nvSpPr>
      <dsp:spPr>
        <a:xfrm>
          <a:off x="0" y="1854807"/>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a:t>
          </a:r>
          <a:r>
            <a:rPr lang="ru-RU" sz="2100" b="0" i="0" kern="1200" dirty="0" err="1"/>
            <a:t>Південно-Західний</a:t>
          </a:r>
          <a:r>
            <a:rPr lang="ru-RU" sz="2100" b="0" i="0" kern="1200" dirty="0"/>
            <a:t> </a:t>
          </a:r>
          <a:r>
            <a:rPr lang="ru-RU" sz="2100" b="0" i="0" kern="1200" dirty="0" err="1"/>
            <a:t>відділ</a:t>
          </a:r>
          <a:r>
            <a:rPr lang="ru-RU" sz="2100" b="0" i="0" kern="1200" dirty="0"/>
            <a:t> </a:t>
          </a:r>
          <a:r>
            <a:rPr lang="ru-RU" sz="2100" b="0" i="0" kern="1200" dirty="0" err="1"/>
            <a:t>Російського</a:t>
          </a:r>
          <a:r>
            <a:rPr lang="ru-RU" sz="2100" b="0" i="0" kern="1200" dirty="0"/>
            <a:t> </a:t>
          </a:r>
          <a:r>
            <a:rPr lang="ru-RU" sz="2100" b="0" i="0" kern="1200" dirty="0" err="1"/>
            <a:t>географічного</a:t>
          </a:r>
          <a:r>
            <a:rPr lang="ru-RU" sz="2100" b="0" i="0" kern="1200" dirty="0"/>
            <a:t> </a:t>
          </a:r>
          <a:r>
            <a:rPr lang="ru-RU" sz="2100" b="0" i="0" kern="1200" dirty="0" err="1"/>
            <a:t>товариства</a:t>
          </a:r>
          <a:r>
            <a:rPr lang="ru-RU" sz="2100" b="0" i="0" kern="1200" dirty="0"/>
            <a:t>»</a:t>
          </a:r>
          <a:endParaRPr lang="uk-UA" sz="2100" kern="1200" dirty="0"/>
        </a:p>
      </dsp:txBody>
      <dsp:txXfrm>
        <a:off x="40724" y="1895531"/>
        <a:ext cx="4913886" cy="752780"/>
      </dsp:txXfrm>
    </dsp:sp>
    <dsp:sp modelId="{3B404240-E94B-4EC7-8FF6-085D78014E22}">
      <dsp:nvSpPr>
        <dsp:cNvPr id="0" name=""/>
        <dsp:cNvSpPr/>
      </dsp:nvSpPr>
      <dsp:spPr>
        <a:xfrm>
          <a:off x="0" y="2749515"/>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Наукове</a:t>
          </a:r>
          <a:r>
            <a:rPr lang="ru-RU" sz="2100" b="0" i="0" kern="1200" dirty="0"/>
            <a:t> </a:t>
          </a:r>
          <a:r>
            <a:rPr lang="ru-RU" sz="2100" b="0" i="0" kern="1200" dirty="0" err="1"/>
            <a:t>товариство</a:t>
          </a:r>
          <a:r>
            <a:rPr lang="ru-RU" sz="2100" b="0" i="0" kern="1200" dirty="0"/>
            <a:t> </a:t>
          </a:r>
          <a:r>
            <a:rPr lang="ru-RU" sz="2100" b="0" i="0" kern="1200" dirty="0" err="1"/>
            <a:t>ім</a:t>
          </a:r>
          <a:r>
            <a:rPr lang="ru-RU" sz="2100" b="0" i="0" kern="1200" dirty="0"/>
            <a:t>. Т. Шевченка</a:t>
          </a:r>
          <a:endParaRPr lang="uk-UA" sz="2100" kern="1200" dirty="0"/>
        </a:p>
      </dsp:txBody>
      <dsp:txXfrm>
        <a:off x="40724" y="2790239"/>
        <a:ext cx="4913886" cy="75278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0A806-ED9B-4E6C-942D-836CE717203A}">
      <dsp:nvSpPr>
        <dsp:cNvPr id="0" name=""/>
        <dsp:cNvSpPr/>
      </dsp:nvSpPr>
      <dsp:spPr>
        <a:xfrm rot="10800000">
          <a:off x="984001" y="8"/>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dirty="0"/>
            <a:t>Микола Гулак</a:t>
          </a:r>
          <a:endParaRPr lang="uk-UA" sz="2200" kern="1200" dirty="0"/>
        </a:p>
      </dsp:txBody>
      <dsp:txXfrm rot="10800000">
        <a:off x="1131284" y="8"/>
        <a:ext cx="3174612" cy="589134"/>
      </dsp:txXfrm>
    </dsp:sp>
    <dsp:sp modelId="{39BF2AE5-752F-45FB-BBF8-6D97ACB5D951}">
      <dsp:nvSpPr>
        <dsp:cNvPr id="0" name=""/>
        <dsp:cNvSpPr/>
      </dsp:nvSpPr>
      <dsp:spPr>
        <a:xfrm>
          <a:off x="689434" y="8"/>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DDB364-4A0F-488C-8992-E3CDD0BA5214}">
      <dsp:nvSpPr>
        <dsp:cNvPr id="0" name=""/>
        <dsp:cNvSpPr/>
      </dsp:nvSpPr>
      <dsp:spPr>
        <a:xfrm rot="10800000">
          <a:off x="984001" y="765003"/>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dirty="0"/>
            <a:t>Михайло </a:t>
          </a:r>
          <a:r>
            <a:rPr lang="ru-RU" sz="2200" b="0" i="0" kern="1200" dirty="0" err="1"/>
            <a:t>Грушевський</a:t>
          </a:r>
          <a:endParaRPr lang="uk-UA" sz="2200" kern="1200" dirty="0"/>
        </a:p>
      </dsp:txBody>
      <dsp:txXfrm rot="10800000">
        <a:off x="1131284" y="765003"/>
        <a:ext cx="3174612" cy="589134"/>
      </dsp:txXfrm>
    </dsp:sp>
    <dsp:sp modelId="{3786110C-9F01-4099-A5A6-03012EF78EDD}">
      <dsp:nvSpPr>
        <dsp:cNvPr id="0" name=""/>
        <dsp:cNvSpPr/>
      </dsp:nvSpPr>
      <dsp:spPr>
        <a:xfrm>
          <a:off x="689434" y="765003"/>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50202F-CC3D-4D7B-AB3A-20A45A416294}">
      <dsp:nvSpPr>
        <dsp:cNvPr id="0" name=""/>
        <dsp:cNvSpPr/>
      </dsp:nvSpPr>
      <dsp:spPr>
        <a:xfrm rot="10800000">
          <a:off x="984001" y="1529999"/>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Дмитро Донцов</a:t>
          </a:r>
          <a:endParaRPr lang="uk-UA" sz="2200" kern="1200"/>
        </a:p>
      </dsp:txBody>
      <dsp:txXfrm rot="10800000">
        <a:off x="1131284" y="1529999"/>
        <a:ext cx="3174612" cy="589134"/>
      </dsp:txXfrm>
    </dsp:sp>
    <dsp:sp modelId="{9B8CCA87-9FC4-450D-AE0B-2FCC84A8CC7C}">
      <dsp:nvSpPr>
        <dsp:cNvPr id="0" name=""/>
        <dsp:cNvSpPr/>
      </dsp:nvSpPr>
      <dsp:spPr>
        <a:xfrm>
          <a:off x="689434" y="1529999"/>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B010CD-4362-44AB-BE75-D1D93C893C15}">
      <dsp:nvSpPr>
        <dsp:cNvPr id="0" name=""/>
        <dsp:cNvSpPr/>
      </dsp:nvSpPr>
      <dsp:spPr>
        <a:xfrm rot="10800000">
          <a:off x="984001" y="2294994"/>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Павло Чубинський</a:t>
          </a:r>
          <a:endParaRPr lang="uk-UA" sz="2200" kern="1200"/>
        </a:p>
      </dsp:txBody>
      <dsp:txXfrm rot="10800000">
        <a:off x="1131284" y="2294994"/>
        <a:ext cx="3174612" cy="589134"/>
      </dsp:txXfrm>
    </dsp:sp>
    <dsp:sp modelId="{8B13C095-BB75-41BF-B2D3-C3B2C0C52D50}">
      <dsp:nvSpPr>
        <dsp:cNvPr id="0" name=""/>
        <dsp:cNvSpPr/>
      </dsp:nvSpPr>
      <dsp:spPr>
        <a:xfrm>
          <a:off x="689434" y="2294994"/>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7C6F38-59EA-4BCB-9ECE-39FC3056189C}">
      <dsp:nvSpPr>
        <dsp:cNvPr id="0" name=""/>
        <dsp:cNvSpPr/>
      </dsp:nvSpPr>
      <dsp:spPr>
        <a:xfrm rot="10800000">
          <a:off x="984001" y="3059990"/>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dirty="0"/>
            <a:t>Микола </a:t>
          </a:r>
          <a:r>
            <a:rPr lang="ru-RU" sz="2200" b="0" i="0" kern="1200" dirty="0" err="1"/>
            <a:t>Міхновський</a:t>
          </a:r>
          <a:endParaRPr lang="uk-UA" sz="2200" kern="1200" dirty="0"/>
        </a:p>
      </dsp:txBody>
      <dsp:txXfrm rot="10800000">
        <a:off x="1131284" y="3059990"/>
        <a:ext cx="3174612" cy="589134"/>
      </dsp:txXfrm>
    </dsp:sp>
    <dsp:sp modelId="{8EF49C7B-7793-4483-A0BA-182E4FF50D57}">
      <dsp:nvSpPr>
        <dsp:cNvPr id="0" name=""/>
        <dsp:cNvSpPr/>
      </dsp:nvSpPr>
      <dsp:spPr>
        <a:xfrm>
          <a:off x="689434" y="3059990"/>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A1FAF-F004-41F9-AB23-FC8DF3BAB9AD}">
      <dsp:nvSpPr>
        <dsp:cNvPr id="0" name=""/>
        <dsp:cNvSpPr/>
      </dsp:nvSpPr>
      <dsp:spPr>
        <a:xfrm rot="10800000">
          <a:off x="1023019" y="489"/>
          <a:ext cx="3321897" cy="745202"/>
        </a:xfrm>
        <a:prstGeom prst="homePlate">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dirty="0" err="1"/>
            <a:t>Південне</a:t>
          </a:r>
          <a:r>
            <a:rPr lang="ru-RU" sz="2000" b="0" i="0" kern="1200" dirty="0"/>
            <a:t> </a:t>
          </a:r>
          <a:r>
            <a:rPr lang="ru-RU" sz="2000" b="0" i="0" kern="1200" dirty="0" err="1"/>
            <a:t>товариство</a:t>
          </a:r>
          <a:r>
            <a:rPr lang="ru-RU" sz="2000" b="0" i="0" kern="1200" dirty="0"/>
            <a:t> </a:t>
          </a:r>
          <a:r>
            <a:rPr lang="ru-RU" sz="2000" b="0" i="0" kern="1200" dirty="0" err="1"/>
            <a:t>декабристів</a:t>
          </a:r>
          <a:endParaRPr lang="uk-UA" sz="2000" kern="1200" dirty="0"/>
        </a:p>
      </dsp:txBody>
      <dsp:txXfrm rot="10800000">
        <a:off x="1209319" y="489"/>
        <a:ext cx="3135597" cy="745202"/>
      </dsp:txXfrm>
    </dsp:sp>
    <dsp:sp modelId="{966A671D-4F54-4968-9CCC-94F9270C71B7}">
      <dsp:nvSpPr>
        <dsp:cNvPr id="0" name=""/>
        <dsp:cNvSpPr/>
      </dsp:nvSpPr>
      <dsp:spPr>
        <a:xfrm>
          <a:off x="650417" y="489"/>
          <a:ext cx="745202" cy="745202"/>
        </a:xfrm>
        <a:prstGeom prst="ellipse">
          <a:avLst/>
        </a:prstGeom>
        <a:solidFill>
          <a:schemeClr val="accent2">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C082A8-2A74-4A83-88C8-EC87FABBFA90}">
      <dsp:nvSpPr>
        <dsp:cNvPr id="0" name=""/>
        <dsp:cNvSpPr/>
      </dsp:nvSpPr>
      <dsp:spPr>
        <a:xfrm rot="10800000">
          <a:off x="1023019" y="968140"/>
          <a:ext cx="3321897" cy="745202"/>
        </a:xfrm>
        <a:prstGeom prst="homePlat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dirty="0" err="1"/>
            <a:t>Кирило-Мефодіївське</a:t>
          </a:r>
          <a:r>
            <a:rPr lang="ru-RU" sz="2000" b="0" i="0" kern="1200" dirty="0"/>
            <a:t> братство</a:t>
          </a:r>
          <a:endParaRPr lang="uk-UA" sz="2000" kern="1200" dirty="0"/>
        </a:p>
      </dsp:txBody>
      <dsp:txXfrm rot="10800000">
        <a:off x="1209319" y="968140"/>
        <a:ext cx="3135597" cy="745202"/>
      </dsp:txXfrm>
    </dsp:sp>
    <dsp:sp modelId="{80AC58FE-4FAA-49D7-B2A9-DDD7D0E07D90}">
      <dsp:nvSpPr>
        <dsp:cNvPr id="0" name=""/>
        <dsp:cNvSpPr/>
      </dsp:nvSpPr>
      <dsp:spPr>
        <a:xfrm>
          <a:off x="650417" y="968140"/>
          <a:ext cx="745202" cy="745202"/>
        </a:xfrm>
        <a:prstGeom prst="ellipse">
          <a:avLst/>
        </a:prstGeom>
        <a:solidFill>
          <a:schemeClr val="accent3">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249CA9-3A68-448B-B021-34C4791B9109}">
      <dsp:nvSpPr>
        <dsp:cNvPr id="0" name=""/>
        <dsp:cNvSpPr/>
      </dsp:nvSpPr>
      <dsp:spPr>
        <a:xfrm rot="10800000">
          <a:off x="1023019" y="1935791"/>
          <a:ext cx="3321897" cy="745202"/>
        </a:xfrm>
        <a:prstGeom prst="homePlat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«Руська трійця»</a:t>
          </a:r>
          <a:endParaRPr lang="uk-UA" sz="2000" kern="1200"/>
        </a:p>
      </dsp:txBody>
      <dsp:txXfrm rot="10800000">
        <a:off x="1209319" y="1935791"/>
        <a:ext cx="3135597" cy="745202"/>
      </dsp:txXfrm>
    </dsp:sp>
    <dsp:sp modelId="{CC46364D-30DE-4D62-874B-65FCDD1F9B80}">
      <dsp:nvSpPr>
        <dsp:cNvPr id="0" name=""/>
        <dsp:cNvSpPr/>
      </dsp:nvSpPr>
      <dsp:spPr>
        <a:xfrm>
          <a:off x="650417" y="1935791"/>
          <a:ext cx="745202" cy="745202"/>
        </a:xfrm>
        <a:prstGeom prst="ellipse">
          <a:avLst/>
        </a:prstGeom>
        <a:solidFill>
          <a:schemeClr val="accent4">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D96ED0-5CE7-498F-A491-3C23C6970308}">
      <dsp:nvSpPr>
        <dsp:cNvPr id="0" name=""/>
        <dsp:cNvSpPr/>
      </dsp:nvSpPr>
      <dsp:spPr>
        <a:xfrm rot="10800000">
          <a:off x="1023019" y="2903442"/>
          <a:ext cx="3321897" cy="745202"/>
        </a:xfrm>
        <a:prstGeom prst="homePlate">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dirty="0"/>
            <a:t>Головна </a:t>
          </a:r>
          <a:r>
            <a:rPr lang="ru-RU" sz="2000" b="0" i="0" kern="1200" dirty="0" err="1"/>
            <a:t>руська</a:t>
          </a:r>
          <a:r>
            <a:rPr lang="ru-RU" sz="2000" b="0" i="0" kern="1200" dirty="0"/>
            <a:t> рада</a:t>
          </a:r>
          <a:endParaRPr lang="uk-UA" sz="2000" kern="1200" dirty="0"/>
        </a:p>
      </dsp:txBody>
      <dsp:txXfrm rot="10800000">
        <a:off x="1209319" y="2903442"/>
        <a:ext cx="3135597" cy="745202"/>
      </dsp:txXfrm>
    </dsp:sp>
    <dsp:sp modelId="{50F389D7-58D2-4B6B-BD42-6BD01F3070CA}">
      <dsp:nvSpPr>
        <dsp:cNvPr id="0" name=""/>
        <dsp:cNvSpPr/>
      </dsp:nvSpPr>
      <dsp:spPr>
        <a:xfrm>
          <a:off x="650417" y="2903442"/>
          <a:ext cx="745202" cy="745202"/>
        </a:xfrm>
        <a:prstGeom prst="ellipse">
          <a:avLst/>
        </a:prstGeom>
        <a:solidFill>
          <a:schemeClr val="accent5">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8DEAF-E5DE-404C-B3F3-99D8F8D95232}">
      <dsp:nvSpPr>
        <dsp:cNvPr id="0" name=""/>
        <dsp:cNvSpPr/>
      </dsp:nvSpPr>
      <dsp:spPr>
        <a:xfrm>
          <a:off x="0" y="347530"/>
          <a:ext cx="4995332" cy="87984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установлення конституційної монархії, запровадження громадського самоврядування, розбудова Росії як федеративної держави</a:t>
          </a:r>
          <a:endParaRPr lang="uk-UA" sz="1600" kern="1200"/>
        </a:p>
      </dsp:txBody>
      <dsp:txXfrm>
        <a:off x="42950" y="390480"/>
        <a:ext cx="4909432" cy="793940"/>
      </dsp:txXfrm>
    </dsp:sp>
    <dsp:sp modelId="{875B91AB-B86A-46B9-959C-1B270B2540CD}">
      <dsp:nvSpPr>
        <dsp:cNvPr id="0" name=""/>
        <dsp:cNvSpPr/>
      </dsp:nvSpPr>
      <dsp:spPr>
        <a:xfrm>
          <a:off x="0" y="1273450"/>
          <a:ext cx="4995332" cy="879840"/>
        </a:xfrm>
        <a:prstGeom prst="roundRect">
          <a:avLst/>
        </a:prstGeom>
        <a:solidFill>
          <a:schemeClr val="accent4">
            <a:hueOff val="1280102"/>
            <a:satOff val="6731"/>
            <a:lumOff val="-152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повалення самодержавства шляхом військового перевороту, скасування кріпацтва, проголошення Росії унітарною республікою</a:t>
          </a:r>
          <a:endParaRPr lang="uk-UA" sz="1600" kern="1200" dirty="0"/>
        </a:p>
      </dsp:txBody>
      <dsp:txXfrm>
        <a:off x="42950" y="1316400"/>
        <a:ext cx="4909432" cy="793940"/>
      </dsp:txXfrm>
    </dsp:sp>
    <dsp:sp modelId="{BA1E6F70-06E5-4581-9806-77BF7180FF41}">
      <dsp:nvSpPr>
        <dsp:cNvPr id="0" name=""/>
        <dsp:cNvSpPr/>
      </dsp:nvSpPr>
      <dsp:spPr>
        <a:xfrm>
          <a:off x="0" y="2199370"/>
          <a:ext cx="4995332" cy="879840"/>
        </a:xfrm>
        <a:prstGeom prst="roundRect">
          <a:avLst/>
        </a:prstGeom>
        <a:solidFill>
          <a:schemeClr val="accent4">
            <a:hueOff val="2560204"/>
            <a:satOff val="13462"/>
            <a:lumOff val="-304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піднесення національної свідомості українців Галичини, перетворення народної мови на літературну, пропаганда єдності українського народу</a:t>
          </a:r>
          <a:endParaRPr lang="uk-UA" sz="1600" kern="1200" dirty="0"/>
        </a:p>
      </dsp:txBody>
      <dsp:txXfrm>
        <a:off x="42950" y="2242320"/>
        <a:ext cx="4909432" cy="793940"/>
      </dsp:txXfrm>
    </dsp:sp>
    <dsp:sp modelId="{336712AE-CF4A-4D91-BA28-630123E51275}">
      <dsp:nvSpPr>
        <dsp:cNvPr id="0" name=""/>
        <dsp:cNvSpPr/>
      </dsp:nvSpPr>
      <dsp:spPr>
        <a:xfrm>
          <a:off x="0" y="3125290"/>
          <a:ext cx="4995332" cy="879840"/>
        </a:xfrm>
        <a:prstGeom prst="roundRect">
          <a:avLst/>
        </a:prstGeom>
        <a:solidFill>
          <a:schemeClr val="accent4">
            <a:hueOff val="3840307"/>
            <a:satOff val="20193"/>
            <a:lumOff val="-455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знищення царизму, утвердження демократичних прав і свобод для всіх громадян, створення федерації християнських слов’янських республік</a:t>
          </a:r>
          <a:endParaRPr lang="uk-UA" sz="1600" kern="1200"/>
        </a:p>
      </dsp:txBody>
      <dsp:txXfrm>
        <a:off x="42950" y="3168240"/>
        <a:ext cx="4909432" cy="793940"/>
      </dsp:txXfrm>
    </dsp:sp>
    <dsp:sp modelId="{CFA9398F-616A-4C90-AC34-477BC4D0E0C3}">
      <dsp:nvSpPr>
        <dsp:cNvPr id="0" name=""/>
        <dsp:cNvSpPr/>
      </dsp:nvSpPr>
      <dsp:spPr>
        <a:xfrm>
          <a:off x="0" y="4051210"/>
          <a:ext cx="4995332" cy="879840"/>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розширення сфери вжитку української мови, поділ Галичини на дві провінції — Західну (польську) та Східну (українську)</a:t>
          </a:r>
          <a:endParaRPr lang="uk-UA" sz="1600" kern="1200" dirty="0"/>
        </a:p>
      </dsp:txBody>
      <dsp:txXfrm>
        <a:off x="42950" y="4094160"/>
        <a:ext cx="4909432" cy="79394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91BA0-6FD5-443B-B4FE-21D0714E53E7}">
      <dsp:nvSpPr>
        <dsp:cNvPr id="0" name=""/>
        <dsp:cNvSpPr/>
      </dsp:nvSpPr>
      <dsp:spPr>
        <a:xfrm>
          <a:off x="0" y="63086"/>
          <a:ext cx="4995332" cy="835379"/>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початок національного відродження на західноукраїнських землях.</a:t>
          </a:r>
          <a:endParaRPr lang="uk-UA" sz="2100" kern="1200" dirty="0"/>
        </a:p>
      </dsp:txBody>
      <dsp:txXfrm>
        <a:off x="40780" y="103866"/>
        <a:ext cx="4913772" cy="753819"/>
      </dsp:txXfrm>
    </dsp:sp>
    <dsp:sp modelId="{F1BB863D-B372-4EFA-9120-53E77064CA7C}">
      <dsp:nvSpPr>
        <dsp:cNvPr id="0" name=""/>
        <dsp:cNvSpPr/>
      </dsp:nvSpPr>
      <dsp:spPr>
        <a:xfrm>
          <a:off x="0" y="958946"/>
          <a:ext cx="4995332" cy="835379"/>
        </a:xfrm>
        <a:prstGeom prst="roundRect">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політизацію національно-визвольного руху в Австрійській імперії.</a:t>
          </a:r>
          <a:endParaRPr lang="uk-UA" sz="2100" kern="1200"/>
        </a:p>
      </dsp:txBody>
      <dsp:txXfrm>
        <a:off x="40780" y="999726"/>
        <a:ext cx="4913772" cy="753819"/>
      </dsp:txXfrm>
    </dsp:sp>
    <dsp:sp modelId="{3068BC7C-ECA9-4BF7-BEE2-D8F94A4944B2}">
      <dsp:nvSpPr>
        <dsp:cNvPr id="0" name=""/>
        <dsp:cNvSpPr/>
      </dsp:nvSpPr>
      <dsp:spPr>
        <a:xfrm>
          <a:off x="0" y="1854806"/>
          <a:ext cx="4995332" cy="835379"/>
        </a:xfrm>
        <a:prstGeom prst="roundRect">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розгортання національного руху під релігійними гаслами.</a:t>
          </a:r>
          <a:endParaRPr lang="uk-UA" sz="2100" kern="1200"/>
        </a:p>
      </dsp:txBody>
      <dsp:txXfrm>
        <a:off x="40780" y="1895586"/>
        <a:ext cx="4913772" cy="753819"/>
      </dsp:txXfrm>
    </dsp:sp>
    <dsp:sp modelId="{5D715FA3-3BCE-4336-A8FE-D6F30E3F3426}">
      <dsp:nvSpPr>
        <dsp:cNvPr id="0" name=""/>
        <dsp:cNvSpPr/>
      </dsp:nvSpPr>
      <dsp:spPr>
        <a:xfrm>
          <a:off x="0" y="2750666"/>
          <a:ext cx="4995332" cy="835379"/>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переорієнтацію українського руху на Російську імперію.</a:t>
          </a:r>
          <a:endParaRPr lang="uk-UA" sz="2100" kern="1200" dirty="0"/>
        </a:p>
      </dsp:txBody>
      <dsp:txXfrm>
        <a:off x="40780" y="2791446"/>
        <a:ext cx="4913772" cy="75381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5651B-22B4-4247-8FD3-8DEBA417CD96}">
      <dsp:nvSpPr>
        <dsp:cNvPr id="0" name=""/>
        <dsp:cNvSpPr/>
      </dsp:nvSpPr>
      <dsp:spPr>
        <a:xfrm>
          <a:off x="0" y="517316"/>
          <a:ext cx="4995332"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a:t>
          </a:r>
          <a:r>
            <a:rPr lang="ru-RU" sz="2500" b="0" i="0" kern="1200" dirty="0" err="1"/>
            <a:t>Руської</a:t>
          </a:r>
          <a:r>
            <a:rPr lang="ru-RU" sz="2500" b="0" i="0" kern="1200" dirty="0"/>
            <a:t> </a:t>
          </a:r>
          <a:r>
            <a:rPr lang="ru-RU" sz="2500" b="0" i="0" kern="1200" dirty="0" err="1"/>
            <a:t>трійці</a:t>
          </a:r>
          <a:r>
            <a:rPr lang="ru-RU" sz="2500" b="0" i="0" kern="1200" dirty="0"/>
            <a:t>».</a:t>
          </a:r>
          <a:endParaRPr lang="uk-UA" sz="2500" kern="1200" dirty="0"/>
        </a:p>
      </dsp:txBody>
      <dsp:txXfrm>
        <a:off x="29271" y="546587"/>
        <a:ext cx="4936790" cy="541083"/>
      </dsp:txXfrm>
    </dsp:sp>
    <dsp:sp modelId="{FAD47CD8-C514-4627-B140-3411A879C5F8}">
      <dsp:nvSpPr>
        <dsp:cNvPr id="0" name=""/>
        <dsp:cNvSpPr/>
      </dsp:nvSpPr>
      <dsp:spPr>
        <a:xfrm>
          <a:off x="0" y="1188941"/>
          <a:ext cx="4995332"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Братства </a:t>
          </a:r>
          <a:r>
            <a:rPr lang="ru-RU" sz="2500" b="0" i="0" kern="1200" dirty="0" err="1"/>
            <a:t>тарасівців</a:t>
          </a:r>
          <a:r>
            <a:rPr lang="ru-RU" sz="2500" b="0" i="0" kern="1200" dirty="0"/>
            <a:t>.</a:t>
          </a:r>
          <a:endParaRPr lang="uk-UA" sz="2500" kern="1200" dirty="0"/>
        </a:p>
      </dsp:txBody>
      <dsp:txXfrm>
        <a:off x="29271" y="1218212"/>
        <a:ext cx="4936790" cy="541083"/>
      </dsp:txXfrm>
    </dsp:sp>
    <dsp:sp modelId="{9FCC84FF-3A4A-4ABD-8ADD-E4F35BD1A1A8}">
      <dsp:nvSpPr>
        <dsp:cNvPr id="0" name=""/>
        <dsp:cNvSpPr/>
      </dsp:nvSpPr>
      <dsp:spPr>
        <a:xfrm>
          <a:off x="0" y="1860566"/>
          <a:ext cx="4995332"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a:t>
          </a:r>
          <a:r>
            <a:rPr lang="ru-RU" sz="2500" b="0" i="0" kern="1200" dirty="0" err="1"/>
            <a:t>Південного</a:t>
          </a:r>
          <a:r>
            <a:rPr lang="ru-RU" sz="2500" b="0" i="0" kern="1200" dirty="0"/>
            <a:t> </a:t>
          </a:r>
          <a:r>
            <a:rPr lang="ru-RU" sz="2500" b="0" i="0" kern="1200" dirty="0" err="1"/>
            <a:t>товариства</a:t>
          </a:r>
          <a:r>
            <a:rPr lang="ru-RU" sz="2500" b="0" i="0" kern="1200" dirty="0"/>
            <a:t>».</a:t>
          </a:r>
          <a:endParaRPr lang="uk-UA" sz="2500" kern="1200" dirty="0"/>
        </a:p>
      </dsp:txBody>
      <dsp:txXfrm>
        <a:off x="29271" y="1889837"/>
        <a:ext cx="4936790" cy="541083"/>
      </dsp:txXfrm>
    </dsp:sp>
    <dsp:sp modelId="{8E5FED39-3DD2-447F-8EFF-3E9C9322B66E}">
      <dsp:nvSpPr>
        <dsp:cNvPr id="0" name=""/>
        <dsp:cNvSpPr/>
      </dsp:nvSpPr>
      <dsp:spPr>
        <a:xfrm>
          <a:off x="0" y="2532191"/>
          <a:ext cx="4995332"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err="1"/>
            <a:t>Кирило-Мефодіївського</a:t>
          </a:r>
          <a:r>
            <a:rPr lang="ru-RU" sz="2500" b="0" i="0" kern="1200" dirty="0"/>
            <a:t> братства.</a:t>
          </a:r>
          <a:endParaRPr lang="uk-UA" sz="2500" kern="1200" dirty="0"/>
        </a:p>
      </dsp:txBody>
      <dsp:txXfrm>
        <a:off x="29271" y="2561462"/>
        <a:ext cx="4936790" cy="54108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33655-B0DD-4C48-9A57-78ED8D2EDCA5}">
      <dsp:nvSpPr>
        <dsp:cNvPr id="0" name=""/>
        <dsp:cNvSpPr/>
      </dsp:nvSpPr>
      <dsp:spPr>
        <a:xfrm>
          <a:off x="1548891" y="36491"/>
          <a:ext cx="1897549" cy="1897549"/>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ru-RU" sz="3300" b="0" i="0" kern="1200"/>
            <a:t>1, 2, 4, 5</a:t>
          </a:r>
          <a:endParaRPr lang="uk-UA" sz="3300" kern="1200"/>
        </a:p>
      </dsp:txBody>
      <dsp:txXfrm>
        <a:off x="1767839" y="291930"/>
        <a:ext cx="1459653" cy="602106"/>
      </dsp:txXfrm>
    </dsp:sp>
    <dsp:sp modelId="{C7E53B28-664D-47D1-910A-B493DE6DC7E4}">
      <dsp:nvSpPr>
        <dsp:cNvPr id="0" name=""/>
        <dsp:cNvSpPr/>
      </dsp:nvSpPr>
      <dsp:spPr>
        <a:xfrm>
          <a:off x="2388192" y="875791"/>
          <a:ext cx="1897549" cy="1897549"/>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ru-RU" sz="3300" b="0" i="0" kern="1200" dirty="0"/>
            <a:t>2, 4, 6, 7</a:t>
          </a:r>
          <a:endParaRPr lang="uk-UA" sz="3300" kern="1200" dirty="0"/>
        </a:p>
      </dsp:txBody>
      <dsp:txXfrm>
        <a:off x="3409949" y="1094739"/>
        <a:ext cx="729826" cy="1459653"/>
      </dsp:txXfrm>
    </dsp:sp>
    <dsp:sp modelId="{A208B232-A24B-42E5-A935-85FDB4A67FA2}">
      <dsp:nvSpPr>
        <dsp:cNvPr id="0" name=""/>
        <dsp:cNvSpPr/>
      </dsp:nvSpPr>
      <dsp:spPr>
        <a:xfrm>
          <a:off x="1548891" y="1715092"/>
          <a:ext cx="1897549" cy="1897549"/>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ru-RU" sz="3300" b="0" i="0" kern="1200" dirty="0"/>
            <a:t>1, 3, 5, 6</a:t>
          </a:r>
          <a:endParaRPr lang="uk-UA" sz="3300" kern="1200" dirty="0"/>
        </a:p>
      </dsp:txBody>
      <dsp:txXfrm>
        <a:off x="1767839" y="2755095"/>
        <a:ext cx="1459653" cy="602106"/>
      </dsp:txXfrm>
    </dsp:sp>
    <dsp:sp modelId="{E414136B-2FAA-4A65-AB4F-D48856FB768E}">
      <dsp:nvSpPr>
        <dsp:cNvPr id="0" name=""/>
        <dsp:cNvSpPr/>
      </dsp:nvSpPr>
      <dsp:spPr>
        <a:xfrm>
          <a:off x="709590" y="875791"/>
          <a:ext cx="1897549" cy="1897549"/>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ru-RU" sz="3300" b="0" i="0" kern="1200" dirty="0"/>
            <a:t>2, 4, 5, 7</a:t>
          </a:r>
          <a:endParaRPr lang="uk-UA" sz="3300" kern="1200" dirty="0"/>
        </a:p>
      </dsp:txBody>
      <dsp:txXfrm>
        <a:off x="855556" y="1094739"/>
        <a:ext cx="729826" cy="1459653"/>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2EE86-C071-48D5-AF42-FB0E5DE1FCE4}">
      <dsp:nvSpPr>
        <dsp:cNvPr id="0" name=""/>
        <dsp:cNvSpPr/>
      </dsp:nvSpPr>
      <dsp:spPr>
        <a:xfrm>
          <a:off x="0" y="65389"/>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Кирило-Мефодіївського братства</a:t>
          </a:r>
          <a:endParaRPr lang="uk-UA" sz="2100" kern="1200"/>
        </a:p>
      </dsp:txBody>
      <dsp:txXfrm>
        <a:off x="40724" y="106113"/>
        <a:ext cx="4913884" cy="752780"/>
      </dsp:txXfrm>
    </dsp:sp>
    <dsp:sp modelId="{24E347B0-06A1-427C-B68D-7DA5188799ED}">
      <dsp:nvSpPr>
        <dsp:cNvPr id="0" name=""/>
        <dsp:cNvSpPr/>
      </dsp:nvSpPr>
      <dsp:spPr>
        <a:xfrm>
          <a:off x="0" y="960098"/>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a:t>
          </a:r>
          <a:r>
            <a:rPr lang="ru-RU" sz="2100" b="0" i="0" kern="1200" dirty="0" err="1"/>
            <a:t>Південного</a:t>
          </a:r>
          <a:r>
            <a:rPr lang="ru-RU" sz="2100" b="0" i="0" kern="1200" dirty="0"/>
            <a:t> </a:t>
          </a:r>
          <a:r>
            <a:rPr lang="ru-RU" sz="2100" b="0" i="0" kern="1200" dirty="0" err="1"/>
            <a:t>товариства</a:t>
          </a:r>
          <a:r>
            <a:rPr lang="ru-RU" sz="2100" b="0" i="0" kern="1200" dirty="0"/>
            <a:t>» </a:t>
          </a:r>
          <a:r>
            <a:rPr lang="ru-RU" sz="2100" b="0" i="0" kern="1200" dirty="0" err="1"/>
            <a:t>декабристів</a:t>
          </a:r>
          <a:endParaRPr lang="uk-UA" sz="2100" kern="1200" dirty="0"/>
        </a:p>
      </dsp:txBody>
      <dsp:txXfrm>
        <a:off x="40724" y="1000822"/>
        <a:ext cx="4913884" cy="752780"/>
      </dsp:txXfrm>
    </dsp:sp>
    <dsp:sp modelId="{8AEB6478-8446-4D74-803A-C3841167CFFA}">
      <dsp:nvSpPr>
        <dsp:cNvPr id="0" name=""/>
        <dsp:cNvSpPr/>
      </dsp:nvSpPr>
      <dsp:spPr>
        <a:xfrm>
          <a:off x="0" y="1854806"/>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Товариства галицьких греко-католицьких священиків</a:t>
          </a:r>
          <a:endParaRPr lang="uk-UA" sz="2100" kern="1200"/>
        </a:p>
      </dsp:txBody>
      <dsp:txXfrm>
        <a:off x="40724" y="1895530"/>
        <a:ext cx="4913884" cy="752780"/>
      </dsp:txXfrm>
    </dsp:sp>
    <dsp:sp modelId="{5EC86732-31CA-4DA5-A7F4-249EAB51CEFB}">
      <dsp:nvSpPr>
        <dsp:cNvPr id="0" name=""/>
        <dsp:cNvSpPr/>
      </dsp:nvSpPr>
      <dsp:spPr>
        <a:xfrm>
          <a:off x="0" y="2749514"/>
          <a:ext cx="4995332"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a:t>
          </a:r>
          <a:r>
            <a:rPr lang="ru-RU" sz="2100" b="0" i="0" kern="1200" dirty="0" err="1"/>
            <a:t>Руської</a:t>
          </a:r>
          <a:r>
            <a:rPr lang="ru-RU" sz="2100" b="0" i="0" kern="1200" dirty="0"/>
            <a:t> </a:t>
          </a:r>
          <a:r>
            <a:rPr lang="ru-RU" sz="2100" b="0" i="0" kern="1200" dirty="0" err="1"/>
            <a:t>трійці</a:t>
          </a:r>
          <a:r>
            <a:rPr lang="ru-RU" sz="2100" b="0" i="0" kern="1200" dirty="0"/>
            <a:t>»</a:t>
          </a:r>
          <a:endParaRPr lang="uk-UA" sz="2100" kern="1200" dirty="0"/>
        </a:p>
      </dsp:txBody>
      <dsp:txXfrm>
        <a:off x="40724" y="2790238"/>
        <a:ext cx="4913884" cy="75278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F8B1B-F4E4-4EFA-B756-9E73D42AE638}">
      <dsp:nvSpPr>
        <dsp:cNvPr id="0" name=""/>
        <dsp:cNvSpPr/>
      </dsp:nvSpPr>
      <dsp:spPr>
        <a:xfrm>
          <a:off x="-4124963" y="-633051"/>
          <a:ext cx="4915236" cy="4915236"/>
        </a:xfrm>
        <a:prstGeom prst="blockArc">
          <a:avLst>
            <a:gd name="adj1" fmla="val 18900000"/>
            <a:gd name="adj2" fmla="val 2700000"/>
            <a:gd name="adj3" fmla="val 439"/>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35CB8E-59E7-4D10-BBAE-6B56B8467F2E}">
      <dsp:nvSpPr>
        <dsp:cNvPr id="0" name=""/>
        <dsp:cNvSpPr/>
      </dsp:nvSpPr>
      <dsp:spPr>
        <a:xfrm>
          <a:off x="295479" y="192163"/>
          <a:ext cx="4651220"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демонстрації</a:t>
          </a:r>
          <a:endParaRPr lang="uk-UA" sz="2000" kern="1200"/>
        </a:p>
      </dsp:txBody>
      <dsp:txXfrm>
        <a:off x="295479" y="192163"/>
        <a:ext cx="4651220" cy="384180"/>
      </dsp:txXfrm>
    </dsp:sp>
    <dsp:sp modelId="{78DEE744-AE8F-4E2D-9D3B-A59D1C5357A9}">
      <dsp:nvSpPr>
        <dsp:cNvPr id="0" name=""/>
        <dsp:cNvSpPr/>
      </dsp:nvSpPr>
      <dsp:spPr>
        <a:xfrm>
          <a:off x="55366" y="144140"/>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FD217A-8D11-4B80-BF0C-51220A85CDC1}">
      <dsp:nvSpPr>
        <dsp:cNvPr id="0" name=""/>
        <dsp:cNvSpPr/>
      </dsp:nvSpPr>
      <dsp:spPr>
        <a:xfrm>
          <a:off x="611494" y="768361"/>
          <a:ext cx="4335205"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звернення до парламенту</a:t>
          </a:r>
          <a:endParaRPr lang="uk-UA" sz="2000" kern="1200"/>
        </a:p>
      </dsp:txBody>
      <dsp:txXfrm>
        <a:off x="611494" y="768361"/>
        <a:ext cx="4335205" cy="384180"/>
      </dsp:txXfrm>
    </dsp:sp>
    <dsp:sp modelId="{4F0E8673-946B-437A-9014-AE8C9CCD50F2}">
      <dsp:nvSpPr>
        <dsp:cNvPr id="0" name=""/>
        <dsp:cNvSpPr/>
      </dsp:nvSpPr>
      <dsp:spPr>
        <a:xfrm>
          <a:off x="371381" y="720339"/>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9CFD33-84D7-43C1-9411-CEB5474F005C}">
      <dsp:nvSpPr>
        <dsp:cNvPr id="0" name=""/>
        <dsp:cNvSpPr/>
      </dsp:nvSpPr>
      <dsp:spPr>
        <a:xfrm>
          <a:off x="755999" y="1344559"/>
          <a:ext cx="4190699"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dirty="0"/>
            <a:t>підпали поміщицьких маєтків</a:t>
          </a:r>
          <a:endParaRPr lang="uk-UA" sz="2000" kern="1200" dirty="0"/>
        </a:p>
      </dsp:txBody>
      <dsp:txXfrm>
        <a:off x="755999" y="1344559"/>
        <a:ext cx="4190699" cy="384180"/>
      </dsp:txXfrm>
    </dsp:sp>
    <dsp:sp modelId="{8FC9B184-F77C-4253-B737-D9861EE276EB}">
      <dsp:nvSpPr>
        <dsp:cNvPr id="0" name=""/>
        <dsp:cNvSpPr/>
      </dsp:nvSpPr>
      <dsp:spPr>
        <a:xfrm>
          <a:off x="515886" y="1296537"/>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03F1A7-1D9E-4C25-8CAD-2A6A9F4059D6}">
      <dsp:nvSpPr>
        <dsp:cNvPr id="0" name=""/>
        <dsp:cNvSpPr/>
      </dsp:nvSpPr>
      <dsp:spPr>
        <a:xfrm>
          <a:off x="755999" y="1920393"/>
          <a:ext cx="4190699"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політичний терор</a:t>
          </a:r>
          <a:endParaRPr lang="uk-UA" sz="2000" kern="1200"/>
        </a:p>
      </dsp:txBody>
      <dsp:txXfrm>
        <a:off x="755999" y="1920393"/>
        <a:ext cx="4190699" cy="384180"/>
      </dsp:txXfrm>
    </dsp:sp>
    <dsp:sp modelId="{59CB2122-545B-4A29-B037-ECD2610CA2ED}">
      <dsp:nvSpPr>
        <dsp:cNvPr id="0" name=""/>
        <dsp:cNvSpPr/>
      </dsp:nvSpPr>
      <dsp:spPr>
        <a:xfrm>
          <a:off x="515886" y="1872370"/>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8AA122-32AF-41C6-B277-0E2948176A62}">
      <dsp:nvSpPr>
        <dsp:cNvPr id="0" name=""/>
        <dsp:cNvSpPr/>
      </dsp:nvSpPr>
      <dsp:spPr>
        <a:xfrm>
          <a:off x="611494" y="2496591"/>
          <a:ext cx="4335205"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відмова відбувати панщину</a:t>
          </a:r>
          <a:endParaRPr lang="uk-UA" sz="2000" kern="1200"/>
        </a:p>
      </dsp:txBody>
      <dsp:txXfrm>
        <a:off x="611494" y="2496591"/>
        <a:ext cx="4335205" cy="384180"/>
      </dsp:txXfrm>
    </dsp:sp>
    <dsp:sp modelId="{136D744D-BFC3-464E-A360-F9EDC249F329}">
      <dsp:nvSpPr>
        <dsp:cNvPr id="0" name=""/>
        <dsp:cNvSpPr/>
      </dsp:nvSpPr>
      <dsp:spPr>
        <a:xfrm>
          <a:off x="371381" y="2448568"/>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8FE41B-450F-4E28-8E6A-8D07A4909DD4}">
      <dsp:nvSpPr>
        <dsp:cNvPr id="0" name=""/>
        <dsp:cNvSpPr/>
      </dsp:nvSpPr>
      <dsp:spPr>
        <a:xfrm>
          <a:off x="295479" y="3072789"/>
          <a:ext cx="4651220" cy="38418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944"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dirty="0"/>
            <a:t>утечі з маєтків</a:t>
          </a:r>
          <a:endParaRPr lang="uk-UA" sz="2000" kern="1200" dirty="0"/>
        </a:p>
      </dsp:txBody>
      <dsp:txXfrm>
        <a:off x="295479" y="3072789"/>
        <a:ext cx="4651220" cy="384180"/>
      </dsp:txXfrm>
    </dsp:sp>
    <dsp:sp modelId="{669CB818-5960-405E-B7B3-85FCB31B7879}">
      <dsp:nvSpPr>
        <dsp:cNvPr id="0" name=""/>
        <dsp:cNvSpPr/>
      </dsp:nvSpPr>
      <dsp:spPr>
        <a:xfrm>
          <a:off x="55366" y="3024767"/>
          <a:ext cx="480226" cy="480226"/>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DA4FC-833C-41B1-AFAA-150FB11EF721}">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err="1"/>
            <a:t>повстання</a:t>
          </a:r>
          <a:endParaRPr lang="uk-UA" sz="2300" kern="1200" dirty="0"/>
        </a:p>
      </dsp:txBody>
      <dsp:txXfrm rot="10800000">
        <a:off x="1209319" y="489"/>
        <a:ext cx="3135597" cy="745202"/>
      </dsp:txXfrm>
    </dsp:sp>
    <dsp:sp modelId="{0002A6C9-934B-4BB7-9CB2-A50744D00A95}">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783CA8-82E9-483F-B0B6-1708EE6F60EC}">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звернення до суду</a:t>
          </a:r>
          <a:endParaRPr lang="uk-UA" sz="2300" kern="1200"/>
        </a:p>
      </dsp:txBody>
      <dsp:txXfrm rot="10800000">
        <a:off x="1209319" y="968140"/>
        <a:ext cx="3135597" cy="745202"/>
      </dsp:txXfrm>
    </dsp:sp>
    <dsp:sp modelId="{81C43AB7-5DB9-4406-AB1F-068419DBB87C}">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955060-5401-4FC7-87AC-BACF9462CFB7}">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подання чолобитних</a:t>
          </a:r>
          <a:endParaRPr lang="uk-UA" sz="2300" kern="1200"/>
        </a:p>
      </dsp:txBody>
      <dsp:txXfrm rot="10800000">
        <a:off x="1209319" y="1935791"/>
        <a:ext cx="3135597" cy="745202"/>
      </dsp:txXfrm>
    </dsp:sp>
    <dsp:sp modelId="{9B3ADA06-B7A1-4B15-B5FE-A67BA43D2422}">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5C9000-74C8-49E8-B1BF-E7E2EB6BD314}">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err="1"/>
            <a:t>маніфестації</a:t>
          </a:r>
          <a:endParaRPr lang="uk-UA" sz="2300" kern="1200" dirty="0"/>
        </a:p>
      </dsp:txBody>
      <dsp:txXfrm rot="10800000">
        <a:off x="1209319" y="2903442"/>
        <a:ext cx="3135597" cy="745202"/>
      </dsp:txXfrm>
    </dsp:sp>
    <dsp:sp modelId="{D965CEA5-9B9C-4066-AC98-01452CBE0E91}">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C3014-9F5C-4A56-BE88-4792DA89A038}">
      <dsp:nvSpPr>
        <dsp:cNvPr id="0" name=""/>
        <dsp:cNvSpPr/>
      </dsp:nvSpPr>
      <dsp:spPr>
        <a:xfrm rot="10800000">
          <a:off x="1023019" y="489"/>
          <a:ext cx="3321897" cy="745202"/>
        </a:xfrm>
        <a:prstGeom prst="homePlate">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реформи Марії-Терезії та Йосипа </a:t>
          </a:r>
          <a:r>
            <a:rPr lang="en-US" sz="2000" b="0" i="0" kern="1200" dirty="0"/>
            <a:t>II</a:t>
          </a:r>
          <a:endParaRPr lang="uk-UA" sz="2000" kern="1200" dirty="0"/>
        </a:p>
      </dsp:txBody>
      <dsp:txXfrm rot="10800000">
        <a:off x="1209319" y="489"/>
        <a:ext cx="3135597" cy="745202"/>
      </dsp:txXfrm>
    </dsp:sp>
    <dsp:sp modelId="{3754C142-69F0-4644-9103-B2E81168195F}">
      <dsp:nvSpPr>
        <dsp:cNvPr id="0" name=""/>
        <dsp:cNvSpPr/>
      </dsp:nvSpPr>
      <dsp:spPr>
        <a:xfrm>
          <a:off x="650417" y="489"/>
          <a:ext cx="745202" cy="745202"/>
        </a:xfrm>
        <a:prstGeom prst="ellipse">
          <a:avLst/>
        </a:prstGeom>
        <a:solidFill>
          <a:schemeClr val="accent2">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24EAA9-F3C6-470B-8D5F-5AC0D03EEC15}">
      <dsp:nvSpPr>
        <dsp:cNvPr id="0" name=""/>
        <dsp:cNvSpPr/>
      </dsp:nvSpPr>
      <dsp:spPr>
        <a:xfrm rot="10800000">
          <a:off x="1023019" y="968140"/>
          <a:ext cx="3321897" cy="745202"/>
        </a:xfrm>
        <a:prstGeom prst="homePlat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польське повстання 1830 р.</a:t>
          </a:r>
          <a:endParaRPr lang="uk-UA" sz="2000" kern="1200" dirty="0"/>
        </a:p>
      </dsp:txBody>
      <dsp:txXfrm rot="10800000">
        <a:off x="1209319" y="968140"/>
        <a:ext cx="3135597" cy="745202"/>
      </dsp:txXfrm>
    </dsp:sp>
    <dsp:sp modelId="{3C736B3A-B7FF-41C0-96DF-E19686D39801}">
      <dsp:nvSpPr>
        <dsp:cNvPr id="0" name=""/>
        <dsp:cNvSpPr/>
      </dsp:nvSpPr>
      <dsp:spPr>
        <a:xfrm>
          <a:off x="650417" y="968140"/>
          <a:ext cx="745202" cy="745202"/>
        </a:xfrm>
        <a:prstGeom prst="ellipse">
          <a:avLst/>
        </a:prstGeom>
        <a:solidFill>
          <a:schemeClr val="accent3">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4281FC-CD25-4934-85E5-ABE7BDBA81A2}">
      <dsp:nvSpPr>
        <dsp:cNvPr id="0" name=""/>
        <dsp:cNvSpPr/>
      </dsp:nvSpPr>
      <dsp:spPr>
        <a:xfrm rot="10800000">
          <a:off x="1023019" y="1935791"/>
          <a:ext cx="3321897" cy="745202"/>
        </a:xfrm>
        <a:prstGeom prst="homePlat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європейська революція 1848–1849 рр.</a:t>
          </a:r>
          <a:endParaRPr lang="uk-UA" sz="2000" kern="1200"/>
        </a:p>
      </dsp:txBody>
      <dsp:txXfrm rot="10800000">
        <a:off x="1209319" y="1935791"/>
        <a:ext cx="3135597" cy="745202"/>
      </dsp:txXfrm>
    </dsp:sp>
    <dsp:sp modelId="{8B7B9E3A-7A8D-476C-9860-4C6C1219DBCF}">
      <dsp:nvSpPr>
        <dsp:cNvPr id="0" name=""/>
        <dsp:cNvSpPr/>
      </dsp:nvSpPr>
      <dsp:spPr>
        <a:xfrm>
          <a:off x="650417" y="1935791"/>
          <a:ext cx="745202" cy="745202"/>
        </a:xfrm>
        <a:prstGeom prst="ellipse">
          <a:avLst/>
        </a:prstGeom>
        <a:solidFill>
          <a:schemeClr val="accent4">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E58685-0462-4D0E-A4A3-76DCECE60515}">
      <dsp:nvSpPr>
        <dsp:cNvPr id="0" name=""/>
        <dsp:cNvSpPr/>
      </dsp:nvSpPr>
      <dsp:spPr>
        <a:xfrm rot="10800000">
          <a:off x="1023019" y="2903442"/>
          <a:ext cx="3321897" cy="745202"/>
        </a:xfrm>
        <a:prstGeom prst="homePlate">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повстання під проводом Л. Кобилиці</a:t>
          </a:r>
          <a:endParaRPr lang="uk-UA" sz="2000" kern="1200" dirty="0"/>
        </a:p>
      </dsp:txBody>
      <dsp:txXfrm rot="10800000">
        <a:off x="1209319" y="2903442"/>
        <a:ext cx="3135597" cy="745202"/>
      </dsp:txXfrm>
    </dsp:sp>
    <dsp:sp modelId="{5FB1D2D9-1756-4012-AD9D-C9F03DE0E6BC}">
      <dsp:nvSpPr>
        <dsp:cNvPr id="0" name=""/>
        <dsp:cNvSpPr/>
      </dsp:nvSpPr>
      <dsp:spPr>
        <a:xfrm>
          <a:off x="650417" y="2903442"/>
          <a:ext cx="745202" cy="745202"/>
        </a:xfrm>
        <a:prstGeom prst="ellipse">
          <a:avLst/>
        </a:prstGeom>
        <a:solidFill>
          <a:schemeClr val="accent5">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C7399-4C17-46F1-8030-874A26F27700}">
      <dsp:nvSpPr>
        <dsp:cNvPr id="0" name=""/>
        <dsp:cNvSpPr/>
      </dsp:nvSpPr>
      <dsp:spPr>
        <a:xfrm>
          <a:off x="0" y="314727"/>
          <a:ext cx="4995334" cy="71604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створення «Руської трійці», видання «Русалки Дністрової».</a:t>
          </a:r>
          <a:endParaRPr lang="uk-UA" sz="1800" kern="1200"/>
        </a:p>
      </dsp:txBody>
      <dsp:txXfrm>
        <a:off x="34954" y="349681"/>
        <a:ext cx="4925426" cy="646132"/>
      </dsp:txXfrm>
    </dsp:sp>
    <dsp:sp modelId="{88C0E1BA-0F14-4AD2-BB2F-3DBD3A1CD43A}">
      <dsp:nvSpPr>
        <dsp:cNvPr id="0" name=""/>
        <dsp:cNvSpPr/>
      </dsp:nvSpPr>
      <dsp:spPr>
        <a:xfrm>
          <a:off x="0" y="1082607"/>
          <a:ext cx="4995334" cy="716040"/>
        </a:xfrm>
        <a:prstGeom prst="roundRect">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видання «Зорі Галицької», скликання Собору руських учених у Львові.</a:t>
          </a:r>
          <a:endParaRPr lang="uk-UA" sz="1800" kern="1200" dirty="0"/>
        </a:p>
      </dsp:txBody>
      <dsp:txXfrm>
        <a:off x="34954" y="1117561"/>
        <a:ext cx="4925426" cy="646132"/>
      </dsp:txXfrm>
    </dsp:sp>
    <dsp:sp modelId="{0B33E368-4DAE-49A5-B289-C3EF9D366C8C}">
      <dsp:nvSpPr>
        <dsp:cNvPr id="0" name=""/>
        <dsp:cNvSpPr/>
      </dsp:nvSpPr>
      <dsp:spPr>
        <a:xfrm>
          <a:off x="0" y="1850487"/>
          <a:ext cx="4995334" cy="716040"/>
        </a:xfrm>
        <a:prstGeom prst="roundRect">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організація Наукового товариства ім. Т. Шевченка, Слов'янського з'їзду в Празі.</a:t>
          </a:r>
          <a:endParaRPr lang="uk-UA" sz="1800" kern="1200" dirty="0"/>
        </a:p>
      </dsp:txBody>
      <dsp:txXfrm>
        <a:off x="34954" y="1885441"/>
        <a:ext cx="4925426" cy="646132"/>
      </dsp:txXfrm>
    </dsp:sp>
    <dsp:sp modelId="{D9F8F364-3B81-4E50-9800-56F7C0DB65EC}">
      <dsp:nvSpPr>
        <dsp:cNvPr id="0" name=""/>
        <dsp:cNvSpPr/>
      </dsp:nvSpPr>
      <dsp:spPr>
        <a:xfrm>
          <a:off x="0" y="2618367"/>
          <a:ext cx="4995334" cy="716040"/>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заснування Руського інституту при Львівському університеті, товариства «Просвіта».</a:t>
          </a:r>
          <a:endParaRPr lang="uk-UA" sz="1800" kern="1200" dirty="0"/>
        </a:p>
      </dsp:txBody>
      <dsp:txXfrm>
        <a:off x="34954" y="2653321"/>
        <a:ext cx="4925426" cy="646132"/>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CF17A-ED75-4082-B1EA-7753565A514A}">
      <dsp:nvSpPr>
        <dsp:cNvPr id="0" name=""/>
        <dsp:cNvSpPr/>
      </dsp:nvSpPr>
      <dsp:spPr>
        <a:xfrm rot="10800000">
          <a:off x="1023018" y="489"/>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18110" rIns="220472" bIns="118110" numCol="1" spcCol="1270" anchor="ctr" anchorCtr="0">
          <a:noAutofit/>
        </a:bodyPr>
        <a:lstStyle/>
        <a:p>
          <a:pPr marL="0" lvl="0" indent="0" algn="ctr" defTabSz="1377950">
            <a:lnSpc>
              <a:spcPct val="90000"/>
            </a:lnSpc>
            <a:spcBef>
              <a:spcPct val="0"/>
            </a:spcBef>
            <a:spcAft>
              <a:spcPct val="35000"/>
            </a:spcAft>
            <a:buNone/>
          </a:pPr>
          <a:r>
            <a:rPr lang="ru-RU" sz="3100" b="0" i="0" kern="1200"/>
            <a:t>М. Муравйова</a:t>
          </a:r>
          <a:endParaRPr lang="uk-UA" sz="3100" kern="1200"/>
        </a:p>
      </dsp:txBody>
      <dsp:txXfrm rot="10800000">
        <a:off x="1209318" y="489"/>
        <a:ext cx="3135595" cy="745202"/>
      </dsp:txXfrm>
    </dsp:sp>
    <dsp:sp modelId="{B46A0F05-ED71-4087-AAA4-8B2350B5150F}">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8840F4-5D74-4269-90CC-6FC8ECDEA16F}">
      <dsp:nvSpPr>
        <dsp:cNvPr id="0" name=""/>
        <dsp:cNvSpPr/>
      </dsp:nvSpPr>
      <dsp:spPr>
        <a:xfrm rot="10800000">
          <a:off x="1023018" y="968140"/>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18110" rIns="220472" bIns="118110" numCol="1" spcCol="1270" anchor="ctr" anchorCtr="0">
          <a:noAutofit/>
        </a:bodyPr>
        <a:lstStyle/>
        <a:p>
          <a:pPr marL="0" lvl="0" indent="0" algn="ctr" defTabSz="1377950">
            <a:lnSpc>
              <a:spcPct val="90000"/>
            </a:lnSpc>
            <a:spcBef>
              <a:spcPct val="0"/>
            </a:spcBef>
            <a:spcAft>
              <a:spcPct val="35000"/>
            </a:spcAft>
            <a:buNone/>
          </a:pPr>
          <a:r>
            <a:rPr lang="ru-RU" sz="3100" b="0" i="0" kern="1200" dirty="0"/>
            <a:t>П. Пестеля</a:t>
          </a:r>
          <a:endParaRPr lang="uk-UA" sz="3100" kern="1200" dirty="0"/>
        </a:p>
      </dsp:txBody>
      <dsp:txXfrm rot="10800000">
        <a:off x="1209318" y="968140"/>
        <a:ext cx="3135595" cy="745202"/>
      </dsp:txXfrm>
    </dsp:sp>
    <dsp:sp modelId="{13FF604C-2337-4633-B30C-8AF95BBEE166}">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2E45EE-AA6D-41B9-89C4-F80B0B8DCAA8}">
      <dsp:nvSpPr>
        <dsp:cNvPr id="0" name=""/>
        <dsp:cNvSpPr/>
      </dsp:nvSpPr>
      <dsp:spPr>
        <a:xfrm rot="10800000">
          <a:off x="1023018" y="1935790"/>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18110" rIns="220472" bIns="118110" numCol="1" spcCol="1270" anchor="ctr" anchorCtr="0">
          <a:noAutofit/>
        </a:bodyPr>
        <a:lstStyle/>
        <a:p>
          <a:pPr marL="0" lvl="0" indent="0" algn="ctr" defTabSz="1377950">
            <a:lnSpc>
              <a:spcPct val="90000"/>
            </a:lnSpc>
            <a:spcBef>
              <a:spcPct val="0"/>
            </a:spcBef>
            <a:spcAft>
              <a:spcPct val="35000"/>
            </a:spcAft>
            <a:buNone/>
          </a:pPr>
          <a:r>
            <a:rPr lang="ru-RU" sz="3100" b="0" i="0" kern="1200"/>
            <a:t>І. Орлая</a:t>
          </a:r>
          <a:endParaRPr lang="uk-UA" sz="3100" kern="1200"/>
        </a:p>
      </dsp:txBody>
      <dsp:txXfrm rot="10800000">
        <a:off x="1209318" y="1935790"/>
        <a:ext cx="3135595" cy="745202"/>
      </dsp:txXfrm>
    </dsp:sp>
    <dsp:sp modelId="{C0093D55-B80B-42D0-8C6B-2E5A9D4797FE}">
      <dsp:nvSpPr>
        <dsp:cNvPr id="0" name=""/>
        <dsp:cNvSpPr/>
      </dsp:nvSpPr>
      <dsp:spPr>
        <a:xfrm>
          <a:off x="650417" y="193579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4465FE-A29B-43A6-B05E-6873EFC02948}">
      <dsp:nvSpPr>
        <dsp:cNvPr id="0" name=""/>
        <dsp:cNvSpPr/>
      </dsp:nvSpPr>
      <dsp:spPr>
        <a:xfrm rot="10800000">
          <a:off x="1023018" y="2903441"/>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18110" rIns="220472" bIns="118110" numCol="1" spcCol="1270" anchor="ctr" anchorCtr="0">
          <a:noAutofit/>
        </a:bodyPr>
        <a:lstStyle/>
        <a:p>
          <a:pPr marL="0" lvl="0" indent="0" algn="ctr" defTabSz="1377950">
            <a:lnSpc>
              <a:spcPct val="90000"/>
            </a:lnSpc>
            <a:spcBef>
              <a:spcPct val="0"/>
            </a:spcBef>
            <a:spcAft>
              <a:spcPct val="35000"/>
            </a:spcAft>
            <a:buNone/>
          </a:pPr>
          <a:r>
            <a:rPr lang="ru-RU" sz="3100" b="0" i="0" kern="1200" dirty="0"/>
            <a:t>В. </a:t>
          </a:r>
          <a:r>
            <a:rPr lang="ru-RU" sz="3100" b="0" i="0" kern="1200" dirty="0" err="1"/>
            <a:t>Капніста</a:t>
          </a:r>
          <a:endParaRPr lang="uk-UA" sz="3100" kern="1200" dirty="0"/>
        </a:p>
      </dsp:txBody>
      <dsp:txXfrm rot="10800000">
        <a:off x="1209318" y="2903441"/>
        <a:ext cx="3135595" cy="745202"/>
      </dsp:txXfrm>
    </dsp:sp>
    <dsp:sp modelId="{682A42B5-833A-47AD-A591-C3364C3467D4}">
      <dsp:nvSpPr>
        <dsp:cNvPr id="0" name=""/>
        <dsp:cNvSpPr/>
      </dsp:nvSpPr>
      <dsp:spPr>
        <a:xfrm>
          <a:off x="650417" y="290344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270B6-8226-4746-860F-764FB5AAB33C}">
      <dsp:nvSpPr>
        <dsp:cNvPr id="0" name=""/>
        <dsp:cNvSpPr/>
      </dsp:nvSpPr>
      <dsp:spPr>
        <a:xfrm>
          <a:off x="0" y="4670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І. Котляревського</a:t>
          </a:r>
          <a:endParaRPr lang="uk-UA" sz="3400" kern="1200"/>
        </a:p>
      </dsp:txBody>
      <dsp:txXfrm>
        <a:off x="39809" y="86515"/>
        <a:ext cx="4915714" cy="735872"/>
      </dsp:txXfrm>
    </dsp:sp>
    <dsp:sp modelId="{767CCBE8-4E9C-4822-9812-AF840773ACB7}">
      <dsp:nvSpPr>
        <dsp:cNvPr id="0" name=""/>
        <dsp:cNvSpPr/>
      </dsp:nvSpPr>
      <dsp:spPr>
        <a:xfrm>
          <a:off x="0" y="96011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Т. Шевченка</a:t>
          </a:r>
          <a:endParaRPr lang="uk-UA" sz="3400" kern="1200"/>
        </a:p>
      </dsp:txBody>
      <dsp:txXfrm>
        <a:off x="39809" y="999925"/>
        <a:ext cx="4915714" cy="735872"/>
      </dsp:txXfrm>
    </dsp:sp>
    <dsp:sp modelId="{A553FEDE-3FA5-45A7-B5A1-2AF59F979421}">
      <dsp:nvSpPr>
        <dsp:cNvPr id="0" name=""/>
        <dsp:cNvSpPr/>
      </dsp:nvSpPr>
      <dsp:spPr>
        <a:xfrm>
          <a:off x="0" y="187352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dirty="0"/>
            <a:t>М. Костомарова</a:t>
          </a:r>
          <a:endParaRPr lang="uk-UA" sz="3400" kern="1200" dirty="0"/>
        </a:p>
      </dsp:txBody>
      <dsp:txXfrm>
        <a:off x="39809" y="1913335"/>
        <a:ext cx="4915714" cy="735872"/>
      </dsp:txXfrm>
    </dsp:sp>
    <dsp:sp modelId="{F392A483-F8C7-4E88-A5CF-824CEB7397FE}">
      <dsp:nvSpPr>
        <dsp:cNvPr id="0" name=""/>
        <dsp:cNvSpPr/>
      </dsp:nvSpPr>
      <dsp:spPr>
        <a:xfrm>
          <a:off x="0" y="278693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dirty="0"/>
            <a:t>П. </a:t>
          </a:r>
          <a:r>
            <a:rPr lang="ru-RU" sz="3400" b="0" i="0" kern="1200" dirty="0" err="1"/>
            <a:t>Куліша</a:t>
          </a:r>
          <a:endParaRPr lang="uk-UA" sz="3400" kern="1200" dirty="0"/>
        </a:p>
      </dsp:txBody>
      <dsp:txXfrm>
        <a:off x="39809" y="2826745"/>
        <a:ext cx="4915714" cy="735872"/>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E7145-2012-4C59-8CDB-734D8878BB44}">
      <dsp:nvSpPr>
        <dsp:cNvPr id="0" name=""/>
        <dsp:cNvSpPr/>
      </dsp:nvSpPr>
      <dsp:spPr>
        <a:xfrm rot="10800000">
          <a:off x="1023018" y="489"/>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a:t>Г. Квітка-Основ’яненко</a:t>
          </a:r>
          <a:endParaRPr lang="uk-UA" sz="2100" kern="1200"/>
        </a:p>
      </dsp:txBody>
      <dsp:txXfrm rot="10800000">
        <a:off x="1209318" y="489"/>
        <a:ext cx="3135595" cy="745202"/>
      </dsp:txXfrm>
    </dsp:sp>
    <dsp:sp modelId="{8626A75A-32FA-4B16-83A2-FC86EF464E4D}">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61B1A5-4433-4833-93C0-047D34D69A25}">
      <dsp:nvSpPr>
        <dsp:cNvPr id="0" name=""/>
        <dsp:cNvSpPr/>
      </dsp:nvSpPr>
      <dsp:spPr>
        <a:xfrm rot="10800000">
          <a:off x="1023018" y="968140"/>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П. Гулак-Артемовський</a:t>
          </a:r>
          <a:endParaRPr lang="uk-UA" sz="2100" kern="1200" dirty="0"/>
        </a:p>
      </dsp:txBody>
      <dsp:txXfrm rot="10800000">
        <a:off x="1209318" y="968140"/>
        <a:ext cx="3135595" cy="745202"/>
      </dsp:txXfrm>
    </dsp:sp>
    <dsp:sp modelId="{75BD15B5-248A-4767-B2FC-F6BC8E515654}">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041DE8-5875-449E-83BC-A294D8E8FDE6}">
      <dsp:nvSpPr>
        <dsp:cNvPr id="0" name=""/>
        <dsp:cNvSpPr/>
      </dsp:nvSpPr>
      <dsp:spPr>
        <a:xfrm rot="10800000">
          <a:off x="1023018" y="1935790"/>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a:t>П. Куліш</a:t>
          </a:r>
          <a:endParaRPr lang="uk-UA" sz="2100" kern="1200"/>
        </a:p>
      </dsp:txBody>
      <dsp:txXfrm rot="10800000">
        <a:off x="1209318" y="1935790"/>
        <a:ext cx="3135595" cy="745202"/>
      </dsp:txXfrm>
    </dsp:sp>
    <dsp:sp modelId="{0DADBD73-F300-47D4-B76F-DAFC66A2D1A3}">
      <dsp:nvSpPr>
        <dsp:cNvPr id="0" name=""/>
        <dsp:cNvSpPr/>
      </dsp:nvSpPr>
      <dsp:spPr>
        <a:xfrm>
          <a:off x="650417" y="193579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3D694E-002A-461E-BD42-890567161DDB}">
      <dsp:nvSpPr>
        <dsp:cNvPr id="0" name=""/>
        <dsp:cNvSpPr/>
      </dsp:nvSpPr>
      <dsp:spPr>
        <a:xfrm rot="10800000">
          <a:off x="1023018" y="2903441"/>
          <a:ext cx="3321895"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І. Котляревський</a:t>
          </a:r>
          <a:endParaRPr lang="uk-UA" sz="2100" kern="1200" dirty="0"/>
        </a:p>
      </dsp:txBody>
      <dsp:txXfrm rot="10800000">
        <a:off x="1209318" y="2903441"/>
        <a:ext cx="3135595" cy="745202"/>
      </dsp:txXfrm>
    </dsp:sp>
    <dsp:sp modelId="{0C970FB6-54F9-4AE2-BD4D-2FCC686DD320}">
      <dsp:nvSpPr>
        <dsp:cNvPr id="0" name=""/>
        <dsp:cNvSpPr/>
      </dsp:nvSpPr>
      <dsp:spPr>
        <a:xfrm>
          <a:off x="650417" y="290344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111985-3D9B-4B87-88AA-AC556290F31E}">
      <dsp:nvSpPr>
        <dsp:cNvPr id="0" name=""/>
        <dsp:cNvSpPr/>
      </dsp:nvSpPr>
      <dsp:spPr>
        <a:xfrm>
          <a:off x="673099" y="0"/>
          <a:ext cx="3649133" cy="3649133"/>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F5DAB-19A1-46B8-9F1C-475C70BD4CF4}">
      <dsp:nvSpPr>
        <dsp:cNvPr id="0" name=""/>
        <dsp:cNvSpPr/>
      </dsp:nvSpPr>
      <dsp:spPr>
        <a:xfrm>
          <a:off x="1019767"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uk-UA" sz="5900" b="0" i="0" kern="1200"/>
            <a:t>1</a:t>
          </a:r>
          <a:endParaRPr lang="uk-UA" sz="5900" kern="1200"/>
        </a:p>
      </dsp:txBody>
      <dsp:txXfrm>
        <a:off x="1089240" y="416140"/>
        <a:ext cx="1284215" cy="1284215"/>
      </dsp:txXfrm>
    </dsp:sp>
    <dsp:sp modelId="{A4D39925-48B8-4D26-A3E9-6FA0C31A3ABC}">
      <dsp:nvSpPr>
        <dsp:cNvPr id="0" name=""/>
        <dsp:cNvSpPr/>
      </dsp:nvSpPr>
      <dsp:spPr>
        <a:xfrm>
          <a:off x="2552402"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uk-UA" sz="5900" b="0" i="0" kern="1200" dirty="0"/>
            <a:t>2</a:t>
          </a:r>
          <a:endParaRPr lang="uk-UA" sz="5900" kern="1200" dirty="0"/>
        </a:p>
      </dsp:txBody>
      <dsp:txXfrm>
        <a:off x="2621875" y="416140"/>
        <a:ext cx="1284215" cy="1284215"/>
      </dsp:txXfrm>
    </dsp:sp>
    <dsp:sp modelId="{C4681FF0-C61A-4706-BB98-A07D67AE10B8}">
      <dsp:nvSpPr>
        <dsp:cNvPr id="0" name=""/>
        <dsp:cNvSpPr/>
      </dsp:nvSpPr>
      <dsp:spPr>
        <a:xfrm>
          <a:off x="1019767"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uk-UA" sz="5900" b="0" i="0" kern="1200"/>
            <a:t>3</a:t>
          </a:r>
          <a:endParaRPr lang="uk-UA" sz="5900" kern="1200"/>
        </a:p>
      </dsp:txBody>
      <dsp:txXfrm>
        <a:off x="1089240" y="1948776"/>
        <a:ext cx="1284215" cy="1284215"/>
      </dsp:txXfrm>
    </dsp:sp>
    <dsp:sp modelId="{C91D3D3B-2FC4-4AF0-85A8-625D9DDFDB16}">
      <dsp:nvSpPr>
        <dsp:cNvPr id="0" name=""/>
        <dsp:cNvSpPr/>
      </dsp:nvSpPr>
      <dsp:spPr>
        <a:xfrm>
          <a:off x="2552402"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uk-UA" sz="5900" b="0" i="0" kern="1200" dirty="0"/>
            <a:t>4</a:t>
          </a:r>
          <a:endParaRPr lang="uk-UA" sz="5900" kern="1200" dirty="0"/>
        </a:p>
      </dsp:txBody>
      <dsp:txXfrm>
        <a:off x="2621875" y="1948776"/>
        <a:ext cx="1284215" cy="128421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4044CA-71CE-4B99-8B31-8DF59DDFEA1F}">
      <dsp:nvSpPr>
        <dsp:cNvPr id="0" name=""/>
        <dsp:cNvSpPr/>
      </dsp:nvSpPr>
      <dsp:spPr>
        <a:xfrm>
          <a:off x="0" y="146966"/>
          <a:ext cx="4995332" cy="795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відновлено козацькі привілеї учасникам закордонного походу російської армії.</a:t>
          </a:r>
          <a:endParaRPr lang="uk-UA" sz="2000" kern="1200" dirty="0"/>
        </a:p>
      </dsp:txBody>
      <dsp:txXfrm>
        <a:off x="38838" y="185804"/>
        <a:ext cx="4917656" cy="717924"/>
      </dsp:txXfrm>
    </dsp:sp>
    <dsp:sp modelId="{2D01A299-4FDD-4678-8E28-B6FCA47EECC1}">
      <dsp:nvSpPr>
        <dsp:cNvPr id="0" name=""/>
        <dsp:cNvSpPr/>
      </dsp:nvSpPr>
      <dsp:spPr>
        <a:xfrm>
          <a:off x="0" y="1000166"/>
          <a:ext cx="4995332" cy="795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ліквідовано українську автономну область у складі «Варшавського герцогства».</a:t>
          </a:r>
          <a:endParaRPr lang="uk-UA" sz="2000" kern="1200"/>
        </a:p>
      </dsp:txBody>
      <dsp:txXfrm>
        <a:off x="38838" y="1039004"/>
        <a:ext cx="4917656" cy="717924"/>
      </dsp:txXfrm>
    </dsp:sp>
    <dsp:sp modelId="{C0DC1F66-DEC6-4019-A624-07FFA5AC7AE5}">
      <dsp:nvSpPr>
        <dsp:cNvPr id="0" name=""/>
        <dsp:cNvSpPr/>
      </dsp:nvSpPr>
      <dsp:spPr>
        <a:xfrm>
          <a:off x="0" y="1853366"/>
          <a:ext cx="4995332" cy="795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скасовано кріпосний стан селян, які відзначились під час бойових дій.</a:t>
          </a:r>
          <a:endParaRPr lang="uk-UA" sz="2000" kern="1200"/>
        </a:p>
      </dsp:txBody>
      <dsp:txXfrm>
        <a:off x="38838" y="1892204"/>
        <a:ext cx="4917656" cy="717924"/>
      </dsp:txXfrm>
    </dsp:sp>
    <dsp:sp modelId="{8FCAB39E-4BF7-4000-AD92-687010974AEC}">
      <dsp:nvSpPr>
        <dsp:cNvPr id="0" name=""/>
        <dsp:cNvSpPr/>
      </dsp:nvSpPr>
      <dsp:spPr>
        <a:xfrm>
          <a:off x="0" y="2706566"/>
          <a:ext cx="4995332" cy="795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розформовано українські полки козацького та земського ополчення.</a:t>
          </a:r>
          <a:endParaRPr lang="uk-UA" sz="2000" kern="1200" dirty="0"/>
        </a:p>
      </dsp:txBody>
      <dsp:txXfrm>
        <a:off x="38838" y="2745404"/>
        <a:ext cx="4917656" cy="717924"/>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C9696E-4608-466A-841E-C6337E4B39AF}">
      <dsp:nvSpPr>
        <dsp:cNvPr id="0" name=""/>
        <dsp:cNvSpPr/>
      </dsp:nvSpPr>
      <dsp:spPr>
        <a:xfrm>
          <a:off x="0" y="6308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заснування масонських лож, таємних організацій дворян-офіцерів.</a:t>
          </a:r>
          <a:endParaRPr lang="uk-UA" sz="2100" kern="1200" dirty="0"/>
        </a:p>
      </dsp:txBody>
      <dsp:txXfrm>
        <a:off x="40780" y="103867"/>
        <a:ext cx="4913774" cy="753819"/>
      </dsp:txXfrm>
    </dsp:sp>
    <dsp:sp modelId="{37BD3888-90B6-465A-81B6-70A00860E829}">
      <dsp:nvSpPr>
        <dsp:cNvPr id="0" name=""/>
        <dsp:cNvSpPr/>
      </dsp:nvSpPr>
      <dsp:spPr>
        <a:xfrm>
          <a:off x="0" y="95894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ліквідація кріпацтва та поміщицького землеволодіння на приєднаних землях.</a:t>
          </a:r>
          <a:endParaRPr lang="uk-UA" sz="2100" kern="1200"/>
        </a:p>
      </dsp:txBody>
      <dsp:txXfrm>
        <a:off x="40780" y="999727"/>
        <a:ext cx="4913774" cy="753819"/>
      </dsp:txXfrm>
    </dsp:sp>
    <dsp:sp modelId="{02CA1DE4-1A2A-4BD7-896A-BA79055A7FB2}">
      <dsp:nvSpPr>
        <dsp:cNvPr id="0" name=""/>
        <dsp:cNvSpPr/>
      </dsp:nvSpPr>
      <dsp:spPr>
        <a:xfrm>
          <a:off x="0" y="185480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відновлення Запорозької Січі за участі колишніх козаків-задунайців.</a:t>
          </a:r>
          <a:endParaRPr lang="uk-UA" sz="2100" kern="1200"/>
        </a:p>
      </dsp:txBody>
      <dsp:txXfrm>
        <a:off x="40780" y="1895587"/>
        <a:ext cx="4913774" cy="753819"/>
      </dsp:txXfrm>
    </dsp:sp>
    <dsp:sp modelId="{E4261748-28F9-4287-94C0-93B3FBAC2AD0}">
      <dsp:nvSpPr>
        <dsp:cNvPr id="0" name=""/>
        <dsp:cNvSpPr/>
      </dsp:nvSpPr>
      <dsp:spPr>
        <a:xfrm>
          <a:off x="0" y="275066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економічне виснаження регіонів, що були найближчим тилом російської армії.</a:t>
          </a:r>
          <a:endParaRPr lang="uk-UA" sz="2100" kern="1200" dirty="0"/>
        </a:p>
      </dsp:txBody>
      <dsp:txXfrm>
        <a:off x="40780" y="2791447"/>
        <a:ext cx="4913774" cy="75381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5B0C7-026F-4109-973D-ADCFB68462A3}">
      <dsp:nvSpPr>
        <dsp:cNvPr id="0" name=""/>
        <dsp:cNvSpPr/>
      </dsp:nvSpPr>
      <dsp:spPr>
        <a:xfrm>
          <a:off x="0" y="65390"/>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декабристський рух в Україні</a:t>
          </a:r>
          <a:endParaRPr lang="uk-UA" sz="2100" kern="1200"/>
        </a:p>
      </dsp:txBody>
      <dsp:txXfrm>
        <a:off x="40724" y="106114"/>
        <a:ext cx="4913886" cy="752780"/>
      </dsp:txXfrm>
    </dsp:sp>
    <dsp:sp modelId="{94A88F06-745A-454C-8EDC-262935F458C3}">
      <dsp:nvSpPr>
        <dsp:cNvPr id="0" name=""/>
        <dsp:cNvSpPr/>
      </dsp:nvSpPr>
      <dsp:spPr>
        <a:xfrm>
          <a:off x="0" y="960098"/>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err="1"/>
            <a:t>французько</a:t>
          </a:r>
          <a:r>
            <a:rPr lang="uk-UA" sz="2100" b="0" i="0" kern="1200" dirty="0"/>
            <a:t>-російська війна 1812–1814 рр.</a:t>
          </a:r>
          <a:endParaRPr lang="uk-UA" sz="2100" kern="1200" dirty="0"/>
        </a:p>
      </dsp:txBody>
      <dsp:txXfrm>
        <a:off x="40724" y="1000822"/>
        <a:ext cx="4913886" cy="752780"/>
      </dsp:txXfrm>
    </dsp:sp>
    <dsp:sp modelId="{C5D480BB-6727-4CE4-842D-74C2BE3AFAE7}">
      <dsp:nvSpPr>
        <dsp:cNvPr id="0" name=""/>
        <dsp:cNvSpPr/>
      </dsp:nvSpPr>
      <dsp:spPr>
        <a:xfrm>
          <a:off x="0" y="1854807"/>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російсько-турецька війна 1828–1829 рр.</a:t>
          </a:r>
          <a:endParaRPr lang="uk-UA" sz="2100" kern="1200"/>
        </a:p>
      </dsp:txBody>
      <dsp:txXfrm>
        <a:off x="40724" y="1895531"/>
        <a:ext cx="4913886" cy="752780"/>
      </dsp:txXfrm>
    </dsp:sp>
    <dsp:sp modelId="{E441B18D-44C6-4AED-B94A-C9FEB152E84A}">
      <dsp:nvSpPr>
        <dsp:cNvPr id="0" name=""/>
        <dsp:cNvSpPr/>
      </dsp:nvSpPr>
      <dsp:spPr>
        <a:xfrm>
          <a:off x="0" y="2749515"/>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українське національне відродження в Наддніпрянщині</a:t>
          </a:r>
          <a:endParaRPr lang="uk-UA" sz="2100" kern="1200" dirty="0"/>
        </a:p>
      </dsp:txBody>
      <dsp:txXfrm>
        <a:off x="40724" y="2790239"/>
        <a:ext cx="4913886" cy="75278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0FF14-C061-4C0C-8024-067CB2BE314B}">
      <dsp:nvSpPr>
        <dsp:cNvPr id="0" name=""/>
        <dsp:cNvSpPr/>
      </dsp:nvSpPr>
      <dsp:spPr>
        <a:xfrm rot="10800000">
          <a:off x="984001" y="8"/>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dirty="0"/>
            <a:t>утворення Кирило-Мефодіївського братства</a:t>
          </a:r>
          <a:endParaRPr lang="uk-UA" sz="1600" kern="1200" dirty="0"/>
        </a:p>
      </dsp:txBody>
      <dsp:txXfrm rot="10800000">
        <a:off x="1131284" y="8"/>
        <a:ext cx="3174612" cy="589134"/>
      </dsp:txXfrm>
    </dsp:sp>
    <dsp:sp modelId="{0FC7934A-BB92-46F1-8C0F-C33DBEB47357}">
      <dsp:nvSpPr>
        <dsp:cNvPr id="0" name=""/>
        <dsp:cNvSpPr/>
      </dsp:nvSpPr>
      <dsp:spPr>
        <a:xfrm>
          <a:off x="689434" y="8"/>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C69CEE-0131-4474-B5E4-717996B0E330}">
      <dsp:nvSpPr>
        <dsp:cNvPr id="0" name=""/>
        <dsp:cNvSpPr/>
      </dsp:nvSpPr>
      <dsp:spPr>
        <a:xfrm rot="10800000">
          <a:off x="984001" y="765003"/>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dirty="0"/>
            <a:t>формування козацьких полків і земського ополчення</a:t>
          </a:r>
          <a:endParaRPr lang="uk-UA" sz="1600" kern="1200" dirty="0"/>
        </a:p>
      </dsp:txBody>
      <dsp:txXfrm rot="10800000">
        <a:off x="1131284" y="765003"/>
        <a:ext cx="3174612" cy="589134"/>
      </dsp:txXfrm>
    </dsp:sp>
    <dsp:sp modelId="{49AA7C23-9893-47EF-A847-DE24EC6DFBC7}">
      <dsp:nvSpPr>
        <dsp:cNvPr id="0" name=""/>
        <dsp:cNvSpPr/>
      </dsp:nvSpPr>
      <dsp:spPr>
        <a:xfrm>
          <a:off x="689434" y="765003"/>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B1A963-6528-4AD2-8ADB-B2DF44DC5924}">
      <dsp:nvSpPr>
        <dsp:cNvPr id="0" name=""/>
        <dsp:cNvSpPr/>
      </dsp:nvSpPr>
      <dsp:spPr>
        <a:xfrm rot="10800000">
          <a:off x="984001" y="1529999"/>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повстання Чернігівського полку</a:t>
          </a:r>
          <a:endParaRPr lang="uk-UA" sz="1600" kern="1200"/>
        </a:p>
      </dsp:txBody>
      <dsp:txXfrm rot="10800000">
        <a:off x="1131284" y="1529999"/>
        <a:ext cx="3174612" cy="589134"/>
      </dsp:txXfrm>
    </dsp:sp>
    <dsp:sp modelId="{1489C41B-CF0B-4AD0-9A56-F4D1F4481A59}">
      <dsp:nvSpPr>
        <dsp:cNvPr id="0" name=""/>
        <dsp:cNvSpPr/>
      </dsp:nvSpPr>
      <dsp:spPr>
        <a:xfrm>
          <a:off x="689434" y="1529999"/>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72EB5D-DB43-4EA2-8075-237D202BB01C}">
      <dsp:nvSpPr>
        <dsp:cNvPr id="0" name=""/>
        <dsp:cNvSpPr/>
      </dsp:nvSpPr>
      <dsp:spPr>
        <a:xfrm rot="10800000">
          <a:off x="984001" y="2294994"/>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поділи Речі Посполитої</a:t>
          </a:r>
          <a:endParaRPr lang="uk-UA" sz="1600" kern="1200"/>
        </a:p>
      </dsp:txBody>
      <dsp:txXfrm rot="10800000">
        <a:off x="1131284" y="2294994"/>
        <a:ext cx="3174612" cy="589134"/>
      </dsp:txXfrm>
    </dsp:sp>
    <dsp:sp modelId="{E57097CE-8D65-485D-AAA5-305F0C6B9B8A}">
      <dsp:nvSpPr>
        <dsp:cNvPr id="0" name=""/>
        <dsp:cNvSpPr/>
      </dsp:nvSpPr>
      <dsp:spPr>
        <a:xfrm>
          <a:off x="689434" y="2294994"/>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412114-61D4-4710-A70F-77A5F7CCCFDB}">
      <dsp:nvSpPr>
        <dsp:cNvPr id="0" name=""/>
        <dsp:cNvSpPr/>
      </dsp:nvSpPr>
      <dsp:spPr>
        <a:xfrm rot="10800000">
          <a:off x="984001" y="3059990"/>
          <a:ext cx="3321895" cy="589134"/>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92"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dirty="0"/>
            <a:t>ліквідація Задунайської Січ</a:t>
          </a:r>
          <a:endParaRPr lang="uk-UA" sz="1600" kern="1200" dirty="0"/>
        </a:p>
      </dsp:txBody>
      <dsp:txXfrm rot="10800000">
        <a:off x="1131284" y="3059990"/>
        <a:ext cx="3174612" cy="589134"/>
      </dsp:txXfrm>
    </dsp:sp>
    <dsp:sp modelId="{47AAC984-E237-4AF6-AF87-9C27F11E81E7}">
      <dsp:nvSpPr>
        <dsp:cNvPr id="0" name=""/>
        <dsp:cNvSpPr/>
      </dsp:nvSpPr>
      <dsp:spPr>
        <a:xfrm>
          <a:off x="689434" y="3059990"/>
          <a:ext cx="589134" cy="589134"/>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3E6A1E-5BB4-42FE-861F-F2606A0B69B6}">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польськими військами.</a:t>
          </a:r>
          <a:endParaRPr lang="uk-UA" sz="2000" kern="1200"/>
        </a:p>
      </dsp:txBody>
      <dsp:txXfrm rot="10800000">
        <a:off x="1209319" y="489"/>
        <a:ext cx="3135597" cy="745202"/>
      </dsp:txXfrm>
    </dsp:sp>
    <dsp:sp modelId="{8BD883D7-436C-4573-93FE-FF1A98E71AFB}">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D88071-E7A6-477B-9058-E5F254259570}">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турецькими військами.</a:t>
          </a:r>
          <a:endParaRPr lang="uk-UA" sz="2000" kern="1200"/>
        </a:p>
      </dsp:txBody>
      <dsp:txXfrm rot="10800000">
        <a:off x="1209319" y="968140"/>
        <a:ext cx="3135597" cy="745202"/>
      </dsp:txXfrm>
    </dsp:sp>
    <dsp:sp modelId="{E7ED36D9-8280-4878-A885-F504FA483495}">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E2E3423-FEED-48D8-8E91-6D5494303182}">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австрійськими військами.</a:t>
          </a:r>
          <a:endParaRPr lang="uk-UA" sz="2000" kern="1200"/>
        </a:p>
      </dsp:txBody>
      <dsp:txXfrm rot="10800000">
        <a:off x="1209319" y="1935791"/>
        <a:ext cx="3135597" cy="745202"/>
      </dsp:txXfrm>
    </dsp:sp>
    <dsp:sp modelId="{AC0247D1-BA9B-4D39-AC42-7EEC3EF3D93E}">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E165EB-AA03-4776-BCCB-487D100E154A}">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російськими військами.</a:t>
          </a:r>
          <a:endParaRPr lang="uk-UA" sz="2000" kern="1200"/>
        </a:p>
      </dsp:txBody>
      <dsp:txXfrm rot="10800000">
        <a:off x="1209319" y="2903442"/>
        <a:ext cx="3135597" cy="745202"/>
      </dsp:txXfrm>
    </dsp:sp>
    <dsp:sp modelId="{FE87B268-C4D8-44AB-9AF3-11524B3BBD02}">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AC8FC-427B-48E8-B1A1-504484820A68}">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1768-1774 рр.</a:t>
          </a:r>
          <a:endParaRPr lang="uk-UA" sz="3400" kern="1200"/>
        </a:p>
      </dsp:txBody>
      <dsp:txXfrm rot="10800000">
        <a:off x="1209319" y="489"/>
        <a:ext cx="3135597" cy="745202"/>
      </dsp:txXfrm>
    </dsp:sp>
    <dsp:sp modelId="{6828E272-15BC-4D0A-A44D-8E3365890032}">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F2E057-D9AA-48AD-B112-A291011FD917}">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1787-1791 рр.</a:t>
          </a:r>
          <a:endParaRPr lang="uk-UA" sz="3400" kern="1200"/>
        </a:p>
      </dsp:txBody>
      <dsp:txXfrm rot="10800000">
        <a:off x="1209319" y="968140"/>
        <a:ext cx="3135597" cy="745202"/>
      </dsp:txXfrm>
    </dsp:sp>
    <dsp:sp modelId="{348174CE-0467-48EF-BC4A-7C1F826F2D7F}">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AD20B8-4CD6-428D-8A22-65E2E9ADCA80}">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1806-1812 рр.</a:t>
          </a:r>
          <a:endParaRPr lang="uk-UA" sz="3400" kern="1200"/>
        </a:p>
      </dsp:txBody>
      <dsp:txXfrm rot="10800000">
        <a:off x="1209319" y="1935791"/>
        <a:ext cx="3135597" cy="745202"/>
      </dsp:txXfrm>
    </dsp:sp>
    <dsp:sp modelId="{0DA36816-73C5-496D-980B-6ED6546A0887}">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3654-A177-49DD-B5D3-EE39B6B41F1E}">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1828-1829 рр.</a:t>
          </a:r>
          <a:endParaRPr lang="uk-UA" sz="3400" kern="1200"/>
        </a:p>
      </dsp:txBody>
      <dsp:txXfrm rot="10800000">
        <a:off x="1209319" y="2903442"/>
        <a:ext cx="3135597" cy="745202"/>
      </dsp:txXfrm>
    </dsp:sp>
    <dsp:sp modelId="{3BE1E393-1014-42F7-8D59-DA04A480010D}">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72216-0AA3-4752-86A3-9194FBBA2565}">
      <dsp:nvSpPr>
        <dsp:cNvPr id="0" name=""/>
        <dsp:cNvSpPr/>
      </dsp:nvSpPr>
      <dsp:spPr>
        <a:xfrm>
          <a:off x="0" y="4317"/>
          <a:ext cx="4995334" cy="1784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включенням придунайських земель до складу Росії в результаті російсько-турецької війни 1768–1774 рр.</a:t>
          </a:r>
          <a:endParaRPr lang="uk-UA" sz="2500" kern="1200"/>
        </a:p>
      </dsp:txBody>
      <dsp:txXfrm>
        <a:off x="87100" y="91417"/>
        <a:ext cx="4821134" cy="1610050"/>
      </dsp:txXfrm>
    </dsp:sp>
    <dsp:sp modelId="{630A15D3-4125-4FB9-A987-F2D88E24A4F7}">
      <dsp:nvSpPr>
        <dsp:cNvPr id="0" name=""/>
        <dsp:cNvSpPr/>
      </dsp:nvSpPr>
      <dsp:spPr>
        <a:xfrm>
          <a:off x="0" y="1860567"/>
          <a:ext cx="4995334" cy="1784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участю задунайських козаків у російсько-турецькій війні 1806–1812 рр. на боці Туреччини.</a:t>
          </a:r>
          <a:endParaRPr lang="uk-UA" sz="2500" kern="1200"/>
        </a:p>
      </dsp:txBody>
      <dsp:txXfrm>
        <a:off x="87100" y="1947667"/>
        <a:ext cx="4821134" cy="1610050"/>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E96C6-B378-48F5-9160-C633E1B89C26}">
      <dsp:nvSpPr>
        <dsp:cNvPr id="0" name=""/>
        <dsp:cNvSpPr/>
      </dsp:nvSpPr>
      <dsp:spPr>
        <a:xfrm>
          <a:off x="0" y="4316"/>
          <a:ext cx="4995332" cy="1784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відмовою задунайських козаків підтримати Туреччину, союзника Наполеона, у франко- російській війні 1812–1814 рр.</a:t>
          </a:r>
          <a:endParaRPr lang="uk-UA" sz="2500" kern="1200"/>
        </a:p>
      </dsp:txBody>
      <dsp:txXfrm>
        <a:off x="87100" y="91416"/>
        <a:ext cx="4821132" cy="1610050"/>
      </dsp:txXfrm>
    </dsp:sp>
    <dsp:sp modelId="{47F44F9C-28A9-473D-B98C-50CC06074F0E}">
      <dsp:nvSpPr>
        <dsp:cNvPr id="0" name=""/>
        <dsp:cNvSpPr/>
      </dsp:nvSpPr>
      <dsp:spPr>
        <a:xfrm>
          <a:off x="0" y="1860566"/>
          <a:ext cx="4995332" cy="17842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переходом задунайських козаків на бік Росії в ході російсько-турецької війни 1828–1829 рр.</a:t>
          </a:r>
          <a:endParaRPr lang="uk-UA" sz="2500" kern="1200"/>
        </a:p>
      </dsp:txBody>
      <dsp:txXfrm>
        <a:off x="87100" y="1947666"/>
        <a:ext cx="4821132" cy="1610050"/>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D3AC72-C548-4DFE-ADD2-01E442F9DE93}">
      <dsp:nvSpPr>
        <dsp:cNvPr id="0" name=""/>
        <dsp:cNvSpPr/>
      </dsp:nvSpPr>
      <dsp:spPr>
        <a:xfrm>
          <a:off x="673099" y="0"/>
          <a:ext cx="3649133" cy="3649133"/>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38ABD-FC5A-4FD9-94C9-8A08E0F663BD}">
      <dsp:nvSpPr>
        <dsp:cNvPr id="0" name=""/>
        <dsp:cNvSpPr/>
      </dsp:nvSpPr>
      <dsp:spPr>
        <a:xfrm>
          <a:off x="1019767"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1816 р.</a:t>
          </a:r>
          <a:endParaRPr lang="uk-UA" sz="3600" kern="1200"/>
        </a:p>
      </dsp:txBody>
      <dsp:txXfrm>
        <a:off x="1089240" y="416140"/>
        <a:ext cx="1284215" cy="1284215"/>
      </dsp:txXfrm>
    </dsp:sp>
    <dsp:sp modelId="{8C5DF991-C877-4D78-A57B-ACDAC1B3DA9E}">
      <dsp:nvSpPr>
        <dsp:cNvPr id="0" name=""/>
        <dsp:cNvSpPr/>
      </dsp:nvSpPr>
      <dsp:spPr>
        <a:xfrm>
          <a:off x="2552402"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1834 р.</a:t>
          </a:r>
          <a:endParaRPr lang="uk-UA" sz="3600" kern="1200"/>
        </a:p>
      </dsp:txBody>
      <dsp:txXfrm>
        <a:off x="2621875" y="416140"/>
        <a:ext cx="1284215" cy="1284215"/>
      </dsp:txXfrm>
    </dsp:sp>
    <dsp:sp modelId="{1B93ACFC-4379-477E-9D7A-240118452B6E}">
      <dsp:nvSpPr>
        <dsp:cNvPr id="0" name=""/>
        <dsp:cNvSpPr/>
      </dsp:nvSpPr>
      <dsp:spPr>
        <a:xfrm>
          <a:off x="1019767"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1839 р.</a:t>
          </a:r>
          <a:endParaRPr lang="uk-UA" sz="3600" kern="1200"/>
        </a:p>
      </dsp:txBody>
      <dsp:txXfrm>
        <a:off x="1089240" y="1948776"/>
        <a:ext cx="1284215" cy="1284215"/>
      </dsp:txXfrm>
    </dsp:sp>
    <dsp:sp modelId="{84675F44-795F-4FAF-A93F-D2CCC09CDD58}">
      <dsp:nvSpPr>
        <dsp:cNvPr id="0" name=""/>
        <dsp:cNvSpPr/>
      </dsp:nvSpPr>
      <dsp:spPr>
        <a:xfrm>
          <a:off x="2552402"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1848 р.</a:t>
          </a:r>
          <a:endParaRPr lang="uk-UA" sz="3600" kern="1200"/>
        </a:p>
      </dsp:txBody>
      <dsp:txXfrm>
        <a:off x="2621875" y="1948776"/>
        <a:ext cx="1284215" cy="1284215"/>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958FF5-8F6A-43F6-BF15-A7139CD7510C}">
      <dsp:nvSpPr>
        <dsp:cNvPr id="0" name=""/>
        <dsp:cNvSpPr/>
      </dsp:nvSpPr>
      <dsp:spPr>
        <a:xfrm>
          <a:off x="0" y="46706"/>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козацьке.</a:t>
          </a:r>
          <a:endParaRPr lang="uk-UA" sz="3400" kern="1200"/>
        </a:p>
      </dsp:txBody>
      <dsp:txXfrm>
        <a:off x="39809" y="86515"/>
        <a:ext cx="4915716" cy="735872"/>
      </dsp:txXfrm>
    </dsp:sp>
    <dsp:sp modelId="{21BB0E2E-E78C-4714-AAB1-9D97A458579C}">
      <dsp:nvSpPr>
        <dsp:cNvPr id="0" name=""/>
        <dsp:cNvSpPr/>
      </dsp:nvSpPr>
      <dsp:spPr>
        <a:xfrm>
          <a:off x="0" y="96011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селянське.</a:t>
          </a:r>
          <a:endParaRPr lang="uk-UA" sz="3400" kern="1200"/>
        </a:p>
      </dsp:txBody>
      <dsp:txXfrm>
        <a:off x="39809" y="999926"/>
        <a:ext cx="4915716" cy="735872"/>
      </dsp:txXfrm>
    </dsp:sp>
    <dsp:sp modelId="{71EBD94D-8285-47CC-AC2B-79B2B50F0D3F}">
      <dsp:nvSpPr>
        <dsp:cNvPr id="0" name=""/>
        <dsp:cNvSpPr/>
      </dsp:nvSpPr>
      <dsp:spPr>
        <a:xfrm>
          <a:off x="0" y="187352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поміщицьке.</a:t>
          </a:r>
          <a:endParaRPr lang="uk-UA" sz="3400" kern="1200"/>
        </a:p>
      </dsp:txBody>
      <dsp:txXfrm>
        <a:off x="39809" y="1913336"/>
        <a:ext cx="4915716" cy="735872"/>
      </dsp:txXfrm>
    </dsp:sp>
    <dsp:sp modelId="{F7693A12-3351-4F46-B460-F337B0C92214}">
      <dsp:nvSpPr>
        <dsp:cNvPr id="0" name=""/>
        <dsp:cNvSpPr/>
      </dsp:nvSpPr>
      <dsp:spPr>
        <a:xfrm>
          <a:off x="0" y="278693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іноземних колоністів.</a:t>
          </a:r>
          <a:endParaRPr lang="uk-UA" sz="3400" kern="1200"/>
        </a:p>
      </dsp:txBody>
      <dsp:txXfrm>
        <a:off x="39809" y="2826746"/>
        <a:ext cx="4915716" cy="73587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8EFEA-B47D-44D1-8EF9-9FC2DAC3D78E}">
      <dsp:nvSpPr>
        <dsp:cNvPr id="0" name=""/>
        <dsp:cNvSpPr/>
      </dsp:nvSpPr>
      <dsp:spPr>
        <a:xfrm>
          <a:off x="0" y="46706"/>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воєводство</a:t>
          </a:r>
          <a:endParaRPr lang="uk-UA" sz="3400" kern="1200"/>
        </a:p>
      </dsp:txBody>
      <dsp:txXfrm>
        <a:off x="39809" y="86515"/>
        <a:ext cx="4915716" cy="735872"/>
      </dsp:txXfrm>
    </dsp:sp>
    <dsp:sp modelId="{BB67A24F-3D68-4920-974D-8E5165B05A84}">
      <dsp:nvSpPr>
        <dsp:cNvPr id="0" name=""/>
        <dsp:cNvSpPr/>
      </dsp:nvSpPr>
      <dsp:spPr>
        <a:xfrm>
          <a:off x="0" y="96011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провінція</a:t>
          </a:r>
          <a:endParaRPr lang="uk-UA" sz="3400" kern="1200"/>
        </a:p>
      </dsp:txBody>
      <dsp:txXfrm>
        <a:off x="39809" y="999926"/>
        <a:ext cx="4915716" cy="735872"/>
      </dsp:txXfrm>
    </dsp:sp>
    <dsp:sp modelId="{D072FC7E-A66F-4DF7-B685-826C7EEAC74F}">
      <dsp:nvSpPr>
        <dsp:cNvPr id="0" name=""/>
        <dsp:cNvSpPr/>
      </dsp:nvSpPr>
      <dsp:spPr>
        <a:xfrm>
          <a:off x="0" y="187352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губернія</a:t>
          </a:r>
          <a:endParaRPr lang="uk-UA" sz="3400" kern="1200"/>
        </a:p>
      </dsp:txBody>
      <dsp:txXfrm>
        <a:off x="39809" y="1913336"/>
        <a:ext cx="4915716" cy="735872"/>
      </dsp:txXfrm>
    </dsp:sp>
    <dsp:sp modelId="{5150368D-5851-425E-98CD-F1BB4619C332}">
      <dsp:nvSpPr>
        <dsp:cNvPr id="0" name=""/>
        <dsp:cNvSpPr/>
      </dsp:nvSpPr>
      <dsp:spPr>
        <a:xfrm>
          <a:off x="0" y="278693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область</a:t>
          </a:r>
          <a:endParaRPr lang="uk-UA" sz="3400" kern="1200"/>
        </a:p>
      </dsp:txBody>
      <dsp:txXfrm>
        <a:off x="39809" y="2826746"/>
        <a:ext cx="4915716" cy="73587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6E5766-3CF0-42DB-83E6-9BBFF173FE52}">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02870" rIns="192024" bIns="102870" numCol="1" spcCol="1270" anchor="ctr" anchorCtr="0">
          <a:noAutofit/>
        </a:bodyPr>
        <a:lstStyle/>
        <a:p>
          <a:pPr marL="0" lvl="0" indent="0" algn="ctr" defTabSz="1200150">
            <a:lnSpc>
              <a:spcPct val="90000"/>
            </a:lnSpc>
            <a:spcBef>
              <a:spcPct val="0"/>
            </a:spcBef>
            <a:spcAft>
              <a:spcPct val="35000"/>
            </a:spcAft>
            <a:buNone/>
          </a:pPr>
          <a:r>
            <a:rPr lang="uk-UA" sz="2700" b="0" i="0" kern="1200"/>
            <a:t>намісництва.</a:t>
          </a:r>
          <a:endParaRPr lang="uk-UA" sz="2700" kern="1200"/>
        </a:p>
      </dsp:txBody>
      <dsp:txXfrm rot="10800000">
        <a:off x="1209319" y="489"/>
        <a:ext cx="3135597" cy="745202"/>
      </dsp:txXfrm>
    </dsp:sp>
    <dsp:sp modelId="{ABBAF3F6-24BB-41FF-9C0E-324A2AF2CA68}">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0C142E-358E-4B60-B998-33F9278C1596}">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02870" rIns="192024" bIns="102870" numCol="1" spcCol="1270" anchor="ctr" anchorCtr="0">
          <a:noAutofit/>
        </a:bodyPr>
        <a:lstStyle/>
        <a:p>
          <a:pPr marL="0" lvl="0" indent="0" algn="ctr" defTabSz="1200150">
            <a:lnSpc>
              <a:spcPct val="90000"/>
            </a:lnSpc>
            <a:spcBef>
              <a:spcPct val="0"/>
            </a:spcBef>
            <a:spcAft>
              <a:spcPct val="35000"/>
            </a:spcAft>
            <a:buNone/>
          </a:pPr>
          <a:r>
            <a:rPr lang="uk-UA" sz="2700" b="0" i="0" kern="1200"/>
            <a:t>губернії.</a:t>
          </a:r>
          <a:endParaRPr lang="uk-UA" sz="2700" kern="1200"/>
        </a:p>
      </dsp:txBody>
      <dsp:txXfrm rot="10800000">
        <a:off x="1209319" y="968140"/>
        <a:ext cx="3135597" cy="745202"/>
      </dsp:txXfrm>
    </dsp:sp>
    <dsp:sp modelId="{3BF2172D-CDA1-49DF-B94B-7565F165E5BF}">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2085A7-3538-46D4-8A3F-989DFA820296}">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02870" rIns="192024" bIns="102870" numCol="1" spcCol="1270" anchor="ctr" anchorCtr="0">
          <a:noAutofit/>
        </a:bodyPr>
        <a:lstStyle/>
        <a:p>
          <a:pPr marL="0" lvl="0" indent="0" algn="ctr" defTabSz="1200150">
            <a:lnSpc>
              <a:spcPct val="90000"/>
            </a:lnSpc>
            <a:spcBef>
              <a:spcPct val="0"/>
            </a:spcBef>
            <a:spcAft>
              <a:spcPct val="35000"/>
            </a:spcAft>
            <a:buNone/>
          </a:pPr>
          <a:r>
            <a:rPr lang="uk-UA" sz="2700" b="0" i="0" kern="1200"/>
            <a:t>полки.</a:t>
          </a:r>
          <a:endParaRPr lang="uk-UA" sz="2700" kern="1200"/>
        </a:p>
      </dsp:txBody>
      <dsp:txXfrm rot="10800000">
        <a:off x="1209319" y="1935791"/>
        <a:ext cx="3135597" cy="745202"/>
      </dsp:txXfrm>
    </dsp:sp>
    <dsp:sp modelId="{7D8C1CD7-2B5C-47CB-8F5A-64C39D55AF9B}">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178ACA-8211-4025-9B56-A19BA4B589A3}">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02870" rIns="192024" bIns="102870" numCol="1" spcCol="1270" anchor="ctr" anchorCtr="0">
          <a:noAutofit/>
        </a:bodyPr>
        <a:lstStyle/>
        <a:p>
          <a:pPr marL="0" lvl="0" indent="0" algn="ctr" defTabSz="1200150">
            <a:lnSpc>
              <a:spcPct val="90000"/>
            </a:lnSpc>
            <a:spcBef>
              <a:spcPct val="0"/>
            </a:spcBef>
            <a:spcAft>
              <a:spcPct val="35000"/>
            </a:spcAft>
            <a:buNone/>
          </a:pPr>
          <a:r>
            <a:rPr lang="uk-UA" sz="2700" b="0" i="0" kern="1200"/>
            <a:t>воєводства.</a:t>
          </a:r>
          <a:endParaRPr lang="uk-UA" sz="2700" kern="1200"/>
        </a:p>
      </dsp:txBody>
      <dsp:txXfrm rot="10800000">
        <a:off x="1209319" y="2903442"/>
        <a:ext cx="3135597" cy="745202"/>
      </dsp:txXfrm>
    </dsp:sp>
    <dsp:sp modelId="{663D2F9B-943F-457A-9E58-F404518184AB}">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7D00C0-BD2B-4E87-AED4-B2C5EABCA871}">
      <dsp:nvSpPr>
        <dsp:cNvPr id="0" name=""/>
        <dsp:cNvSpPr/>
      </dsp:nvSpPr>
      <dsp:spPr>
        <a:xfrm>
          <a:off x="0" y="203576"/>
          <a:ext cx="4995332" cy="7435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промислового перевороту.</a:t>
          </a:r>
          <a:endParaRPr lang="uk-UA" sz="3100" kern="1200"/>
        </a:p>
      </dsp:txBody>
      <dsp:txXfrm>
        <a:off x="36296" y="239872"/>
        <a:ext cx="4922740" cy="670943"/>
      </dsp:txXfrm>
    </dsp:sp>
    <dsp:sp modelId="{A1350E31-4735-4370-86FF-16478B2AAC10}">
      <dsp:nvSpPr>
        <dsp:cNvPr id="0" name=""/>
        <dsp:cNvSpPr/>
      </dsp:nvSpPr>
      <dsp:spPr>
        <a:xfrm>
          <a:off x="0" y="1036391"/>
          <a:ext cx="4995332" cy="7435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концентрації виробництва.</a:t>
          </a:r>
          <a:endParaRPr lang="uk-UA" sz="3100" kern="1200"/>
        </a:p>
      </dsp:txBody>
      <dsp:txXfrm>
        <a:off x="36296" y="1072687"/>
        <a:ext cx="4922740" cy="670943"/>
      </dsp:txXfrm>
    </dsp:sp>
    <dsp:sp modelId="{F010B6DF-0415-43BA-ADC7-53D800C2B77F}">
      <dsp:nvSpPr>
        <dsp:cNvPr id="0" name=""/>
        <dsp:cNvSpPr/>
      </dsp:nvSpPr>
      <dsp:spPr>
        <a:xfrm>
          <a:off x="0" y="1869206"/>
          <a:ext cx="4995332" cy="7435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технічної реконструкції.</a:t>
          </a:r>
          <a:endParaRPr lang="uk-UA" sz="3100" kern="1200"/>
        </a:p>
      </dsp:txBody>
      <dsp:txXfrm>
        <a:off x="36296" y="1905502"/>
        <a:ext cx="4922740" cy="670943"/>
      </dsp:txXfrm>
    </dsp:sp>
    <dsp:sp modelId="{DC25830B-E10C-4010-BF61-58A2B3E8984E}">
      <dsp:nvSpPr>
        <dsp:cNvPr id="0" name=""/>
        <dsp:cNvSpPr/>
      </dsp:nvSpPr>
      <dsp:spPr>
        <a:xfrm>
          <a:off x="0" y="2702021"/>
          <a:ext cx="4995332" cy="7435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форсованої індустріалізації.</a:t>
          </a:r>
          <a:endParaRPr lang="uk-UA" sz="3100" kern="1200"/>
        </a:p>
      </dsp:txBody>
      <dsp:txXfrm>
        <a:off x="36296" y="2738317"/>
        <a:ext cx="4922740" cy="670943"/>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96A86C-5266-432C-BC34-7B9ED6E1B64C}">
      <dsp:nvSpPr>
        <dsp:cNvPr id="0" name=""/>
        <dsp:cNvSpPr/>
      </dsp:nvSpPr>
      <dsp:spPr>
        <a:xfrm>
          <a:off x="0" y="569607"/>
          <a:ext cx="4995334"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початок промислового перевороту</a:t>
          </a:r>
          <a:endParaRPr lang="uk-UA" sz="2400" kern="1200"/>
        </a:p>
      </dsp:txBody>
      <dsp:txXfrm>
        <a:off x="28100" y="597707"/>
        <a:ext cx="4939134" cy="519439"/>
      </dsp:txXfrm>
    </dsp:sp>
    <dsp:sp modelId="{201D264E-0E75-43A4-87D7-6C790BC1F714}">
      <dsp:nvSpPr>
        <dsp:cNvPr id="0" name=""/>
        <dsp:cNvSpPr/>
      </dsp:nvSpPr>
      <dsp:spPr>
        <a:xfrm>
          <a:off x="0" y="1214367"/>
          <a:ext cx="4995334"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зародження кооперативного руху</a:t>
          </a:r>
          <a:endParaRPr lang="uk-UA" sz="2400" kern="1200"/>
        </a:p>
      </dsp:txBody>
      <dsp:txXfrm>
        <a:off x="28100" y="1242467"/>
        <a:ext cx="4939134" cy="519439"/>
      </dsp:txXfrm>
    </dsp:sp>
    <dsp:sp modelId="{BE31AD95-A755-4EFC-911A-DCBAAD3D1C80}">
      <dsp:nvSpPr>
        <dsp:cNvPr id="0" name=""/>
        <dsp:cNvSpPr/>
      </dsp:nvSpPr>
      <dsp:spPr>
        <a:xfrm>
          <a:off x="0" y="1859127"/>
          <a:ext cx="4995334"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будівництво перших залізниць</a:t>
          </a:r>
          <a:endParaRPr lang="uk-UA" sz="2400" kern="1200"/>
        </a:p>
      </dsp:txBody>
      <dsp:txXfrm>
        <a:off x="28100" y="1887227"/>
        <a:ext cx="4939134" cy="519439"/>
      </dsp:txXfrm>
    </dsp:sp>
    <dsp:sp modelId="{64013757-CE82-429A-AF0B-9F01E69EF08F}">
      <dsp:nvSpPr>
        <dsp:cNvPr id="0" name=""/>
        <dsp:cNvSpPr/>
      </dsp:nvSpPr>
      <dsp:spPr>
        <a:xfrm>
          <a:off x="0" y="2503886"/>
          <a:ext cx="4995334"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масова трудова еміграція</a:t>
          </a:r>
          <a:endParaRPr lang="uk-UA" sz="2400" kern="1200"/>
        </a:p>
      </dsp:txBody>
      <dsp:txXfrm>
        <a:off x="28100" y="2531986"/>
        <a:ext cx="4939134" cy="51943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0FA12-82CA-4C7A-9025-94FF7896D653}">
      <dsp:nvSpPr>
        <dsp:cNvPr id="0" name=""/>
        <dsp:cNvSpPr/>
      </dsp:nvSpPr>
      <dsp:spPr>
        <a:xfrm>
          <a:off x="0" y="65390"/>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зростання обсягів іноземних інвестицій</a:t>
          </a:r>
          <a:endParaRPr lang="uk-UA" sz="2100" kern="1200"/>
        </a:p>
      </dsp:txBody>
      <dsp:txXfrm>
        <a:off x="40724" y="106114"/>
        <a:ext cx="4913886" cy="752780"/>
      </dsp:txXfrm>
    </dsp:sp>
    <dsp:sp modelId="{18A8B0A2-5B50-4514-A24B-2CF3663F1AB4}">
      <dsp:nvSpPr>
        <dsp:cNvPr id="0" name=""/>
        <dsp:cNvSpPr/>
      </dsp:nvSpPr>
      <dsp:spPr>
        <a:xfrm>
          <a:off x="0" y="960098"/>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високий рівень концентрації виробництва</a:t>
          </a:r>
          <a:endParaRPr lang="uk-UA" sz="2100" kern="1200"/>
        </a:p>
      </dsp:txBody>
      <dsp:txXfrm>
        <a:off x="40724" y="1000822"/>
        <a:ext cx="4913886" cy="752780"/>
      </dsp:txXfrm>
    </dsp:sp>
    <dsp:sp modelId="{5D3F7124-BF57-4DA3-8AC5-9D896F0CD33C}">
      <dsp:nvSpPr>
        <dsp:cNvPr id="0" name=""/>
        <dsp:cNvSpPr/>
      </dsp:nvSpPr>
      <dsp:spPr>
        <a:xfrm>
          <a:off x="0" y="1854807"/>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широкомасштабне залізничне будівництво</a:t>
          </a:r>
          <a:endParaRPr lang="uk-UA" sz="2100" kern="1200"/>
        </a:p>
      </dsp:txBody>
      <dsp:txXfrm>
        <a:off x="40724" y="1895531"/>
        <a:ext cx="4913886" cy="752780"/>
      </dsp:txXfrm>
    </dsp:sp>
    <dsp:sp modelId="{3DE5A72A-FC73-4400-B7B7-F127CF73353A}">
      <dsp:nvSpPr>
        <dsp:cNvPr id="0" name=""/>
        <dsp:cNvSpPr/>
      </dsp:nvSpPr>
      <dsp:spPr>
        <a:xfrm>
          <a:off x="0" y="2749515"/>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формування фабрично-заводської промисловості</a:t>
          </a:r>
          <a:endParaRPr lang="uk-UA" sz="2100" kern="1200"/>
        </a:p>
      </dsp:txBody>
      <dsp:txXfrm>
        <a:off x="40724" y="2790239"/>
        <a:ext cx="4913886" cy="752780"/>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5A0B2-3E4C-4E4A-AF28-BAAC9B4C7704}">
      <dsp:nvSpPr>
        <dsp:cNvPr id="0" name=""/>
        <dsp:cNvSpPr/>
      </dsp:nvSpPr>
      <dsp:spPr>
        <a:xfrm>
          <a:off x="0" y="726476"/>
          <a:ext cx="4995332" cy="50368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поширення кооперативного руху</a:t>
          </a:r>
          <a:endParaRPr lang="uk-UA" sz="2100" kern="1200"/>
        </a:p>
      </dsp:txBody>
      <dsp:txXfrm>
        <a:off x="24588" y="751064"/>
        <a:ext cx="4946156" cy="454509"/>
      </dsp:txXfrm>
    </dsp:sp>
    <dsp:sp modelId="{0B01D2FC-B352-4283-A5C9-D10D117EDC96}">
      <dsp:nvSpPr>
        <dsp:cNvPr id="0" name=""/>
        <dsp:cNvSpPr/>
      </dsp:nvSpPr>
      <dsp:spPr>
        <a:xfrm>
          <a:off x="0" y="1290641"/>
          <a:ext cx="4995332" cy="50368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завершення промислового перевороту</a:t>
          </a:r>
          <a:endParaRPr lang="uk-UA" sz="2100" kern="1200"/>
        </a:p>
      </dsp:txBody>
      <dsp:txXfrm>
        <a:off x="24588" y="1315229"/>
        <a:ext cx="4946156" cy="454509"/>
      </dsp:txXfrm>
    </dsp:sp>
    <dsp:sp modelId="{5627F4E9-4925-40E3-AD5A-B78380525B47}">
      <dsp:nvSpPr>
        <dsp:cNvPr id="0" name=""/>
        <dsp:cNvSpPr/>
      </dsp:nvSpPr>
      <dsp:spPr>
        <a:xfrm>
          <a:off x="0" y="1854806"/>
          <a:ext cx="4995332" cy="50368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зародження фільваркового господарства</a:t>
          </a:r>
          <a:endParaRPr lang="uk-UA" sz="2100" kern="1200"/>
        </a:p>
      </dsp:txBody>
      <dsp:txXfrm>
        <a:off x="24588" y="1879394"/>
        <a:ext cx="4946156" cy="454509"/>
      </dsp:txXfrm>
    </dsp:sp>
    <dsp:sp modelId="{E206E235-5B54-4EF9-B06B-70B6FECC38E7}">
      <dsp:nvSpPr>
        <dsp:cNvPr id="0" name=""/>
        <dsp:cNvSpPr/>
      </dsp:nvSpPr>
      <dsp:spPr>
        <a:xfrm>
          <a:off x="0" y="2418971"/>
          <a:ext cx="4995332" cy="50368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товаризацію поміщицького господарства</a:t>
          </a:r>
          <a:endParaRPr lang="uk-UA" sz="2100" kern="1200"/>
        </a:p>
      </dsp:txBody>
      <dsp:txXfrm>
        <a:off x="24588" y="2443559"/>
        <a:ext cx="4946156" cy="45450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1E4BF9-04AD-4907-A212-C4468851BE46}">
      <dsp:nvSpPr>
        <dsp:cNvPr id="0" name=""/>
        <dsp:cNvSpPr/>
      </dsp:nvSpPr>
      <dsp:spPr>
        <a:xfrm>
          <a:off x="0" y="65390"/>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руйнування селянської громади</a:t>
          </a:r>
          <a:endParaRPr lang="uk-UA" sz="2100" kern="1200"/>
        </a:p>
      </dsp:txBody>
      <dsp:txXfrm>
        <a:off x="40724" y="106114"/>
        <a:ext cx="4913886" cy="752780"/>
      </dsp:txXfrm>
    </dsp:sp>
    <dsp:sp modelId="{2F4FDCA5-04CC-45C8-950E-FBBD833AD543}">
      <dsp:nvSpPr>
        <dsp:cNvPr id="0" name=""/>
        <dsp:cNvSpPr/>
      </dsp:nvSpPr>
      <dsp:spPr>
        <a:xfrm>
          <a:off x="0" y="960098"/>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поширення кооперативного руху</a:t>
          </a:r>
          <a:endParaRPr lang="uk-UA" sz="2100" kern="1200"/>
        </a:p>
      </dsp:txBody>
      <dsp:txXfrm>
        <a:off x="40724" y="1000822"/>
        <a:ext cx="4913886" cy="752780"/>
      </dsp:txXfrm>
    </dsp:sp>
    <dsp:sp modelId="{E088DB99-BF30-4257-829B-486B34028260}">
      <dsp:nvSpPr>
        <dsp:cNvPr id="0" name=""/>
        <dsp:cNvSpPr/>
      </dsp:nvSpPr>
      <dsp:spPr>
        <a:xfrm>
          <a:off x="0" y="1854807"/>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розбудова чорноморсько-азовських портів</a:t>
          </a:r>
          <a:endParaRPr lang="uk-UA" sz="2100" kern="1200"/>
        </a:p>
      </dsp:txBody>
      <dsp:txXfrm>
        <a:off x="40724" y="1895531"/>
        <a:ext cx="4913886" cy="752780"/>
      </dsp:txXfrm>
    </dsp:sp>
    <dsp:sp modelId="{7D26613E-259D-4811-A584-A327F04CEF2D}">
      <dsp:nvSpPr>
        <dsp:cNvPr id="0" name=""/>
        <dsp:cNvSpPr/>
      </dsp:nvSpPr>
      <dsp:spPr>
        <a:xfrm>
          <a:off x="0" y="2749515"/>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надання кредитної допомоги селянам через Селянський банк</a:t>
          </a:r>
          <a:endParaRPr lang="uk-UA" sz="2100" kern="1200"/>
        </a:p>
      </dsp:txBody>
      <dsp:txXfrm>
        <a:off x="40724" y="2790239"/>
        <a:ext cx="4913886" cy="752780"/>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853CF-C90E-4D7E-AE07-04084809DEB6}">
      <dsp:nvSpPr>
        <dsp:cNvPr id="0" name=""/>
        <dsp:cNvSpPr/>
      </dsp:nvSpPr>
      <dsp:spPr>
        <a:xfrm>
          <a:off x="0" y="65390"/>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«земства», «монополія»</a:t>
          </a:r>
          <a:endParaRPr lang="uk-UA" sz="2100" kern="1200"/>
        </a:p>
      </dsp:txBody>
      <dsp:txXfrm>
        <a:off x="40724" y="106114"/>
        <a:ext cx="4913886" cy="752780"/>
      </dsp:txXfrm>
    </dsp:sp>
    <dsp:sp modelId="{0C167714-6902-4358-AA97-1F7AFA5957FC}">
      <dsp:nvSpPr>
        <dsp:cNvPr id="0" name=""/>
        <dsp:cNvSpPr/>
      </dsp:nvSpPr>
      <dsp:spPr>
        <a:xfrm>
          <a:off x="0" y="960098"/>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«кріпосництво», «промисловий переворот»</a:t>
          </a:r>
          <a:endParaRPr lang="uk-UA" sz="2100" kern="1200"/>
        </a:p>
      </dsp:txBody>
      <dsp:txXfrm>
        <a:off x="40724" y="1000822"/>
        <a:ext cx="4913886" cy="752780"/>
      </dsp:txXfrm>
    </dsp:sp>
    <dsp:sp modelId="{3D161B49-CFD1-4F8A-98B5-9E84AF0463E4}">
      <dsp:nvSpPr>
        <dsp:cNvPr id="0" name=""/>
        <dsp:cNvSpPr/>
      </dsp:nvSpPr>
      <dsp:spPr>
        <a:xfrm>
          <a:off x="0" y="1854807"/>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«Коліївщина», «займанщина»</a:t>
          </a:r>
          <a:endParaRPr lang="uk-UA" sz="2100" kern="1200"/>
        </a:p>
      </dsp:txBody>
      <dsp:txXfrm>
        <a:off x="40724" y="1895531"/>
        <a:ext cx="4913886" cy="752780"/>
      </dsp:txXfrm>
    </dsp:sp>
    <dsp:sp modelId="{3EF7FB54-721A-4767-B4AA-AE459DDC981F}">
      <dsp:nvSpPr>
        <dsp:cNvPr id="0" name=""/>
        <dsp:cNvSpPr/>
      </dsp:nvSpPr>
      <dsp:spPr>
        <a:xfrm>
          <a:off x="0" y="2749515"/>
          <a:ext cx="4995334" cy="83422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«відруб», «трудова міграція»</a:t>
          </a:r>
          <a:endParaRPr lang="uk-UA" sz="2100" kern="1200"/>
        </a:p>
      </dsp:txBody>
      <dsp:txXfrm>
        <a:off x="40724" y="2790239"/>
        <a:ext cx="4913886" cy="75278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153C0-A6C4-4DCC-BF23-86508BCFF26A}">
      <dsp:nvSpPr>
        <dsp:cNvPr id="0" name=""/>
        <dsp:cNvSpPr/>
      </dsp:nvSpPr>
      <dsp:spPr>
        <a:xfrm>
          <a:off x="0" y="6308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зародження мануфактурного виробництва</a:t>
          </a:r>
          <a:endParaRPr lang="uk-UA" sz="2100" kern="1200"/>
        </a:p>
      </dsp:txBody>
      <dsp:txXfrm>
        <a:off x="40780" y="103867"/>
        <a:ext cx="4913774" cy="753819"/>
      </dsp:txXfrm>
    </dsp:sp>
    <dsp:sp modelId="{5A11D5CC-E6C9-4A78-ACCC-35C75FF3C0F5}">
      <dsp:nvSpPr>
        <dsp:cNvPr id="0" name=""/>
        <dsp:cNvSpPr/>
      </dsp:nvSpPr>
      <dsp:spPr>
        <a:xfrm>
          <a:off x="0" y="95894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зникнення дворянства як соціального стану</a:t>
          </a:r>
          <a:endParaRPr lang="uk-UA" sz="2100" kern="1200"/>
        </a:p>
      </dsp:txBody>
      <dsp:txXfrm>
        <a:off x="40780" y="999727"/>
        <a:ext cx="4913774" cy="753819"/>
      </dsp:txXfrm>
    </dsp:sp>
    <dsp:sp modelId="{BB97626D-58D8-4864-81C3-FE692212B94B}">
      <dsp:nvSpPr>
        <dsp:cNvPr id="0" name=""/>
        <dsp:cNvSpPr/>
      </dsp:nvSpPr>
      <dsp:spPr>
        <a:xfrm>
          <a:off x="0" y="185480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розповсюдження чумацького промислу</a:t>
          </a:r>
          <a:endParaRPr lang="uk-UA" sz="2100" kern="1200"/>
        </a:p>
      </dsp:txBody>
      <dsp:txXfrm>
        <a:off x="40780" y="1895587"/>
        <a:ext cx="4913774" cy="753819"/>
      </dsp:txXfrm>
    </dsp:sp>
    <dsp:sp modelId="{AC73BA8D-F71C-43A1-8D83-738EB8B0F6AC}">
      <dsp:nvSpPr>
        <dsp:cNvPr id="0" name=""/>
        <dsp:cNvSpPr/>
      </dsp:nvSpPr>
      <dsp:spPr>
        <a:xfrm>
          <a:off x="0" y="275066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будівництво розгалуженої мережі залізниць</a:t>
          </a:r>
          <a:endParaRPr lang="uk-UA" sz="2100" kern="1200"/>
        </a:p>
      </dsp:txBody>
      <dsp:txXfrm>
        <a:off x="40780" y="2791447"/>
        <a:ext cx="4913774" cy="753819"/>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721FD-833A-4CCF-B98B-95786C4C2883}">
      <dsp:nvSpPr>
        <dsp:cNvPr id="0" name=""/>
        <dsp:cNvSpPr/>
      </dsp:nvSpPr>
      <dsp:spPr>
        <a:xfrm>
          <a:off x="0" y="63086"/>
          <a:ext cx="4995332" cy="835379"/>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реформи Марії-Терезії та Йосифа ІІ 1770–1780-х рр.</a:t>
          </a:r>
          <a:endParaRPr lang="uk-UA" sz="2100" kern="1200" dirty="0"/>
        </a:p>
      </dsp:txBody>
      <dsp:txXfrm>
        <a:off x="40780" y="103866"/>
        <a:ext cx="4913772" cy="753819"/>
      </dsp:txXfrm>
    </dsp:sp>
    <dsp:sp modelId="{24402A39-92EB-4851-A1A9-7B82D57AC648}">
      <dsp:nvSpPr>
        <dsp:cNvPr id="0" name=""/>
        <dsp:cNvSpPr/>
      </dsp:nvSpPr>
      <dsp:spPr>
        <a:xfrm>
          <a:off x="0" y="958946"/>
          <a:ext cx="4995332" cy="835379"/>
        </a:xfrm>
        <a:prstGeom prst="roundRect">
          <a:avLst/>
        </a:prstGeom>
        <a:solidFill>
          <a:schemeClr val="accent3">
            <a:hueOff val="984742"/>
            <a:satOff val="-4713"/>
            <a:lumOff val="26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Польське повстання 1830–1831 рр.</a:t>
          </a:r>
          <a:endParaRPr lang="uk-UA" sz="2100" kern="1200"/>
        </a:p>
      </dsp:txBody>
      <dsp:txXfrm>
        <a:off x="40780" y="999726"/>
        <a:ext cx="4913772" cy="753819"/>
      </dsp:txXfrm>
    </dsp:sp>
    <dsp:sp modelId="{3E3ABD40-FB68-412B-B2A0-E1DFADA0166F}">
      <dsp:nvSpPr>
        <dsp:cNvPr id="0" name=""/>
        <dsp:cNvSpPr/>
      </dsp:nvSpPr>
      <dsp:spPr>
        <a:xfrm>
          <a:off x="0" y="1854806"/>
          <a:ext cx="4995332" cy="835379"/>
        </a:xfrm>
        <a:prstGeom prst="roundRect">
          <a:avLst/>
        </a:prstGeom>
        <a:solidFill>
          <a:schemeClr val="accent3">
            <a:hueOff val="1969485"/>
            <a:satOff val="-9425"/>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революцію 1848–1849 рр. в Австрійській імперії.</a:t>
          </a:r>
          <a:endParaRPr lang="uk-UA" sz="2100" kern="1200"/>
        </a:p>
      </dsp:txBody>
      <dsp:txXfrm>
        <a:off x="40780" y="1895586"/>
        <a:ext cx="4913772" cy="753819"/>
      </dsp:txXfrm>
    </dsp:sp>
    <dsp:sp modelId="{F2F81440-CA24-49D3-B0F0-E5CD17EA1A9C}">
      <dsp:nvSpPr>
        <dsp:cNvPr id="0" name=""/>
        <dsp:cNvSpPr/>
      </dsp:nvSpPr>
      <dsp:spPr>
        <a:xfrm>
          <a:off x="0" y="2750666"/>
          <a:ext cx="4995332" cy="835379"/>
        </a:xfrm>
        <a:prstGeom prst="roundRect">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Польське національно-визвольне повстання 1863–1864 рр.</a:t>
          </a:r>
          <a:endParaRPr lang="uk-UA" sz="2100" kern="1200"/>
        </a:p>
      </dsp:txBody>
      <dsp:txXfrm>
        <a:off x="40780" y="2791446"/>
        <a:ext cx="4913772" cy="75381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95C6A-5FA2-4FAA-B7B9-4AEEE1480B54}">
      <dsp:nvSpPr>
        <dsp:cNvPr id="0" name=""/>
        <dsp:cNvSpPr/>
      </dsp:nvSpPr>
      <dsp:spPr>
        <a:xfrm>
          <a:off x="673099" y="0"/>
          <a:ext cx="3649133" cy="3649133"/>
        </a:xfrm>
        <a:prstGeom prst="diamond">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D3238-F5CE-40A6-8358-4BA2BA511624}">
      <dsp:nvSpPr>
        <dsp:cNvPr id="0" name=""/>
        <dsp:cNvSpPr/>
      </dsp:nvSpPr>
      <dsp:spPr>
        <a:xfrm>
          <a:off x="1019767" y="346667"/>
          <a:ext cx="1423161" cy="1423161"/>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2, 3, 6</a:t>
          </a:r>
          <a:endParaRPr lang="uk-UA" sz="3600" kern="1200"/>
        </a:p>
      </dsp:txBody>
      <dsp:txXfrm>
        <a:off x="1089240" y="416140"/>
        <a:ext cx="1284215" cy="1284215"/>
      </dsp:txXfrm>
    </dsp:sp>
    <dsp:sp modelId="{943D6328-E703-44BF-8DCC-4083C0B79475}">
      <dsp:nvSpPr>
        <dsp:cNvPr id="0" name=""/>
        <dsp:cNvSpPr/>
      </dsp:nvSpPr>
      <dsp:spPr>
        <a:xfrm>
          <a:off x="2552402" y="346667"/>
          <a:ext cx="1423161" cy="1423161"/>
        </a:xfrm>
        <a:prstGeom prst="roundRect">
          <a:avLst/>
        </a:prstGeom>
        <a:solidFill>
          <a:schemeClr val="accent3">
            <a:hueOff val="984742"/>
            <a:satOff val="-4713"/>
            <a:lumOff val="26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1, 2, 4</a:t>
          </a:r>
          <a:endParaRPr lang="uk-UA" sz="3600" kern="1200"/>
        </a:p>
      </dsp:txBody>
      <dsp:txXfrm>
        <a:off x="2621875" y="416140"/>
        <a:ext cx="1284215" cy="1284215"/>
      </dsp:txXfrm>
    </dsp:sp>
    <dsp:sp modelId="{09B8D842-1EAB-4482-9D42-7448B67164FA}">
      <dsp:nvSpPr>
        <dsp:cNvPr id="0" name=""/>
        <dsp:cNvSpPr/>
      </dsp:nvSpPr>
      <dsp:spPr>
        <a:xfrm>
          <a:off x="1019767" y="1879303"/>
          <a:ext cx="1423161" cy="1423161"/>
        </a:xfrm>
        <a:prstGeom prst="roundRect">
          <a:avLst/>
        </a:prstGeom>
        <a:solidFill>
          <a:schemeClr val="accent3">
            <a:hueOff val="1969485"/>
            <a:satOff val="-9425"/>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3, 5, 6</a:t>
          </a:r>
          <a:endParaRPr lang="uk-UA" sz="3600" kern="1200"/>
        </a:p>
      </dsp:txBody>
      <dsp:txXfrm>
        <a:off x="1089240" y="1948776"/>
        <a:ext cx="1284215" cy="1284215"/>
      </dsp:txXfrm>
    </dsp:sp>
    <dsp:sp modelId="{848F63BC-48D3-4B5A-A3C9-C48336AC8032}">
      <dsp:nvSpPr>
        <dsp:cNvPr id="0" name=""/>
        <dsp:cNvSpPr/>
      </dsp:nvSpPr>
      <dsp:spPr>
        <a:xfrm>
          <a:off x="2552402" y="1879303"/>
          <a:ext cx="1423161" cy="1423161"/>
        </a:xfrm>
        <a:prstGeom prst="roundRect">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1, 4, 5</a:t>
          </a:r>
          <a:endParaRPr lang="uk-UA" sz="3600" kern="1200"/>
        </a:p>
      </dsp:txBody>
      <dsp:txXfrm>
        <a:off x="2621875" y="1948776"/>
        <a:ext cx="1284215" cy="1284215"/>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D0138-DC81-4DBB-8F53-920FA99681DE}">
      <dsp:nvSpPr>
        <dsp:cNvPr id="0" name=""/>
        <dsp:cNvSpPr/>
      </dsp:nvSpPr>
      <dsp:spPr>
        <a:xfrm>
          <a:off x="673099" y="0"/>
          <a:ext cx="3649133" cy="3649133"/>
        </a:xfrm>
        <a:prstGeom prst="diamond">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5D3A19-5234-4C41-A9B5-1A1D1DE21CA4}">
      <dsp:nvSpPr>
        <dsp:cNvPr id="0" name=""/>
        <dsp:cNvSpPr/>
      </dsp:nvSpPr>
      <dsp:spPr>
        <a:xfrm>
          <a:off x="1019767" y="346667"/>
          <a:ext cx="1423161" cy="1423161"/>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1805 р.</a:t>
          </a:r>
          <a:endParaRPr lang="uk-UA" sz="3600" kern="1200"/>
        </a:p>
      </dsp:txBody>
      <dsp:txXfrm>
        <a:off x="1089240" y="416140"/>
        <a:ext cx="1284215" cy="1284215"/>
      </dsp:txXfrm>
    </dsp:sp>
    <dsp:sp modelId="{1D27611B-8B5C-4F77-BA7F-2BE2896C1C93}">
      <dsp:nvSpPr>
        <dsp:cNvPr id="0" name=""/>
        <dsp:cNvSpPr/>
      </dsp:nvSpPr>
      <dsp:spPr>
        <a:xfrm>
          <a:off x="2552402" y="346667"/>
          <a:ext cx="1423161" cy="1423161"/>
        </a:xfrm>
        <a:prstGeom prst="roundRect">
          <a:avLst/>
        </a:prstGeom>
        <a:solidFill>
          <a:schemeClr val="accent3">
            <a:hueOff val="984742"/>
            <a:satOff val="-4713"/>
            <a:lumOff val="26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1816 р.</a:t>
          </a:r>
          <a:endParaRPr lang="uk-UA" sz="3600" kern="1200"/>
        </a:p>
      </dsp:txBody>
      <dsp:txXfrm>
        <a:off x="2621875" y="416140"/>
        <a:ext cx="1284215" cy="1284215"/>
      </dsp:txXfrm>
    </dsp:sp>
    <dsp:sp modelId="{F7DE5A5E-9265-47D9-95F5-66AB076A1E97}">
      <dsp:nvSpPr>
        <dsp:cNvPr id="0" name=""/>
        <dsp:cNvSpPr/>
      </dsp:nvSpPr>
      <dsp:spPr>
        <a:xfrm>
          <a:off x="1019767" y="1879303"/>
          <a:ext cx="1423161" cy="1423161"/>
        </a:xfrm>
        <a:prstGeom prst="roundRect">
          <a:avLst/>
        </a:prstGeom>
        <a:solidFill>
          <a:schemeClr val="accent3">
            <a:hueOff val="1969485"/>
            <a:satOff val="-9425"/>
            <a:lumOff val="52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1837 р.</a:t>
          </a:r>
          <a:endParaRPr lang="uk-UA" sz="3600" kern="1200"/>
        </a:p>
      </dsp:txBody>
      <dsp:txXfrm>
        <a:off x="1089240" y="1948776"/>
        <a:ext cx="1284215" cy="1284215"/>
      </dsp:txXfrm>
    </dsp:sp>
    <dsp:sp modelId="{00B31EE2-3009-4E99-B5BA-A1E1C47DCDC7}">
      <dsp:nvSpPr>
        <dsp:cNvPr id="0" name=""/>
        <dsp:cNvSpPr/>
      </dsp:nvSpPr>
      <dsp:spPr>
        <a:xfrm>
          <a:off x="2552402" y="1879303"/>
          <a:ext cx="1423161" cy="1423161"/>
        </a:xfrm>
        <a:prstGeom prst="roundRect">
          <a:avLst/>
        </a:prstGeom>
        <a:solidFill>
          <a:schemeClr val="accent3">
            <a:hueOff val="2954227"/>
            <a:satOff val="-14138"/>
            <a:lumOff val="78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1848 р.</a:t>
          </a:r>
          <a:endParaRPr lang="uk-UA" sz="3600" kern="1200"/>
        </a:p>
      </dsp:txBody>
      <dsp:txXfrm>
        <a:off x="2621875" y="1948776"/>
        <a:ext cx="1284215" cy="1284215"/>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4013D-45BE-460A-98AD-A26DACCD7B86}">
      <dsp:nvSpPr>
        <dsp:cNvPr id="0" name=""/>
        <dsp:cNvSpPr/>
      </dsp:nvSpPr>
      <dsp:spPr>
        <a:xfrm>
          <a:off x="0" y="63087"/>
          <a:ext cx="4995334" cy="835379"/>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ліквідовано мережу греко-католицьких семінарій.</a:t>
          </a:r>
          <a:endParaRPr lang="uk-UA" sz="2100" kern="1200"/>
        </a:p>
      </dsp:txBody>
      <dsp:txXfrm>
        <a:off x="40780" y="103867"/>
        <a:ext cx="4913774" cy="753819"/>
      </dsp:txXfrm>
    </dsp:sp>
    <dsp:sp modelId="{6B6797CA-7684-49AC-9F11-ABC28993E0A3}">
      <dsp:nvSpPr>
        <dsp:cNvPr id="0" name=""/>
        <dsp:cNvSpPr/>
      </dsp:nvSpPr>
      <dsp:spPr>
        <a:xfrm>
          <a:off x="0" y="958947"/>
          <a:ext cx="4995334" cy="835379"/>
        </a:xfrm>
        <a:prstGeom prst="roundRect">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закрито Львівський університет і «Руський інститут».</a:t>
          </a:r>
          <a:endParaRPr lang="uk-UA" sz="2100" kern="1200"/>
        </a:p>
      </dsp:txBody>
      <dsp:txXfrm>
        <a:off x="40780" y="999727"/>
        <a:ext cx="4913774" cy="753819"/>
      </dsp:txXfrm>
    </dsp:sp>
    <dsp:sp modelId="{251E7E60-F74F-496C-A224-4D4B09E9B1B4}">
      <dsp:nvSpPr>
        <dsp:cNvPr id="0" name=""/>
        <dsp:cNvSpPr/>
      </dsp:nvSpPr>
      <dsp:spPr>
        <a:xfrm>
          <a:off x="0" y="1854807"/>
          <a:ext cx="4995334" cy="835379"/>
        </a:xfrm>
        <a:prstGeom prst="roundRect">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підпорядковано всі приватні гімназії римсько-католицькій церкві.</a:t>
          </a:r>
          <a:endParaRPr lang="uk-UA" sz="2100" kern="1200"/>
        </a:p>
      </dsp:txBody>
      <dsp:txXfrm>
        <a:off x="40780" y="1895587"/>
        <a:ext cx="4913774" cy="753819"/>
      </dsp:txXfrm>
    </dsp:sp>
    <dsp:sp modelId="{EBDB7005-6226-4355-8922-4C2CEE861D24}">
      <dsp:nvSpPr>
        <dsp:cNvPr id="0" name=""/>
        <dsp:cNvSpPr/>
      </dsp:nvSpPr>
      <dsp:spPr>
        <a:xfrm>
          <a:off x="0" y="2750667"/>
          <a:ext cx="4995334" cy="835379"/>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запроваджено систему початкових шкіл із рідною мовою навчання.</a:t>
          </a:r>
          <a:endParaRPr lang="uk-UA" sz="2100" kern="1200"/>
        </a:p>
      </dsp:txBody>
      <dsp:txXfrm>
        <a:off x="40780" y="2791447"/>
        <a:ext cx="4913774" cy="75381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A7DFC-4173-4AED-B857-84FDFBA8C2D4}">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виникнення фабрики</a:t>
          </a:r>
          <a:endParaRPr lang="uk-UA" sz="2000" kern="1200"/>
        </a:p>
      </dsp:txBody>
      <dsp:txXfrm rot="10800000">
        <a:off x="1209319" y="489"/>
        <a:ext cx="3135597" cy="745202"/>
      </dsp:txXfrm>
    </dsp:sp>
    <dsp:sp modelId="{FFCF0442-66A7-4783-B385-02B62F25FCEC}">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854B71-47ED-4BF2-A9C6-27BF92E9E4DC}">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виникнення мануфактури</a:t>
          </a:r>
          <a:endParaRPr lang="uk-UA" sz="2000" kern="1200"/>
        </a:p>
      </dsp:txBody>
      <dsp:txXfrm rot="10800000">
        <a:off x="1209319" y="968140"/>
        <a:ext cx="3135597" cy="745202"/>
      </dsp:txXfrm>
    </dsp:sp>
    <dsp:sp modelId="{D2279183-0740-4F45-8DF5-AE19E54A7D20}">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1E804A-0386-4086-B993-9F97A4D6D0E7}">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промисловий переворот</a:t>
          </a:r>
          <a:endParaRPr lang="uk-UA" sz="2000" kern="1200"/>
        </a:p>
      </dsp:txBody>
      <dsp:txXfrm rot="10800000">
        <a:off x="1209319" y="1935791"/>
        <a:ext cx="3135597" cy="745202"/>
      </dsp:txXfrm>
    </dsp:sp>
    <dsp:sp modelId="{E05F9E2C-1578-4CCB-A923-F8093DBC366A}">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6AC7D3-8A5C-4BE7-BD71-A8557E7BC154}">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виникнення ремесла</a:t>
          </a:r>
          <a:endParaRPr lang="uk-UA" sz="2000" kern="1200"/>
        </a:p>
      </dsp:txBody>
      <dsp:txXfrm rot="10800000">
        <a:off x="1209319" y="2903442"/>
        <a:ext cx="3135597" cy="745202"/>
      </dsp:txXfrm>
    </dsp:sp>
    <dsp:sp modelId="{C839064A-E5E7-40B5-87AC-797F02656656}">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C2053-2B0F-4652-AF66-A0E091702DD1}">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технічної реконструкції.</a:t>
          </a:r>
          <a:endParaRPr lang="uk-UA" sz="2000" kern="1200"/>
        </a:p>
      </dsp:txBody>
      <dsp:txXfrm rot="10800000">
        <a:off x="1209319" y="489"/>
        <a:ext cx="3135597" cy="745202"/>
      </dsp:txXfrm>
    </dsp:sp>
    <dsp:sp modelId="{865817EC-46EC-42C3-9701-0CEBE3C053D1}">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069991F-03A4-4ACB-BB65-2C91262D8F57}">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промислового перевороту.</a:t>
          </a:r>
          <a:endParaRPr lang="uk-UA" sz="2000" kern="1200"/>
        </a:p>
      </dsp:txBody>
      <dsp:txXfrm rot="10800000">
        <a:off x="1209319" y="968140"/>
        <a:ext cx="3135597" cy="745202"/>
      </dsp:txXfrm>
    </dsp:sp>
    <dsp:sp modelId="{0B951973-C34F-47BC-AD97-2D8FE695EC46}">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F3503A-47CF-4F8C-90C2-CD148CE80BBC}">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форсованої індустріалізації.</a:t>
          </a:r>
          <a:endParaRPr lang="uk-UA" sz="2000" kern="1200"/>
        </a:p>
      </dsp:txBody>
      <dsp:txXfrm rot="10800000">
        <a:off x="1209319" y="1935791"/>
        <a:ext cx="3135597" cy="745202"/>
      </dsp:txXfrm>
    </dsp:sp>
    <dsp:sp modelId="{A2B219FB-46F4-4F7F-92FB-668A8EE6C066}">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79724F-045E-4D89-8D19-5FC026417857}">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буржуазної революції.</a:t>
          </a:r>
          <a:endParaRPr lang="uk-UA" sz="2000" kern="1200"/>
        </a:p>
      </dsp:txBody>
      <dsp:txXfrm rot="10800000">
        <a:off x="1209319" y="2903442"/>
        <a:ext cx="3135597" cy="745202"/>
      </dsp:txXfrm>
    </dsp:sp>
    <dsp:sp modelId="{0BE654DD-A8FC-4487-8F74-1A0CA0493CE3}">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388D2-3C86-4223-A5EA-E32B1CF7F228}">
      <dsp:nvSpPr>
        <dsp:cNvPr id="0" name=""/>
        <dsp:cNvSpPr/>
      </dsp:nvSpPr>
      <dsp:spPr>
        <a:xfrm>
          <a:off x="0" y="63086"/>
          <a:ext cx="4995332" cy="835379"/>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упровадження в умовах революційних подій у Європі</a:t>
          </a:r>
          <a:endParaRPr lang="uk-UA" sz="2100" kern="1200"/>
        </a:p>
      </dsp:txBody>
      <dsp:txXfrm>
        <a:off x="40780" y="103866"/>
        <a:ext cx="4913772" cy="753819"/>
      </dsp:txXfrm>
    </dsp:sp>
    <dsp:sp modelId="{2292FB50-EB6D-466D-9A55-A853A6198C55}">
      <dsp:nvSpPr>
        <dsp:cNvPr id="0" name=""/>
        <dsp:cNvSpPr/>
      </dsp:nvSpPr>
      <dsp:spPr>
        <a:xfrm>
          <a:off x="0" y="958946"/>
          <a:ext cx="4995332" cy="835379"/>
        </a:xfrm>
        <a:prstGeom prst="roundRect">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надання селянам землі та громадянських прав</a:t>
          </a:r>
          <a:endParaRPr lang="uk-UA" sz="2100" kern="1200"/>
        </a:p>
      </dsp:txBody>
      <dsp:txXfrm>
        <a:off x="40780" y="999726"/>
        <a:ext cx="4913772" cy="753819"/>
      </dsp:txXfrm>
    </dsp:sp>
    <dsp:sp modelId="{BBF4C90D-1F56-4C56-AFCB-160C485CCEFE}">
      <dsp:nvSpPr>
        <dsp:cNvPr id="0" name=""/>
        <dsp:cNvSpPr/>
      </dsp:nvSpPr>
      <dsp:spPr>
        <a:xfrm>
          <a:off x="0" y="1854806"/>
          <a:ext cx="4995332" cy="835379"/>
        </a:xfrm>
        <a:prstGeom prst="roundRect">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залучення селянства до парламентської діяльності</a:t>
          </a:r>
          <a:endParaRPr lang="uk-UA" sz="2100" kern="1200"/>
        </a:p>
      </dsp:txBody>
      <dsp:txXfrm>
        <a:off x="40780" y="1895586"/>
        <a:ext cx="4913772" cy="753819"/>
      </dsp:txXfrm>
    </dsp:sp>
    <dsp:sp modelId="{3FB0AB39-7EF3-4F07-B7C8-52877B4B76E2}">
      <dsp:nvSpPr>
        <dsp:cNvPr id="0" name=""/>
        <dsp:cNvSpPr/>
      </dsp:nvSpPr>
      <dsp:spPr>
        <a:xfrm>
          <a:off x="0" y="2750666"/>
          <a:ext cx="4995332" cy="835379"/>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ліквідація селянського малоземелля та безземелля</a:t>
          </a:r>
          <a:endParaRPr lang="uk-UA" sz="2100" kern="1200"/>
        </a:p>
      </dsp:txBody>
      <dsp:txXfrm>
        <a:off x="40780" y="2791446"/>
        <a:ext cx="4913772" cy="75381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7207B-5F9C-4656-918A-A28B173EBAB8}">
      <dsp:nvSpPr>
        <dsp:cNvPr id="0" name=""/>
        <dsp:cNvSpPr/>
      </dsp:nvSpPr>
      <dsp:spPr>
        <a:xfrm>
          <a:off x="673099" y="0"/>
          <a:ext cx="3649133" cy="3649133"/>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3F9FD-23D8-4B85-9AA0-4AB74DA44B76}">
      <dsp:nvSpPr>
        <dsp:cNvPr id="0" name=""/>
        <dsp:cNvSpPr/>
      </dsp:nvSpPr>
      <dsp:spPr>
        <a:xfrm>
          <a:off x="1019767"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1, 2, 4</a:t>
          </a:r>
          <a:endParaRPr lang="uk-UA" sz="3600" kern="1200"/>
        </a:p>
      </dsp:txBody>
      <dsp:txXfrm>
        <a:off x="1089240" y="416140"/>
        <a:ext cx="1284215" cy="1284215"/>
      </dsp:txXfrm>
    </dsp:sp>
    <dsp:sp modelId="{97BFCEC4-CD14-44A3-8E8A-E1749A1181AE}">
      <dsp:nvSpPr>
        <dsp:cNvPr id="0" name=""/>
        <dsp:cNvSpPr/>
      </dsp:nvSpPr>
      <dsp:spPr>
        <a:xfrm>
          <a:off x="2552402" y="346667"/>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3, 5, 6</a:t>
          </a:r>
          <a:endParaRPr lang="uk-UA" sz="3600" kern="1200"/>
        </a:p>
      </dsp:txBody>
      <dsp:txXfrm>
        <a:off x="2621875" y="416140"/>
        <a:ext cx="1284215" cy="1284215"/>
      </dsp:txXfrm>
    </dsp:sp>
    <dsp:sp modelId="{7E1AE723-C206-44A4-A807-0E40FB4EB469}">
      <dsp:nvSpPr>
        <dsp:cNvPr id="0" name=""/>
        <dsp:cNvSpPr/>
      </dsp:nvSpPr>
      <dsp:spPr>
        <a:xfrm>
          <a:off x="1019767"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1, 4, 5</a:t>
          </a:r>
          <a:endParaRPr lang="uk-UA" sz="3600" kern="1200"/>
        </a:p>
      </dsp:txBody>
      <dsp:txXfrm>
        <a:off x="1089240" y="1948776"/>
        <a:ext cx="1284215" cy="1284215"/>
      </dsp:txXfrm>
    </dsp:sp>
    <dsp:sp modelId="{1CCAA250-73E7-4A16-A792-016043757A90}">
      <dsp:nvSpPr>
        <dsp:cNvPr id="0" name=""/>
        <dsp:cNvSpPr/>
      </dsp:nvSpPr>
      <dsp:spPr>
        <a:xfrm>
          <a:off x="2552402" y="1879303"/>
          <a:ext cx="1423161" cy="142316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b="0" i="0" kern="1200"/>
            <a:t>2, 3, 6</a:t>
          </a:r>
          <a:endParaRPr lang="uk-UA" sz="3600" kern="1200"/>
        </a:p>
      </dsp:txBody>
      <dsp:txXfrm>
        <a:off x="2621875" y="1948776"/>
        <a:ext cx="1284215" cy="1284215"/>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45F1F-2F5C-42B4-8D9E-776E21F24A2C}">
      <dsp:nvSpPr>
        <dsp:cNvPr id="0" name=""/>
        <dsp:cNvSpPr/>
      </dsp:nvSpPr>
      <dsp:spPr>
        <a:xfrm>
          <a:off x="0" y="46706"/>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М. Максимович</a:t>
          </a:r>
          <a:endParaRPr lang="uk-UA" sz="3400" kern="1200"/>
        </a:p>
      </dsp:txBody>
      <dsp:txXfrm>
        <a:off x="39809" y="86515"/>
        <a:ext cx="4915716" cy="735872"/>
      </dsp:txXfrm>
    </dsp:sp>
    <dsp:sp modelId="{D8EFD1FB-AFF6-4581-9AC9-76DC8D4E090C}">
      <dsp:nvSpPr>
        <dsp:cNvPr id="0" name=""/>
        <dsp:cNvSpPr/>
      </dsp:nvSpPr>
      <dsp:spPr>
        <a:xfrm>
          <a:off x="0" y="96011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М. Костомаров</a:t>
          </a:r>
          <a:endParaRPr lang="uk-UA" sz="3400" kern="1200"/>
        </a:p>
      </dsp:txBody>
      <dsp:txXfrm>
        <a:off x="39809" y="999926"/>
        <a:ext cx="4915716" cy="735872"/>
      </dsp:txXfrm>
    </dsp:sp>
    <dsp:sp modelId="{7EA3EA28-F3CD-4C01-90F3-615142ED62AB}">
      <dsp:nvSpPr>
        <dsp:cNvPr id="0" name=""/>
        <dsp:cNvSpPr/>
      </dsp:nvSpPr>
      <dsp:spPr>
        <a:xfrm>
          <a:off x="0" y="187352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Д. Яворницький</a:t>
          </a:r>
          <a:endParaRPr lang="uk-UA" sz="3400" kern="1200"/>
        </a:p>
      </dsp:txBody>
      <dsp:txXfrm>
        <a:off x="39809" y="1913336"/>
        <a:ext cx="4915716" cy="735872"/>
      </dsp:txXfrm>
    </dsp:sp>
    <dsp:sp modelId="{8E17FB32-7877-449C-9580-F3E3970EBB36}">
      <dsp:nvSpPr>
        <dsp:cNvPr id="0" name=""/>
        <dsp:cNvSpPr/>
      </dsp:nvSpPr>
      <dsp:spPr>
        <a:xfrm>
          <a:off x="0" y="2786937"/>
          <a:ext cx="4995334"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М. Грушевський</a:t>
          </a:r>
          <a:endParaRPr lang="uk-UA" sz="3400" kern="1200"/>
        </a:p>
      </dsp:txBody>
      <dsp:txXfrm>
        <a:off x="39809" y="2826746"/>
        <a:ext cx="4915716" cy="735872"/>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B655C-8CBD-4BED-B075-DAF6522C1A09}">
      <dsp:nvSpPr>
        <dsp:cNvPr id="0" name=""/>
        <dsp:cNvSpPr/>
      </dsp:nvSpPr>
      <dsp:spPr>
        <a:xfrm>
          <a:off x="0" y="474140"/>
          <a:ext cx="5684303"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Дійсний член Наукового товариства ім. Т. Шевченка, автор багатотомної «Історії України-Руси», праць «Очерки истории украинского народа», «Ілюстрованої історії України».</a:t>
          </a:r>
          <a:endParaRPr lang="uk-UA" sz="1500" kern="1200"/>
        </a:p>
      </dsp:txBody>
      <dsp:txXfrm>
        <a:off x="40266" y="514406"/>
        <a:ext cx="5603771" cy="744318"/>
      </dsp:txXfrm>
    </dsp:sp>
    <dsp:sp modelId="{731BC797-7D69-4F6D-87D4-C6212652E1A9}">
      <dsp:nvSpPr>
        <dsp:cNvPr id="0" name=""/>
        <dsp:cNvSpPr/>
      </dsp:nvSpPr>
      <dsp:spPr>
        <a:xfrm>
          <a:off x="0" y="1342190"/>
          <a:ext cx="5684303"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Перший ректор Київського університету </a:t>
          </a:r>
          <a:r>
            <a:rPr lang="uk-UA" sz="1500" b="0" i="0" kern="1200" dirty="0" err="1"/>
            <a:t>Св</a:t>
          </a:r>
          <a:r>
            <a:rPr lang="uk-UA" sz="1500" b="0" i="0" kern="1200" dirty="0"/>
            <a:t>. Володимира, автор праці «Основи ботаніки», віршованого перекладу «Слова о полку Ігоревім».</a:t>
          </a:r>
          <a:endParaRPr lang="uk-UA" sz="1500" kern="1200" dirty="0"/>
        </a:p>
      </dsp:txBody>
      <dsp:txXfrm>
        <a:off x="40266" y="1382456"/>
        <a:ext cx="5603771" cy="744318"/>
      </dsp:txXfrm>
    </dsp:sp>
    <dsp:sp modelId="{727DCD6E-D22F-47AB-85EC-83F7E6632388}">
      <dsp:nvSpPr>
        <dsp:cNvPr id="0" name=""/>
        <dsp:cNvSpPr/>
      </dsp:nvSpPr>
      <dsp:spPr>
        <a:xfrm>
          <a:off x="0" y="2210240"/>
          <a:ext cx="5684303"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Член Харківського історико-філологічного товариства, організатор археологічних розкопок на Запоріжжі. Автор праць «</a:t>
          </a:r>
          <a:r>
            <a:rPr lang="uk-UA" sz="1500" b="0" i="0" kern="1200" dirty="0" err="1"/>
            <a:t>Вольности</a:t>
          </a:r>
          <a:r>
            <a:rPr lang="uk-UA" sz="1500" b="0" i="0" kern="1200" dirty="0"/>
            <a:t> </a:t>
          </a:r>
          <a:r>
            <a:rPr lang="uk-UA" sz="1500" b="0" i="0" kern="1200" dirty="0" err="1"/>
            <a:t>запорожских</a:t>
          </a:r>
          <a:r>
            <a:rPr lang="uk-UA" sz="1500" b="0" i="0" kern="1200" dirty="0"/>
            <a:t> козаков», «</a:t>
          </a:r>
          <a:r>
            <a:rPr lang="uk-UA" sz="1500" b="0" i="0" kern="1200" dirty="0" err="1"/>
            <a:t>История</a:t>
          </a:r>
          <a:r>
            <a:rPr lang="uk-UA" sz="1500" b="0" i="0" kern="1200" dirty="0"/>
            <a:t> </a:t>
          </a:r>
          <a:r>
            <a:rPr lang="uk-UA" sz="1500" b="0" i="0" kern="1200" dirty="0" err="1"/>
            <a:t>запорожских</a:t>
          </a:r>
          <a:r>
            <a:rPr lang="uk-UA" sz="1500" b="0" i="0" kern="1200" dirty="0"/>
            <a:t> козаков».</a:t>
          </a:r>
          <a:endParaRPr lang="uk-UA" sz="1500" kern="1200" dirty="0"/>
        </a:p>
      </dsp:txBody>
      <dsp:txXfrm>
        <a:off x="40266" y="2250506"/>
        <a:ext cx="5603771" cy="744318"/>
      </dsp:txXfrm>
    </dsp:sp>
    <dsp:sp modelId="{671ABDD9-6F7A-4D5F-ADC8-99C67B58735A}">
      <dsp:nvSpPr>
        <dsp:cNvPr id="0" name=""/>
        <dsp:cNvSpPr/>
      </dsp:nvSpPr>
      <dsp:spPr>
        <a:xfrm>
          <a:off x="0" y="3078290"/>
          <a:ext cx="5684303"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Один із засновників Кирило-Мефодіївського братства, автор першого українського історичного роману «Чорна рада», праці «Історії возз’єднання Русі».</a:t>
          </a:r>
          <a:endParaRPr lang="uk-UA" sz="1500" kern="1200" dirty="0"/>
        </a:p>
      </dsp:txBody>
      <dsp:txXfrm>
        <a:off x="40266" y="3118556"/>
        <a:ext cx="5603771" cy="744318"/>
      </dsp:txXfrm>
    </dsp:sp>
    <dsp:sp modelId="{F8F23565-ED8C-4457-9605-75DE32501CF7}">
      <dsp:nvSpPr>
        <dsp:cNvPr id="0" name=""/>
        <dsp:cNvSpPr/>
      </dsp:nvSpPr>
      <dsp:spPr>
        <a:xfrm>
          <a:off x="0" y="3946340"/>
          <a:ext cx="5684303" cy="8248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Професор Київського університету, автор праць «Богдан Хмельницький», «Мазепа», «Останні роки Речі Посполитої».</a:t>
          </a:r>
          <a:endParaRPr lang="uk-UA" sz="1500" kern="1200" dirty="0"/>
        </a:p>
      </dsp:txBody>
      <dsp:txXfrm>
        <a:off x="40266" y="3986606"/>
        <a:ext cx="5603771" cy="744318"/>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FA3DD-4DC5-44AE-9521-1B6317D8118E}">
      <dsp:nvSpPr>
        <dsp:cNvPr id="0" name=""/>
        <dsp:cNvSpPr/>
      </dsp:nvSpPr>
      <dsp:spPr>
        <a:xfrm>
          <a:off x="0" y="314726"/>
          <a:ext cx="4995332"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Відкриття в Катеринославі першого на Наддніпрянській Україні товариства «Просвіта».</a:t>
          </a:r>
          <a:endParaRPr lang="uk-UA" sz="1800" kern="1200"/>
        </a:p>
      </dsp:txBody>
      <dsp:txXfrm>
        <a:off x="34954" y="349680"/>
        <a:ext cx="4925424" cy="646132"/>
      </dsp:txXfrm>
    </dsp:sp>
    <dsp:sp modelId="{9255B670-3D25-4632-BD69-E1114FDCC39A}">
      <dsp:nvSpPr>
        <dsp:cNvPr id="0" name=""/>
        <dsp:cNvSpPr/>
      </dsp:nvSpPr>
      <dsp:spPr>
        <a:xfrm>
          <a:off x="0" y="1082606"/>
          <a:ext cx="4995332"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Перше видання в Петербурзі «Кобзаря» Т. Шевченка.</a:t>
          </a:r>
          <a:endParaRPr lang="uk-UA" sz="1800" kern="1200"/>
        </a:p>
      </dsp:txBody>
      <dsp:txXfrm>
        <a:off x="34954" y="1117560"/>
        <a:ext cx="4925424" cy="646132"/>
      </dsp:txXfrm>
    </dsp:sp>
    <dsp:sp modelId="{8289D52F-D5A2-4EE4-A2DE-EA93502FE47D}">
      <dsp:nvSpPr>
        <dsp:cNvPr id="0" name=""/>
        <dsp:cNvSpPr/>
      </dsp:nvSpPr>
      <dsp:spPr>
        <a:xfrm>
          <a:off x="0" y="1850486"/>
          <a:ext cx="4995332"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Відкриття університету в Харкові.</a:t>
          </a:r>
          <a:endParaRPr lang="uk-UA" sz="1800" kern="1200"/>
        </a:p>
      </dsp:txBody>
      <dsp:txXfrm>
        <a:off x="34954" y="1885440"/>
        <a:ext cx="4925424" cy="646132"/>
      </dsp:txXfrm>
    </dsp:sp>
    <dsp:sp modelId="{3368A506-F881-4019-A5E5-9448F93B0D15}">
      <dsp:nvSpPr>
        <dsp:cNvPr id="0" name=""/>
        <dsp:cNvSpPr/>
      </dsp:nvSpPr>
      <dsp:spPr>
        <a:xfrm>
          <a:off x="0" y="2618366"/>
          <a:ext cx="4995332"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Створення першого українського стаціонарного професійного театру.</a:t>
          </a:r>
          <a:endParaRPr lang="uk-UA" sz="1800" kern="1200"/>
        </a:p>
      </dsp:txBody>
      <dsp:txXfrm>
        <a:off x="34954" y="2653320"/>
        <a:ext cx="4925424" cy="646132"/>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E19A7-1A61-4EFD-B545-8FB689A61F1D}">
      <dsp:nvSpPr>
        <dsp:cNvPr id="0" name=""/>
        <dsp:cNvSpPr/>
      </dsp:nvSpPr>
      <dsp:spPr>
        <a:xfrm rot="10800000">
          <a:off x="1023018" y="489"/>
          <a:ext cx="3321895" cy="745202"/>
        </a:xfrm>
        <a:prstGeom prst="homePlat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1830–1831 рр.</a:t>
          </a:r>
          <a:endParaRPr lang="uk-UA" sz="3300" kern="1200"/>
        </a:p>
      </dsp:txBody>
      <dsp:txXfrm rot="10800000">
        <a:off x="1209318" y="489"/>
        <a:ext cx="3135595" cy="745202"/>
      </dsp:txXfrm>
    </dsp:sp>
    <dsp:sp modelId="{62F4D16B-CFF0-40CF-B770-48EDDDB6A89F}">
      <dsp:nvSpPr>
        <dsp:cNvPr id="0" name=""/>
        <dsp:cNvSpPr/>
      </dsp:nvSpPr>
      <dsp:spPr>
        <a:xfrm>
          <a:off x="650417" y="489"/>
          <a:ext cx="745202" cy="745202"/>
        </a:xfrm>
        <a:prstGeom prst="ellipse">
          <a:avLst/>
        </a:prstGeom>
        <a:solidFill>
          <a:schemeClr val="accent4">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19393F-4C42-4A77-879B-6DBF65FC662F}">
      <dsp:nvSpPr>
        <dsp:cNvPr id="0" name=""/>
        <dsp:cNvSpPr/>
      </dsp:nvSpPr>
      <dsp:spPr>
        <a:xfrm rot="10800000">
          <a:off x="1023018" y="968140"/>
          <a:ext cx="3321895" cy="745202"/>
        </a:xfrm>
        <a:prstGeom prst="homePlate">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1833–1837 рр.</a:t>
          </a:r>
          <a:endParaRPr lang="uk-UA" sz="3300" kern="1200"/>
        </a:p>
      </dsp:txBody>
      <dsp:txXfrm rot="10800000">
        <a:off x="1209318" y="968140"/>
        <a:ext cx="3135595" cy="745202"/>
      </dsp:txXfrm>
    </dsp:sp>
    <dsp:sp modelId="{64115E0D-7384-4003-9481-AABFFE757C44}">
      <dsp:nvSpPr>
        <dsp:cNvPr id="0" name=""/>
        <dsp:cNvSpPr/>
      </dsp:nvSpPr>
      <dsp:spPr>
        <a:xfrm>
          <a:off x="650417" y="968140"/>
          <a:ext cx="745202" cy="745202"/>
        </a:xfrm>
        <a:prstGeom prst="ellipse">
          <a:avLst/>
        </a:prstGeom>
        <a:solidFill>
          <a:schemeClr val="accent4">
            <a:tint val="50000"/>
            <a:hueOff val="1859439"/>
            <a:satOff val="8277"/>
            <a:lumOff val="-27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E0A3F3-5111-49AC-9472-41C8FDDEAAAD}">
      <dsp:nvSpPr>
        <dsp:cNvPr id="0" name=""/>
        <dsp:cNvSpPr/>
      </dsp:nvSpPr>
      <dsp:spPr>
        <a:xfrm rot="10800000">
          <a:off x="1023018" y="1935790"/>
          <a:ext cx="3321895" cy="745202"/>
        </a:xfrm>
        <a:prstGeom prst="homePlate">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1846–1847 рр.</a:t>
          </a:r>
          <a:endParaRPr lang="uk-UA" sz="3300" kern="1200"/>
        </a:p>
      </dsp:txBody>
      <dsp:txXfrm rot="10800000">
        <a:off x="1209318" y="1935790"/>
        <a:ext cx="3135595" cy="745202"/>
      </dsp:txXfrm>
    </dsp:sp>
    <dsp:sp modelId="{1FF1AA61-4822-45CF-BDC2-367B6D58C02E}">
      <dsp:nvSpPr>
        <dsp:cNvPr id="0" name=""/>
        <dsp:cNvSpPr/>
      </dsp:nvSpPr>
      <dsp:spPr>
        <a:xfrm>
          <a:off x="650417" y="1935790"/>
          <a:ext cx="745202" cy="745202"/>
        </a:xfrm>
        <a:prstGeom prst="ellipse">
          <a:avLst/>
        </a:prstGeom>
        <a:solidFill>
          <a:schemeClr val="accent4">
            <a:tint val="50000"/>
            <a:hueOff val="3718878"/>
            <a:satOff val="16554"/>
            <a:lumOff val="-5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247C1A-F096-457C-BF73-420DF727205E}">
      <dsp:nvSpPr>
        <dsp:cNvPr id="0" name=""/>
        <dsp:cNvSpPr/>
      </dsp:nvSpPr>
      <dsp:spPr>
        <a:xfrm rot="10800000">
          <a:off x="1023018" y="2903441"/>
          <a:ext cx="3321895" cy="745202"/>
        </a:xfrm>
        <a:prstGeom prst="homePlate">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3" tIns="125730" rIns="234696" bIns="125730" numCol="1" spcCol="1270" anchor="ctr" anchorCtr="0">
          <a:noAutofit/>
        </a:bodyPr>
        <a:lstStyle/>
        <a:p>
          <a:pPr marL="0" lvl="0" indent="0" algn="ctr" defTabSz="1466850">
            <a:lnSpc>
              <a:spcPct val="90000"/>
            </a:lnSpc>
            <a:spcBef>
              <a:spcPct val="0"/>
            </a:spcBef>
            <a:spcAft>
              <a:spcPct val="35000"/>
            </a:spcAft>
            <a:buNone/>
          </a:pPr>
          <a:r>
            <a:rPr lang="ru-RU" sz="3300" b="0" i="0" kern="1200"/>
            <a:t>1863–1864 рр.</a:t>
          </a:r>
          <a:endParaRPr lang="uk-UA" sz="3300" kern="1200"/>
        </a:p>
      </dsp:txBody>
      <dsp:txXfrm rot="10800000">
        <a:off x="1209318" y="2903441"/>
        <a:ext cx="3135595" cy="745202"/>
      </dsp:txXfrm>
    </dsp:sp>
    <dsp:sp modelId="{EE3629B8-AE28-444C-ACE9-3715B7690CE2}">
      <dsp:nvSpPr>
        <dsp:cNvPr id="0" name=""/>
        <dsp:cNvSpPr/>
      </dsp:nvSpPr>
      <dsp:spPr>
        <a:xfrm>
          <a:off x="650417" y="2903441"/>
          <a:ext cx="745202" cy="745202"/>
        </a:xfrm>
        <a:prstGeom prst="ellipse">
          <a:avLst/>
        </a:prstGeom>
        <a:solidFill>
          <a:schemeClr val="accent4">
            <a:tint val="50000"/>
            <a:hueOff val="5578317"/>
            <a:satOff val="24831"/>
            <a:lumOff val="-82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95898-87B4-4761-BBCA-F9DE7E492989}">
      <dsp:nvSpPr>
        <dsp:cNvPr id="0" name=""/>
        <dsp:cNvSpPr/>
      </dsp:nvSpPr>
      <dsp:spPr>
        <a:xfrm>
          <a:off x="0" y="63086"/>
          <a:ext cx="4995332" cy="835379"/>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пропагуванні ідей федерації християнських слов’янських республік.</a:t>
          </a:r>
          <a:endParaRPr lang="uk-UA" sz="2100" kern="1200"/>
        </a:p>
      </dsp:txBody>
      <dsp:txXfrm>
        <a:off x="40780" y="103866"/>
        <a:ext cx="4913772" cy="753819"/>
      </dsp:txXfrm>
    </dsp:sp>
    <dsp:sp modelId="{087D22C7-EF59-46A0-B633-C9376935374D}">
      <dsp:nvSpPr>
        <dsp:cNvPr id="0" name=""/>
        <dsp:cNvSpPr/>
      </dsp:nvSpPr>
      <dsp:spPr>
        <a:xfrm>
          <a:off x="0" y="958946"/>
          <a:ext cx="4995332" cy="835379"/>
        </a:xfrm>
        <a:prstGeom prst="roundRect">
          <a:avLst/>
        </a:prstGeom>
        <a:solidFill>
          <a:schemeClr val="accent4">
            <a:hueOff val="1706803"/>
            <a:satOff val="8975"/>
            <a:lumOff val="-202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піднесенні статусу української мови, розширенні сфери її вжитку.</a:t>
          </a:r>
          <a:endParaRPr lang="uk-UA" sz="2100" kern="1200"/>
        </a:p>
      </dsp:txBody>
      <dsp:txXfrm>
        <a:off x="40780" y="999726"/>
        <a:ext cx="4913772" cy="753819"/>
      </dsp:txXfrm>
    </dsp:sp>
    <dsp:sp modelId="{536A7B8B-2F98-46CF-B4ED-71738305E9DB}">
      <dsp:nvSpPr>
        <dsp:cNvPr id="0" name=""/>
        <dsp:cNvSpPr/>
      </dsp:nvSpPr>
      <dsp:spPr>
        <a:xfrm>
          <a:off x="0" y="1854806"/>
          <a:ext cx="4995332" cy="835379"/>
        </a:xfrm>
        <a:prstGeom prst="roundRect">
          <a:avLst/>
        </a:prstGeom>
        <a:solidFill>
          <a:schemeClr val="accent4">
            <a:hueOff val="3413606"/>
            <a:satOff val="17949"/>
            <a:lumOff val="-40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розбудові Австрії як парламентської федеративної республіки.</a:t>
          </a:r>
          <a:endParaRPr lang="uk-UA" sz="2100" kern="1200"/>
        </a:p>
      </dsp:txBody>
      <dsp:txXfrm>
        <a:off x="40780" y="1895586"/>
        <a:ext cx="4913772" cy="753819"/>
      </dsp:txXfrm>
    </dsp:sp>
    <dsp:sp modelId="{26E0DFF3-842F-46BF-A32C-6C98D868044A}">
      <dsp:nvSpPr>
        <dsp:cNvPr id="0" name=""/>
        <dsp:cNvSpPr/>
      </dsp:nvSpPr>
      <dsp:spPr>
        <a:xfrm>
          <a:off x="0" y="2750666"/>
          <a:ext cx="4995332" cy="835379"/>
        </a:xfrm>
        <a:prstGeom prst="roundRect">
          <a:avLst/>
        </a:prstGeom>
        <a:solidFill>
          <a:schemeClr val="accent4">
            <a:hueOff val="5120409"/>
            <a:satOff val="26924"/>
            <a:lumOff val="-60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наданні галицьким українцям права обіймати державні посади.</a:t>
          </a:r>
          <a:endParaRPr lang="uk-UA" sz="2100" kern="1200"/>
        </a:p>
      </dsp:txBody>
      <dsp:txXfrm>
        <a:off x="40780" y="2791446"/>
        <a:ext cx="4913772" cy="753819"/>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C4465C-1B4D-468B-9436-8613F42788D5}">
      <dsp:nvSpPr>
        <dsp:cNvPr id="0" name=""/>
        <dsp:cNvSpPr/>
      </dsp:nvSpPr>
      <dsp:spPr>
        <a:xfrm>
          <a:off x="0" y="63087"/>
          <a:ext cx="4995334" cy="835379"/>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збереження священиками етнічної ідентичності</a:t>
          </a:r>
          <a:endParaRPr lang="uk-UA" sz="2100" kern="1200"/>
        </a:p>
      </dsp:txBody>
      <dsp:txXfrm>
        <a:off x="40780" y="103867"/>
        <a:ext cx="4913774" cy="753819"/>
      </dsp:txXfrm>
    </dsp:sp>
    <dsp:sp modelId="{DB458F8B-1436-45F4-A55E-BF19E0CAB53F}">
      <dsp:nvSpPr>
        <dsp:cNvPr id="0" name=""/>
        <dsp:cNvSpPr/>
      </dsp:nvSpPr>
      <dsp:spPr>
        <a:xfrm>
          <a:off x="0" y="958947"/>
          <a:ext cx="4995334" cy="835379"/>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наявність власної впливової політичної організації</a:t>
          </a:r>
          <a:endParaRPr lang="uk-UA" sz="2100" kern="1200" dirty="0"/>
        </a:p>
      </dsp:txBody>
      <dsp:txXfrm>
        <a:off x="40780" y="999727"/>
        <a:ext cx="4913774" cy="753819"/>
      </dsp:txXfrm>
    </dsp:sp>
    <dsp:sp modelId="{A7BD1396-A020-40F8-8AC2-1B18178DBD83}">
      <dsp:nvSpPr>
        <dsp:cNvPr id="0" name=""/>
        <dsp:cNvSpPr/>
      </dsp:nvSpPr>
      <dsp:spPr>
        <a:xfrm>
          <a:off x="0" y="1854807"/>
          <a:ext cx="4995334" cy="835379"/>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тісна співпраця з Російською православною церквою</a:t>
          </a:r>
          <a:endParaRPr lang="uk-UA" sz="2100" kern="1200"/>
        </a:p>
      </dsp:txBody>
      <dsp:txXfrm>
        <a:off x="40780" y="1895587"/>
        <a:ext cx="4913774" cy="753819"/>
      </dsp:txXfrm>
    </dsp:sp>
    <dsp:sp modelId="{E0838EF2-9399-42CA-BEF5-9D0A49A79BAC}">
      <dsp:nvSpPr>
        <dsp:cNvPr id="0" name=""/>
        <dsp:cNvSpPr/>
      </dsp:nvSpPr>
      <dsp:spPr>
        <a:xfrm>
          <a:off x="0" y="2750667"/>
          <a:ext cx="4995334" cy="835379"/>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зосередження у власності церкви більшості орних земель</a:t>
          </a:r>
          <a:endParaRPr lang="uk-UA" sz="2100" kern="1200"/>
        </a:p>
      </dsp:txBody>
      <dsp:txXfrm>
        <a:off x="40780" y="2791447"/>
        <a:ext cx="4913774" cy="753819"/>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4D65C2-6F5C-4AF5-A14C-D0D37500C544}">
      <dsp:nvSpPr>
        <dsp:cNvPr id="0" name=""/>
        <dsp:cNvSpPr/>
      </dsp:nvSpPr>
      <dsp:spPr>
        <a:xfrm>
          <a:off x="0" y="6308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перше видання «Кобзаря» Т. Шевченка в Петербурзі</a:t>
          </a:r>
          <a:endParaRPr lang="uk-UA" sz="2100" kern="1200"/>
        </a:p>
      </dsp:txBody>
      <dsp:txXfrm>
        <a:off x="40780" y="103867"/>
        <a:ext cx="4913774" cy="753819"/>
      </dsp:txXfrm>
    </dsp:sp>
    <dsp:sp modelId="{39A40101-9790-452D-830B-7A3950B75B66}">
      <dsp:nvSpPr>
        <dsp:cNvPr id="0" name=""/>
        <dsp:cNvSpPr/>
      </dsp:nvSpPr>
      <dsp:spPr>
        <a:xfrm>
          <a:off x="0" y="95894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видання «Енеїди» І. Котляревського</a:t>
          </a:r>
          <a:endParaRPr lang="uk-UA" sz="2100" kern="1200"/>
        </a:p>
      </dsp:txBody>
      <dsp:txXfrm>
        <a:off x="40780" y="999727"/>
        <a:ext cx="4913774" cy="753819"/>
      </dsp:txXfrm>
    </dsp:sp>
    <dsp:sp modelId="{2718918E-6E94-42A6-965F-D292EB055BD7}">
      <dsp:nvSpPr>
        <dsp:cNvPr id="0" name=""/>
        <dsp:cNvSpPr/>
      </dsp:nvSpPr>
      <dsp:spPr>
        <a:xfrm>
          <a:off x="0" y="185480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повстання Чернігівського полку, керованого декабристами</a:t>
          </a:r>
          <a:endParaRPr lang="uk-UA" sz="2100" kern="1200"/>
        </a:p>
      </dsp:txBody>
      <dsp:txXfrm>
        <a:off x="40780" y="1895587"/>
        <a:ext cx="4913774" cy="753819"/>
      </dsp:txXfrm>
    </dsp:sp>
    <dsp:sp modelId="{8C66A1D6-D1C7-487D-A2DA-6D037A57FD3C}">
      <dsp:nvSpPr>
        <dsp:cNvPr id="0" name=""/>
        <dsp:cNvSpPr/>
      </dsp:nvSpPr>
      <dsp:spPr>
        <a:xfrm>
          <a:off x="0" y="2750667"/>
          <a:ext cx="4995334"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реорганізація Літературного товариства ім. Т. Шевченка в наукове</a:t>
          </a:r>
          <a:endParaRPr lang="uk-UA" sz="2100" kern="1200"/>
        </a:p>
      </dsp:txBody>
      <dsp:txXfrm>
        <a:off x="40780" y="2791447"/>
        <a:ext cx="4913774" cy="753819"/>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552BF-85ED-4783-9451-FA22C6B2F95B}">
      <dsp:nvSpPr>
        <dsp:cNvPr id="0" name=""/>
        <dsp:cNvSpPr/>
      </dsp:nvSpPr>
      <dsp:spPr>
        <a:xfrm>
          <a:off x="0" y="4670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Слобожанщині.</a:t>
          </a:r>
          <a:endParaRPr lang="uk-UA" sz="3400" kern="1200"/>
        </a:p>
      </dsp:txBody>
      <dsp:txXfrm>
        <a:off x="39809" y="86515"/>
        <a:ext cx="4915714" cy="735872"/>
      </dsp:txXfrm>
    </dsp:sp>
    <dsp:sp modelId="{EEAE46F6-2B11-4D0C-AB8E-D0F04973E71B}">
      <dsp:nvSpPr>
        <dsp:cNvPr id="0" name=""/>
        <dsp:cNvSpPr/>
      </dsp:nvSpPr>
      <dsp:spPr>
        <a:xfrm>
          <a:off x="0" y="96011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Прикарпатті.</a:t>
          </a:r>
          <a:endParaRPr lang="uk-UA" sz="3400" kern="1200"/>
        </a:p>
      </dsp:txBody>
      <dsp:txXfrm>
        <a:off x="39809" y="999925"/>
        <a:ext cx="4915714" cy="735872"/>
      </dsp:txXfrm>
    </dsp:sp>
    <dsp:sp modelId="{2B58946A-C5ED-4A25-B132-FAE84D5F6DB6}">
      <dsp:nvSpPr>
        <dsp:cNvPr id="0" name=""/>
        <dsp:cNvSpPr/>
      </dsp:nvSpPr>
      <dsp:spPr>
        <a:xfrm>
          <a:off x="0" y="187352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Поділлі.</a:t>
          </a:r>
          <a:endParaRPr lang="uk-UA" sz="3400" kern="1200"/>
        </a:p>
      </dsp:txBody>
      <dsp:txXfrm>
        <a:off x="39809" y="1913335"/>
        <a:ext cx="4915714" cy="735872"/>
      </dsp:txXfrm>
    </dsp:sp>
    <dsp:sp modelId="{D2A16EEA-97EF-4A6A-A7BB-37EB57158B06}">
      <dsp:nvSpPr>
        <dsp:cNvPr id="0" name=""/>
        <dsp:cNvSpPr/>
      </dsp:nvSpPr>
      <dsp:spPr>
        <a:xfrm>
          <a:off x="0" y="2786936"/>
          <a:ext cx="4995332" cy="8154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Лівобережжі.</a:t>
          </a:r>
          <a:endParaRPr lang="uk-UA" sz="3400" kern="1200"/>
        </a:p>
      </dsp:txBody>
      <dsp:txXfrm>
        <a:off x="39809" y="2826745"/>
        <a:ext cx="4915714" cy="735872"/>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A97E1-9AC0-4786-AB97-D8DF70F5FB30}">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«Історія Русів»</a:t>
          </a:r>
          <a:endParaRPr lang="uk-UA" sz="2200" kern="1200"/>
        </a:p>
      </dsp:txBody>
      <dsp:txXfrm rot="10800000">
        <a:off x="1209319" y="489"/>
        <a:ext cx="3135597" cy="745202"/>
      </dsp:txXfrm>
    </dsp:sp>
    <dsp:sp modelId="{CC2A8893-6D14-4B37-9CDC-B8E4A99BB1A8}">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F37420A-95A2-4437-8BFE-2C03B3F60605}">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«Основа»</a:t>
          </a:r>
          <a:endParaRPr lang="uk-UA" sz="2200" kern="1200"/>
        </a:p>
      </dsp:txBody>
      <dsp:txXfrm rot="10800000">
        <a:off x="1209319" y="968140"/>
        <a:ext cx="3135597" cy="745202"/>
      </dsp:txXfrm>
    </dsp:sp>
    <dsp:sp modelId="{9145B2AB-A384-4850-B941-EF37F927ECD8}">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C89D44-4F91-4097-B835-B538D950E8AD}">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«Громада»</a:t>
          </a:r>
          <a:endParaRPr lang="uk-UA" sz="2200" kern="1200"/>
        </a:p>
      </dsp:txBody>
      <dsp:txXfrm rot="10800000">
        <a:off x="1209319" y="1935791"/>
        <a:ext cx="3135597" cy="745202"/>
      </dsp:txXfrm>
    </dsp:sp>
    <dsp:sp modelId="{D0D226CE-1A16-4C81-97A2-01B76B2A0B17}">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E8A8C7-F5E2-4036-A3D9-625BEE62135A}">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«Самостійна Україна»</a:t>
          </a:r>
          <a:endParaRPr lang="uk-UA" sz="2200" kern="1200"/>
        </a:p>
      </dsp:txBody>
      <dsp:txXfrm rot="10800000">
        <a:off x="1209319" y="2903442"/>
        <a:ext cx="3135597" cy="745202"/>
      </dsp:txXfrm>
    </dsp:sp>
    <dsp:sp modelId="{DBA210D1-849C-40F1-BDF0-9231377AAD78}">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4C511-85F1-4E67-A84D-12D9866A62F5}">
      <dsp:nvSpPr>
        <dsp:cNvPr id="0" name=""/>
        <dsp:cNvSpPr/>
      </dsp:nvSpPr>
      <dsp:spPr>
        <a:xfrm>
          <a:off x="0" y="77227"/>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перший український суспільно-політичний і літературно-мистецький журнал, що видавала в Петербурзі українська громада в 1861–1862 рр.</a:t>
          </a:r>
          <a:endParaRPr lang="uk-UA" sz="1200" kern="1200"/>
        </a:p>
      </dsp:txBody>
      <dsp:txXfrm>
        <a:off x="32770" y="109997"/>
        <a:ext cx="4929792" cy="605747"/>
      </dsp:txXfrm>
    </dsp:sp>
    <dsp:sp modelId="{16CE7B89-02B5-414E-83E5-02CDBA39F10A}">
      <dsp:nvSpPr>
        <dsp:cNvPr id="0" name=""/>
        <dsp:cNvSpPr/>
      </dsp:nvSpPr>
      <dsp:spPr>
        <a:xfrm>
          <a:off x="0" y="783075"/>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український громадсько-політичний і науково-літературний збірник, що видавав у Женеві М. Драгоманов у 1878–1879 рр. та 1882 р.</a:t>
          </a:r>
          <a:endParaRPr lang="uk-UA" sz="1200" kern="1200"/>
        </a:p>
      </dsp:txBody>
      <dsp:txXfrm>
        <a:off x="32770" y="815845"/>
        <a:ext cx="4929792" cy="605747"/>
      </dsp:txXfrm>
    </dsp:sp>
    <dsp:sp modelId="{0B5663B3-1F44-4677-B627-9E26A2FCBCC1}">
      <dsp:nvSpPr>
        <dsp:cNvPr id="0" name=""/>
        <dsp:cNvSpPr/>
      </dsp:nvSpPr>
      <dsp:spPr>
        <a:xfrm>
          <a:off x="0" y="1488922"/>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одна з найвизначніших пам’яток української історичної та суспільно-політичної думки другої половини Х</a:t>
          </a:r>
          <a:r>
            <a:rPr lang="en-US" sz="1200" b="0" i="0" kern="1200"/>
            <a:t>V</a:t>
          </a:r>
          <a:r>
            <a:rPr lang="uk-UA" sz="1200" b="0" i="0" kern="1200"/>
            <a:t>ІІІ – початку ХІХ ст., у якій обстоювали ідею самостійного державного розвитку України</a:t>
          </a:r>
          <a:endParaRPr lang="uk-UA" sz="1200" kern="1200"/>
        </a:p>
      </dsp:txBody>
      <dsp:txXfrm>
        <a:off x="32770" y="1521692"/>
        <a:ext cx="4929792" cy="605747"/>
      </dsp:txXfrm>
    </dsp:sp>
    <dsp:sp modelId="{4081EAFD-CD47-403F-8982-D2AD52F50BCB}">
      <dsp:nvSpPr>
        <dsp:cNvPr id="0" name=""/>
        <dsp:cNvSpPr/>
      </dsp:nvSpPr>
      <dsp:spPr>
        <a:xfrm>
          <a:off x="0" y="2194770"/>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публіцистичний твір, написаний 1900 року М. Міхновським як програма Революційної української партії</a:t>
          </a:r>
          <a:endParaRPr lang="uk-UA" sz="1200" kern="1200"/>
        </a:p>
      </dsp:txBody>
      <dsp:txXfrm>
        <a:off x="32770" y="2227540"/>
        <a:ext cx="4929792" cy="605747"/>
      </dsp:txXfrm>
    </dsp:sp>
    <dsp:sp modelId="{74BDCD5A-0841-48F4-A9EA-2B9CC33EEC86}">
      <dsp:nvSpPr>
        <dsp:cNvPr id="0" name=""/>
        <dsp:cNvSpPr/>
      </dsp:nvSpPr>
      <dsp:spPr>
        <a:xfrm>
          <a:off x="0" y="2900617"/>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щомісячний історико-етнографічний і літературний часопис, який видавали в Києві російською й українською мовами протягом 1882–1906 рр.</a:t>
          </a:r>
          <a:endParaRPr lang="uk-UA" sz="1200" kern="1200"/>
        </a:p>
      </dsp:txBody>
      <dsp:txXfrm>
        <a:off x="32770" y="2933387"/>
        <a:ext cx="4929792" cy="605747"/>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871DF-9C76-4E32-BC34-FDBC9EA3F9CF}">
      <dsp:nvSpPr>
        <dsp:cNvPr id="0" name=""/>
        <dsp:cNvSpPr/>
      </dsp:nvSpPr>
      <dsp:spPr>
        <a:xfrm rot="10800000">
          <a:off x="1023019" y="489"/>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«Енеїда»</a:t>
          </a:r>
          <a:endParaRPr lang="uk-UA" sz="3200" kern="1200"/>
        </a:p>
      </dsp:txBody>
      <dsp:txXfrm rot="10800000">
        <a:off x="1209319" y="489"/>
        <a:ext cx="3135597" cy="745202"/>
      </dsp:txXfrm>
    </dsp:sp>
    <dsp:sp modelId="{03384F44-5971-42E8-BA3C-7DE6B17B6090}">
      <dsp:nvSpPr>
        <dsp:cNvPr id="0" name=""/>
        <dsp:cNvSpPr/>
      </dsp:nvSpPr>
      <dsp:spPr>
        <a:xfrm>
          <a:off x="650417" y="489"/>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28E8C6-0D2B-428F-AE61-D30E8F79BA20}">
      <dsp:nvSpPr>
        <dsp:cNvPr id="0" name=""/>
        <dsp:cNvSpPr/>
      </dsp:nvSpPr>
      <dsp:spPr>
        <a:xfrm rot="10800000">
          <a:off x="1023019" y="968140"/>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«Історія Русів»</a:t>
          </a:r>
          <a:endParaRPr lang="uk-UA" sz="3200" kern="1200"/>
        </a:p>
      </dsp:txBody>
      <dsp:txXfrm rot="10800000">
        <a:off x="1209319" y="968140"/>
        <a:ext cx="3135597" cy="745202"/>
      </dsp:txXfrm>
    </dsp:sp>
    <dsp:sp modelId="{A793E44C-A09C-421D-B7E0-A223767B233B}">
      <dsp:nvSpPr>
        <dsp:cNvPr id="0" name=""/>
        <dsp:cNvSpPr/>
      </dsp:nvSpPr>
      <dsp:spPr>
        <a:xfrm>
          <a:off x="650417" y="968140"/>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F24135-C967-4454-911B-8C14A8A4966E}">
      <dsp:nvSpPr>
        <dsp:cNvPr id="0" name=""/>
        <dsp:cNvSpPr/>
      </dsp:nvSpPr>
      <dsp:spPr>
        <a:xfrm rot="10800000">
          <a:off x="1023019" y="1935791"/>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«Основа»</a:t>
          </a:r>
          <a:endParaRPr lang="uk-UA" sz="3200" kern="1200"/>
        </a:p>
      </dsp:txBody>
      <dsp:txXfrm rot="10800000">
        <a:off x="1209319" y="1935791"/>
        <a:ext cx="3135597" cy="745202"/>
      </dsp:txXfrm>
    </dsp:sp>
    <dsp:sp modelId="{669BE3A6-5BC9-47FF-BCDF-1EEECDD42426}">
      <dsp:nvSpPr>
        <dsp:cNvPr id="0" name=""/>
        <dsp:cNvSpPr/>
      </dsp:nvSpPr>
      <dsp:spPr>
        <a:xfrm>
          <a:off x="650417" y="1935791"/>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E1F80E-C7C3-4547-8623-0BDC2B1A2891}">
      <dsp:nvSpPr>
        <dsp:cNvPr id="0" name=""/>
        <dsp:cNvSpPr/>
      </dsp:nvSpPr>
      <dsp:spPr>
        <a:xfrm rot="10800000">
          <a:off x="1023019" y="2903442"/>
          <a:ext cx="3321897" cy="745202"/>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8614"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«Громада»</a:t>
          </a:r>
          <a:endParaRPr lang="uk-UA" sz="3200" kern="1200"/>
        </a:p>
      </dsp:txBody>
      <dsp:txXfrm rot="10800000">
        <a:off x="1209319" y="2903442"/>
        <a:ext cx="3135597" cy="745202"/>
      </dsp:txXfrm>
    </dsp:sp>
    <dsp:sp modelId="{1138A5A0-1079-440C-85C2-02EB77BE473C}">
      <dsp:nvSpPr>
        <dsp:cNvPr id="0" name=""/>
        <dsp:cNvSpPr/>
      </dsp:nvSpPr>
      <dsp:spPr>
        <a:xfrm>
          <a:off x="650417" y="2903442"/>
          <a:ext cx="745202" cy="745202"/>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CE200-29C2-4E88-A5BB-47E9B23D6149}">
      <dsp:nvSpPr>
        <dsp:cNvPr id="0" name=""/>
        <dsp:cNvSpPr/>
      </dsp:nvSpPr>
      <dsp:spPr>
        <a:xfrm>
          <a:off x="0" y="77227"/>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перший український суспільно-політичний і літературно-мистецький журнал, що видавала українська громада 1861–1862 рр. у Петербурзі</a:t>
          </a:r>
          <a:endParaRPr lang="uk-UA" sz="1200" kern="1200"/>
        </a:p>
      </dsp:txBody>
      <dsp:txXfrm>
        <a:off x="32770" y="109997"/>
        <a:ext cx="4929792" cy="605747"/>
      </dsp:txXfrm>
    </dsp:sp>
    <dsp:sp modelId="{DA9EAFA3-D5E8-424A-BB06-A34D7145A9E5}">
      <dsp:nvSpPr>
        <dsp:cNvPr id="0" name=""/>
        <dsp:cNvSpPr/>
      </dsp:nvSpPr>
      <dsp:spPr>
        <a:xfrm>
          <a:off x="0" y="783075"/>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український громадсько-політичний і науково-літературний збірник, що видавав у Женеві Михайло Драгоманов у період 1878–1879 рр. та 1882 р.</a:t>
          </a:r>
          <a:endParaRPr lang="uk-UA" sz="1200" kern="1200"/>
        </a:p>
      </dsp:txBody>
      <dsp:txXfrm>
        <a:off x="32770" y="815845"/>
        <a:ext cx="4929792" cy="605747"/>
      </dsp:txXfrm>
    </dsp:sp>
    <dsp:sp modelId="{120EF0B0-53B9-4939-BA0D-D2736A35B0AE}">
      <dsp:nvSpPr>
        <dsp:cNvPr id="0" name=""/>
        <dsp:cNvSpPr/>
      </dsp:nvSpPr>
      <dsp:spPr>
        <a:xfrm>
          <a:off x="0" y="1488922"/>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одна з визначних пам’яток української історичної та суспільно-політичної думки другої половини </a:t>
          </a:r>
          <a:r>
            <a:rPr lang="en-US" sz="1200" b="0" i="0" kern="1200"/>
            <a:t>XVIII – </a:t>
          </a:r>
          <a:r>
            <a:rPr lang="uk-UA" sz="1200" b="0" i="0" kern="1200"/>
            <a:t>початку </a:t>
          </a:r>
          <a:r>
            <a:rPr lang="en-US" sz="1200" b="0" i="0" kern="1200"/>
            <a:t>XIX </a:t>
          </a:r>
          <a:r>
            <a:rPr lang="uk-UA" sz="1200" b="0" i="0" kern="1200"/>
            <a:t>ст., у якій обстоювано ідею автономного державного розвитку України</a:t>
          </a:r>
          <a:endParaRPr lang="uk-UA" sz="1200" kern="1200"/>
        </a:p>
      </dsp:txBody>
      <dsp:txXfrm>
        <a:off x="32770" y="1521692"/>
        <a:ext cx="4929792" cy="605747"/>
      </dsp:txXfrm>
    </dsp:sp>
    <dsp:sp modelId="{10C8CE63-AFA6-4F66-A5F9-357B25A6040A}">
      <dsp:nvSpPr>
        <dsp:cNvPr id="0" name=""/>
        <dsp:cNvSpPr/>
      </dsp:nvSpPr>
      <dsp:spPr>
        <a:xfrm>
          <a:off x="0" y="2194770"/>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перший твір у новій українській літературі, надрукований у Санкт-Петербурзі 1798 р.</a:t>
          </a:r>
          <a:endParaRPr lang="uk-UA" sz="1200" kern="1200"/>
        </a:p>
      </dsp:txBody>
      <dsp:txXfrm>
        <a:off x="32770" y="2227540"/>
        <a:ext cx="4929792" cy="605747"/>
      </dsp:txXfrm>
    </dsp:sp>
    <dsp:sp modelId="{0ACE2A62-DFB9-4FCE-8CCE-4AB7BDB4E1AB}">
      <dsp:nvSpPr>
        <dsp:cNvPr id="0" name=""/>
        <dsp:cNvSpPr/>
      </dsp:nvSpPr>
      <dsp:spPr>
        <a:xfrm>
          <a:off x="0" y="2900617"/>
          <a:ext cx="4995332" cy="67128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щомісячний історико-етнографічний і літературний часопис, що видавали в Києві російською й українською мовами протягом 1882–1906 рр.</a:t>
          </a:r>
          <a:endParaRPr lang="uk-UA" sz="1200" kern="1200"/>
        </a:p>
      </dsp:txBody>
      <dsp:txXfrm>
        <a:off x="32770" y="2933387"/>
        <a:ext cx="4929792" cy="6057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a:xfrm>
            <a:off x="3962399" y="5870575"/>
            <a:ext cx="4893958" cy="377825"/>
          </a:xfrm>
        </p:spPr>
        <p:txBody>
          <a:bodyPr/>
          <a:lstStyle/>
          <a:p>
            <a:endParaRPr lang="uk-UA"/>
          </a:p>
        </p:txBody>
      </p:sp>
      <p:sp>
        <p:nvSpPr>
          <p:cNvPr id="6" name="Slide Number Placeholder 5"/>
          <p:cNvSpPr>
            <a:spLocks noGrp="1"/>
          </p:cNvSpPr>
          <p:nvPr>
            <p:ph type="sldNum" sz="quarter" idx="12"/>
          </p:nvPr>
        </p:nvSpPr>
        <p:spPr>
          <a:xfrm>
            <a:off x="10608958" y="5870575"/>
            <a:ext cx="551167" cy="377825"/>
          </a:xfrm>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332916392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2788876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38815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B77CD264-4129-47E1-AB82-A9713F3E7A5F}" type="datetimeFigureOut">
              <a:rPr lang="uk-UA" smtClean="0"/>
              <a:t>22.12.2024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3071936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B77CD264-4129-47E1-AB82-A9713F3E7A5F}" type="datetimeFigureOut">
              <a:rPr lang="uk-UA" smtClean="0"/>
              <a:t>22.12.2024</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583639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B77CD264-4129-47E1-AB82-A9713F3E7A5F}" type="datetimeFigureOut">
              <a:rPr lang="uk-UA" smtClean="0"/>
              <a:t>22.12.2024</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3414281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77CD264-4129-47E1-AB82-A9713F3E7A5F}" type="datetimeFigureOut">
              <a:rPr lang="uk-UA" smtClean="0"/>
              <a:t>22.12.2024</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2378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B77CD264-4129-47E1-AB82-A9713F3E7A5F}" type="datetimeFigureOut">
              <a:rPr lang="uk-UA" smtClean="0"/>
              <a:t>22.12.2024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474236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uk-UA"/>
              <a:t>Клацніть, щоб редагувати стиль зразка заголовка</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B77CD264-4129-47E1-AB82-A9713F3E7A5F}" type="datetimeFigureOut">
              <a:rPr lang="uk-UA" smtClean="0"/>
              <a:t>22.12.2024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207843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B77CD264-4129-47E1-AB82-A9713F3E7A5F}" type="datetimeFigureOut">
              <a:rPr lang="uk-UA" smtClean="0"/>
              <a:t>22.12.2024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583761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304866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a:t>Клацніть, щоб відредагувати стилі зразків тексту</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369003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7456127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Картка назви цитати">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uk-UA"/>
              <a:t>Клацніть, щоб відредагувати стилі зразків тексту</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75736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Істина/хибність">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uk-UA"/>
              <a:t>Клацніть, щоб відредагувати стилі зразків тексту</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23529438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3410123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B77CD264-4129-47E1-AB82-A9713F3E7A5F}" type="datetimeFigureOut">
              <a:rPr lang="uk-UA" smtClean="0"/>
              <a:t>22.12.2024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99D561D7-9A76-4036-A164-A2D0DA8767D4}" type="slidenum">
              <a:rPr lang="uk-UA" smtClean="0"/>
              <a:t>‹№›</a:t>
            </a:fld>
            <a:endParaRPr lang="uk-UA"/>
          </a:p>
        </p:txBody>
      </p:sp>
    </p:spTree>
    <p:extLst>
      <p:ext uri="{BB962C8B-B14F-4D97-AF65-F5344CB8AC3E}">
        <p14:creationId xmlns:p14="http://schemas.microsoft.com/office/powerpoint/2010/main" val="146342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7CD264-4129-47E1-AB82-A9713F3E7A5F}" type="datetimeFigureOut">
              <a:rPr lang="uk-UA" smtClean="0"/>
              <a:t>22.12.2024</a:t>
            </a:fld>
            <a:endParaRPr lang="uk-UA"/>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uk-UA"/>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9D561D7-9A76-4036-A164-A2D0DA8767D4}" type="slidenum">
              <a:rPr lang="uk-UA" smtClean="0"/>
              <a:t>‹№›</a:t>
            </a:fld>
            <a:endParaRPr lang="uk-UA"/>
          </a:p>
        </p:txBody>
      </p:sp>
    </p:spTree>
    <p:extLst>
      <p:ext uri="{BB962C8B-B14F-4D97-AF65-F5344CB8AC3E}">
        <p14:creationId xmlns:p14="http://schemas.microsoft.com/office/powerpoint/2010/main" val="569771360"/>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11.jpeg"/><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2.jpeg"/><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diagramLayout" Target="../diagrams/layout25.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29.xml"/><Relationship Id="rId3" Type="http://schemas.openxmlformats.org/officeDocument/2006/relationships/diagramLayout" Target="../diagrams/layout28.xml"/><Relationship Id="rId7" Type="http://schemas.openxmlformats.org/officeDocument/2006/relationships/diagramData" Target="../diagrams/data29.xml"/><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11" Type="http://schemas.microsoft.com/office/2007/relationships/diagramDrawing" Target="../diagrams/drawing29.xml"/><Relationship Id="rId5" Type="http://schemas.openxmlformats.org/officeDocument/2006/relationships/diagramColors" Target="../diagrams/colors28.xml"/><Relationship Id="rId10" Type="http://schemas.openxmlformats.org/officeDocument/2006/relationships/diagramColors" Target="../diagrams/colors29.xml"/><Relationship Id="rId4" Type="http://schemas.openxmlformats.org/officeDocument/2006/relationships/diagramQuickStyle" Target="../diagrams/quickStyle28.xml"/><Relationship Id="rId9" Type="http://schemas.openxmlformats.org/officeDocument/2006/relationships/diagramQuickStyle" Target="../diagrams/quickStyle29.xml"/></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31.xml"/><Relationship Id="rId3" Type="http://schemas.openxmlformats.org/officeDocument/2006/relationships/diagramData" Target="../diagrams/data30.xml"/><Relationship Id="rId7" Type="http://schemas.microsoft.com/office/2007/relationships/diagramDrawing" Target="../diagrams/drawing30.xml"/><Relationship Id="rId12" Type="http://schemas.microsoft.com/office/2007/relationships/diagramDrawing" Target="../diagrams/drawing31.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30.xml"/><Relationship Id="rId11" Type="http://schemas.openxmlformats.org/officeDocument/2006/relationships/diagramColors" Target="../diagrams/colors31.xml"/><Relationship Id="rId5" Type="http://schemas.openxmlformats.org/officeDocument/2006/relationships/diagramQuickStyle" Target="../diagrams/quickStyle30.xml"/><Relationship Id="rId10" Type="http://schemas.openxmlformats.org/officeDocument/2006/relationships/diagramQuickStyle" Target="../diagrams/quickStyle31.xml"/><Relationship Id="rId4" Type="http://schemas.openxmlformats.org/officeDocument/2006/relationships/diagramLayout" Target="../diagrams/layout30.xml"/><Relationship Id="rId9" Type="http://schemas.openxmlformats.org/officeDocument/2006/relationships/diagramLayout" Target="../diagrams/layout3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4.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4.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4.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4.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4.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4.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image" Target="../media/image18.jpeg"/><Relationship Id="rId2" Type="http://schemas.openxmlformats.org/officeDocument/2006/relationships/diagramData" Target="../diagrams/data43.xml"/><Relationship Id="rId1" Type="http://schemas.openxmlformats.org/officeDocument/2006/relationships/slideLayout" Target="../slideLayouts/slideLayout4.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4.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4.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5.xml.rels><?xml version="1.0" encoding="UTF-8" standalone="yes"?>
<Relationships xmlns="http://schemas.openxmlformats.org/package/2006/relationships"><Relationship Id="rId8" Type="http://schemas.openxmlformats.org/officeDocument/2006/relationships/diagramLayout" Target="../diagrams/layout47.xml"/><Relationship Id="rId3" Type="http://schemas.openxmlformats.org/officeDocument/2006/relationships/diagramLayout" Target="../diagrams/layout46.xml"/><Relationship Id="rId7" Type="http://schemas.openxmlformats.org/officeDocument/2006/relationships/diagramData" Target="../diagrams/data47.xml"/><Relationship Id="rId2" Type="http://schemas.openxmlformats.org/officeDocument/2006/relationships/diagramData" Target="../diagrams/data46.xml"/><Relationship Id="rId1" Type="http://schemas.openxmlformats.org/officeDocument/2006/relationships/slideLayout" Target="../slideLayouts/slideLayout4.xml"/><Relationship Id="rId6" Type="http://schemas.microsoft.com/office/2007/relationships/diagramDrawing" Target="../diagrams/drawing46.xml"/><Relationship Id="rId11" Type="http://schemas.microsoft.com/office/2007/relationships/diagramDrawing" Target="../diagrams/drawing47.xml"/><Relationship Id="rId5" Type="http://schemas.openxmlformats.org/officeDocument/2006/relationships/diagramColors" Target="../diagrams/colors46.xml"/><Relationship Id="rId10" Type="http://schemas.openxmlformats.org/officeDocument/2006/relationships/diagramColors" Target="../diagrams/colors47.xml"/><Relationship Id="rId4" Type="http://schemas.openxmlformats.org/officeDocument/2006/relationships/diagramQuickStyle" Target="../diagrams/quickStyle46.xml"/><Relationship Id="rId9" Type="http://schemas.openxmlformats.org/officeDocument/2006/relationships/diagramQuickStyle" Target="../diagrams/quickStyle4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4.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4.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48.xml.rels><?xml version="1.0" encoding="UTF-8" standalone="yes"?>
<Relationships xmlns="http://schemas.openxmlformats.org/package/2006/relationships"><Relationship Id="rId8" Type="http://schemas.openxmlformats.org/officeDocument/2006/relationships/diagramLayout" Target="../diagrams/layout51.xml"/><Relationship Id="rId3" Type="http://schemas.openxmlformats.org/officeDocument/2006/relationships/diagramLayout" Target="../diagrams/layout50.xml"/><Relationship Id="rId7" Type="http://schemas.openxmlformats.org/officeDocument/2006/relationships/diagramData" Target="../diagrams/data51.xml"/><Relationship Id="rId2" Type="http://schemas.openxmlformats.org/officeDocument/2006/relationships/diagramData" Target="../diagrams/data50.xml"/><Relationship Id="rId1" Type="http://schemas.openxmlformats.org/officeDocument/2006/relationships/slideLayout" Target="../slideLayouts/slideLayout4.xml"/><Relationship Id="rId6" Type="http://schemas.microsoft.com/office/2007/relationships/diagramDrawing" Target="../diagrams/drawing50.xml"/><Relationship Id="rId11" Type="http://schemas.microsoft.com/office/2007/relationships/diagramDrawing" Target="../diagrams/drawing51.xml"/><Relationship Id="rId5" Type="http://schemas.openxmlformats.org/officeDocument/2006/relationships/diagramColors" Target="../diagrams/colors50.xml"/><Relationship Id="rId10" Type="http://schemas.openxmlformats.org/officeDocument/2006/relationships/diagramColors" Target="../diagrams/colors51.xml"/><Relationship Id="rId4" Type="http://schemas.openxmlformats.org/officeDocument/2006/relationships/diagramQuickStyle" Target="../diagrams/quickStyle50.xml"/><Relationship Id="rId9" Type="http://schemas.openxmlformats.org/officeDocument/2006/relationships/diagramQuickStyle" Target="../diagrams/quickStyle51.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4.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4.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4.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4.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4.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4.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4.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4.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4.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4.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4.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63.xml"/><Relationship Id="rId7" Type="http://schemas.microsoft.com/office/2007/relationships/diagramDrawing" Target="../diagrams/drawing63.xml"/><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diagramColors" Target="../diagrams/colors63.xml"/><Relationship Id="rId5" Type="http://schemas.openxmlformats.org/officeDocument/2006/relationships/diagramQuickStyle" Target="../diagrams/quickStyle63.xml"/><Relationship Id="rId4" Type="http://schemas.openxmlformats.org/officeDocument/2006/relationships/diagramLayout" Target="../diagrams/layout6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64.xml"/><Relationship Id="rId7" Type="http://schemas.microsoft.com/office/2007/relationships/diagramDrawing" Target="../diagrams/drawing64.xml"/><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diagramColors" Target="../diagrams/colors64.xml"/><Relationship Id="rId5" Type="http://schemas.openxmlformats.org/officeDocument/2006/relationships/diagramQuickStyle" Target="../diagrams/quickStyle64.xml"/><Relationship Id="rId4" Type="http://schemas.openxmlformats.org/officeDocument/2006/relationships/diagramLayout" Target="../diagrams/layout6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65.xml"/><Relationship Id="rId5" Type="http://schemas.openxmlformats.org/officeDocument/2006/relationships/diagramQuickStyle" Target="../diagrams/quickStyle65.xml"/><Relationship Id="rId4" Type="http://schemas.openxmlformats.org/officeDocument/2006/relationships/diagramLayout" Target="../diagrams/layout65.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66.xml"/><Relationship Id="rId7" Type="http://schemas.microsoft.com/office/2007/relationships/diagramDrawing" Target="../diagrams/drawing66.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66.xml"/><Relationship Id="rId5" Type="http://schemas.openxmlformats.org/officeDocument/2006/relationships/diagramQuickStyle" Target="../diagrams/quickStyle66.xml"/><Relationship Id="rId4" Type="http://schemas.openxmlformats.org/officeDocument/2006/relationships/diagramLayout" Target="../diagrams/layout66.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4.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8.xml"/><Relationship Id="rId2" Type="http://schemas.openxmlformats.org/officeDocument/2006/relationships/diagramData" Target="../diagrams/data68.xml"/><Relationship Id="rId1" Type="http://schemas.openxmlformats.org/officeDocument/2006/relationships/slideLayout" Target="../slideLayouts/slideLayout4.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69.xml"/><Relationship Id="rId5" Type="http://schemas.openxmlformats.org/officeDocument/2006/relationships/diagramQuickStyle" Target="../diagrams/quickStyle69.xml"/><Relationship Id="rId4" Type="http://schemas.openxmlformats.org/officeDocument/2006/relationships/diagramLayout" Target="../diagrams/layout69.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70.xml"/><Relationship Id="rId2" Type="http://schemas.openxmlformats.org/officeDocument/2006/relationships/diagramData" Target="../diagrams/data70.xml"/><Relationship Id="rId1" Type="http://schemas.openxmlformats.org/officeDocument/2006/relationships/slideLayout" Target="../slideLayouts/slideLayout4.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68.xml.rels><?xml version="1.0" encoding="UTF-8" standalone="yes"?>
<Relationships xmlns="http://schemas.openxmlformats.org/package/2006/relationships"><Relationship Id="rId8" Type="http://schemas.openxmlformats.org/officeDocument/2006/relationships/diagramLayout" Target="../diagrams/layout72.xml"/><Relationship Id="rId3" Type="http://schemas.openxmlformats.org/officeDocument/2006/relationships/diagramLayout" Target="../diagrams/layout71.xml"/><Relationship Id="rId7" Type="http://schemas.openxmlformats.org/officeDocument/2006/relationships/diagramData" Target="../diagrams/data72.xml"/><Relationship Id="rId2" Type="http://schemas.openxmlformats.org/officeDocument/2006/relationships/diagramData" Target="../diagrams/data71.xml"/><Relationship Id="rId1" Type="http://schemas.openxmlformats.org/officeDocument/2006/relationships/slideLayout" Target="../slideLayouts/slideLayout4.xml"/><Relationship Id="rId6" Type="http://schemas.microsoft.com/office/2007/relationships/diagramDrawing" Target="../diagrams/drawing71.xml"/><Relationship Id="rId11" Type="http://schemas.microsoft.com/office/2007/relationships/diagramDrawing" Target="../diagrams/drawing72.xml"/><Relationship Id="rId5" Type="http://schemas.openxmlformats.org/officeDocument/2006/relationships/diagramColors" Target="../diagrams/colors71.xml"/><Relationship Id="rId10" Type="http://schemas.openxmlformats.org/officeDocument/2006/relationships/diagramColors" Target="../diagrams/colors72.xml"/><Relationship Id="rId4" Type="http://schemas.openxmlformats.org/officeDocument/2006/relationships/diagramQuickStyle" Target="../diagrams/quickStyle71.xml"/><Relationship Id="rId9" Type="http://schemas.openxmlformats.org/officeDocument/2006/relationships/diagramQuickStyle" Target="../diagrams/quickStyle7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4.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74.xml"/><Relationship Id="rId7" Type="http://schemas.microsoft.com/office/2007/relationships/diagramDrawing" Target="../diagrams/drawing74.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74.xml"/><Relationship Id="rId5" Type="http://schemas.openxmlformats.org/officeDocument/2006/relationships/diagramQuickStyle" Target="../diagrams/quickStyle74.xml"/><Relationship Id="rId4" Type="http://schemas.openxmlformats.org/officeDocument/2006/relationships/diagramLayout" Target="../diagrams/layout74.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75.xml"/><Relationship Id="rId7" Type="http://schemas.microsoft.com/office/2007/relationships/diagramDrawing" Target="../diagrams/drawing75.xml"/><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diagramColors" Target="../diagrams/colors75.xml"/><Relationship Id="rId5" Type="http://schemas.openxmlformats.org/officeDocument/2006/relationships/diagramQuickStyle" Target="../diagrams/quickStyle75.xml"/><Relationship Id="rId4" Type="http://schemas.openxmlformats.org/officeDocument/2006/relationships/diagramLayout" Target="../diagrams/layout75.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76.xml"/><Relationship Id="rId7" Type="http://schemas.microsoft.com/office/2007/relationships/diagramDrawing" Target="../diagrams/drawing76.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diagramColors" Target="../diagrams/colors76.xml"/><Relationship Id="rId5" Type="http://schemas.openxmlformats.org/officeDocument/2006/relationships/diagramQuickStyle" Target="../diagrams/quickStyle76.xml"/><Relationship Id="rId4" Type="http://schemas.openxmlformats.org/officeDocument/2006/relationships/diagramLayout" Target="../diagrams/layout76.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4.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8.xml"/><Relationship Id="rId7" Type="http://schemas.openxmlformats.org/officeDocument/2006/relationships/image" Target="../media/image25.png"/><Relationship Id="rId2" Type="http://schemas.openxmlformats.org/officeDocument/2006/relationships/diagramData" Target="../diagrams/data78.xml"/><Relationship Id="rId1" Type="http://schemas.openxmlformats.org/officeDocument/2006/relationships/slideLayout" Target="../slideLayouts/slideLayout4.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6.xml.rels><?xml version="1.0" encoding="UTF-8" standalone="yes"?>
<Relationships xmlns="http://schemas.openxmlformats.org/package/2006/relationships"><Relationship Id="rId8" Type="http://schemas.openxmlformats.org/officeDocument/2006/relationships/diagramLayout" Target="../diagrams/layout80.xml"/><Relationship Id="rId3" Type="http://schemas.openxmlformats.org/officeDocument/2006/relationships/diagramLayout" Target="../diagrams/layout79.xml"/><Relationship Id="rId7" Type="http://schemas.openxmlformats.org/officeDocument/2006/relationships/diagramData" Target="../diagrams/data80.xml"/><Relationship Id="rId2" Type="http://schemas.openxmlformats.org/officeDocument/2006/relationships/diagramData" Target="../diagrams/data79.xml"/><Relationship Id="rId1" Type="http://schemas.openxmlformats.org/officeDocument/2006/relationships/slideLayout" Target="../slideLayouts/slideLayout4.xml"/><Relationship Id="rId6" Type="http://schemas.microsoft.com/office/2007/relationships/diagramDrawing" Target="../diagrams/drawing79.xml"/><Relationship Id="rId11" Type="http://schemas.microsoft.com/office/2007/relationships/diagramDrawing" Target="../diagrams/drawing80.xml"/><Relationship Id="rId5" Type="http://schemas.openxmlformats.org/officeDocument/2006/relationships/diagramColors" Target="../diagrams/colors79.xml"/><Relationship Id="rId10" Type="http://schemas.openxmlformats.org/officeDocument/2006/relationships/diagramColors" Target="../diagrams/colors80.xml"/><Relationship Id="rId4" Type="http://schemas.openxmlformats.org/officeDocument/2006/relationships/diagramQuickStyle" Target="../diagrams/quickStyle79.xml"/><Relationship Id="rId9" Type="http://schemas.openxmlformats.org/officeDocument/2006/relationships/diagramQuickStyle" Target="../diagrams/quickStyle80.xml"/></Relationships>
</file>

<file path=ppt/slides/_rels/slide77.xml.rels><?xml version="1.0" encoding="UTF-8" standalone="yes"?>
<Relationships xmlns="http://schemas.openxmlformats.org/package/2006/relationships"><Relationship Id="rId8" Type="http://schemas.openxmlformats.org/officeDocument/2006/relationships/diagramLayout" Target="../diagrams/layout82.xml"/><Relationship Id="rId3" Type="http://schemas.openxmlformats.org/officeDocument/2006/relationships/diagramLayout" Target="../diagrams/layout81.xml"/><Relationship Id="rId7" Type="http://schemas.openxmlformats.org/officeDocument/2006/relationships/diagramData" Target="../diagrams/data82.xml"/><Relationship Id="rId2" Type="http://schemas.openxmlformats.org/officeDocument/2006/relationships/diagramData" Target="../diagrams/data81.xml"/><Relationship Id="rId1" Type="http://schemas.openxmlformats.org/officeDocument/2006/relationships/slideLayout" Target="../slideLayouts/slideLayout4.xml"/><Relationship Id="rId6" Type="http://schemas.microsoft.com/office/2007/relationships/diagramDrawing" Target="../diagrams/drawing81.xml"/><Relationship Id="rId11" Type="http://schemas.microsoft.com/office/2007/relationships/diagramDrawing" Target="../diagrams/drawing82.xml"/><Relationship Id="rId5" Type="http://schemas.openxmlformats.org/officeDocument/2006/relationships/diagramColors" Target="../diagrams/colors81.xml"/><Relationship Id="rId10" Type="http://schemas.openxmlformats.org/officeDocument/2006/relationships/diagramColors" Target="../diagrams/colors82.xml"/><Relationship Id="rId4" Type="http://schemas.openxmlformats.org/officeDocument/2006/relationships/diagramQuickStyle" Target="../diagrams/quickStyle81.xml"/><Relationship Id="rId9" Type="http://schemas.openxmlformats.org/officeDocument/2006/relationships/diagramQuickStyle" Target="../diagrams/quickStyle82.xml"/></Relationships>
</file>

<file path=ppt/slides/_rels/slide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D7D33-E422-E639-7AC0-5B0D96236631}"/>
              </a:ext>
            </a:extLst>
          </p:cNvPr>
          <p:cNvSpPr>
            <a:spLocks noGrp="1"/>
          </p:cNvSpPr>
          <p:nvPr>
            <p:ph type="ctrTitle"/>
          </p:nvPr>
        </p:nvSpPr>
        <p:spPr/>
        <p:txBody>
          <a:bodyPr/>
          <a:lstStyle/>
          <a:p>
            <a:r>
              <a:rPr lang="uk-UA" dirty="0"/>
              <a:t>Кінець </a:t>
            </a:r>
            <a:r>
              <a:rPr lang="en-US" dirty="0"/>
              <a:t>XVII</a:t>
            </a:r>
            <a:r>
              <a:rPr lang="uk-UA" dirty="0"/>
              <a:t>І ст. – </a:t>
            </a:r>
            <a:r>
              <a:rPr lang="en-US" dirty="0"/>
              <a:t>XIX </a:t>
            </a:r>
            <a:r>
              <a:rPr lang="uk-UA" dirty="0"/>
              <a:t>ст.</a:t>
            </a:r>
          </a:p>
        </p:txBody>
      </p:sp>
      <p:sp>
        <p:nvSpPr>
          <p:cNvPr id="3" name="Підзаголовок 2">
            <a:extLst>
              <a:ext uri="{FF2B5EF4-FFF2-40B4-BE49-F238E27FC236}">
                <a16:creationId xmlns:a16="http://schemas.microsoft.com/office/drawing/2014/main" id="{B4261346-2597-DC44-C7C5-B8C7AC05B6F7}"/>
              </a:ext>
            </a:extLst>
          </p:cNvPr>
          <p:cNvSpPr>
            <a:spLocks noGrp="1"/>
          </p:cNvSpPr>
          <p:nvPr>
            <p:ph type="subTitle" idx="1"/>
          </p:nvPr>
        </p:nvSpPr>
        <p:spPr/>
        <p:txBody>
          <a:bodyPr>
            <a:normAutofit/>
          </a:bodyPr>
          <a:lstStyle/>
          <a:p>
            <a:r>
              <a:rPr lang="uk-UA" b="0" i="0" dirty="0">
                <a:effectLst/>
                <a:latin typeface="Century Gothic" panose="020B0502020202020204" pitchFamily="34" charset="0"/>
              </a:rPr>
              <a:t>Українські землі в Російській імперії к. Х</a:t>
            </a:r>
            <a:r>
              <a:rPr lang="en-US" b="0" i="0" dirty="0">
                <a:effectLst/>
                <a:latin typeface="Century Gothic" panose="020B0502020202020204" pitchFamily="34" charset="0"/>
              </a:rPr>
              <a:t>V</a:t>
            </a:r>
            <a:r>
              <a:rPr lang="uk-UA" b="0" i="0" dirty="0">
                <a:effectLst/>
                <a:latin typeface="Century Gothic" panose="020B0502020202020204" pitchFamily="34" charset="0"/>
              </a:rPr>
              <a:t>ІІІ – першої половини ХІХ </a:t>
            </a:r>
            <a:r>
              <a:rPr lang="uk-UA" b="0" i="0" dirty="0" err="1">
                <a:effectLst/>
                <a:latin typeface="Century Gothic" panose="020B0502020202020204" pitchFamily="34" charset="0"/>
              </a:rPr>
              <a:t>ст</a:t>
            </a:r>
            <a:endParaRPr lang="uk-UA" b="0" i="0" dirty="0">
              <a:effectLst/>
              <a:latin typeface="Century Gothic" panose="020B0502020202020204" pitchFamily="34" charset="0"/>
            </a:endParaRPr>
          </a:p>
          <a:p>
            <a:r>
              <a:rPr lang="uk-UA" b="0" i="0" dirty="0">
                <a:effectLst/>
                <a:latin typeface="Century Gothic" panose="020B0502020202020204" pitchFamily="34" charset="0"/>
              </a:rPr>
              <a:t>Українські землі в Австрійській імперії к. Х</a:t>
            </a:r>
            <a:r>
              <a:rPr lang="en-US" b="0" i="0" dirty="0">
                <a:effectLst/>
                <a:latin typeface="Century Gothic" panose="020B0502020202020204" pitchFamily="34" charset="0"/>
              </a:rPr>
              <a:t>V</a:t>
            </a:r>
            <a:r>
              <a:rPr lang="uk-UA" b="0" i="0" dirty="0">
                <a:effectLst/>
                <a:latin typeface="Century Gothic" panose="020B0502020202020204" pitchFamily="34" charset="0"/>
              </a:rPr>
              <a:t>ІІІ – першої половини ХІХ </a:t>
            </a:r>
            <a:r>
              <a:rPr lang="uk-UA" b="0" i="0" dirty="0" err="1">
                <a:effectLst/>
                <a:latin typeface="Century Gothic" panose="020B0502020202020204" pitchFamily="34" charset="0"/>
              </a:rPr>
              <a:t>ст</a:t>
            </a:r>
            <a:endParaRPr lang="uk-UA" dirty="0"/>
          </a:p>
        </p:txBody>
      </p:sp>
    </p:spTree>
    <p:extLst>
      <p:ext uri="{BB962C8B-B14F-4D97-AF65-F5344CB8AC3E}">
        <p14:creationId xmlns:p14="http://schemas.microsoft.com/office/powerpoint/2010/main" val="1574689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7DB590-D9F7-7641-BF49-7D6BC8A7FD20}"/>
              </a:ext>
            </a:extLst>
          </p:cNvPr>
          <p:cNvSpPr>
            <a:spLocks noGrp="1"/>
          </p:cNvSpPr>
          <p:nvPr>
            <p:ph type="title"/>
          </p:nvPr>
        </p:nvSpPr>
        <p:spPr/>
        <p:txBody>
          <a:bodyPr/>
          <a:lstStyle/>
          <a:p>
            <a:r>
              <a:rPr lang="uk-UA" dirty="0"/>
              <a:t>Козацька держава поступово ліквідується </a:t>
            </a:r>
          </a:p>
        </p:txBody>
      </p:sp>
      <p:pic>
        <p:nvPicPr>
          <p:cNvPr id="6" name="Місце для вмісту 5">
            <a:extLst>
              <a:ext uri="{FF2B5EF4-FFF2-40B4-BE49-F238E27FC236}">
                <a16:creationId xmlns:a16="http://schemas.microsoft.com/office/drawing/2014/main" id="{C1D370EB-F00D-173D-41D1-F718568ECD40}"/>
              </a:ext>
            </a:extLst>
          </p:cNvPr>
          <p:cNvPicPr>
            <a:picLocks noGrp="1" noChangeAspect="1"/>
          </p:cNvPicPr>
          <p:nvPr>
            <p:ph sz="half" idx="1"/>
          </p:nvPr>
        </p:nvPicPr>
        <p:blipFill>
          <a:blip r:embed="rId2"/>
          <a:stretch>
            <a:fillRect/>
          </a:stretch>
        </p:blipFill>
        <p:spPr>
          <a:xfrm>
            <a:off x="835814" y="2141538"/>
            <a:ext cx="4695834" cy="3649662"/>
          </a:xfrm>
        </p:spPr>
      </p:pic>
      <p:pic>
        <p:nvPicPr>
          <p:cNvPr id="8" name="Місце для вмісту 7">
            <a:extLst>
              <a:ext uri="{FF2B5EF4-FFF2-40B4-BE49-F238E27FC236}">
                <a16:creationId xmlns:a16="http://schemas.microsoft.com/office/drawing/2014/main" id="{FAEEFE12-FE8A-79C1-8E79-A27EAFEBAB87}"/>
              </a:ext>
            </a:extLst>
          </p:cNvPr>
          <p:cNvPicPr>
            <a:picLocks noGrp="1" noChangeAspect="1"/>
          </p:cNvPicPr>
          <p:nvPr>
            <p:ph sz="half" idx="2"/>
          </p:nvPr>
        </p:nvPicPr>
        <p:blipFill>
          <a:blip r:embed="rId3"/>
          <a:stretch>
            <a:fillRect/>
          </a:stretch>
        </p:blipFill>
        <p:spPr>
          <a:xfrm>
            <a:off x="5821364" y="2141538"/>
            <a:ext cx="4995862" cy="1897418"/>
          </a:xfrm>
        </p:spPr>
      </p:pic>
      <p:pic>
        <p:nvPicPr>
          <p:cNvPr id="10" name="Рисунок 9">
            <a:extLst>
              <a:ext uri="{FF2B5EF4-FFF2-40B4-BE49-F238E27FC236}">
                <a16:creationId xmlns:a16="http://schemas.microsoft.com/office/drawing/2014/main" id="{FE20D4C3-E18A-3D56-8A92-B85F9322AF3F}"/>
              </a:ext>
            </a:extLst>
          </p:cNvPr>
          <p:cNvPicPr>
            <a:picLocks noChangeAspect="1"/>
          </p:cNvPicPr>
          <p:nvPr/>
        </p:nvPicPr>
        <p:blipFill>
          <a:blip r:embed="rId4"/>
          <a:stretch>
            <a:fillRect/>
          </a:stretch>
        </p:blipFill>
        <p:spPr>
          <a:xfrm>
            <a:off x="5821364" y="4114627"/>
            <a:ext cx="4913311" cy="2226191"/>
          </a:xfrm>
          <a:prstGeom prst="rect">
            <a:avLst/>
          </a:prstGeom>
        </p:spPr>
      </p:pic>
    </p:spTree>
    <p:extLst>
      <p:ext uri="{BB962C8B-B14F-4D97-AF65-F5344CB8AC3E}">
        <p14:creationId xmlns:p14="http://schemas.microsoft.com/office/powerpoint/2010/main" val="4102329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125CFB-E0E0-2B3C-7580-383B14A3BAB0}"/>
              </a:ext>
            </a:extLst>
          </p:cNvPr>
          <p:cNvSpPr>
            <a:spLocks noGrp="1"/>
          </p:cNvSpPr>
          <p:nvPr>
            <p:ph type="title"/>
          </p:nvPr>
        </p:nvSpPr>
        <p:spPr/>
        <p:txBody>
          <a:bodyPr/>
          <a:lstStyle/>
          <a:p>
            <a:r>
              <a:rPr lang="uk-UA" dirty="0"/>
              <a:t>Правобережна Україна асимілюється</a:t>
            </a:r>
          </a:p>
        </p:txBody>
      </p:sp>
      <p:pic>
        <p:nvPicPr>
          <p:cNvPr id="6" name="Місце для вмісту 5">
            <a:extLst>
              <a:ext uri="{FF2B5EF4-FFF2-40B4-BE49-F238E27FC236}">
                <a16:creationId xmlns:a16="http://schemas.microsoft.com/office/drawing/2014/main" id="{77F8581D-32D8-DCAC-CC2B-58B851A92971}"/>
              </a:ext>
            </a:extLst>
          </p:cNvPr>
          <p:cNvPicPr>
            <a:picLocks noGrp="1" noChangeAspect="1"/>
          </p:cNvPicPr>
          <p:nvPr>
            <p:ph sz="half" idx="1"/>
          </p:nvPr>
        </p:nvPicPr>
        <p:blipFill>
          <a:blip r:embed="rId2"/>
          <a:stretch>
            <a:fillRect/>
          </a:stretch>
        </p:blipFill>
        <p:spPr>
          <a:xfrm>
            <a:off x="685800" y="2264767"/>
            <a:ext cx="4995863" cy="3403204"/>
          </a:xfrm>
        </p:spPr>
      </p:pic>
      <p:pic>
        <p:nvPicPr>
          <p:cNvPr id="8" name="Місце для вмісту 7">
            <a:extLst>
              <a:ext uri="{FF2B5EF4-FFF2-40B4-BE49-F238E27FC236}">
                <a16:creationId xmlns:a16="http://schemas.microsoft.com/office/drawing/2014/main" id="{0907EAD4-2168-B9C9-DBC6-AB96C9D6108A}"/>
              </a:ext>
            </a:extLst>
          </p:cNvPr>
          <p:cNvPicPr>
            <a:picLocks noGrp="1" noChangeAspect="1"/>
          </p:cNvPicPr>
          <p:nvPr>
            <p:ph sz="half" idx="2"/>
          </p:nvPr>
        </p:nvPicPr>
        <p:blipFill>
          <a:blip r:embed="rId3"/>
          <a:stretch>
            <a:fillRect/>
          </a:stretch>
        </p:blipFill>
        <p:spPr>
          <a:xfrm>
            <a:off x="5821363" y="2772763"/>
            <a:ext cx="4995862" cy="2387212"/>
          </a:xfrm>
        </p:spPr>
      </p:pic>
    </p:spTree>
    <p:extLst>
      <p:ext uri="{BB962C8B-B14F-4D97-AF65-F5344CB8AC3E}">
        <p14:creationId xmlns:p14="http://schemas.microsoft.com/office/powerpoint/2010/main" val="2127807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452FD9-A9DF-E06F-322E-8DA81787B1A7}"/>
              </a:ext>
            </a:extLst>
          </p:cNvPr>
          <p:cNvSpPr>
            <a:spLocks noGrp="1"/>
          </p:cNvSpPr>
          <p:nvPr>
            <p:ph type="title"/>
          </p:nvPr>
        </p:nvSpPr>
        <p:spPr/>
        <p:txBody>
          <a:bodyPr>
            <a:normAutofit fontScale="90000"/>
          </a:bodyPr>
          <a:lstStyle/>
          <a:p>
            <a:r>
              <a:rPr lang="uk-UA" dirty="0"/>
              <a:t>Які уривки з праці Н. Яковенко «Нарис історії середньовічної та </a:t>
            </a:r>
            <a:r>
              <a:rPr lang="uk-UA" dirty="0" err="1"/>
              <a:t>ранньомодерної</a:t>
            </a:r>
            <a:r>
              <a:rPr lang="uk-UA" dirty="0"/>
              <a:t> України» стосуються К. Розумовського?</a:t>
            </a:r>
          </a:p>
        </p:txBody>
      </p:sp>
      <p:graphicFrame>
        <p:nvGraphicFramePr>
          <p:cNvPr id="8" name="Місце для вмісту 7">
            <a:extLst>
              <a:ext uri="{FF2B5EF4-FFF2-40B4-BE49-F238E27FC236}">
                <a16:creationId xmlns:a16="http://schemas.microsoft.com/office/drawing/2014/main" id="{0D3BD136-3C74-A8C2-0344-F9D5E51E7BF1}"/>
              </a:ext>
            </a:extLst>
          </p:cNvPr>
          <p:cNvGraphicFramePr>
            <a:graphicFrameLocks noGrp="1"/>
          </p:cNvGraphicFramePr>
          <p:nvPr>
            <p:ph sz="half" idx="1"/>
            <p:extLst>
              <p:ext uri="{D42A27DB-BD31-4B8C-83A1-F6EECF244321}">
                <p14:modId xmlns:p14="http://schemas.microsoft.com/office/powerpoint/2010/main" val="233788073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Місце для вмісту 8">
            <a:extLst>
              <a:ext uri="{FF2B5EF4-FFF2-40B4-BE49-F238E27FC236}">
                <a16:creationId xmlns:a16="http://schemas.microsoft.com/office/drawing/2014/main" id="{7E141226-E7E8-C3E2-F2F9-A23972AEC6DD}"/>
              </a:ext>
            </a:extLst>
          </p:cNvPr>
          <p:cNvGraphicFramePr>
            <a:graphicFrameLocks noGrp="1"/>
          </p:cNvGraphicFramePr>
          <p:nvPr>
            <p:ph sz="half" idx="2"/>
            <p:extLst>
              <p:ext uri="{D42A27DB-BD31-4B8C-83A1-F6EECF244321}">
                <p14:modId xmlns:p14="http://schemas.microsoft.com/office/powerpoint/2010/main" val="217324506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294520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16E1562B-5232-1326-F66D-B1B108CA6E2F}"/>
              </a:ext>
            </a:extLst>
          </p:cNvPr>
          <p:cNvSpPr>
            <a:spLocks noGrp="1"/>
          </p:cNvSpPr>
          <p:nvPr>
            <p:ph type="title"/>
          </p:nvPr>
        </p:nvSpPr>
        <p:spPr/>
        <p:txBody>
          <a:bodyPr/>
          <a:lstStyle/>
          <a:p>
            <a:r>
              <a:rPr lang="uk-UA" b="1" dirty="0"/>
              <a:t>Політична протидія імперіям</a:t>
            </a:r>
          </a:p>
        </p:txBody>
      </p:sp>
      <p:sp>
        <p:nvSpPr>
          <p:cNvPr id="5" name="Місце для тексту 4">
            <a:extLst>
              <a:ext uri="{FF2B5EF4-FFF2-40B4-BE49-F238E27FC236}">
                <a16:creationId xmlns:a16="http://schemas.microsoft.com/office/drawing/2014/main" id="{05F4F0F6-FE0B-3BB4-6B33-24987B5A5835}"/>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2149330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2DE129D6-8379-75AF-9490-422D55DD8D01}"/>
              </a:ext>
            </a:extLst>
          </p:cNvPr>
          <p:cNvSpPr>
            <a:spLocks noGrp="1"/>
          </p:cNvSpPr>
          <p:nvPr>
            <p:ph type="title"/>
          </p:nvPr>
        </p:nvSpPr>
        <p:spPr/>
        <p:txBody>
          <a:bodyPr/>
          <a:lstStyle/>
          <a:p>
            <a:r>
              <a:rPr lang="ru-RU" dirty="0" err="1"/>
              <a:t>Які</a:t>
            </a:r>
            <a:r>
              <a:rPr lang="ru-RU" dirty="0"/>
              <a:t> </a:t>
            </a:r>
            <a:r>
              <a:rPr lang="ru-RU" dirty="0" err="1"/>
              <a:t>держави</a:t>
            </a:r>
            <a:r>
              <a:rPr lang="ru-RU" dirty="0"/>
              <a:t> </a:t>
            </a:r>
            <a:r>
              <a:rPr lang="ru-RU" dirty="0" err="1"/>
              <a:t>володіли</a:t>
            </a:r>
            <a:r>
              <a:rPr lang="ru-RU" dirty="0"/>
              <a:t> </a:t>
            </a:r>
            <a:r>
              <a:rPr lang="ru-RU" dirty="0" err="1"/>
              <a:t>українськими</a:t>
            </a:r>
            <a:r>
              <a:rPr lang="ru-RU" dirty="0"/>
              <a:t> землями на початку ХІХ ст.?</a:t>
            </a:r>
            <a:endParaRPr lang="uk-UA" dirty="0"/>
          </a:p>
        </p:txBody>
      </p:sp>
      <p:sp>
        <p:nvSpPr>
          <p:cNvPr id="7" name="Місце для вмісту 6">
            <a:extLst>
              <a:ext uri="{FF2B5EF4-FFF2-40B4-BE49-F238E27FC236}">
                <a16:creationId xmlns:a16="http://schemas.microsoft.com/office/drawing/2014/main" id="{D6F95296-5097-75F0-FFD0-3709AD42D95C}"/>
              </a:ext>
            </a:extLst>
          </p:cNvPr>
          <p:cNvSpPr>
            <a:spLocks noGrp="1"/>
          </p:cNvSpPr>
          <p:nvPr>
            <p:ph sz="half" idx="1"/>
          </p:nvPr>
        </p:nvSpPr>
        <p:spPr/>
        <p:txBody>
          <a:bodyPr/>
          <a:lstStyle/>
          <a:p>
            <a:pPr marL="342900" indent="-342900">
              <a:buFont typeface="+mj-lt"/>
              <a:buAutoNum type="arabicPeriod"/>
            </a:pPr>
            <a:r>
              <a:rPr lang="uk-UA" dirty="0" err="1"/>
              <a:t>Австрійська</a:t>
            </a:r>
            <a:r>
              <a:rPr lang="uk-UA" dirty="0"/>
              <a:t> імперія</a:t>
            </a:r>
          </a:p>
          <a:p>
            <a:pPr marL="342900" indent="-342900">
              <a:buFont typeface="+mj-lt"/>
              <a:buAutoNum type="arabicPeriod"/>
            </a:pPr>
            <a:r>
              <a:rPr lang="uk-UA" dirty="0"/>
              <a:t>Королівство Пруссія</a:t>
            </a:r>
          </a:p>
          <a:p>
            <a:pPr marL="342900" indent="-342900">
              <a:buFont typeface="+mj-lt"/>
              <a:buAutoNum type="arabicPeriod"/>
            </a:pPr>
            <a:r>
              <a:rPr lang="uk-UA" dirty="0" err="1"/>
              <a:t>Російська</a:t>
            </a:r>
            <a:r>
              <a:rPr lang="uk-UA" dirty="0"/>
              <a:t> імперія</a:t>
            </a:r>
          </a:p>
          <a:p>
            <a:pPr marL="342900" indent="-342900">
              <a:buFont typeface="+mj-lt"/>
              <a:buAutoNum type="arabicPeriod"/>
            </a:pPr>
            <a:r>
              <a:rPr lang="uk-UA" dirty="0"/>
              <a:t>Річ Посполита</a:t>
            </a:r>
          </a:p>
          <a:p>
            <a:pPr marL="342900" indent="-342900">
              <a:buFont typeface="+mj-lt"/>
              <a:buAutoNum type="arabicPeriod"/>
            </a:pPr>
            <a:r>
              <a:rPr lang="uk-UA" dirty="0"/>
              <a:t>Австро-Угорська імперія</a:t>
            </a:r>
          </a:p>
          <a:p>
            <a:pPr marL="342900" indent="-342900">
              <a:buFont typeface="+mj-lt"/>
              <a:buAutoNum type="arabicPeriod"/>
            </a:pPr>
            <a:r>
              <a:rPr lang="uk-UA" dirty="0"/>
              <a:t>Османська імперія</a:t>
            </a:r>
          </a:p>
        </p:txBody>
      </p:sp>
      <p:graphicFrame>
        <p:nvGraphicFramePr>
          <p:cNvPr id="9" name="Місце для вмісту 8">
            <a:extLst>
              <a:ext uri="{FF2B5EF4-FFF2-40B4-BE49-F238E27FC236}">
                <a16:creationId xmlns:a16="http://schemas.microsoft.com/office/drawing/2014/main" id="{5453F7DE-7B53-CBE9-6E92-FE5FB4BC6D5B}"/>
              </a:ext>
            </a:extLst>
          </p:cNvPr>
          <p:cNvGraphicFramePr>
            <a:graphicFrameLocks noGrp="1"/>
          </p:cNvGraphicFramePr>
          <p:nvPr>
            <p:ph sz="half" idx="2"/>
            <p:extLst>
              <p:ext uri="{D42A27DB-BD31-4B8C-83A1-F6EECF244321}">
                <p14:modId xmlns:p14="http://schemas.microsoft.com/office/powerpoint/2010/main" val="307769634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348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166A46-C9C0-3F87-608A-5850AAF70E53}"/>
              </a:ext>
            </a:extLst>
          </p:cNvPr>
          <p:cNvSpPr>
            <a:spLocks noGrp="1"/>
          </p:cNvSpPr>
          <p:nvPr>
            <p:ph type="title"/>
          </p:nvPr>
        </p:nvSpPr>
        <p:spPr/>
        <p:txBody>
          <a:bodyPr/>
          <a:lstStyle/>
          <a:p>
            <a:r>
              <a:rPr lang="ru-RU" dirty="0" err="1"/>
              <a:t>Програмні</a:t>
            </a:r>
            <a:r>
              <a:rPr lang="ru-RU" dirty="0"/>
              <a:t> </a:t>
            </a:r>
            <a:r>
              <a:rPr lang="ru-RU" dirty="0" err="1"/>
              <a:t>вимоги</a:t>
            </a:r>
            <a:r>
              <a:rPr lang="ru-RU" dirty="0"/>
              <a:t> </a:t>
            </a:r>
            <a:r>
              <a:rPr lang="ru-RU" dirty="0" err="1"/>
              <a:t>Південного</a:t>
            </a:r>
            <a:r>
              <a:rPr lang="ru-RU" dirty="0"/>
              <a:t> </a:t>
            </a:r>
            <a:r>
              <a:rPr lang="ru-RU" dirty="0" err="1"/>
              <a:t>товариства</a:t>
            </a:r>
            <a:r>
              <a:rPr lang="ru-RU" dirty="0"/>
              <a:t> </a:t>
            </a:r>
            <a:r>
              <a:rPr lang="ru-RU" dirty="0" err="1"/>
              <a:t>декабристів</a:t>
            </a:r>
            <a:r>
              <a:rPr lang="ru-RU" dirty="0"/>
              <a:t> — </a:t>
            </a:r>
            <a:r>
              <a:rPr lang="ru-RU" dirty="0" err="1"/>
              <a:t>це</a:t>
            </a:r>
            <a:endParaRPr lang="uk-UA" dirty="0"/>
          </a:p>
        </p:txBody>
      </p:sp>
      <p:graphicFrame>
        <p:nvGraphicFramePr>
          <p:cNvPr id="5" name="Місце для вмісту 4">
            <a:extLst>
              <a:ext uri="{FF2B5EF4-FFF2-40B4-BE49-F238E27FC236}">
                <a16:creationId xmlns:a16="http://schemas.microsoft.com/office/drawing/2014/main" id="{DB0D5790-4815-F69D-4D07-7A48C87DB18A}"/>
              </a:ext>
            </a:extLst>
          </p:cNvPr>
          <p:cNvGraphicFramePr>
            <a:graphicFrameLocks noGrp="1"/>
          </p:cNvGraphicFramePr>
          <p:nvPr>
            <p:ph sz="half" idx="1"/>
            <p:extLst>
              <p:ext uri="{D42A27DB-BD31-4B8C-83A1-F6EECF244321}">
                <p14:modId xmlns:p14="http://schemas.microsoft.com/office/powerpoint/2010/main" val="288324117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C7B9BB91-55BE-2BF6-7245-24A05E1A624C}"/>
              </a:ext>
            </a:extLst>
          </p:cNvPr>
          <p:cNvSpPr>
            <a:spLocks noGrp="1"/>
          </p:cNvSpPr>
          <p:nvPr>
            <p:ph sz="half" idx="2"/>
          </p:nvPr>
        </p:nvSpPr>
        <p:spPr/>
        <p:txBody>
          <a:bodyPr>
            <a:normAutofit/>
          </a:bodyPr>
          <a:lstStyle/>
          <a:p>
            <a:endParaRPr lang="uk-UA"/>
          </a:p>
        </p:txBody>
      </p:sp>
    </p:spTree>
    <p:extLst>
      <p:ext uri="{BB962C8B-B14F-4D97-AF65-F5344CB8AC3E}">
        <p14:creationId xmlns:p14="http://schemas.microsoft.com/office/powerpoint/2010/main" val="850775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506257-E392-C1AE-876D-5D1802803F18}"/>
              </a:ext>
            </a:extLst>
          </p:cNvPr>
          <p:cNvSpPr>
            <a:spLocks noGrp="1"/>
          </p:cNvSpPr>
          <p:nvPr>
            <p:ph type="title"/>
          </p:nvPr>
        </p:nvSpPr>
        <p:spPr/>
        <p:txBody>
          <a:bodyPr>
            <a:normAutofit fontScale="90000"/>
          </a:bodyPr>
          <a:lstStyle/>
          <a:p>
            <a:r>
              <a:rPr lang="ru-RU" dirty="0" err="1"/>
              <a:t>Які</a:t>
            </a:r>
            <a:r>
              <a:rPr lang="ru-RU" dirty="0"/>
              <a:t> </a:t>
            </a:r>
            <a:r>
              <a:rPr lang="ru-RU" dirty="0" err="1"/>
              <a:t>форми</a:t>
            </a:r>
            <a:r>
              <a:rPr lang="ru-RU" dirty="0"/>
              <a:t> протесту селян </a:t>
            </a:r>
            <a:r>
              <a:rPr lang="ru-RU" dirty="0" err="1"/>
              <a:t>Наддніпрянської</a:t>
            </a:r>
            <a:r>
              <a:rPr lang="ru-RU" dirty="0"/>
              <a:t> </a:t>
            </a:r>
            <a:r>
              <a:rPr lang="ru-RU" dirty="0" err="1"/>
              <a:t>України</a:t>
            </a:r>
            <a:r>
              <a:rPr lang="ru-RU" dirty="0"/>
              <a:t> </a:t>
            </a:r>
            <a:r>
              <a:rPr lang="ru-RU" dirty="0" err="1"/>
              <a:t>проти</a:t>
            </a:r>
            <a:r>
              <a:rPr lang="ru-RU" dirty="0"/>
              <a:t> </a:t>
            </a:r>
            <a:r>
              <a:rPr lang="ru-RU" dirty="0" err="1"/>
              <a:t>соціального</a:t>
            </a:r>
            <a:r>
              <a:rPr lang="ru-RU" dirty="0"/>
              <a:t> </a:t>
            </a:r>
            <a:r>
              <a:rPr lang="ru-RU" dirty="0" err="1"/>
              <a:t>гноблення</a:t>
            </a:r>
            <a:r>
              <a:rPr lang="ru-RU" dirty="0"/>
              <a:t> були </a:t>
            </a:r>
            <a:r>
              <a:rPr lang="ru-RU" dirty="0" err="1"/>
              <a:t>характерними</a:t>
            </a:r>
            <a:r>
              <a:rPr lang="ru-RU" dirty="0"/>
              <a:t> для </a:t>
            </a:r>
            <a:r>
              <a:rPr lang="ru-RU" dirty="0" err="1"/>
              <a:t>першої</a:t>
            </a:r>
            <a:r>
              <a:rPr lang="ru-RU" dirty="0"/>
              <a:t> </a:t>
            </a:r>
            <a:r>
              <a:rPr lang="ru-RU" dirty="0" err="1"/>
              <a:t>половини</a:t>
            </a:r>
            <a:r>
              <a:rPr lang="ru-RU" dirty="0"/>
              <a:t> XIX ст.?</a:t>
            </a:r>
            <a:endParaRPr lang="uk-UA" dirty="0"/>
          </a:p>
        </p:txBody>
      </p:sp>
      <p:graphicFrame>
        <p:nvGraphicFramePr>
          <p:cNvPr id="5" name="Місце для вмісту 4">
            <a:extLst>
              <a:ext uri="{FF2B5EF4-FFF2-40B4-BE49-F238E27FC236}">
                <a16:creationId xmlns:a16="http://schemas.microsoft.com/office/drawing/2014/main" id="{A7B9CA57-8CA7-F71F-AFAE-C22D8CAA26D0}"/>
              </a:ext>
            </a:extLst>
          </p:cNvPr>
          <p:cNvGraphicFramePr>
            <a:graphicFrameLocks noGrp="1"/>
          </p:cNvGraphicFramePr>
          <p:nvPr>
            <p:ph sz="half" idx="1"/>
            <p:extLst>
              <p:ext uri="{D42A27DB-BD31-4B8C-83A1-F6EECF244321}">
                <p14:modId xmlns:p14="http://schemas.microsoft.com/office/powerpoint/2010/main" val="1781979167"/>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7992E604-4279-8A2A-7B91-6B1D6261E2B0}"/>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08548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F0ABBE-65DE-6A00-7B21-ADB6AA81855D}"/>
              </a:ext>
            </a:extLst>
          </p:cNvPr>
          <p:cNvSpPr>
            <a:spLocks noGrp="1"/>
          </p:cNvSpPr>
          <p:nvPr>
            <p:ph type="title"/>
          </p:nvPr>
        </p:nvSpPr>
        <p:spPr/>
        <p:txBody>
          <a:bodyPr/>
          <a:lstStyle/>
          <a:p>
            <a:r>
              <a:rPr lang="uk-UA" dirty="0"/>
              <a:t>«Масонство» — це</a:t>
            </a:r>
          </a:p>
        </p:txBody>
      </p:sp>
      <p:graphicFrame>
        <p:nvGraphicFramePr>
          <p:cNvPr id="5" name="Місце для вмісту 4">
            <a:extLst>
              <a:ext uri="{FF2B5EF4-FFF2-40B4-BE49-F238E27FC236}">
                <a16:creationId xmlns:a16="http://schemas.microsoft.com/office/drawing/2014/main" id="{69177E6A-7B63-0AA5-2D94-3742BE40EDC8}"/>
              </a:ext>
            </a:extLst>
          </p:cNvPr>
          <p:cNvGraphicFramePr>
            <a:graphicFrameLocks noGrp="1"/>
          </p:cNvGraphicFramePr>
          <p:nvPr>
            <p:ph sz="half" idx="1"/>
            <p:extLst>
              <p:ext uri="{D42A27DB-BD31-4B8C-83A1-F6EECF244321}">
                <p14:modId xmlns:p14="http://schemas.microsoft.com/office/powerpoint/2010/main" val="1602655991"/>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FF4CF2FE-DA30-C07E-9FAE-42ABC7FCAF2B}"/>
              </a:ext>
            </a:extLst>
          </p:cNvPr>
          <p:cNvSpPr>
            <a:spLocks noGrp="1"/>
          </p:cNvSpPr>
          <p:nvPr>
            <p:ph sz="half" idx="2"/>
          </p:nvPr>
        </p:nvSpPr>
        <p:spPr/>
        <p:txBody>
          <a:bodyPr>
            <a:normAutofit/>
          </a:bodyPr>
          <a:lstStyle/>
          <a:p>
            <a:endParaRPr lang="uk-UA"/>
          </a:p>
        </p:txBody>
      </p:sp>
    </p:spTree>
    <p:extLst>
      <p:ext uri="{BB962C8B-B14F-4D97-AF65-F5344CB8AC3E}">
        <p14:creationId xmlns:p14="http://schemas.microsoft.com/office/powerpoint/2010/main" val="1599825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666D7D-0B09-06BA-06F5-397F5BD9D0FC}"/>
              </a:ext>
            </a:extLst>
          </p:cNvPr>
          <p:cNvSpPr>
            <a:spLocks noGrp="1"/>
          </p:cNvSpPr>
          <p:nvPr>
            <p:ph type="title"/>
          </p:nvPr>
        </p:nvSpPr>
        <p:spPr/>
        <p:txBody>
          <a:bodyPr/>
          <a:lstStyle/>
          <a:p>
            <a:r>
              <a:rPr lang="ru-RU" dirty="0"/>
              <a:t>"</a:t>
            </a:r>
            <a:r>
              <a:rPr lang="ru-RU" dirty="0" err="1"/>
              <a:t>Руська</a:t>
            </a:r>
            <a:r>
              <a:rPr lang="ru-RU" dirty="0"/>
              <a:t> правда" П. Пестеля, </a:t>
            </a:r>
            <a:r>
              <a:rPr lang="ru-RU" dirty="0" err="1"/>
              <a:t>Конституція</a:t>
            </a:r>
            <a:r>
              <a:rPr lang="ru-RU" dirty="0"/>
              <a:t> М. </a:t>
            </a:r>
            <a:r>
              <a:rPr lang="ru-RU" dirty="0" err="1"/>
              <a:t>Муравйова</a:t>
            </a:r>
            <a:r>
              <a:rPr lang="ru-RU" dirty="0"/>
              <a:t> - </a:t>
            </a:r>
            <a:r>
              <a:rPr lang="ru-RU" dirty="0" err="1"/>
              <a:t>це</a:t>
            </a:r>
            <a:r>
              <a:rPr lang="ru-RU" dirty="0"/>
              <a:t> </a:t>
            </a:r>
            <a:r>
              <a:rPr lang="ru-RU" dirty="0" err="1"/>
              <a:t>програмні</a:t>
            </a:r>
            <a:r>
              <a:rPr lang="ru-RU" dirty="0"/>
              <a:t> </a:t>
            </a:r>
            <a:r>
              <a:rPr lang="ru-RU" dirty="0" err="1"/>
              <a:t>документи</a:t>
            </a:r>
            <a:endParaRPr lang="uk-UA" dirty="0"/>
          </a:p>
        </p:txBody>
      </p:sp>
      <p:graphicFrame>
        <p:nvGraphicFramePr>
          <p:cNvPr id="5" name="Місце для вмісту 4">
            <a:extLst>
              <a:ext uri="{FF2B5EF4-FFF2-40B4-BE49-F238E27FC236}">
                <a16:creationId xmlns:a16="http://schemas.microsoft.com/office/drawing/2014/main" id="{2EAEEE6C-9B27-4829-6286-78B91034CED2}"/>
              </a:ext>
            </a:extLst>
          </p:cNvPr>
          <p:cNvGraphicFramePr>
            <a:graphicFrameLocks noGrp="1"/>
          </p:cNvGraphicFramePr>
          <p:nvPr>
            <p:ph sz="half" idx="1"/>
            <p:extLst>
              <p:ext uri="{D42A27DB-BD31-4B8C-83A1-F6EECF244321}">
                <p14:modId xmlns:p14="http://schemas.microsoft.com/office/powerpoint/2010/main" val="569130087"/>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6AEE40EF-FD56-D159-8468-150D2915A717}"/>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886773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400827-B5F0-31C7-22E3-E70A28F74B9F}"/>
              </a:ext>
            </a:extLst>
          </p:cNvPr>
          <p:cNvSpPr>
            <a:spLocks noGrp="1"/>
          </p:cNvSpPr>
          <p:nvPr>
            <p:ph type="title"/>
          </p:nvPr>
        </p:nvSpPr>
        <p:spPr/>
        <p:txBody>
          <a:bodyPr>
            <a:normAutofit fontScale="90000"/>
          </a:bodyPr>
          <a:lstStyle/>
          <a:p>
            <a:r>
              <a:rPr lang="ru-RU" dirty="0" err="1"/>
              <a:t>Повстання</a:t>
            </a:r>
            <a:r>
              <a:rPr lang="ru-RU" dirty="0"/>
              <a:t> </a:t>
            </a:r>
            <a:r>
              <a:rPr lang="ru-RU" dirty="0" err="1"/>
              <a:t>Чернігівського</a:t>
            </a:r>
            <a:r>
              <a:rPr lang="ru-RU" dirty="0"/>
              <a:t> полку </a:t>
            </a:r>
            <a:r>
              <a:rPr lang="ru-RU" dirty="0" err="1"/>
              <a:t>наприкінці</a:t>
            </a:r>
            <a:r>
              <a:rPr lang="ru-RU" dirty="0"/>
              <a:t> 1825 — на початку 1826 </a:t>
            </a:r>
            <a:r>
              <a:rPr lang="ru-RU" dirty="0" err="1"/>
              <a:t>рр</a:t>
            </a:r>
            <a:r>
              <a:rPr lang="ru-RU" dirty="0"/>
              <a:t>. </a:t>
            </a:r>
            <a:r>
              <a:rPr lang="ru-RU" dirty="0" err="1"/>
              <a:t>було</a:t>
            </a:r>
            <a:r>
              <a:rPr lang="ru-RU" dirty="0"/>
              <a:t> </a:t>
            </a:r>
            <a:r>
              <a:rPr lang="ru-RU" dirty="0" err="1"/>
              <a:t>підготовлено</a:t>
            </a:r>
            <a:endParaRPr lang="uk-UA" dirty="0"/>
          </a:p>
        </p:txBody>
      </p:sp>
      <p:graphicFrame>
        <p:nvGraphicFramePr>
          <p:cNvPr id="6" name="Місце для вмісту 5">
            <a:extLst>
              <a:ext uri="{FF2B5EF4-FFF2-40B4-BE49-F238E27FC236}">
                <a16:creationId xmlns:a16="http://schemas.microsoft.com/office/drawing/2014/main" id="{A2025991-F808-6CDA-CA7B-A24DB4714E73}"/>
              </a:ext>
            </a:extLst>
          </p:cNvPr>
          <p:cNvGraphicFramePr>
            <a:graphicFrameLocks noGrp="1"/>
          </p:cNvGraphicFramePr>
          <p:nvPr>
            <p:ph sz="half" idx="1"/>
            <p:extLst>
              <p:ext uri="{D42A27DB-BD31-4B8C-83A1-F6EECF244321}">
                <p14:modId xmlns:p14="http://schemas.microsoft.com/office/powerpoint/2010/main" val="666479074"/>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Місце для вмісту 4">
            <a:extLst>
              <a:ext uri="{FF2B5EF4-FFF2-40B4-BE49-F238E27FC236}">
                <a16:creationId xmlns:a16="http://schemas.microsoft.com/office/drawing/2014/main" id="{3EBB4CA1-E1AC-BA0E-2F1D-E6CDDAC2E1E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716081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867B13-BCC9-C11F-4FA9-A132AA6C4E06}"/>
              </a:ext>
            </a:extLst>
          </p:cNvPr>
          <p:cNvSpPr>
            <a:spLocks noGrp="1"/>
          </p:cNvSpPr>
          <p:nvPr>
            <p:ph type="title"/>
          </p:nvPr>
        </p:nvSpPr>
        <p:spPr/>
        <p:txBody>
          <a:bodyPr/>
          <a:lstStyle/>
          <a:p>
            <a:r>
              <a:rPr lang="uk-UA" dirty="0"/>
              <a:t>Рух декабристів був складовою</a:t>
            </a:r>
          </a:p>
        </p:txBody>
      </p:sp>
      <p:graphicFrame>
        <p:nvGraphicFramePr>
          <p:cNvPr id="5" name="Місце для вмісту 4">
            <a:extLst>
              <a:ext uri="{FF2B5EF4-FFF2-40B4-BE49-F238E27FC236}">
                <a16:creationId xmlns:a16="http://schemas.microsoft.com/office/drawing/2014/main" id="{7E1E0D2D-2E1F-E2F3-9557-D2C7EEEC16D8}"/>
              </a:ext>
            </a:extLst>
          </p:cNvPr>
          <p:cNvGraphicFramePr>
            <a:graphicFrameLocks noGrp="1"/>
          </p:cNvGraphicFramePr>
          <p:nvPr>
            <p:ph sz="half" idx="1"/>
            <p:extLst>
              <p:ext uri="{D42A27DB-BD31-4B8C-83A1-F6EECF244321}">
                <p14:modId xmlns:p14="http://schemas.microsoft.com/office/powerpoint/2010/main" val="2901707551"/>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D0665350-D0B5-2064-9C5F-407D4664799C}"/>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361044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D73A67-60F6-B56D-D5D2-3A3EA1C48DED}"/>
              </a:ext>
            </a:extLst>
          </p:cNvPr>
          <p:cNvSpPr>
            <a:spLocks noGrp="1"/>
          </p:cNvSpPr>
          <p:nvPr>
            <p:ph type="title"/>
          </p:nvPr>
        </p:nvSpPr>
        <p:spPr/>
        <p:txBody>
          <a:bodyPr/>
          <a:lstStyle/>
          <a:p>
            <a:r>
              <a:rPr lang="uk-UA" dirty="0"/>
              <a:t>Уривок з історичної праці засвідчує початок</a:t>
            </a:r>
          </a:p>
        </p:txBody>
      </p:sp>
      <p:graphicFrame>
        <p:nvGraphicFramePr>
          <p:cNvPr id="5" name="Місце для вмісту 4">
            <a:extLst>
              <a:ext uri="{FF2B5EF4-FFF2-40B4-BE49-F238E27FC236}">
                <a16:creationId xmlns:a16="http://schemas.microsoft.com/office/drawing/2014/main" id="{51BACE18-32A9-83EF-6A38-923A89D4A25B}"/>
              </a:ext>
            </a:extLst>
          </p:cNvPr>
          <p:cNvGraphicFramePr>
            <a:graphicFrameLocks noGrp="1"/>
          </p:cNvGraphicFramePr>
          <p:nvPr>
            <p:ph sz="half" idx="1"/>
            <p:extLst>
              <p:ext uri="{D42A27DB-BD31-4B8C-83A1-F6EECF244321}">
                <p14:modId xmlns:p14="http://schemas.microsoft.com/office/powerpoint/2010/main" val="347559350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1A1C5727-B80B-E346-06C9-CEAD2D87E54C}"/>
              </a:ext>
            </a:extLst>
          </p:cNvPr>
          <p:cNvSpPr>
            <a:spLocks noGrp="1"/>
          </p:cNvSpPr>
          <p:nvPr>
            <p:ph sz="half" idx="2"/>
          </p:nvPr>
        </p:nvSpPr>
        <p:spPr/>
        <p:txBody>
          <a:bodyPr/>
          <a:lstStyle/>
          <a:p>
            <a:r>
              <a:rPr lang="uk-UA" i="1" dirty="0"/>
              <a:t>«З-поміж дворянства висуваються… добрі патріоти й завзяті оборонці дворянських інтересів. Усе це люди, які виховували свій патріотизм з вивчення історії України, які збирали літописи й різні документи з історії краю. На свої заняття дворянським питанням вони дивляться як на подвиг, розпочатий задля своєї батьківщини...» </a:t>
            </a:r>
          </a:p>
          <a:p>
            <a:endParaRPr lang="uk-UA" i="1" dirty="0"/>
          </a:p>
        </p:txBody>
      </p:sp>
    </p:spTree>
    <p:extLst>
      <p:ext uri="{BB962C8B-B14F-4D97-AF65-F5344CB8AC3E}">
        <p14:creationId xmlns:p14="http://schemas.microsoft.com/office/powerpoint/2010/main" val="4173334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897E34-3DC8-0EB3-4BDD-04A9DFD13104}"/>
              </a:ext>
            </a:extLst>
          </p:cNvPr>
          <p:cNvSpPr>
            <a:spLocks noGrp="1"/>
          </p:cNvSpPr>
          <p:nvPr>
            <p:ph type="title"/>
          </p:nvPr>
        </p:nvSpPr>
        <p:spPr/>
        <p:txBody>
          <a:bodyPr>
            <a:normAutofit fontScale="90000"/>
          </a:bodyPr>
          <a:lstStyle/>
          <a:p>
            <a:r>
              <a:rPr lang="ru-RU" dirty="0"/>
              <a:t>Коли </a:t>
            </a:r>
            <a:r>
              <a:rPr lang="ru-RU" dirty="0" err="1"/>
              <a:t>відбулося</a:t>
            </a:r>
            <a:r>
              <a:rPr lang="ru-RU" dirty="0"/>
              <a:t> </a:t>
            </a:r>
            <a:r>
              <a:rPr lang="ru-RU" dirty="0" err="1"/>
              <a:t>повстання</a:t>
            </a:r>
            <a:r>
              <a:rPr lang="ru-RU" dirty="0"/>
              <a:t>, яке дало </a:t>
            </a:r>
            <a:r>
              <a:rPr lang="ru-RU" dirty="0" err="1"/>
              <a:t>привід</a:t>
            </a:r>
            <a:r>
              <a:rPr lang="ru-RU" dirty="0"/>
              <a:t> </a:t>
            </a:r>
            <a:r>
              <a:rPr lang="ru-RU" dirty="0" err="1"/>
              <a:t>царській</a:t>
            </a:r>
            <a:r>
              <a:rPr lang="ru-RU" dirty="0"/>
              <a:t> </a:t>
            </a:r>
            <a:r>
              <a:rPr lang="ru-RU" dirty="0" err="1"/>
              <a:t>владі</a:t>
            </a:r>
            <a:r>
              <a:rPr lang="ru-RU" dirty="0"/>
              <a:t> </a:t>
            </a:r>
            <a:r>
              <a:rPr lang="ru-RU" dirty="0" err="1"/>
              <a:t>розпочати</a:t>
            </a:r>
            <a:r>
              <a:rPr lang="ru-RU" dirty="0"/>
              <a:t> </a:t>
            </a:r>
            <a:r>
              <a:rPr lang="ru-RU" dirty="0" err="1"/>
              <a:t>масову</a:t>
            </a:r>
            <a:r>
              <a:rPr lang="ru-RU" dirty="0"/>
              <a:t> </a:t>
            </a:r>
            <a:r>
              <a:rPr lang="ru-RU" dirty="0" err="1"/>
              <a:t>русифікацію</a:t>
            </a:r>
            <a:r>
              <a:rPr lang="ru-RU" dirty="0"/>
              <a:t> </a:t>
            </a:r>
            <a:r>
              <a:rPr lang="ru-RU" dirty="0" err="1"/>
              <a:t>Правобережної</a:t>
            </a:r>
            <a:r>
              <a:rPr lang="ru-RU" dirty="0"/>
              <a:t> </a:t>
            </a:r>
            <a:r>
              <a:rPr lang="ru-RU" dirty="0" err="1"/>
              <a:t>України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C2A4B04-EEF2-3E96-793E-6E2BC0C57F50}"/>
              </a:ext>
            </a:extLst>
          </p:cNvPr>
          <p:cNvGraphicFramePr>
            <a:graphicFrameLocks noGrp="1"/>
          </p:cNvGraphicFramePr>
          <p:nvPr>
            <p:ph sz="half" idx="1"/>
            <p:extLst>
              <p:ext uri="{D42A27DB-BD31-4B8C-83A1-F6EECF244321}">
                <p14:modId xmlns:p14="http://schemas.microsoft.com/office/powerpoint/2010/main" val="79816011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BAADAA50-8B71-A79A-A3C3-DCBB77222C76}"/>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088222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72FCDC-EA73-8A18-B9CF-59F4901E5406}"/>
              </a:ext>
            </a:extLst>
          </p:cNvPr>
          <p:cNvSpPr>
            <a:spLocks noGrp="1"/>
          </p:cNvSpPr>
          <p:nvPr>
            <p:ph type="title"/>
          </p:nvPr>
        </p:nvSpPr>
        <p:spPr/>
        <p:txBody>
          <a:bodyPr>
            <a:normAutofit fontScale="90000"/>
          </a:bodyPr>
          <a:lstStyle/>
          <a:p>
            <a:r>
              <a:rPr lang="ru-RU" dirty="0" err="1"/>
              <a:t>Укажіть</a:t>
            </a:r>
            <a:r>
              <a:rPr lang="ru-RU" dirty="0"/>
              <a:t> один </a:t>
            </a:r>
            <a:r>
              <a:rPr lang="ru-RU" dirty="0" err="1"/>
              <a:t>із</a:t>
            </a:r>
            <a:r>
              <a:rPr lang="ru-RU" dirty="0"/>
              <a:t> </a:t>
            </a:r>
            <a:r>
              <a:rPr lang="ru-RU" dirty="0" err="1"/>
              <a:t>заходів</a:t>
            </a:r>
            <a:r>
              <a:rPr lang="ru-RU" dirty="0"/>
              <a:t>, </a:t>
            </a:r>
            <a:r>
              <a:rPr lang="ru-RU" dirty="0" err="1"/>
              <a:t>ужитих</a:t>
            </a:r>
            <a:r>
              <a:rPr lang="ru-RU" dirty="0"/>
              <a:t> </a:t>
            </a:r>
            <a:r>
              <a:rPr lang="ru-RU" dirty="0" err="1"/>
              <a:t>царською</a:t>
            </a:r>
            <a:r>
              <a:rPr lang="ru-RU" dirty="0"/>
              <a:t> </a:t>
            </a:r>
            <a:r>
              <a:rPr lang="ru-RU" dirty="0" err="1"/>
              <a:t>владою</a:t>
            </a:r>
            <a:r>
              <a:rPr lang="ru-RU" dirty="0"/>
              <a:t> на </a:t>
            </a:r>
            <a:r>
              <a:rPr lang="ru-RU" dirty="0" err="1"/>
              <a:t>українських</a:t>
            </a:r>
            <a:r>
              <a:rPr lang="ru-RU" dirty="0"/>
              <a:t> землях з метою </a:t>
            </a:r>
            <a:r>
              <a:rPr lang="ru-RU" dirty="0" err="1"/>
              <a:t>придушення</a:t>
            </a:r>
            <a:r>
              <a:rPr lang="ru-RU" dirty="0"/>
              <a:t> </a:t>
            </a:r>
            <a:r>
              <a:rPr lang="ru-RU" dirty="0" err="1"/>
              <a:t>польського</a:t>
            </a:r>
            <a:r>
              <a:rPr lang="ru-RU" dirty="0"/>
              <a:t> </a:t>
            </a:r>
            <a:r>
              <a:rPr lang="ru-RU" dirty="0" err="1"/>
              <a:t>повстання</a:t>
            </a:r>
            <a:r>
              <a:rPr lang="ru-RU" dirty="0"/>
              <a:t> 1830–1831 </a:t>
            </a:r>
            <a:r>
              <a:rPr lang="ru-RU" dirty="0" err="1"/>
              <a:t>рр</a:t>
            </a:r>
            <a:r>
              <a:rPr lang="ru-RU" dirty="0"/>
              <a:t>.</a:t>
            </a:r>
            <a:endParaRPr lang="uk-UA" dirty="0"/>
          </a:p>
        </p:txBody>
      </p:sp>
      <p:sp>
        <p:nvSpPr>
          <p:cNvPr id="3" name="Місце для вмісту 2">
            <a:extLst>
              <a:ext uri="{FF2B5EF4-FFF2-40B4-BE49-F238E27FC236}">
                <a16:creationId xmlns:a16="http://schemas.microsoft.com/office/drawing/2014/main" id="{BD6BF4A3-7F99-9586-4896-8ED5EC2FE16F}"/>
              </a:ext>
            </a:extLst>
          </p:cNvPr>
          <p:cNvSpPr>
            <a:spLocks noGrp="1"/>
          </p:cNvSpPr>
          <p:nvPr>
            <p:ph sz="half" idx="1"/>
          </p:nvPr>
        </p:nvSpPr>
        <p:spPr/>
        <p:txBody>
          <a:bodyPr/>
          <a:lstStyle/>
          <a:p>
            <a:endParaRPr lang="uk-UA" dirty="0"/>
          </a:p>
        </p:txBody>
      </p:sp>
      <p:graphicFrame>
        <p:nvGraphicFramePr>
          <p:cNvPr id="6" name="Місце для вмісту 5">
            <a:extLst>
              <a:ext uri="{FF2B5EF4-FFF2-40B4-BE49-F238E27FC236}">
                <a16:creationId xmlns:a16="http://schemas.microsoft.com/office/drawing/2014/main" id="{6A939588-60A0-6BA3-1D86-726D131F344D}"/>
              </a:ext>
            </a:extLst>
          </p:cNvPr>
          <p:cNvGraphicFramePr>
            <a:graphicFrameLocks noGrp="1"/>
          </p:cNvGraphicFramePr>
          <p:nvPr>
            <p:ph sz="half" idx="2"/>
            <p:extLst>
              <p:ext uri="{D42A27DB-BD31-4B8C-83A1-F6EECF244321}">
                <p14:modId xmlns:p14="http://schemas.microsoft.com/office/powerpoint/2010/main" val="1412345820"/>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1864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6E1C05-D9CB-5219-2D1E-9ED28AB63E38}"/>
              </a:ext>
            </a:extLst>
          </p:cNvPr>
          <p:cNvSpPr>
            <a:spLocks noGrp="1"/>
          </p:cNvSpPr>
          <p:nvPr>
            <p:ph type="title"/>
          </p:nvPr>
        </p:nvSpPr>
        <p:spPr/>
        <p:txBody>
          <a:bodyPr>
            <a:normAutofit fontScale="90000"/>
          </a:bodyPr>
          <a:lstStyle/>
          <a:p>
            <a:r>
              <a:rPr lang="ru-RU" dirty="0" err="1"/>
              <a:t>Повстання</a:t>
            </a:r>
            <a:r>
              <a:rPr lang="ru-RU" dirty="0"/>
              <a:t> </a:t>
            </a:r>
            <a:r>
              <a:rPr lang="ru-RU" dirty="0" err="1"/>
              <a:t>під</a:t>
            </a:r>
            <a:r>
              <a:rPr lang="ru-RU" dirty="0"/>
              <a:t> проводом У. </a:t>
            </a:r>
            <a:r>
              <a:rPr lang="ru-RU" dirty="0" err="1"/>
              <a:t>Кармалюка</a:t>
            </a:r>
            <a:r>
              <a:rPr lang="ru-RU" dirty="0"/>
              <a:t> в </a:t>
            </a:r>
            <a:r>
              <a:rPr lang="ru-RU" dirty="0" err="1"/>
              <a:t>першій</a:t>
            </a:r>
            <a:r>
              <a:rPr lang="ru-RU" dirty="0"/>
              <a:t> </a:t>
            </a:r>
            <a:r>
              <a:rPr lang="ru-RU" dirty="0" err="1"/>
              <a:t>половині</a:t>
            </a:r>
            <a:r>
              <a:rPr lang="ru-RU" dirty="0"/>
              <a:t> ХІХ ст. </a:t>
            </a:r>
            <a:r>
              <a:rPr lang="ru-RU" dirty="0" err="1"/>
              <a:t>було</a:t>
            </a:r>
            <a:r>
              <a:rPr lang="ru-RU" dirty="0"/>
              <a:t> </a:t>
            </a:r>
            <a:r>
              <a:rPr lang="ru-RU" dirty="0" err="1"/>
              <a:t>проявом</a:t>
            </a:r>
            <a:r>
              <a:rPr lang="ru-RU" dirty="0"/>
              <a:t> </a:t>
            </a:r>
            <a:r>
              <a:rPr lang="ru-RU" dirty="0" err="1"/>
              <a:t>поширення</a:t>
            </a:r>
            <a:r>
              <a:rPr lang="ru-RU" dirty="0"/>
              <a:t> в </a:t>
            </a:r>
            <a:r>
              <a:rPr lang="ru-RU" dirty="0" err="1"/>
              <a:t>Наддніпрянщині</a:t>
            </a:r>
            <a:endParaRPr lang="uk-UA" dirty="0"/>
          </a:p>
        </p:txBody>
      </p:sp>
      <p:graphicFrame>
        <p:nvGraphicFramePr>
          <p:cNvPr id="5" name="Місце для вмісту 4">
            <a:extLst>
              <a:ext uri="{FF2B5EF4-FFF2-40B4-BE49-F238E27FC236}">
                <a16:creationId xmlns:a16="http://schemas.microsoft.com/office/drawing/2014/main" id="{096FDB13-AA7A-A6B6-B244-11B8F8954FB2}"/>
              </a:ext>
            </a:extLst>
          </p:cNvPr>
          <p:cNvGraphicFramePr>
            <a:graphicFrameLocks noGrp="1"/>
          </p:cNvGraphicFramePr>
          <p:nvPr>
            <p:ph sz="half" idx="1"/>
            <p:extLst>
              <p:ext uri="{D42A27DB-BD31-4B8C-83A1-F6EECF244321}">
                <p14:modId xmlns:p14="http://schemas.microsoft.com/office/powerpoint/2010/main" val="471542241"/>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077B4EF1-DC70-181C-FD82-74028D9A06E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74188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81B739-8CFA-BDC2-49BD-74114261EA32}"/>
              </a:ext>
            </a:extLst>
          </p:cNvPr>
          <p:cNvSpPr>
            <a:spLocks noGrp="1"/>
          </p:cNvSpPr>
          <p:nvPr>
            <p:ph type="title"/>
          </p:nvPr>
        </p:nvSpPr>
        <p:spPr/>
        <p:txBody>
          <a:bodyPr>
            <a:normAutofit fontScale="90000"/>
          </a:bodyPr>
          <a:lstStyle/>
          <a:p>
            <a:r>
              <a:rPr lang="ru-RU" dirty="0" err="1"/>
              <a:t>Укажіть</a:t>
            </a:r>
            <a:r>
              <a:rPr lang="ru-RU" dirty="0"/>
              <a:t> </a:t>
            </a:r>
            <a:r>
              <a:rPr lang="ru-RU" dirty="0" err="1"/>
              <a:t>історико-географічний</a:t>
            </a:r>
            <a:r>
              <a:rPr lang="ru-RU" dirty="0"/>
              <a:t> </a:t>
            </a:r>
            <a:r>
              <a:rPr lang="ru-RU" dirty="0" err="1"/>
              <a:t>регіон</a:t>
            </a:r>
            <a:r>
              <a:rPr lang="ru-RU" dirty="0"/>
              <a:t>, </a:t>
            </a:r>
            <a:r>
              <a:rPr lang="ru-RU" dirty="0" err="1"/>
              <a:t>значна</a:t>
            </a:r>
            <a:r>
              <a:rPr lang="ru-RU" dirty="0"/>
              <a:t> </a:t>
            </a:r>
            <a:r>
              <a:rPr lang="ru-RU" dirty="0" err="1"/>
              <a:t>територія</a:t>
            </a:r>
            <a:r>
              <a:rPr lang="ru-RU" dirty="0"/>
              <a:t> </a:t>
            </a:r>
            <a:r>
              <a:rPr lang="ru-RU" dirty="0" err="1"/>
              <a:t>якого</a:t>
            </a:r>
            <a:r>
              <a:rPr lang="ru-RU" dirty="0"/>
              <a:t> </a:t>
            </a:r>
            <a:r>
              <a:rPr lang="ru-RU" dirty="0" err="1"/>
              <a:t>була</a:t>
            </a:r>
            <a:r>
              <a:rPr lang="ru-RU" dirty="0"/>
              <a:t> </a:t>
            </a:r>
            <a:r>
              <a:rPr lang="ru-RU" dirty="0" err="1"/>
              <a:t>охоплена</a:t>
            </a:r>
            <a:r>
              <a:rPr lang="ru-RU" dirty="0"/>
              <a:t> </a:t>
            </a:r>
            <a:r>
              <a:rPr lang="ru-RU" dirty="0" err="1"/>
              <a:t>повстанням</a:t>
            </a:r>
            <a:r>
              <a:rPr lang="ru-RU" dirty="0"/>
              <a:t> </a:t>
            </a:r>
            <a:r>
              <a:rPr lang="ru-RU" dirty="0" err="1"/>
              <a:t>під</a:t>
            </a:r>
            <a:r>
              <a:rPr lang="ru-RU" dirty="0"/>
              <a:t> проводом У. </a:t>
            </a:r>
            <a:r>
              <a:rPr lang="ru-RU" dirty="0" err="1"/>
              <a:t>Кармалюка</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830E76A-1A18-7B3E-D9D2-C0E1839C3AE2}"/>
              </a:ext>
            </a:extLst>
          </p:cNvPr>
          <p:cNvGraphicFramePr>
            <a:graphicFrameLocks noGrp="1"/>
          </p:cNvGraphicFramePr>
          <p:nvPr>
            <p:ph sz="half" idx="1"/>
            <p:extLst>
              <p:ext uri="{D42A27DB-BD31-4B8C-83A1-F6EECF244321}">
                <p14:modId xmlns:p14="http://schemas.microsoft.com/office/powerpoint/2010/main" val="78243186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4C9406B7-16EE-AAD5-8F24-74BB932E805C}"/>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265500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9E97CE-095E-B902-0CDD-E0F37F2ECE10}"/>
              </a:ext>
            </a:extLst>
          </p:cNvPr>
          <p:cNvSpPr>
            <a:spLocks noGrp="1"/>
          </p:cNvSpPr>
          <p:nvPr>
            <p:ph type="title"/>
          </p:nvPr>
        </p:nvSpPr>
        <p:spPr/>
        <p:txBody>
          <a:bodyPr/>
          <a:lstStyle/>
          <a:p>
            <a:endParaRPr lang="uk-UA"/>
          </a:p>
        </p:txBody>
      </p:sp>
      <p:sp>
        <p:nvSpPr>
          <p:cNvPr id="3" name="Місце для вмісту 2">
            <a:extLst>
              <a:ext uri="{FF2B5EF4-FFF2-40B4-BE49-F238E27FC236}">
                <a16:creationId xmlns:a16="http://schemas.microsoft.com/office/drawing/2014/main" id="{3967F8D0-D6DD-042C-52D8-463E9CAE4BC4}"/>
              </a:ext>
            </a:extLst>
          </p:cNvPr>
          <p:cNvSpPr>
            <a:spLocks noGrp="1"/>
          </p:cNvSpPr>
          <p:nvPr>
            <p:ph sz="half" idx="1"/>
          </p:nvPr>
        </p:nvSpPr>
        <p:spPr/>
        <p:txBody>
          <a:bodyPr/>
          <a:lstStyle/>
          <a:p>
            <a:endParaRPr lang="uk-UA"/>
          </a:p>
        </p:txBody>
      </p:sp>
      <p:sp>
        <p:nvSpPr>
          <p:cNvPr id="4" name="Місце для вмісту 3">
            <a:extLst>
              <a:ext uri="{FF2B5EF4-FFF2-40B4-BE49-F238E27FC236}">
                <a16:creationId xmlns:a16="http://schemas.microsoft.com/office/drawing/2014/main" id="{ED130293-2A26-A60B-A276-19B8A8A1FC3D}"/>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65164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74AA67-165A-20FF-FFD6-B25A7D102FA4}"/>
              </a:ext>
            </a:extLst>
          </p:cNvPr>
          <p:cNvSpPr>
            <a:spLocks noGrp="1"/>
          </p:cNvSpPr>
          <p:nvPr>
            <p:ph type="title"/>
          </p:nvPr>
        </p:nvSpPr>
        <p:spPr/>
        <p:txBody>
          <a:bodyPr/>
          <a:lstStyle/>
          <a:p>
            <a:r>
              <a:rPr lang="ru-RU" dirty="0"/>
              <a:t>Прочитайте </a:t>
            </a:r>
            <a:r>
              <a:rPr lang="ru-RU" dirty="0" err="1"/>
              <a:t>уривок</a:t>
            </a:r>
            <a:r>
              <a:rPr lang="ru-RU" dirty="0"/>
              <a:t> з </a:t>
            </a:r>
            <a:r>
              <a:rPr lang="ru-RU" dirty="0" err="1"/>
              <a:t>історичного</a:t>
            </a:r>
            <a:r>
              <a:rPr lang="ru-RU" dirty="0"/>
              <a:t> </a:t>
            </a:r>
            <a:r>
              <a:rPr lang="ru-RU" dirty="0" err="1"/>
              <a:t>джерела</a:t>
            </a:r>
            <a:r>
              <a:rPr lang="ru-RU" dirty="0"/>
              <a:t> та </a:t>
            </a:r>
            <a:r>
              <a:rPr lang="ru-RU" dirty="0" err="1"/>
              <a:t>виконайте</a:t>
            </a:r>
            <a:r>
              <a:rPr lang="ru-RU" dirty="0"/>
              <a:t> </a:t>
            </a:r>
            <a:r>
              <a:rPr lang="ru-RU" dirty="0" err="1"/>
              <a:t>завдання</a:t>
            </a:r>
            <a:r>
              <a:rPr lang="ru-RU" dirty="0"/>
              <a:t>.</a:t>
            </a:r>
            <a:endParaRPr lang="uk-UA" dirty="0"/>
          </a:p>
        </p:txBody>
      </p:sp>
      <p:sp>
        <p:nvSpPr>
          <p:cNvPr id="3" name="Місце для вмісту 2">
            <a:extLst>
              <a:ext uri="{FF2B5EF4-FFF2-40B4-BE49-F238E27FC236}">
                <a16:creationId xmlns:a16="http://schemas.microsoft.com/office/drawing/2014/main" id="{B801FBD0-D1C8-2C1A-683E-17FAA633E248}"/>
              </a:ext>
            </a:extLst>
          </p:cNvPr>
          <p:cNvSpPr>
            <a:spLocks noGrp="1"/>
          </p:cNvSpPr>
          <p:nvPr>
            <p:ph sz="half" idx="1"/>
          </p:nvPr>
        </p:nvSpPr>
        <p:spPr/>
        <p:txBody>
          <a:bodyPr/>
          <a:lstStyle/>
          <a:p>
            <a:r>
              <a:rPr lang="uk-UA" i="1" dirty="0"/>
              <a:t>«Президент рейхстагу повідомив пана міністра внутрішніх справ, що рейхстаг ухвалив рішення: “Вважати депутата Л. Кобилицю, з виборчої округи Вижниця на Буковині, виключеним зі складу рейхстагу”…».</a:t>
            </a:r>
          </a:p>
          <a:p>
            <a:r>
              <a:rPr lang="ru-RU" i="1" dirty="0" err="1"/>
              <a:t>аке</a:t>
            </a:r>
            <a:r>
              <a:rPr lang="ru-RU" i="1" dirty="0"/>
              <a:t> </a:t>
            </a:r>
            <a:r>
              <a:rPr lang="ru-RU" i="1" dirty="0" err="1"/>
              <a:t>рішення</a:t>
            </a:r>
            <a:r>
              <a:rPr lang="ru-RU" i="1" dirty="0"/>
              <a:t> </a:t>
            </a:r>
            <a:r>
              <a:rPr lang="ru-RU" i="1" dirty="0" err="1"/>
              <a:t>щодо</a:t>
            </a:r>
            <a:r>
              <a:rPr lang="ru-RU" i="1" dirty="0"/>
              <a:t> Л. </a:t>
            </a:r>
            <a:r>
              <a:rPr lang="ru-RU" i="1" dirty="0" err="1"/>
              <a:t>Кобилиці</a:t>
            </a:r>
            <a:r>
              <a:rPr lang="ru-RU" i="1" dirty="0"/>
              <a:t> </a:t>
            </a:r>
            <a:r>
              <a:rPr lang="ru-RU" i="1" dirty="0" err="1"/>
              <a:t>ухвалено</a:t>
            </a:r>
            <a:r>
              <a:rPr lang="ru-RU" i="1" dirty="0"/>
              <a:t>, </a:t>
            </a:r>
            <a:r>
              <a:rPr lang="ru-RU" i="1" dirty="0" err="1"/>
              <a:t>оскільки</a:t>
            </a:r>
            <a:r>
              <a:rPr lang="ru-RU" i="1" dirty="0"/>
              <a:t> </a:t>
            </a:r>
            <a:r>
              <a:rPr lang="ru-RU" i="1" dirty="0" err="1"/>
              <a:t>він</a:t>
            </a:r>
            <a:endParaRPr lang="uk-UA" i="1" dirty="0"/>
          </a:p>
        </p:txBody>
      </p:sp>
      <p:graphicFrame>
        <p:nvGraphicFramePr>
          <p:cNvPr id="5" name="Місце для вмісту 4">
            <a:extLst>
              <a:ext uri="{FF2B5EF4-FFF2-40B4-BE49-F238E27FC236}">
                <a16:creationId xmlns:a16="http://schemas.microsoft.com/office/drawing/2014/main" id="{5DA59D0C-A091-6CD3-B8EA-0638E58A16A1}"/>
              </a:ext>
            </a:extLst>
          </p:cNvPr>
          <p:cNvGraphicFramePr>
            <a:graphicFrameLocks noGrp="1"/>
          </p:cNvGraphicFramePr>
          <p:nvPr>
            <p:ph sz="half" idx="2"/>
            <p:extLst>
              <p:ext uri="{D42A27DB-BD31-4B8C-83A1-F6EECF244321}">
                <p14:modId xmlns:p14="http://schemas.microsoft.com/office/powerpoint/2010/main" val="1227988802"/>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4803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72200D-11B9-7959-F372-7E9C2260140F}"/>
              </a:ext>
            </a:extLst>
          </p:cNvPr>
          <p:cNvSpPr>
            <a:spLocks noGrp="1"/>
          </p:cNvSpPr>
          <p:nvPr>
            <p:ph type="title"/>
          </p:nvPr>
        </p:nvSpPr>
        <p:spPr/>
        <p:txBody>
          <a:bodyPr/>
          <a:lstStyle/>
          <a:p>
            <a:r>
              <a:rPr lang="ru-RU" dirty="0"/>
              <a:t>З </a:t>
            </a:r>
            <a:r>
              <a:rPr lang="ru-RU" dirty="0" err="1"/>
              <a:t>іменами</a:t>
            </a:r>
            <a:r>
              <a:rPr lang="ru-RU" dirty="0"/>
              <a:t> </a:t>
            </a:r>
            <a:r>
              <a:rPr lang="ru-RU" dirty="0" err="1"/>
              <a:t>діячів</a:t>
            </a:r>
            <a:r>
              <a:rPr lang="ru-RU" dirty="0"/>
              <a:t>, </a:t>
            </a:r>
            <a:r>
              <a:rPr lang="ru-RU" dirty="0" err="1"/>
              <a:t>портрети</a:t>
            </a:r>
            <a:r>
              <a:rPr lang="ru-RU" dirty="0"/>
              <a:t> </a:t>
            </a:r>
            <a:r>
              <a:rPr lang="ru-RU" dirty="0" err="1"/>
              <a:t>яких</a:t>
            </a:r>
            <a:r>
              <a:rPr lang="ru-RU" dirty="0"/>
              <a:t> </a:t>
            </a:r>
            <a:r>
              <a:rPr lang="ru-RU" dirty="0" err="1"/>
              <a:t>зображено</a:t>
            </a:r>
            <a:r>
              <a:rPr lang="ru-RU" dirty="0"/>
              <a:t>, </a:t>
            </a:r>
            <a:r>
              <a:rPr lang="ru-RU" dirty="0" err="1"/>
              <a:t>пов’язують</a:t>
            </a:r>
            <a:r>
              <a:rPr lang="ru-RU" dirty="0"/>
              <a:t> </a:t>
            </a:r>
            <a:r>
              <a:rPr lang="ru-RU" dirty="0" err="1"/>
              <a:t>створення</a:t>
            </a:r>
            <a:r>
              <a:rPr lang="ru-RU" dirty="0"/>
              <a:t> та </a:t>
            </a:r>
            <a:r>
              <a:rPr lang="ru-RU" dirty="0" err="1"/>
              <a:t>діяльність</a:t>
            </a:r>
            <a:endParaRPr lang="uk-UA" dirty="0"/>
          </a:p>
        </p:txBody>
      </p:sp>
      <p:graphicFrame>
        <p:nvGraphicFramePr>
          <p:cNvPr id="5" name="Місце для вмісту 4">
            <a:extLst>
              <a:ext uri="{FF2B5EF4-FFF2-40B4-BE49-F238E27FC236}">
                <a16:creationId xmlns:a16="http://schemas.microsoft.com/office/drawing/2014/main" id="{D2CAC145-67B9-D3E4-CB39-0E0ABDDB5045}"/>
              </a:ext>
            </a:extLst>
          </p:cNvPr>
          <p:cNvGraphicFramePr>
            <a:graphicFrameLocks noGrp="1"/>
          </p:cNvGraphicFramePr>
          <p:nvPr>
            <p:ph sz="half" idx="2"/>
            <p:extLst>
              <p:ext uri="{D42A27DB-BD31-4B8C-83A1-F6EECF244321}">
                <p14:modId xmlns:p14="http://schemas.microsoft.com/office/powerpoint/2010/main" val="201191622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7A2E9B76-0396-8F58-E639-FCE5491F5B40}"/>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685800" y="2933891"/>
            <a:ext cx="4995863" cy="2064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777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956C16-09A2-6BE2-2FD6-94DB1FC77886}"/>
              </a:ext>
            </a:extLst>
          </p:cNvPr>
          <p:cNvSpPr>
            <a:spLocks noGrp="1"/>
          </p:cNvSpPr>
          <p:nvPr>
            <p:ph type="title"/>
          </p:nvPr>
        </p:nvSpPr>
        <p:spPr/>
        <p:txBody>
          <a:bodyPr/>
          <a:lstStyle/>
          <a:p>
            <a:r>
              <a:rPr lang="ru-RU" dirty="0" err="1"/>
              <a:t>Зображених</a:t>
            </a:r>
            <a:r>
              <a:rPr lang="ru-RU" dirty="0"/>
              <a:t> на фото </a:t>
            </a:r>
            <a:r>
              <a:rPr lang="ru-RU" dirty="0" err="1"/>
              <a:t>діячів</a:t>
            </a:r>
            <a:r>
              <a:rPr lang="ru-RU" dirty="0"/>
              <a:t> </a:t>
            </a:r>
            <a:r>
              <a:rPr lang="ru-RU" dirty="0" err="1"/>
              <a:t>об’єднує</a:t>
            </a:r>
            <a:r>
              <a:rPr lang="ru-RU" dirty="0"/>
              <a:t> те, </a:t>
            </a:r>
            <a:r>
              <a:rPr lang="ru-RU" dirty="0" err="1"/>
              <a:t>що</a:t>
            </a:r>
            <a:r>
              <a:rPr lang="ru-RU" dirty="0"/>
              <a:t> вони були</a:t>
            </a:r>
            <a:endParaRPr lang="uk-UA" dirty="0"/>
          </a:p>
        </p:txBody>
      </p:sp>
      <p:graphicFrame>
        <p:nvGraphicFramePr>
          <p:cNvPr id="5" name="Місце для вмісту 4">
            <a:extLst>
              <a:ext uri="{FF2B5EF4-FFF2-40B4-BE49-F238E27FC236}">
                <a16:creationId xmlns:a16="http://schemas.microsoft.com/office/drawing/2014/main" id="{715D234F-7757-9063-CA42-CF9D02B99DA0}"/>
              </a:ext>
            </a:extLst>
          </p:cNvPr>
          <p:cNvGraphicFramePr>
            <a:graphicFrameLocks noGrp="1"/>
          </p:cNvGraphicFramePr>
          <p:nvPr>
            <p:ph sz="half" idx="2"/>
            <p:extLst>
              <p:ext uri="{D42A27DB-BD31-4B8C-83A1-F6EECF244321}">
                <p14:modId xmlns:p14="http://schemas.microsoft.com/office/powerpoint/2010/main" val="1124265322"/>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407A54A3-C6A1-B2EC-F0BB-F90227BF4D9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503454" y="2261062"/>
            <a:ext cx="4980939" cy="3230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446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A00DF1-D806-BF50-FED0-7621E2514085}"/>
              </a:ext>
            </a:extLst>
          </p:cNvPr>
          <p:cNvSpPr>
            <a:spLocks noGrp="1"/>
          </p:cNvSpPr>
          <p:nvPr>
            <p:ph type="title"/>
          </p:nvPr>
        </p:nvSpPr>
        <p:spPr/>
        <p:txBody>
          <a:bodyPr/>
          <a:lstStyle/>
          <a:p>
            <a:r>
              <a:rPr lang="ru-RU" dirty="0" err="1"/>
              <a:t>Укажіть</a:t>
            </a:r>
            <a:r>
              <a:rPr lang="ru-RU" dirty="0"/>
              <a:t> </a:t>
            </a:r>
            <a:r>
              <a:rPr lang="ru-RU" dirty="0" err="1"/>
              <a:t>головні</a:t>
            </a:r>
            <a:r>
              <a:rPr lang="ru-RU" dirty="0"/>
              <a:t> </a:t>
            </a:r>
            <a:r>
              <a:rPr lang="ru-RU" dirty="0" err="1"/>
              <a:t>ідеї</a:t>
            </a:r>
            <a:r>
              <a:rPr lang="ru-RU" dirty="0"/>
              <a:t> </a:t>
            </a:r>
            <a:r>
              <a:rPr lang="ru-RU" dirty="0" err="1"/>
              <a:t>програмних</a:t>
            </a:r>
            <a:r>
              <a:rPr lang="ru-RU" dirty="0"/>
              <a:t> </a:t>
            </a:r>
            <a:r>
              <a:rPr lang="ru-RU" dirty="0" err="1"/>
              <a:t>документів</a:t>
            </a:r>
            <a:r>
              <a:rPr lang="ru-RU" dirty="0"/>
              <a:t> </a:t>
            </a:r>
            <a:r>
              <a:rPr lang="ru-RU" dirty="0" err="1"/>
              <a:t>Кирило-Мефодіївського</a:t>
            </a:r>
            <a:r>
              <a:rPr lang="ru-RU" dirty="0"/>
              <a:t> братства.</a:t>
            </a:r>
            <a:endParaRPr lang="uk-UA" dirty="0"/>
          </a:p>
        </p:txBody>
      </p:sp>
      <p:graphicFrame>
        <p:nvGraphicFramePr>
          <p:cNvPr id="5" name="Місце для вмісту 4">
            <a:extLst>
              <a:ext uri="{FF2B5EF4-FFF2-40B4-BE49-F238E27FC236}">
                <a16:creationId xmlns:a16="http://schemas.microsoft.com/office/drawing/2014/main" id="{012BD8FE-275B-3702-1F45-50A25B204BE6}"/>
              </a:ext>
            </a:extLst>
          </p:cNvPr>
          <p:cNvGraphicFramePr>
            <a:graphicFrameLocks noGrp="1"/>
          </p:cNvGraphicFramePr>
          <p:nvPr>
            <p:ph sz="half" idx="1"/>
            <p:extLst>
              <p:ext uri="{D42A27DB-BD31-4B8C-83A1-F6EECF244321}">
                <p14:modId xmlns:p14="http://schemas.microsoft.com/office/powerpoint/2010/main" val="3913223789"/>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1B3EA906-B5E1-258D-3F1E-4EC46B1515DB}"/>
              </a:ext>
            </a:extLst>
          </p:cNvPr>
          <p:cNvGraphicFramePr>
            <a:graphicFrameLocks noGrp="1"/>
          </p:cNvGraphicFramePr>
          <p:nvPr>
            <p:ph sz="half" idx="2"/>
            <p:extLst>
              <p:ext uri="{D42A27DB-BD31-4B8C-83A1-F6EECF244321}">
                <p14:modId xmlns:p14="http://schemas.microsoft.com/office/powerpoint/2010/main" val="1084458918"/>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45375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88762F-4D30-E5B2-07E0-DDE1B61C86E4}"/>
              </a:ext>
            </a:extLst>
          </p:cNvPr>
          <p:cNvSpPr>
            <a:spLocks noGrp="1"/>
          </p:cNvSpPr>
          <p:nvPr>
            <p:ph type="title"/>
          </p:nvPr>
        </p:nvSpPr>
        <p:spPr/>
        <p:txBody>
          <a:bodyPr>
            <a:normAutofit fontScale="90000"/>
          </a:bodyPr>
          <a:lstStyle/>
          <a:p>
            <a:r>
              <a:rPr lang="ru-RU" dirty="0"/>
              <a:t>У </a:t>
            </a:r>
            <a:r>
              <a:rPr lang="ru-RU" dirty="0" err="1"/>
              <a:t>якому</a:t>
            </a:r>
            <a:r>
              <a:rPr lang="ru-RU" dirty="0"/>
              <a:t> </a:t>
            </a:r>
            <a:r>
              <a:rPr lang="ru-RU" dirty="0" err="1"/>
              <a:t>уривку</a:t>
            </a:r>
            <a:r>
              <a:rPr lang="ru-RU" dirty="0"/>
              <a:t> з </a:t>
            </a:r>
            <a:r>
              <a:rPr lang="ru-RU" dirty="0" err="1"/>
              <a:t>історичних</a:t>
            </a:r>
            <a:r>
              <a:rPr lang="ru-RU" dirty="0"/>
              <a:t> </a:t>
            </a:r>
            <a:r>
              <a:rPr lang="ru-RU" dirty="0" err="1"/>
              <a:t>джерел</a:t>
            </a:r>
            <a:r>
              <a:rPr lang="ru-RU" dirty="0"/>
              <a:t> </a:t>
            </a:r>
            <a:r>
              <a:rPr lang="ru-RU" dirty="0" err="1"/>
              <a:t>відображено</a:t>
            </a:r>
            <a:r>
              <a:rPr lang="ru-RU" dirty="0"/>
              <a:t> </a:t>
            </a:r>
            <a:r>
              <a:rPr lang="ru-RU" dirty="0" err="1"/>
              <a:t>головні</a:t>
            </a:r>
            <a:r>
              <a:rPr lang="ru-RU" dirty="0"/>
              <a:t> </a:t>
            </a:r>
            <a:r>
              <a:rPr lang="ru-RU" dirty="0" err="1"/>
              <a:t>ідеї</a:t>
            </a:r>
            <a:r>
              <a:rPr lang="ru-RU" dirty="0"/>
              <a:t> </a:t>
            </a:r>
            <a:r>
              <a:rPr lang="ru-RU" dirty="0" err="1"/>
              <a:t>Кирило-Мефодіївського</a:t>
            </a:r>
            <a:r>
              <a:rPr lang="ru-RU" dirty="0"/>
              <a:t> братства?</a:t>
            </a:r>
            <a:endParaRPr lang="uk-UA" dirty="0"/>
          </a:p>
        </p:txBody>
      </p:sp>
      <p:graphicFrame>
        <p:nvGraphicFramePr>
          <p:cNvPr id="6" name="Місце для вмісту 5">
            <a:extLst>
              <a:ext uri="{FF2B5EF4-FFF2-40B4-BE49-F238E27FC236}">
                <a16:creationId xmlns:a16="http://schemas.microsoft.com/office/drawing/2014/main" id="{5227796B-01AF-64F6-2585-7B97DA57A3AF}"/>
              </a:ext>
            </a:extLst>
          </p:cNvPr>
          <p:cNvGraphicFramePr>
            <a:graphicFrameLocks noGrp="1"/>
          </p:cNvGraphicFramePr>
          <p:nvPr>
            <p:ph sz="half" idx="1"/>
            <p:extLst>
              <p:ext uri="{D42A27DB-BD31-4B8C-83A1-F6EECF244321}">
                <p14:modId xmlns:p14="http://schemas.microsoft.com/office/powerpoint/2010/main" val="105050227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65C48496-D247-5301-2B04-5FC997480F98}"/>
              </a:ext>
            </a:extLst>
          </p:cNvPr>
          <p:cNvGraphicFramePr>
            <a:graphicFrameLocks noGrp="1"/>
          </p:cNvGraphicFramePr>
          <p:nvPr>
            <p:ph sz="half" idx="2"/>
            <p:extLst>
              <p:ext uri="{D42A27DB-BD31-4B8C-83A1-F6EECF244321}">
                <p14:modId xmlns:p14="http://schemas.microsoft.com/office/powerpoint/2010/main" val="395328358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19514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D4DDA3-3C47-036C-3A2E-E2AA6BC693D1}"/>
              </a:ext>
            </a:extLst>
          </p:cNvPr>
          <p:cNvSpPr>
            <a:spLocks noGrp="1"/>
          </p:cNvSpPr>
          <p:nvPr>
            <p:ph type="title"/>
          </p:nvPr>
        </p:nvSpPr>
        <p:spPr/>
        <p:txBody>
          <a:bodyPr/>
          <a:lstStyle/>
          <a:p>
            <a:r>
              <a:rPr lang="ru-RU" dirty="0" err="1"/>
              <a:t>Який</a:t>
            </a:r>
            <a:r>
              <a:rPr lang="ru-RU" dirty="0"/>
              <a:t> </a:t>
            </a:r>
            <a:r>
              <a:rPr lang="ru-RU" dirty="0" err="1"/>
              <a:t>програмний</a:t>
            </a:r>
            <a:r>
              <a:rPr lang="ru-RU" dirty="0"/>
              <a:t> документ </a:t>
            </a:r>
            <a:r>
              <a:rPr lang="ru-RU" dirty="0" err="1"/>
              <a:t>проголошував</a:t>
            </a:r>
            <a:r>
              <a:rPr lang="ru-RU" dirty="0"/>
              <a:t> </a:t>
            </a:r>
            <a:r>
              <a:rPr lang="ru-RU" dirty="0" err="1"/>
              <a:t>таке</a:t>
            </a:r>
            <a:r>
              <a:rPr lang="ru-RU" dirty="0"/>
              <a:t>:</a:t>
            </a:r>
            <a:endParaRPr lang="uk-UA" dirty="0"/>
          </a:p>
        </p:txBody>
      </p:sp>
      <p:graphicFrame>
        <p:nvGraphicFramePr>
          <p:cNvPr id="5" name="Місце для вмісту 4">
            <a:extLst>
              <a:ext uri="{FF2B5EF4-FFF2-40B4-BE49-F238E27FC236}">
                <a16:creationId xmlns:a16="http://schemas.microsoft.com/office/drawing/2014/main" id="{34E09F97-0237-DA9E-82E4-33993FB7BA40}"/>
              </a:ext>
            </a:extLst>
          </p:cNvPr>
          <p:cNvGraphicFramePr>
            <a:graphicFrameLocks noGrp="1"/>
          </p:cNvGraphicFramePr>
          <p:nvPr>
            <p:ph sz="half" idx="1"/>
            <p:extLst>
              <p:ext uri="{D42A27DB-BD31-4B8C-83A1-F6EECF244321}">
                <p14:modId xmlns:p14="http://schemas.microsoft.com/office/powerpoint/2010/main" val="3457570227"/>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8D3E9493-D6A1-C6EE-543E-ACDD278391AB}"/>
              </a:ext>
            </a:extLst>
          </p:cNvPr>
          <p:cNvSpPr>
            <a:spLocks noGrp="1"/>
          </p:cNvSpPr>
          <p:nvPr>
            <p:ph sz="half" idx="2"/>
          </p:nvPr>
        </p:nvSpPr>
        <p:spPr/>
        <p:txBody>
          <a:bodyPr/>
          <a:lstStyle/>
          <a:p>
            <a:r>
              <a:rPr lang="ru-RU" i="1" dirty="0"/>
              <a:t>«</a:t>
            </a:r>
            <a:r>
              <a:rPr lang="ru-RU" i="1" dirty="0" err="1"/>
              <a:t>Історичне</a:t>
            </a:r>
            <a:r>
              <a:rPr lang="ru-RU" i="1" dirty="0"/>
              <a:t> </a:t>
            </a:r>
            <a:r>
              <a:rPr lang="ru-RU" i="1" dirty="0" err="1"/>
              <a:t>покликання</a:t>
            </a:r>
            <a:r>
              <a:rPr lang="ru-RU" i="1" dirty="0"/>
              <a:t> </a:t>
            </a:r>
            <a:r>
              <a:rPr lang="ru-RU" i="1" dirty="0" err="1"/>
              <a:t>України</a:t>
            </a:r>
            <a:r>
              <a:rPr lang="ru-RU" i="1" dirty="0"/>
              <a:t> </a:t>
            </a:r>
            <a:r>
              <a:rPr lang="ru-RU" i="1" dirty="0" err="1"/>
              <a:t>полягає</a:t>
            </a:r>
            <a:r>
              <a:rPr lang="ru-RU" i="1" dirty="0"/>
              <a:t> в тому, </a:t>
            </a:r>
            <a:r>
              <a:rPr lang="ru-RU" i="1" dirty="0" err="1"/>
              <a:t>щоб</a:t>
            </a:r>
            <a:r>
              <a:rPr lang="ru-RU" i="1" dirty="0"/>
              <a:t> </a:t>
            </a:r>
            <a:r>
              <a:rPr lang="ru-RU" i="1" dirty="0" err="1"/>
              <a:t>зорганізувати</a:t>
            </a:r>
            <a:r>
              <a:rPr lang="ru-RU" i="1" dirty="0"/>
              <a:t> </a:t>
            </a:r>
            <a:r>
              <a:rPr lang="ru-RU" i="1" dirty="0" err="1"/>
              <a:t>інших</a:t>
            </a:r>
            <a:r>
              <a:rPr lang="ru-RU" i="1" dirty="0"/>
              <a:t> </a:t>
            </a:r>
            <a:r>
              <a:rPr lang="ru-RU" i="1" dirty="0" err="1"/>
              <a:t>слов’ян</a:t>
            </a:r>
            <a:r>
              <a:rPr lang="ru-RU" i="1" dirty="0"/>
              <a:t> на </a:t>
            </a:r>
            <a:r>
              <a:rPr lang="ru-RU" i="1" dirty="0" err="1"/>
              <a:t>боротьбу</a:t>
            </a:r>
            <a:r>
              <a:rPr lang="ru-RU" i="1" dirty="0"/>
              <a:t> за </a:t>
            </a:r>
            <a:r>
              <a:rPr lang="ru-RU" i="1" dirty="0" err="1"/>
              <a:t>національне</a:t>
            </a:r>
            <a:r>
              <a:rPr lang="ru-RU" i="1" dirty="0"/>
              <a:t> </a:t>
            </a:r>
            <a:r>
              <a:rPr lang="ru-RU" i="1" dirty="0" err="1"/>
              <a:t>відродження</a:t>
            </a:r>
            <a:r>
              <a:rPr lang="ru-RU" i="1" dirty="0"/>
              <a:t> в </a:t>
            </a:r>
            <a:r>
              <a:rPr lang="ru-RU" i="1" dirty="0" err="1"/>
              <a:t>усіх</a:t>
            </a:r>
            <a:r>
              <a:rPr lang="ru-RU" i="1" dirty="0"/>
              <a:t> сферах </a:t>
            </a:r>
            <a:r>
              <a:rPr lang="ru-RU" i="1" dirty="0" err="1"/>
              <a:t>економічного</a:t>
            </a:r>
            <a:r>
              <a:rPr lang="ru-RU" i="1" dirty="0"/>
              <a:t>, </a:t>
            </a:r>
            <a:r>
              <a:rPr lang="ru-RU" i="1" dirty="0" err="1"/>
              <a:t>соціального</a:t>
            </a:r>
            <a:r>
              <a:rPr lang="ru-RU" i="1" dirty="0"/>
              <a:t> й духовного </a:t>
            </a:r>
            <a:r>
              <a:rPr lang="ru-RU" i="1" dirty="0" err="1"/>
              <a:t>життя</a:t>
            </a:r>
            <a:r>
              <a:rPr lang="ru-RU" i="1" dirty="0"/>
              <a:t>, </a:t>
            </a:r>
            <a:r>
              <a:rPr lang="ru-RU" i="1" dirty="0" err="1"/>
              <a:t>скасувати</a:t>
            </a:r>
            <a:r>
              <a:rPr lang="ru-RU" i="1" dirty="0"/>
              <a:t> </a:t>
            </a:r>
            <a:r>
              <a:rPr lang="ru-RU" i="1" dirty="0" err="1"/>
              <a:t>кріпацтво</a:t>
            </a:r>
            <a:r>
              <a:rPr lang="ru-RU" i="1" dirty="0"/>
              <a:t>, </a:t>
            </a:r>
            <a:r>
              <a:rPr lang="ru-RU" i="1" dirty="0" err="1"/>
              <a:t>стани</a:t>
            </a:r>
            <a:r>
              <a:rPr lang="ru-RU" i="1" dirty="0"/>
              <a:t>, </a:t>
            </a:r>
            <a:r>
              <a:rPr lang="ru-RU" i="1" dirty="0" err="1"/>
              <a:t>повалити</a:t>
            </a:r>
            <a:r>
              <a:rPr lang="ru-RU" i="1" dirty="0"/>
              <a:t> </a:t>
            </a:r>
            <a:r>
              <a:rPr lang="ru-RU" i="1" dirty="0" err="1"/>
              <a:t>самодержавство</a:t>
            </a:r>
            <a:r>
              <a:rPr lang="ru-RU" i="1" dirty="0"/>
              <a:t>. </a:t>
            </a:r>
            <a:r>
              <a:rPr lang="ru-RU" i="1" dirty="0" err="1"/>
              <a:t>Прийде</a:t>
            </a:r>
            <a:r>
              <a:rPr lang="ru-RU" i="1" dirty="0"/>
              <a:t> час, коли вся </a:t>
            </a:r>
            <a:r>
              <a:rPr lang="ru-RU" i="1" dirty="0" err="1"/>
              <a:t>слов’янщина</a:t>
            </a:r>
            <a:r>
              <a:rPr lang="ru-RU" i="1" dirty="0"/>
              <a:t> </a:t>
            </a:r>
            <a:r>
              <a:rPr lang="ru-RU" i="1" dirty="0" err="1"/>
              <a:t>встане</a:t>
            </a:r>
            <a:r>
              <a:rPr lang="ru-RU" i="1" dirty="0"/>
              <a:t> й “не </a:t>
            </a:r>
            <a:r>
              <a:rPr lang="ru-RU" i="1" dirty="0" err="1"/>
              <a:t>залишиться</a:t>
            </a:r>
            <a:r>
              <a:rPr lang="ru-RU" i="1" dirty="0"/>
              <a:t> в </a:t>
            </a:r>
            <a:r>
              <a:rPr lang="ru-RU" i="1" dirty="0" err="1"/>
              <a:t>ній</a:t>
            </a:r>
            <a:r>
              <a:rPr lang="ru-RU" i="1" dirty="0"/>
              <a:t> </a:t>
            </a:r>
            <a:r>
              <a:rPr lang="ru-RU" i="1" dirty="0" err="1"/>
              <a:t>ні</a:t>
            </a:r>
            <a:r>
              <a:rPr lang="ru-RU" i="1" dirty="0"/>
              <a:t> царя, </a:t>
            </a:r>
            <a:r>
              <a:rPr lang="ru-RU" i="1" dirty="0" err="1"/>
              <a:t>ні</a:t>
            </a:r>
            <a:r>
              <a:rPr lang="ru-RU" i="1" dirty="0"/>
              <a:t> царевича.., </a:t>
            </a:r>
            <a:r>
              <a:rPr lang="ru-RU" i="1" dirty="0" err="1"/>
              <a:t>ні</a:t>
            </a:r>
            <a:r>
              <a:rPr lang="ru-RU" i="1" dirty="0"/>
              <a:t> князя, </a:t>
            </a:r>
            <a:r>
              <a:rPr lang="ru-RU" i="1" dirty="0" err="1"/>
              <a:t>ні</a:t>
            </a:r>
            <a:r>
              <a:rPr lang="ru-RU" i="1" dirty="0"/>
              <a:t> графа, </a:t>
            </a:r>
            <a:r>
              <a:rPr lang="ru-RU" i="1" dirty="0" err="1"/>
              <a:t>ні</a:t>
            </a:r>
            <a:r>
              <a:rPr lang="ru-RU" i="1" dirty="0"/>
              <a:t> герцога.., </a:t>
            </a:r>
            <a:r>
              <a:rPr lang="ru-RU" i="1" dirty="0" err="1"/>
              <a:t>ні</a:t>
            </a:r>
            <a:r>
              <a:rPr lang="ru-RU" i="1" dirty="0"/>
              <a:t> пана, </a:t>
            </a:r>
            <a:r>
              <a:rPr lang="ru-RU" i="1" dirty="0" err="1"/>
              <a:t>ні</a:t>
            </a:r>
            <a:r>
              <a:rPr lang="ru-RU" i="1" dirty="0"/>
              <a:t> боярина, </a:t>
            </a:r>
            <a:r>
              <a:rPr lang="ru-RU" i="1" dirty="0" err="1"/>
              <a:t>ні</a:t>
            </a:r>
            <a:r>
              <a:rPr lang="ru-RU" i="1" dirty="0"/>
              <a:t> холопа...”»</a:t>
            </a:r>
            <a:endParaRPr lang="uk-UA" i="1" dirty="0"/>
          </a:p>
        </p:txBody>
      </p:sp>
    </p:spTree>
    <p:extLst>
      <p:ext uri="{BB962C8B-B14F-4D97-AF65-F5344CB8AC3E}">
        <p14:creationId xmlns:p14="http://schemas.microsoft.com/office/powerpoint/2010/main" val="3392397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FFC44-FEB5-B784-BC58-35E7E6BE0FC8}"/>
              </a:ext>
            </a:extLst>
          </p:cNvPr>
          <p:cNvSpPr>
            <a:spLocks noGrp="1"/>
          </p:cNvSpPr>
          <p:nvPr>
            <p:ph type="title"/>
          </p:nvPr>
        </p:nvSpPr>
        <p:spPr/>
        <p:txBody>
          <a:bodyPr/>
          <a:lstStyle/>
          <a:p>
            <a:r>
              <a:rPr lang="uk-UA" dirty="0"/>
              <a:t>Узгодьте ім’я історичного діяча з назвою організації, у діяльності якої він брав участь.</a:t>
            </a:r>
          </a:p>
        </p:txBody>
      </p:sp>
      <p:graphicFrame>
        <p:nvGraphicFramePr>
          <p:cNvPr id="6" name="Місце для вмісту 5">
            <a:extLst>
              <a:ext uri="{FF2B5EF4-FFF2-40B4-BE49-F238E27FC236}">
                <a16:creationId xmlns:a16="http://schemas.microsoft.com/office/drawing/2014/main" id="{4461EA88-BA98-EEC6-E29E-553B20AF49DB}"/>
              </a:ext>
            </a:extLst>
          </p:cNvPr>
          <p:cNvGraphicFramePr>
            <a:graphicFrameLocks noGrp="1"/>
          </p:cNvGraphicFramePr>
          <p:nvPr>
            <p:ph sz="half" idx="1"/>
            <p:extLst>
              <p:ext uri="{D42A27DB-BD31-4B8C-83A1-F6EECF244321}">
                <p14:modId xmlns:p14="http://schemas.microsoft.com/office/powerpoint/2010/main" val="2136504137"/>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F1F69794-CF4E-5ED1-8DB7-E725E9FA7FEE}"/>
              </a:ext>
            </a:extLst>
          </p:cNvPr>
          <p:cNvGraphicFramePr>
            <a:graphicFrameLocks noGrp="1"/>
          </p:cNvGraphicFramePr>
          <p:nvPr>
            <p:ph sz="half" idx="2"/>
            <p:extLst>
              <p:ext uri="{D42A27DB-BD31-4B8C-83A1-F6EECF244321}">
                <p14:modId xmlns:p14="http://schemas.microsoft.com/office/powerpoint/2010/main" val="346025983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04014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DD54E0-4431-8675-B757-C91D5FF0C6BA}"/>
              </a:ext>
            </a:extLst>
          </p:cNvPr>
          <p:cNvSpPr>
            <a:spLocks noGrp="1"/>
          </p:cNvSpPr>
          <p:nvPr>
            <p:ph type="title"/>
          </p:nvPr>
        </p:nvSpPr>
        <p:spPr/>
        <p:txBody>
          <a:bodyPr/>
          <a:lstStyle/>
          <a:p>
            <a:r>
              <a:rPr lang="ru-RU" dirty="0"/>
              <a:t>Яке з </a:t>
            </a:r>
            <a:r>
              <a:rPr lang="ru-RU" dirty="0" err="1"/>
              <a:t>поданих</a:t>
            </a:r>
            <a:r>
              <a:rPr lang="ru-RU" dirty="0"/>
              <a:t> </a:t>
            </a:r>
            <a:r>
              <a:rPr lang="ru-RU" dirty="0" err="1"/>
              <a:t>нижче</a:t>
            </a:r>
            <a:r>
              <a:rPr lang="ru-RU" dirty="0"/>
              <a:t> </a:t>
            </a:r>
            <a:r>
              <a:rPr lang="ru-RU" dirty="0" err="1"/>
              <a:t>тверджень</a:t>
            </a:r>
            <a:r>
              <a:rPr lang="ru-RU" dirty="0"/>
              <a:t> є </a:t>
            </a:r>
            <a:r>
              <a:rPr lang="ru-RU" dirty="0" err="1"/>
              <a:t>правильним</a:t>
            </a:r>
            <a:r>
              <a:rPr lang="ru-RU" dirty="0"/>
              <a:t>?</a:t>
            </a:r>
            <a:endParaRPr lang="uk-UA" dirty="0"/>
          </a:p>
        </p:txBody>
      </p:sp>
      <p:graphicFrame>
        <p:nvGraphicFramePr>
          <p:cNvPr id="6" name="Місце для вмісту 5">
            <a:extLst>
              <a:ext uri="{FF2B5EF4-FFF2-40B4-BE49-F238E27FC236}">
                <a16:creationId xmlns:a16="http://schemas.microsoft.com/office/drawing/2014/main" id="{7B3FA009-A0DD-9F20-2C65-0DF76F885CE5}"/>
              </a:ext>
            </a:extLst>
          </p:cNvPr>
          <p:cNvGraphicFramePr>
            <a:graphicFrameLocks noGrp="1"/>
          </p:cNvGraphicFramePr>
          <p:nvPr>
            <p:ph sz="half" idx="1"/>
            <p:extLst>
              <p:ext uri="{D42A27DB-BD31-4B8C-83A1-F6EECF244321}">
                <p14:modId xmlns:p14="http://schemas.microsoft.com/office/powerpoint/2010/main" val="2721573686"/>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896A70F0-77CD-0ABF-7EEC-F1AE96CBBE2E}"/>
              </a:ext>
            </a:extLst>
          </p:cNvPr>
          <p:cNvGraphicFramePr>
            <a:graphicFrameLocks noGrp="1"/>
          </p:cNvGraphicFramePr>
          <p:nvPr>
            <p:ph sz="half" idx="2"/>
            <p:extLst>
              <p:ext uri="{D42A27DB-BD31-4B8C-83A1-F6EECF244321}">
                <p14:modId xmlns:p14="http://schemas.microsoft.com/office/powerpoint/2010/main" val="2225325991"/>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05690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8E2152-37B9-6C12-A9E8-2398AE7F8F22}"/>
              </a:ext>
            </a:extLst>
          </p:cNvPr>
          <p:cNvSpPr>
            <a:spLocks noGrp="1"/>
          </p:cNvSpPr>
          <p:nvPr>
            <p:ph type="title"/>
          </p:nvPr>
        </p:nvSpPr>
        <p:spPr/>
        <p:txBody>
          <a:bodyPr>
            <a:normAutofit fontScale="90000"/>
          </a:bodyPr>
          <a:lstStyle/>
          <a:p>
            <a:r>
              <a:rPr lang="uk-UA" dirty="0"/>
              <a:t>Яка організація в ході революції 1848—1849 рр. в Австрійській імперії домагалася поділу Галичини на дві частини: східну — українську та західну — польську?</a:t>
            </a:r>
          </a:p>
        </p:txBody>
      </p:sp>
      <p:sp>
        <p:nvSpPr>
          <p:cNvPr id="3" name="Місце для вмісту 2">
            <a:extLst>
              <a:ext uri="{FF2B5EF4-FFF2-40B4-BE49-F238E27FC236}">
                <a16:creationId xmlns:a16="http://schemas.microsoft.com/office/drawing/2014/main" id="{33994E4A-0082-894E-373E-68E7AC45FB29}"/>
              </a:ext>
            </a:extLst>
          </p:cNvPr>
          <p:cNvSpPr>
            <a:spLocks noGrp="1"/>
          </p:cNvSpPr>
          <p:nvPr>
            <p:ph sz="half" idx="1"/>
          </p:nvPr>
        </p:nvSpPr>
        <p:spPr/>
        <p:txBody>
          <a:bodyPr/>
          <a:lstStyle/>
          <a:p>
            <a:endParaRPr lang="uk-UA"/>
          </a:p>
        </p:txBody>
      </p:sp>
      <p:graphicFrame>
        <p:nvGraphicFramePr>
          <p:cNvPr id="7" name="Місце для вмісту 6">
            <a:extLst>
              <a:ext uri="{FF2B5EF4-FFF2-40B4-BE49-F238E27FC236}">
                <a16:creationId xmlns:a16="http://schemas.microsoft.com/office/drawing/2014/main" id="{A7784887-34FE-5188-CA35-1B66800570E6}"/>
              </a:ext>
            </a:extLst>
          </p:cNvPr>
          <p:cNvGraphicFramePr>
            <a:graphicFrameLocks noGrp="1"/>
          </p:cNvGraphicFramePr>
          <p:nvPr>
            <p:ph sz="half" idx="2"/>
            <p:extLst>
              <p:ext uri="{D42A27DB-BD31-4B8C-83A1-F6EECF244321}">
                <p14:modId xmlns:p14="http://schemas.microsoft.com/office/powerpoint/2010/main" val="5356744"/>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8800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5C8EDD-3F12-B9F5-3577-CA4C04737A36}"/>
              </a:ext>
            </a:extLst>
          </p:cNvPr>
          <p:cNvSpPr>
            <a:spLocks noGrp="1"/>
          </p:cNvSpPr>
          <p:nvPr>
            <p:ph type="title"/>
          </p:nvPr>
        </p:nvSpPr>
        <p:spPr/>
        <p:txBody>
          <a:bodyPr/>
          <a:lstStyle/>
          <a:p>
            <a:r>
              <a:rPr lang="ru-RU" dirty="0" err="1"/>
              <a:t>Поєднайте</a:t>
            </a:r>
            <a:r>
              <a:rPr lang="ru-RU" dirty="0"/>
              <a:t> </a:t>
            </a:r>
            <a:r>
              <a:rPr lang="ru-RU" dirty="0" err="1"/>
              <a:t>назву</a:t>
            </a:r>
            <a:r>
              <a:rPr lang="ru-RU" dirty="0"/>
              <a:t> </a:t>
            </a:r>
            <a:r>
              <a:rPr lang="ru-RU" dirty="0" err="1"/>
              <a:t>організації</a:t>
            </a:r>
            <a:r>
              <a:rPr lang="ru-RU" dirty="0"/>
              <a:t> (1–4) з </a:t>
            </a:r>
            <a:r>
              <a:rPr lang="ru-RU" dirty="0" err="1"/>
              <a:t>іменем</a:t>
            </a:r>
            <a:r>
              <a:rPr lang="ru-RU" dirty="0"/>
              <a:t> </a:t>
            </a:r>
            <a:r>
              <a:rPr lang="ru-RU" dirty="0" err="1"/>
              <a:t>історичної</a:t>
            </a:r>
            <a:r>
              <a:rPr lang="ru-RU" dirty="0"/>
              <a:t> особи, яка </a:t>
            </a:r>
            <a:r>
              <a:rPr lang="ru-RU" dirty="0" err="1"/>
              <a:t>була</a:t>
            </a:r>
            <a:r>
              <a:rPr lang="ru-RU" dirty="0"/>
              <a:t> </a:t>
            </a:r>
            <a:r>
              <a:rPr lang="ru-RU" dirty="0" err="1"/>
              <a:t>її</a:t>
            </a:r>
            <a:r>
              <a:rPr lang="ru-RU" dirty="0"/>
              <a:t> членом (А – Д).</a:t>
            </a:r>
            <a:endParaRPr lang="uk-UA" dirty="0"/>
          </a:p>
        </p:txBody>
      </p:sp>
      <p:graphicFrame>
        <p:nvGraphicFramePr>
          <p:cNvPr id="5" name="Місце для вмісту 4">
            <a:extLst>
              <a:ext uri="{FF2B5EF4-FFF2-40B4-BE49-F238E27FC236}">
                <a16:creationId xmlns:a16="http://schemas.microsoft.com/office/drawing/2014/main" id="{F2DC3E80-1510-88AD-756C-BA20B97FD620}"/>
              </a:ext>
            </a:extLst>
          </p:cNvPr>
          <p:cNvGraphicFramePr>
            <a:graphicFrameLocks noGrp="1"/>
          </p:cNvGraphicFramePr>
          <p:nvPr>
            <p:ph sz="half" idx="1"/>
            <p:extLst>
              <p:ext uri="{D42A27DB-BD31-4B8C-83A1-F6EECF244321}">
                <p14:modId xmlns:p14="http://schemas.microsoft.com/office/powerpoint/2010/main" val="239135767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8405D6F1-4302-7869-A31C-96A5506A3AD1}"/>
              </a:ext>
            </a:extLst>
          </p:cNvPr>
          <p:cNvGraphicFramePr>
            <a:graphicFrameLocks noGrp="1"/>
          </p:cNvGraphicFramePr>
          <p:nvPr>
            <p:ph sz="half" idx="2"/>
            <p:extLst>
              <p:ext uri="{D42A27DB-BD31-4B8C-83A1-F6EECF244321}">
                <p14:modId xmlns:p14="http://schemas.microsoft.com/office/powerpoint/2010/main" val="2538265574"/>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4" name="Пряма зі стрілкою 3">
            <a:extLst>
              <a:ext uri="{FF2B5EF4-FFF2-40B4-BE49-F238E27FC236}">
                <a16:creationId xmlns:a16="http://schemas.microsoft.com/office/drawing/2014/main" id="{656A87E1-FEC5-58BD-503B-61CFCB1B0B0C}"/>
              </a:ext>
            </a:extLst>
          </p:cNvPr>
          <p:cNvCxnSpPr/>
          <p:nvPr/>
        </p:nvCxnSpPr>
        <p:spPr>
          <a:xfrm>
            <a:off x="5681136" y="2660073"/>
            <a:ext cx="1002297" cy="2842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Пряма зі стрілкою 7">
            <a:extLst>
              <a:ext uri="{FF2B5EF4-FFF2-40B4-BE49-F238E27FC236}">
                <a16:creationId xmlns:a16="http://schemas.microsoft.com/office/drawing/2014/main" id="{B78061DD-03C8-C39A-A399-2E026C9A840E}"/>
              </a:ext>
            </a:extLst>
          </p:cNvPr>
          <p:cNvCxnSpPr/>
          <p:nvPr/>
        </p:nvCxnSpPr>
        <p:spPr>
          <a:xfrm flipV="1">
            <a:off x="5681136" y="2610196"/>
            <a:ext cx="829730" cy="818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Пряма зі стрілкою 9">
            <a:extLst>
              <a:ext uri="{FF2B5EF4-FFF2-40B4-BE49-F238E27FC236}">
                <a16:creationId xmlns:a16="http://schemas.microsoft.com/office/drawing/2014/main" id="{CB987725-A9FF-0255-F1C8-1778EF22114B}"/>
              </a:ext>
            </a:extLst>
          </p:cNvPr>
          <p:cNvCxnSpPr/>
          <p:nvPr/>
        </p:nvCxnSpPr>
        <p:spPr>
          <a:xfrm>
            <a:off x="5681136" y="4405745"/>
            <a:ext cx="829730" cy="386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 зі стрілкою 11">
            <a:extLst>
              <a:ext uri="{FF2B5EF4-FFF2-40B4-BE49-F238E27FC236}">
                <a16:creationId xmlns:a16="http://schemas.microsoft.com/office/drawing/2014/main" id="{865E5C5A-1527-A543-0914-166F620E9D77}"/>
              </a:ext>
            </a:extLst>
          </p:cNvPr>
          <p:cNvCxnSpPr/>
          <p:nvPr/>
        </p:nvCxnSpPr>
        <p:spPr>
          <a:xfrm flipV="1">
            <a:off x="5681136" y="3291840"/>
            <a:ext cx="829730" cy="2211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530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AEB11E-F2F9-FC7D-6665-77E403539C59}"/>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назвами</a:t>
            </a:r>
            <a:r>
              <a:rPr lang="ru-RU" dirty="0"/>
              <a:t> </a:t>
            </a:r>
            <a:r>
              <a:rPr lang="ru-RU" dirty="0" err="1"/>
              <a:t>організацій</a:t>
            </a:r>
            <a:r>
              <a:rPr lang="ru-RU" dirty="0"/>
              <a:t> </a:t>
            </a:r>
            <a:r>
              <a:rPr lang="ru-RU" dirty="0" err="1"/>
              <a:t>першої</a:t>
            </a:r>
            <a:r>
              <a:rPr lang="ru-RU" dirty="0"/>
              <a:t> </a:t>
            </a:r>
            <a:r>
              <a:rPr lang="ru-RU" dirty="0" err="1"/>
              <a:t>половини</a:t>
            </a:r>
            <a:r>
              <a:rPr lang="ru-RU" dirty="0"/>
              <a:t> ХІХ ст. та </a:t>
            </a:r>
            <a:r>
              <a:rPr lang="ru-RU" dirty="0" err="1"/>
              <a:t>цілями</a:t>
            </a:r>
            <a:r>
              <a:rPr lang="ru-RU" dirty="0"/>
              <a:t>, </a:t>
            </a:r>
            <a:r>
              <a:rPr lang="ru-RU" dirty="0" err="1"/>
              <a:t>які</a:t>
            </a:r>
            <a:r>
              <a:rPr lang="ru-RU" dirty="0"/>
              <a:t> вони ставили перед собою.</a:t>
            </a:r>
            <a:endParaRPr lang="uk-UA" dirty="0"/>
          </a:p>
        </p:txBody>
      </p:sp>
      <p:graphicFrame>
        <p:nvGraphicFramePr>
          <p:cNvPr id="6" name="Місце для вмісту 5">
            <a:extLst>
              <a:ext uri="{FF2B5EF4-FFF2-40B4-BE49-F238E27FC236}">
                <a16:creationId xmlns:a16="http://schemas.microsoft.com/office/drawing/2014/main" id="{84BB340F-2C9B-6E26-73B4-BFABAAC5C46B}"/>
              </a:ext>
            </a:extLst>
          </p:cNvPr>
          <p:cNvGraphicFramePr>
            <a:graphicFrameLocks noGrp="1"/>
          </p:cNvGraphicFramePr>
          <p:nvPr>
            <p:ph sz="half" idx="1"/>
            <p:extLst>
              <p:ext uri="{D42A27DB-BD31-4B8C-83A1-F6EECF244321}">
                <p14:modId xmlns:p14="http://schemas.microsoft.com/office/powerpoint/2010/main" val="1274196109"/>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Місце для вмісту 4">
            <a:extLst>
              <a:ext uri="{FF2B5EF4-FFF2-40B4-BE49-F238E27FC236}">
                <a16:creationId xmlns:a16="http://schemas.microsoft.com/office/drawing/2014/main" id="{388B2D1F-2135-5950-0471-FA52E5EEA73A}"/>
              </a:ext>
            </a:extLst>
          </p:cNvPr>
          <p:cNvGraphicFramePr>
            <a:graphicFrameLocks noGrp="1"/>
          </p:cNvGraphicFramePr>
          <p:nvPr>
            <p:ph sz="half" idx="2"/>
            <p:extLst>
              <p:ext uri="{D42A27DB-BD31-4B8C-83A1-F6EECF244321}">
                <p14:modId xmlns:p14="http://schemas.microsoft.com/office/powerpoint/2010/main" val="1388615563"/>
              </p:ext>
            </p:extLst>
          </p:nvPr>
        </p:nvGraphicFramePr>
        <p:xfrm>
          <a:off x="5821895" y="1579418"/>
          <a:ext cx="4995332" cy="527858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229067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D89FEB8-C425-F0AA-6EB6-0F43D3AFE48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AB0163-E9F7-8DAA-9415-F6AD69F4ED80}"/>
              </a:ext>
            </a:extLst>
          </p:cNvPr>
          <p:cNvSpPr>
            <a:spLocks noGrp="1"/>
          </p:cNvSpPr>
          <p:nvPr>
            <p:ph type="title"/>
          </p:nvPr>
        </p:nvSpPr>
        <p:spPr/>
        <p:txBody>
          <a:bodyPr>
            <a:normAutofit fontScale="90000"/>
          </a:bodyPr>
          <a:lstStyle/>
          <a:p>
            <a:r>
              <a:rPr lang="ru-RU" dirty="0" err="1"/>
              <a:t>Діяльність</a:t>
            </a:r>
            <a:r>
              <a:rPr lang="ru-RU" dirty="0"/>
              <a:t> «</a:t>
            </a:r>
            <a:r>
              <a:rPr lang="ru-RU" dirty="0" err="1"/>
              <a:t>Товариства</a:t>
            </a:r>
            <a:r>
              <a:rPr lang="ru-RU" dirty="0"/>
              <a:t> </a:t>
            </a:r>
            <a:r>
              <a:rPr lang="ru-RU" dirty="0" err="1"/>
              <a:t>галицьких</a:t>
            </a:r>
            <a:r>
              <a:rPr lang="ru-RU" dirty="0"/>
              <a:t> греко-</a:t>
            </a:r>
            <a:r>
              <a:rPr lang="ru-RU" dirty="0" err="1"/>
              <a:t>католицьких</a:t>
            </a:r>
            <a:r>
              <a:rPr lang="ru-RU" dirty="0"/>
              <a:t> </a:t>
            </a:r>
            <a:r>
              <a:rPr lang="ru-RU" dirty="0" err="1"/>
              <a:t>священиків</a:t>
            </a:r>
            <a:r>
              <a:rPr lang="ru-RU" dirty="0"/>
              <a:t>» і «</a:t>
            </a:r>
            <a:r>
              <a:rPr lang="ru-RU" dirty="0" err="1"/>
              <a:t>Руської</a:t>
            </a:r>
            <a:r>
              <a:rPr lang="ru-RU" dirty="0"/>
              <a:t> </a:t>
            </a:r>
            <a:r>
              <a:rPr lang="ru-RU" dirty="0" err="1"/>
              <a:t>трійці</a:t>
            </a:r>
            <a:r>
              <a:rPr lang="ru-RU" dirty="0"/>
              <a:t>» </a:t>
            </a:r>
            <a:r>
              <a:rPr lang="ru-RU" dirty="0" err="1"/>
              <a:t>свідчила</a:t>
            </a:r>
            <a:r>
              <a:rPr lang="ru-RU" dirty="0"/>
              <a:t> про</a:t>
            </a:r>
            <a:endParaRPr lang="uk-UA" dirty="0"/>
          </a:p>
        </p:txBody>
      </p:sp>
      <p:sp>
        <p:nvSpPr>
          <p:cNvPr id="8" name="Місце для вмісту 7">
            <a:extLst>
              <a:ext uri="{FF2B5EF4-FFF2-40B4-BE49-F238E27FC236}">
                <a16:creationId xmlns:a16="http://schemas.microsoft.com/office/drawing/2014/main" id="{E7E160AF-A219-9E26-14E1-6C993475965D}"/>
              </a:ext>
            </a:extLst>
          </p:cNvPr>
          <p:cNvSpPr>
            <a:spLocks noGrp="1"/>
          </p:cNvSpPr>
          <p:nvPr>
            <p:ph sz="half" idx="1"/>
          </p:nvPr>
        </p:nvSpPr>
        <p:spPr/>
        <p:txBody>
          <a:bodyPr/>
          <a:lstStyle/>
          <a:p>
            <a:endParaRPr lang="uk-UA"/>
          </a:p>
        </p:txBody>
      </p:sp>
      <p:graphicFrame>
        <p:nvGraphicFramePr>
          <p:cNvPr id="11" name="Місце для вмісту 10">
            <a:extLst>
              <a:ext uri="{FF2B5EF4-FFF2-40B4-BE49-F238E27FC236}">
                <a16:creationId xmlns:a16="http://schemas.microsoft.com/office/drawing/2014/main" id="{7CF7978E-4F6D-A181-1128-D2D7651AAD1D}"/>
              </a:ext>
            </a:extLst>
          </p:cNvPr>
          <p:cNvGraphicFramePr>
            <a:graphicFrameLocks noGrp="1"/>
          </p:cNvGraphicFramePr>
          <p:nvPr>
            <p:ph sz="half" idx="2"/>
            <p:extLst>
              <p:ext uri="{D42A27DB-BD31-4B8C-83A1-F6EECF244321}">
                <p14:modId xmlns:p14="http://schemas.microsoft.com/office/powerpoint/2010/main" val="3138165740"/>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9043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4CBFD0-196A-FB27-6156-0C1E3B920998}"/>
              </a:ext>
            </a:extLst>
          </p:cNvPr>
          <p:cNvSpPr>
            <a:spLocks noGrp="1"/>
          </p:cNvSpPr>
          <p:nvPr>
            <p:ph type="title"/>
          </p:nvPr>
        </p:nvSpPr>
        <p:spPr/>
        <p:txBody>
          <a:bodyPr/>
          <a:lstStyle/>
          <a:p>
            <a:r>
              <a:rPr lang="ru-RU" dirty="0"/>
              <a:t>У </a:t>
            </a:r>
            <a:r>
              <a:rPr lang="ru-RU" dirty="0" err="1"/>
              <a:t>доповідній</a:t>
            </a:r>
            <a:r>
              <a:rPr lang="ru-RU" dirty="0"/>
              <a:t> </a:t>
            </a:r>
            <a:r>
              <a:rPr lang="ru-RU" dirty="0" err="1"/>
              <a:t>записці</a:t>
            </a:r>
            <a:r>
              <a:rPr lang="ru-RU" dirty="0"/>
              <a:t> </a:t>
            </a:r>
            <a:r>
              <a:rPr lang="ru-RU" dirty="0" err="1"/>
              <a:t>царського</a:t>
            </a:r>
            <a:r>
              <a:rPr lang="ru-RU" dirty="0"/>
              <a:t> жандарма </a:t>
            </a:r>
            <a:r>
              <a:rPr lang="ru-RU" dirty="0" err="1"/>
              <a:t>ідеться</a:t>
            </a:r>
            <a:r>
              <a:rPr lang="ru-RU" dirty="0"/>
              <a:t> про </a:t>
            </a:r>
            <a:r>
              <a:rPr lang="ru-RU" dirty="0" err="1"/>
              <a:t>учасників</a:t>
            </a:r>
            <a:endParaRPr lang="uk-UA" dirty="0"/>
          </a:p>
        </p:txBody>
      </p:sp>
      <p:sp>
        <p:nvSpPr>
          <p:cNvPr id="3" name="Місце для вмісту 2">
            <a:extLst>
              <a:ext uri="{FF2B5EF4-FFF2-40B4-BE49-F238E27FC236}">
                <a16:creationId xmlns:a16="http://schemas.microsoft.com/office/drawing/2014/main" id="{3D5400EE-6F12-9863-CE90-9788CC99A57F}"/>
              </a:ext>
            </a:extLst>
          </p:cNvPr>
          <p:cNvSpPr>
            <a:spLocks noGrp="1"/>
          </p:cNvSpPr>
          <p:nvPr>
            <p:ph sz="half" idx="1"/>
          </p:nvPr>
        </p:nvSpPr>
        <p:spPr/>
        <p:txBody>
          <a:bodyPr>
            <a:normAutofit/>
          </a:bodyPr>
          <a:lstStyle/>
          <a:p>
            <a:r>
              <a:rPr lang="ru-RU" sz="2400" i="1" dirty="0"/>
              <a:t>«У </a:t>
            </a:r>
            <a:r>
              <a:rPr lang="ru-RU" sz="2400" i="1" dirty="0" err="1"/>
              <a:t>Києві</a:t>
            </a:r>
            <a:r>
              <a:rPr lang="ru-RU" sz="2400" i="1" dirty="0"/>
              <a:t> та в </a:t>
            </a:r>
            <a:r>
              <a:rPr lang="ru-RU" sz="2400" i="1" dirty="0" err="1"/>
              <a:t>Малоросії</a:t>
            </a:r>
            <a:r>
              <a:rPr lang="ru-RU" sz="2400" i="1" dirty="0"/>
              <a:t> </a:t>
            </a:r>
            <a:r>
              <a:rPr lang="ru-RU" sz="2400" i="1" dirty="0" err="1"/>
              <a:t>слов’янофільство</a:t>
            </a:r>
            <a:r>
              <a:rPr lang="ru-RU" sz="2400" i="1" dirty="0"/>
              <a:t> </a:t>
            </a:r>
            <a:r>
              <a:rPr lang="ru-RU" sz="2400" i="1" dirty="0" err="1"/>
              <a:t>перетворюється</a:t>
            </a:r>
            <a:r>
              <a:rPr lang="ru-RU" sz="2400" i="1" dirty="0"/>
              <a:t> в </a:t>
            </a:r>
            <a:r>
              <a:rPr lang="ru-RU" sz="2400" i="1" dirty="0" err="1"/>
              <a:t>українофільство</a:t>
            </a:r>
            <a:r>
              <a:rPr lang="ru-RU" sz="2400" i="1" dirty="0"/>
              <a:t>… </a:t>
            </a:r>
            <a:r>
              <a:rPr lang="ru-RU" sz="2400" i="1" dirty="0" err="1"/>
              <a:t>Причетні</a:t>
            </a:r>
            <a:r>
              <a:rPr lang="ru-RU" sz="2400" i="1" dirty="0"/>
              <a:t> до </a:t>
            </a:r>
            <a:r>
              <a:rPr lang="ru-RU" sz="2400" i="1" dirty="0" err="1"/>
              <a:t>справи</a:t>
            </a:r>
            <a:r>
              <a:rPr lang="ru-RU" sz="2400" i="1" dirty="0"/>
              <a:t>… художник.., </a:t>
            </a:r>
            <a:r>
              <a:rPr lang="ru-RU" sz="2400" i="1" dirty="0" err="1"/>
              <a:t>колишній</a:t>
            </a:r>
            <a:r>
              <a:rPr lang="ru-RU" sz="2400" i="1" dirty="0"/>
              <a:t> </a:t>
            </a:r>
            <a:r>
              <a:rPr lang="ru-RU" sz="2400" i="1" dirty="0" err="1"/>
              <a:t>вчитель</a:t>
            </a:r>
            <a:r>
              <a:rPr lang="ru-RU" sz="2400" i="1" dirty="0"/>
              <a:t>… </a:t>
            </a:r>
            <a:r>
              <a:rPr lang="ru-RU" sz="2400" i="1" dirty="0" err="1"/>
              <a:t>із</a:t>
            </a:r>
            <a:r>
              <a:rPr lang="ru-RU" sz="2400" i="1" dirty="0"/>
              <a:t> </a:t>
            </a:r>
            <a:r>
              <a:rPr lang="ru-RU" sz="2400" i="1" dirty="0" err="1"/>
              <a:t>захопленням</a:t>
            </a:r>
            <a:r>
              <a:rPr lang="ru-RU" sz="2400" i="1" dirty="0"/>
              <a:t> говорили про </a:t>
            </a:r>
            <a:r>
              <a:rPr lang="ru-RU" sz="2400" i="1" dirty="0" err="1"/>
              <a:t>колишню</a:t>
            </a:r>
            <a:r>
              <a:rPr lang="ru-RU" sz="2400" i="1" dirty="0"/>
              <a:t> </a:t>
            </a:r>
            <a:r>
              <a:rPr lang="ru-RU" sz="2400" i="1" dirty="0" err="1"/>
              <a:t>Малоросію</a:t>
            </a:r>
            <a:r>
              <a:rPr lang="ru-RU" sz="2400" i="1" dirty="0"/>
              <a:t>…»</a:t>
            </a:r>
            <a:endParaRPr lang="uk-UA" sz="2400" i="1" dirty="0"/>
          </a:p>
        </p:txBody>
      </p:sp>
      <p:graphicFrame>
        <p:nvGraphicFramePr>
          <p:cNvPr id="5" name="Місце для вмісту 4">
            <a:extLst>
              <a:ext uri="{FF2B5EF4-FFF2-40B4-BE49-F238E27FC236}">
                <a16:creationId xmlns:a16="http://schemas.microsoft.com/office/drawing/2014/main" id="{5B86193A-C399-716E-8769-AE187B3661B1}"/>
              </a:ext>
            </a:extLst>
          </p:cNvPr>
          <p:cNvGraphicFramePr>
            <a:graphicFrameLocks noGrp="1"/>
          </p:cNvGraphicFramePr>
          <p:nvPr>
            <p:ph sz="half" idx="2"/>
            <p:extLst>
              <p:ext uri="{D42A27DB-BD31-4B8C-83A1-F6EECF244321}">
                <p14:modId xmlns:p14="http://schemas.microsoft.com/office/powerpoint/2010/main" val="239829075"/>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2997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a:extLst>
              <a:ext uri="{FF2B5EF4-FFF2-40B4-BE49-F238E27FC236}">
                <a16:creationId xmlns:a16="http://schemas.microsoft.com/office/drawing/2014/main" id="{DDE8571A-50B0-9D3F-8D1D-6ABFD10FE88F}"/>
              </a:ext>
            </a:extLst>
          </p:cNvPr>
          <p:cNvSpPr>
            <a:spLocks noGrp="1"/>
          </p:cNvSpPr>
          <p:nvPr>
            <p:ph sz="half" idx="1"/>
          </p:nvPr>
        </p:nvSpPr>
        <p:spPr/>
        <p:txBody>
          <a:bodyPr>
            <a:normAutofit fontScale="92500" lnSpcReduction="10000"/>
          </a:bodyPr>
          <a:lstStyle/>
          <a:p>
            <a:pPr marL="342900" indent="-342900">
              <a:buFont typeface="+mj-lt"/>
              <a:buAutoNum type="arabicPeriod"/>
            </a:pPr>
            <a:r>
              <a:rPr lang="uk-UA" dirty="0"/>
              <a:t>заснування Кирило-Мефодіївського братства;</a:t>
            </a:r>
          </a:p>
          <a:p>
            <a:pPr marL="342900" indent="-342900">
              <a:buFont typeface="+mj-lt"/>
              <a:buAutoNum type="arabicPeriod"/>
            </a:pPr>
            <a:r>
              <a:rPr lang="uk-UA" dirty="0"/>
              <a:t>реформи Марії-Терезії та Йосифа ІІ в Австрійській імперії;</a:t>
            </a:r>
          </a:p>
          <a:p>
            <a:pPr marL="342900" indent="-342900">
              <a:buFont typeface="+mj-lt"/>
              <a:buAutoNum type="arabicPeriod"/>
            </a:pPr>
            <a:r>
              <a:rPr lang="uk-UA" dirty="0"/>
              <a:t>видання «Руською трійцею» альманаху «Русалка </a:t>
            </a:r>
            <a:r>
              <a:rPr lang="uk-UA" dirty="0" err="1"/>
              <a:t>Дністровая</a:t>
            </a:r>
            <a:r>
              <a:rPr lang="uk-UA" dirty="0"/>
              <a:t>»;</a:t>
            </a:r>
          </a:p>
          <a:p>
            <a:pPr marL="342900" indent="-342900">
              <a:buFont typeface="+mj-lt"/>
              <a:buAutoNum type="arabicPeriod"/>
            </a:pPr>
            <a:r>
              <a:rPr lang="uk-UA" dirty="0"/>
              <a:t>спорудження залізниці від Балти до Одеси;</a:t>
            </a:r>
          </a:p>
          <a:p>
            <a:pPr marL="342900" indent="-342900">
              <a:buFont typeface="+mj-lt"/>
              <a:buAutoNum type="arabicPeriod"/>
            </a:pPr>
            <a:r>
              <a:rPr lang="uk-UA" dirty="0"/>
              <a:t>утворення «Товариства об’єднаних слов’ян»;</a:t>
            </a:r>
          </a:p>
          <a:p>
            <a:pPr marL="342900" indent="-342900">
              <a:buFont typeface="+mj-lt"/>
              <a:buAutoNum type="arabicPeriod"/>
            </a:pPr>
            <a:r>
              <a:rPr lang="uk-UA" dirty="0"/>
              <a:t>скасування панщини на західноукраїнських землях;</a:t>
            </a:r>
          </a:p>
          <a:p>
            <a:pPr marL="342900" indent="-342900">
              <a:buFont typeface="+mj-lt"/>
              <a:buAutoNum type="arabicPeriod"/>
            </a:pPr>
            <a:r>
              <a:rPr lang="uk-UA" dirty="0"/>
              <a:t>упровадження на Наддніпрянській Україні єдиної системи початкової освіти.</a:t>
            </a:r>
          </a:p>
        </p:txBody>
      </p:sp>
      <p:graphicFrame>
        <p:nvGraphicFramePr>
          <p:cNvPr id="7" name="Місце для вмісту 6">
            <a:extLst>
              <a:ext uri="{FF2B5EF4-FFF2-40B4-BE49-F238E27FC236}">
                <a16:creationId xmlns:a16="http://schemas.microsoft.com/office/drawing/2014/main" id="{4B4266CD-000D-8541-F560-D6EA16C5DE78}"/>
              </a:ext>
            </a:extLst>
          </p:cNvPr>
          <p:cNvGraphicFramePr>
            <a:graphicFrameLocks noGrp="1"/>
          </p:cNvGraphicFramePr>
          <p:nvPr>
            <p:ph sz="half" idx="2"/>
            <p:extLst>
              <p:ext uri="{D42A27DB-BD31-4B8C-83A1-F6EECF244321}">
                <p14:modId xmlns:p14="http://schemas.microsoft.com/office/powerpoint/2010/main" val="1455317977"/>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Заголовок 5">
            <a:extLst>
              <a:ext uri="{FF2B5EF4-FFF2-40B4-BE49-F238E27FC236}">
                <a16:creationId xmlns:a16="http://schemas.microsoft.com/office/drawing/2014/main" id="{0D7EE82F-1956-7E84-7272-4D5C4252B174}"/>
              </a:ext>
            </a:extLst>
          </p:cNvPr>
          <p:cNvSpPr>
            <a:spLocks noGrp="1"/>
          </p:cNvSpPr>
          <p:nvPr>
            <p:ph type="title"/>
          </p:nvPr>
        </p:nvSpPr>
        <p:spPr/>
        <p:txBody>
          <a:bodyPr/>
          <a:lstStyle/>
          <a:p>
            <a:r>
              <a:rPr lang="ru-RU" dirty="0" err="1"/>
              <a:t>Які</a:t>
            </a:r>
            <a:r>
              <a:rPr lang="ru-RU" dirty="0"/>
              <a:t> з </a:t>
            </a:r>
            <a:r>
              <a:rPr lang="ru-RU" dirty="0" err="1"/>
              <a:t>наведених</a:t>
            </a:r>
            <a:r>
              <a:rPr lang="ru-RU" dirty="0"/>
              <a:t> </a:t>
            </a:r>
            <a:r>
              <a:rPr lang="ru-RU" dirty="0" err="1"/>
              <a:t>подій</a:t>
            </a:r>
            <a:r>
              <a:rPr lang="ru-RU" dirty="0"/>
              <a:t> </a:t>
            </a:r>
            <a:r>
              <a:rPr lang="ru-RU" dirty="0" err="1"/>
              <a:t>відбулися</a:t>
            </a:r>
            <a:r>
              <a:rPr lang="ru-RU" dirty="0"/>
              <a:t> </a:t>
            </a:r>
            <a:r>
              <a:rPr lang="ru-RU" dirty="0" err="1"/>
              <a:t>впродовж</a:t>
            </a:r>
            <a:r>
              <a:rPr lang="ru-RU" dirty="0"/>
              <a:t> </a:t>
            </a:r>
            <a:r>
              <a:rPr lang="ru-RU" dirty="0" err="1"/>
              <a:t>першої</a:t>
            </a:r>
            <a:r>
              <a:rPr lang="ru-RU" dirty="0"/>
              <a:t> </a:t>
            </a:r>
            <a:r>
              <a:rPr lang="ru-RU" dirty="0" err="1"/>
              <a:t>половини</a:t>
            </a:r>
            <a:r>
              <a:rPr lang="ru-RU" dirty="0"/>
              <a:t> ХІХ ст.?</a:t>
            </a:r>
            <a:endParaRPr lang="uk-UA" dirty="0"/>
          </a:p>
        </p:txBody>
      </p:sp>
    </p:spTree>
    <p:extLst>
      <p:ext uri="{BB962C8B-B14F-4D97-AF65-F5344CB8AC3E}">
        <p14:creationId xmlns:p14="http://schemas.microsoft.com/office/powerpoint/2010/main" val="980139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C2FA59-0649-8B9E-8FC7-44982DB1E0F4}"/>
              </a:ext>
            </a:extLst>
          </p:cNvPr>
          <p:cNvSpPr>
            <a:spLocks noGrp="1"/>
          </p:cNvSpPr>
          <p:nvPr>
            <p:ph type="title"/>
          </p:nvPr>
        </p:nvSpPr>
        <p:spPr/>
        <p:txBody>
          <a:bodyPr>
            <a:normAutofit fontScale="90000"/>
          </a:bodyPr>
          <a:lstStyle/>
          <a:p>
            <a:r>
              <a:rPr lang="ru-RU" dirty="0" err="1"/>
              <a:t>Програмові</a:t>
            </a:r>
            <a:r>
              <a:rPr lang="ru-RU" dirty="0"/>
              <a:t> </a:t>
            </a:r>
            <a:r>
              <a:rPr lang="ru-RU" dirty="0" err="1"/>
              <a:t>вимоги</a:t>
            </a:r>
            <a:r>
              <a:rPr lang="ru-RU" dirty="0"/>
              <a:t> </a:t>
            </a:r>
            <a:r>
              <a:rPr lang="ru-RU" dirty="0" err="1"/>
              <a:t>якої</a:t>
            </a:r>
            <a:r>
              <a:rPr lang="ru-RU" dirty="0"/>
              <a:t> </a:t>
            </a:r>
            <a:r>
              <a:rPr lang="ru-RU" dirty="0" err="1"/>
              <a:t>організації</a:t>
            </a:r>
            <a:r>
              <a:rPr lang="ru-RU" dirty="0"/>
              <a:t> </a:t>
            </a:r>
            <a:r>
              <a:rPr lang="ru-RU" dirty="0" err="1"/>
              <a:t>першої</a:t>
            </a:r>
            <a:r>
              <a:rPr lang="ru-RU" dirty="0"/>
              <a:t> </a:t>
            </a:r>
            <a:r>
              <a:rPr lang="ru-RU" dirty="0" err="1"/>
              <a:t>половини</a:t>
            </a:r>
            <a:r>
              <a:rPr lang="ru-RU" dirty="0"/>
              <a:t> ХІХ ст. </a:t>
            </a:r>
            <a:r>
              <a:rPr lang="ru-RU" dirty="0" err="1"/>
              <a:t>викладено</a:t>
            </a:r>
            <a:r>
              <a:rPr lang="ru-RU" dirty="0"/>
              <a:t> в </a:t>
            </a:r>
            <a:r>
              <a:rPr lang="ru-RU" dirty="0" err="1"/>
              <a:t>цитованому</a:t>
            </a:r>
            <a:r>
              <a:rPr lang="ru-RU" dirty="0"/>
              <a:t> </a:t>
            </a:r>
            <a:r>
              <a:rPr lang="ru-RU" dirty="0" err="1"/>
              <a:t>документі</a:t>
            </a:r>
            <a:r>
              <a:rPr lang="ru-RU" dirty="0"/>
              <a:t>:</a:t>
            </a:r>
            <a:endParaRPr lang="uk-UA" dirty="0"/>
          </a:p>
        </p:txBody>
      </p:sp>
      <p:sp>
        <p:nvSpPr>
          <p:cNvPr id="3" name="Місце для вмісту 2">
            <a:extLst>
              <a:ext uri="{FF2B5EF4-FFF2-40B4-BE49-F238E27FC236}">
                <a16:creationId xmlns:a16="http://schemas.microsoft.com/office/drawing/2014/main" id="{6C672918-DE0F-5F8D-4219-B95606AB9E8D}"/>
              </a:ext>
            </a:extLst>
          </p:cNvPr>
          <p:cNvSpPr>
            <a:spLocks noGrp="1"/>
          </p:cNvSpPr>
          <p:nvPr>
            <p:ph sz="half" idx="1"/>
          </p:nvPr>
        </p:nvSpPr>
        <p:spPr/>
        <p:txBody>
          <a:bodyPr/>
          <a:lstStyle/>
          <a:p>
            <a:r>
              <a:rPr lang="uk-UA" i="1" dirty="0"/>
              <a:t>«Україна повинна була стати “непідлеглою в союзі слов'янськім”, а сам цей союз міг бути створений лише за умов ліквідації кріпацтва, “повної свободи й автономії </a:t>
            </a:r>
            <a:r>
              <a:rPr lang="uk-UA" i="1" dirty="0" err="1"/>
              <a:t>народностей</a:t>
            </a:r>
            <a:r>
              <a:rPr lang="uk-UA" i="1" dirty="0"/>
              <a:t>”. Очолювати федерацію, осередком якої мав стати Київ, повинен був сейм і президент. Для усіх народів передбачалися загальне виборче право, свобода совісті, освіта рідною мовою...»</a:t>
            </a:r>
          </a:p>
          <a:p>
            <a:endParaRPr lang="uk-UA" i="1" dirty="0"/>
          </a:p>
        </p:txBody>
      </p:sp>
      <p:graphicFrame>
        <p:nvGraphicFramePr>
          <p:cNvPr id="5" name="Місце для вмісту 4">
            <a:extLst>
              <a:ext uri="{FF2B5EF4-FFF2-40B4-BE49-F238E27FC236}">
                <a16:creationId xmlns:a16="http://schemas.microsoft.com/office/drawing/2014/main" id="{E8032568-E62E-D265-91EC-C7F670373C31}"/>
              </a:ext>
            </a:extLst>
          </p:cNvPr>
          <p:cNvGraphicFramePr>
            <a:graphicFrameLocks noGrp="1"/>
          </p:cNvGraphicFramePr>
          <p:nvPr>
            <p:ph sz="half" idx="2"/>
            <p:extLst>
              <p:ext uri="{D42A27DB-BD31-4B8C-83A1-F6EECF244321}">
                <p14:modId xmlns:p14="http://schemas.microsoft.com/office/powerpoint/2010/main" val="366131254"/>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9603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6F8B0D-D8FF-542C-8D96-769E31B89AAA}"/>
              </a:ext>
            </a:extLst>
          </p:cNvPr>
          <p:cNvSpPr>
            <a:spLocks noGrp="1"/>
          </p:cNvSpPr>
          <p:nvPr>
            <p:ph type="title"/>
          </p:nvPr>
        </p:nvSpPr>
        <p:spPr/>
        <p:txBody>
          <a:bodyPr>
            <a:normAutofit fontScale="90000"/>
          </a:bodyPr>
          <a:lstStyle/>
          <a:p>
            <a:r>
              <a:rPr lang="ru-RU" dirty="0" err="1"/>
              <a:t>Укажіть</a:t>
            </a:r>
            <a:r>
              <a:rPr lang="ru-RU" dirty="0"/>
              <a:t> </a:t>
            </a:r>
            <a:r>
              <a:rPr lang="ru-RU" dirty="0" err="1"/>
              <a:t>форми</a:t>
            </a:r>
            <a:r>
              <a:rPr lang="ru-RU" dirty="0"/>
              <a:t> протесту селян </a:t>
            </a:r>
            <a:r>
              <a:rPr lang="ru-RU" dirty="0" err="1"/>
              <a:t>Наддніпрянської</a:t>
            </a:r>
            <a:r>
              <a:rPr lang="ru-RU" dirty="0"/>
              <a:t> </a:t>
            </a:r>
            <a:r>
              <a:rPr lang="ru-RU" dirty="0" err="1"/>
              <a:t>України</a:t>
            </a:r>
            <a:r>
              <a:rPr lang="ru-RU" dirty="0"/>
              <a:t> </a:t>
            </a:r>
            <a:r>
              <a:rPr lang="ru-RU" dirty="0" err="1"/>
              <a:t>проти</a:t>
            </a:r>
            <a:r>
              <a:rPr lang="ru-RU" dirty="0"/>
              <a:t> </a:t>
            </a:r>
            <a:r>
              <a:rPr lang="ru-RU" dirty="0" err="1"/>
              <a:t>соціального</a:t>
            </a:r>
            <a:r>
              <a:rPr lang="ru-RU" dirty="0"/>
              <a:t> </a:t>
            </a:r>
            <a:r>
              <a:rPr lang="ru-RU" dirty="0" err="1"/>
              <a:t>гноблення</a:t>
            </a:r>
            <a:r>
              <a:rPr lang="ru-RU" dirty="0"/>
              <a:t> в </a:t>
            </a:r>
            <a:r>
              <a:rPr lang="ru-RU" dirty="0" err="1"/>
              <a:t>першій</a:t>
            </a:r>
            <a:r>
              <a:rPr lang="ru-RU" dirty="0"/>
              <a:t> </a:t>
            </a:r>
            <a:r>
              <a:rPr lang="ru-RU" dirty="0" err="1"/>
              <a:t>половині</a:t>
            </a:r>
            <a:r>
              <a:rPr lang="ru-RU" dirty="0"/>
              <a:t> XIX ст.</a:t>
            </a:r>
            <a:endParaRPr lang="uk-UA" dirty="0"/>
          </a:p>
        </p:txBody>
      </p:sp>
      <p:graphicFrame>
        <p:nvGraphicFramePr>
          <p:cNvPr id="9" name="Місце для вмісту 8">
            <a:extLst>
              <a:ext uri="{FF2B5EF4-FFF2-40B4-BE49-F238E27FC236}">
                <a16:creationId xmlns:a16="http://schemas.microsoft.com/office/drawing/2014/main" id="{77355993-0C01-E57D-34AA-2603390D16D4}"/>
              </a:ext>
            </a:extLst>
          </p:cNvPr>
          <p:cNvGraphicFramePr>
            <a:graphicFrameLocks noGrp="1"/>
          </p:cNvGraphicFramePr>
          <p:nvPr>
            <p:ph sz="half" idx="1"/>
            <p:extLst>
              <p:ext uri="{D42A27DB-BD31-4B8C-83A1-F6EECF244321}">
                <p14:modId xmlns:p14="http://schemas.microsoft.com/office/powerpoint/2010/main" val="3891854138"/>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BDB5C4AE-D135-FB99-F9BF-B5FB50E79739}"/>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705741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6D5786-BCA6-52F9-64ED-8234EDF9539E}"/>
              </a:ext>
            </a:extLst>
          </p:cNvPr>
          <p:cNvSpPr>
            <a:spLocks noGrp="1"/>
          </p:cNvSpPr>
          <p:nvPr>
            <p:ph type="title"/>
          </p:nvPr>
        </p:nvSpPr>
        <p:spPr/>
        <p:txBody>
          <a:bodyPr>
            <a:normAutofit fontScale="90000"/>
          </a:bodyPr>
          <a:lstStyle/>
          <a:p>
            <a:r>
              <a:rPr lang="ru-RU" dirty="0"/>
              <a:t>Яка форма </a:t>
            </a:r>
            <a:r>
              <a:rPr lang="ru-RU" dirty="0" err="1"/>
              <a:t>соціального</a:t>
            </a:r>
            <a:r>
              <a:rPr lang="ru-RU" dirty="0"/>
              <a:t> протесту </a:t>
            </a:r>
            <a:r>
              <a:rPr lang="ru-RU" dirty="0" err="1"/>
              <a:t>населення</a:t>
            </a:r>
            <a:r>
              <a:rPr lang="ru-RU" dirty="0"/>
              <a:t> мала </a:t>
            </a:r>
            <a:r>
              <a:rPr lang="ru-RU" dirty="0" err="1"/>
              <a:t>поширення</a:t>
            </a:r>
            <a:r>
              <a:rPr lang="ru-RU" dirty="0"/>
              <a:t> на </a:t>
            </a:r>
            <a:r>
              <a:rPr lang="ru-RU" dirty="0" err="1"/>
              <a:t>українських</a:t>
            </a:r>
            <a:r>
              <a:rPr lang="ru-RU" dirty="0"/>
              <a:t> землях у </a:t>
            </a:r>
            <a:r>
              <a:rPr lang="ru-RU" dirty="0" err="1"/>
              <a:t>першій</a:t>
            </a:r>
            <a:r>
              <a:rPr lang="ru-RU" dirty="0"/>
              <a:t> </a:t>
            </a:r>
            <a:r>
              <a:rPr lang="ru-RU" dirty="0" err="1"/>
              <a:t>половині</a:t>
            </a:r>
            <a:r>
              <a:rPr lang="ru-RU" dirty="0"/>
              <a:t> ХІХ ст.?</a:t>
            </a:r>
            <a:endParaRPr lang="uk-UA" dirty="0"/>
          </a:p>
        </p:txBody>
      </p:sp>
      <p:graphicFrame>
        <p:nvGraphicFramePr>
          <p:cNvPr id="5" name="Місце для вмісту 4">
            <a:extLst>
              <a:ext uri="{FF2B5EF4-FFF2-40B4-BE49-F238E27FC236}">
                <a16:creationId xmlns:a16="http://schemas.microsoft.com/office/drawing/2014/main" id="{2311F151-AF74-76F1-67B6-B93B7BA462E6}"/>
              </a:ext>
            </a:extLst>
          </p:cNvPr>
          <p:cNvGraphicFramePr>
            <a:graphicFrameLocks noGrp="1"/>
          </p:cNvGraphicFramePr>
          <p:nvPr>
            <p:ph sz="half" idx="1"/>
            <p:extLst>
              <p:ext uri="{D42A27DB-BD31-4B8C-83A1-F6EECF244321}">
                <p14:modId xmlns:p14="http://schemas.microsoft.com/office/powerpoint/2010/main" val="49398030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20F5D319-5F05-F4BB-7FAC-6502D22C5398}"/>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718198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43AECC-1011-F6DC-7743-C2806705A3ED}"/>
              </a:ext>
            </a:extLst>
          </p:cNvPr>
          <p:cNvSpPr>
            <a:spLocks noGrp="1"/>
          </p:cNvSpPr>
          <p:nvPr>
            <p:ph type="title"/>
          </p:nvPr>
        </p:nvSpPr>
        <p:spPr/>
        <p:txBody>
          <a:bodyPr/>
          <a:lstStyle/>
          <a:p>
            <a:r>
              <a:rPr lang="ru-RU" dirty="0"/>
              <a:t>Яка </a:t>
            </a:r>
            <a:r>
              <a:rPr lang="ru-RU" dirty="0" err="1"/>
              <a:t>подія</a:t>
            </a:r>
            <a:r>
              <a:rPr lang="ru-RU" dirty="0"/>
              <a:t> дала </a:t>
            </a:r>
            <a:r>
              <a:rPr lang="ru-RU" dirty="0" err="1"/>
              <a:t>поштовх</a:t>
            </a:r>
            <a:r>
              <a:rPr lang="ru-RU" dirty="0"/>
              <a:t> до </a:t>
            </a:r>
            <a:r>
              <a:rPr lang="ru-RU" dirty="0" err="1"/>
              <a:t>створення</a:t>
            </a:r>
            <a:r>
              <a:rPr lang="ru-RU" dirty="0"/>
              <a:t> </a:t>
            </a:r>
            <a:r>
              <a:rPr lang="ru-RU" dirty="0" err="1"/>
              <a:t>Головної</a:t>
            </a:r>
            <a:r>
              <a:rPr lang="ru-RU" dirty="0"/>
              <a:t> </a:t>
            </a:r>
            <a:r>
              <a:rPr lang="ru-RU" dirty="0" err="1"/>
              <a:t>руської</a:t>
            </a:r>
            <a:r>
              <a:rPr lang="ru-RU" dirty="0"/>
              <a:t> ради?</a:t>
            </a:r>
            <a:endParaRPr lang="uk-UA" dirty="0"/>
          </a:p>
        </p:txBody>
      </p:sp>
      <p:graphicFrame>
        <p:nvGraphicFramePr>
          <p:cNvPr id="5" name="Місце для вмісту 4">
            <a:extLst>
              <a:ext uri="{FF2B5EF4-FFF2-40B4-BE49-F238E27FC236}">
                <a16:creationId xmlns:a16="http://schemas.microsoft.com/office/drawing/2014/main" id="{8CA68E93-3A7A-35A1-C627-2A43849F3E9E}"/>
              </a:ext>
            </a:extLst>
          </p:cNvPr>
          <p:cNvGraphicFramePr>
            <a:graphicFrameLocks noGrp="1"/>
          </p:cNvGraphicFramePr>
          <p:nvPr>
            <p:ph sz="half" idx="1"/>
            <p:extLst>
              <p:ext uri="{D42A27DB-BD31-4B8C-83A1-F6EECF244321}">
                <p14:modId xmlns:p14="http://schemas.microsoft.com/office/powerpoint/2010/main" val="3416365364"/>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вмісту 3">
            <a:extLst>
              <a:ext uri="{FF2B5EF4-FFF2-40B4-BE49-F238E27FC236}">
                <a16:creationId xmlns:a16="http://schemas.microsoft.com/office/drawing/2014/main" id="{AB07D2EC-E667-041C-786F-EA7B9EACAC00}"/>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572106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FAB64-A0AF-8D03-C1E5-60310D406D2C}"/>
              </a:ext>
            </a:extLst>
          </p:cNvPr>
          <p:cNvSpPr>
            <a:spLocks noGrp="1"/>
          </p:cNvSpPr>
          <p:nvPr>
            <p:ph type="title"/>
          </p:nvPr>
        </p:nvSpPr>
        <p:spPr/>
        <p:txBody>
          <a:bodyPr>
            <a:normAutofit fontScale="90000"/>
          </a:bodyPr>
          <a:lstStyle/>
          <a:p>
            <a:r>
              <a:rPr lang="uk-UA" dirty="0"/>
              <a:t>Вагомим прикладом активної суспільної діяльності Головної руської ради (ГРР) підчас революції 1848-1849 рр. в Австрійській імперії є</a:t>
            </a:r>
          </a:p>
        </p:txBody>
      </p:sp>
      <p:graphicFrame>
        <p:nvGraphicFramePr>
          <p:cNvPr id="7" name="Місце для вмісту 6">
            <a:extLst>
              <a:ext uri="{FF2B5EF4-FFF2-40B4-BE49-F238E27FC236}">
                <a16:creationId xmlns:a16="http://schemas.microsoft.com/office/drawing/2014/main" id="{0CA0BB3D-26C7-D958-EE52-FDAAC3A2B8F4}"/>
              </a:ext>
            </a:extLst>
          </p:cNvPr>
          <p:cNvGraphicFramePr>
            <a:graphicFrameLocks noGrp="1"/>
          </p:cNvGraphicFramePr>
          <p:nvPr>
            <p:ph sz="half" idx="1"/>
            <p:extLst>
              <p:ext uri="{D42A27DB-BD31-4B8C-83A1-F6EECF244321}">
                <p14:modId xmlns:p14="http://schemas.microsoft.com/office/powerpoint/2010/main" val="384561756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вмісту 3">
            <a:extLst>
              <a:ext uri="{FF2B5EF4-FFF2-40B4-BE49-F238E27FC236}">
                <a16:creationId xmlns:a16="http://schemas.microsoft.com/office/drawing/2014/main" id="{CDF5CCA5-0FEF-2A1A-7889-968EC6AB4216}"/>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912106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2932E8-078C-7852-2E62-DDC7FAB35A7B}"/>
              </a:ext>
            </a:extLst>
          </p:cNvPr>
          <p:cNvSpPr>
            <a:spLocks noGrp="1"/>
          </p:cNvSpPr>
          <p:nvPr>
            <p:ph type="title"/>
          </p:nvPr>
        </p:nvSpPr>
        <p:spPr/>
        <p:txBody>
          <a:bodyPr/>
          <a:lstStyle/>
          <a:p>
            <a:r>
              <a:rPr lang="ru-RU" dirty="0"/>
              <a:t>Про </a:t>
            </a:r>
            <a:r>
              <a:rPr lang="ru-RU" dirty="0" err="1"/>
              <a:t>якого</a:t>
            </a:r>
            <a:r>
              <a:rPr lang="ru-RU" dirty="0"/>
              <a:t> </a:t>
            </a:r>
            <a:r>
              <a:rPr lang="ru-RU" dirty="0" err="1"/>
              <a:t>діяча</a:t>
            </a:r>
            <a:r>
              <a:rPr lang="ru-RU" dirty="0"/>
              <a:t> </a:t>
            </a:r>
            <a:r>
              <a:rPr lang="ru-RU" dirty="0" err="1"/>
              <a:t>йдеться</a:t>
            </a:r>
            <a:r>
              <a:rPr lang="ru-RU" dirty="0"/>
              <a:t> в </a:t>
            </a:r>
            <a:r>
              <a:rPr lang="ru-RU" dirty="0" err="1"/>
              <a:t>доповідній</a:t>
            </a:r>
            <a:r>
              <a:rPr lang="ru-RU" dirty="0"/>
              <a:t> </a:t>
            </a:r>
            <a:r>
              <a:rPr lang="ru-RU" dirty="0" err="1"/>
              <a:t>записці</a:t>
            </a:r>
            <a:r>
              <a:rPr lang="ru-RU" dirty="0"/>
              <a:t>, </a:t>
            </a:r>
            <a:r>
              <a:rPr lang="ru-RU" dirty="0" err="1"/>
              <a:t>адресованій</a:t>
            </a:r>
            <a:r>
              <a:rPr lang="ru-RU" dirty="0"/>
              <a:t> королю </a:t>
            </a:r>
            <a:r>
              <a:rPr lang="ru-RU" dirty="0" err="1"/>
              <a:t>Прусії</a:t>
            </a:r>
            <a:r>
              <a:rPr lang="ru-RU" dirty="0"/>
              <a:t>?</a:t>
            </a:r>
            <a:endParaRPr lang="uk-UA" dirty="0"/>
          </a:p>
        </p:txBody>
      </p:sp>
      <p:sp>
        <p:nvSpPr>
          <p:cNvPr id="3" name="Місце для вмісту 2">
            <a:extLst>
              <a:ext uri="{FF2B5EF4-FFF2-40B4-BE49-F238E27FC236}">
                <a16:creationId xmlns:a16="http://schemas.microsoft.com/office/drawing/2014/main" id="{4D75CB0C-02DA-2787-AE1A-BF61F19B1C95}"/>
              </a:ext>
            </a:extLst>
          </p:cNvPr>
          <p:cNvSpPr>
            <a:spLocks noGrp="1"/>
          </p:cNvSpPr>
          <p:nvPr>
            <p:ph sz="half" idx="1"/>
          </p:nvPr>
        </p:nvSpPr>
        <p:spPr/>
        <p:txBody>
          <a:bodyPr/>
          <a:lstStyle/>
          <a:p>
            <a:r>
              <a:rPr lang="uk-UA" i="1" dirty="0"/>
              <a:t>«Вважаю своїм обов’язком доповісти Вашій Величності, що до мене таємно прибув дворянин із Малоросії, який твердить, що його послали мешканці цієї країни, які доведені до крайнього відчаю російською тиранією. Він хотів би знати, чи на випадок війни вони зможуть сподіватися на протекцію Вашої Величності — в такому випадку вони спробують скинути російське ярмо…»</a:t>
            </a:r>
          </a:p>
        </p:txBody>
      </p:sp>
      <p:graphicFrame>
        <p:nvGraphicFramePr>
          <p:cNvPr id="5" name="Місце для вмісту 4">
            <a:extLst>
              <a:ext uri="{FF2B5EF4-FFF2-40B4-BE49-F238E27FC236}">
                <a16:creationId xmlns:a16="http://schemas.microsoft.com/office/drawing/2014/main" id="{F1650339-BD55-54EC-E73C-2AFC7FAD61DB}"/>
              </a:ext>
            </a:extLst>
          </p:cNvPr>
          <p:cNvGraphicFramePr>
            <a:graphicFrameLocks noGrp="1"/>
          </p:cNvGraphicFramePr>
          <p:nvPr>
            <p:ph sz="half" idx="2"/>
            <p:extLst>
              <p:ext uri="{D42A27DB-BD31-4B8C-83A1-F6EECF244321}">
                <p14:modId xmlns:p14="http://schemas.microsoft.com/office/powerpoint/2010/main" val="2619318074"/>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2519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E10024-ADF6-F0EF-9F00-B4523E48033E}"/>
              </a:ext>
            </a:extLst>
          </p:cNvPr>
          <p:cNvSpPr>
            <a:spLocks noGrp="1"/>
          </p:cNvSpPr>
          <p:nvPr>
            <p:ph type="title"/>
          </p:nvPr>
        </p:nvSpPr>
        <p:spPr/>
        <p:txBody>
          <a:bodyPr>
            <a:normAutofit fontScale="90000"/>
          </a:bodyPr>
          <a:lstStyle/>
          <a:p>
            <a:r>
              <a:rPr lang="ru-RU" dirty="0" err="1"/>
              <a:t>Позицію</a:t>
            </a:r>
            <a:r>
              <a:rPr lang="ru-RU" dirty="0"/>
              <a:t> </a:t>
            </a:r>
            <a:r>
              <a:rPr lang="ru-RU" dirty="0" err="1"/>
              <a:t>якого</a:t>
            </a:r>
            <a:r>
              <a:rPr lang="ru-RU" dirty="0"/>
              <a:t> </a:t>
            </a:r>
            <a:r>
              <a:rPr lang="ru-RU" dirty="0" err="1"/>
              <a:t>діяча</a:t>
            </a:r>
            <a:r>
              <a:rPr lang="ru-RU" dirty="0"/>
              <a:t> </a:t>
            </a:r>
            <a:r>
              <a:rPr lang="ru-RU" dirty="0" err="1"/>
              <a:t>українського</a:t>
            </a:r>
            <a:r>
              <a:rPr lang="ru-RU" dirty="0"/>
              <a:t> </a:t>
            </a:r>
            <a:r>
              <a:rPr lang="ru-RU" dirty="0" err="1"/>
              <a:t>національного</a:t>
            </a:r>
            <a:r>
              <a:rPr lang="ru-RU" dirty="0"/>
              <a:t> </a:t>
            </a:r>
            <a:r>
              <a:rPr lang="ru-RU" dirty="0" err="1"/>
              <a:t>відродження</a:t>
            </a:r>
            <a:r>
              <a:rPr lang="ru-RU" dirty="0"/>
              <a:t> </a:t>
            </a:r>
            <a:r>
              <a:rPr lang="ru-RU" dirty="0" err="1"/>
              <a:t>відображено</a:t>
            </a:r>
            <a:r>
              <a:rPr lang="ru-RU" dirty="0"/>
              <a:t> у </a:t>
            </a:r>
            <a:r>
              <a:rPr lang="ru-RU" dirty="0" err="1"/>
              <a:t>висловлюванні</a:t>
            </a:r>
            <a:r>
              <a:rPr lang="ru-RU" dirty="0"/>
              <a:t>:</a:t>
            </a:r>
            <a:endParaRPr lang="uk-UA" dirty="0"/>
          </a:p>
        </p:txBody>
      </p:sp>
      <p:sp>
        <p:nvSpPr>
          <p:cNvPr id="3" name="Місце для вмісту 2">
            <a:extLst>
              <a:ext uri="{FF2B5EF4-FFF2-40B4-BE49-F238E27FC236}">
                <a16:creationId xmlns:a16="http://schemas.microsoft.com/office/drawing/2014/main" id="{82DD72FB-19B3-5F31-3901-6B0DA7A1B70D}"/>
              </a:ext>
            </a:extLst>
          </p:cNvPr>
          <p:cNvSpPr>
            <a:spLocks noGrp="1"/>
          </p:cNvSpPr>
          <p:nvPr>
            <p:ph sz="half" idx="1"/>
          </p:nvPr>
        </p:nvSpPr>
        <p:spPr/>
        <p:txBody>
          <a:bodyPr/>
          <a:lstStyle/>
          <a:p>
            <a:r>
              <a:rPr lang="ru-RU" i="1" dirty="0"/>
              <a:t>«</a:t>
            </a:r>
            <a:r>
              <a:rPr lang="ru-RU" i="1" dirty="0" err="1"/>
              <a:t>Повинність</a:t>
            </a:r>
            <a:r>
              <a:rPr lang="ru-RU" i="1" dirty="0"/>
              <a:t> і </a:t>
            </a:r>
            <a:r>
              <a:rPr lang="ru-RU" i="1" dirty="0" err="1"/>
              <a:t>обов’язок</a:t>
            </a:r>
            <a:r>
              <a:rPr lang="ru-RU" i="1" dirty="0"/>
              <a:t> </a:t>
            </a:r>
            <a:r>
              <a:rPr lang="ru-RU" i="1" dirty="0" err="1"/>
              <a:t>вселяють</a:t>
            </a:r>
            <a:r>
              <a:rPr lang="ru-RU" i="1" dirty="0"/>
              <a:t> всякому </a:t>
            </a:r>
            <a:r>
              <a:rPr lang="ru-RU" i="1" dirty="0" err="1"/>
              <a:t>любов</a:t>
            </a:r>
            <a:r>
              <a:rPr lang="ru-RU" i="1" dirty="0"/>
              <a:t> до </a:t>
            </a:r>
            <a:r>
              <a:rPr lang="ru-RU" i="1" dirty="0" err="1"/>
              <a:t>Батьківщини</a:t>
            </a:r>
            <a:r>
              <a:rPr lang="ru-RU" i="1" dirty="0"/>
              <a:t>. Я також </a:t>
            </a:r>
            <a:r>
              <a:rPr lang="ru-RU" i="1" dirty="0" err="1"/>
              <a:t>син</a:t>
            </a:r>
            <a:r>
              <a:rPr lang="ru-RU" i="1" dirty="0"/>
              <a:t> </a:t>
            </a:r>
            <a:r>
              <a:rPr lang="ru-RU" i="1" dirty="0" err="1"/>
              <a:t>Росії</a:t>
            </a:r>
            <a:r>
              <a:rPr lang="ru-RU" i="1" dirty="0"/>
              <a:t> і хочу </a:t>
            </a:r>
            <a:r>
              <a:rPr lang="ru-RU" i="1" dirty="0" err="1"/>
              <a:t>воювати</a:t>
            </a:r>
            <a:r>
              <a:rPr lang="ru-RU" i="1" dirty="0"/>
              <a:t> </a:t>
            </a:r>
            <a:r>
              <a:rPr lang="ru-RU" i="1" dirty="0" err="1"/>
              <a:t>проти</a:t>
            </a:r>
            <a:r>
              <a:rPr lang="ru-RU" i="1" dirty="0"/>
              <a:t> </a:t>
            </a:r>
            <a:r>
              <a:rPr lang="ru-RU" i="1" dirty="0" err="1"/>
              <a:t>французів</a:t>
            </a:r>
            <a:r>
              <a:rPr lang="ru-RU" i="1" dirty="0"/>
              <a:t> і бути </a:t>
            </a:r>
            <a:r>
              <a:rPr lang="ru-RU" i="1" dirty="0" err="1"/>
              <a:t>співучасником</a:t>
            </a:r>
            <a:r>
              <a:rPr lang="ru-RU" i="1" dirty="0"/>
              <a:t> </a:t>
            </a:r>
            <a:r>
              <a:rPr lang="ru-RU" i="1" dirty="0" err="1"/>
              <a:t>Полтавського</a:t>
            </a:r>
            <a:r>
              <a:rPr lang="ru-RU" i="1" dirty="0"/>
              <a:t> </a:t>
            </a:r>
            <a:r>
              <a:rPr lang="ru-RU" i="1" dirty="0" err="1"/>
              <a:t>козацького</a:t>
            </a:r>
            <a:r>
              <a:rPr lang="ru-RU" i="1" dirty="0"/>
              <a:t> полку...»?</a:t>
            </a:r>
            <a:endParaRPr lang="uk-UA" i="1" dirty="0"/>
          </a:p>
        </p:txBody>
      </p:sp>
      <p:graphicFrame>
        <p:nvGraphicFramePr>
          <p:cNvPr id="5" name="Місце для вмісту 4">
            <a:extLst>
              <a:ext uri="{FF2B5EF4-FFF2-40B4-BE49-F238E27FC236}">
                <a16:creationId xmlns:a16="http://schemas.microsoft.com/office/drawing/2014/main" id="{4F60ADC0-9E5C-496D-A220-A59E583AF8DF}"/>
              </a:ext>
            </a:extLst>
          </p:cNvPr>
          <p:cNvGraphicFramePr>
            <a:graphicFrameLocks noGrp="1"/>
          </p:cNvGraphicFramePr>
          <p:nvPr>
            <p:ph sz="half" idx="2"/>
            <p:extLst>
              <p:ext uri="{D42A27DB-BD31-4B8C-83A1-F6EECF244321}">
                <p14:modId xmlns:p14="http://schemas.microsoft.com/office/powerpoint/2010/main" val="86373004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0940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AA05F4-FE0F-B766-18C6-0B2B510D3591}"/>
              </a:ext>
            </a:extLst>
          </p:cNvPr>
          <p:cNvSpPr>
            <a:spLocks noGrp="1"/>
          </p:cNvSpPr>
          <p:nvPr>
            <p:ph type="title"/>
          </p:nvPr>
        </p:nvSpPr>
        <p:spPr/>
        <p:txBody>
          <a:bodyPr/>
          <a:lstStyle/>
          <a:p>
            <a:r>
              <a:rPr lang="ru-RU" dirty="0" err="1"/>
              <a:t>Укажіть</a:t>
            </a:r>
            <a:r>
              <a:rPr lang="ru-RU" dirty="0"/>
              <a:t> </a:t>
            </a:r>
            <a:r>
              <a:rPr lang="ru-RU" dirty="0" err="1"/>
              <a:t>прізвище</a:t>
            </a:r>
            <a:r>
              <a:rPr lang="ru-RU" dirty="0"/>
              <a:t> </a:t>
            </a:r>
            <a:r>
              <a:rPr lang="ru-RU" dirty="0" err="1"/>
              <a:t>діяча</a:t>
            </a:r>
            <a:r>
              <a:rPr lang="ru-RU" dirty="0"/>
              <a:t>, </a:t>
            </a:r>
            <a:r>
              <a:rPr lang="ru-RU" dirty="0" err="1"/>
              <a:t>якого</a:t>
            </a:r>
            <a:r>
              <a:rPr lang="ru-RU" dirty="0"/>
              <a:t> </a:t>
            </a:r>
            <a:r>
              <a:rPr lang="ru-RU" dirty="0" err="1"/>
              <a:t>стосуються</a:t>
            </a:r>
            <a:r>
              <a:rPr lang="ru-RU" dirty="0"/>
              <a:t> </a:t>
            </a:r>
            <a:r>
              <a:rPr lang="ru-RU" dirty="0" err="1"/>
              <a:t>такі</a:t>
            </a:r>
            <a:r>
              <a:rPr lang="ru-RU" dirty="0"/>
              <a:t> </a:t>
            </a:r>
            <a:r>
              <a:rPr lang="ru-RU" dirty="0" err="1"/>
              <a:t>факти</a:t>
            </a:r>
            <a:r>
              <a:rPr lang="ru-RU" dirty="0"/>
              <a:t> </a:t>
            </a:r>
            <a:r>
              <a:rPr lang="ru-RU" dirty="0" err="1"/>
              <a:t>біографії</a:t>
            </a:r>
            <a:r>
              <a:rPr lang="ru-RU" dirty="0"/>
              <a:t>:</a:t>
            </a:r>
            <a:endParaRPr lang="uk-UA" dirty="0"/>
          </a:p>
        </p:txBody>
      </p:sp>
      <p:sp>
        <p:nvSpPr>
          <p:cNvPr id="3" name="Місце для вмісту 2">
            <a:extLst>
              <a:ext uri="{FF2B5EF4-FFF2-40B4-BE49-F238E27FC236}">
                <a16:creationId xmlns:a16="http://schemas.microsoft.com/office/drawing/2014/main" id="{37950E7F-56ED-39D1-E9A3-DA54F7D0101D}"/>
              </a:ext>
            </a:extLst>
          </p:cNvPr>
          <p:cNvSpPr>
            <a:spLocks noGrp="1"/>
          </p:cNvSpPr>
          <p:nvPr>
            <p:ph sz="half" idx="1"/>
          </p:nvPr>
        </p:nvSpPr>
        <p:spPr/>
        <p:txBody>
          <a:bodyPr/>
          <a:lstStyle/>
          <a:p>
            <a:r>
              <a:rPr lang="ru-RU" i="1" dirty="0"/>
              <a:t>“1812 р. </a:t>
            </a:r>
            <a:r>
              <a:rPr lang="ru-RU" i="1" dirty="0" err="1"/>
              <a:t>під</a:t>
            </a:r>
            <a:r>
              <a:rPr lang="ru-RU" i="1" dirty="0"/>
              <a:t> час </a:t>
            </a:r>
            <a:r>
              <a:rPr lang="ru-RU" i="1" dirty="0" err="1"/>
              <a:t>російсько-французької</a:t>
            </a:r>
            <a:r>
              <a:rPr lang="ru-RU" i="1" dirty="0"/>
              <a:t> </a:t>
            </a:r>
            <a:r>
              <a:rPr lang="ru-RU" i="1" dirty="0" err="1"/>
              <a:t>війни</a:t>
            </a:r>
            <a:r>
              <a:rPr lang="ru-RU" i="1" dirty="0"/>
              <a:t>, з </a:t>
            </a:r>
            <a:r>
              <a:rPr lang="ru-RU" i="1" dirty="0" err="1"/>
              <a:t>дозволу</a:t>
            </a:r>
            <a:r>
              <a:rPr lang="ru-RU" i="1" dirty="0"/>
              <a:t> генерал-губернатора, </a:t>
            </a:r>
            <a:r>
              <a:rPr lang="ru-RU" i="1" dirty="0" err="1"/>
              <a:t>сформував</a:t>
            </a:r>
            <a:r>
              <a:rPr lang="ru-RU" i="1" dirty="0"/>
              <a:t> на </a:t>
            </a:r>
            <a:r>
              <a:rPr lang="ru-RU" i="1" dirty="0" err="1"/>
              <a:t>Полтавщині</a:t>
            </a:r>
            <a:r>
              <a:rPr lang="ru-RU" i="1" dirty="0"/>
              <a:t> 5-й </a:t>
            </a:r>
            <a:r>
              <a:rPr lang="ru-RU" i="1" dirty="0" err="1"/>
              <a:t>український</a:t>
            </a:r>
            <a:r>
              <a:rPr lang="ru-RU" i="1" dirty="0"/>
              <a:t> </a:t>
            </a:r>
            <a:r>
              <a:rPr lang="ru-RU" i="1" dirty="0" err="1"/>
              <a:t>козачий</a:t>
            </a:r>
            <a:r>
              <a:rPr lang="ru-RU" i="1" dirty="0"/>
              <a:t> полк. 1817–1821 – директор </a:t>
            </a:r>
            <a:r>
              <a:rPr lang="ru-RU" i="1" dirty="0" err="1"/>
              <a:t>Полтавського</a:t>
            </a:r>
            <a:r>
              <a:rPr lang="ru-RU" i="1" dirty="0"/>
              <a:t> театру”.</a:t>
            </a:r>
            <a:endParaRPr lang="uk-UA" i="1" dirty="0"/>
          </a:p>
        </p:txBody>
      </p:sp>
      <p:graphicFrame>
        <p:nvGraphicFramePr>
          <p:cNvPr id="5" name="Місце для вмісту 4">
            <a:extLst>
              <a:ext uri="{FF2B5EF4-FFF2-40B4-BE49-F238E27FC236}">
                <a16:creationId xmlns:a16="http://schemas.microsoft.com/office/drawing/2014/main" id="{17CDF6A2-F260-ED25-6CE4-B37ED44F7F0E}"/>
              </a:ext>
            </a:extLst>
          </p:cNvPr>
          <p:cNvGraphicFramePr>
            <a:graphicFrameLocks noGrp="1"/>
          </p:cNvGraphicFramePr>
          <p:nvPr>
            <p:ph sz="half" idx="2"/>
            <p:extLst>
              <p:ext uri="{D42A27DB-BD31-4B8C-83A1-F6EECF244321}">
                <p14:modId xmlns:p14="http://schemas.microsoft.com/office/powerpoint/2010/main" val="2084989617"/>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28894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1FE9E6-DA4B-AA1F-4D81-A216491D21BE}"/>
              </a:ext>
            </a:extLst>
          </p:cNvPr>
          <p:cNvSpPr>
            <a:spLocks noGrp="1"/>
          </p:cNvSpPr>
          <p:nvPr>
            <p:ph type="title"/>
          </p:nvPr>
        </p:nvSpPr>
        <p:spPr/>
        <p:txBody>
          <a:bodyPr>
            <a:normAutofit fontScale="90000"/>
          </a:bodyPr>
          <a:lstStyle/>
          <a:p>
            <a:r>
              <a:rPr lang="uk-UA" dirty="0"/>
              <a:t>Укажіть портрет історичної особи, із якою пов’язано формування козацьких полків під час </a:t>
            </a:r>
            <a:r>
              <a:rPr lang="uk-UA" dirty="0" err="1"/>
              <a:t>французько</a:t>
            </a:r>
            <a:r>
              <a:rPr lang="uk-UA" dirty="0"/>
              <a:t>-російської війни 1812 р.</a:t>
            </a:r>
          </a:p>
        </p:txBody>
      </p:sp>
      <p:pic>
        <p:nvPicPr>
          <p:cNvPr id="4098" name="Picture 2">
            <a:extLst>
              <a:ext uri="{FF2B5EF4-FFF2-40B4-BE49-F238E27FC236}">
                <a16:creationId xmlns:a16="http://schemas.microsoft.com/office/drawing/2014/main" id="{33A0FE51-BD23-ADD9-D586-93E996A23AC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49858" y="2500626"/>
            <a:ext cx="2623228" cy="35421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9F6B864-8D3A-667A-2E4F-DD6FE4398A5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379948" y="2485806"/>
            <a:ext cx="2623228" cy="355692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DAA34A59-1BC1-1028-A1FD-C43BFCDABE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4264" y="2493463"/>
            <a:ext cx="2608044" cy="354160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1AB5670D-482E-E8EB-6C58-5A86F0A26E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3396" y="2491419"/>
            <a:ext cx="2608044" cy="355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725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F61DF8-BC9C-E1A0-5C26-EAE85E0FD003}"/>
              </a:ext>
            </a:extLst>
          </p:cNvPr>
          <p:cNvSpPr>
            <a:spLocks noGrp="1"/>
          </p:cNvSpPr>
          <p:nvPr>
            <p:ph type="title"/>
          </p:nvPr>
        </p:nvSpPr>
        <p:spPr/>
        <p:txBody>
          <a:bodyPr>
            <a:normAutofit fontScale="90000"/>
          </a:bodyPr>
          <a:lstStyle/>
          <a:p>
            <a:r>
              <a:rPr lang="ru-RU" dirty="0" err="1"/>
              <a:t>Якою</a:t>
            </a:r>
            <a:r>
              <a:rPr lang="ru-RU" dirty="0"/>
              <a:t> цифрою </a:t>
            </a:r>
            <a:r>
              <a:rPr lang="ru-RU" dirty="0" err="1"/>
              <a:t>позначено</a:t>
            </a:r>
            <a:r>
              <a:rPr lang="ru-RU" dirty="0"/>
              <a:t> </a:t>
            </a:r>
            <a:r>
              <a:rPr lang="ru-RU" dirty="0" err="1"/>
              <a:t>територію</a:t>
            </a:r>
            <a:r>
              <a:rPr lang="ru-RU" dirty="0"/>
              <a:t>, </a:t>
            </a:r>
            <a:r>
              <a:rPr lang="ru-RU" dirty="0" err="1"/>
              <a:t>приєднану</a:t>
            </a:r>
            <a:r>
              <a:rPr lang="ru-RU" dirty="0"/>
              <a:t> до </a:t>
            </a:r>
            <a:r>
              <a:rPr lang="ru-RU" dirty="0" err="1"/>
              <a:t>Російської</a:t>
            </a:r>
            <a:r>
              <a:rPr lang="ru-RU" dirty="0"/>
              <a:t> </a:t>
            </a:r>
            <a:r>
              <a:rPr lang="ru-RU" dirty="0" err="1"/>
              <a:t>імперії</a:t>
            </a:r>
            <a:r>
              <a:rPr lang="ru-RU" dirty="0"/>
              <a:t> в </a:t>
            </a:r>
            <a:r>
              <a:rPr lang="ru-RU" dirty="0" err="1"/>
              <a:t>результаті</a:t>
            </a:r>
            <a:r>
              <a:rPr lang="ru-RU" dirty="0"/>
              <a:t> </a:t>
            </a:r>
            <a:r>
              <a:rPr lang="ru-RU" dirty="0" err="1"/>
              <a:t>війни</a:t>
            </a:r>
            <a:r>
              <a:rPr lang="ru-RU" dirty="0"/>
              <a:t> з </a:t>
            </a:r>
            <a:r>
              <a:rPr lang="ru-RU" dirty="0" err="1"/>
              <a:t>Османською</a:t>
            </a:r>
            <a:r>
              <a:rPr lang="ru-RU" dirty="0"/>
              <a:t> </a:t>
            </a:r>
            <a:r>
              <a:rPr lang="ru-RU" dirty="0" err="1"/>
              <a:t>імперією</a:t>
            </a:r>
            <a:r>
              <a:rPr lang="ru-RU" dirty="0"/>
              <a:t> 1806–1812 </a:t>
            </a:r>
            <a:r>
              <a:rPr lang="ru-RU" dirty="0" err="1"/>
              <a:t>рр</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24359CB-942A-ABC2-2954-0CEB095BC7A1}"/>
              </a:ext>
            </a:extLst>
          </p:cNvPr>
          <p:cNvGraphicFramePr>
            <a:graphicFrameLocks noGrp="1"/>
          </p:cNvGraphicFramePr>
          <p:nvPr>
            <p:ph sz="half" idx="2"/>
            <p:extLst>
              <p:ext uri="{D42A27DB-BD31-4B8C-83A1-F6EECF244321}">
                <p14:modId xmlns:p14="http://schemas.microsoft.com/office/powerpoint/2010/main" val="1001878621"/>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AAF645B8-C202-BE15-821F-C0A90D83923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36190" y="2141538"/>
            <a:ext cx="3895083" cy="3649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4033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66376A-0FDB-8B5D-993A-1CD1606C116A}"/>
              </a:ext>
            </a:extLst>
          </p:cNvPr>
          <p:cNvSpPr>
            <a:spLocks noGrp="1"/>
          </p:cNvSpPr>
          <p:nvPr>
            <p:ph type="title"/>
          </p:nvPr>
        </p:nvSpPr>
        <p:spPr/>
        <p:txBody>
          <a:bodyPr/>
          <a:lstStyle/>
          <a:p>
            <a:r>
              <a:rPr lang="ru-RU" dirty="0" err="1"/>
              <a:t>Унаслідок</a:t>
            </a:r>
            <a:r>
              <a:rPr lang="ru-RU" dirty="0"/>
              <a:t> </a:t>
            </a:r>
            <a:r>
              <a:rPr lang="ru-RU" dirty="0" err="1"/>
              <a:t>завершення</a:t>
            </a:r>
            <a:r>
              <a:rPr lang="ru-RU" dirty="0"/>
              <a:t> франко-</a:t>
            </a:r>
            <a:r>
              <a:rPr lang="ru-RU" dirty="0" err="1"/>
              <a:t>російської</a:t>
            </a:r>
            <a:r>
              <a:rPr lang="ru-RU" dirty="0"/>
              <a:t> </a:t>
            </a:r>
            <a:r>
              <a:rPr lang="ru-RU" dirty="0" err="1"/>
              <a:t>війни</a:t>
            </a:r>
            <a:r>
              <a:rPr lang="ru-RU" dirty="0"/>
              <a:t> 1812 – 1814 </a:t>
            </a:r>
            <a:r>
              <a:rPr lang="ru-RU" dirty="0" err="1"/>
              <a:t>рр</a:t>
            </a:r>
            <a:r>
              <a:rPr lang="ru-RU" dirty="0"/>
              <a:t>. </a:t>
            </a:r>
            <a:r>
              <a:rPr lang="ru-RU" dirty="0" err="1"/>
              <a:t>було</a:t>
            </a:r>
            <a:endParaRPr lang="uk-UA" dirty="0"/>
          </a:p>
        </p:txBody>
      </p:sp>
      <p:sp>
        <p:nvSpPr>
          <p:cNvPr id="3" name="Місце для вмісту 2">
            <a:extLst>
              <a:ext uri="{FF2B5EF4-FFF2-40B4-BE49-F238E27FC236}">
                <a16:creationId xmlns:a16="http://schemas.microsoft.com/office/drawing/2014/main" id="{88CF9E2E-7102-72D1-2122-437AE573C4B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26CB3F62-0BBE-A24C-9BC4-27A856C93903}"/>
              </a:ext>
            </a:extLst>
          </p:cNvPr>
          <p:cNvGraphicFramePr>
            <a:graphicFrameLocks noGrp="1"/>
          </p:cNvGraphicFramePr>
          <p:nvPr>
            <p:ph sz="half" idx="2"/>
            <p:extLst>
              <p:ext uri="{D42A27DB-BD31-4B8C-83A1-F6EECF244321}">
                <p14:modId xmlns:p14="http://schemas.microsoft.com/office/powerpoint/2010/main" val="3862621042"/>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8919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F42824-7C6A-53FB-FBE6-C2B495376A0A}"/>
              </a:ext>
            </a:extLst>
          </p:cNvPr>
          <p:cNvSpPr>
            <a:spLocks noGrp="1"/>
          </p:cNvSpPr>
          <p:nvPr>
            <p:ph type="title"/>
          </p:nvPr>
        </p:nvSpPr>
        <p:spPr/>
        <p:txBody>
          <a:bodyPr>
            <a:normAutofit fontScale="90000"/>
          </a:bodyPr>
          <a:lstStyle/>
          <a:p>
            <a:r>
              <a:rPr lang="ru-RU" dirty="0" err="1"/>
              <a:t>Спільним</a:t>
            </a:r>
            <a:r>
              <a:rPr lang="ru-RU" dirty="0"/>
              <a:t> </a:t>
            </a:r>
            <a:r>
              <a:rPr lang="ru-RU" dirty="0" err="1"/>
              <a:t>наслідком</a:t>
            </a:r>
            <a:r>
              <a:rPr lang="ru-RU" dirty="0"/>
              <a:t> </a:t>
            </a:r>
            <a:r>
              <a:rPr lang="ru-RU" dirty="0" err="1"/>
              <a:t>російсько-турецьких</a:t>
            </a:r>
            <a:r>
              <a:rPr lang="ru-RU" dirty="0"/>
              <a:t> </a:t>
            </a:r>
            <a:r>
              <a:rPr lang="ru-RU" dirty="0" err="1"/>
              <a:t>воєн</a:t>
            </a:r>
            <a:r>
              <a:rPr lang="ru-RU" dirty="0"/>
              <a:t> 1806–1812 </a:t>
            </a:r>
            <a:r>
              <a:rPr lang="ru-RU" dirty="0" err="1"/>
              <a:t>рр</a:t>
            </a:r>
            <a:r>
              <a:rPr lang="ru-RU" dirty="0"/>
              <a:t>. та 1828–1829 </a:t>
            </a:r>
            <a:r>
              <a:rPr lang="ru-RU" dirty="0" err="1"/>
              <a:t>рр</a:t>
            </a:r>
            <a:r>
              <a:rPr lang="ru-RU" dirty="0"/>
              <a:t>. для </a:t>
            </a:r>
            <a:r>
              <a:rPr lang="ru-RU" dirty="0" err="1"/>
              <a:t>українських</a:t>
            </a:r>
            <a:r>
              <a:rPr lang="ru-RU" dirty="0"/>
              <a:t> земель </a:t>
            </a:r>
            <a:r>
              <a:rPr lang="ru-RU" dirty="0" err="1"/>
              <a:t>було</a:t>
            </a:r>
            <a:endParaRPr lang="uk-UA" dirty="0"/>
          </a:p>
        </p:txBody>
      </p:sp>
      <p:graphicFrame>
        <p:nvGraphicFramePr>
          <p:cNvPr id="5" name="Місце для вмісту 4">
            <a:extLst>
              <a:ext uri="{FF2B5EF4-FFF2-40B4-BE49-F238E27FC236}">
                <a16:creationId xmlns:a16="http://schemas.microsoft.com/office/drawing/2014/main" id="{1BAB2A6F-7750-47BA-1FEC-8CCDB1D44CC3}"/>
              </a:ext>
            </a:extLst>
          </p:cNvPr>
          <p:cNvGraphicFramePr>
            <a:graphicFrameLocks noGrp="1"/>
          </p:cNvGraphicFramePr>
          <p:nvPr>
            <p:ph sz="half" idx="1"/>
            <p:extLst>
              <p:ext uri="{D42A27DB-BD31-4B8C-83A1-F6EECF244321}">
                <p14:modId xmlns:p14="http://schemas.microsoft.com/office/powerpoint/2010/main" val="4039759699"/>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5ABB0905-7457-2623-B511-7566B690E11A}"/>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5022098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FBC55D-C9A6-5BBB-6B37-CCA3EBE90A28}"/>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явищем</a:t>
            </a:r>
            <a:r>
              <a:rPr lang="ru-RU" dirty="0"/>
              <a:t> / </a:t>
            </a:r>
            <a:r>
              <a:rPr lang="ru-RU" dirty="0" err="1"/>
              <a:t>процесом</a:t>
            </a:r>
            <a:r>
              <a:rPr lang="ru-RU" dirty="0"/>
              <a:t> та </a:t>
            </a:r>
            <a:r>
              <a:rPr lang="ru-RU" dirty="0" err="1"/>
              <a:t>його</a:t>
            </a:r>
            <a:r>
              <a:rPr lang="ru-RU" dirty="0"/>
              <a:t> </a:t>
            </a:r>
            <a:r>
              <a:rPr lang="ru-RU" dirty="0" err="1"/>
              <a:t>наслідком</a:t>
            </a:r>
            <a:r>
              <a:rPr lang="ru-RU" dirty="0"/>
              <a:t>.</a:t>
            </a:r>
            <a:endParaRPr lang="uk-UA" dirty="0"/>
          </a:p>
        </p:txBody>
      </p:sp>
      <p:graphicFrame>
        <p:nvGraphicFramePr>
          <p:cNvPr id="5" name="Місце для вмісту 4">
            <a:extLst>
              <a:ext uri="{FF2B5EF4-FFF2-40B4-BE49-F238E27FC236}">
                <a16:creationId xmlns:a16="http://schemas.microsoft.com/office/drawing/2014/main" id="{53AA5F59-2957-123E-2408-2D83DC54995E}"/>
              </a:ext>
            </a:extLst>
          </p:cNvPr>
          <p:cNvGraphicFramePr>
            <a:graphicFrameLocks noGrp="1"/>
          </p:cNvGraphicFramePr>
          <p:nvPr>
            <p:ph sz="half" idx="1"/>
            <p:extLst>
              <p:ext uri="{D42A27DB-BD31-4B8C-83A1-F6EECF244321}">
                <p14:modId xmlns:p14="http://schemas.microsoft.com/office/powerpoint/2010/main" val="3412950332"/>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A6C5233D-4EE9-3BE6-A9D8-0EF4333B1D84}"/>
              </a:ext>
            </a:extLst>
          </p:cNvPr>
          <p:cNvGraphicFramePr>
            <a:graphicFrameLocks noGrp="1"/>
          </p:cNvGraphicFramePr>
          <p:nvPr>
            <p:ph sz="half" idx="2"/>
            <p:extLst>
              <p:ext uri="{D42A27DB-BD31-4B8C-83A1-F6EECF244321}">
                <p14:modId xmlns:p14="http://schemas.microsoft.com/office/powerpoint/2010/main" val="380705760"/>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4" name="Пряма зі стрілкою 3">
            <a:extLst>
              <a:ext uri="{FF2B5EF4-FFF2-40B4-BE49-F238E27FC236}">
                <a16:creationId xmlns:a16="http://schemas.microsoft.com/office/drawing/2014/main" id="{DEBF1629-05FD-6D44-3560-3307B07D8650}"/>
              </a:ext>
            </a:extLst>
          </p:cNvPr>
          <p:cNvCxnSpPr/>
          <p:nvPr/>
        </p:nvCxnSpPr>
        <p:spPr>
          <a:xfrm>
            <a:off x="5419898" y="2626822"/>
            <a:ext cx="1213658" cy="1330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Пряма зі стрілкою 7">
            <a:extLst>
              <a:ext uri="{FF2B5EF4-FFF2-40B4-BE49-F238E27FC236}">
                <a16:creationId xmlns:a16="http://schemas.microsoft.com/office/drawing/2014/main" id="{2E8AAEBB-8C5A-E16F-4CDA-0DA42C0B9B60}"/>
              </a:ext>
            </a:extLst>
          </p:cNvPr>
          <p:cNvCxnSpPr/>
          <p:nvPr/>
        </p:nvCxnSpPr>
        <p:spPr>
          <a:xfrm flipV="1">
            <a:off x="5681136" y="3258589"/>
            <a:ext cx="829730" cy="332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Пряма зі стрілкою 9">
            <a:extLst>
              <a:ext uri="{FF2B5EF4-FFF2-40B4-BE49-F238E27FC236}">
                <a16:creationId xmlns:a16="http://schemas.microsoft.com/office/drawing/2014/main" id="{35A53509-C6AF-4A69-211E-3F8522987CCA}"/>
              </a:ext>
            </a:extLst>
          </p:cNvPr>
          <p:cNvCxnSpPr/>
          <p:nvPr/>
        </p:nvCxnSpPr>
        <p:spPr>
          <a:xfrm>
            <a:off x="5681136" y="4438996"/>
            <a:ext cx="952420" cy="997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 зі стрілкою 11">
            <a:extLst>
              <a:ext uri="{FF2B5EF4-FFF2-40B4-BE49-F238E27FC236}">
                <a16:creationId xmlns:a16="http://schemas.microsoft.com/office/drawing/2014/main" id="{88A935BC-8436-340F-CB1D-D79AD661C2BE}"/>
              </a:ext>
            </a:extLst>
          </p:cNvPr>
          <p:cNvCxnSpPr/>
          <p:nvPr/>
        </p:nvCxnSpPr>
        <p:spPr>
          <a:xfrm flipV="1">
            <a:off x="5419898" y="2626822"/>
            <a:ext cx="1090968" cy="2826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30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EF1D2D-3E9F-B3B2-735D-EAC70AC0BBD7}"/>
              </a:ext>
            </a:extLst>
          </p:cNvPr>
          <p:cNvSpPr>
            <a:spLocks noGrp="1"/>
          </p:cNvSpPr>
          <p:nvPr>
            <p:ph type="title"/>
          </p:nvPr>
        </p:nvSpPr>
        <p:spPr/>
        <p:txBody>
          <a:bodyPr/>
          <a:lstStyle/>
          <a:p>
            <a:r>
              <a:rPr lang="ru-RU" dirty="0"/>
              <a:t>У 1828 р. </a:t>
            </a:r>
            <a:r>
              <a:rPr lang="ru-RU" dirty="0" err="1"/>
              <a:t>Задунайську</a:t>
            </a:r>
            <a:r>
              <a:rPr lang="ru-RU" dirty="0"/>
              <a:t> </a:t>
            </a:r>
            <a:r>
              <a:rPr lang="ru-RU" dirty="0" err="1"/>
              <a:t>Січ</a:t>
            </a:r>
            <a:r>
              <a:rPr lang="ru-RU" dirty="0"/>
              <a:t> </a:t>
            </a:r>
            <a:r>
              <a:rPr lang="ru-RU" dirty="0" err="1"/>
              <a:t>було</a:t>
            </a:r>
            <a:r>
              <a:rPr lang="ru-RU" dirty="0"/>
              <a:t> </a:t>
            </a:r>
            <a:r>
              <a:rPr lang="ru-RU" dirty="0" err="1"/>
              <a:t>зруйновано</a:t>
            </a:r>
            <a:r>
              <a:rPr lang="ru-RU" dirty="0"/>
              <a:t> та </a:t>
            </a:r>
            <a:r>
              <a:rPr lang="ru-RU" dirty="0" err="1"/>
              <a:t>знищено</a:t>
            </a:r>
            <a:endParaRPr lang="uk-UA" dirty="0"/>
          </a:p>
        </p:txBody>
      </p:sp>
      <p:graphicFrame>
        <p:nvGraphicFramePr>
          <p:cNvPr id="5" name="Місце для вмісту 4">
            <a:extLst>
              <a:ext uri="{FF2B5EF4-FFF2-40B4-BE49-F238E27FC236}">
                <a16:creationId xmlns:a16="http://schemas.microsoft.com/office/drawing/2014/main" id="{A59957CC-D145-D700-4662-77791E7DC902}"/>
              </a:ext>
            </a:extLst>
          </p:cNvPr>
          <p:cNvGraphicFramePr>
            <a:graphicFrameLocks noGrp="1"/>
          </p:cNvGraphicFramePr>
          <p:nvPr>
            <p:ph sz="half" idx="1"/>
            <p:extLst>
              <p:ext uri="{D42A27DB-BD31-4B8C-83A1-F6EECF244321}">
                <p14:modId xmlns:p14="http://schemas.microsoft.com/office/powerpoint/2010/main" val="367425763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FA353126-9360-1A9B-5C28-F1778F4556E8}"/>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8076973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A308CE-57FE-D815-1027-67A0C2FE3099}"/>
              </a:ext>
            </a:extLst>
          </p:cNvPr>
          <p:cNvSpPr>
            <a:spLocks noGrp="1"/>
          </p:cNvSpPr>
          <p:nvPr>
            <p:ph type="title"/>
          </p:nvPr>
        </p:nvSpPr>
        <p:spPr/>
        <p:txBody>
          <a:bodyPr>
            <a:normAutofit fontScale="90000"/>
          </a:bodyPr>
          <a:lstStyle/>
          <a:p>
            <a:r>
              <a:rPr lang="ru-RU" dirty="0"/>
              <a:t>Коли </a:t>
            </a:r>
            <a:r>
              <a:rPr lang="ru-RU" dirty="0" err="1"/>
              <a:t>відбулася</a:t>
            </a:r>
            <a:r>
              <a:rPr lang="ru-RU" dirty="0"/>
              <a:t> </a:t>
            </a:r>
            <a:r>
              <a:rPr lang="ru-RU" dirty="0" err="1"/>
              <a:t>російсько-турецька</a:t>
            </a:r>
            <a:r>
              <a:rPr lang="ru-RU" dirty="0"/>
              <a:t> </a:t>
            </a:r>
            <a:r>
              <a:rPr lang="ru-RU" dirty="0" err="1"/>
              <a:t>війна</a:t>
            </a:r>
            <a:r>
              <a:rPr lang="ru-RU" dirty="0"/>
              <a:t>, </a:t>
            </a:r>
            <a:r>
              <a:rPr lang="ru-RU" dirty="0" err="1"/>
              <a:t>що</a:t>
            </a:r>
            <a:r>
              <a:rPr lang="ru-RU" dirty="0"/>
              <a:t> створила </a:t>
            </a:r>
            <a:r>
              <a:rPr lang="ru-RU" dirty="0" err="1"/>
              <a:t>передумови</a:t>
            </a:r>
            <a:r>
              <a:rPr lang="ru-RU" dirty="0"/>
              <a:t> для </a:t>
            </a:r>
            <a:r>
              <a:rPr lang="ru-RU" dirty="0" err="1"/>
              <a:t>ліквідації</a:t>
            </a:r>
            <a:r>
              <a:rPr lang="ru-RU" dirty="0"/>
              <a:t> </a:t>
            </a:r>
            <a:r>
              <a:rPr lang="ru-RU" dirty="0" err="1"/>
              <a:t>Задунайської</a:t>
            </a:r>
            <a:r>
              <a:rPr lang="ru-RU" dirty="0"/>
              <a:t> </a:t>
            </a:r>
            <a:r>
              <a:rPr lang="ru-RU" dirty="0" err="1"/>
              <a:t>Січі</a:t>
            </a:r>
            <a:r>
              <a:rPr lang="ru-RU" dirty="0"/>
              <a:t>?</a:t>
            </a:r>
            <a:endParaRPr lang="uk-UA" dirty="0"/>
          </a:p>
        </p:txBody>
      </p:sp>
      <p:graphicFrame>
        <p:nvGraphicFramePr>
          <p:cNvPr id="5" name="Місце для вмісту 4">
            <a:extLst>
              <a:ext uri="{FF2B5EF4-FFF2-40B4-BE49-F238E27FC236}">
                <a16:creationId xmlns:a16="http://schemas.microsoft.com/office/drawing/2014/main" id="{6C77E6BB-ADA9-1838-19B6-2CACCA946F13}"/>
              </a:ext>
            </a:extLst>
          </p:cNvPr>
          <p:cNvGraphicFramePr>
            <a:graphicFrameLocks noGrp="1"/>
          </p:cNvGraphicFramePr>
          <p:nvPr>
            <p:ph sz="half" idx="1"/>
            <p:extLst>
              <p:ext uri="{D42A27DB-BD31-4B8C-83A1-F6EECF244321}">
                <p14:modId xmlns:p14="http://schemas.microsoft.com/office/powerpoint/2010/main" val="3398943981"/>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94E62890-34E7-B3F3-40CA-923E13A59704}"/>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8426764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44D6C8-F655-7910-364D-34BBC89C268C}"/>
              </a:ext>
            </a:extLst>
          </p:cNvPr>
          <p:cNvSpPr>
            <a:spLocks noGrp="1"/>
          </p:cNvSpPr>
          <p:nvPr>
            <p:ph type="title"/>
          </p:nvPr>
        </p:nvSpPr>
        <p:spPr/>
        <p:txBody>
          <a:bodyPr/>
          <a:lstStyle/>
          <a:p>
            <a:r>
              <a:rPr lang="uk-UA" dirty="0"/>
              <a:t>Знищення Задунайської Січі спричинено</a:t>
            </a:r>
          </a:p>
        </p:txBody>
      </p:sp>
      <p:graphicFrame>
        <p:nvGraphicFramePr>
          <p:cNvPr id="7" name="Місце для вмісту 6">
            <a:extLst>
              <a:ext uri="{FF2B5EF4-FFF2-40B4-BE49-F238E27FC236}">
                <a16:creationId xmlns:a16="http://schemas.microsoft.com/office/drawing/2014/main" id="{88850E13-C37F-760E-D9C5-6C8345D50DA0}"/>
              </a:ext>
            </a:extLst>
          </p:cNvPr>
          <p:cNvGraphicFramePr>
            <a:graphicFrameLocks noGrp="1"/>
          </p:cNvGraphicFramePr>
          <p:nvPr>
            <p:ph sz="half" idx="1"/>
            <p:extLst>
              <p:ext uri="{D42A27DB-BD31-4B8C-83A1-F6EECF244321}">
                <p14:modId xmlns:p14="http://schemas.microsoft.com/office/powerpoint/2010/main" val="2089539387"/>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BE485898-0150-5079-6472-297BBAC0185C}"/>
              </a:ext>
            </a:extLst>
          </p:cNvPr>
          <p:cNvGraphicFramePr>
            <a:graphicFrameLocks noGrp="1"/>
          </p:cNvGraphicFramePr>
          <p:nvPr>
            <p:ph sz="half" idx="2"/>
            <p:extLst>
              <p:ext uri="{D42A27DB-BD31-4B8C-83A1-F6EECF244321}">
                <p14:modId xmlns:p14="http://schemas.microsoft.com/office/powerpoint/2010/main" val="108961782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491577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C58FFF-CC44-139D-0B75-1692CA5FA382}"/>
              </a:ext>
            </a:extLst>
          </p:cNvPr>
          <p:cNvSpPr>
            <a:spLocks noGrp="1"/>
          </p:cNvSpPr>
          <p:nvPr>
            <p:ph type="title"/>
          </p:nvPr>
        </p:nvSpPr>
        <p:spPr/>
        <p:txBody>
          <a:bodyPr>
            <a:normAutofit fontScale="90000"/>
          </a:bodyPr>
          <a:lstStyle/>
          <a:p>
            <a:r>
              <a:rPr lang="ru-RU" dirty="0" err="1"/>
              <a:t>Ліквідація</a:t>
            </a:r>
            <a:r>
              <a:rPr lang="ru-RU" dirty="0"/>
              <a:t> </a:t>
            </a:r>
            <a:r>
              <a:rPr lang="ru-RU" dirty="0" err="1"/>
              <a:t>царською</a:t>
            </a:r>
            <a:r>
              <a:rPr lang="ru-RU" dirty="0"/>
              <a:t> </a:t>
            </a:r>
            <a:r>
              <a:rPr lang="ru-RU" dirty="0" err="1"/>
              <a:t>владою</a:t>
            </a:r>
            <a:r>
              <a:rPr lang="ru-RU" dirty="0"/>
              <a:t> греко-</a:t>
            </a:r>
            <a:r>
              <a:rPr lang="ru-RU" dirty="0" err="1"/>
              <a:t>католицької</a:t>
            </a:r>
            <a:r>
              <a:rPr lang="ru-RU" dirty="0"/>
              <a:t> церкви на </a:t>
            </a:r>
            <a:r>
              <a:rPr lang="ru-RU" dirty="0" err="1"/>
              <a:t>Правобережній</a:t>
            </a:r>
            <a:r>
              <a:rPr lang="ru-RU" dirty="0"/>
              <a:t> </a:t>
            </a:r>
            <a:r>
              <a:rPr lang="ru-RU" dirty="0" err="1"/>
              <a:t>Україні</a:t>
            </a:r>
            <a:r>
              <a:rPr lang="ru-RU" dirty="0"/>
              <a:t> </a:t>
            </a:r>
            <a:r>
              <a:rPr lang="ru-RU" dirty="0" err="1"/>
              <a:t>відбулася</a:t>
            </a:r>
            <a:endParaRPr lang="uk-UA" dirty="0"/>
          </a:p>
        </p:txBody>
      </p:sp>
      <p:sp>
        <p:nvSpPr>
          <p:cNvPr id="3" name="Місце для вмісту 2">
            <a:extLst>
              <a:ext uri="{FF2B5EF4-FFF2-40B4-BE49-F238E27FC236}">
                <a16:creationId xmlns:a16="http://schemas.microsoft.com/office/drawing/2014/main" id="{08382D72-53B1-7C57-1643-7A4A230AC778}"/>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9400466B-2C2C-E148-B478-A988B68B7456}"/>
              </a:ext>
            </a:extLst>
          </p:cNvPr>
          <p:cNvGraphicFramePr>
            <a:graphicFrameLocks noGrp="1"/>
          </p:cNvGraphicFramePr>
          <p:nvPr>
            <p:ph sz="half" idx="2"/>
            <p:extLst>
              <p:ext uri="{D42A27DB-BD31-4B8C-83A1-F6EECF244321}">
                <p14:modId xmlns:p14="http://schemas.microsoft.com/office/powerpoint/2010/main" val="318131182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46819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5443F8-A624-2C9B-E92A-09288D447947}"/>
              </a:ext>
            </a:extLst>
          </p:cNvPr>
          <p:cNvSpPr>
            <a:spLocks noGrp="1"/>
          </p:cNvSpPr>
          <p:nvPr>
            <p:ph type="title"/>
          </p:nvPr>
        </p:nvSpPr>
        <p:spPr/>
        <p:txBody>
          <a:bodyPr>
            <a:normAutofit fontScale="90000"/>
          </a:bodyPr>
          <a:lstStyle/>
          <a:p>
            <a:r>
              <a:rPr lang="ru-RU" dirty="0" err="1"/>
              <a:t>Наприкінці</a:t>
            </a:r>
            <a:r>
              <a:rPr lang="ru-RU" dirty="0"/>
              <a:t> ХVІІІ — на початку ХІХ ст. на </a:t>
            </a:r>
            <a:r>
              <a:rPr lang="ru-RU" dirty="0" err="1"/>
              <a:t>Півдні</a:t>
            </a:r>
            <a:r>
              <a:rPr lang="ru-RU" dirty="0"/>
              <a:t> </a:t>
            </a:r>
            <a:r>
              <a:rPr lang="ru-RU" dirty="0" err="1"/>
              <a:t>України</a:t>
            </a:r>
            <a:r>
              <a:rPr lang="ru-RU" dirty="0"/>
              <a:t> (</a:t>
            </a:r>
            <a:r>
              <a:rPr lang="ru-RU" dirty="0" err="1"/>
              <a:t>Новоросіі</a:t>
            </a:r>
            <a:r>
              <a:rPr lang="ru-RU" dirty="0"/>
              <a:t>̈) </a:t>
            </a:r>
            <a:r>
              <a:rPr lang="ru-RU" dirty="0" err="1"/>
              <a:t>домінувало</a:t>
            </a:r>
            <a:r>
              <a:rPr lang="ru-RU" dirty="0"/>
              <a:t> </a:t>
            </a:r>
            <a:r>
              <a:rPr lang="ru-RU" dirty="0" err="1"/>
              <a:t>землеволодіння</a:t>
            </a:r>
            <a:endParaRPr lang="uk-UA" dirty="0"/>
          </a:p>
        </p:txBody>
      </p:sp>
      <p:graphicFrame>
        <p:nvGraphicFramePr>
          <p:cNvPr id="5" name="Місце для вмісту 4">
            <a:extLst>
              <a:ext uri="{FF2B5EF4-FFF2-40B4-BE49-F238E27FC236}">
                <a16:creationId xmlns:a16="http://schemas.microsoft.com/office/drawing/2014/main" id="{125F97D4-CD28-7287-7998-938EA7EBE9D6}"/>
              </a:ext>
            </a:extLst>
          </p:cNvPr>
          <p:cNvGraphicFramePr>
            <a:graphicFrameLocks noGrp="1"/>
          </p:cNvGraphicFramePr>
          <p:nvPr>
            <p:ph sz="half" idx="1"/>
            <p:extLst>
              <p:ext uri="{D42A27DB-BD31-4B8C-83A1-F6EECF244321}">
                <p14:modId xmlns:p14="http://schemas.microsoft.com/office/powerpoint/2010/main" val="319644214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DFF913F7-D8EA-EBAC-6DD0-D5DA850AC633}"/>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172409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63A8C8-FB78-938A-FE29-80AACD78FE26}"/>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основною </a:t>
            </a:r>
            <a:r>
              <a:rPr lang="ru-RU" dirty="0" err="1"/>
              <a:t>одиницею</a:t>
            </a:r>
            <a:r>
              <a:rPr lang="ru-RU" dirty="0"/>
              <a:t> </a:t>
            </a:r>
            <a:r>
              <a:rPr lang="ru-RU" dirty="0" err="1"/>
              <a:t>адміністративно-територіального</a:t>
            </a:r>
            <a:r>
              <a:rPr lang="ru-RU" dirty="0"/>
              <a:t> </a:t>
            </a:r>
            <a:r>
              <a:rPr lang="ru-RU" dirty="0" err="1"/>
              <a:t>поділу</a:t>
            </a:r>
            <a:r>
              <a:rPr lang="ru-RU" dirty="0"/>
              <a:t> </a:t>
            </a:r>
            <a:r>
              <a:rPr lang="ru-RU" dirty="0" err="1"/>
              <a:t>українських</a:t>
            </a:r>
            <a:r>
              <a:rPr lang="ru-RU" dirty="0"/>
              <a:t> земель у </a:t>
            </a:r>
            <a:r>
              <a:rPr lang="ru-RU" dirty="0" err="1"/>
              <a:t>складі</a:t>
            </a:r>
            <a:r>
              <a:rPr lang="ru-RU" dirty="0"/>
              <a:t> </a:t>
            </a:r>
            <a:r>
              <a:rPr lang="ru-RU" dirty="0" err="1"/>
              <a:t>Російської</a:t>
            </a:r>
            <a:r>
              <a:rPr lang="ru-RU" dirty="0"/>
              <a:t> </a:t>
            </a:r>
            <a:r>
              <a:rPr lang="ru-RU" dirty="0" err="1"/>
              <a:t>імперії</a:t>
            </a:r>
            <a:r>
              <a:rPr lang="ru-RU" dirty="0"/>
              <a:t> в </a:t>
            </a:r>
            <a:r>
              <a:rPr lang="ru-RU" dirty="0" err="1"/>
              <a:t>першій</a:t>
            </a:r>
            <a:r>
              <a:rPr lang="ru-RU" dirty="0"/>
              <a:t> </a:t>
            </a:r>
            <a:r>
              <a:rPr lang="ru-RU" dirty="0" err="1"/>
              <a:t>половині</a:t>
            </a:r>
            <a:r>
              <a:rPr lang="ru-RU" dirty="0"/>
              <a:t> ХІХ ст.?</a:t>
            </a:r>
            <a:endParaRPr lang="uk-UA" dirty="0"/>
          </a:p>
        </p:txBody>
      </p:sp>
      <p:graphicFrame>
        <p:nvGraphicFramePr>
          <p:cNvPr id="5" name="Місце для вмісту 4">
            <a:extLst>
              <a:ext uri="{FF2B5EF4-FFF2-40B4-BE49-F238E27FC236}">
                <a16:creationId xmlns:a16="http://schemas.microsoft.com/office/drawing/2014/main" id="{E0526B59-3B4D-868F-901B-15F8B6EF7BF8}"/>
              </a:ext>
            </a:extLst>
          </p:cNvPr>
          <p:cNvGraphicFramePr>
            <a:graphicFrameLocks noGrp="1"/>
          </p:cNvGraphicFramePr>
          <p:nvPr>
            <p:ph sz="half" idx="1"/>
            <p:extLst>
              <p:ext uri="{D42A27DB-BD31-4B8C-83A1-F6EECF244321}">
                <p14:modId xmlns:p14="http://schemas.microsoft.com/office/powerpoint/2010/main" val="3076685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88877FF6-3F10-7844-9A3A-F82B9BEEFDD8}"/>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41226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1BF768-C17B-8151-E555-6A6C29600229}"/>
              </a:ext>
            </a:extLst>
          </p:cNvPr>
          <p:cNvSpPr>
            <a:spLocks noGrp="1"/>
          </p:cNvSpPr>
          <p:nvPr>
            <p:ph type="title"/>
          </p:nvPr>
        </p:nvSpPr>
        <p:spPr/>
        <p:txBody>
          <a:bodyPr>
            <a:normAutofit/>
          </a:bodyPr>
          <a:lstStyle/>
          <a:p>
            <a:r>
              <a:rPr lang="uk-UA" sz="2800" dirty="0"/>
              <a:t>У результаті уніфікації адміністративного устрою Російської імперії на початку </a:t>
            </a:r>
            <a:r>
              <a:rPr lang="en-US" sz="2800" dirty="0"/>
              <a:t>XIX </a:t>
            </a:r>
            <a:r>
              <a:rPr lang="uk-UA" sz="2800" dirty="0"/>
              <a:t>ст. територію Слобідської та Лівобережної України було поділено на</a:t>
            </a:r>
          </a:p>
        </p:txBody>
      </p:sp>
      <p:graphicFrame>
        <p:nvGraphicFramePr>
          <p:cNvPr id="5" name="Місце для вмісту 4">
            <a:extLst>
              <a:ext uri="{FF2B5EF4-FFF2-40B4-BE49-F238E27FC236}">
                <a16:creationId xmlns:a16="http://schemas.microsoft.com/office/drawing/2014/main" id="{38A7273A-4ACA-91E2-5A44-E44625D7DB89}"/>
              </a:ext>
            </a:extLst>
          </p:cNvPr>
          <p:cNvGraphicFramePr>
            <a:graphicFrameLocks noGrp="1"/>
          </p:cNvGraphicFramePr>
          <p:nvPr>
            <p:ph sz="half" idx="1"/>
            <p:extLst>
              <p:ext uri="{D42A27DB-BD31-4B8C-83A1-F6EECF244321}">
                <p14:modId xmlns:p14="http://schemas.microsoft.com/office/powerpoint/2010/main" val="269568578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0B7E6A04-D8DA-A847-D647-9D433FA8996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965697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391493-C610-2442-B0B7-02DE833E215F}"/>
              </a:ext>
            </a:extLst>
          </p:cNvPr>
          <p:cNvSpPr>
            <a:spLocks noGrp="1"/>
          </p:cNvSpPr>
          <p:nvPr>
            <p:ph type="title"/>
          </p:nvPr>
        </p:nvSpPr>
        <p:spPr/>
        <p:txBody>
          <a:bodyPr/>
          <a:lstStyle/>
          <a:p>
            <a:r>
              <a:rPr lang="uk-UA" dirty="0"/>
              <a:t>це ознаки</a:t>
            </a:r>
          </a:p>
        </p:txBody>
      </p:sp>
      <p:sp>
        <p:nvSpPr>
          <p:cNvPr id="3" name="Місце для вмісту 2">
            <a:extLst>
              <a:ext uri="{FF2B5EF4-FFF2-40B4-BE49-F238E27FC236}">
                <a16:creationId xmlns:a16="http://schemas.microsoft.com/office/drawing/2014/main" id="{10CBD2E1-41F4-85ED-318F-B8AF19CBBCAE}"/>
              </a:ext>
            </a:extLst>
          </p:cNvPr>
          <p:cNvSpPr>
            <a:spLocks noGrp="1"/>
          </p:cNvSpPr>
          <p:nvPr>
            <p:ph sz="half" idx="1"/>
          </p:nvPr>
        </p:nvSpPr>
        <p:spPr/>
        <p:txBody>
          <a:bodyPr/>
          <a:lstStyle/>
          <a:p>
            <a:r>
              <a:rPr lang="uk-UA" dirty="0"/>
              <a:t>Перехід від мануфактури з її ручною працею та ремісничою технікою до великого машинного фабрично-заводського виробництва, що зумовив формування нових соціальних верств – підприємців і найманих робітників, </a:t>
            </a:r>
          </a:p>
        </p:txBody>
      </p:sp>
      <p:graphicFrame>
        <p:nvGraphicFramePr>
          <p:cNvPr id="5" name="Місце для вмісту 4">
            <a:extLst>
              <a:ext uri="{FF2B5EF4-FFF2-40B4-BE49-F238E27FC236}">
                <a16:creationId xmlns:a16="http://schemas.microsoft.com/office/drawing/2014/main" id="{691CC298-DBC0-A64A-A3B2-CF34DC61EC6B}"/>
              </a:ext>
            </a:extLst>
          </p:cNvPr>
          <p:cNvGraphicFramePr>
            <a:graphicFrameLocks noGrp="1"/>
          </p:cNvGraphicFramePr>
          <p:nvPr>
            <p:ph sz="half" idx="2"/>
            <p:extLst>
              <p:ext uri="{D42A27DB-BD31-4B8C-83A1-F6EECF244321}">
                <p14:modId xmlns:p14="http://schemas.microsoft.com/office/powerpoint/2010/main" val="551913607"/>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41274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93A799-F682-34A7-0730-5E7BDC38EB60}"/>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a:t>
            </a:r>
            <a:r>
              <a:rPr lang="ru-RU" dirty="0" err="1"/>
              <a:t>характерним</a:t>
            </a:r>
            <a:r>
              <a:rPr lang="ru-RU" dirty="0"/>
              <a:t> для </a:t>
            </a:r>
            <a:r>
              <a:rPr lang="ru-RU" dirty="0" err="1"/>
              <a:t>економічного</a:t>
            </a:r>
            <a:r>
              <a:rPr lang="ru-RU" dirty="0"/>
              <a:t> </a:t>
            </a:r>
            <a:r>
              <a:rPr lang="ru-RU" dirty="0" err="1"/>
              <a:t>розвитку</a:t>
            </a:r>
            <a:r>
              <a:rPr lang="ru-RU" dirty="0"/>
              <a:t> </a:t>
            </a:r>
            <a:r>
              <a:rPr lang="ru-RU" dirty="0" err="1"/>
              <a:t>українських</a:t>
            </a:r>
            <a:r>
              <a:rPr lang="ru-RU" dirty="0"/>
              <a:t> земель у </a:t>
            </a:r>
            <a:r>
              <a:rPr lang="ru-RU" dirty="0" err="1"/>
              <a:t>складі</a:t>
            </a:r>
            <a:r>
              <a:rPr lang="ru-RU" dirty="0"/>
              <a:t> </a:t>
            </a:r>
            <a:r>
              <a:rPr lang="ru-RU" dirty="0" err="1"/>
              <a:t>Російської</a:t>
            </a:r>
            <a:r>
              <a:rPr lang="ru-RU" dirty="0"/>
              <a:t> </a:t>
            </a:r>
            <a:r>
              <a:rPr lang="ru-RU" dirty="0" err="1"/>
              <a:t>імперії</a:t>
            </a:r>
            <a:r>
              <a:rPr lang="ru-RU" dirty="0"/>
              <a:t> в </a:t>
            </a:r>
            <a:r>
              <a:rPr lang="ru-RU" dirty="0" err="1"/>
              <a:t>першій</a:t>
            </a:r>
            <a:r>
              <a:rPr lang="ru-RU" dirty="0"/>
              <a:t> </a:t>
            </a:r>
            <a:r>
              <a:rPr lang="ru-RU" dirty="0" err="1"/>
              <a:t>половині</a:t>
            </a:r>
            <a:r>
              <a:rPr lang="ru-RU" dirty="0"/>
              <a:t> ХІХ ст.?</a:t>
            </a:r>
            <a:endParaRPr lang="uk-UA" dirty="0"/>
          </a:p>
        </p:txBody>
      </p:sp>
      <p:graphicFrame>
        <p:nvGraphicFramePr>
          <p:cNvPr id="5" name="Місце для вмісту 4">
            <a:extLst>
              <a:ext uri="{FF2B5EF4-FFF2-40B4-BE49-F238E27FC236}">
                <a16:creationId xmlns:a16="http://schemas.microsoft.com/office/drawing/2014/main" id="{42D27408-E811-68D6-F811-5D18487B5817}"/>
              </a:ext>
            </a:extLst>
          </p:cNvPr>
          <p:cNvGraphicFramePr>
            <a:graphicFrameLocks noGrp="1"/>
          </p:cNvGraphicFramePr>
          <p:nvPr>
            <p:ph sz="half" idx="1"/>
            <p:extLst>
              <p:ext uri="{D42A27DB-BD31-4B8C-83A1-F6EECF244321}">
                <p14:modId xmlns:p14="http://schemas.microsoft.com/office/powerpoint/2010/main" val="1556402489"/>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BEB8B3C8-FE94-78F6-9CD7-BC2D2368C0C9}"/>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554365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5BB9C-E73A-65E3-B217-8BFBE066BB5E}"/>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a:t>
            </a:r>
            <a:r>
              <a:rPr lang="ru-RU" dirty="0" err="1"/>
              <a:t>однією</a:t>
            </a:r>
            <a:r>
              <a:rPr lang="ru-RU" dirty="0"/>
              <a:t> з </a:t>
            </a:r>
            <a:r>
              <a:rPr lang="ru-RU" dirty="0" err="1"/>
              <a:t>особливостей</a:t>
            </a:r>
            <a:r>
              <a:rPr lang="ru-RU" dirty="0"/>
              <a:t> </a:t>
            </a:r>
            <a:r>
              <a:rPr lang="ru-RU" dirty="0" err="1"/>
              <a:t>промислового</a:t>
            </a:r>
            <a:r>
              <a:rPr lang="ru-RU" dirty="0"/>
              <a:t> </a:t>
            </a:r>
            <a:r>
              <a:rPr lang="ru-RU" dirty="0" err="1"/>
              <a:t>розвитку</a:t>
            </a:r>
            <a:r>
              <a:rPr lang="ru-RU" dirty="0"/>
              <a:t> </a:t>
            </a:r>
            <a:r>
              <a:rPr lang="ru-RU" dirty="0" err="1"/>
              <a:t>українських</a:t>
            </a:r>
            <a:r>
              <a:rPr lang="ru-RU" dirty="0"/>
              <a:t> земель у </a:t>
            </a:r>
            <a:r>
              <a:rPr lang="ru-RU" dirty="0" err="1"/>
              <a:t>першій</a:t>
            </a:r>
            <a:r>
              <a:rPr lang="ru-RU" dirty="0"/>
              <a:t> </a:t>
            </a:r>
            <a:r>
              <a:rPr lang="ru-RU" dirty="0" err="1"/>
              <a:t>половині</a:t>
            </a:r>
            <a:r>
              <a:rPr lang="ru-RU" dirty="0"/>
              <a:t> XIX ст., </a:t>
            </a:r>
            <a:r>
              <a:rPr lang="ru-RU" dirty="0" err="1"/>
              <a:t>що</a:t>
            </a:r>
            <a:r>
              <a:rPr lang="ru-RU" dirty="0"/>
              <a:t> входили до складу </a:t>
            </a:r>
            <a:r>
              <a:rPr lang="ru-RU" dirty="0" err="1"/>
              <a:t>Російської</a:t>
            </a:r>
            <a:r>
              <a:rPr lang="ru-RU" dirty="0"/>
              <a:t> </a:t>
            </a:r>
            <a:r>
              <a:rPr lang="ru-RU" dirty="0" err="1"/>
              <a:t>імперії</a:t>
            </a:r>
            <a:r>
              <a:rPr lang="ru-RU" dirty="0"/>
              <a:t>?</a:t>
            </a:r>
            <a:endParaRPr lang="uk-UA" dirty="0"/>
          </a:p>
        </p:txBody>
      </p:sp>
      <p:graphicFrame>
        <p:nvGraphicFramePr>
          <p:cNvPr id="5" name="Місце для вмісту 4">
            <a:extLst>
              <a:ext uri="{FF2B5EF4-FFF2-40B4-BE49-F238E27FC236}">
                <a16:creationId xmlns:a16="http://schemas.microsoft.com/office/drawing/2014/main" id="{D4F3148F-B7AC-20C4-6D72-23E277DD0C0D}"/>
              </a:ext>
            </a:extLst>
          </p:cNvPr>
          <p:cNvGraphicFramePr>
            <a:graphicFrameLocks noGrp="1"/>
          </p:cNvGraphicFramePr>
          <p:nvPr>
            <p:ph sz="half" idx="1"/>
            <p:extLst>
              <p:ext uri="{D42A27DB-BD31-4B8C-83A1-F6EECF244321}">
                <p14:modId xmlns:p14="http://schemas.microsoft.com/office/powerpoint/2010/main" val="200168685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D84A9461-B4B4-1AA4-3E18-88607399312E}"/>
              </a:ext>
            </a:extLst>
          </p:cNvPr>
          <p:cNvSpPr>
            <a:spLocks noGrp="1"/>
          </p:cNvSpPr>
          <p:nvPr>
            <p:ph sz="half" idx="2"/>
          </p:nvPr>
        </p:nvSpPr>
        <p:spPr/>
        <p:txBody>
          <a:bodyPr/>
          <a:lstStyle/>
          <a:p>
            <a:endParaRPr lang="uk-UA" dirty="0"/>
          </a:p>
        </p:txBody>
      </p:sp>
    </p:spTree>
    <p:extLst>
      <p:ext uri="{BB962C8B-B14F-4D97-AF65-F5344CB8AC3E}">
        <p14:creationId xmlns:p14="http://schemas.microsoft.com/office/powerpoint/2010/main" val="96637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26D657-149B-EE75-EFD8-3C9659ECA92F}"/>
              </a:ext>
            </a:extLst>
          </p:cNvPr>
          <p:cNvSpPr>
            <a:spLocks noGrp="1"/>
          </p:cNvSpPr>
          <p:nvPr>
            <p:ph type="title"/>
          </p:nvPr>
        </p:nvSpPr>
        <p:spPr/>
        <p:txBody>
          <a:bodyPr/>
          <a:lstStyle/>
          <a:p>
            <a:r>
              <a:rPr lang="ru-RU" dirty="0"/>
              <a:t>Про </a:t>
            </a:r>
            <a:r>
              <a:rPr lang="ru-RU" dirty="0" err="1"/>
              <a:t>який</a:t>
            </a:r>
            <a:r>
              <a:rPr lang="ru-RU" dirty="0"/>
              <a:t> </a:t>
            </a:r>
            <a:r>
              <a:rPr lang="ru-RU" dirty="0" err="1"/>
              <a:t>процес</a:t>
            </a:r>
            <a:r>
              <a:rPr lang="ru-RU" dirty="0"/>
              <a:t> у </a:t>
            </a:r>
            <a:r>
              <a:rPr lang="ru-RU" dirty="0" err="1"/>
              <a:t>Наддніпрянській</a:t>
            </a:r>
            <a:r>
              <a:rPr lang="ru-RU" dirty="0"/>
              <a:t> </a:t>
            </a:r>
            <a:r>
              <a:rPr lang="ru-RU" dirty="0" err="1"/>
              <a:t>Україні</a:t>
            </a:r>
            <a:r>
              <a:rPr lang="ru-RU" dirty="0"/>
              <a:t> </a:t>
            </a:r>
            <a:r>
              <a:rPr lang="ru-RU" dirty="0" err="1"/>
              <a:t>йдеться</a:t>
            </a:r>
            <a:r>
              <a:rPr lang="ru-RU" dirty="0"/>
              <a:t> в </a:t>
            </a:r>
            <a:r>
              <a:rPr lang="ru-RU" dirty="0" err="1"/>
              <a:t>уривку</a:t>
            </a:r>
            <a:r>
              <a:rPr lang="ru-RU" dirty="0"/>
              <a:t> документа</a:t>
            </a:r>
            <a:endParaRPr lang="uk-UA" dirty="0"/>
          </a:p>
        </p:txBody>
      </p:sp>
      <p:sp>
        <p:nvSpPr>
          <p:cNvPr id="3" name="Місце для вмісту 2">
            <a:extLst>
              <a:ext uri="{FF2B5EF4-FFF2-40B4-BE49-F238E27FC236}">
                <a16:creationId xmlns:a16="http://schemas.microsoft.com/office/drawing/2014/main" id="{48183232-7F15-0C0B-7CFC-9756E7FDA4C3}"/>
              </a:ext>
            </a:extLst>
          </p:cNvPr>
          <p:cNvSpPr>
            <a:spLocks noGrp="1"/>
          </p:cNvSpPr>
          <p:nvPr>
            <p:ph sz="half" idx="1"/>
          </p:nvPr>
        </p:nvSpPr>
        <p:spPr/>
        <p:txBody>
          <a:bodyPr/>
          <a:lstStyle/>
          <a:p>
            <a:r>
              <a:rPr lang="uk-UA" i="1" dirty="0"/>
              <a:t>«Якщо в 1842 р. у Волинській, Подільській, Київській, Чернігівській, Полтавській і Харківській губерніях було 67 цукрових заводів, що належали дворянам, то в 1848 р. – 208, причому вартість виготовленої продукції зросла від 328,8 до 4843,7 тис. руб. сріблом»?</a:t>
            </a:r>
          </a:p>
        </p:txBody>
      </p:sp>
      <p:graphicFrame>
        <p:nvGraphicFramePr>
          <p:cNvPr id="5" name="Місце для вмісту 4">
            <a:extLst>
              <a:ext uri="{FF2B5EF4-FFF2-40B4-BE49-F238E27FC236}">
                <a16:creationId xmlns:a16="http://schemas.microsoft.com/office/drawing/2014/main" id="{B2018C91-3564-6D0D-6A2C-043BE70AAD2D}"/>
              </a:ext>
            </a:extLst>
          </p:cNvPr>
          <p:cNvGraphicFramePr>
            <a:graphicFrameLocks noGrp="1"/>
          </p:cNvGraphicFramePr>
          <p:nvPr>
            <p:ph sz="half" idx="2"/>
            <p:extLst>
              <p:ext uri="{D42A27DB-BD31-4B8C-83A1-F6EECF244321}">
                <p14:modId xmlns:p14="http://schemas.microsoft.com/office/powerpoint/2010/main" val="357592327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04660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9B12EC-FD68-74AF-889C-0868C7813B69}"/>
              </a:ext>
            </a:extLst>
          </p:cNvPr>
          <p:cNvSpPr>
            <a:spLocks noGrp="1"/>
          </p:cNvSpPr>
          <p:nvPr>
            <p:ph type="title"/>
          </p:nvPr>
        </p:nvSpPr>
        <p:spPr/>
        <p:txBody>
          <a:bodyPr>
            <a:normAutofit fontScale="90000"/>
          </a:bodyPr>
          <a:lstStyle/>
          <a:p>
            <a:r>
              <a:rPr lang="ru-RU" dirty="0" err="1"/>
              <a:t>Укажіть</a:t>
            </a:r>
            <a:r>
              <a:rPr lang="ru-RU" dirty="0"/>
              <a:t> одну з </a:t>
            </a:r>
            <a:r>
              <a:rPr lang="ru-RU" dirty="0" err="1"/>
              <a:t>основних</a:t>
            </a:r>
            <a:r>
              <a:rPr lang="ru-RU" dirty="0"/>
              <a:t> причин </a:t>
            </a:r>
            <a:r>
              <a:rPr lang="ru-RU" dirty="0" err="1"/>
              <a:t>збільшення</a:t>
            </a:r>
            <a:r>
              <a:rPr lang="ru-RU" dirty="0"/>
              <a:t> у 25 </a:t>
            </a:r>
            <a:r>
              <a:rPr lang="ru-RU" dirty="0" err="1"/>
              <a:t>разів</a:t>
            </a:r>
            <a:r>
              <a:rPr lang="ru-RU" dirty="0"/>
              <a:t> </a:t>
            </a:r>
            <a:r>
              <a:rPr lang="ru-RU" dirty="0" err="1"/>
              <a:t>посівних</a:t>
            </a:r>
            <a:r>
              <a:rPr lang="ru-RU" dirty="0"/>
              <a:t> </a:t>
            </a:r>
            <a:r>
              <a:rPr lang="ru-RU" dirty="0" err="1"/>
              <a:t>площ</a:t>
            </a:r>
            <a:r>
              <a:rPr lang="ru-RU" dirty="0"/>
              <a:t> </a:t>
            </a:r>
            <a:r>
              <a:rPr lang="ru-RU" dirty="0" err="1"/>
              <a:t>зернових</a:t>
            </a:r>
            <a:r>
              <a:rPr lang="ru-RU" dirty="0"/>
              <a:t> на </a:t>
            </a:r>
            <a:r>
              <a:rPr lang="ru-RU" dirty="0" err="1"/>
              <a:t>Півдні</a:t>
            </a:r>
            <a:r>
              <a:rPr lang="ru-RU" dirty="0"/>
              <a:t> </a:t>
            </a:r>
            <a:r>
              <a:rPr lang="ru-RU" dirty="0" err="1"/>
              <a:t>підросійської</a:t>
            </a:r>
            <a:r>
              <a:rPr lang="ru-RU" dirty="0"/>
              <a:t> </a:t>
            </a:r>
            <a:r>
              <a:rPr lang="ru-RU" dirty="0" err="1"/>
              <a:t>України</a:t>
            </a:r>
            <a:r>
              <a:rPr lang="ru-RU" dirty="0"/>
              <a:t> в </a:t>
            </a:r>
            <a:r>
              <a:rPr lang="ru-RU" dirty="0" err="1"/>
              <a:t>період</a:t>
            </a:r>
            <a:r>
              <a:rPr lang="ru-RU" dirty="0"/>
              <a:t> 1778–1851 </a:t>
            </a:r>
            <a:r>
              <a:rPr lang="ru-RU" dirty="0" err="1"/>
              <a:t>рр</a:t>
            </a:r>
            <a:r>
              <a:rPr lang="ru-RU" dirty="0"/>
              <a:t>.</a:t>
            </a:r>
            <a:endParaRPr lang="uk-UA" dirty="0"/>
          </a:p>
        </p:txBody>
      </p:sp>
      <p:graphicFrame>
        <p:nvGraphicFramePr>
          <p:cNvPr id="5" name="Місце для вмісту 4">
            <a:extLst>
              <a:ext uri="{FF2B5EF4-FFF2-40B4-BE49-F238E27FC236}">
                <a16:creationId xmlns:a16="http://schemas.microsoft.com/office/drawing/2014/main" id="{EC14670E-1374-7A19-439F-6811A76C8B40}"/>
              </a:ext>
            </a:extLst>
          </p:cNvPr>
          <p:cNvGraphicFramePr>
            <a:graphicFrameLocks noGrp="1"/>
          </p:cNvGraphicFramePr>
          <p:nvPr>
            <p:ph sz="half" idx="1"/>
            <p:extLst>
              <p:ext uri="{D42A27DB-BD31-4B8C-83A1-F6EECF244321}">
                <p14:modId xmlns:p14="http://schemas.microsoft.com/office/powerpoint/2010/main" val="1283835126"/>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C98FB40C-D6EF-B1E3-F491-8390CD456B2E}"/>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8746420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508C68-41E0-7218-0A8D-9059D891D47C}"/>
              </a:ext>
            </a:extLst>
          </p:cNvPr>
          <p:cNvSpPr>
            <a:spLocks noGrp="1"/>
          </p:cNvSpPr>
          <p:nvPr>
            <p:ph type="title"/>
          </p:nvPr>
        </p:nvSpPr>
        <p:spPr/>
        <p:txBody>
          <a:bodyPr>
            <a:noAutofit/>
          </a:bodyPr>
          <a:lstStyle/>
          <a:p>
            <a:r>
              <a:rPr lang="uk-UA" sz="2800" dirty="0"/>
              <a:t>Які поняття потрібно використовувати, щоби схарактеризувати соціально-економічне життя Наддніпрянської України наприкінці </a:t>
            </a:r>
            <a:r>
              <a:rPr lang="en-US" sz="2800" dirty="0"/>
              <a:t>XVIII – </a:t>
            </a:r>
            <a:r>
              <a:rPr lang="uk-UA" sz="2800" dirty="0"/>
              <a:t>у першій половині </a:t>
            </a:r>
            <a:r>
              <a:rPr lang="en-US" sz="2800" dirty="0"/>
              <a:t>XIX </a:t>
            </a:r>
            <a:r>
              <a:rPr lang="uk-UA" sz="2800" dirty="0"/>
              <a:t>ст.?</a:t>
            </a:r>
          </a:p>
        </p:txBody>
      </p:sp>
      <p:graphicFrame>
        <p:nvGraphicFramePr>
          <p:cNvPr id="5" name="Місце для вмісту 4">
            <a:extLst>
              <a:ext uri="{FF2B5EF4-FFF2-40B4-BE49-F238E27FC236}">
                <a16:creationId xmlns:a16="http://schemas.microsoft.com/office/drawing/2014/main" id="{73A354B1-5E5C-C85B-0862-50E69808778A}"/>
              </a:ext>
            </a:extLst>
          </p:cNvPr>
          <p:cNvGraphicFramePr>
            <a:graphicFrameLocks noGrp="1"/>
          </p:cNvGraphicFramePr>
          <p:nvPr>
            <p:ph sz="half" idx="1"/>
            <p:extLst>
              <p:ext uri="{D42A27DB-BD31-4B8C-83A1-F6EECF244321}">
                <p14:modId xmlns:p14="http://schemas.microsoft.com/office/powerpoint/2010/main" val="4287069805"/>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277E4563-3D0B-ABD9-71B8-23A8C4F6D5C1}"/>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9373699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9C5B7D-4C7D-74CF-EF0B-CFA2692C74FD}"/>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характерно для </a:t>
            </a:r>
            <a:r>
              <a:rPr lang="ru-RU" dirty="0" err="1"/>
              <a:t>соціально-економічного</a:t>
            </a:r>
            <a:r>
              <a:rPr lang="ru-RU" dirty="0"/>
              <a:t> </a:t>
            </a:r>
            <a:r>
              <a:rPr lang="ru-RU" dirty="0" err="1"/>
              <a:t>розвитку</a:t>
            </a:r>
            <a:r>
              <a:rPr lang="ru-RU" dirty="0"/>
              <a:t> </a:t>
            </a:r>
            <a:r>
              <a:rPr lang="ru-RU" dirty="0" err="1"/>
              <a:t>Наддніпрянської</a:t>
            </a:r>
            <a:r>
              <a:rPr lang="ru-RU" dirty="0"/>
              <a:t> </a:t>
            </a:r>
            <a:r>
              <a:rPr lang="ru-RU" dirty="0" err="1"/>
              <a:t>України</a:t>
            </a:r>
            <a:r>
              <a:rPr lang="ru-RU" dirty="0"/>
              <a:t> в </a:t>
            </a:r>
            <a:r>
              <a:rPr lang="ru-RU" dirty="0" err="1"/>
              <a:t>першій</a:t>
            </a:r>
            <a:r>
              <a:rPr lang="ru-RU" dirty="0"/>
              <a:t> </a:t>
            </a:r>
            <a:r>
              <a:rPr lang="ru-RU" dirty="0" err="1"/>
              <a:t>половині</a:t>
            </a:r>
            <a:r>
              <a:rPr lang="ru-RU" dirty="0"/>
              <a:t> ХIХ ст.?</a:t>
            </a:r>
            <a:endParaRPr lang="uk-UA" dirty="0"/>
          </a:p>
        </p:txBody>
      </p:sp>
      <p:graphicFrame>
        <p:nvGraphicFramePr>
          <p:cNvPr id="5" name="Місце для вмісту 4">
            <a:extLst>
              <a:ext uri="{FF2B5EF4-FFF2-40B4-BE49-F238E27FC236}">
                <a16:creationId xmlns:a16="http://schemas.microsoft.com/office/drawing/2014/main" id="{9A927FE7-8425-14EC-F1BD-4E35236A98AE}"/>
              </a:ext>
            </a:extLst>
          </p:cNvPr>
          <p:cNvGraphicFramePr>
            <a:graphicFrameLocks noGrp="1"/>
          </p:cNvGraphicFramePr>
          <p:nvPr>
            <p:ph sz="half" idx="1"/>
            <p:extLst>
              <p:ext uri="{D42A27DB-BD31-4B8C-83A1-F6EECF244321}">
                <p14:modId xmlns:p14="http://schemas.microsoft.com/office/powerpoint/2010/main" val="196186411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AA4A4E09-F7D9-2DF4-B3A2-FBDB4021DA14}"/>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048354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0A09C-D4AB-5908-07F7-0B5F420AA209}"/>
              </a:ext>
            </a:extLst>
          </p:cNvPr>
          <p:cNvSpPr>
            <a:spLocks noGrp="1"/>
          </p:cNvSpPr>
          <p:nvPr>
            <p:ph type="title"/>
          </p:nvPr>
        </p:nvSpPr>
        <p:spPr/>
        <p:txBody>
          <a:bodyPr/>
          <a:lstStyle/>
          <a:p>
            <a:r>
              <a:rPr lang="ru-RU" dirty="0"/>
              <a:t>Прочитайте </a:t>
            </a:r>
            <a:r>
              <a:rPr lang="ru-RU" dirty="0" err="1"/>
              <a:t>уривок</a:t>
            </a:r>
            <a:r>
              <a:rPr lang="ru-RU" dirty="0"/>
              <a:t> </a:t>
            </a:r>
            <a:r>
              <a:rPr lang="ru-RU" dirty="0" err="1"/>
              <a:t>із</a:t>
            </a:r>
            <a:r>
              <a:rPr lang="ru-RU" dirty="0"/>
              <a:t> </a:t>
            </a:r>
            <a:r>
              <a:rPr lang="ru-RU" dirty="0" err="1"/>
              <a:t>праці</a:t>
            </a:r>
            <a:r>
              <a:rPr lang="ru-RU" dirty="0"/>
              <a:t> М. </a:t>
            </a:r>
            <a:r>
              <a:rPr lang="ru-RU" dirty="0" err="1"/>
              <a:t>Грушевського</a:t>
            </a:r>
            <a:r>
              <a:rPr lang="ru-RU" dirty="0"/>
              <a:t> та </a:t>
            </a:r>
            <a:r>
              <a:rPr lang="ru-RU" dirty="0" err="1"/>
              <a:t>виконайте</a:t>
            </a:r>
            <a:r>
              <a:rPr lang="ru-RU" dirty="0"/>
              <a:t> </a:t>
            </a:r>
            <a:r>
              <a:rPr lang="ru-RU" dirty="0" err="1"/>
              <a:t>завдання</a:t>
            </a:r>
            <a:r>
              <a:rPr lang="ru-RU" dirty="0"/>
              <a:t>.</a:t>
            </a:r>
            <a:endParaRPr lang="uk-UA" dirty="0"/>
          </a:p>
        </p:txBody>
      </p:sp>
      <p:sp>
        <p:nvSpPr>
          <p:cNvPr id="3" name="Місце для вмісту 2">
            <a:extLst>
              <a:ext uri="{FF2B5EF4-FFF2-40B4-BE49-F238E27FC236}">
                <a16:creationId xmlns:a16="http://schemas.microsoft.com/office/drawing/2014/main" id="{271A650C-2193-4E6E-5E8E-C71A07524793}"/>
              </a:ext>
            </a:extLst>
          </p:cNvPr>
          <p:cNvSpPr>
            <a:spLocks noGrp="1"/>
          </p:cNvSpPr>
          <p:nvPr>
            <p:ph sz="half" idx="1"/>
          </p:nvPr>
        </p:nvSpPr>
        <p:spPr/>
        <p:txBody>
          <a:bodyPr/>
          <a:lstStyle/>
          <a:p>
            <a:r>
              <a:rPr lang="ru-RU" i="1" dirty="0"/>
              <a:t>«У тих землях, </a:t>
            </a:r>
            <a:r>
              <a:rPr lang="ru-RU" i="1" dirty="0" err="1"/>
              <a:t>що</a:t>
            </a:r>
            <a:r>
              <a:rPr lang="ru-RU" i="1" dirty="0"/>
              <a:t> </a:t>
            </a:r>
            <a:r>
              <a:rPr lang="ru-RU" i="1" dirty="0" err="1"/>
              <a:t>одійшли</a:t>
            </a:r>
            <a:r>
              <a:rPr lang="ru-RU" i="1" dirty="0"/>
              <a:t> до </a:t>
            </a:r>
            <a:r>
              <a:rPr lang="ru-RU" i="1" dirty="0" err="1"/>
              <a:t>Австрії</a:t>
            </a:r>
            <a:r>
              <a:rPr lang="ru-RU" i="1" dirty="0"/>
              <a:t>, </a:t>
            </a:r>
            <a:r>
              <a:rPr lang="ru-RU" i="1" dirty="0" err="1"/>
              <a:t>нове</a:t>
            </a:r>
            <a:r>
              <a:rPr lang="ru-RU" i="1" dirty="0"/>
              <a:t> правительство </a:t>
            </a:r>
            <a:r>
              <a:rPr lang="ru-RU" i="1" dirty="0" err="1"/>
              <a:t>австрійське</a:t>
            </a:r>
            <a:r>
              <a:rPr lang="ru-RU" i="1" dirty="0"/>
              <a:t> </a:t>
            </a:r>
            <a:r>
              <a:rPr lang="ru-RU" i="1" dirty="0" err="1"/>
              <a:t>заходилося</a:t>
            </a:r>
            <a:r>
              <a:rPr lang="ru-RU" i="1" dirty="0"/>
              <a:t> коло того, </a:t>
            </a:r>
            <a:r>
              <a:rPr lang="ru-RU" i="1" dirty="0" err="1"/>
              <a:t>щоб</a:t>
            </a:r>
            <a:r>
              <a:rPr lang="ru-RU" i="1" dirty="0"/>
              <a:t> </a:t>
            </a:r>
            <a:r>
              <a:rPr lang="ru-RU" i="1" dirty="0" err="1"/>
              <a:t>поліпшити</a:t>
            </a:r>
            <a:r>
              <a:rPr lang="ru-RU" i="1" dirty="0"/>
              <a:t> долю </a:t>
            </a:r>
            <a:r>
              <a:rPr lang="ru-RU" i="1" dirty="0" err="1"/>
              <a:t>кріпаків</a:t>
            </a:r>
            <a:r>
              <a:rPr lang="ru-RU" i="1" dirty="0"/>
              <a:t> </a:t>
            </a:r>
            <a:r>
              <a:rPr lang="ru-RU" i="1" dirty="0" err="1"/>
              <a:t>українських</a:t>
            </a:r>
            <a:r>
              <a:rPr lang="ru-RU" i="1" dirty="0"/>
              <a:t>, </a:t>
            </a:r>
            <a:r>
              <a:rPr lang="ru-RU" i="1" dirty="0" err="1"/>
              <a:t>обмежити</a:t>
            </a:r>
            <a:r>
              <a:rPr lang="ru-RU" i="1" dirty="0"/>
              <a:t> </a:t>
            </a:r>
            <a:r>
              <a:rPr lang="ru-RU" i="1" dirty="0" err="1"/>
              <a:t>безмежну</a:t>
            </a:r>
            <a:r>
              <a:rPr lang="ru-RU" i="1" dirty="0"/>
              <a:t> </a:t>
            </a:r>
            <a:r>
              <a:rPr lang="ru-RU" i="1" dirty="0" err="1"/>
              <a:t>владу</a:t>
            </a:r>
            <a:r>
              <a:rPr lang="ru-RU" i="1" dirty="0"/>
              <a:t> </a:t>
            </a:r>
            <a:r>
              <a:rPr lang="ru-RU" i="1" dirty="0" err="1"/>
              <a:t>польських</a:t>
            </a:r>
            <a:r>
              <a:rPr lang="ru-RU" i="1" dirty="0"/>
              <a:t> </a:t>
            </a:r>
            <a:r>
              <a:rPr lang="ru-RU" i="1" dirty="0" err="1"/>
              <a:t>панів</a:t>
            </a:r>
            <a:r>
              <a:rPr lang="ru-RU" i="1" dirty="0"/>
              <a:t> над ними».</a:t>
            </a:r>
          </a:p>
          <a:p>
            <a:r>
              <a:rPr lang="uk-UA" i="1" dirty="0"/>
              <a:t>В уривку йдеться про</a:t>
            </a:r>
          </a:p>
        </p:txBody>
      </p:sp>
      <p:graphicFrame>
        <p:nvGraphicFramePr>
          <p:cNvPr id="5" name="Місце для вмісту 4">
            <a:extLst>
              <a:ext uri="{FF2B5EF4-FFF2-40B4-BE49-F238E27FC236}">
                <a16:creationId xmlns:a16="http://schemas.microsoft.com/office/drawing/2014/main" id="{72974859-B8FC-2A6A-483B-28837DF4BF0F}"/>
              </a:ext>
            </a:extLst>
          </p:cNvPr>
          <p:cNvGraphicFramePr>
            <a:graphicFrameLocks noGrp="1"/>
          </p:cNvGraphicFramePr>
          <p:nvPr>
            <p:ph sz="half" idx="2"/>
            <p:extLst>
              <p:ext uri="{D42A27DB-BD31-4B8C-83A1-F6EECF244321}">
                <p14:modId xmlns:p14="http://schemas.microsoft.com/office/powerpoint/2010/main" val="3780633545"/>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8384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0AF456-E210-C6D0-4FA3-ED4A2B4B9CE6}"/>
              </a:ext>
            </a:extLst>
          </p:cNvPr>
          <p:cNvSpPr>
            <a:spLocks noGrp="1"/>
          </p:cNvSpPr>
          <p:nvPr>
            <p:ph type="title"/>
          </p:nvPr>
        </p:nvSpPr>
        <p:spPr/>
        <p:txBody>
          <a:bodyPr>
            <a:normAutofit fontScale="90000"/>
          </a:bodyPr>
          <a:lstStyle/>
          <a:p>
            <a:r>
              <a:rPr lang="uk-UA" dirty="0"/>
              <a:t>Що з указаного нижче характеризує становище </a:t>
            </a:r>
            <a:r>
              <a:rPr lang="uk-UA" dirty="0" err="1"/>
              <a:t>західноукраїнських</a:t>
            </a:r>
            <a:r>
              <a:rPr lang="uk-UA" dirty="0"/>
              <a:t> земель у складі </a:t>
            </a:r>
            <a:r>
              <a:rPr lang="uk-UA" dirty="0" err="1"/>
              <a:t>Австрійськоі</a:t>
            </a:r>
            <a:r>
              <a:rPr lang="uk-UA" dirty="0"/>
              <a:t>̈ </a:t>
            </a:r>
            <a:r>
              <a:rPr lang="uk-UA" dirty="0" err="1"/>
              <a:t>імперіі</a:t>
            </a:r>
            <a:r>
              <a:rPr lang="uk-UA" dirty="0"/>
              <a:t>̈ наприкінці </a:t>
            </a:r>
            <a:r>
              <a:rPr lang="en-US" dirty="0"/>
              <a:t>XVIII — </a:t>
            </a:r>
            <a:r>
              <a:rPr lang="uk-UA" dirty="0"/>
              <a:t>у </a:t>
            </a:r>
            <a:r>
              <a:rPr lang="uk-UA" dirty="0" err="1"/>
              <a:t>першіи</a:t>
            </a:r>
            <a:r>
              <a:rPr lang="uk-UA" dirty="0"/>
              <a:t>̆ половині ХІХ ст.?</a:t>
            </a:r>
          </a:p>
        </p:txBody>
      </p:sp>
      <p:sp>
        <p:nvSpPr>
          <p:cNvPr id="3" name="Місце для вмісту 2">
            <a:extLst>
              <a:ext uri="{FF2B5EF4-FFF2-40B4-BE49-F238E27FC236}">
                <a16:creationId xmlns:a16="http://schemas.microsoft.com/office/drawing/2014/main" id="{0177F023-9536-6502-E240-B93E0EE6541B}"/>
              </a:ext>
            </a:extLst>
          </p:cNvPr>
          <p:cNvSpPr>
            <a:spLocks noGrp="1"/>
          </p:cNvSpPr>
          <p:nvPr>
            <p:ph sz="half" idx="1"/>
          </p:nvPr>
        </p:nvSpPr>
        <p:spPr/>
        <p:txBody>
          <a:bodyPr>
            <a:normAutofit fontScale="92500"/>
          </a:bodyPr>
          <a:lstStyle/>
          <a:p>
            <a:pPr marL="342900" indent="-342900">
              <a:buFont typeface="+mj-lt"/>
              <a:buAutoNum type="arabicPeriod"/>
            </a:pPr>
            <a:r>
              <a:rPr lang="uk-UA" dirty="0"/>
              <a:t>Посилення впливу </a:t>
            </a:r>
            <a:r>
              <a:rPr lang="uk-UA" dirty="0" err="1"/>
              <a:t>німецькоі</a:t>
            </a:r>
            <a:r>
              <a:rPr lang="uk-UA" dirty="0"/>
              <a:t>̈ мови та культури.</a:t>
            </a:r>
          </a:p>
          <a:p>
            <a:pPr marL="342900" indent="-342900">
              <a:buFont typeface="+mj-lt"/>
              <a:buAutoNum type="arabicPeriod"/>
            </a:pPr>
            <a:r>
              <a:rPr lang="uk-UA" dirty="0"/>
              <a:t>Нелояльне ставлення греко-католицького духовенства до </a:t>
            </a:r>
            <a:r>
              <a:rPr lang="uk-UA" dirty="0" err="1"/>
              <a:t>імперськоі</a:t>
            </a:r>
            <a:r>
              <a:rPr lang="uk-UA" dirty="0"/>
              <a:t>̈ влади.</a:t>
            </a:r>
          </a:p>
          <a:p>
            <a:pPr marL="342900" indent="-342900">
              <a:buFont typeface="+mj-lt"/>
              <a:buAutoNum type="arabicPeriod"/>
            </a:pPr>
            <a:r>
              <a:rPr lang="uk-UA" dirty="0" err="1"/>
              <a:t>Привілейоване</a:t>
            </a:r>
            <a:r>
              <a:rPr lang="uk-UA" dirty="0"/>
              <a:t> положення </a:t>
            </a:r>
            <a:r>
              <a:rPr lang="uk-UA" dirty="0" err="1"/>
              <a:t>українського</a:t>
            </a:r>
            <a:r>
              <a:rPr lang="uk-UA" dirty="0"/>
              <a:t> населення в містах.</a:t>
            </a:r>
          </a:p>
          <a:p>
            <a:pPr marL="342900" indent="-342900">
              <a:buFont typeface="+mj-lt"/>
              <a:buAutoNum type="arabicPeriod"/>
            </a:pPr>
            <a:r>
              <a:rPr lang="uk-UA" dirty="0"/>
              <a:t>Домінування поляків і німців в органах влади.</a:t>
            </a:r>
          </a:p>
          <a:p>
            <a:pPr marL="342900" indent="-342900">
              <a:buFont typeface="+mj-lt"/>
              <a:buAutoNum type="arabicPeriod"/>
            </a:pPr>
            <a:r>
              <a:rPr lang="uk-UA" dirty="0"/>
              <a:t>Зміцнення статусу та авторитету греко-</a:t>
            </a:r>
            <a:r>
              <a:rPr lang="uk-UA" dirty="0" err="1"/>
              <a:t>католицькоі</a:t>
            </a:r>
            <a:r>
              <a:rPr lang="uk-UA" dirty="0"/>
              <a:t>̈ церкви.</a:t>
            </a:r>
          </a:p>
          <a:p>
            <a:pPr marL="342900" indent="-342900">
              <a:buFont typeface="+mj-lt"/>
              <a:buAutoNum type="arabicPeriod"/>
            </a:pPr>
            <a:r>
              <a:rPr lang="uk-UA" dirty="0"/>
              <a:t>Перебування </a:t>
            </a:r>
            <a:r>
              <a:rPr lang="uk-UA" dirty="0" err="1"/>
              <a:t>українських</a:t>
            </a:r>
            <a:r>
              <a:rPr lang="uk-UA" dirty="0"/>
              <a:t> селян і міщан у </a:t>
            </a:r>
            <a:r>
              <a:rPr lang="uk-UA" dirty="0" err="1"/>
              <a:t>кріпосніи</a:t>
            </a:r>
            <a:r>
              <a:rPr lang="uk-UA" dirty="0"/>
              <a:t>̆ залежності.</a:t>
            </a:r>
          </a:p>
        </p:txBody>
      </p:sp>
      <p:graphicFrame>
        <p:nvGraphicFramePr>
          <p:cNvPr id="8" name="Місце для вмісту 7">
            <a:extLst>
              <a:ext uri="{FF2B5EF4-FFF2-40B4-BE49-F238E27FC236}">
                <a16:creationId xmlns:a16="http://schemas.microsoft.com/office/drawing/2014/main" id="{E601B6EB-5CCD-3462-4DA0-218798D55ECE}"/>
              </a:ext>
            </a:extLst>
          </p:cNvPr>
          <p:cNvGraphicFramePr>
            <a:graphicFrameLocks noGrp="1"/>
          </p:cNvGraphicFramePr>
          <p:nvPr>
            <p:ph sz="half" idx="2"/>
            <p:extLst>
              <p:ext uri="{D42A27DB-BD31-4B8C-83A1-F6EECF244321}">
                <p14:modId xmlns:p14="http://schemas.microsoft.com/office/powerpoint/2010/main" val="327702577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49102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2B9B45-CB4E-AC1D-40BC-6FFAD48CE080}"/>
              </a:ext>
            </a:extLst>
          </p:cNvPr>
          <p:cNvSpPr>
            <a:spLocks noGrp="1"/>
          </p:cNvSpPr>
          <p:nvPr>
            <p:ph type="title"/>
          </p:nvPr>
        </p:nvSpPr>
        <p:spPr/>
        <p:txBody>
          <a:bodyPr>
            <a:normAutofit fontScale="90000"/>
          </a:bodyPr>
          <a:lstStyle/>
          <a:p>
            <a:r>
              <a:rPr lang="ru-RU" dirty="0"/>
              <a:t>У </a:t>
            </a:r>
            <a:r>
              <a:rPr lang="ru-RU" dirty="0" err="1"/>
              <a:t>якому</a:t>
            </a:r>
            <a:r>
              <a:rPr lang="ru-RU" dirty="0"/>
              <a:t> </a:t>
            </a:r>
            <a:r>
              <a:rPr lang="ru-RU" dirty="0" err="1"/>
              <a:t>році</a:t>
            </a:r>
            <a:r>
              <a:rPr lang="ru-RU" dirty="0"/>
              <a:t> на </a:t>
            </a:r>
            <a:r>
              <a:rPr lang="ru-RU" dirty="0" err="1"/>
              <a:t>західноукраїнських</a:t>
            </a:r>
            <a:r>
              <a:rPr lang="ru-RU" dirty="0"/>
              <a:t> землях (Галичина, Буковина) </a:t>
            </a:r>
            <a:r>
              <a:rPr lang="ru-RU" dirty="0" err="1"/>
              <a:t>було</a:t>
            </a:r>
            <a:r>
              <a:rPr lang="ru-RU" dirty="0"/>
              <a:t> остаточно </a:t>
            </a:r>
            <a:r>
              <a:rPr lang="ru-RU" dirty="0" err="1"/>
              <a:t>скасовано</a:t>
            </a:r>
            <a:r>
              <a:rPr lang="ru-RU" dirty="0"/>
              <a:t> панщину?</a:t>
            </a:r>
            <a:endParaRPr lang="uk-UA" dirty="0"/>
          </a:p>
        </p:txBody>
      </p:sp>
      <p:sp>
        <p:nvSpPr>
          <p:cNvPr id="3" name="Місце для вмісту 2">
            <a:extLst>
              <a:ext uri="{FF2B5EF4-FFF2-40B4-BE49-F238E27FC236}">
                <a16:creationId xmlns:a16="http://schemas.microsoft.com/office/drawing/2014/main" id="{C36D3D3A-C838-7AD3-A694-B0A49F82B0C4}"/>
              </a:ext>
            </a:extLst>
          </p:cNvPr>
          <p:cNvSpPr>
            <a:spLocks noGrp="1"/>
          </p:cNvSpPr>
          <p:nvPr>
            <p:ph sz="half" idx="1"/>
          </p:nvPr>
        </p:nvSpPr>
        <p:spPr/>
        <p:txBody>
          <a:bodyPr/>
          <a:lstStyle/>
          <a:p>
            <a:endParaRPr lang="uk-UA"/>
          </a:p>
        </p:txBody>
      </p:sp>
      <p:graphicFrame>
        <p:nvGraphicFramePr>
          <p:cNvPr id="7" name="Місце для вмісту 6">
            <a:extLst>
              <a:ext uri="{FF2B5EF4-FFF2-40B4-BE49-F238E27FC236}">
                <a16:creationId xmlns:a16="http://schemas.microsoft.com/office/drawing/2014/main" id="{558F0992-FDBE-9B02-E89A-AEEF65A77B2C}"/>
              </a:ext>
            </a:extLst>
          </p:cNvPr>
          <p:cNvGraphicFramePr>
            <a:graphicFrameLocks noGrp="1"/>
          </p:cNvGraphicFramePr>
          <p:nvPr>
            <p:ph sz="half" idx="2"/>
            <p:extLst>
              <p:ext uri="{D42A27DB-BD31-4B8C-83A1-F6EECF244321}">
                <p14:modId xmlns:p14="http://schemas.microsoft.com/office/powerpoint/2010/main" val="1660230922"/>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09876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EFA49E-0DDD-5D5C-A522-BBD2C549E0AC}"/>
              </a:ext>
            </a:extLst>
          </p:cNvPr>
          <p:cNvSpPr>
            <a:spLocks noGrp="1"/>
          </p:cNvSpPr>
          <p:nvPr>
            <p:ph type="title"/>
          </p:nvPr>
        </p:nvSpPr>
        <p:spPr/>
        <p:txBody>
          <a:bodyPr>
            <a:normAutofit fontScale="90000"/>
          </a:bodyPr>
          <a:lstStyle/>
          <a:p>
            <a:r>
              <a:rPr lang="uk-UA" dirty="0"/>
              <a:t>Унаслідок освітніх реформ Марії-Терезії та Йосифа ІІ (1770—1780-ті рр.) в Австрійській імперії</a:t>
            </a:r>
          </a:p>
        </p:txBody>
      </p:sp>
      <p:graphicFrame>
        <p:nvGraphicFramePr>
          <p:cNvPr id="7" name="Місце для вмісту 6">
            <a:extLst>
              <a:ext uri="{FF2B5EF4-FFF2-40B4-BE49-F238E27FC236}">
                <a16:creationId xmlns:a16="http://schemas.microsoft.com/office/drawing/2014/main" id="{D463C194-3F35-2CCE-8BA9-868404A997D2}"/>
              </a:ext>
            </a:extLst>
          </p:cNvPr>
          <p:cNvGraphicFramePr>
            <a:graphicFrameLocks noGrp="1"/>
          </p:cNvGraphicFramePr>
          <p:nvPr>
            <p:ph sz="half" idx="1"/>
            <p:extLst>
              <p:ext uri="{D42A27DB-BD31-4B8C-83A1-F6EECF244321}">
                <p14:modId xmlns:p14="http://schemas.microsoft.com/office/powerpoint/2010/main" val="122300193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вмісту 3">
            <a:extLst>
              <a:ext uri="{FF2B5EF4-FFF2-40B4-BE49-F238E27FC236}">
                <a16:creationId xmlns:a16="http://schemas.microsoft.com/office/drawing/2014/main" id="{62139591-9E8D-D7FC-5122-FF2D30AFEEE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917239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9A8F44-61F6-0F6C-735C-63BB0227E092}"/>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явищ</a:t>
            </a:r>
            <a:r>
              <a:rPr lang="ru-RU" dirty="0"/>
              <a:t>, </a:t>
            </a:r>
            <a:r>
              <a:rPr lang="ru-RU" dirty="0" err="1"/>
              <a:t>притаманних</a:t>
            </a:r>
            <a:r>
              <a:rPr lang="ru-RU" dirty="0"/>
              <a:t> </a:t>
            </a:r>
            <a:r>
              <a:rPr lang="ru-RU" dirty="0" err="1"/>
              <a:t>історичному</a:t>
            </a:r>
            <a:r>
              <a:rPr lang="ru-RU" dirty="0"/>
              <a:t> </a:t>
            </a:r>
            <a:r>
              <a:rPr lang="ru-RU" dirty="0" err="1"/>
              <a:t>розвиткові</a:t>
            </a:r>
            <a:r>
              <a:rPr lang="ru-RU" dirty="0"/>
              <a:t> </a:t>
            </a:r>
            <a:r>
              <a:rPr lang="ru-RU" dirty="0" err="1"/>
              <a:t>України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5FC5AEB7-6EFC-2472-2401-5CEE8C5577B1}"/>
              </a:ext>
            </a:extLst>
          </p:cNvPr>
          <p:cNvGraphicFramePr>
            <a:graphicFrameLocks noGrp="1"/>
          </p:cNvGraphicFramePr>
          <p:nvPr>
            <p:ph sz="half" idx="1"/>
            <p:extLst>
              <p:ext uri="{D42A27DB-BD31-4B8C-83A1-F6EECF244321}">
                <p14:modId xmlns:p14="http://schemas.microsoft.com/office/powerpoint/2010/main" val="401941605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12C7CE0B-1998-CFF4-B968-0C0592C62765}"/>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8344521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90E6B9-885A-9C12-AA7D-2514F0FB92C8}"/>
              </a:ext>
            </a:extLst>
          </p:cNvPr>
          <p:cNvSpPr>
            <a:spLocks noGrp="1"/>
          </p:cNvSpPr>
          <p:nvPr>
            <p:ph type="title"/>
          </p:nvPr>
        </p:nvSpPr>
        <p:spPr/>
        <p:txBody>
          <a:bodyPr>
            <a:noAutofit/>
          </a:bodyPr>
          <a:lstStyle/>
          <a:p>
            <a:r>
              <a:rPr lang="ru-RU" sz="2400" dirty="0" err="1"/>
              <a:t>Заміна</a:t>
            </a:r>
            <a:r>
              <a:rPr lang="ru-RU" sz="2400" dirty="0"/>
              <a:t> </a:t>
            </a:r>
            <a:r>
              <a:rPr lang="ru-RU" sz="2400" dirty="0" err="1"/>
              <a:t>основних</a:t>
            </a:r>
            <a:r>
              <a:rPr lang="ru-RU" sz="2400" dirty="0"/>
              <a:t> </a:t>
            </a:r>
            <a:r>
              <a:rPr lang="ru-RU" sz="2400" dirty="0" err="1"/>
              <a:t>ручних</a:t>
            </a:r>
            <a:r>
              <a:rPr lang="ru-RU" sz="2400" dirty="0"/>
              <a:t> </a:t>
            </a:r>
            <a:r>
              <a:rPr lang="ru-RU" sz="2400" dirty="0" err="1"/>
              <a:t>знарядь</a:t>
            </a:r>
            <a:r>
              <a:rPr lang="ru-RU" sz="2400" dirty="0"/>
              <a:t> </a:t>
            </a:r>
            <a:r>
              <a:rPr lang="ru-RU" sz="2400" dirty="0" err="1"/>
              <a:t>праці</a:t>
            </a:r>
            <a:r>
              <a:rPr lang="ru-RU" sz="2400" dirty="0"/>
              <a:t> системою </a:t>
            </a:r>
            <a:r>
              <a:rPr lang="ru-RU" sz="2400" dirty="0" err="1"/>
              <a:t>робочих</a:t>
            </a:r>
            <a:r>
              <a:rPr lang="ru-RU" sz="2400" dirty="0"/>
              <a:t> машин, </a:t>
            </a:r>
            <a:r>
              <a:rPr lang="ru-RU" sz="2400" dirty="0" err="1"/>
              <a:t>впровадження</a:t>
            </a:r>
            <a:r>
              <a:rPr lang="ru-RU" sz="2400" dirty="0"/>
              <a:t> у </a:t>
            </a:r>
            <a:r>
              <a:rPr lang="ru-RU" sz="2400" dirty="0" err="1"/>
              <a:t>виробництво</a:t>
            </a:r>
            <a:r>
              <a:rPr lang="ru-RU" sz="2400" dirty="0"/>
              <a:t> </a:t>
            </a:r>
            <a:r>
              <a:rPr lang="ru-RU" sz="2400" dirty="0" err="1"/>
              <a:t>парових</a:t>
            </a:r>
            <a:r>
              <a:rPr lang="ru-RU" sz="2400" dirty="0"/>
              <a:t> </a:t>
            </a:r>
            <a:r>
              <a:rPr lang="ru-RU" sz="2400" dirty="0" err="1"/>
              <a:t>двигунів</a:t>
            </a:r>
            <a:r>
              <a:rPr lang="ru-RU" sz="2400" dirty="0"/>
              <a:t>, </a:t>
            </a:r>
            <a:r>
              <a:rPr lang="ru-RU" sz="2400" dirty="0" err="1"/>
              <a:t>формування</a:t>
            </a:r>
            <a:r>
              <a:rPr lang="ru-RU" sz="2400" dirty="0"/>
              <a:t> </a:t>
            </a:r>
            <a:r>
              <a:rPr lang="ru-RU" sz="2400" dirty="0" err="1"/>
              <a:t>пролетаріату</a:t>
            </a:r>
            <a:r>
              <a:rPr lang="ru-RU" sz="2400" dirty="0"/>
              <a:t> та </a:t>
            </a:r>
            <a:r>
              <a:rPr lang="ru-RU" sz="2400" dirty="0" err="1"/>
              <a:t>буржуазії</a:t>
            </a:r>
            <a:r>
              <a:rPr lang="ru-RU" sz="2400" dirty="0"/>
              <a:t> — </a:t>
            </a:r>
            <a:r>
              <a:rPr lang="ru-RU" sz="2400" dirty="0" err="1"/>
              <a:t>це</a:t>
            </a:r>
            <a:r>
              <a:rPr lang="ru-RU" sz="2400" dirty="0"/>
              <a:t> </a:t>
            </a:r>
            <a:r>
              <a:rPr lang="ru-RU" sz="2400" dirty="0" err="1"/>
              <a:t>ознаки</a:t>
            </a:r>
            <a:endParaRPr lang="uk-UA" sz="2400" dirty="0"/>
          </a:p>
        </p:txBody>
      </p:sp>
      <p:graphicFrame>
        <p:nvGraphicFramePr>
          <p:cNvPr id="5" name="Місце для вмісту 4">
            <a:extLst>
              <a:ext uri="{FF2B5EF4-FFF2-40B4-BE49-F238E27FC236}">
                <a16:creationId xmlns:a16="http://schemas.microsoft.com/office/drawing/2014/main" id="{9AAF7DEE-C13B-C5FA-163C-E048E2648E4B}"/>
              </a:ext>
            </a:extLst>
          </p:cNvPr>
          <p:cNvGraphicFramePr>
            <a:graphicFrameLocks noGrp="1"/>
          </p:cNvGraphicFramePr>
          <p:nvPr>
            <p:ph sz="half" idx="1"/>
            <p:extLst>
              <p:ext uri="{D42A27DB-BD31-4B8C-83A1-F6EECF244321}">
                <p14:modId xmlns:p14="http://schemas.microsoft.com/office/powerpoint/2010/main" val="4290935530"/>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0224A590-B340-E731-B5DD-DDE7D647A6D4}"/>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6054960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0976C0-B42E-555A-06D5-A4B40B406DAC}"/>
              </a:ext>
            </a:extLst>
          </p:cNvPr>
          <p:cNvSpPr>
            <a:spLocks noGrp="1"/>
          </p:cNvSpPr>
          <p:nvPr>
            <p:ph type="title"/>
          </p:nvPr>
        </p:nvSpPr>
        <p:spPr/>
        <p:txBody>
          <a:bodyPr/>
          <a:lstStyle/>
          <a:p>
            <a:r>
              <a:rPr lang="ru-RU" dirty="0" err="1"/>
              <a:t>Що</a:t>
            </a:r>
            <a:r>
              <a:rPr lang="ru-RU" dirty="0"/>
              <a:t> </a:t>
            </a:r>
            <a:r>
              <a:rPr lang="ru-RU" dirty="0" err="1"/>
              <a:t>було</a:t>
            </a:r>
            <a:r>
              <a:rPr lang="ru-RU" dirty="0"/>
              <a:t> </a:t>
            </a:r>
            <a:r>
              <a:rPr lang="ru-RU" dirty="0" err="1"/>
              <a:t>спільним</a:t>
            </a:r>
            <a:r>
              <a:rPr lang="ru-RU" dirty="0"/>
              <a:t> для </a:t>
            </a:r>
            <a:r>
              <a:rPr lang="ru-RU" dirty="0" err="1"/>
              <a:t>селянських</a:t>
            </a:r>
            <a:r>
              <a:rPr lang="ru-RU" dirty="0"/>
              <a:t> реформ ХІХ ст. у </a:t>
            </a:r>
            <a:r>
              <a:rPr lang="ru-RU" dirty="0" err="1"/>
              <a:t>Російській</a:t>
            </a:r>
            <a:r>
              <a:rPr lang="ru-RU" dirty="0"/>
              <a:t> та </a:t>
            </a:r>
            <a:r>
              <a:rPr lang="ru-RU" dirty="0" err="1"/>
              <a:t>Австрійській</a:t>
            </a:r>
            <a:r>
              <a:rPr lang="ru-RU" dirty="0"/>
              <a:t> </a:t>
            </a:r>
            <a:r>
              <a:rPr lang="ru-RU" dirty="0" err="1"/>
              <a:t>імперіях</a:t>
            </a:r>
            <a:r>
              <a:rPr lang="ru-RU" dirty="0"/>
              <a:t>?</a:t>
            </a:r>
            <a:endParaRPr lang="uk-UA" dirty="0"/>
          </a:p>
        </p:txBody>
      </p:sp>
      <p:sp>
        <p:nvSpPr>
          <p:cNvPr id="3" name="Місце для вмісту 2">
            <a:extLst>
              <a:ext uri="{FF2B5EF4-FFF2-40B4-BE49-F238E27FC236}">
                <a16:creationId xmlns:a16="http://schemas.microsoft.com/office/drawing/2014/main" id="{9B4391D6-3F39-F1DB-7967-920190898EB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73FC35DD-2BCB-A65F-A0BF-DE3136A94B04}"/>
              </a:ext>
            </a:extLst>
          </p:cNvPr>
          <p:cNvGraphicFramePr>
            <a:graphicFrameLocks noGrp="1"/>
          </p:cNvGraphicFramePr>
          <p:nvPr>
            <p:ph sz="half" idx="2"/>
            <p:extLst>
              <p:ext uri="{D42A27DB-BD31-4B8C-83A1-F6EECF244321}">
                <p14:modId xmlns:p14="http://schemas.microsoft.com/office/powerpoint/2010/main" val="504235337"/>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47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128010-56FE-A6FE-1C44-5F67E989D824}"/>
              </a:ext>
            </a:extLst>
          </p:cNvPr>
          <p:cNvSpPr>
            <a:spLocks noGrp="1"/>
          </p:cNvSpPr>
          <p:nvPr>
            <p:ph type="title"/>
          </p:nvPr>
        </p:nvSpPr>
        <p:spPr/>
        <p:txBody>
          <a:bodyPr>
            <a:normAutofit fontScale="90000"/>
          </a:bodyPr>
          <a:lstStyle/>
          <a:p>
            <a:r>
              <a:rPr lang="ru-RU" dirty="0" err="1"/>
              <a:t>Зазначте</a:t>
            </a:r>
            <a:r>
              <a:rPr lang="ru-RU" dirty="0"/>
              <a:t> </a:t>
            </a:r>
            <a:r>
              <a:rPr lang="ru-RU" dirty="0" err="1"/>
              <a:t>ознаки</a:t>
            </a:r>
            <a:r>
              <a:rPr lang="ru-RU" dirty="0"/>
              <a:t> </a:t>
            </a:r>
            <a:r>
              <a:rPr lang="ru-RU" dirty="0" err="1"/>
              <a:t>кризи</a:t>
            </a:r>
            <a:r>
              <a:rPr lang="ru-RU" dirty="0"/>
              <a:t> у </a:t>
            </a:r>
            <a:r>
              <a:rPr lang="ru-RU" dirty="0" err="1"/>
              <a:t>сільському</a:t>
            </a:r>
            <a:r>
              <a:rPr lang="ru-RU" dirty="0"/>
              <a:t> </a:t>
            </a:r>
            <a:r>
              <a:rPr lang="ru-RU" dirty="0" err="1"/>
              <a:t>господарстві</a:t>
            </a:r>
            <a:r>
              <a:rPr lang="ru-RU" dirty="0"/>
              <a:t> </a:t>
            </a:r>
            <a:r>
              <a:rPr lang="ru-RU" dirty="0" err="1"/>
              <a:t>Наддніпрянської</a:t>
            </a:r>
            <a:r>
              <a:rPr lang="ru-RU" dirty="0"/>
              <a:t> </a:t>
            </a:r>
            <a:r>
              <a:rPr lang="ru-RU" dirty="0" err="1"/>
              <a:t>України</a:t>
            </a:r>
            <a:r>
              <a:rPr lang="ru-RU" dirty="0"/>
              <a:t> у </a:t>
            </a:r>
            <a:r>
              <a:rPr lang="ru-RU" dirty="0" err="1"/>
              <a:t>першій</a:t>
            </a:r>
            <a:r>
              <a:rPr lang="ru-RU" dirty="0"/>
              <a:t> </a:t>
            </a:r>
            <a:r>
              <a:rPr lang="ru-RU" dirty="0" err="1"/>
              <a:t>половині</a:t>
            </a:r>
            <a:r>
              <a:rPr lang="ru-RU" dirty="0"/>
              <a:t> ХІХ ст.</a:t>
            </a:r>
            <a:endParaRPr lang="uk-UA" dirty="0"/>
          </a:p>
        </p:txBody>
      </p:sp>
      <p:sp>
        <p:nvSpPr>
          <p:cNvPr id="3" name="Місце для вмісту 2">
            <a:extLst>
              <a:ext uri="{FF2B5EF4-FFF2-40B4-BE49-F238E27FC236}">
                <a16:creationId xmlns:a16="http://schemas.microsoft.com/office/drawing/2014/main" id="{474650AB-6803-DA7B-6F0B-B2BBDE76A31C}"/>
              </a:ext>
            </a:extLst>
          </p:cNvPr>
          <p:cNvSpPr>
            <a:spLocks noGrp="1"/>
          </p:cNvSpPr>
          <p:nvPr>
            <p:ph sz="half" idx="1"/>
          </p:nvPr>
        </p:nvSpPr>
        <p:spPr/>
        <p:txBody>
          <a:bodyPr/>
          <a:lstStyle/>
          <a:p>
            <a:pPr marL="342900" indent="-342900">
              <a:buFont typeface="+mj-lt"/>
              <a:buAutoNum type="arabicPeriod"/>
            </a:pPr>
            <a:r>
              <a:rPr lang="uk-UA" dirty="0"/>
              <a:t>Низька товарність господарства.</a:t>
            </a:r>
          </a:p>
          <a:p>
            <a:pPr marL="342900" indent="-342900">
              <a:buFont typeface="+mj-lt"/>
              <a:buAutoNum type="arabicPeriod"/>
            </a:pPr>
            <a:r>
              <a:rPr lang="uk-UA" dirty="0"/>
              <a:t>Посилення кріпосницького гніту.</a:t>
            </a:r>
          </a:p>
          <a:p>
            <a:pPr marL="342900" indent="-342900">
              <a:buFont typeface="+mj-lt"/>
              <a:buAutoNum type="arabicPeriod"/>
            </a:pPr>
            <a:r>
              <a:rPr lang="uk-UA" dirty="0"/>
              <a:t>Зменшення плати кріпакам за їхню роботу.</a:t>
            </a:r>
          </a:p>
          <a:p>
            <a:pPr marL="342900" indent="-342900">
              <a:buFont typeface="+mj-lt"/>
              <a:buAutoNum type="arabicPeriod"/>
            </a:pPr>
            <a:r>
              <a:rPr lang="uk-UA" dirty="0"/>
              <a:t>Зростання кількості безземельних селян.</a:t>
            </a:r>
          </a:p>
          <a:p>
            <a:pPr marL="342900" indent="-342900">
              <a:buFont typeface="+mj-lt"/>
              <a:buAutoNum type="arabicPeriod"/>
            </a:pPr>
            <a:r>
              <a:rPr lang="uk-UA" dirty="0"/>
              <a:t>Переведення усіх кріпаків із відробіткової ренти на грошову.</a:t>
            </a:r>
          </a:p>
          <a:p>
            <a:pPr marL="342900" indent="-342900">
              <a:buFont typeface="+mj-lt"/>
              <a:buAutoNum type="arabicPeriod"/>
            </a:pPr>
            <a:r>
              <a:rPr lang="uk-UA" dirty="0"/>
              <a:t>Падіння цін на сільськогосподарську продукцію у зв’язку з її перевиробництвом.</a:t>
            </a:r>
          </a:p>
        </p:txBody>
      </p:sp>
      <p:graphicFrame>
        <p:nvGraphicFramePr>
          <p:cNvPr id="5" name="Місце для вмісту 4">
            <a:extLst>
              <a:ext uri="{FF2B5EF4-FFF2-40B4-BE49-F238E27FC236}">
                <a16:creationId xmlns:a16="http://schemas.microsoft.com/office/drawing/2014/main" id="{6F5194D9-2C95-A524-26FF-9B5817CE1751}"/>
              </a:ext>
            </a:extLst>
          </p:cNvPr>
          <p:cNvGraphicFramePr>
            <a:graphicFrameLocks noGrp="1"/>
          </p:cNvGraphicFramePr>
          <p:nvPr>
            <p:ph sz="half" idx="2"/>
            <p:extLst>
              <p:ext uri="{D42A27DB-BD31-4B8C-83A1-F6EECF244321}">
                <p14:modId xmlns:p14="http://schemas.microsoft.com/office/powerpoint/2010/main" val="2265522973"/>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201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706599-F7CB-751E-FA9A-C32DDEA4EE44}"/>
              </a:ext>
            </a:extLst>
          </p:cNvPr>
          <p:cNvSpPr>
            <a:spLocks noGrp="1"/>
          </p:cNvSpPr>
          <p:nvPr>
            <p:ph type="title"/>
          </p:nvPr>
        </p:nvSpPr>
        <p:spPr/>
        <p:txBody>
          <a:bodyPr/>
          <a:lstStyle/>
          <a:p>
            <a:r>
              <a:rPr lang="uk-UA" dirty="0"/>
              <a:t>Установіть відповідність між прізвищами діячів та фактами їхньої біографії.</a:t>
            </a:r>
          </a:p>
        </p:txBody>
      </p:sp>
      <p:graphicFrame>
        <p:nvGraphicFramePr>
          <p:cNvPr id="6" name="Місце для вмісту 5">
            <a:extLst>
              <a:ext uri="{FF2B5EF4-FFF2-40B4-BE49-F238E27FC236}">
                <a16:creationId xmlns:a16="http://schemas.microsoft.com/office/drawing/2014/main" id="{9A7F8864-AA93-65A7-A6AE-6BF808216350}"/>
              </a:ext>
            </a:extLst>
          </p:cNvPr>
          <p:cNvGraphicFramePr>
            <a:graphicFrameLocks noGrp="1"/>
          </p:cNvGraphicFramePr>
          <p:nvPr>
            <p:ph sz="half" idx="1"/>
            <p:extLst>
              <p:ext uri="{D42A27DB-BD31-4B8C-83A1-F6EECF244321}">
                <p14:modId xmlns:p14="http://schemas.microsoft.com/office/powerpoint/2010/main" val="3955435853"/>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B406161C-034B-0420-29B4-8379FA65351C}"/>
              </a:ext>
            </a:extLst>
          </p:cNvPr>
          <p:cNvGraphicFramePr>
            <a:graphicFrameLocks noGrp="1"/>
          </p:cNvGraphicFramePr>
          <p:nvPr>
            <p:ph sz="half" idx="2"/>
            <p:extLst>
              <p:ext uri="{D42A27DB-BD31-4B8C-83A1-F6EECF244321}">
                <p14:modId xmlns:p14="http://schemas.microsoft.com/office/powerpoint/2010/main" val="3652928364"/>
              </p:ext>
            </p:extLst>
          </p:nvPr>
        </p:nvGraphicFramePr>
        <p:xfrm>
          <a:off x="5821894" y="1612669"/>
          <a:ext cx="5684303" cy="524533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657121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613BA2-30D9-6DBE-D328-909230F81F45}"/>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суспільно</a:t>
            </a:r>
            <a:r>
              <a:rPr lang="ru-RU" dirty="0"/>
              <a:t>-культурного </a:t>
            </a:r>
            <a:r>
              <a:rPr lang="ru-RU" dirty="0" err="1"/>
              <a:t>життя</a:t>
            </a:r>
            <a:r>
              <a:rPr lang="ru-RU" dirty="0"/>
              <a:t> XIX – початку XX </a:t>
            </a:r>
            <a:r>
              <a:rPr lang="ru-RU" dirty="0" err="1"/>
              <a:t>cт</a:t>
            </a:r>
            <a:r>
              <a:rPr lang="ru-RU" dirty="0"/>
              <a:t>.</a:t>
            </a:r>
            <a:endParaRPr lang="uk-UA" dirty="0"/>
          </a:p>
        </p:txBody>
      </p:sp>
      <p:sp>
        <p:nvSpPr>
          <p:cNvPr id="3" name="Місце для вмісту 2">
            <a:extLst>
              <a:ext uri="{FF2B5EF4-FFF2-40B4-BE49-F238E27FC236}">
                <a16:creationId xmlns:a16="http://schemas.microsoft.com/office/drawing/2014/main" id="{EF2EADA1-2EBA-F807-1526-15CBC0BAF47D}"/>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7F99CCDF-8B53-FDCE-150E-AACCCB757F71}"/>
              </a:ext>
            </a:extLst>
          </p:cNvPr>
          <p:cNvGraphicFramePr>
            <a:graphicFrameLocks noGrp="1"/>
          </p:cNvGraphicFramePr>
          <p:nvPr>
            <p:ph sz="half" idx="2"/>
            <p:extLst>
              <p:ext uri="{D42A27DB-BD31-4B8C-83A1-F6EECF244321}">
                <p14:modId xmlns:p14="http://schemas.microsoft.com/office/powerpoint/2010/main" val="4016991977"/>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28448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05EC71-6C44-F1CA-A39D-1EBD6FD1D513}"/>
              </a:ext>
            </a:extLst>
          </p:cNvPr>
          <p:cNvSpPr>
            <a:spLocks noGrp="1"/>
          </p:cNvSpPr>
          <p:nvPr>
            <p:ph type="title"/>
          </p:nvPr>
        </p:nvSpPr>
        <p:spPr/>
        <p:txBody>
          <a:bodyPr/>
          <a:lstStyle/>
          <a:p>
            <a:r>
              <a:rPr lang="ru-RU" dirty="0"/>
              <a:t>Культурно-</a:t>
            </a:r>
            <a:r>
              <a:rPr lang="ru-RU" dirty="0" err="1"/>
              <a:t>просвітницьке</a:t>
            </a:r>
            <a:r>
              <a:rPr lang="ru-RU" dirty="0"/>
              <a:t> </a:t>
            </a:r>
            <a:r>
              <a:rPr lang="ru-RU" dirty="0" err="1"/>
              <a:t>угруповання</a:t>
            </a:r>
            <a:r>
              <a:rPr lang="ru-RU" dirty="0"/>
              <a:t> «</a:t>
            </a:r>
            <a:r>
              <a:rPr lang="ru-RU" dirty="0" err="1"/>
              <a:t>Руська</a:t>
            </a:r>
            <a:r>
              <a:rPr lang="ru-RU" dirty="0"/>
              <a:t> </a:t>
            </a:r>
            <a:r>
              <a:rPr lang="ru-RU" dirty="0" err="1"/>
              <a:t>трійця</a:t>
            </a:r>
            <a:r>
              <a:rPr lang="ru-RU" dirty="0"/>
              <a:t>» </a:t>
            </a:r>
            <a:r>
              <a:rPr lang="ru-RU" dirty="0" err="1"/>
              <a:t>діяло</a:t>
            </a:r>
            <a:r>
              <a:rPr lang="ru-RU" dirty="0"/>
              <a:t> </a:t>
            </a:r>
            <a:r>
              <a:rPr lang="ru-RU" dirty="0" err="1"/>
              <a:t>впродовж</a:t>
            </a:r>
            <a:endParaRPr lang="uk-UA" dirty="0"/>
          </a:p>
        </p:txBody>
      </p:sp>
      <p:sp>
        <p:nvSpPr>
          <p:cNvPr id="3" name="Місце для вмісту 2">
            <a:extLst>
              <a:ext uri="{FF2B5EF4-FFF2-40B4-BE49-F238E27FC236}">
                <a16:creationId xmlns:a16="http://schemas.microsoft.com/office/drawing/2014/main" id="{D68773CE-FE19-0BAA-2D5C-5D868E82BB1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760E35F-8A0C-1915-9F52-D452B0C830FD}"/>
              </a:ext>
            </a:extLst>
          </p:cNvPr>
          <p:cNvGraphicFramePr>
            <a:graphicFrameLocks noGrp="1"/>
          </p:cNvGraphicFramePr>
          <p:nvPr>
            <p:ph sz="half" idx="2"/>
            <p:extLst>
              <p:ext uri="{D42A27DB-BD31-4B8C-83A1-F6EECF244321}">
                <p14:modId xmlns:p14="http://schemas.microsoft.com/office/powerpoint/2010/main" val="446503705"/>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79180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8421D6-0A6B-497B-82C0-FC8DB899A1B0}"/>
              </a:ext>
            </a:extLst>
          </p:cNvPr>
          <p:cNvSpPr>
            <a:spLocks noGrp="1"/>
          </p:cNvSpPr>
          <p:nvPr>
            <p:ph type="title"/>
          </p:nvPr>
        </p:nvSpPr>
        <p:spPr/>
        <p:txBody>
          <a:bodyPr/>
          <a:lstStyle/>
          <a:p>
            <a:r>
              <a:rPr lang="ru-RU" dirty="0"/>
              <a:t>Члени «</a:t>
            </a:r>
            <a:r>
              <a:rPr lang="ru-RU" dirty="0" err="1"/>
              <a:t>Руської</a:t>
            </a:r>
            <a:r>
              <a:rPr lang="ru-RU" dirty="0"/>
              <a:t> </a:t>
            </a:r>
            <a:r>
              <a:rPr lang="ru-RU" dirty="0" err="1"/>
              <a:t>трійці</a:t>
            </a:r>
            <a:r>
              <a:rPr lang="ru-RU" dirty="0"/>
              <a:t>» </a:t>
            </a:r>
            <a:r>
              <a:rPr lang="ru-RU" dirty="0" err="1"/>
              <a:t>своє</a:t>
            </a:r>
            <a:r>
              <a:rPr lang="ru-RU" dirty="0"/>
              <a:t> головне </a:t>
            </a:r>
            <a:r>
              <a:rPr lang="ru-RU" dirty="0" err="1"/>
              <a:t>завдання</a:t>
            </a:r>
            <a:r>
              <a:rPr lang="ru-RU" dirty="0"/>
              <a:t> </a:t>
            </a:r>
            <a:r>
              <a:rPr lang="ru-RU" dirty="0" err="1"/>
              <a:t>вбачали</a:t>
            </a:r>
            <a:r>
              <a:rPr lang="ru-RU" dirty="0"/>
              <a:t> в</a:t>
            </a:r>
            <a:endParaRPr lang="uk-UA" dirty="0"/>
          </a:p>
        </p:txBody>
      </p:sp>
      <p:sp>
        <p:nvSpPr>
          <p:cNvPr id="3" name="Місце для вмісту 2">
            <a:extLst>
              <a:ext uri="{FF2B5EF4-FFF2-40B4-BE49-F238E27FC236}">
                <a16:creationId xmlns:a16="http://schemas.microsoft.com/office/drawing/2014/main" id="{159777BD-A53D-E3DE-5926-59A635722E7C}"/>
              </a:ext>
            </a:extLst>
          </p:cNvPr>
          <p:cNvSpPr>
            <a:spLocks noGrp="1"/>
          </p:cNvSpPr>
          <p:nvPr>
            <p:ph sz="half" idx="1"/>
          </p:nvPr>
        </p:nvSpPr>
        <p:spPr/>
        <p:txBody>
          <a:bodyPr/>
          <a:lstStyle/>
          <a:p>
            <a:endParaRPr lang="uk-UA"/>
          </a:p>
        </p:txBody>
      </p:sp>
      <p:graphicFrame>
        <p:nvGraphicFramePr>
          <p:cNvPr id="7" name="Місце для вмісту 6">
            <a:extLst>
              <a:ext uri="{FF2B5EF4-FFF2-40B4-BE49-F238E27FC236}">
                <a16:creationId xmlns:a16="http://schemas.microsoft.com/office/drawing/2014/main" id="{E6151077-48BA-517A-B8EE-32E5EB44A70B}"/>
              </a:ext>
            </a:extLst>
          </p:cNvPr>
          <p:cNvGraphicFramePr>
            <a:graphicFrameLocks noGrp="1"/>
          </p:cNvGraphicFramePr>
          <p:nvPr>
            <p:ph sz="half" idx="2"/>
            <p:extLst>
              <p:ext uri="{D42A27DB-BD31-4B8C-83A1-F6EECF244321}">
                <p14:modId xmlns:p14="http://schemas.microsoft.com/office/powerpoint/2010/main" val="1520757269"/>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06719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B18D68-A5E9-B883-D7BA-8021CF74B725}"/>
              </a:ext>
            </a:extLst>
          </p:cNvPr>
          <p:cNvSpPr>
            <a:spLocks noGrp="1"/>
          </p:cNvSpPr>
          <p:nvPr>
            <p:ph type="title"/>
          </p:nvPr>
        </p:nvSpPr>
        <p:spPr/>
        <p:txBody>
          <a:bodyPr>
            <a:normAutofit/>
          </a:bodyPr>
          <a:lstStyle/>
          <a:p>
            <a:r>
              <a:rPr lang="ru-RU" dirty="0" err="1"/>
              <a:t>Який</a:t>
            </a:r>
            <a:r>
              <a:rPr lang="ru-RU" dirty="0"/>
              <a:t> фактор </a:t>
            </a:r>
            <a:r>
              <a:rPr lang="ru-RU" dirty="0" err="1"/>
              <a:t>сприяв</a:t>
            </a:r>
            <a:endParaRPr lang="uk-UA" dirty="0"/>
          </a:p>
        </p:txBody>
      </p:sp>
      <p:graphicFrame>
        <p:nvGraphicFramePr>
          <p:cNvPr id="5" name="Місце для вмісту 4">
            <a:extLst>
              <a:ext uri="{FF2B5EF4-FFF2-40B4-BE49-F238E27FC236}">
                <a16:creationId xmlns:a16="http://schemas.microsoft.com/office/drawing/2014/main" id="{8387577C-831A-080D-F22B-2C1510DA5834}"/>
              </a:ext>
            </a:extLst>
          </p:cNvPr>
          <p:cNvGraphicFramePr>
            <a:graphicFrameLocks noGrp="1"/>
          </p:cNvGraphicFramePr>
          <p:nvPr>
            <p:ph sz="half" idx="1"/>
            <p:extLst>
              <p:ext uri="{D42A27DB-BD31-4B8C-83A1-F6EECF244321}">
                <p14:modId xmlns:p14="http://schemas.microsoft.com/office/powerpoint/2010/main" val="3824091308"/>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вмісту 3">
            <a:extLst>
              <a:ext uri="{FF2B5EF4-FFF2-40B4-BE49-F238E27FC236}">
                <a16:creationId xmlns:a16="http://schemas.microsoft.com/office/drawing/2014/main" id="{48258909-ABE5-8A5B-34DD-B5C92EDF2407}"/>
              </a:ext>
            </a:extLst>
          </p:cNvPr>
          <p:cNvSpPr>
            <a:spLocks noGrp="1"/>
          </p:cNvSpPr>
          <p:nvPr>
            <p:ph sz="half" idx="2"/>
          </p:nvPr>
        </p:nvSpPr>
        <p:spPr/>
        <p:txBody>
          <a:bodyPr/>
          <a:lstStyle/>
          <a:p>
            <a:r>
              <a:rPr lang="ru-RU" dirty="0" err="1"/>
              <a:t>перетворенню</a:t>
            </a:r>
            <a:r>
              <a:rPr lang="ru-RU" dirty="0"/>
              <a:t> греко-</a:t>
            </a:r>
            <a:r>
              <a:rPr lang="ru-RU" dirty="0" err="1"/>
              <a:t>католицького</a:t>
            </a:r>
            <a:r>
              <a:rPr lang="ru-RU" dirty="0"/>
              <a:t> духовенства в </a:t>
            </a:r>
            <a:r>
              <a:rPr lang="ru-RU" dirty="0" err="1"/>
              <a:t>рушійну</a:t>
            </a:r>
            <a:r>
              <a:rPr lang="ru-RU" dirty="0"/>
              <a:t> силу </a:t>
            </a:r>
            <a:r>
              <a:rPr lang="ru-RU" dirty="0" err="1"/>
              <a:t>національного</a:t>
            </a:r>
            <a:r>
              <a:rPr lang="ru-RU" dirty="0"/>
              <a:t> </a:t>
            </a:r>
            <a:r>
              <a:rPr lang="ru-RU" dirty="0" err="1"/>
              <a:t>відродження</a:t>
            </a:r>
            <a:r>
              <a:rPr lang="ru-RU" dirty="0"/>
              <a:t> на </a:t>
            </a:r>
            <a:r>
              <a:rPr lang="ru-RU" dirty="0" err="1"/>
              <a:t>західноукраїнських</a:t>
            </a:r>
            <a:r>
              <a:rPr lang="ru-RU" dirty="0"/>
              <a:t> землях </a:t>
            </a:r>
            <a:r>
              <a:rPr lang="ru-RU" dirty="0" err="1"/>
              <a:t>наприкінці</a:t>
            </a:r>
            <a:r>
              <a:rPr lang="ru-RU" dirty="0"/>
              <a:t> XVIII – на початку XIX ст.?</a:t>
            </a:r>
            <a:endParaRPr lang="uk-UA" dirty="0"/>
          </a:p>
        </p:txBody>
      </p:sp>
    </p:spTree>
    <p:extLst>
      <p:ext uri="{BB962C8B-B14F-4D97-AF65-F5344CB8AC3E}">
        <p14:creationId xmlns:p14="http://schemas.microsoft.com/office/powerpoint/2010/main" val="24053720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0C4BBB-293B-62BD-CE5E-8B11DE0A8626}"/>
              </a:ext>
            </a:extLst>
          </p:cNvPr>
          <p:cNvSpPr>
            <a:spLocks noGrp="1"/>
          </p:cNvSpPr>
          <p:nvPr>
            <p:ph type="title"/>
          </p:nvPr>
        </p:nvSpPr>
        <p:spPr>
          <a:xfrm>
            <a:off x="783671" y="211864"/>
            <a:ext cx="10131425" cy="1456267"/>
          </a:xfrm>
        </p:spPr>
        <p:txBody>
          <a:bodyPr>
            <a:normAutofit fontScale="90000"/>
          </a:bodyPr>
          <a:lstStyle/>
          <a:p>
            <a:r>
              <a:rPr lang="ru-RU" dirty="0"/>
              <a:t>Яку з картин </a:t>
            </a:r>
            <a:r>
              <a:rPr lang="ru-RU" dirty="0" err="1"/>
              <a:t>козацької</a:t>
            </a:r>
            <a:r>
              <a:rPr lang="ru-RU" dirty="0"/>
              <a:t> тематики створено як </a:t>
            </a:r>
            <a:r>
              <a:rPr lang="ru-RU" dirty="0" err="1"/>
              <a:t>ілюстрацію</a:t>
            </a:r>
            <a:r>
              <a:rPr lang="ru-RU" dirty="0"/>
              <a:t> до </a:t>
            </a:r>
            <a:r>
              <a:rPr lang="ru-RU" dirty="0" err="1"/>
              <a:t>першого</a:t>
            </a:r>
            <a:r>
              <a:rPr lang="ru-RU" dirty="0"/>
              <a:t> </a:t>
            </a:r>
            <a:r>
              <a:rPr lang="ru-RU" dirty="0" err="1"/>
              <a:t>твору</a:t>
            </a:r>
            <a:r>
              <a:rPr lang="ru-RU" dirty="0"/>
              <a:t> </a:t>
            </a:r>
            <a:r>
              <a:rPr lang="ru-RU" dirty="0" err="1"/>
              <a:t>нової</a:t>
            </a:r>
            <a:r>
              <a:rPr lang="ru-RU" dirty="0"/>
              <a:t> </a:t>
            </a:r>
            <a:r>
              <a:rPr lang="ru-RU" dirty="0" err="1"/>
              <a:t>української</a:t>
            </a:r>
            <a:r>
              <a:rPr lang="ru-RU" dirty="0"/>
              <a:t> </a:t>
            </a:r>
            <a:r>
              <a:rPr lang="ru-RU" dirty="0" err="1"/>
              <a:t>літератури</a:t>
            </a:r>
            <a:r>
              <a:rPr lang="ru-RU" dirty="0"/>
              <a:t>?</a:t>
            </a:r>
            <a:endParaRPr lang="uk-UA" dirty="0"/>
          </a:p>
        </p:txBody>
      </p:sp>
      <p:pic>
        <p:nvPicPr>
          <p:cNvPr id="5122" name="Picture 2">
            <a:extLst>
              <a:ext uri="{FF2B5EF4-FFF2-40B4-BE49-F238E27FC236}">
                <a16:creationId xmlns:a16="http://schemas.microsoft.com/office/drawing/2014/main" id="{1C092662-A2DD-4F8D-88E9-BB536EECEC1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767880" y="1750107"/>
            <a:ext cx="4163006" cy="245779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CB51BAF-33F6-3CDE-58F9-E28EA37F168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298489" y="2168894"/>
            <a:ext cx="3377477" cy="456848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5C4E64F5-26AB-33F8-7671-F7706B24C2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9597" y="4289876"/>
            <a:ext cx="4219575" cy="248602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061FE346-B13E-5EA6-D868-E5F0FEC661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177" y="2065867"/>
            <a:ext cx="3359232" cy="4710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2944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E52A94-9268-165B-FE6A-818F8AA37F09}"/>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ХІХ ст.</a:t>
            </a:r>
            <a:endParaRPr lang="uk-UA" dirty="0"/>
          </a:p>
        </p:txBody>
      </p:sp>
      <p:graphicFrame>
        <p:nvGraphicFramePr>
          <p:cNvPr id="5" name="Місце для вмісту 4">
            <a:extLst>
              <a:ext uri="{FF2B5EF4-FFF2-40B4-BE49-F238E27FC236}">
                <a16:creationId xmlns:a16="http://schemas.microsoft.com/office/drawing/2014/main" id="{EBC9C122-86D4-E0C6-302D-4D4CEC9F7E68}"/>
              </a:ext>
            </a:extLst>
          </p:cNvPr>
          <p:cNvGraphicFramePr>
            <a:graphicFrameLocks noGrp="1"/>
          </p:cNvGraphicFramePr>
          <p:nvPr>
            <p:ph sz="half" idx="1"/>
            <p:extLst>
              <p:ext uri="{D42A27DB-BD31-4B8C-83A1-F6EECF244321}">
                <p14:modId xmlns:p14="http://schemas.microsoft.com/office/powerpoint/2010/main" val="817370189"/>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64EBC555-394D-57A3-2EBB-BC9965B00B5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2014756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777B6F-A439-1583-847E-24ED7E18A811}"/>
              </a:ext>
            </a:extLst>
          </p:cNvPr>
          <p:cNvSpPr>
            <a:spLocks noGrp="1"/>
          </p:cNvSpPr>
          <p:nvPr>
            <p:ph type="title"/>
          </p:nvPr>
        </p:nvSpPr>
        <p:spPr/>
        <p:txBody>
          <a:bodyPr/>
          <a:lstStyle/>
          <a:p>
            <a:r>
              <a:rPr lang="ru-RU" dirty="0"/>
              <a:t>Книгу, </a:t>
            </a:r>
            <a:r>
              <a:rPr lang="ru-RU" dirty="0" err="1"/>
              <a:t>зображену</a:t>
            </a:r>
            <a:r>
              <a:rPr lang="ru-RU" dirty="0"/>
              <a:t> на фото, </a:t>
            </a:r>
            <a:r>
              <a:rPr lang="ru-RU" dirty="0" err="1"/>
              <a:t>присвячено</a:t>
            </a:r>
            <a:r>
              <a:rPr lang="ru-RU" dirty="0"/>
              <a:t> </a:t>
            </a:r>
            <a:r>
              <a:rPr lang="ru-RU" dirty="0" err="1"/>
              <a:t>історичним</a:t>
            </a:r>
            <a:r>
              <a:rPr lang="ru-RU" dirty="0"/>
              <a:t> </a:t>
            </a:r>
            <a:r>
              <a:rPr lang="ru-RU" dirty="0" err="1"/>
              <a:t>подіям</a:t>
            </a:r>
            <a:r>
              <a:rPr lang="ru-RU" dirty="0"/>
              <a:t> на</a:t>
            </a:r>
            <a:endParaRPr lang="uk-UA" dirty="0"/>
          </a:p>
        </p:txBody>
      </p:sp>
      <p:graphicFrame>
        <p:nvGraphicFramePr>
          <p:cNvPr id="5" name="Місце для вмісту 4">
            <a:extLst>
              <a:ext uri="{FF2B5EF4-FFF2-40B4-BE49-F238E27FC236}">
                <a16:creationId xmlns:a16="http://schemas.microsoft.com/office/drawing/2014/main" id="{B2C025F8-1803-D8F7-4353-5A16C47334D7}"/>
              </a:ext>
            </a:extLst>
          </p:cNvPr>
          <p:cNvGraphicFramePr>
            <a:graphicFrameLocks noGrp="1"/>
          </p:cNvGraphicFramePr>
          <p:nvPr>
            <p:ph sz="half" idx="2"/>
            <p:extLst>
              <p:ext uri="{D42A27DB-BD31-4B8C-83A1-F6EECF244321}">
                <p14:modId xmlns:p14="http://schemas.microsoft.com/office/powerpoint/2010/main" val="3276048064"/>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a:extLst>
              <a:ext uri="{FF2B5EF4-FFF2-40B4-BE49-F238E27FC236}">
                <a16:creationId xmlns:a16="http://schemas.microsoft.com/office/drawing/2014/main" id="{7AA82AE8-6825-05F3-39DC-E5F701F3AF25}"/>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43676" y="2141538"/>
            <a:ext cx="2480111" cy="3649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3050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65DA12-AC1F-1AF1-6CCD-95C2C84C6E63}"/>
              </a:ext>
            </a:extLst>
          </p:cNvPr>
          <p:cNvSpPr>
            <a:spLocks noGrp="1"/>
          </p:cNvSpPr>
          <p:nvPr>
            <p:ph type="title"/>
          </p:nvPr>
        </p:nvSpPr>
        <p:spPr/>
        <p:txBody>
          <a:bodyPr/>
          <a:lstStyle/>
          <a:p>
            <a:r>
              <a:rPr lang="ru-RU" dirty="0" err="1"/>
              <a:t>Узгодьте</a:t>
            </a:r>
            <a:r>
              <a:rPr lang="ru-RU" dirty="0"/>
              <a:t> </a:t>
            </a:r>
            <a:r>
              <a:rPr lang="ru-RU" dirty="0" err="1"/>
              <a:t>назву</a:t>
            </a:r>
            <a:r>
              <a:rPr lang="ru-RU" dirty="0"/>
              <a:t> </a:t>
            </a:r>
            <a:r>
              <a:rPr lang="ru-RU" dirty="0" err="1"/>
              <a:t>видання</a:t>
            </a:r>
            <a:r>
              <a:rPr lang="ru-RU" dirty="0"/>
              <a:t> (1–4) з </a:t>
            </a:r>
            <a:r>
              <a:rPr lang="ru-RU" dirty="0" err="1"/>
              <a:t>його</a:t>
            </a:r>
            <a:r>
              <a:rPr lang="ru-RU" dirty="0"/>
              <a:t> характеристикою (А – Д).</a:t>
            </a:r>
            <a:endParaRPr lang="uk-UA" dirty="0"/>
          </a:p>
        </p:txBody>
      </p:sp>
      <p:graphicFrame>
        <p:nvGraphicFramePr>
          <p:cNvPr id="6" name="Місце для вмісту 5">
            <a:extLst>
              <a:ext uri="{FF2B5EF4-FFF2-40B4-BE49-F238E27FC236}">
                <a16:creationId xmlns:a16="http://schemas.microsoft.com/office/drawing/2014/main" id="{CDD469BC-0050-45FD-71B2-727BA0FB8089}"/>
              </a:ext>
            </a:extLst>
          </p:cNvPr>
          <p:cNvGraphicFramePr>
            <a:graphicFrameLocks noGrp="1"/>
          </p:cNvGraphicFramePr>
          <p:nvPr>
            <p:ph sz="half" idx="1"/>
            <p:extLst>
              <p:ext uri="{D42A27DB-BD31-4B8C-83A1-F6EECF244321}">
                <p14:modId xmlns:p14="http://schemas.microsoft.com/office/powerpoint/2010/main" val="3484082091"/>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C465A974-3E0A-201F-E3B2-599A845C5A1F}"/>
              </a:ext>
            </a:extLst>
          </p:cNvPr>
          <p:cNvGraphicFramePr>
            <a:graphicFrameLocks noGrp="1"/>
          </p:cNvGraphicFramePr>
          <p:nvPr>
            <p:ph sz="half" idx="2"/>
            <p:extLst>
              <p:ext uri="{D42A27DB-BD31-4B8C-83A1-F6EECF244321}">
                <p14:modId xmlns:p14="http://schemas.microsoft.com/office/powerpoint/2010/main" val="256955741"/>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646297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01E326-8D97-0037-EA91-BE2575D47142}"/>
              </a:ext>
            </a:extLst>
          </p:cNvPr>
          <p:cNvSpPr>
            <a:spLocks noGrp="1"/>
          </p:cNvSpPr>
          <p:nvPr>
            <p:ph type="title"/>
          </p:nvPr>
        </p:nvSpPr>
        <p:spPr/>
        <p:txBody>
          <a:bodyPr/>
          <a:lstStyle/>
          <a:p>
            <a:r>
              <a:rPr lang="ru-RU" dirty="0" err="1"/>
              <a:t>Доберіть</a:t>
            </a:r>
            <a:r>
              <a:rPr lang="ru-RU" dirty="0"/>
              <a:t> до кожного з </a:t>
            </a:r>
            <a:r>
              <a:rPr lang="ru-RU" dirty="0" err="1"/>
              <a:t>видань</a:t>
            </a:r>
            <a:r>
              <a:rPr lang="ru-RU" dirty="0"/>
              <a:t> </a:t>
            </a:r>
            <a:r>
              <a:rPr lang="ru-RU" dirty="0" err="1"/>
              <a:t>його</a:t>
            </a:r>
            <a:r>
              <a:rPr lang="ru-RU" dirty="0"/>
              <a:t> характеристику.</a:t>
            </a:r>
            <a:endParaRPr lang="uk-UA" dirty="0"/>
          </a:p>
        </p:txBody>
      </p:sp>
      <p:graphicFrame>
        <p:nvGraphicFramePr>
          <p:cNvPr id="5" name="Місце для вмісту 4">
            <a:extLst>
              <a:ext uri="{FF2B5EF4-FFF2-40B4-BE49-F238E27FC236}">
                <a16:creationId xmlns:a16="http://schemas.microsoft.com/office/drawing/2014/main" id="{ED25A0CE-FF62-CBAF-4923-F5D7BBD5C062}"/>
              </a:ext>
            </a:extLst>
          </p:cNvPr>
          <p:cNvGraphicFramePr>
            <a:graphicFrameLocks noGrp="1"/>
          </p:cNvGraphicFramePr>
          <p:nvPr>
            <p:ph sz="half" idx="1"/>
            <p:extLst>
              <p:ext uri="{D42A27DB-BD31-4B8C-83A1-F6EECF244321}">
                <p14:modId xmlns:p14="http://schemas.microsoft.com/office/powerpoint/2010/main" val="3833671026"/>
              </p:ext>
            </p:extLst>
          </p:nvPr>
        </p:nvGraphicFramePr>
        <p:xfrm>
          <a:off x="685802" y="2142067"/>
          <a:ext cx="4995334" cy="364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76C09AD6-C22C-5B2B-564D-7F66B44C829F}"/>
              </a:ext>
            </a:extLst>
          </p:cNvPr>
          <p:cNvGraphicFramePr>
            <a:graphicFrameLocks noGrp="1"/>
          </p:cNvGraphicFramePr>
          <p:nvPr>
            <p:ph sz="half" idx="2"/>
            <p:extLst>
              <p:ext uri="{D42A27DB-BD31-4B8C-83A1-F6EECF244321}">
                <p14:modId xmlns:p14="http://schemas.microsoft.com/office/powerpoint/2010/main" val="3079848836"/>
              </p:ext>
            </p:extLst>
          </p:nvPr>
        </p:nvGraphicFramePr>
        <p:xfrm>
          <a:off x="5821895" y="2142067"/>
          <a:ext cx="4995332"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303721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CFCE4A8D-E793-6ADA-476E-281EF4CDCF25}"/>
              </a:ext>
            </a:extLst>
          </p:cNvPr>
          <p:cNvPicPr>
            <a:picLocks noChangeAspect="1"/>
          </p:cNvPicPr>
          <p:nvPr/>
        </p:nvPicPr>
        <p:blipFill>
          <a:blip r:embed="rId2"/>
          <a:stretch>
            <a:fillRect/>
          </a:stretch>
        </p:blipFill>
        <p:spPr>
          <a:xfrm>
            <a:off x="3047736" y="1714351"/>
            <a:ext cx="6096528" cy="3429297"/>
          </a:xfrm>
          <a:prstGeom prst="rect">
            <a:avLst/>
          </a:prstGeom>
        </p:spPr>
      </p:pic>
    </p:spTree>
    <p:extLst>
      <p:ext uri="{BB962C8B-B14F-4D97-AF65-F5344CB8AC3E}">
        <p14:creationId xmlns:p14="http://schemas.microsoft.com/office/powerpoint/2010/main" val="5867792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Небеса">
  <a:themeElements>
    <a:clrScheme name="Небеса">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Небеса">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Небеса">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docProps/app.xml><?xml version="1.0" encoding="utf-8"?>
<Properties xmlns="http://schemas.openxmlformats.org/officeDocument/2006/extended-properties" xmlns:vt="http://schemas.openxmlformats.org/officeDocument/2006/docPropsVTypes">
  <Template>Небеса</Template>
  <TotalTime>804</TotalTime>
  <Words>3756</Words>
  <Application>Microsoft Office PowerPoint</Application>
  <PresentationFormat>Широкий екран</PresentationFormat>
  <Paragraphs>441</Paragraphs>
  <Slides>78</Slides>
  <Notes>0</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78</vt:i4>
      </vt:variant>
    </vt:vector>
  </HeadingPairs>
  <TitlesOfParts>
    <vt:vector size="83" baseType="lpstr">
      <vt:lpstr>Arial</vt:lpstr>
      <vt:lpstr>Calibri</vt:lpstr>
      <vt:lpstr>Calibri Light</vt:lpstr>
      <vt:lpstr>Century Gothic</vt:lpstr>
      <vt:lpstr>Небеса</vt:lpstr>
      <vt:lpstr>Кінець XVIIІ ст. – XIX ст.</vt:lpstr>
      <vt:lpstr>Козацька держава поступово ліквідується </vt:lpstr>
      <vt:lpstr>Правобережна Україна асимілюється</vt:lpstr>
      <vt:lpstr>Які уривки з праці Н. Яковенко «Нарис історії середньовічної та ранньомодерної України» стосуються К. Розумовського?</vt:lpstr>
      <vt:lpstr>Політична протидія імперіям</vt:lpstr>
      <vt:lpstr>Які держави володіли українськими землями на початку ХІХ ст.?</vt:lpstr>
      <vt:lpstr>Програмні вимоги Південного товариства декабристів — це</vt:lpstr>
      <vt:lpstr>Які форми протесту селян Наддніпрянської України проти соціального гноблення були характерними для першої половини XIX ст.?</vt:lpstr>
      <vt:lpstr>«Масонство» — це</vt:lpstr>
      <vt:lpstr>"Руська правда" П. Пестеля, Конституція М. Муравйова - це програмні документи</vt:lpstr>
      <vt:lpstr>Повстання Чернігівського полку наприкінці 1825 — на початку 1826 рр. було підготовлено</vt:lpstr>
      <vt:lpstr>Рух декабристів був складовою</vt:lpstr>
      <vt:lpstr>Уривок з історичної праці засвідчує початок</vt:lpstr>
      <vt:lpstr>Коли відбулося повстання, яке дало привід царській владі розпочати масову русифікацію Правобережної України?</vt:lpstr>
      <vt:lpstr>Укажіть один із заходів, ужитих царською владою на українських землях з метою придушення польського повстання 1830–1831 рр.</vt:lpstr>
      <vt:lpstr>Повстання під проводом У. Кармалюка в першій половині ХІХ ст. було проявом поширення в Наддніпрянщині</vt:lpstr>
      <vt:lpstr>Укажіть історико-географічний регіон, значна територія якого була охоплена повстанням під проводом У. Кармалюка.</vt:lpstr>
      <vt:lpstr>Презентація PowerPoint</vt:lpstr>
      <vt:lpstr>Прочитайте уривок з історичного джерела та виконайте завдання.</vt:lpstr>
      <vt:lpstr>З іменами діячів, портрети яких зображено, пов’язують створення та діяльність</vt:lpstr>
      <vt:lpstr>Зображених на фото діячів об’єднує те, що вони були</vt:lpstr>
      <vt:lpstr>Укажіть головні ідеї програмних документів Кирило-Мефодіївського братства.</vt:lpstr>
      <vt:lpstr>У якому уривку з історичних джерел відображено головні ідеї Кирило-Мефодіївського братства?</vt:lpstr>
      <vt:lpstr>Який програмний документ проголошував таке:</vt:lpstr>
      <vt:lpstr>Узгодьте ім’я історичного діяча з назвою організації, у діяльності якої він брав участь.</vt:lpstr>
      <vt:lpstr>Яке з поданих нижче тверджень є правильним?</vt:lpstr>
      <vt:lpstr>Яка організація в ході революції 1848—1849 рр. в Австрійській імперії домагалася поділу Галичини на дві частини: східну — українську та західну — польську?</vt:lpstr>
      <vt:lpstr>Поєднайте назву організації (1–4) з іменем історичної особи, яка була її членом (А – Д).</vt:lpstr>
      <vt:lpstr>Установіть відповідність між назвами організацій першої половини ХІХ ст. та цілями, які вони ставили перед собою.</vt:lpstr>
      <vt:lpstr>Діяльність «Товариства галицьких греко-католицьких священиків» і «Руської трійці» свідчила про</vt:lpstr>
      <vt:lpstr>У доповідній записці царського жандарма ідеться про учасників</vt:lpstr>
      <vt:lpstr>Які з наведених подій відбулися впродовж першої половини ХІХ ст.?</vt:lpstr>
      <vt:lpstr>Програмові вимоги якої організації першої половини ХІХ ст. викладено в цитованому документі:</vt:lpstr>
      <vt:lpstr>Укажіть форми протесту селян Наддніпрянської України проти соціального гноблення в першій половині XIX ст.</vt:lpstr>
      <vt:lpstr>Яка форма соціального протесту населення мала поширення на українських землях у першій половині ХІХ ст.?</vt:lpstr>
      <vt:lpstr>Яка подія дала поштовх до створення Головної руської ради?</vt:lpstr>
      <vt:lpstr>Вагомим прикладом активної суспільної діяльності Головної руської ради (ГРР) підчас революції 1848-1849 рр. в Австрійській імперії є</vt:lpstr>
      <vt:lpstr>Про якого діяча йдеться в доповідній записці, адресованій королю Прусії?</vt:lpstr>
      <vt:lpstr>Позицію якого діяча українського національного відродження відображено у висловлюванні:</vt:lpstr>
      <vt:lpstr>Укажіть прізвище діяча, якого стосуються такі факти біографії:</vt:lpstr>
      <vt:lpstr>Укажіть портрет історичної особи, із якою пов’язано формування козацьких полків під час французько-російської війни 1812 р.</vt:lpstr>
      <vt:lpstr>Якою цифрою позначено територію, приєднану до Російської імперії в результаті війни з Османською імперією 1806–1812 рр.?</vt:lpstr>
      <vt:lpstr>Унаслідок завершення франко-російської війни 1812 – 1814 рр. було</vt:lpstr>
      <vt:lpstr>Спільним наслідком російсько-турецьких воєн 1806–1812 рр. та 1828–1829 рр. для українських земель було</vt:lpstr>
      <vt:lpstr>Установіть відповідність між явищем / процесом та його наслідком.</vt:lpstr>
      <vt:lpstr>У 1828 р. Задунайську Січ було зруйновано та знищено</vt:lpstr>
      <vt:lpstr>Коли відбулася російсько-турецька війна, що створила передумови для ліквідації Задунайської Січі?</vt:lpstr>
      <vt:lpstr>Знищення Задунайської Січі спричинено</vt:lpstr>
      <vt:lpstr>Ліквідація царською владою греко-католицької церкви на Правобережній Україні відбулася</vt:lpstr>
      <vt:lpstr>Наприкінці ХVІІІ — на початку ХІХ ст. на Півдні України (Новоросії) домінувало землеволодіння</vt:lpstr>
      <vt:lpstr>Що було основною одиницею адміністративно-територіального поділу українських земель у складі Російської імперії в першій половині ХІХ ст.?</vt:lpstr>
      <vt:lpstr>У результаті уніфікації адміністративного устрою Російської імперії на початку XIX ст. територію Слобідської та Лівобережної України було поділено на</vt:lpstr>
      <vt:lpstr>це ознаки</vt:lpstr>
      <vt:lpstr>Що було характерним для економічного розвитку українських земель у складі Російської імперії в першій половині ХІХ ст.?</vt:lpstr>
      <vt:lpstr>Що було однією з особливостей промислового розвитку українських земель у першій половині XIX ст., що входили до складу Російської імперії?</vt:lpstr>
      <vt:lpstr>Про який процес у Наддніпрянській Україні йдеться в уривку документа</vt:lpstr>
      <vt:lpstr>Укажіть одну з основних причин збільшення у 25 разів посівних площ зернових на Півдні підросійської України в період 1778–1851 рр.</vt:lpstr>
      <vt:lpstr>Які поняття потрібно використовувати, щоби схарактеризувати соціально-економічне життя Наддніпрянської України наприкінці XVIII – у першій половині XIX ст.?</vt:lpstr>
      <vt:lpstr>Що було характерно для соціально-економічного розвитку Наддніпрянської України в першій половині ХIХ ст.?</vt:lpstr>
      <vt:lpstr>Прочитайте уривок із праці М. Грушевського та виконайте завдання.</vt:lpstr>
      <vt:lpstr>Що з указаного нижче характеризує становище західноукраїнських земель у складі Австрійської імперії наприкінці XVIII — у першій половині ХІХ ст.?</vt:lpstr>
      <vt:lpstr>У якому році на західноукраїнських землях (Галичина, Буковина) було остаточно скасовано панщину?</vt:lpstr>
      <vt:lpstr>Унаслідок освітніх реформ Марії-Терезії та Йосифа ІІ (1770—1780-ті рр.) в Австрійській імперії</vt:lpstr>
      <vt:lpstr>Установіть послідовність явищ, притаманних історичному розвиткові України.</vt:lpstr>
      <vt:lpstr>Заміна основних ручних знарядь праці системою робочих машин, впровадження у виробництво парових двигунів, формування пролетаріату та буржуазії — це ознаки</vt:lpstr>
      <vt:lpstr>Що було спільним для селянських реформ ХІХ ст. у Російській та Австрійській імперіях?</vt:lpstr>
      <vt:lpstr>Зазначте ознаки кризи у сільському господарстві Наддніпрянської України у першій половині ХІХ ст.</vt:lpstr>
      <vt:lpstr>Установіть відповідність між прізвищами діячів та фактами їхньої біографії.</vt:lpstr>
      <vt:lpstr>Установіть послідовність подій суспільно-культурного життя XIX – початку XX cт.</vt:lpstr>
      <vt:lpstr>Культурно-просвітницьке угруповання «Руська трійця» діяло впродовж</vt:lpstr>
      <vt:lpstr>Члени «Руської трійці» своє головне завдання вбачали в</vt:lpstr>
      <vt:lpstr>Який фактор сприяв</vt:lpstr>
      <vt:lpstr>Яку з картин козацької тематики створено як ілюстрацію до першого твору нової української літератури?</vt:lpstr>
      <vt:lpstr>Установіть послідовність подій ХІХ ст.</vt:lpstr>
      <vt:lpstr>Книгу, зображену на фото, присвячено історичним подіям на</vt:lpstr>
      <vt:lpstr>Узгодьте назву видання (1–4) з його характеристикою (А – Д).</vt:lpstr>
      <vt:lpstr>Доберіть до кожного з видань його характеристику.</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6</cp:revision>
  <dcterms:created xsi:type="dcterms:W3CDTF">2024-12-18T15:23:07Z</dcterms:created>
  <dcterms:modified xsi:type="dcterms:W3CDTF">2024-12-22T09:37:18Z</dcterms:modified>
</cp:coreProperties>
</file>