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2" r:id="rId23"/>
    <p:sldId id="276" r:id="rId24"/>
    <p:sldId id="277" r:id="rId25"/>
    <p:sldId id="278" r:id="rId26"/>
    <p:sldId id="279" r:id="rId27"/>
    <p:sldId id="280" r:id="rId28"/>
    <p:sldId id="281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5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4" r:id="rId68"/>
    <p:sldId id="322" r:id="rId69"/>
    <p:sldId id="323" r:id="rId70"/>
    <p:sldId id="325" r:id="rId71"/>
    <p:sldId id="326" r:id="rId72"/>
    <p:sldId id="331" r:id="rId73"/>
    <p:sldId id="332" r:id="rId74"/>
    <p:sldId id="333" r:id="rId75"/>
    <p:sldId id="327" r:id="rId76"/>
    <p:sldId id="328" r:id="rId77"/>
    <p:sldId id="329" r:id="rId78"/>
    <p:sldId id="330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3" r:id="rId87"/>
    <p:sldId id="341" r:id="rId88"/>
    <p:sldId id="342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60E23A99-E7FA-4971-898E-DA124291E109}">
          <p14:sldIdLst>
            <p14:sldId id="256"/>
          </p14:sldIdLst>
        </p14:section>
        <p14:section name="Культові споруди" id="{92529DE4-B125-405E-B393-79D2274C3A1E}">
          <p14:sldIdLst>
            <p14:sldId id="284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82"/>
            <p14:sldId id="276"/>
            <p14:sldId id="277"/>
            <p14:sldId id="278"/>
            <p14:sldId id="279"/>
            <p14:sldId id="280"/>
            <p14:sldId id="281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7"/>
            <p14:sldId id="295"/>
            <p14:sldId id="296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4"/>
            <p14:sldId id="322"/>
            <p14:sldId id="323"/>
            <p14:sldId id="325"/>
            <p14:sldId id="326"/>
            <p14:sldId id="331"/>
            <p14:sldId id="332"/>
            <p14:sldId id="333"/>
            <p14:sldId id="327"/>
            <p14:sldId id="328"/>
            <p14:sldId id="329"/>
            <p14:sldId id="330"/>
            <p14:sldId id="334"/>
            <p14:sldId id="335"/>
            <p14:sldId id="336"/>
            <p14:sldId id="337"/>
            <p14:sldId id="338"/>
            <p14:sldId id="339"/>
            <p14:sldId id="340"/>
            <p14:sldId id="343"/>
            <p14:sldId id="341"/>
            <p14:sldId id="34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CFFF22-FADD-47F7-9022-7E2642C30A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EAD030-2DD4-45B6-A6B5-279B088FAF07}">
      <dgm:prSet/>
      <dgm:spPr/>
      <dgm:t>
        <a:bodyPr/>
        <a:lstStyle/>
        <a:p>
          <a:r>
            <a:rPr lang="ru-RU" b="0" i="0" dirty="0" err="1"/>
            <a:t>Володимирський</a:t>
          </a:r>
          <a:r>
            <a:rPr lang="ru-RU" b="0" i="0" dirty="0"/>
            <a:t> собор у </a:t>
          </a:r>
          <a:r>
            <a:rPr lang="ru-RU" b="0" i="0" dirty="0" err="1"/>
            <a:t>Києві</a:t>
          </a:r>
          <a:endParaRPr lang="uk-UA" dirty="0"/>
        </a:p>
      </dgm:t>
    </dgm:pt>
    <dgm:pt modelId="{971BAE92-C079-4291-AF34-DFDC4EDC6CBF}" type="parTrans" cxnId="{8F8DF46D-79C7-469A-BE22-825DEBC83BB4}">
      <dgm:prSet/>
      <dgm:spPr/>
      <dgm:t>
        <a:bodyPr/>
        <a:lstStyle/>
        <a:p>
          <a:endParaRPr lang="uk-UA"/>
        </a:p>
      </dgm:t>
    </dgm:pt>
    <dgm:pt modelId="{73AD1196-DCA3-491A-B161-76EFD8795928}" type="sibTrans" cxnId="{8F8DF46D-79C7-469A-BE22-825DEBC83BB4}">
      <dgm:prSet/>
      <dgm:spPr/>
      <dgm:t>
        <a:bodyPr/>
        <a:lstStyle/>
        <a:p>
          <a:endParaRPr lang="uk-UA"/>
        </a:p>
      </dgm:t>
    </dgm:pt>
    <dgm:pt modelId="{4F980E5A-E60B-4E74-A68D-19CEAEC3D9D0}">
      <dgm:prSet/>
      <dgm:spPr/>
      <dgm:t>
        <a:bodyPr/>
        <a:lstStyle/>
        <a:p>
          <a:r>
            <a:rPr lang="ru-RU" b="0" i="0"/>
            <a:t>Покровський собор у Харкові</a:t>
          </a:r>
          <a:endParaRPr lang="uk-UA"/>
        </a:p>
      </dgm:t>
    </dgm:pt>
    <dgm:pt modelId="{F1FE2251-4606-401E-9452-1CD54558273D}" type="parTrans" cxnId="{5DF3BCDD-71D2-47FC-A95C-456541E0B5A7}">
      <dgm:prSet/>
      <dgm:spPr/>
      <dgm:t>
        <a:bodyPr/>
        <a:lstStyle/>
        <a:p>
          <a:endParaRPr lang="uk-UA"/>
        </a:p>
      </dgm:t>
    </dgm:pt>
    <dgm:pt modelId="{188AD0C4-FE1F-4F00-BFF0-8FE4D9603DE1}" type="sibTrans" cxnId="{5DF3BCDD-71D2-47FC-A95C-456541E0B5A7}">
      <dgm:prSet/>
      <dgm:spPr/>
      <dgm:t>
        <a:bodyPr/>
        <a:lstStyle/>
        <a:p>
          <a:endParaRPr lang="uk-UA"/>
        </a:p>
      </dgm:t>
    </dgm:pt>
    <dgm:pt modelId="{F0F1CC19-15CE-4D23-A7A3-1CC189D9FBE9}">
      <dgm:prSet/>
      <dgm:spPr/>
      <dgm:t>
        <a:bodyPr/>
        <a:lstStyle/>
        <a:p>
          <a:r>
            <a:rPr lang="ru-RU" b="0" i="0" dirty="0" err="1"/>
            <a:t>Успенський</a:t>
          </a:r>
          <a:r>
            <a:rPr lang="ru-RU" b="0" i="0" dirty="0"/>
            <a:t> собор у </a:t>
          </a:r>
          <a:r>
            <a:rPr lang="ru-RU" b="0" i="0" dirty="0" err="1"/>
            <a:t>Почаєві</a:t>
          </a:r>
          <a:endParaRPr lang="uk-UA" dirty="0"/>
        </a:p>
      </dgm:t>
    </dgm:pt>
    <dgm:pt modelId="{3D0E503E-FE63-4B60-81E7-1A63D5F59E36}" type="parTrans" cxnId="{FE523C60-1191-4B28-ACF8-379A078F4D1C}">
      <dgm:prSet/>
      <dgm:spPr/>
      <dgm:t>
        <a:bodyPr/>
        <a:lstStyle/>
        <a:p>
          <a:endParaRPr lang="uk-UA"/>
        </a:p>
      </dgm:t>
    </dgm:pt>
    <dgm:pt modelId="{0E6FBD24-A595-45F2-9033-96E16D06B55A}" type="sibTrans" cxnId="{FE523C60-1191-4B28-ACF8-379A078F4D1C}">
      <dgm:prSet/>
      <dgm:spPr/>
      <dgm:t>
        <a:bodyPr/>
        <a:lstStyle/>
        <a:p>
          <a:endParaRPr lang="uk-UA"/>
        </a:p>
      </dgm:t>
    </dgm:pt>
    <dgm:pt modelId="{A56A6CCE-895A-42AF-9FFD-A687D906CAE6}">
      <dgm:prSet/>
      <dgm:spPr/>
      <dgm:t>
        <a:bodyPr/>
        <a:lstStyle/>
        <a:p>
          <a:r>
            <a:rPr lang="ru-RU" b="0" i="0" dirty="0" err="1"/>
            <a:t>Троїцький</a:t>
          </a:r>
          <a:r>
            <a:rPr lang="ru-RU" b="0" i="0" dirty="0"/>
            <a:t> собор у </a:t>
          </a:r>
          <a:r>
            <a:rPr lang="ru-RU" b="0" i="0" dirty="0" err="1"/>
            <a:t>Новомосковську</a:t>
          </a:r>
          <a:endParaRPr lang="uk-UA" dirty="0"/>
        </a:p>
      </dgm:t>
    </dgm:pt>
    <dgm:pt modelId="{25974352-858E-4DBC-976F-444D5AF58469}" type="parTrans" cxnId="{7E251A8F-CB18-4AEB-BE17-17933C98BBC8}">
      <dgm:prSet/>
      <dgm:spPr/>
      <dgm:t>
        <a:bodyPr/>
        <a:lstStyle/>
        <a:p>
          <a:endParaRPr lang="uk-UA"/>
        </a:p>
      </dgm:t>
    </dgm:pt>
    <dgm:pt modelId="{6236516D-9BA3-4C01-AA63-770F65579206}" type="sibTrans" cxnId="{7E251A8F-CB18-4AEB-BE17-17933C98BBC8}">
      <dgm:prSet/>
      <dgm:spPr/>
      <dgm:t>
        <a:bodyPr/>
        <a:lstStyle/>
        <a:p>
          <a:endParaRPr lang="uk-UA"/>
        </a:p>
      </dgm:t>
    </dgm:pt>
    <dgm:pt modelId="{B6EE689D-4E62-4EDD-BD85-DBFF5E77EC0E}" type="pres">
      <dgm:prSet presAssocID="{45CFFF22-FADD-47F7-9022-7E2642C30AC9}" presName="linear" presStyleCnt="0">
        <dgm:presLayoutVars>
          <dgm:animLvl val="lvl"/>
          <dgm:resizeHandles val="exact"/>
        </dgm:presLayoutVars>
      </dgm:prSet>
      <dgm:spPr/>
    </dgm:pt>
    <dgm:pt modelId="{DA746D7D-E51D-4BD4-B67C-5CCBEAFFBFD1}" type="pres">
      <dgm:prSet presAssocID="{BAEAD030-2DD4-45B6-A6B5-279B088FAF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3A38F0-BF27-450E-8992-7E01A3BE7035}" type="pres">
      <dgm:prSet presAssocID="{73AD1196-DCA3-491A-B161-76EFD8795928}" presName="spacer" presStyleCnt="0"/>
      <dgm:spPr/>
    </dgm:pt>
    <dgm:pt modelId="{161BBF87-E2EF-4E20-B2E8-445896708462}" type="pres">
      <dgm:prSet presAssocID="{4F980E5A-E60B-4E74-A68D-19CEAEC3D9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F457E2-E036-499A-A140-72E33810ED58}" type="pres">
      <dgm:prSet presAssocID="{188AD0C4-FE1F-4F00-BFF0-8FE4D9603DE1}" presName="spacer" presStyleCnt="0"/>
      <dgm:spPr/>
    </dgm:pt>
    <dgm:pt modelId="{944385E3-EBF9-46E8-A334-DF8ABF75F812}" type="pres">
      <dgm:prSet presAssocID="{F0F1CC19-15CE-4D23-A7A3-1CC189D9FB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A28331-0DBB-44E3-80E5-449892FEF1EA}" type="pres">
      <dgm:prSet presAssocID="{0E6FBD24-A595-45F2-9033-96E16D06B55A}" presName="spacer" presStyleCnt="0"/>
      <dgm:spPr/>
    </dgm:pt>
    <dgm:pt modelId="{3D563F18-D8A4-4B71-AAFA-935AE7CD5943}" type="pres">
      <dgm:prSet presAssocID="{A56A6CCE-895A-42AF-9FFD-A687D906CA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695E21-A08E-4602-89A9-79A919D48328}" type="presOf" srcId="{F0F1CC19-15CE-4D23-A7A3-1CC189D9FBE9}" destId="{944385E3-EBF9-46E8-A334-DF8ABF75F812}" srcOrd="0" destOrd="0" presId="urn:microsoft.com/office/officeart/2005/8/layout/vList2"/>
    <dgm:cxn modelId="{E95E162F-CE1F-4A77-B1E7-CDD759DC4543}" type="presOf" srcId="{45CFFF22-FADD-47F7-9022-7E2642C30AC9}" destId="{B6EE689D-4E62-4EDD-BD85-DBFF5E77EC0E}" srcOrd="0" destOrd="0" presId="urn:microsoft.com/office/officeart/2005/8/layout/vList2"/>
    <dgm:cxn modelId="{FE523C60-1191-4B28-ACF8-379A078F4D1C}" srcId="{45CFFF22-FADD-47F7-9022-7E2642C30AC9}" destId="{F0F1CC19-15CE-4D23-A7A3-1CC189D9FBE9}" srcOrd="2" destOrd="0" parTransId="{3D0E503E-FE63-4B60-81E7-1A63D5F59E36}" sibTransId="{0E6FBD24-A595-45F2-9033-96E16D06B55A}"/>
    <dgm:cxn modelId="{8F8DF46D-79C7-469A-BE22-825DEBC83BB4}" srcId="{45CFFF22-FADD-47F7-9022-7E2642C30AC9}" destId="{BAEAD030-2DD4-45B6-A6B5-279B088FAF07}" srcOrd="0" destOrd="0" parTransId="{971BAE92-C079-4291-AF34-DFDC4EDC6CBF}" sibTransId="{73AD1196-DCA3-491A-B161-76EFD8795928}"/>
    <dgm:cxn modelId="{C7A51653-F478-4DC1-B76B-1F3B0281FB06}" type="presOf" srcId="{BAEAD030-2DD4-45B6-A6B5-279B088FAF07}" destId="{DA746D7D-E51D-4BD4-B67C-5CCBEAFFBFD1}" srcOrd="0" destOrd="0" presId="urn:microsoft.com/office/officeart/2005/8/layout/vList2"/>
    <dgm:cxn modelId="{7E251A8F-CB18-4AEB-BE17-17933C98BBC8}" srcId="{45CFFF22-FADD-47F7-9022-7E2642C30AC9}" destId="{A56A6CCE-895A-42AF-9FFD-A687D906CAE6}" srcOrd="3" destOrd="0" parTransId="{25974352-858E-4DBC-976F-444D5AF58469}" sibTransId="{6236516D-9BA3-4C01-AA63-770F65579206}"/>
    <dgm:cxn modelId="{A47059A3-BC3F-4008-82FB-BD1B6C87A842}" type="presOf" srcId="{4F980E5A-E60B-4E74-A68D-19CEAEC3D9D0}" destId="{161BBF87-E2EF-4E20-B2E8-445896708462}" srcOrd="0" destOrd="0" presId="urn:microsoft.com/office/officeart/2005/8/layout/vList2"/>
    <dgm:cxn modelId="{5DF3BCDD-71D2-47FC-A95C-456541E0B5A7}" srcId="{45CFFF22-FADD-47F7-9022-7E2642C30AC9}" destId="{4F980E5A-E60B-4E74-A68D-19CEAEC3D9D0}" srcOrd="1" destOrd="0" parTransId="{F1FE2251-4606-401E-9452-1CD54558273D}" sibTransId="{188AD0C4-FE1F-4F00-BFF0-8FE4D9603DE1}"/>
    <dgm:cxn modelId="{B76E82E3-7B45-4292-933B-C4B7C97B2B8B}" type="presOf" srcId="{A56A6CCE-895A-42AF-9FFD-A687D906CAE6}" destId="{3D563F18-D8A4-4B71-AAFA-935AE7CD5943}" srcOrd="0" destOrd="0" presId="urn:microsoft.com/office/officeart/2005/8/layout/vList2"/>
    <dgm:cxn modelId="{21799220-FB18-4E00-B675-DE437E75A9A8}" type="presParOf" srcId="{B6EE689D-4E62-4EDD-BD85-DBFF5E77EC0E}" destId="{DA746D7D-E51D-4BD4-B67C-5CCBEAFFBFD1}" srcOrd="0" destOrd="0" presId="urn:microsoft.com/office/officeart/2005/8/layout/vList2"/>
    <dgm:cxn modelId="{091FF33E-3E0A-4B2A-8C86-BACBAF95857D}" type="presParOf" srcId="{B6EE689D-4E62-4EDD-BD85-DBFF5E77EC0E}" destId="{C93A38F0-BF27-450E-8992-7E01A3BE7035}" srcOrd="1" destOrd="0" presId="urn:microsoft.com/office/officeart/2005/8/layout/vList2"/>
    <dgm:cxn modelId="{AAC34B80-9A44-4009-AE66-4BB8F056134C}" type="presParOf" srcId="{B6EE689D-4E62-4EDD-BD85-DBFF5E77EC0E}" destId="{161BBF87-E2EF-4E20-B2E8-445896708462}" srcOrd="2" destOrd="0" presId="urn:microsoft.com/office/officeart/2005/8/layout/vList2"/>
    <dgm:cxn modelId="{E11122B2-1746-4A64-95C9-11498FBC71FD}" type="presParOf" srcId="{B6EE689D-4E62-4EDD-BD85-DBFF5E77EC0E}" destId="{2EF457E2-E036-499A-A140-72E33810ED58}" srcOrd="3" destOrd="0" presId="urn:microsoft.com/office/officeart/2005/8/layout/vList2"/>
    <dgm:cxn modelId="{5D82908D-4AD4-409A-AE5E-B8268D66BC07}" type="presParOf" srcId="{B6EE689D-4E62-4EDD-BD85-DBFF5E77EC0E}" destId="{944385E3-EBF9-46E8-A334-DF8ABF75F812}" srcOrd="4" destOrd="0" presId="urn:microsoft.com/office/officeart/2005/8/layout/vList2"/>
    <dgm:cxn modelId="{1591221D-C5C7-4E3A-BF4E-1357D0C4D4B7}" type="presParOf" srcId="{B6EE689D-4E62-4EDD-BD85-DBFF5E77EC0E}" destId="{1CA28331-0DBB-44E3-80E5-449892FEF1EA}" srcOrd="5" destOrd="0" presId="urn:microsoft.com/office/officeart/2005/8/layout/vList2"/>
    <dgm:cxn modelId="{17876EA2-BA81-4BCA-B3C5-850B069EFE65}" type="presParOf" srcId="{B6EE689D-4E62-4EDD-BD85-DBFF5E77EC0E}" destId="{3D563F18-D8A4-4B71-AAFA-935AE7CD59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5A1155-E1FD-433B-9F3A-B77D0AC01B1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319E7E-8AB1-459A-A8AE-27018FB70BBD}">
      <dgm:prSet/>
      <dgm:spPr/>
      <dgm:t>
        <a:bodyPr/>
        <a:lstStyle/>
        <a:p>
          <a:r>
            <a:rPr lang="ru-RU" b="0" i="0"/>
            <a:t>Б. Хмельницького.</a:t>
          </a:r>
          <a:endParaRPr lang="uk-UA"/>
        </a:p>
      </dgm:t>
    </dgm:pt>
    <dgm:pt modelId="{4EA558DD-D3AB-443F-93F1-34822AA85EAC}" type="parTrans" cxnId="{41D960AE-3496-452B-8B92-AA1297DF5408}">
      <dgm:prSet/>
      <dgm:spPr/>
      <dgm:t>
        <a:bodyPr/>
        <a:lstStyle/>
        <a:p>
          <a:endParaRPr lang="uk-UA"/>
        </a:p>
      </dgm:t>
    </dgm:pt>
    <dgm:pt modelId="{48D58F55-4550-4E91-8CB6-67126F623BA2}" type="sibTrans" cxnId="{41D960AE-3496-452B-8B92-AA1297DF5408}">
      <dgm:prSet/>
      <dgm:spPr/>
      <dgm:t>
        <a:bodyPr/>
        <a:lstStyle/>
        <a:p>
          <a:endParaRPr lang="uk-UA"/>
        </a:p>
      </dgm:t>
    </dgm:pt>
    <dgm:pt modelId="{F5572126-E519-4EF4-B59F-32950FD92628}">
      <dgm:prSet/>
      <dgm:spPr/>
      <dgm:t>
        <a:bodyPr/>
        <a:lstStyle/>
        <a:p>
          <a:r>
            <a:rPr lang="ru-RU" b="0" i="0"/>
            <a:t>І. Брюховецького.</a:t>
          </a:r>
          <a:endParaRPr lang="uk-UA"/>
        </a:p>
      </dgm:t>
    </dgm:pt>
    <dgm:pt modelId="{4F81AF61-C7BA-4F1A-9946-BEF7FEE7D6D7}" type="parTrans" cxnId="{356B17BD-39EE-4F5B-80A8-CEFB73AF06B2}">
      <dgm:prSet/>
      <dgm:spPr/>
      <dgm:t>
        <a:bodyPr/>
        <a:lstStyle/>
        <a:p>
          <a:endParaRPr lang="uk-UA"/>
        </a:p>
      </dgm:t>
    </dgm:pt>
    <dgm:pt modelId="{D42BAB52-76A4-47B7-8C7C-C43101ADF13A}" type="sibTrans" cxnId="{356B17BD-39EE-4F5B-80A8-CEFB73AF06B2}">
      <dgm:prSet/>
      <dgm:spPr/>
      <dgm:t>
        <a:bodyPr/>
        <a:lstStyle/>
        <a:p>
          <a:endParaRPr lang="uk-UA"/>
        </a:p>
      </dgm:t>
    </dgm:pt>
    <dgm:pt modelId="{FA877933-7AFD-46C6-B754-B501E9F2C65D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Розумовського</a:t>
          </a:r>
          <a:r>
            <a:rPr lang="ru-RU" b="0" i="0" dirty="0"/>
            <a:t>.</a:t>
          </a:r>
          <a:endParaRPr lang="uk-UA" dirty="0"/>
        </a:p>
      </dgm:t>
    </dgm:pt>
    <dgm:pt modelId="{10426FF5-081E-4313-B406-4C049C5BEA9E}" type="parTrans" cxnId="{B51D421C-1663-40EC-9C18-DD1231952EE5}">
      <dgm:prSet/>
      <dgm:spPr/>
      <dgm:t>
        <a:bodyPr/>
        <a:lstStyle/>
        <a:p>
          <a:endParaRPr lang="uk-UA"/>
        </a:p>
      </dgm:t>
    </dgm:pt>
    <dgm:pt modelId="{F1A6DF80-8289-4954-B560-7B58A9AF6C9D}" type="sibTrans" cxnId="{B51D421C-1663-40EC-9C18-DD1231952EE5}">
      <dgm:prSet/>
      <dgm:spPr/>
      <dgm:t>
        <a:bodyPr/>
        <a:lstStyle/>
        <a:p>
          <a:endParaRPr lang="uk-UA"/>
        </a:p>
      </dgm:t>
    </dgm:pt>
    <dgm:pt modelId="{84A2D34A-B4B7-4005-8582-5B046E17D536}">
      <dgm:prSet/>
      <dgm:spPr/>
      <dgm:t>
        <a:bodyPr/>
        <a:lstStyle/>
        <a:p>
          <a:r>
            <a:rPr lang="ru-RU" b="0" i="0" dirty="0"/>
            <a:t>П. Дорошенка.</a:t>
          </a:r>
          <a:endParaRPr lang="uk-UA" dirty="0"/>
        </a:p>
      </dgm:t>
    </dgm:pt>
    <dgm:pt modelId="{F4C22E5C-A0F8-4EB5-B60D-B86E3670D194}" type="parTrans" cxnId="{D0FCAE1A-AECC-4981-A39C-B70D09A5DDD5}">
      <dgm:prSet/>
      <dgm:spPr/>
      <dgm:t>
        <a:bodyPr/>
        <a:lstStyle/>
        <a:p>
          <a:endParaRPr lang="uk-UA"/>
        </a:p>
      </dgm:t>
    </dgm:pt>
    <dgm:pt modelId="{6B77072C-BC99-4ABC-8491-B27167385142}" type="sibTrans" cxnId="{D0FCAE1A-AECC-4981-A39C-B70D09A5DDD5}">
      <dgm:prSet/>
      <dgm:spPr/>
      <dgm:t>
        <a:bodyPr/>
        <a:lstStyle/>
        <a:p>
          <a:endParaRPr lang="uk-UA"/>
        </a:p>
      </dgm:t>
    </dgm:pt>
    <dgm:pt modelId="{C69252E9-8AE2-4EB0-9D29-547C29C274EE}" type="pres">
      <dgm:prSet presAssocID="{7F5A1155-E1FD-433B-9F3A-B77D0AC01B15}" presName="Name0" presStyleCnt="0">
        <dgm:presLayoutVars>
          <dgm:chMax val="7"/>
          <dgm:chPref val="7"/>
          <dgm:dir/>
        </dgm:presLayoutVars>
      </dgm:prSet>
      <dgm:spPr/>
    </dgm:pt>
    <dgm:pt modelId="{F5DDE3EC-6F2E-4818-8B78-C7BFD7F56564}" type="pres">
      <dgm:prSet presAssocID="{7F5A1155-E1FD-433B-9F3A-B77D0AC01B15}" presName="Name1" presStyleCnt="0"/>
      <dgm:spPr/>
    </dgm:pt>
    <dgm:pt modelId="{0F93DB47-14C4-47EF-B071-F85FBBBBFF74}" type="pres">
      <dgm:prSet presAssocID="{7F5A1155-E1FD-433B-9F3A-B77D0AC01B15}" presName="cycle" presStyleCnt="0"/>
      <dgm:spPr/>
    </dgm:pt>
    <dgm:pt modelId="{8939CCC1-625B-4E45-A146-AB363047DC99}" type="pres">
      <dgm:prSet presAssocID="{7F5A1155-E1FD-433B-9F3A-B77D0AC01B15}" presName="srcNode" presStyleLbl="node1" presStyleIdx="0" presStyleCnt="4"/>
      <dgm:spPr/>
    </dgm:pt>
    <dgm:pt modelId="{44C67901-2D0F-474D-9017-1F6CD6BD1A85}" type="pres">
      <dgm:prSet presAssocID="{7F5A1155-E1FD-433B-9F3A-B77D0AC01B15}" presName="conn" presStyleLbl="parChTrans1D2" presStyleIdx="0" presStyleCnt="1"/>
      <dgm:spPr/>
    </dgm:pt>
    <dgm:pt modelId="{439419FE-D757-4FA6-A291-5A69046E1788}" type="pres">
      <dgm:prSet presAssocID="{7F5A1155-E1FD-433B-9F3A-B77D0AC01B15}" presName="extraNode" presStyleLbl="node1" presStyleIdx="0" presStyleCnt="4"/>
      <dgm:spPr/>
    </dgm:pt>
    <dgm:pt modelId="{5FE49B33-35D5-4E09-B496-1BD8D3379AF2}" type="pres">
      <dgm:prSet presAssocID="{7F5A1155-E1FD-433B-9F3A-B77D0AC01B15}" presName="dstNode" presStyleLbl="node1" presStyleIdx="0" presStyleCnt="4"/>
      <dgm:spPr/>
    </dgm:pt>
    <dgm:pt modelId="{CAE76E54-E56D-4263-AAAB-C384AD13DA17}" type="pres">
      <dgm:prSet presAssocID="{6E319E7E-8AB1-459A-A8AE-27018FB70BBD}" presName="text_1" presStyleLbl="node1" presStyleIdx="0" presStyleCnt="4">
        <dgm:presLayoutVars>
          <dgm:bulletEnabled val="1"/>
        </dgm:presLayoutVars>
      </dgm:prSet>
      <dgm:spPr/>
    </dgm:pt>
    <dgm:pt modelId="{7D9326FA-BF1A-441A-894F-D7859261A0CF}" type="pres">
      <dgm:prSet presAssocID="{6E319E7E-8AB1-459A-A8AE-27018FB70BBD}" presName="accent_1" presStyleCnt="0"/>
      <dgm:spPr/>
    </dgm:pt>
    <dgm:pt modelId="{9D9F0360-957B-4FCD-8019-F3300AD0CAD1}" type="pres">
      <dgm:prSet presAssocID="{6E319E7E-8AB1-459A-A8AE-27018FB70BBD}" presName="accentRepeatNode" presStyleLbl="solidFgAcc1" presStyleIdx="0" presStyleCnt="4"/>
      <dgm:spPr/>
    </dgm:pt>
    <dgm:pt modelId="{A45EB85E-D686-4DB2-A8C7-5AE976961119}" type="pres">
      <dgm:prSet presAssocID="{F5572126-E519-4EF4-B59F-32950FD92628}" presName="text_2" presStyleLbl="node1" presStyleIdx="1" presStyleCnt="4">
        <dgm:presLayoutVars>
          <dgm:bulletEnabled val="1"/>
        </dgm:presLayoutVars>
      </dgm:prSet>
      <dgm:spPr/>
    </dgm:pt>
    <dgm:pt modelId="{ABF488F0-EEE4-435F-8266-60D744B5AA4E}" type="pres">
      <dgm:prSet presAssocID="{F5572126-E519-4EF4-B59F-32950FD92628}" presName="accent_2" presStyleCnt="0"/>
      <dgm:spPr/>
    </dgm:pt>
    <dgm:pt modelId="{4D99ECE1-045E-4E67-9014-5B427CE419FC}" type="pres">
      <dgm:prSet presAssocID="{F5572126-E519-4EF4-B59F-32950FD92628}" presName="accentRepeatNode" presStyleLbl="solidFgAcc1" presStyleIdx="1" presStyleCnt="4"/>
      <dgm:spPr/>
    </dgm:pt>
    <dgm:pt modelId="{E0AFCD66-EE24-4ADE-BC59-2061B76B0EFE}" type="pres">
      <dgm:prSet presAssocID="{FA877933-7AFD-46C6-B754-B501E9F2C65D}" presName="text_3" presStyleLbl="node1" presStyleIdx="2" presStyleCnt="4">
        <dgm:presLayoutVars>
          <dgm:bulletEnabled val="1"/>
        </dgm:presLayoutVars>
      </dgm:prSet>
      <dgm:spPr/>
    </dgm:pt>
    <dgm:pt modelId="{13340901-C814-4069-967C-A2B67EC7348A}" type="pres">
      <dgm:prSet presAssocID="{FA877933-7AFD-46C6-B754-B501E9F2C65D}" presName="accent_3" presStyleCnt="0"/>
      <dgm:spPr/>
    </dgm:pt>
    <dgm:pt modelId="{AC36521B-CB3C-4EB7-9A52-27336B579CB1}" type="pres">
      <dgm:prSet presAssocID="{FA877933-7AFD-46C6-B754-B501E9F2C65D}" presName="accentRepeatNode" presStyleLbl="solidFgAcc1" presStyleIdx="2" presStyleCnt="4"/>
      <dgm:spPr/>
    </dgm:pt>
    <dgm:pt modelId="{8FD3738D-9697-4087-B1C0-5A7633C22B6C}" type="pres">
      <dgm:prSet presAssocID="{84A2D34A-B4B7-4005-8582-5B046E17D536}" presName="text_4" presStyleLbl="node1" presStyleIdx="3" presStyleCnt="4">
        <dgm:presLayoutVars>
          <dgm:bulletEnabled val="1"/>
        </dgm:presLayoutVars>
      </dgm:prSet>
      <dgm:spPr/>
    </dgm:pt>
    <dgm:pt modelId="{2DF696D2-4E9E-4D91-8B5F-CCF020659AC2}" type="pres">
      <dgm:prSet presAssocID="{84A2D34A-B4B7-4005-8582-5B046E17D536}" presName="accent_4" presStyleCnt="0"/>
      <dgm:spPr/>
    </dgm:pt>
    <dgm:pt modelId="{2FD675BF-8B79-40BC-B651-C468CE25D841}" type="pres">
      <dgm:prSet presAssocID="{84A2D34A-B4B7-4005-8582-5B046E17D536}" presName="accentRepeatNode" presStyleLbl="solidFgAcc1" presStyleIdx="3" presStyleCnt="4"/>
      <dgm:spPr/>
    </dgm:pt>
  </dgm:ptLst>
  <dgm:cxnLst>
    <dgm:cxn modelId="{D0FCAE1A-AECC-4981-A39C-B70D09A5DDD5}" srcId="{7F5A1155-E1FD-433B-9F3A-B77D0AC01B15}" destId="{84A2D34A-B4B7-4005-8582-5B046E17D536}" srcOrd="3" destOrd="0" parTransId="{F4C22E5C-A0F8-4EB5-B60D-B86E3670D194}" sibTransId="{6B77072C-BC99-4ABC-8491-B27167385142}"/>
    <dgm:cxn modelId="{B51D421C-1663-40EC-9C18-DD1231952EE5}" srcId="{7F5A1155-E1FD-433B-9F3A-B77D0AC01B15}" destId="{FA877933-7AFD-46C6-B754-B501E9F2C65D}" srcOrd="2" destOrd="0" parTransId="{10426FF5-081E-4313-B406-4C049C5BEA9E}" sibTransId="{F1A6DF80-8289-4954-B560-7B58A9AF6C9D}"/>
    <dgm:cxn modelId="{96D8E863-4BE8-4B4C-8326-EF10906457D7}" type="presOf" srcId="{FA877933-7AFD-46C6-B754-B501E9F2C65D}" destId="{E0AFCD66-EE24-4ADE-BC59-2061B76B0EFE}" srcOrd="0" destOrd="0" presId="urn:microsoft.com/office/officeart/2008/layout/VerticalCurvedList"/>
    <dgm:cxn modelId="{5EE31D46-073A-4EC8-9C62-4BCC06A3F4BE}" type="presOf" srcId="{7F5A1155-E1FD-433B-9F3A-B77D0AC01B15}" destId="{C69252E9-8AE2-4EB0-9D29-547C29C274EE}" srcOrd="0" destOrd="0" presId="urn:microsoft.com/office/officeart/2008/layout/VerticalCurvedList"/>
    <dgm:cxn modelId="{EBF4F676-A889-469F-9AC6-093B9CB7C8CD}" type="presOf" srcId="{F5572126-E519-4EF4-B59F-32950FD92628}" destId="{A45EB85E-D686-4DB2-A8C7-5AE976961119}" srcOrd="0" destOrd="0" presId="urn:microsoft.com/office/officeart/2008/layout/VerticalCurvedList"/>
    <dgm:cxn modelId="{41D960AE-3496-452B-8B92-AA1297DF5408}" srcId="{7F5A1155-E1FD-433B-9F3A-B77D0AC01B15}" destId="{6E319E7E-8AB1-459A-A8AE-27018FB70BBD}" srcOrd="0" destOrd="0" parTransId="{4EA558DD-D3AB-443F-93F1-34822AA85EAC}" sibTransId="{48D58F55-4550-4E91-8CB6-67126F623BA2}"/>
    <dgm:cxn modelId="{C8C40EB1-CEA4-464A-8E3B-019CC8F77FC6}" type="presOf" srcId="{84A2D34A-B4B7-4005-8582-5B046E17D536}" destId="{8FD3738D-9697-4087-B1C0-5A7633C22B6C}" srcOrd="0" destOrd="0" presId="urn:microsoft.com/office/officeart/2008/layout/VerticalCurvedList"/>
    <dgm:cxn modelId="{356B17BD-39EE-4F5B-80A8-CEFB73AF06B2}" srcId="{7F5A1155-E1FD-433B-9F3A-B77D0AC01B15}" destId="{F5572126-E519-4EF4-B59F-32950FD92628}" srcOrd="1" destOrd="0" parTransId="{4F81AF61-C7BA-4F1A-9946-BEF7FEE7D6D7}" sibTransId="{D42BAB52-76A4-47B7-8C7C-C43101ADF13A}"/>
    <dgm:cxn modelId="{1ED3E6D2-CA7C-43C9-BF06-9062BCB7865C}" type="presOf" srcId="{48D58F55-4550-4E91-8CB6-67126F623BA2}" destId="{44C67901-2D0F-474D-9017-1F6CD6BD1A85}" srcOrd="0" destOrd="0" presId="urn:microsoft.com/office/officeart/2008/layout/VerticalCurvedList"/>
    <dgm:cxn modelId="{64DC60D7-0245-4C51-865A-A7EE7C261B4B}" type="presOf" srcId="{6E319E7E-8AB1-459A-A8AE-27018FB70BBD}" destId="{CAE76E54-E56D-4263-AAAB-C384AD13DA17}" srcOrd="0" destOrd="0" presId="urn:microsoft.com/office/officeart/2008/layout/VerticalCurvedList"/>
    <dgm:cxn modelId="{A6CEA44F-5B96-4C25-B0C7-5FE8CFCFC083}" type="presParOf" srcId="{C69252E9-8AE2-4EB0-9D29-547C29C274EE}" destId="{F5DDE3EC-6F2E-4818-8B78-C7BFD7F56564}" srcOrd="0" destOrd="0" presId="urn:microsoft.com/office/officeart/2008/layout/VerticalCurvedList"/>
    <dgm:cxn modelId="{B3F12C6E-168E-41F1-BED2-CFCC68E93E34}" type="presParOf" srcId="{F5DDE3EC-6F2E-4818-8B78-C7BFD7F56564}" destId="{0F93DB47-14C4-47EF-B071-F85FBBBBFF74}" srcOrd="0" destOrd="0" presId="urn:microsoft.com/office/officeart/2008/layout/VerticalCurvedList"/>
    <dgm:cxn modelId="{8F1DDFA7-2F06-46ED-8A35-4EE18E722D7F}" type="presParOf" srcId="{0F93DB47-14C4-47EF-B071-F85FBBBBFF74}" destId="{8939CCC1-625B-4E45-A146-AB363047DC99}" srcOrd="0" destOrd="0" presId="urn:microsoft.com/office/officeart/2008/layout/VerticalCurvedList"/>
    <dgm:cxn modelId="{66DD086F-3ADD-4310-9C53-89F1FAA2FFD2}" type="presParOf" srcId="{0F93DB47-14C4-47EF-B071-F85FBBBBFF74}" destId="{44C67901-2D0F-474D-9017-1F6CD6BD1A85}" srcOrd="1" destOrd="0" presId="urn:microsoft.com/office/officeart/2008/layout/VerticalCurvedList"/>
    <dgm:cxn modelId="{55C378B6-2EC0-44DC-8CF7-E7153269E51F}" type="presParOf" srcId="{0F93DB47-14C4-47EF-B071-F85FBBBBFF74}" destId="{439419FE-D757-4FA6-A291-5A69046E1788}" srcOrd="2" destOrd="0" presId="urn:microsoft.com/office/officeart/2008/layout/VerticalCurvedList"/>
    <dgm:cxn modelId="{6F396A93-1E1B-432E-B7F0-6BC0453040D8}" type="presParOf" srcId="{0F93DB47-14C4-47EF-B071-F85FBBBBFF74}" destId="{5FE49B33-35D5-4E09-B496-1BD8D3379AF2}" srcOrd="3" destOrd="0" presId="urn:microsoft.com/office/officeart/2008/layout/VerticalCurvedList"/>
    <dgm:cxn modelId="{072497A3-6C3F-44C4-87BD-9DFE721742F6}" type="presParOf" srcId="{F5DDE3EC-6F2E-4818-8B78-C7BFD7F56564}" destId="{CAE76E54-E56D-4263-AAAB-C384AD13DA17}" srcOrd="1" destOrd="0" presId="urn:microsoft.com/office/officeart/2008/layout/VerticalCurvedList"/>
    <dgm:cxn modelId="{53D2F5F1-F858-430B-96F9-2C1905B082DF}" type="presParOf" srcId="{F5DDE3EC-6F2E-4818-8B78-C7BFD7F56564}" destId="{7D9326FA-BF1A-441A-894F-D7859261A0CF}" srcOrd="2" destOrd="0" presId="urn:microsoft.com/office/officeart/2008/layout/VerticalCurvedList"/>
    <dgm:cxn modelId="{9B42966C-9FD6-40A2-9AC8-48C6BDD14C76}" type="presParOf" srcId="{7D9326FA-BF1A-441A-894F-D7859261A0CF}" destId="{9D9F0360-957B-4FCD-8019-F3300AD0CAD1}" srcOrd="0" destOrd="0" presId="urn:microsoft.com/office/officeart/2008/layout/VerticalCurvedList"/>
    <dgm:cxn modelId="{F53B0BDC-5E10-499F-A48F-3A83ABC00902}" type="presParOf" srcId="{F5DDE3EC-6F2E-4818-8B78-C7BFD7F56564}" destId="{A45EB85E-D686-4DB2-A8C7-5AE976961119}" srcOrd="3" destOrd="0" presId="urn:microsoft.com/office/officeart/2008/layout/VerticalCurvedList"/>
    <dgm:cxn modelId="{F3240753-E3E1-45AB-B03D-848FB1E47807}" type="presParOf" srcId="{F5DDE3EC-6F2E-4818-8B78-C7BFD7F56564}" destId="{ABF488F0-EEE4-435F-8266-60D744B5AA4E}" srcOrd="4" destOrd="0" presId="urn:microsoft.com/office/officeart/2008/layout/VerticalCurvedList"/>
    <dgm:cxn modelId="{469DD51F-DC82-4E7E-ACA7-619B09935A16}" type="presParOf" srcId="{ABF488F0-EEE4-435F-8266-60D744B5AA4E}" destId="{4D99ECE1-045E-4E67-9014-5B427CE419FC}" srcOrd="0" destOrd="0" presId="urn:microsoft.com/office/officeart/2008/layout/VerticalCurvedList"/>
    <dgm:cxn modelId="{385CE018-9A47-48BC-BBF3-7569BBD530BE}" type="presParOf" srcId="{F5DDE3EC-6F2E-4818-8B78-C7BFD7F56564}" destId="{E0AFCD66-EE24-4ADE-BC59-2061B76B0EFE}" srcOrd="5" destOrd="0" presId="urn:microsoft.com/office/officeart/2008/layout/VerticalCurvedList"/>
    <dgm:cxn modelId="{DE419710-0DB3-4A6A-BBF2-2E70F92E05A1}" type="presParOf" srcId="{F5DDE3EC-6F2E-4818-8B78-C7BFD7F56564}" destId="{13340901-C814-4069-967C-A2B67EC7348A}" srcOrd="6" destOrd="0" presId="urn:microsoft.com/office/officeart/2008/layout/VerticalCurvedList"/>
    <dgm:cxn modelId="{E2A191DD-C064-456E-BF18-5F8A0153E44C}" type="presParOf" srcId="{13340901-C814-4069-967C-A2B67EC7348A}" destId="{AC36521B-CB3C-4EB7-9A52-27336B579CB1}" srcOrd="0" destOrd="0" presId="urn:microsoft.com/office/officeart/2008/layout/VerticalCurvedList"/>
    <dgm:cxn modelId="{E8A6802C-09E5-4D0F-99AA-4AB18F3D395C}" type="presParOf" srcId="{F5DDE3EC-6F2E-4818-8B78-C7BFD7F56564}" destId="{8FD3738D-9697-4087-B1C0-5A7633C22B6C}" srcOrd="7" destOrd="0" presId="urn:microsoft.com/office/officeart/2008/layout/VerticalCurvedList"/>
    <dgm:cxn modelId="{011DE2AA-A6F2-42D8-AC64-ADA461E835C6}" type="presParOf" srcId="{F5DDE3EC-6F2E-4818-8B78-C7BFD7F56564}" destId="{2DF696D2-4E9E-4D91-8B5F-CCF020659AC2}" srcOrd="8" destOrd="0" presId="urn:microsoft.com/office/officeart/2008/layout/VerticalCurvedList"/>
    <dgm:cxn modelId="{58A5FD57-C3A2-4775-BB18-D16CB356B2C2}" type="presParOf" srcId="{2DF696D2-4E9E-4D91-8B5F-CCF020659AC2}" destId="{2FD675BF-8B79-40BC-B651-C468CE25D84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FD7B67-934A-4D46-A139-38064FA0C36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67E27F-AC44-43B0-B439-C3576CBDA00F}">
      <dgm:prSet/>
      <dgm:spPr/>
      <dgm:t>
        <a:bodyPr/>
        <a:lstStyle/>
        <a:p>
          <a:r>
            <a:rPr lang="uk-UA" b="0" i="0" dirty="0"/>
            <a:t>бароко.</a:t>
          </a:r>
          <a:endParaRPr lang="uk-UA" dirty="0"/>
        </a:p>
      </dgm:t>
    </dgm:pt>
    <dgm:pt modelId="{048BA49B-0068-465E-B763-751B493DBBA9}" type="parTrans" cxnId="{6163D1C6-2594-4BFB-956C-861E3CEF2830}">
      <dgm:prSet/>
      <dgm:spPr/>
      <dgm:t>
        <a:bodyPr/>
        <a:lstStyle/>
        <a:p>
          <a:endParaRPr lang="uk-UA"/>
        </a:p>
      </dgm:t>
    </dgm:pt>
    <dgm:pt modelId="{6EAE6C62-B3F1-4519-AD00-5DE86DEA6CF5}" type="sibTrans" cxnId="{6163D1C6-2594-4BFB-956C-861E3CEF2830}">
      <dgm:prSet/>
      <dgm:spPr/>
      <dgm:t>
        <a:bodyPr/>
        <a:lstStyle/>
        <a:p>
          <a:endParaRPr lang="uk-UA"/>
        </a:p>
      </dgm:t>
    </dgm:pt>
    <dgm:pt modelId="{9B4CEE08-F443-4A11-B440-F00E978AC43C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03E5CCB2-BAE6-4896-854A-8873658C5103}" type="parTrans" cxnId="{30A2A65E-306D-4FEA-9AD9-A550FCF8F70A}">
      <dgm:prSet/>
      <dgm:spPr/>
      <dgm:t>
        <a:bodyPr/>
        <a:lstStyle/>
        <a:p>
          <a:endParaRPr lang="uk-UA"/>
        </a:p>
      </dgm:t>
    </dgm:pt>
    <dgm:pt modelId="{88C4C174-1DB0-4037-8CB0-7C19A0F09B10}" type="sibTrans" cxnId="{30A2A65E-306D-4FEA-9AD9-A550FCF8F70A}">
      <dgm:prSet/>
      <dgm:spPr/>
      <dgm:t>
        <a:bodyPr/>
        <a:lstStyle/>
        <a:p>
          <a:endParaRPr lang="uk-UA"/>
        </a:p>
      </dgm:t>
    </dgm:pt>
    <dgm:pt modelId="{4434122B-298E-4250-80E4-A02652127225}">
      <dgm:prSet/>
      <dgm:spPr/>
      <dgm:t>
        <a:bodyPr/>
        <a:lstStyle/>
        <a:p>
          <a:r>
            <a:rPr lang="uk-UA" b="0" i="0"/>
            <a:t>модерну.</a:t>
          </a:r>
          <a:endParaRPr lang="uk-UA"/>
        </a:p>
      </dgm:t>
    </dgm:pt>
    <dgm:pt modelId="{0CFE682B-D107-461B-8364-28F6A1F11C19}" type="parTrans" cxnId="{27AB23FE-6445-475D-A3E7-A0F975AEF5CA}">
      <dgm:prSet/>
      <dgm:spPr/>
      <dgm:t>
        <a:bodyPr/>
        <a:lstStyle/>
        <a:p>
          <a:endParaRPr lang="uk-UA"/>
        </a:p>
      </dgm:t>
    </dgm:pt>
    <dgm:pt modelId="{B2A1665D-3D40-4819-99A9-164C42168D29}" type="sibTrans" cxnId="{27AB23FE-6445-475D-A3E7-A0F975AEF5CA}">
      <dgm:prSet/>
      <dgm:spPr/>
      <dgm:t>
        <a:bodyPr/>
        <a:lstStyle/>
        <a:p>
          <a:endParaRPr lang="uk-UA"/>
        </a:p>
      </dgm:t>
    </dgm:pt>
    <dgm:pt modelId="{E730E472-E5BD-4C28-9558-D9DAC77BD208}">
      <dgm:prSet/>
      <dgm:spPr/>
      <dgm:t>
        <a:bodyPr/>
        <a:lstStyle/>
        <a:p>
          <a:r>
            <a:rPr lang="uk-UA" b="0" i="0" dirty="0"/>
            <a:t>готики.</a:t>
          </a:r>
          <a:endParaRPr lang="uk-UA" dirty="0"/>
        </a:p>
      </dgm:t>
    </dgm:pt>
    <dgm:pt modelId="{D1457355-78CD-4893-9939-B3A3F5B72611}" type="parTrans" cxnId="{BEDF5594-EE6B-4635-A090-E59A5EA06858}">
      <dgm:prSet/>
      <dgm:spPr/>
      <dgm:t>
        <a:bodyPr/>
        <a:lstStyle/>
        <a:p>
          <a:endParaRPr lang="uk-UA"/>
        </a:p>
      </dgm:t>
    </dgm:pt>
    <dgm:pt modelId="{BE0C4F8E-D1C7-4E00-80FF-5E41DE22CC69}" type="sibTrans" cxnId="{BEDF5594-EE6B-4635-A090-E59A5EA06858}">
      <dgm:prSet/>
      <dgm:spPr/>
      <dgm:t>
        <a:bodyPr/>
        <a:lstStyle/>
        <a:p>
          <a:endParaRPr lang="uk-UA"/>
        </a:p>
      </dgm:t>
    </dgm:pt>
    <dgm:pt modelId="{FE623BBB-DD55-45EB-9843-6577D6480B8D}" type="pres">
      <dgm:prSet presAssocID="{FEFD7B67-934A-4D46-A139-38064FA0C363}" presName="matrix" presStyleCnt="0">
        <dgm:presLayoutVars>
          <dgm:chMax val="1"/>
          <dgm:dir/>
          <dgm:resizeHandles val="exact"/>
        </dgm:presLayoutVars>
      </dgm:prSet>
      <dgm:spPr/>
    </dgm:pt>
    <dgm:pt modelId="{6CB174D9-7186-4C7D-A8E5-F4C74221A675}" type="pres">
      <dgm:prSet presAssocID="{FEFD7B67-934A-4D46-A139-38064FA0C363}" presName="diamond" presStyleLbl="bgShp" presStyleIdx="0" presStyleCnt="1"/>
      <dgm:spPr/>
    </dgm:pt>
    <dgm:pt modelId="{32CA0088-06BC-4A9B-A9EF-DF686F116F49}" type="pres">
      <dgm:prSet presAssocID="{FEFD7B67-934A-4D46-A139-38064FA0C36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EEEBEAB-2DF7-437B-B49E-5DB253C541F3}" type="pres">
      <dgm:prSet presAssocID="{FEFD7B67-934A-4D46-A139-38064FA0C36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85ECFE4-94F1-4AF7-8536-4DF83A36BA17}" type="pres">
      <dgm:prSet presAssocID="{FEFD7B67-934A-4D46-A139-38064FA0C36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3208D1C-4753-44A9-888D-1FB16C1A5A65}" type="pres">
      <dgm:prSet presAssocID="{FEFD7B67-934A-4D46-A139-38064FA0C36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0A2A65E-306D-4FEA-9AD9-A550FCF8F70A}" srcId="{FEFD7B67-934A-4D46-A139-38064FA0C363}" destId="{9B4CEE08-F443-4A11-B440-F00E978AC43C}" srcOrd="1" destOrd="0" parTransId="{03E5CCB2-BAE6-4896-854A-8873658C5103}" sibTransId="{88C4C174-1DB0-4037-8CB0-7C19A0F09B10}"/>
    <dgm:cxn modelId="{23144E4D-D4E5-4D11-BB03-5B300050E5BF}" type="presOf" srcId="{9B4CEE08-F443-4A11-B440-F00E978AC43C}" destId="{2EEEBEAB-2DF7-437B-B49E-5DB253C541F3}" srcOrd="0" destOrd="0" presId="urn:microsoft.com/office/officeart/2005/8/layout/matrix3"/>
    <dgm:cxn modelId="{BEDF5594-EE6B-4635-A090-E59A5EA06858}" srcId="{FEFD7B67-934A-4D46-A139-38064FA0C363}" destId="{E730E472-E5BD-4C28-9558-D9DAC77BD208}" srcOrd="3" destOrd="0" parTransId="{D1457355-78CD-4893-9939-B3A3F5B72611}" sibTransId="{BE0C4F8E-D1C7-4E00-80FF-5E41DE22CC69}"/>
    <dgm:cxn modelId="{0409AEBF-347A-431C-8AC7-B7B9313C936C}" type="presOf" srcId="{7067E27F-AC44-43B0-B439-C3576CBDA00F}" destId="{32CA0088-06BC-4A9B-A9EF-DF686F116F49}" srcOrd="0" destOrd="0" presId="urn:microsoft.com/office/officeart/2005/8/layout/matrix3"/>
    <dgm:cxn modelId="{5F40FFC4-5B96-401D-836B-AC7459C3949F}" type="presOf" srcId="{FEFD7B67-934A-4D46-A139-38064FA0C363}" destId="{FE623BBB-DD55-45EB-9843-6577D6480B8D}" srcOrd="0" destOrd="0" presId="urn:microsoft.com/office/officeart/2005/8/layout/matrix3"/>
    <dgm:cxn modelId="{6163D1C6-2594-4BFB-956C-861E3CEF2830}" srcId="{FEFD7B67-934A-4D46-A139-38064FA0C363}" destId="{7067E27F-AC44-43B0-B439-C3576CBDA00F}" srcOrd="0" destOrd="0" parTransId="{048BA49B-0068-465E-B763-751B493DBBA9}" sibTransId="{6EAE6C62-B3F1-4519-AD00-5DE86DEA6CF5}"/>
    <dgm:cxn modelId="{8631A9D0-6BEF-4FD1-B183-9AB69535A213}" type="presOf" srcId="{4434122B-298E-4250-80E4-A02652127225}" destId="{685ECFE4-94F1-4AF7-8536-4DF83A36BA17}" srcOrd="0" destOrd="0" presId="urn:microsoft.com/office/officeart/2005/8/layout/matrix3"/>
    <dgm:cxn modelId="{481CDBD4-6E45-4E56-AB93-E4751EAC6511}" type="presOf" srcId="{E730E472-E5BD-4C28-9558-D9DAC77BD208}" destId="{D3208D1C-4753-44A9-888D-1FB16C1A5A65}" srcOrd="0" destOrd="0" presId="urn:microsoft.com/office/officeart/2005/8/layout/matrix3"/>
    <dgm:cxn modelId="{27AB23FE-6445-475D-A3E7-A0F975AEF5CA}" srcId="{FEFD7B67-934A-4D46-A139-38064FA0C363}" destId="{4434122B-298E-4250-80E4-A02652127225}" srcOrd="2" destOrd="0" parTransId="{0CFE682B-D107-461B-8364-28F6A1F11C19}" sibTransId="{B2A1665D-3D40-4819-99A9-164C42168D29}"/>
    <dgm:cxn modelId="{D59CB3CD-3CA2-44B1-B459-EACD0D38211C}" type="presParOf" srcId="{FE623BBB-DD55-45EB-9843-6577D6480B8D}" destId="{6CB174D9-7186-4C7D-A8E5-F4C74221A675}" srcOrd="0" destOrd="0" presId="urn:microsoft.com/office/officeart/2005/8/layout/matrix3"/>
    <dgm:cxn modelId="{F2A4397C-4200-48B4-9B43-F46218788BE8}" type="presParOf" srcId="{FE623BBB-DD55-45EB-9843-6577D6480B8D}" destId="{32CA0088-06BC-4A9B-A9EF-DF686F116F49}" srcOrd="1" destOrd="0" presId="urn:microsoft.com/office/officeart/2005/8/layout/matrix3"/>
    <dgm:cxn modelId="{A129DD84-561A-49E8-9EDD-38F4B1A1A790}" type="presParOf" srcId="{FE623BBB-DD55-45EB-9843-6577D6480B8D}" destId="{2EEEBEAB-2DF7-437B-B49E-5DB253C541F3}" srcOrd="2" destOrd="0" presId="urn:microsoft.com/office/officeart/2005/8/layout/matrix3"/>
    <dgm:cxn modelId="{A419C332-5B76-4804-A93C-67C82673253D}" type="presParOf" srcId="{FE623BBB-DD55-45EB-9843-6577D6480B8D}" destId="{685ECFE4-94F1-4AF7-8536-4DF83A36BA17}" srcOrd="3" destOrd="0" presId="urn:microsoft.com/office/officeart/2005/8/layout/matrix3"/>
    <dgm:cxn modelId="{ED995A04-A288-4DA7-8199-34F5E4586D09}" type="presParOf" srcId="{FE623BBB-DD55-45EB-9843-6577D6480B8D}" destId="{D3208D1C-4753-44A9-888D-1FB16C1A5A6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D87630-5BFB-4951-94C4-E7B8C65CBC2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5F8F97-ADDC-47E2-9938-75909332453F}">
      <dgm:prSet/>
      <dgm:spPr/>
      <dgm:t>
        <a:bodyPr/>
        <a:lstStyle/>
        <a:p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зумовило</a:t>
          </a:r>
          <a:r>
            <a:rPr lang="ru-RU" b="0" i="0" dirty="0"/>
            <a:t> </a:t>
          </a:r>
          <a:r>
            <a:rPr lang="ru-RU" b="0" i="0" dirty="0" err="1"/>
            <a:t>будівництво</a:t>
          </a:r>
          <a:r>
            <a:rPr lang="ru-RU" b="0" i="0" dirty="0"/>
            <a:t> </a:t>
          </a:r>
          <a:r>
            <a:rPr lang="ru-RU" b="0" i="0" dirty="0" err="1"/>
            <a:t>цих</a:t>
          </a:r>
          <a:r>
            <a:rPr lang="ru-RU" b="0" i="0" dirty="0"/>
            <a:t> і </a:t>
          </a:r>
          <a:r>
            <a:rPr lang="ru-RU" b="0" i="0" dirty="0" err="1"/>
            <a:t>подібних</a:t>
          </a:r>
          <a:r>
            <a:rPr lang="ru-RU" b="0" i="0" dirty="0"/>
            <a:t> </a:t>
          </a:r>
          <a:r>
            <a:rPr lang="ru-RU" b="0" i="0" dirty="0" err="1"/>
            <a:t>церков</a:t>
          </a:r>
          <a:r>
            <a:rPr lang="ru-RU" b="0" i="0" dirty="0"/>
            <a:t> на </a:t>
          </a:r>
          <a:r>
            <a:rPr lang="ru-RU" b="0" i="0" dirty="0" err="1"/>
            <a:t>українських</a:t>
          </a:r>
          <a:r>
            <a:rPr lang="ru-RU" b="0" i="0" dirty="0"/>
            <a:t> землях?</a:t>
          </a:r>
          <a:endParaRPr lang="uk-UA" dirty="0"/>
        </a:p>
      </dgm:t>
    </dgm:pt>
    <dgm:pt modelId="{7FE34A50-4E59-4F0B-826C-403F385710FA}" type="parTrans" cxnId="{4A8AD7F3-6163-47E7-88AA-BCBF7F6B8454}">
      <dgm:prSet/>
      <dgm:spPr/>
      <dgm:t>
        <a:bodyPr/>
        <a:lstStyle/>
        <a:p>
          <a:endParaRPr lang="uk-UA"/>
        </a:p>
      </dgm:t>
    </dgm:pt>
    <dgm:pt modelId="{D2AC964C-3B13-4E5D-973D-22660425A125}" type="sibTrans" cxnId="{4A8AD7F3-6163-47E7-88AA-BCBF7F6B8454}">
      <dgm:prSet/>
      <dgm:spPr/>
      <dgm:t>
        <a:bodyPr/>
        <a:lstStyle/>
        <a:p>
          <a:endParaRPr lang="uk-UA"/>
        </a:p>
      </dgm:t>
    </dgm:pt>
    <dgm:pt modelId="{5A77AF29-E820-45B8-B900-F9B182FEBBD0}">
      <dgm:prSet/>
      <dgm:spPr/>
      <dgm:t>
        <a:bodyPr/>
        <a:lstStyle/>
        <a:p>
          <a:r>
            <a:rPr lang="uk-UA" b="0" i="0" dirty="0"/>
            <a:t>періодичні козацько-селянські повстання</a:t>
          </a:r>
          <a:endParaRPr lang="uk-UA" dirty="0"/>
        </a:p>
      </dgm:t>
    </dgm:pt>
    <dgm:pt modelId="{B641ABD6-24ED-4D05-99D4-B1505EBC090D}" type="parTrans" cxnId="{29758CDF-6C25-4C34-A03F-5E4C85289A89}">
      <dgm:prSet/>
      <dgm:spPr/>
      <dgm:t>
        <a:bodyPr/>
        <a:lstStyle/>
        <a:p>
          <a:endParaRPr lang="uk-UA"/>
        </a:p>
      </dgm:t>
    </dgm:pt>
    <dgm:pt modelId="{B14FA23B-676F-48FA-8C69-F047AB47CF07}" type="sibTrans" cxnId="{29758CDF-6C25-4C34-A03F-5E4C85289A89}">
      <dgm:prSet/>
      <dgm:spPr/>
      <dgm:t>
        <a:bodyPr/>
        <a:lstStyle/>
        <a:p>
          <a:endParaRPr lang="uk-UA"/>
        </a:p>
      </dgm:t>
    </dgm:pt>
    <dgm:pt modelId="{1A38FAF0-712A-4D14-9768-29E2D371FC89}">
      <dgm:prSet/>
      <dgm:spPr/>
      <dgm:t>
        <a:bodyPr/>
        <a:lstStyle/>
        <a:p>
          <a:r>
            <a:rPr lang="uk-UA" b="0" i="0" dirty="0"/>
            <a:t>наслідування візантійської архітектурної традиції</a:t>
          </a:r>
          <a:endParaRPr lang="uk-UA" dirty="0"/>
        </a:p>
      </dgm:t>
    </dgm:pt>
    <dgm:pt modelId="{C8C1D811-251D-4BFF-AFD2-28BC6317F5EF}" type="parTrans" cxnId="{4F1C3250-2BC3-4D16-9866-C444A4FB38B8}">
      <dgm:prSet/>
      <dgm:spPr/>
      <dgm:t>
        <a:bodyPr/>
        <a:lstStyle/>
        <a:p>
          <a:endParaRPr lang="uk-UA"/>
        </a:p>
      </dgm:t>
    </dgm:pt>
    <dgm:pt modelId="{90612744-C37B-4801-BBFD-BB059456CB8B}" type="sibTrans" cxnId="{4F1C3250-2BC3-4D16-9866-C444A4FB38B8}">
      <dgm:prSet/>
      <dgm:spPr/>
      <dgm:t>
        <a:bodyPr/>
        <a:lstStyle/>
        <a:p>
          <a:endParaRPr lang="uk-UA"/>
        </a:p>
      </dgm:t>
    </dgm:pt>
    <dgm:pt modelId="{43A80046-D035-4229-A575-2717FA18B290}">
      <dgm:prSet/>
      <dgm:spPr/>
      <dgm:t>
        <a:bodyPr/>
        <a:lstStyle/>
        <a:p>
          <a:r>
            <a:rPr lang="uk-UA" b="0" i="0" dirty="0"/>
            <a:t>постійна небезпека спустошливих татарських набігів</a:t>
          </a:r>
          <a:endParaRPr lang="uk-UA" dirty="0"/>
        </a:p>
      </dgm:t>
    </dgm:pt>
    <dgm:pt modelId="{4C501B10-8D47-4E43-99A8-EE6D558CB6A1}" type="parTrans" cxnId="{04548611-73AC-4B50-B9BB-2DBB0D36A7D8}">
      <dgm:prSet/>
      <dgm:spPr/>
      <dgm:t>
        <a:bodyPr/>
        <a:lstStyle/>
        <a:p>
          <a:endParaRPr lang="uk-UA"/>
        </a:p>
      </dgm:t>
    </dgm:pt>
    <dgm:pt modelId="{2552BED7-963F-438D-8716-74553C5A308A}" type="sibTrans" cxnId="{04548611-73AC-4B50-B9BB-2DBB0D36A7D8}">
      <dgm:prSet/>
      <dgm:spPr/>
      <dgm:t>
        <a:bodyPr/>
        <a:lstStyle/>
        <a:p>
          <a:endParaRPr lang="uk-UA"/>
        </a:p>
      </dgm:t>
    </dgm:pt>
    <dgm:pt modelId="{B3DA2943-9625-4DF1-AD4E-6B0DA9848249}">
      <dgm:prSet/>
      <dgm:spPr/>
      <dgm:t>
        <a:bodyPr/>
        <a:lstStyle/>
        <a:p>
          <a:r>
            <a:rPr lang="uk-UA" b="0" i="0" dirty="0"/>
            <a:t>запозичення мусульманських канонів будівництва храмів</a:t>
          </a:r>
          <a:endParaRPr lang="uk-UA" dirty="0"/>
        </a:p>
      </dgm:t>
    </dgm:pt>
    <dgm:pt modelId="{217F377E-37EE-460E-9CAA-C4CC55C252C4}" type="parTrans" cxnId="{60ABBB27-BFAA-4403-881A-7BCEFD3E0569}">
      <dgm:prSet/>
      <dgm:spPr/>
      <dgm:t>
        <a:bodyPr/>
        <a:lstStyle/>
        <a:p>
          <a:endParaRPr lang="uk-UA"/>
        </a:p>
      </dgm:t>
    </dgm:pt>
    <dgm:pt modelId="{3516E900-BFF3-4CE2-8C30-402C78B4A00A}" type="sibTrans" cxnId="{60ABBB27-BFAA-4403-881A-7BCEFD3E0569}">
      <dgm:prSet/>
      <dgm:spPr/>
      <dgm:t>
        <a:bodyPr/>
        <a:lstStyle/>
        <a:p>
          <a:endParaRPr lang="uk-UA"/>
        </a:p>
      </dgm:t>
    </dgm:pt>
    <dgm:pt modelId="{84F230B2-F9B0-4365-B764-C81F65CA34B4}" type="pres">
      <dgm:prSet presAssocID="{ADD87630-5BFB-4951-94C4-E7B8C65CBC26}" presName="Name0" presStyleCnt="0">
        <dgm:presLayoutVars>
          <dgm:dir/>
          <dgm:animLvl val="lvl"/>
          <dgm:resizeHandles val="exact"/>
        </dgm:presLayoutVars>
      </dgm:prSet>
      <dgm:spPr/>
    </dgm:pt>
    <dgm:pt modelId="{C91C0A68-4C06-49BD-9E83-64959B34C3A1}" type="pres">
      <dgm:prSet presAssocID="{A05F8F97-ADDC-47E2-9938-75909332453F}" presName="linNode" presStyleCnt="0"/>
      <dgm:spPr/>
    </dgm:pt>
    <dgm:pt modelId="{713BEB1C-E855-46A4-B051-DC8FB9B68CEB}" type="pres">
      <dgm:prSet presAssocID="{A05F8F97-ADDC-47E2-9938-75909332453F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E801284-62C6-4443-A9FC-BED5682C9F0F}" type="pres">
      <dgm:prSet presAssocID="{A05F8F97-ADDC-47E2-9938-75909332453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4548611-73AC-4B50-B9BB-2DBB0D36A7D8}" srcId="{A05F8F97-ADDC-47E2-9938-75909332453F}" destId="{43A80046-D035-4229-A575-2717FA18B290}" srcOrd="2" destOrd="0" parTransId="{4C501B10-8D47-4E43-99A8-EE6D558CB6A1}" sibTransId="{2552BED7-963F-438D-8716-74553C5A308A}"/>
    <dgm:cxn modelId="{60ABBB27-BFAA-4403-881A-7BCEFD3E0569}" srcId="{A05F8F97-ADDC-47E2-9938-75909332453F}" destId="{B3DA2943-9625-4DF1-AD4E-6B0DA9848249}" srcOrd="3" destOrd="0" parTransId="{217F377E-37EE-460E-9CAA-C4CC55C252C4}" sibTransId="{3516E900-BFF3-4CE2-8C30-402C78B4A00A}"/>
    <dgm:cxn modelId="{7FE17B31-51F6-4FFC-9F3D-59906F550564}" type="presOf" srcId="{ADD87630-5BFB-4951-94C4-E7B8C65CBC26}" destId="{84F230B2-F9B0-4365-B764-C81F65CA34B4}" srcOrd="0" destOrd="0" presId="urn:microsoft.com/office/officeart/2005/8/layout/vList5"/>
    <dgm:cxn modelId="{4F1C3250-2BC3-4D16-9866-C444A4FB38B8}" srcId="{A05F8F97-ADDC-47E2-9938-75909332453F}" destId="{1A38FAF0-712A-4D14-9768-29E2D371FC89}" srcOrd="1" destOrd="0" parTransId="{C8C1D811-251D-4BFF-AFD2-28BC6317F5EF}" sibTransId="{90612744-C37B-4801-BBFD-BB059456CB8B}"/>
    <dgm:cxn modelId="{BD9F6159-F028-4282-893E-9BBC03B24BF5}" type="presOf" srcId="{A05F8F97-ADDC-47E2-9938-75909332453F}" destId="{713BEB1C-E855-46A4-B051-DC8FB9B68CEB}" srcOrd="0" destOrd="0" presId="urn:microsoft.com/office/officeart/2005/8/layout/vList5"/>
    <dgm:cxn modelId="{29731184-F5E3-48D8-9A06-5C50018FF182}" type="presOf" srcId="{B3DA2943-9625-4DF1-AD4E-6B0DA9848249}" destId="{2E801284-62C6-4443-A9FC-BED5682C9F0F}" srcOrd="0" destOrd="3" presId="urn:microsoft.com/office/officeart/2005/8/layout/vList5"/>
    <dgm:cxn modelId="{B69E5899-903B-434F-9164-63ECF4DBBAE5}" type="presOf" srcId="{1A38FAF0-712A-4D14-9768-29E2D371FC89}" destId="{2E801284-62C6-4443-A9FC-BED5682C9F0F}" srcOrd="0" destOrd="1" presId="urn:microsoft.com/office/officeart/2005/8/layout/vList5"/>
    <dgm:cxn modelId="{29758CDF-6C25-4C34-A03F-5E4C85289A89}" srcId="{A05F8F97-ADDC-47E2-9938-75909332453F}" destId="{5A77AF29-E820-45B8-B900-F9B182FEBBD0}" srcOrd="0" destOrd="0" parTransId="{B641ABD6-24ED-4D05-99D4-B1505EBC090D}" sibTransId="{B14FA23B-676F-48FA-8C69-F047AB47CF07}"/>
    <dgm:cxn modelId="{924D68F2-F4A0-4503-AA26-08E586F20B97}" type="presOf" srcId="{5A77AF29-E820-45B8-B900-F9B182FEBBD0}" destId="{2E801284-62C6-4443-A9FC-BED5682C9F0F}" srcOrd="0" destOrd="0" presId="urn:microsoft.com/office/officeart/2005/8/layout/vList5"/>
    <dgm:cxn modelId="{4A8AD7F3-6163-47E7-88AA-BCBF7F6B8454}" srcId="{ADD87630-5BFB-4951-94C4-E7B8C65CBC26}" destId="{A05F8F97-ADDC-47E2-9938-75909332453F}" srcOrd="0" destOrd="0" parTransId="{7FE34A50-4E59-4F0B-826C-403F385710FA}" sibTransId="{D2AC964C-3B13-4E5D-973D-22660425A125}"/>
    <dgm:cxn modelId="{CC278FFA-818F-44F9-8F97-0B4957C1592B}" type="presOf" srcId="{43A80046-D035-4229-A575-2717FA18B290}" destId="{2E801284-62C6-4443-A9FC-BED5682C9F0F}" srcOrd="0" destOrd="2" presId="urn:microsoft.com/office/officeart/2005/8/layout/vList5"/>
    <dgm:cxn modelId="{AD3E4252-301A-4702-88DA-27D74ED07245}" type="presParOf" srcId="{84F230B2-F9B0-4365-B764-C81F65CA34B4}" destId="{C91C0A68-4C06-49BD-9E83-64959B34C3A1}" srcOrd="0" destOrd="0" presId="urn:microsoft.com/office/officeart/2005/8/layout/vList5"/>
    <dgm:cxn modelId="{F8A4D2A8-55C9-49E8-96FA-84E07F8D9376}" type="presParOf" srcId="{C91C0A68-4C06-49BD-9E83-64959B34C3A1}" destId="{713BEB1C-E855-46A4-B051-DC8FB9B68CEB}" srcOrd="0" destOrd="0" presId="urn:microsoft.com/office/officeart/2005/8/layout/vList5"/>
    <dgm:cxn modelId="{FF83174F-803F-40E8-B2F9-9171E908028E}" type="presParOf" srcId="{C91C0A68-4C06-49BD-9E83-64959B34C3A1}" destId="{2E801284-62C6-4443-A9FC-BED5682C9F0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DCC3B2-6D50-47F3-B515-529E6A0F9DA4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179396-0A7D-4E64-AD7E-BBBD0B54EC0C}">
      <dgm:prSet/>
      <dgm:spPr/>
      <dgm:t>
        <a:bodyPr/>
        <a:lstStyle/>
        <a:p>
          <a:r>
            <a:rPr lang="uk-UA" b="0" i="0" dirty="0"/>
            <a:t>бароко.</a:t>
          </a:r>
          <a:endParaRPr lang="uk-UA" dirty="0"/>
        </a:p>
      </dgm:t>
    </dgm:pt>
    <dgm:pt modelId="{192E12B5-62D8-42BA-B655-1207183FC0FC}" type="parTrans" cxnId="{429090EB-CEE5-4E99-BA6C-871227F6CB9A}">
      <dgm:prSet/>
      <dgm:spPr/>
      <dgm:t>
        <a:bodyPr/>
        <a:lstStyle/>
        <a:p>
          <a:endParaRPr lang="uk-UA"/>
        </a:p>
      </dgm:t>
    </dgm:pt>
    <dgm:pt modelId="{D20F3392-89D1-45F6-A5DF-FC81F17361E9}" type="sibTrans" cxnId="{429090EB-CEE5-4E99-BA6C-871227F6CB9A}">
      <dgm:prSet/>
      <dgm:spPr/>
      <dgm:t>
        <a:bodyPr/>
        <a:lstStyle/>
        <a:p>
          <a:endParaRPr lang="uk-UA"/>
        </a:p>
      </dgm:t>
    </dgm:pt>
    <dgm:pt modelId="{F12171AB-A8C5-47EC-96B2-D596129E68E9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BEFFB3B1-05B6-4250-9C3A-71F93BC6A55F}" type="parTrans" cxnId="{05BD8CA0-AC0E-4FCF-B84E-5964CEC76FD7}">
      <dgm:prSet/>
      <dgm:spPr/>
      <dgm:t>
        <a:bodyPr/>
        <a:lstStyle/>
        <a:p>
          <a:endParaRPr lang="uk-UA"/>
        </a:p>
      </dgm:t>
    </dgm:pt>
    <dgm:pt modelId="{FD133ACA-9730-4768-BB10-BB9195B68930}" type="sibTrans" cxnId="{05BD8CA0-AC0E-4FCF-B84E-5964CEC76FD7}">
      <dgm:prSet/>
      <dgm:spPr/>
      <dgm:t>
        <a:bodyPr/>
        <a:lstStyle/>
        <a:p>
          <a:endParaRPr lang="uk-UA"/>
        </a:p>
      </dgm:t>
    </dgm:pt>
    <dgm:pt modelId="{2ABCDFC4-9755-4E7C-9BC8-0B7E971D8092}">
      <dgm:prSet/>
      <dgm:spPr/>
      <dgm:t>
        <a:bodyPr/>
        <a:lstStyle/>
        <a:p>
          <a:r>
            <a:rPr lang="uk-UA" b="0" i="0"/>
            <a:t>модерну.</a:t>
          </a:r>
          <a:endParaRPr lang="uk-UA"/>
        </a:p>
      </dgm:t>
    </dgm:pt>
    <dgm:pt modelId="{A8F9B950-17C2-4B56-8811-EA7A6DFE74B9}" type="parTrans" cxnId="{3874B944-B092-4A80-8AD4-5CA8C6449E7B}">
      <dgm:prSet/>
      <dgm:spPr/>
      <dgm:t>
        <a:bodyPr/>
        <a:lstStyle/>
        <a:p>
          <a:endParaRPr lang="uk-UA"/>
        </a:p>
      </dgm:t>
    </dgm:pt>
    <dgm:pt modelId="{CA767F35-0F52-43E7-8D9B-2FC4BECED283}" type="sibTrans" cxnId="{3874B944-B092-4A80-8AD4-5CA8C6449E7B}">
      <dgm:prSet/>
      <dgm:spPr/>
      <dgm:t>
        <a:bodyPr/>
        <a:lstStyle/>
        <a:p>
          <a:endParaRPr lang="uk-UA"/>
        </a:p>
      </dgm:t>
    </dgm:pt>
    <dgm:pt modelId="{901D0FDF-F222-4615-B3D8-D15B75AC4836}">
      <dgm:prSet/>
      <dgm:spPr/>
      <dgm:t>
        <a:bodyPr/>
        <a:lstStyle/>
        <a:p>
          <a:r>
            <a:rPr lang="uk-UA" b="0" i="0" dirty="0"/>
            <a:t>готики</a:t>
          </a:r>
          <a:endParaRPr lang="uk-UA" dirty="0"/>
        </a:p>
      </dgm:t>
    </dgm:pt>
    <dgm:pt modelId="{A4F6C3EF-66F5-4D0C-9E94-E10C421F85D9}" type="parTrans" cxnId="{93B19515-598D-4C2C-9532-F6EDED3E2333}">
      <dgm:prSet/>
      <dgm:spPr/>
      <dgm:t>
        <a:bodyPr/>
        <a:lstStyle/>
        <a:p>
          <a:endParaRPr lang="uk-UA"/>
        </a:p>
      </dgm:t>
    </dgm:pt>
    <dgm:pt modelId="{BB8DF5D3-BC6F-4BA9-A5AD-7B62431D2E9B}" type="sibTrans" cxnId="{93B19515-598D-4C2C-9532-F6EDED3E2333}">
      <dgm:prSet/>
      <dgm:spPr/>
      <dgm:t>
        <a:bodyPr/>
        <a:lstStyle/>
        <a:p>
          <a:endParaRPr lang="uk-UA"/>
        </a:p>
      </dgm:t>
    </dgm:pt>
    <dgm:pt modelId="{DE7E71D1-5EFA-4143-A3CE-9D277A2FD8EA}" type="pres">
      <dgm:prSet presAssocID="{69DCC3B2-6D50-47F3-B515-529E6A0F9DA4}" presName="composite" presStyleCnt="0">
        <dgm:presLayoutVars>
          <dgm:chMax val="5"/>
          <dgm:dir/>
          <dgm:resizeHandles val="exact"/>
        </dgm:presLayoutVars>
      </dgm:prSet>
      <dgm:spPr/>
    </dgm:pt>
    <dgm:pt modelId="{C55DB332-F5E8-4AF7-8D31-D70BAF20F61B}" type="pres">
      <dgm:prSet presAssocID="{C8179396-0A7D-4E64-AD7E-BBBD0B54EC0C}" presName="circle1" presStyleLbl="lnNode1" presStyleIdx="0" presStyleCnt="4"/>
      <dgm:spPr/>
    </dgm:pt>
    <dgm:pt modelId="{EDDD923E-BF9E-466A-AD28-2B330293BCF5}" type="pres">
      <dgm:prSet presAssocID="{C8179396-0A7D-4E64-AD7E-BBBD0B54EC0C}" presName="text1" presStyleLbl="revTx" presStyleIdx="0" presStyleCnt="4">
        <dgm:presLayoutVars>
          <dgm:bulletEnabled val="1"/>
        </dgm:presLayoutVars>
      </dgm:prSet>
      <dgm:spPr/>
    </dgm:pt>
    <dgm:pt modelId="{2CA55090-EE36-46BC-8D3B-BFFE00ADEC2E}" type="pres">
      <dgm:prSet presAssocID="{C8179396-0A7D-4E64-AD7E-BBBD0B54EC0C}" presName="line1" presStyleLbl="callout" presStyleIdx="0" presStyleCnt="8"/>
      <dgm:spPr/>
    </dgm:pt>
    <dgm:pt modelId="{B62A5595-245A-4239-9848-86DAF331D7C1}" type="pres">
      <dgm:prSet presAssocID="{C8179396-0A7D-4E64-AD7E-BBBD0B54EC0C}" presName="d1" presStyleLbl="callout" presStyleIdx="1" presStyleCnt="8"/>
      <dgm:spPr/>
    </dgm:pt>
    <dgm:pt modelId="{12A916BF-29C7-4AC6-A75D-E53BE57744FB}" type="pres">
      <dgm:prSet presAssocID="{F12171AB-A8C5-47EC-96B2-D596129E68E9}" presName="circle2" presStyleLbl="lnNode1" presStyleIdx="1" presStyleCnt="4"/>
      <dgm:spPr/>
    </dgm:pt>
    <dgm:pt modelId="{2F1810E9-F8F0-4AE0-896A-C07FF21BE792}" type="pres">
      <dgm:prSet presAssocID="{F12171AB-A8C5-47EC-96B2-D596129E68E9}" presName="text2" presStyleLbl="revTx" presStyleIdx="1" presStyleCnt="4">
        <dgm:presLayoutVars>
          <dgm:bulletEnabled val="1"/>
        </dgm:presLayoutVars>
      </dgm:prSet>
      <dgm:spPr/>
    </dgm:pt>
    <dgm:pt modelId="{32AE5DD3-CC8E-4F99-94D4-8A40E64215E6}" type="pres">
      <dgm:prSet presAssocID="{F12171AB-A8C5-47EC-96B2-D596129E68E9}" presName="line2" presStyleLbl="callout" presStyleIdx="2" presStyleCnt="8"/>
      <dgm:spPr/>
    </dgm:pt>
    <dgm:pt modelId="{720B126D-3B95-4C1B-B80B-8FFFD1383F5B}" type="pres">
      <dgm:prSet presAssocID="{F12171AB-A8C5-47EC-96B2-D596129E68E9}" presName="d2" presStyleLbl="callout" presStyleIdx="3" presStyleCnt="8"/>
      <dgm:spPr/>
    </dgm:pt>
    <dgm:pt modelId="{7C45A8E0-52F5-47B9-A8B9-96DB93E10710}" type="pres">
      <dgm:prSet presAssocID="{2ABCDFC4-9755-4E7C-9BC8-0B7E971D8092}" presName="circle3" presStyleLbl="lnNode1" presStyleIdx="2" presStyleCnt="4"/>
      <dgm:spPr/>
    </dgm:pt>
    <dgm:pt modelId="{E91EC3F8-760E-4E52-8A5B-4C40253EC029}" type="pres">
      <dgm:prSet presAssocID="{2ABCDFC4-9755-4E7C-9BC8-0B7E971D8092}" presName="text3" presStyleLbl="revTx" presStyleIdx="2" presStyleCnt="4">
        <dgm:presLayoutVars>
          <dgm:bulletEnabled val="1"/>
        </dgm:presLayoutVars>
      </dgm:prSet>
      <dgm:spPr/>
    </dgm:pt>
    <dgm:pt modelId="{A00571DE-B3F2-4251-A79E-5375BF022203}" type="pres">
      <dgm:prSet presAssocID="{2ABCDFC4-9755-4E7C-9BC8-0B7E971D8092}" presName="line3" presStyleLbl="callout" presStyleIdx="4" presStyleCnt="8"/>
      <dgm:spPr/>
    </dgm:pt>
    <dgm:pt modelId="{B525146A-36DF-4D8C-AEC8-EB1A8C844749}" type="pres">
      <dgm:prSet presAssocID="{2ABCDFC4-9755-4E7C-9BC8-0B7E971D8092}" presName="d3" presStyleLbl="callout" presStyleIdx="5" presStyleCnt="8"/>
      <dgm:spPr/>
    </dgm:pt>
    <dgm:pt modelId="{EB98C508-FC94-4966-85C1-10528EBE581B}" type="pres">
      <dgm:prSet presAssocID="{901D0FDF-F222-4615-B3D8-D15B75AC4836}" presName="circle4" presStyleLbl="lnNode1" presStyleIdx="3" presStyleCnt="4"/>
      <dgm:spPr/>
    </dgm:pt>
    <dgm:pt modelId="{7B4691B9-BEB1-4B17-9E68-CA3E3F9DAE2C}" type="pres">
      <dgm:prSet presAssocID="{901D0FDF-F222-4615-B3D8-D15B75AC4836}" presName="text4" presStyleLbl="revTx" presStyleIdx="3" presStyleCnt="4">
        <dgm:presLayoutVars>
          <dgm:bulletEnabled val="1"/>
        </dgm:presLayoutVars>
      </dgm:prSet>
      <dgm:spPr/>
    </dgm:pt>
    <dgm:pt modelId="{86262844-6686-4A78-A54E-820D8097ED81}" type="pres">
      <dgm:prSet presAssocID="{901D0FDF-F222-4615-B3D8-D15B75AC4836}" presName="line4" presStyleLbl="callout" presStyleIdx="6" presStyleCnt="8"/>
      <dgm:spPr/>
    </dgm:pt>
    <dgm:pt modelId="{3F704DBD-DE3B-4E21-A196-376FCDC16F8F}" type="pres">
      <dgm:prSet presAssocID="{901D0FDF-F222-4615-B3D8-D15B75AC4836}" presName="d4" presStyleLbl="callout" presStyleIdx="7" presStyleCnt="8"/>
      <dgm:spPr/>
    </dgm:pt>
  </dgm:ptLst>
  <dgm:cxnLst>
    <dgm:cxn modelId="{93B19515-598D-4C2C-9532-F6EDED3E2333}" srcId="{69DCC3B2-6D50-47F3-B515-529E6A0F9DA4}" destId="{901D0FDF-F222-4615-B3D8-D15B75AC4836}" srcOrd="3" destOrd="0" parTransId="{A4F6C3EF-66F5-4D0C-9E94-E10C421F85D9}" sibTransId="{BB8DF5D3-BC6F-4BA9-A5AD-7B62431D2E9B}"/>
    <dgm:cxn modelId="{11B80419-CBE6-4DA7-A441-B368358437B8}" type="presOf" srcId="{69DCC3B2-6D50-47F3-B515-529E6A0F9DA4}" destId="{DE7E71D1-5EFA-4143-A3CE-9D277A2FD8EA}" srcOrd="0" destOrd="0" presId="urn:microsoft.com/office/officeart/2005/8/layout/target1"/>
    <dgm:cxn modelId="{CB30782E-3487-4394-9EC4-045C1CD9AC09}" type="presOf" srcId="{C8179396-0A7D-4E64-AD7E-BBBD0B54EC0C}" destId="{EDDD923E-BF9E-466A-AD28-2B330293BCF5}" srcOrd="0" destOrd="0" presId="urn:microsoft.com/office/officeart/2005/8/layout/target1"/>
    <dgm:cxn modelId="{3874B944-B092-4A80-8AD4-5CA8C6449E7B}" srcId="{69DCC3B2-6D50-47F3-B515-529E6A0F9DA4}" destId="{2ABCDFC4-9755-4E7C-9BC8-0B7E971D8092}" srcOrd="2" destOrd="0" parTransId="{A8F9B950-17C2-4B56-8811-EA7A6DFE74B9}" sibTransId="{CA767F35-0F52-43E7-8D9B-2FC4BECED283}"/>
    <dgm:cxn modelId="{7E173447-3591-4FE8-8F1A-A42CB9ACB1C7}" type="presOf" srcId="{F12171AB-A8C5-47EC-96B2-D596129E68E9}" destId="{2F1810E9-F8F0-4AE0-896A-C07FF21BE792}" srcOrd="0" destOrd="0" presId="urn:microsoft.com/office/officeart/2005/8/layout/target1"/>
    <dgm:cxn modelId="{13FEEA92-499C-4886-BE87-F1CEE4BABC3F}" type="presOf" srcId="{2ABCDFC4-9755-4E7C-9BC8-0B7E971D8092}" destId="{E91EC3F8-760E-4E52-8A5B-4C40253EC029}" srcOrd="0" destOrd="0" presId="urn:microsoft.com/office/officeart/2005/8/layout/target1"/>
    <dgm:cxn modelId="{05BD8CA0-AC0E-4FCF-B84E-5964CEC76FD7}" srcId="{69DCC3B2-6D50-47F3-B515-529E6A0F9DA4}" destId="{F12171AB-A8C5-47EC-96B2-D596129E68E9}" srcOrd="1" destOrd="0" parTransId="{BEFFB3B1-05B6-4250-9C3A-71F93BC6A55F}" sibTransId="{FD133ACA-9730-4768-BB10-BB9195B68930}"/>
    <dgm:cxn modelId="{1B9666CC-54C3-43CE-98B5-A01F1FE4385B}" type="presOf" srcId="{901D0FDF-F222-4615-B3D8-D15B75AC4836}" destId="{7B4691B9-BEB1-4B17-9E68-CA3E3F9DAE2C}" srcOrd="0" destOrd="0" presId="urn:microsoft.com/office/officeart/2005/8/layout/target1"/>
    <dgm:cxn modelId="{429090EB-CEE5-4E99-BA6C-871227F6CB9A}" srcId="{69DCC3B2-6D50-47F3-B515-529E6A0F9DA4}" destId="{C8179396-0A7D-4E64-AD7E-BBBD0B54EC0C}" srcOrd="0" destOrd="0" parTransId="{192E12B5-62D8-42BA-B655-1207183FC0FC}" sibTransId="{D20F3392-89D1-45F6-A5DF-FC81F17361E9}"/>
    <dgm:cxn modelId="{3A247128-77B7-4234-B79F-42F03C81AB68}" type="presParOf" srcId="{DE7E71D1-5EFA-4143-A3CE-9D277A2FD8EA}" destId="{C55DB332-F5E8-4AF7-8D31-D70BAF20F61B}" srcOrd="0" destOrd="0" presId="urn:microsoft.com/office/officeart/2005/8/layout/target1"/>
    <dgm:cxn modelId="{34E4289A-8557-4BF9-BA08-EE21B26D3605}" type="presParOf" srcId="{DE7E71D1-5EFA-4143-A3CE-9D277A2FD8EA}" destId="{EDDD923E-BF9E-466A-AD28-2B330293BCF5}" srcOrd="1" destOrd="0" presId="urn:microsoft.com/office/officeart/2005/8/layout/target1"/>
    <dgm:cxn modelId="{0A7F05EB-AC6D-40DE-B858-620A4548A538}" type="presParOf" srcId="{DE7E71D1-5EFA-4143-A3CE-9D277A2FD8EA}" destId="{2CA55090-EE36-46BC-8D3B-BFFE00ADEC2E}" srcOrd="2" destOrd="0" presId="urn:microsoft.com/office/officeart/2005/8/layout/target1"/>
    <dgm:cxn modelId="{6840E6D4-A217-4802-B11D-065FFD5DBC21}" type="presParOf" srcId="{DE7E71D1-5EFA-4143-A3CE-9D277A2FD8EA}" destId="{B62A5595-245A-4239-9848-86DAF331D7C1}" srcOrd="3" destOrd="0" presId="urn:microsoft.com/office/officeart/2005/8/layout/target1"/>
    <dgm:cxn modelId="{4A0A9F68-6125-4F0C-91BC-A00333FCD2BD}" type="presParOf" srcId="{DE7E71D1-5EFA-4143-A3CE-9D277A2FD8EA}" destId="{12A916BF-29C7-4AC6-A75D-E53BE57744FB}" srcOrd="4" destOrd="0" presId="urn:microsoft.com/office/officeart/2005/8/layout/target1"/>
    <dgm:cxn modelId="{98A9FC5B-E37E-4220-B79C-D8AB064BF8D3}" type="presParOf" srcId="{DE7E71D1-5EFA-4143-A3CE-9D277A2FD8EA}" destId="{2F1810E9-F8F0-4AE0-896A-C07FF21BE792}" srcOrd="5" destOrd="0" presId="urn:microsoft.com/office/officeart/2005/8/layout/target1"/>
    <dgm:cxn modelId="{F20766F3-4AAF-4668-9DA7-A68A235A9B45}" type="presParOf" srcId="{DE7E71D1-5EFA-4143-A3CE-9D277A2FD8EA}" destId="{32AE5DD3-CC8E-4F99-94D4-8A40E64215E6}" srcOrd="6" destOrd="0" presId="urn:microsoft.com/office/officeart/2005/8/layout/target1"/>
    <dgm:cxn modelId="{0D9457B6-C58F-40EE-B6EC-5F0EF001F72B}" type="presParOf" srcId="{DE7E71D1-5EFA-4143-A3CE-9D277A2FD8EA}" destId="{720B126D-3B95-4C1B-B80B-8FFFD1383F5B}" srcOrd="7" destOrd="0" presId="urn:microsoft.com/office/officeart/2005/8/layout/target1"/>
    <dgm:cxn modelId="{5864E43B-7845-44A7-9322-0ACE5883422D}" type="presParOf" srcId="{DE7E71D1-5EFA-4143-A3CE-9D277A2FD8EA}" destId="{7C45A8E0-52F5-47B9-A8B9-96DB93E10710}" srcOrd="8" destOrd="0" presId="urn:microsoft.com/office/officeart/2005/8/layout/target1"/>
    <dgm:cxn modelId="{DE23B3FE-1CB4-4E6F-9D28-50A284C72221}" type="presParOf" srcId="{DE7E71D1-5EFA-4143-A3CE-9D277A2FD8EA}" destId="{E91EC3F8-760E-4E52-8A5B-4C40253EC029}" srcOrd="9" destOrd="0" presId="urn:microsoft.com/office/officeart/2005/8/layout/target1"/>
    <dgm:cxn modelId="{6E3342B3-4771-409A-89E0-5F6B639BC809}" type="presParOf" srcId="{DE7E71D1-5EFA-4143-A3CE-9D277A2FD8EA}" destId="{A00571DE-B3F2-4251-A79E-5375BF022203}" srcOrd="10" destOrd="0" presId="urn:microsoft.com/office/officeart/2005/8/layout/target1"/>
    <dgm:cxn modelId="{5AE6BE81-D253-493F-AA15-E9DB16336526}" type="presParOf" srcId="{DE7E71D1-5EFA-4143-A3CE-9D277A2FD8EA}" destId="{B525146A-36DF-4D8C-AEC8-EB1A8C844749}" srcOrd="11" destOrd="0" presId="urn:microsoft.com/office/officeart/2005/8/layout/target1"/>
    <dgm:cxn modelId="{471623B0-7FDD-45DE-82E2-6859109698E5}" type="presParOf" srcId="{DE7E71D1-5EFA-4143-A3CE-9D277A2FD8EA}" destId="{EB98C508-FC94-4966-85C1-10528EBE581B}" srcOrd="12" destOrd="0" presId="urn:microsoft.com/office/officeart/2005/8/layout/target1"/>
    <dgm:cxn modelId="{0F3FB636-121C-430D-861F-26C664CD7A7D}" type="presParOf" srcId="{DE7E71D1-5EFA-4143-A3CE-9D277A2FD8EA}" destId="{7B4691B9-BEB1-4B17-9E68-CA3E3F9DAE2C}" srcOrd="13" destOrd="0" presId="urn:microsoft.com/office/officeart/2005/8/layout/target1"/>
    <dgm:cxn modelId="{AA62D087-13F2-4248-9CF9-6B8B6F27251F}" type="presParOf" srcId="{DE7E71D1-5EFA-4143-A3CE-9D277A2FD8EA}" destId="{86262844-6686-4A78-A54E-820D8097ED81}" srcOrd="14" destOrd="0" presId="urn:microsoft.com/office/officeart/2005/8/layout/target1"/>
    <dgm:cxn modelId="{DA097447-5A2E-4EFB-A508-BF8924BB8A3C}" type="presParOf" srcId="{DE7E71D1-5EFA-4143-A3CE-9D277A2FD8EA}" destId="{3F704DBD-DE3B-4E21-A196-376FCDC16F8F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0B42E0-73BB-413D-B9C2-659D4EAE50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A1A06-13AF-470E-8CF0-F4995FC9C152}">
      <dgm:prSet/>
      <dgm:spPr/>
      <dgm:t>
        <a:bodyPr/>
        <a:lstStyle/>
        <a:p>
          <a:r>
            <a:rPr lang="ru-RU" b="0" i="0" dirty="0" err="1"/>
            <a:t>Ханський</a:t>
          </a:r>
          <a:r>
            <a:rPr lang="ru-RU" b="0" i="0" dirty="0"/>
            <a:t> палац у </a:t>
          </a:r>
          <a:r>
            <a:rPr lang="ru-RU" b="0" i="0" dirty="0" err="1"/>
            <a:t>Бахчисараї</a:t>
          </a:r>
          <a:endParaRPr lang="uk-UA" dirty="0"/>
        </a:p>
      </dgm:t>
    </dgm:pt>
    <dgm:pt modelId="{1670C1C0-D3D2-4DAA-B4AB-319241B8FC44}" type="parTrans" cxnId="{9CBDC0B5-E054-4DC8-8D3A-0A5FC20CDDE3}">
      <dgm:prSet/>
      <dgm:spPr/>
      <dgm:t>
        <a:bodyPr/>
        <a:lstStyle/>
        <a:p>
          <a:endParaRPr lang="uk-UA"/>
        </a:p>
      </dgm:t>
    </dgm:pt>
    <dgm:pt modelId="{DE24DDED-498C-4CF7-BEB1-69ADFA027823}" type="sibTrans" cxnId="{9CBDC0B5-E054-4DC8-8D3A-0A5FC20CDDE3}">
      <dgm:prSet/>
      <dgm:spPr/>
      <dgm:t>
        <a:bodyPr/>
        <a:lstStyle/>
        <a:p>
          <a:endParaRPr lang="uk-UA"/>
        </a:p>
      </dgm:t>
    </dgm:pt>
    <dgm:pt modelId="{034CFC05-149D-436C-90D8-99F4A0457F22}">
      <dgm:prSet/>
      <dgm:spPr/>
      <dgm:t>
        <a:bodyPr/>
        <a:lstStyle/>
        <a:p>
          <a:r>
            <a:rPr lang="ru-RU" b="0" i="0" dirty="0"/>
            <a:t>Ансамбль </a:t>
          </a:r>
          <a:r>
            <a:rPr lang="ru-RU" b="0" i="0" dirty="0" err="1"/>
            <a:t>історичного</a:t>
          </a:r>
          <a:r>
            <a:rPr lang="ru-RU" b="0" i="0" dirty="0"/>
            <a:t> центру Львова</a:t>
          </a:r>
          <a:endParaRPr lang="uk-UA" dirty="0"/>
        </a:p>
      </dgm:t>
    </dgm:pt>
    <dgm:pt modelId="{BC9F9EC2-4DD8-4B70-8377-040891503475}" type="parTrans" cxnId="{6F4B3261-06B4-4B17-8BAC-D7D398C4BEBE}">
      <dgm:prSet/>
      <dgm:spPr/>
      <dgm:t>
        <a:bodyPr/>
        <a:lstStyle/>
        <a:p>
          <a:endParaRPr lang="uk-UA"/>
        </a:p>
      </dgm:t>
    </dgm:pt>
    <dgm:pt modelId="{86292739-DD7D-479F-AA7F-1BC97ECB7714}" type="sibTrans" cxnId="{6F4B3261-06B4-4B17-8BAC-D7D398C4BEBE}">
      <dgm:prSet/>
      <dgm:spPr/>
      <dgm:t>
        <a:bodyPr/>
        <a:lstStyle/>
        <a:p>
          <a:endParaRPr lang="uk-UA"/>
        </a:p>
      </dgm:t>
    </dgm:pt>
    <dgm:pt modelId="{8C9BAE9F-B769-42A3-8958-9D562429A77E}">
      <dgm:prSet/>
      <dgm:spPr/>
      <dgm:t>
        <a:bodyPr/>
        <a:lstStyle/>
        <a:p>
          <a:r>
            <a:rPr lang="ru-RU" b="0" i="0"/>
            <a:t>Стару фортецю Кам'янець-Подільського замку</a:t>
          </a:r>
          <a:endParaRPr lang="uk-UA"/>
        </a:p>
      </dgm:t>
    </dgm:pt>
    <dgm:pt modelId="{87DCB4BC-3DED-4771-8C37-2A871A1BE9B4}" type="parTrans" cxnId="{4316769C-FA13-448B-8A21-42F2D61938CF}">
      <dgm:prSet/>
      <dgm:spPr/>
      <dgm:t>
        <a:bodyPr/>
        <a:lstStyle/>
        <a:p>
          <a:endParaRPr lang="uk-UA"/>
        </a:p>
      </dgm:t>
    </dgm:pt>
    <dgm:pt modelId="{11298773-7D40-4B2C-82FE-4F173F07FCDB}" type="sibTrans" cxnId="{4316769C-FA13-448B-8A21-42F2D61938CF}">
      <dgm:prSet/>
      <dgm:spPr/>
      <dgm:t>
        <a:bodyPr/>
        <a:lstStyle/>
        <a:p>
          <a:endParaRPr lang="uk-UA"/>
        </a:p>
      </dgm:t>
    </dgm:pt>
    <dgm:pt modelId="{47E121E3-8AED-4DC7-9FC4-D49A17D3E2EB}">
      <dgm:prSet/>
      <dgm:spPr/>
      <dgm:t>
        <a:bodyPr/>
        <a:lstStyle/>
        <a:p>
          <a:r>
            <a:rPr lang="ru-RU" b="0" i="0" dirty="0" err="1"/>
            <a:t>Резиденцію</a:t>
          </a:r>
          <a:r>
            <a:rPr lang="ru-RU" b="0" i="0" dirty="0"/>
            <a:t> </a:t>
          </a:r>
          <a:r>
            <a:rPr lang="ru-RU" b="0" i="0" dirty="0" err="1"/>
            <a:t>Буковинських</a:t>
          </a:r>
          <a:r>
            <a:rPr lang="ru-RU" b="0" i="0" dirty="0"/>
            <a:t> </a:t>
          </a:r>
          <a:r>
            <a:rPr lang="ru-RU" b="0" i="0" dirty="0" err="1"/>
            <a:t>митрополитів</a:t>
          </a:r>
          <a:r>
            <a:rPr lang="ru-RU" b="0" i="0" dirty="0"/>
            <a:t> у </a:t>
          </a:r>
          <a:r>
            <a:rPr lang="ru-RU" b="0" i="0" dirty="0" err="1"/>
            <a:t>Чернівцях</a:t>
          </a:r>
          <a:endParaRPr lang="uk-UA" dirty="0"/>
        </a:p>
      </dgm:t>
    </dgm:pt>
    <dgm:pt modelId="{C93D4735-622C-4914-8236-2585D467B716}" type="parTrans" cxnId="{360A9C55-12F0-4450-ABDF-E0E226E7C1B3}">
      <dgm:prSet/>
      <dgm:spPr/>
      <dgm:t>
        <a:bodyPr/>
        <a:lstStyle/>
        <a:p>
          <a:endParaRPr lang="uk-UA"/>
        </a:p>
      </dgm:t>
    </dgm:pt>
    <dgm:pt modelId="{ABDEC2BA-DA5C-40FF-AC04-2233C434CDE4}" type="sibTrans" cxnId="{360A9C55-12F0-4450-ABDF-E0E226E7C1B3}">
      <dgm:prSet/>
      <dgm:spPr/>
      <dgm:t>
        <a:bodyPr/>
        <a:lstStyle/>
        <a:p>
          <a:endParaRPr lang="uk-UA"/>
        </a:p>
      </dgm:t>
    </dgm:pt>
    <dgm:pt modelId="{50FFF412-2016-4426-8B5A-8C044CF32A2E}" type="pres">
      <dgm:prSet presAssocID="{D20B42E0-73BB-413D-B9C2-659D4EAE506C}" presName="linear" presStyleCnt="0">
        <dgm:presLayoutVars>
          <dgm:animLvl val="lvl"/>
          <dgm:resizeHandles val="exact"/>
        </dgm:presLayoutVars>
      </dgm:prSet>
      <dgm:spPr/>
    </dgm:pt>
    <dgm:pt modelId="{93424526-A45E-4EB9-A40C-2BCE8E28F0CC}" type="pres">
      <dgm:prSet presAssocID="{EF9A1A06-13AF-470E-8CF0-F4995FC9C1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D60857-27D8-47A7-8654-ECF7FAB8918F}" type="pres">
      <dgm:prSet presAssocID="{DE24DDED-498C-4CF7-BEB1-69ADFA027823}" presName="spacer" presStyleCnt="0"/>
      <dgm:spPr/>
    </dgm:pt>
    <dgm:pt modelId="{6940D29A-B72B-40B9-B2CE-1CD8ECD606E7}" type="pres">
      <dgm:prSet presAssocID="{034CFC05-149D-436C-90D8-99F4A0457F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2EF2AF-9ADE-4B38-8EA7-767887951391}" type="pres">
      <dgm:prSet presAssocID="{86292739-DD7D-479F-AA7F-1BC97ECB7714}" presName="spacer" presStyleCnt="0"/>
      <dgm:spPr/>
    </dgm:pt>
    <dgm:pt modelId="{2D8EE968-69C8-427D-8046-1C118449728F}" type="pres">
      <dgm:prSet presAssocID="{8C9BAE9F-B769-42A3-8958-9D562429A7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D7A63-C16B-452E-972B-058E7568A7D2}" type="pres">
      <dgm:prSet presAssocID="{11298773-7D40-4B2C-82FE-4F173F07FCDB}" presName="spacer" presStyleCnt="0"/>
      <dgm:spPr/>
    </dgm:pt>
    <dgm:pt modelId="{66E11C4D-B163-4565-87D6-254580047F3E}" type="pres">
      <dgm:prSet presAssocID="{47E121E3-8AED-4DC7-9FC4-D49A17D3E2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D4DF24-C0FA-48E6-818E-B5EAABF44F7A}" type="presOf" srcId="{47E121E3-8AED-4DC7-9FC4-D49A17D3E2EB}" destId="{66E11C4D-B163-4565-87D6-254580047F3E}" srcOrd="0" destOrd="0" presId="urn:microsoft.com/office/officeart/2005/8/layout/vList2"/>
    <dgm:cxn modelId="{6F4B3261-06B4-4B17-8BAC-D7D398C4BEBE}" srcId="{D20B42E0-73BB-413D-B9C2-659D4EAE506C}" destId="{034CFC05-149D-436C-90D8-99F4A0457F22}" srcOrd="1" destOrd="0" parTransId="{BC9F9EC2-4DD8-4B70-8377-040891503475}" sibTransId="{86292739-DD7D-479F-AA7F-1BC97ECB7714}"/>
    <dgm:cxn modelId="{8C01ED42-2A9A-4FDC-95FC-A225B9F01927}" type="presOf" srcId="{D20B42E0-73BB-413D-B9C2-659D4EAE506C}" destId="{50FFF412-2016-4426-8B5A-8C044CF32A2E}" srcOrd="0" destOrd="0" presId="urn:microsoft.com/office/officeart/2005/8/layout/vList2"/>
    <dgm:cxn modelId="{360A9C55-12F0-4450-ABDF-E0E226E7C1B3}" srcId="{D20B42E0-73BB-413D-B9C2-659D4EAE506C}" destId="{47E121E3-8AED-4DC7-9FC4-D49A17D3E2EB}" srcOrd="3" destOrd="0" parTransId="{C93D4735-622C-4914-8236-2585D467B716}" sibTransId="{ABDEC2BA-DA5C-40FF-AC04-2233C434CDE4}"/>
    <dgm:cxn modelId="{5765A87A-59BD-46D9-874F-24D3BD400B20}" type="presOf" srcId="{EF9A1A06-13AF-470E-8CF0-F4995FC9C152}" destId="{93424526-A45E-4EB9-A40C-2BCE8E28F0CC}" srcOrd="0" destOrd="0" presId="urn:microsoft.com/office/officeart/2005/8/layout/vList2"/>
    <dgm:cxn modelId="{4316769C-FA13-448B-8A21-42F2D61938CF}" srcId="{D20B42E0-73BB-413D-B9C2-659D4EAE506C}" destId="{8C9BAE9F-B769-42A3-8958-9D562429A77E}" srcOrd="2" destOrd="0" parTransId="{87DCB4BC-3DED-4771-8C37-2A871A1BE9B4}" sibTransId="{11298773-7D40-4B2C-82FE-4F173F07FCDB}"/>
    <dgm:cxn modelId="{9CBDC0B5-E054-4DC8-8D3A-0A5FC20CDDE3}" srcId="{D20B42E0-73BB-413D-B9C2-659D4EAE506C}" destId="{EF9A1A06-13AF-470E-8CF0-F4995FC9C152}" srcOrd="0" destOrd="0" parTransId="{1670C1C0-D3D2-4DAA-B4AB-319241B8FC44}" sibTransId="{DE24DDED-498C-4CF7-BEB1-69ADFA027823}"/>
    <dgm:cxn modelId="{16E6B7E5-4FD2-4DEC-8C26-9A4811D2D466}" type="presOf" srcId="{034CFC05-149D-436C-90D8-99F4A0457F22}" destId="{6940D29A-B72B-40B9-B2CE-1CD8ECD606E7}" srcOrd="0" destOrd="0" presId="urn:microsoft.com/office/officeart/2005/8/layout/vList2"/>
    <dgm:cxn modelId="{3CE0E6EC-536F-45BB-AAB4-8EE7DE14425F}" type="presOf" srcId="{8C9BAE9F-B769-42A3-8958-9D562429A77E}" destId="{2D8EE968-69C8-427D-8046-1C118449728F}" srcOrd="0" destOrd="0" presId="urn:microsoft.com/office/officeart/2005/8/layout/vList2"/>
    <dgm:cxn modelId="{1B7B88D3-DAEC-4962-838D-9F77A280174B}" type="presParOf" srcId="{50FFF412-2016-4426-8B5A-8C044CF32A2E}" destId="{93424526-A45E-4EB9-A40C-2BCE8E28F0CC}" srcOrd="0" destOrd="0" presId="urn:microsoft.com/office/officeart/2005/8/layout/vList2"/>
    <dgm:cxn modelId="{41035171-3D19-46C4-97BD-AA0DC6D3C633}" type="presParOf" srcId="{50FFF412-2016-4426-8B5A-8C044CF32A2E}" destId="{7ED60857-27D8-47A7-8654-ECF7FAB8918F}" srcOrd="1" destOrd="0" presId="urn:microsoft.com/office/officeart/2005/8/layout/vList2"/>
    <dgm:cxn modelId="{F3F78F50-CFE7-4280-B076-6C686D9F6102}" type="presParOf" srcId="{50FFF412-2016-4426-8B5A-8C044CF32A2E}" destId="{6940D29A-B72B-40B9-B2CE-1CD8ECD606E7}" srcOrd="2" destOrd="0" presId="urn:microsoft.com/office/officeart/2005/8/layout/vList2"/>
    <dgm:cxn modelId="{AA64DABE-8C91-45B8-8376-053B0CBFC1C1}" type="presParOf" srcId="{50FFF412-2016-4426-8B5A-8C044CF32A2E}" destId="{E42EF2AF-9ADE-4B38-8EA7-767887951391}" srcOrd="3" destOrd="0" presId="urn:microsoft.com/office/officeart/2005/8/layout/vList2"/>
    <dgm:cxn modelId="{6D8EC1C0-70C8-4982-B92C-6DF54CF082B3}" type="presParOf" srcId="{50FFF412-2016-4426-8B5A-8C044CF32A2E}" destId="{2D8EE968-69C8-427D-8046-1C118449728F}" srcOrd="4" destOrd="0" presId="urn:microsoft.com/office/officeart/2005/8/layout/vList2"/>
    <dgm:cxn modelId="{40D79A37-7595-4CB6-90AD-E027C07616DB}" type="presParOf" srcId="{50FFF412-2016-4426-8B5A-8C044CF32A2E}" destId="{E22D7A63-C16B-452E-972B-058E7568A7D2}" srcOrd="5" destOrd="0" presId="urn:microsoft.com/office/officeart/2005/8/layout/vList2"/>
    <dgm:cxn modelId="{8AAA2FE9-296F-45CA-A24B-ACA17AFB2D3F}" type="presParOf" srcId="{50FFF412-2016-4426-8B5A-8C044CF32A2E}" destId="{66E11C4D-B163-4565-87D6-254580047F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4320BF-B760-449D-89B2-F6B47FEC16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A5506E-9469-422B-B341-DEC5B15D0EF9}">
      <dgm:prSet/>
      <dgm:spPr/>
      <dgm:t>
        <a:bodyPr/>
        <a:lstStyle/>
        <a:p>
          <a:r>
            <a:rPr lang="uk-UA" b="0" i="0"/>
            <a:t>Чернігова</a:t>
          </a:r>
          <a:endParaRPr lang="uk-UA"/>
        </a:p>
      </dgm:t>
    </dgm:pt>
    <dgm:pt modelId="{DC1CC091-D1A6-4908-998C-4BD6982D3ACC}" type="parTrans" cxnId="{C3D9374C-B7D7-4038-A57D-1E8A83F9C72E}">
      <dgm:prSet/>
      <dgm:spPr/>
      <dgm:t>
        <a:bodyPr/>
        <a:lstStyle/>
        <a:p>
          <a:endParaRPr lang="uk-UA"/>
        </a:p>
      </dgm:t>
    </dgm:pt>
    <dgm:pt modelId="{E266BA03-19BB-4298-A88F-07D001C7162E}" type="sibTrans" cxnId="{C3D9374C-B7D7-4038-A57D-1E8A83F9C72E}">
      <dgm:prSet/>
      <dgm:spPr/>
      <dgm:t>
        <a:bodyPr/>
        <a:lstStyle/>
        <a:p>
          <a:endParaRPr lang="uk-UA"/>
        </a:p>
      </dgm:t>
    </dgm:pt>
    <dgm:pt modelId="{31962A10-4123-4979-AEF3-DA5D1396139E}">
      <dgm:prSet/>
      <dgm:spPr/>
      <dgm:t>
        <a:bodyPr/>
        <a:lstStyle/>
        <a:p>
          <a:r>
            <a:rPr lang="uk-UA" b="0" i="0" dirty="0"/>
            <a:t>Переяслава</a:t>
          </a:r>
          <a:endParaRPr lang="uk-UA" dirty="0"/>
        </a:p>
      </dgm:t>
    </dgm:pt>
    <dgm:pt modelId="{93A0467C-1844-4BA6-9EA4-CECD8EAED39C}" type="parTrans" cxnId="{C1533F55-AE38-4A40-8533-AD5E0D8D6E94}">
      <dgm:prSet/>
      <dgm:spPr/>
      <dgm:t>
        <a:bodyPr/>
        <a:lstStyle/>
        <a:p>
          <a:endParaRPr lang="uk-UA"/>
        </a:p>
      </dgm:t>
    </dgm:pt>
    <dgm:pt modelId="{E8A91463-FD36-4960-82CF-C162D45A4A08}" type="sibTrans" cxnId="{C1533F55-AE38-4A40-8533-AD5E0D8D6E94}">
      <dgm:prSet/>
      <dgm:spPr/>
      <dgm:t>
        <a:bodyPr/>
        <a:lstStyle/>
        <a:p>
          <a:endParaRPr lang="uk-UA"/>
        </a:p>
      </dgm:t>
    </dgm:pt>
    <dgm:pt modelId="{F7EC4336-5E67-4F7F-A262-9EEBD61ADF91}">
      <dgm:prSet/>
      <dgm:spPr/>
      <dgm:t>
        <a:bodyPr/>
        <a:lstStyle/>
        <a:p>
          <a:r>
            <a:rPr lang="uk-UA" b="0" i="0" dirty="0"/>
            <a:t>Києва</a:t>
          </a:r>
          <a:endParaRPr lang="uk-UA" dirty="0"/>
        </a:p>
      </dgm:t>
    </dgm:pt>
    <dgm:pt modelId="{846556AA-37E9-42D0-AC36-B20EEE2DF68E}" type="parTrans" cxnId="{59A0FA2E-2701-4CEC-904F-4E4676A00131}">
      <dgm:prSet/>
      <dgm:spPr/>
      <dgm:t>
        <a:bodyPr/>
        <a:lstStyle/>
        <a:p>
          <a:endParaRPr lang="uk-UA"/>
        </a:p>
      </dgm:t>
    </dgm:pt>
    <dgm:pt modelId="{7F163156-EA26-4A55-ACC1-A3A750378635}" type="sibTrans" cxnId="{59A0FA2E-2701-4CEC-904F-4E4676A00131}">
      <dgm:prSet/>
      <dgm:spPr/>
      <dgm:t>
        <a:bodyPr/>
        <a:lstStyle/>
        <a:p>
          <a:endParaRPr lang="uk-UA"/>
        </a:p>
      </dgm:t>
    </dgm:pt>
    <dgm:pt modelId="{1D6DA32E-6CB6-4BF4-93F1-861CC1075CFE}">
      <dgm:prSet/>
      <dgm:spPr/>
      <dgm:t>
        <a:bodyPr/>
        <a:lstStyle/>
        <a:p>
          <a:r>
            <a:rPr lang="uk-UA" b="0" i="0" dirty="0"/>
            <a:t>Галича</a:t>
          </a:r>
          <a:endParaRPr lang="uk-UA" dirty="0"/>
        </a:p>
      </dgm:t>
    </dgm:pt>
    <dgm:pt modelId="{06388B63-1F81-4A77-A01A-6F0FCAE5F6FF}" type="parTrans" cxnId="{E28068C1-9FD4-4096-B265-83A5AA2400A6}">
      <dgm:prSet/>
      <dgm:spPr/>
      <dgm:t>
        <a:bodyPr/>
        <a:lstStyle/>
        <a:p>
          <a:endParaRPr lang="uk-UA"/>
        </a:p>
      </dgm:t>
    </dgm:pt>
    <dgm:pt modelId="{B77CAB99-C8BF-486C-BA68-D560BD10CB0C}" type="sibTrans" cxnId="{E28068C1-9FD4-4096-B265-83A5AA2400A6}">
      <dgm:prSet/>
      <dgm:spPr/>
      <dgm:t>
        <a:bodyPr/>
        <a:lstStyle/>
        <a:p>
          <a:endParaRPr lang="uk-UA"/>
        </a:p>
      </dgm:t>
    </dgm:pt>
    <dgm:pt modelId="{84067771-8712-4A3B-A76C-2008D30EB3E1}" type="pres">
      <dgm:prSet presAssocID="{574320BF-B760-449D-89B2-F6B47FEC1628}" presName="linear" presStyleCnt="0">
        <dgm:presLayoutVars>
          <dgm:animLvl val="lvl"/>
          <dgm:resizeHandles val="exact"/>
        </dgm:presLayoutVars>
      </dgm:prSet>
      <dgm:spPr/>
    </dgm:pt>
    <dgm:pt modelId="{0C35DC17-D24E-4227-8A2F-9797E295E9C4}" type="pres">
      <dgm:prSet presAssocID="{8EA5506E-9469-422B-B341-DEC5B15D0E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743DEB-D463-490E-A171-11FB2EFA5E13}" type="pres">
      <dgm:prSet presAssocID="{E266BA03-19BB-4298-A88F-07D001C7162E}" presName="spacer" presStyleCnt="0"/>
      <dgm:spPr/>
    </dgm:pt>
    <dgm:pt modelId="{26523681-BB71-4925-B80E-53B17C3F6FBD}" type="pres">
      <dgm:prSet presAssocID="{31962A10-4123-4979-AEF3-DA5D139613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B259D6-29C2-441E-8350-4BB49D287AF9}" type="pres">
      <dgm:prSet presAssocID="{E8A91463-FD36-4960-82CF-C162D45A4A08}" presName="spacer" presStyleCnt="0"/>
      <dgm:spPr/>
    </dgm:pt>
    <dgm:pt modelId="{676899BF-589B-411D-8E12-EA721EF149A5}" type="pres">
      <dgm:prSet presAssocID="{F7EC4336-5E67-4F7F-A262-9EEBD61ADF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5C62A5-AA1C-41E7-A8AD-0C1E31AA3087}" type="pres">
      <dgm:prSet presAssocID="{7F163156-EA26-4A55-ACC1-A3A750378635}" presName="spacer" presStyleCnt="0"/>
      <dgm:spPr/>
    </dgm:pt>
    <dgm:pt modelId="{22980630-3A41-4FC5-9B77-030836935491}" type="pres">
      <dgm:prSet presAssocID="{1D6DA32E-6CB6-4BF4-93F1-861CC1075CF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A0FA2E-2701-4CEC-904F-4E4676A00131}" srcId="{574320BF-B760-449D-89B2-F6B47FEC1628}" destId="{F7EC4336-5E67-4F7F-A262-9EEBD61ADF91}" srcOrd="2" destOrd="0" parTransId="{846556AA-37E9-42D0-AC36-B20EEE2DF68E}" sibTransId="{7F163156-EA26-4A55-ACC1-A3A750378635}"/>
    <dgm:cxn modelId="{6F53FA3B-2C40-4596-8928-ECDA377A122E}" type="presOf" srcId="{F7EC4336-5E67-4F7F-A262-9EEBD61ADF91}" destId="{676899BF-589B-411D-8E12-EA721EF149A5}" srcOrd="0" destOrd="0" presId="urn:microsoft.com/office/officeart/2005/8/layout/vList2"/>
    <dgm:cxn modelId="{C3D9374C-B7D7-4038-A57D-1E8A83F9C72E}" srcId="{574320BF-B760-449D-89B2-F6B47FEC1628}" destId="{8EA5506E-9469-422B-B341-DEC5B15D0EF9}" srcOrd="0" destOrd="0" parTransId="{DC1CC091-D1A6-4908-998C-4BD6982D3ACC}" sibTransId="{E266BA03-19BB-4298-A88F-07D001C7162E}"/>
    <dgm:cxn modelId="{7BE27654-B3F9-46B5-A5CE-3C0AF3E724AB}" type="presOf" srcId="{574320BF-B760-449D-89B2-F6B47FEC1628}" destId="{84067771-8712-4A3B-A76C-2008D30EB3E1}" srcOrd="0" destOrd="0" presId="urn:microsoft.com/office/officeart/2005/8/layout/vList2"/>
    <dgm:cxn modelId="{C1533F55-AE38-4A40-8533-AD5E0D8D6E94}" srcId="{574320BF-B760-449D-89B2-F6B47FEC1628}" destId="{31962A10-4123-4979-AEF3-DA5D1396139E}" srcOrd="1" destOrd="0" parTransId="{93A0467C-1844-4BA6-9EA4-CECD8EAED39C}" sibTransId="{E8A91463-FD36-4960-82CF-C162D45A4A08}"/>
    <dgm:cxn modelId="{72574B84-38BA-409E-9F9B-F1ACDC3B2E20}" type="presOf" srcId="{8EA5506E-9469-422B-B341-DEC5B15D0EF9}" destId="{0C35DC17-D24E-4227-8A2F-9797E295E9C4}" srcOrd="0" destOrd="0" presId="urn:microsoft.com/office/officeart/2005/8/layout/vList2"/>
    <dgm:cxn modelId="{C3A5A997-29F4-4D81-9CD1-110FE978B859}" type="presOf" srcId="{1D6DA32E-6CB6-4BF4-93F1-861CC1075CFE}" destId="{22980630-3A41-4FC5-9B77-030836935491}" srcOrd="0" destOrd="0" presId="urn:microsoft.com/office/officeart/2005/8/layout/vList2"/>
    <dgm:cxn modelId="{E28068C1-9FD4-4096-B265-83A5AA2400A6}" srcId="{574320BF-B760-449D-89B2-F6B47FEC1628}" destId="{1D6DA32E-6CB6-4BF4-93F1-861CC1075CFE}" srcOrd="3" destOrd="0" parTransId="{06388B63-1F81-4A77-A01A-6F0FCAE5F6FF}" sibTransId="{B77CAB99-C8BF-486C-BA68-D560BD10CB0C}"/>
    <dgm:cxn modelId="{B62095F3-7858-4720-82F4-83F8E8B2147B}" type="presOf" srcId="{31962A10-4123-4979-AEF3-DA5D1396139E}" destId="{26523681-BB71-4925-B80E-53B17C3F6FBD}" srcOrd="0" destOrd="0" presId="urn:microsoft.com/office/officeart/2005/8/layout/vList2"/>
    <dgm:cxn modelId="{5B1CE8A5-950E-43FC-9348-5FED35E57E03}" type="presParOf" srcId="{84067771-8712-4A3B-A76C-2008D30EB3E1}" destId="{0C35DC17-D24E-4227-8A2F-9797E295E9C4}" srcOrd="0" destOrd="0" presId="urn:microsoft.com/office/officeart/2005/8/layout/vList2"/>
    <dgm:cxn modelId="{F80C36A1-4187-4664-86BB-C6BF97F0624E}" type="presParOf" srcId="{84067771-8712-4A3B-A76C-2008D30EB3E1}" destId="{4D743DEB-D463-490E-A171-11FB2EFA5E13}" srcOrd="1" destOrd="0" presId="urn:microsoft.com/office/officeart/2005/8/layout/vList2"/>
    <dgm:cxn modelId="{CDCBFDE0-FF86-4A7C-A9BE-49CC0F4E1D46}" type="presParOf" srcId="{84067771-8712-4A3B-A76C-2008D30EB3E1}" destId="{26523681-BB71-4925-B80E-53B17C3F6FBD}" srcOrd="2" destOrd="0" presId="urn:microsoft.com/office/officeart/2005/8/layout/vList2"/>
    <dgm:cxn modelId="{53367C3B-4F9E-4803-A935-2CACF458BF1C}" type="presParOf" srcId="{84067771-8712-4A3B-A76C-2008D30EB3E1}" destId="{1CB259D6-29C2-441E-8350-4BB49D287AF9}" srcOrd="3" destOrd="0" presId="urn:microsoft.com/office/officeart/2005/8/layout/vList2"/>
    <dgm:cxn modelId="{9D46B56F-46EE-4DAD-9EBB-DA11BBFEBF93}" type="presParOf" srcId="{84067771-8712-4A3B-A76C-2008D30EB3E1}" destId="{676899BF-589B-411D-8E12-EA721EF149A5}" srcOrd="4" destOrd="0" presId="urn:microsoft.com/office/officeart/2005/8/layout/vList2"/>
    <dgm:cxn modelId="{439600EE-5230-44D3-9F71-BE8146BC88A4}" type="presParOf" srcId="{84067771-8712-4A3B-A76C-2008D30EB3E1}" destId="{575C62A5-AA1C-41E7-A8AD-0C1E31AA3087}" srcOrd="5" destOrd="0" presId="urn:microsoft.com/office/officeart/2005/8/layout/vList2"/>
    <dgm:cxn modelId="{64B700A3-E80B-4436-83A0-39A9E165FB28}" type="presParOf" srcId="{84067771-8712-4A3B-A76C-2008D30EB3E1}" destId="{22980630-3A41-4FC5-9B77-0308369354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C87AAB-03BA-4E12-BAA8-681FEA564F7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8C3D53-A74A-48C7-B96A-8DCA953D135F}">
      <dgm:prSet/>
      <dgm:spPr/>
      <dgm:t>
        <a:bodyPr/>
        <a:lstStyle/>
        <a:p>
          <a:r>
            <a:rPr lang="uk-UA" b="0" i="0" dirty="0"/>
            <a:t>Києва.</a:t>
          </a:r>
          <a:endParaRPr lang="uk-UA" dirty="0"/>
        </a:p>
      </dgm:t>
    </dgm:pt>
    <dgm:pt modelId="{8D1EE0CB-2922-43A2-8871-45B6D5A9BD95}" type="parTrans" cxnId="{EB5CBB46-F52C-4571-B4CC-A89EE575D737}">
      <dgm:prSet/>
      <dgm:spPr/>
      <dgm:t>
        <a:bodyPr/>
        <a:lstStyle/>
        <a:p>
          <a:endParaRPr lang="uk-UA"/>
        </a:p>
      </dgm:t>
    </dgm:pt>
    <dgm:pt modelId="{BC9E22A7-9BD3-413B-9E9B-34054294FD35}" type="sibTrans" cxnId="{EB5CBB46-F52C-4571-B4CC-A89EE575D737}">
      <dgm:prSet/>
      <dgm:spPr/>
      <dgm:t>
        <a:bodyPr/>
        <a:lstStyle/>
        <a:p>
          <a:endParaRPr lang="uk-UA"/>
        </a:p>
      </dgm:t>
    </dgm:pt>
    <dgm:pt modelId="{9AB04259-64FE-4134-9CDD-99DC890020B6}">
      <dgm:prSet/>
      <dgm:spPr/>
      <dgm:t>
        <a:bodyPr/>
        <a:lstStyle/>
        <a:p>
          <a:r>
            <a:rPr lang="uk-UA" b="0" i="0"/>
            <a:t>Харкова.</a:t>
          </a:r>
          <a:endParaRPr lang="uk-UA"/>
        </a:p>
      </dgm:t>
    </dgm:pt>
    <dgm:pt modelId="{DC509D2E-815D-444B-BF94-0700CE1EF0EB}" type="parTrans" cxnId="{8A63067E-0CA9-4A48-997A-001DCB320329}">
      <dgm:prSet/>
      <dgm:spPr/>
      <dgm:t>
        <a:bodyPr/>
        <a:lstStyle/>
        <a:p>
          <a:endParaRPr lang="uk-UA"/>
        </a:p>
      </dgm:t>
    </dgm:pt>
    <dgm:pt modelId="{F6731675-ACEC-4217-A7A4-70A3104A4CEC}" type="sibTrans" cxnId="{8A63067E-0CA9-4A48-997A-001DCB320329}">
      <dgm:prSet/>
      <dgm:spPr/>
      <dgm:t>
        <a:bodyPr/>
        <a:lstStyle/>
        <a:p>
          <a:endParaRPr lang="uk-UA"/>
        </a:p>
      </dgm:t>
    </dgm:pt>
    <dgm:pt modelId="{F4E57E05-7A3E-41DA-A676-625D7EB64AC6}">
      <dgm:prSet/>
      <dgm:spPr/>
      <dgm:t>
        <a:bodyPr/>
        <a:lstStyle/>
        <a:p>
          <a:r>
            <a:rPr lang="uk-UA" b="0" i="0" dirty="0"/>
            <a:t>Луцька.</a:t>
          </a:r>
          <a:endParaRPr lang="uk-UA" dirty="0"/>
        </a:p>
      </dgm:t>
    </dgm:pt>
    <dgm:pt modelId="{807C201C-4621-482E-AA75-C45621401BC5}" type="parTrans" cxnId="{0F35A5DF-FA5E-4B26-9A42-6845E76BE217}">
      <dgm:prSet/>
      <dgm:spPr/>
      <dgm:t>
        <a:bodyPr/>
        <a:lstStyle/>
        <a:p>
          <a:endParaRPr lang="uk-UA"/>
        </a:p>
      </dgm:t>
    </dgm:pt>
    <dgm:pt modelId="{D7C0943F-090D-4981-898E-CB099F065980}" type="sibTrans" cxnId="{0F35A5DF-FA5E-4B26-9A42-6845E76BE217}">
      <dgm:prSet/>
      <dgm:spPr/>
      <dgm:t>
        <a:bodyPr/>
        <a:lstStyle/>
        <a:p>
          <a:endParaRPr lang="uk-UA"/>
        </a:p>
      </dgm:t>
    </dgm:pt>
    <dgm:pt modelId="{BF5429C7-75B2-4FC0-8291-CBC366AFC56D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F34AB22B-F6AD-42D8-ADBC-003C7474050E}" type="parTrans" cxnId="{D906AA17-20E9-4A43-9C23-F1D26C75CD1D}">
      <dgm:prSet/>
      <dgm:spPr/>
      <dgm:t>
        <a:bodyPr/>
        <a:lstStyle/>
        <a:p>
          <a:endParaRPr lang="uk-UA"/>
        </a:p>
      </dgm:t>
    </dgm:pt>
    <dgm:pt modelId="{1D20B96B-FAAC-4B8C-8304-2FFBDA3F95F8}" type="sibTrans" cxnId="{D906AA17-20E9-4A43-9C23-F1D26C75CD1D}">
      <dgm:prSet/>
      <dgm:spPr/>
      <dgm:t>
        <a:bodyPr/>
        <a:lstStyle/>
        <a:p>
          <a:endParaRPr lang="uk-UA"/>
        </a:p>
      </dgm:t>
    </dgm:pt>
    <dgm:pt modelId="{B8E3556A-6F5C-4431-98B2-CE419F2C5DA0}" type="pres">
      <dgm:prSet presAssocID="{F6C87AAB-03BA-4E12-BAA8-681FEA564F7E}" presName="matrix" presStyleCnt="0">
        <dgm:presLayoutVars>
          <dgm:chMax val="1"/>
          <dgm:dir/>
          <dgm:resizeHandles val="exact"/>
        </dgm:presLayoutVars>
      </dgm:prSet>
      <dgm:spPr/>
    </dgm:pt>
    <dgm:pt modelId="{DFEBA3D6-466B-41E4-9B6E-CFB4440F12F4}" type="pres">
      <dgm:prSet presAssocID="{F6C87AAB-03BA-4E12-BAA8-681FEA564F7E}" presName="diamond" presStyleLbl="bgShp" presStyleIdx="0" presStyleCnt="1"/>
      <dgm:spPr/>
    </dgm:pt>
    <dgm:pt modelId="{388F31A7-6C93-4843-BF51-405CF2AD410D}" type="pres">
      <dgm:prSet presAssocID="{F6C87AAB-03BA-4E12-BAA8-681FEA564F7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469D28-2664-4E6E-8D6F-672B912A7191}" type="pres">
      <dgm:prSet presAssocID="{F6C87AAB-03BA-4E12-BAA8-681FEA564F7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2EAF346-153B-4C88-9D9A-9121E3564414}" type="pres">
      <dgm:prSet presAssocID="{F6C87AAB-03BA-4E12-BAA8-681FEA564F7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9A4EDB0-0767-410A-BA53-08856429C5B1}" type="pres">
      <dgm:prSet presAssocID="{F6C87AAB-03BA-4E12-BAA8-681FEA564F7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906AA17-20E9-4A43-9C23-F1D26C75CD1D}" srcId="{F6C87AAB-03BA-4E12-BAA8-681FEA564F7E}" destId="{BF5429C7-75B2-4FC0-8291-CBC366AFC56D}" srcOrd="3" destOrd="0" parTransId="{F34AB22B-F6AD-42D8-ADBC-003C7474050E}" sibTransId="{1D20B96B-FAAC-4B8C-8304-2FFBDA3F95F8}"/>
    <dgm:cxn modelId="{EB5CBB46-F52C-4571-B4CC-A89EE575D737}" srcId="{F6C87AAB-03BA-4E12-BAA8-681FEA564F7E}" destId="{9C8C3D53-A74A-48C7-B96A-8DCA953D135F}" srcOrd="0" destOrd="0" parTransId="{8D1EE0CB-2922-43A2-8871-45B6D5A9BD95}" sibTransId="{BC9E22A7-9BD3-413B-9E9B-34054294FD35}"/>
    <dgm:cxn modelId="{B0024A7B-71CE-4BD7-87AB-5CB71200EE7E}" type="presOf" srcId="{9C8C3D53-A74A-48C7-B96A-8DCA953D135F}" destId="{388F31A7-6C93-4843-BF51-405CF2AD410D}" srcOrd="0" destOrd="0" presId="urn:microsoft.com/office/officeart/2005/8/layout/matrix3"/>
    <dgm:cxn modelId="{8A63067E-0CA9-4A48-997A-001DCB320329}" srcId="{F6C87AAB-03BA-4E12-BAA8-681FEA564F7E}" destId="{9AB04259-64FE-4134-9CDD-99DC890020B6}" srcOrd="1" destOrd="0" parTransId="{DC509D2E-815D-444B-BF94-0700CE1EF0EB}" sibTransId="{F6731675-ACEC-4217-A7A4-70A3104A4CEC}"/>
    <dgm:cxn modelId="{78C5A9B5-8E15-4B4E-9C38-412E71D3776D}" type="presOf" srcId="{BF5429C7-75B2-4FC0-8291-CBC366AFC56D}" destId="{F9A4EDB0-0767-410A-BA53-08856429C5B1}" srcOrd="0" destOrd="0" presId="urn:microsoft.com/office/officeart/2005/8/layout/matrix3"/>
    <dgm:cxn modelId="{5B4E85C3-7693-47D2-8693-AE179C6FB372}" type="presOf" srcId="{9AB04259-64FE-4134-9CDD-99DC890020B6}" destId="{BD469D28-2664-4E6E-8D6F-672B912A7191}" srcOrd="0" destOrd="0" presId="urn:microsoft.com/office/officeart/2005/8/layout/matrix3"/>
    <dgm:cxn modelId="{602440C6-94C6-4F3F-9B3E-FE34A23652D5}" type="presOf" srcId="{F6C87AAB-03BA-4E12-BAA8-681FEA564F7E}" destId="{B8E3556A-6F5C-4431-98B2-CE419F2C5DA0}" srcOrd="0" destOrd="0" presId="urn:microsoft.com/office/officeart/2005/8/layout/matrix3"/>
    <dgm:cxn modelId="{0F35A5DF-FA5E-4B26-9A42-6845E76BE217}" srcId="{F6C87AAB-03BA-4E12-BAA8-681FEA564F7E}" destId="{F4E57E05-7A3E-41DA-A676-625D7EB64AC6}" srcOrd="2" destOrd="0" parTransId="{807C201C-4621-482E-AA75-C45621401BC5}" sibTransId="{D7C0943F-090D-4981-898E-CB099F065980}"/>
    <dgm:cxn modelId="{50F28EF5-FD57-47BC-AA65-F5CC199426FF}" type="presOf" srcId="{F4E57E05-7A3E-41DA-A676-625D7EB64AC6}" destId="{02EAF346-153B-4C88-9D9A-9121E3564414}" srcOrd="0" destOrd="0" presId="urn:microsoft.com/office/officeart/2005/8/layout/matrix3"/>
    <dgm:cxn modelId="{2284F632-0263-4C83-8C2D-9418A34955F6}" type="presParOf" srcId="{B8E3556A-6F5C-4431-98B2-CE419F2C5DA0}" destId="{DFEBA3D6-466B-41E4-9B6E-CFB4440F12F4}" srcOrd="0" destOrd="0" presId="urn:microsoft.com/office/officeart/2005/8/layout/matrix3"/>
    <dgm:cxn modelId="{6EC503F7-FD77-4450-8A8F-B91E7B6D472C}" type="presParOf" srcId="{B8E3556A-6F5C-4431-98B2-CE419F2C5DA0}" destId="{388F31A7-6C93-4843-BF51-405CF2AD410D}" srcOrd="1" destOrd="0" presId="urn:microsoft.com/office/officeart/2005/8/layout/matrix3"/>
    <dgm:cxn modelId="{D31B0AB6-1986-40AE-A4EB-47DF9FFB5379}" type="presParOf" srcId="{B8E3556A-6F5C-4431-98B2-CE419F2C5DA0}" destId="{BD469D28-2664-4E6E-8D6F-672B912A7191}" srcOrd="2" destOrd="0" presId="urn:microsoft.com/office/officeart/2005/8/layout/matrix3"/>
    <dgm:cxn modelId="{5C3D70A6-3CE2-422F-B0A8-A694A25174C6}" type="presParOf" srcId="{B8E3556A-6F5C-4431-98B2-CE419F2C5DA0}" destId="{02EAF346-153B-4C88-9D9A-9121E3564414}" srcOrd="3" destOrd="0" presId="urn:microsoft.com/office/officeart/2005/8/layout/matrix3"/>
    <dgm:cxn modelId="{B8157786-B26A-439C-8874-891FDCCDC0FC}" type="presParOf" srcId="{B8E3556A-6F5C-4431-98B2-CE419F2C5DA0}" destId="{F9A4EDB0-0767-410A-BA53-08856429C5B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11E7BC-5DC6-4639-B635-C05EEE1618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931AC52-0CAA-4D3A-AD1C-772C6A064657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9D8E6A82-5523-4757-80E1-CB75A19C2D4D}" type="parTrans" cxnId="{6E8BE37F-A5FD-41B4-A10E-218D48F37C15}">
      <dgm:prSet/>
      <dgm:spPr/>
      <dgm:t>
        <a:bodyPr/>
        <a:lstStyle/>
        <a:p>
          <a:endParaRPr lang="uk-UA"/>
        </a:p>
      </dgm:t>
    </dgm:pt>
    <dgm:pt modelId="{58CDF110-C101-489F-A48D-A92F053EFDC7}" type="sibTrans" cxnId="{6E8BE37F-A5FD-41B4-A10E-218D48F37C15}">
      <dgm:prSet/>
      <dgm:spPr/>
      <dgm:t>
        <a:bodyPr/>
        <a:lstStyle/>
        <a:p>
          <a:endParaRPr lang="uk-UA"/>
        </a:p>
      </dgm:t>
    </dgm:pt>
    <dgm:pt modelId="{300D7C32-4BE0-4C6C-A50E-809D26C72EE2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BB3910FC-3110-451E-BD3E-91875EDCA296}" type="parTrans" cxnId="{3E3308E3-1DD3-441F-B5FE-A63C01FE55CB}">
      <dgm:prSet/>
      <dgm:spPr/>
      <dgm:t>
        <a:bodyPr/>
        <a:lstStyle/>
        <a:p>
          <a:endParaRPr lang="uk-UA"/>
        </a:p>
      </dgm:t>
    </dgm:pt>
    <dgm:pt modelId="{403592FF-93EA-4EC7-B326-3AB82619FD97}" type="sibTrans" cxnId="{3E3308E3-1DD3-441F-B5FE-A63C01FE55CB}">
      <dgm:prSet/>
      <dgm:spPr/>
      <dgm:t>
        <a:bodyPr/>
        <a:lstStyle/>
        <a:p>
          <a:endParaRPr lang="uk-UA"/>
        </a:p>
      </dgm:t>
    </dgm:pt>
    <dgm:pt modelId="{A6A3CB18-C655-4430-8493-E4CE70F58690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3B7ED1EC-DC5A-4DAC-A0BE-349B61948D33}" type="parTrans" cxnId="{2E538A2C-8B94-4295-B3B2-3D703796F3B0}">
      <dgm:prSet/>
      <dgm:spPr/>
      <dgm:t>
        <a:bodyPr/>
        <a:lstStyle/>
        <a:p>
          <a:endParaRPr lang="uk-UA"/>
        </a:p>
      </dgm:t>
    </dgm:pt>
    <dgm:pt modelId="{EA35E722-F82F-4D01-9300-BDC43FB97D9F}" type="sibTrans" cxnId="{2E538A2C-8B94-4295-B3B2-3D703796F3B0}">
      <dgm:prSet/>
      <dgm:spPr/>
      <dgm:t>
        <a:bodyPr/>
        <a:lstStyle/>
        <a:p>
          <a:endParaRPr lang="uk-UA"/>
        </a:p>
      </dgm:t>
    </dgm:pt>
    <dgm:pt modelId="{542AE21F-BEE6-4C8E-A496-1491C095E260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B0A1FDC0-77D7-4CE5-AD09-677F10DF07C2}" type="parTrans" cxnId="{5FE5ED77-B551-4BB0-B1B9-48B61F3C4196}">
      <dgm:prSet/>
      <dgm:spPr/>
      <dgm:t>
        <a:bodyPr/>
        <a:lstStyle/>
        <a:p>
          <a:endParaRPr lang="uk-UA"/>
        </a:p>
      </dgm:t>
    </dgm:pt>
    <dgm:pt modelId="{F7C6D4EB-5845-4A10-90D2-10486D38E376}" type="sibTrans" cxnId="{5FE5ED77-B551-4BB0-B1B9-48B61F3C4196}">
      <dgm:prSet/>
      <dgm:spPr/>
      <dgm:t>
        <a:bodyPr/>
        <a:lstStyle/>
        <a:p>
          <a:endParaRPr lang="uk-UA"/>
        </a:p>
      </dgm:t>
    </dgm:pt>
    <dgm:pt modelId="{EC1E0D9D-FD16-425B-B551-3D32EAFDC043}" type="pres">
      <dgm:prSet presAssocID="{1311E7BC-5DC6-4639-B635-C05EEE161868}" presName="linear" presStyleCnt="0">
        <dgm:presLayoutVars>
          <dgm:animLvl val="lvl"/>
          <dgm:resizeHandles val="exact"/>
        </dgm:presLayoutVars>
      </dgm:prSet>
      <dgm:spPr/>
    </dgm:pt>
    <dgm:pt modelId="{4B3455DB-2641-4503-BE3A-327A3ADE4EB6}" type="pres">
      <dgm:prSet presAssocID="{C931AC52-0CAA-4D3A-AD1C-772C6A0646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B1DE6B-3DAE-4850-A5C2-2AA77BA14D19}" type="pres">
      <dgm:prSet presAssocID="{58CDF110-C101-489F-A48D-A92F053EFDC7}" presName="spacer" presStyleCnt="0"/>
      <dgm:spPr/>
    </dgm:pt>
    <dgm:pt modelId="{F8667AD0-85D4-4E5E-9CAE-BB02627C47EA}" type="pres">
      <dgm:prSet presAssocID="{300D7C32-4BE0-4C6C-A50E-809D26C72E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A32A79-6DA7-4F52-87A3-508BB1C85ADD}" type="pres">
      <dgm:prSet presAssocID="{403592FF-93EA-4EC7-B326-3AB82619FD97}" presName="spacer" presStyleCnt="0"/>
      <dgm:spPr/>
    </dgm:pt>
    <dgm:pt modelId="{475DC244-4E89-4D7E-8092-07908D41E901}" type="pres">
      <dgm:prSet presAssocID="{A6A3CB18-C655-4430-8493-E4CE70F586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1F3F41-862D-47FE-BC56-CA320C0F613B}" type="pres">
      <dgm:prSet presAssocID="{EA35E722-F82F-4D01-9300-BDC43FB97D9F}" presName="spacer" presStyleCnt="0"/>
      <dgm:spPr/>
    </dgm:pt>
    <dgm:pt modelId="{8274B713-E62D-4A7D-8785-3A490F7AFB7B}" type="pres">
      <dgm:prSet presAssocID="{542AE21F-BEE6-4C8E-A496-1491C095E2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34F708-BD58-4524-879D-6BA7A66DA2AD}" type="presOf" srcId="{542AE21F-BEE6-4C8E-A496-1491C095E260}" destId="{8274B713-E62D-4A7D-8785-3A490F7AFB7B}" srcOrd="0" destOrd="0" presId="urn:microsoft.com/office/officeart/2005/8/layout/vList2"/>
    <dgm:cxn modelId="{2E538A2C-8B94-4295-B3B2-3D703796F3B0}" srcId="{1311E7BC-5DC6-4639-B635-C05EEE161868}" destId="{A6A3CB18-C655-4430-8493-E4CE70F58690}" srcOrd="2" destOrd="0" parTransId="{3B7ED1EC-DC5A-4DAC-A0BE-349B61948D33}" sibTransId="{EA35E722-F82F-4D01-9300-BDC43FB97D9F}"/>
    <dgm:cxn modelId="{23923D34-807C-4BC7-98C2-7812D6A227EE}" type="presOf" srcId="{1311E7BC-5DC6-4639-B635-C05EEE161868}" destId="{EC1E0D9D-FD16-425B-B551-3D32EAFDC043}" srcOrd="0" destOrd="0" presId="urn:microsoft.com/office/officeart/2005/8/layout/vList2"/>
    <dgm:cxn modelId="{5FE5ED77-B551-4BB0-B1B9-48B61F3C4196}" srcId="{1311E7BC-5DC6-4639-B635-C05EEE161868}" destId="{542AE21F-BEE6-4C8E-A496-1491C095E260}" srcOrd="3" destOrd="0" parTransId="{B0A1FDC0-77D7-4CE5-AD09-677F10DF07C2}" sibTransId="{F7C6D4EB-5845-4A10-90D2-10486D38E376}"/>
    <dgm:cxn modelId="{6E8BE37F-A5FD-41B4-A10E-218D48F37C15}" srcId="{1311E7BC-5DC6-4639-B635-C05EEE161868}" destId="{C931AC52-0CAA-4D3A-AD1C-772C6A064657}" srcOrd="0" destOrd="0" parTransId="{9D8E6A82-5523-4757-80E1-CB75A19C2D4D}" sibTransId="{58CDF110-C101-489F-A48D-A92F053EFDC7}"/>
    <dgm:cxn modelId="{EE1EC2BD-3B79-4CFD-85E6-07C9F1A441E3}" type="presOf" srcId="{A6A3CB18-C655-4430-8493-E4CE70F58690}" destId="{475DC244-4E89-4D7E-8092-07908D41E901}" srcOrd="0" destOrd="0" presId="urn:microsoft.com/office/officeart/2005/8/layout/vList2"/>
    <dgm:cxn modelId="{8A7BA2CA-FE61-4A8F-8FCA-7A8187FBDE82}" type="presOf" srcId="{300D7C32-4BE0-4C6C-A50E-809D26C72EE2}" destId="{F8667AD0-85D4-4E5E-9CAE-BB02627C47EA}" srcOrd="0" destOrd="0" presId="urn:microsoft.com/office/officeart/2005/8/layout/vList2"/>
    <dgm:cxn modelId="{3E3308E3-1DD3-441F-B5FE-A63C01FE55CB}" srcId="{1311E7BC-5DC6-4639-B635-C05EEE161868}" destId="{300D7C32-4BE0-4C6C-A50E-809D26C72EE2}" srcOrd="1" destOrd="0" parTransId="{BB3910FC-3110-451E-BD3E-91875EDCA296}" sibTransId="{403592FF-93EA-4EC7-B326-3AB82619FD97}"/>
    <dgm:cxn modelId="{78AE08F8-D11E-4A81-8C5C-8B8DDF365F5F}" type="presOf" srcId="{C931AC52-0CAA-4D3A-AD1C-772C6A064657}" destId="{4B3455DB-2641-4503-BE3A-327A3ADE4EB6}" srcOrd="0" destOrd="0" presId="urn:microsoft.com/office/officeart/2005/8/layout/vList2"/>
    <dgm:cxn modelId="{96335E63-427A-4E01-A2CA-D41B76BBEACD}" type="presParOf" srcId="{EC1E0D9D-FD16-425B-B551-3D32EAFDC043}" destId="{4B3455DB-2641-4503-BE3A-327A3ADE4EB6}" srcOrd="0" destOrd="0" presId="urn:microsoft.com/office/officeart/2005/8/layout/vList2"/>
    <dgm:cxn modelId="{791DD83F-78F4-462A-A690-F796EC2971D5}" type="presParOf" srcId="{EC1E0D9D-FD16-425B-B551-3D32EAFDC043}" destId="{B5B1DE6B-3DAE-4850-A5C2-2AA77BA14D19}" srcOrd="1" destOrd="0" presId="urn:microsoft.com/office/officeart/2005/8/layout/vList2"/>
    <dgm:cxn modelId="{94E1C8F9-A0B4-4E1C-B8AD-88DAA1E673E0}" type="presParOf" srcId="{EC1E0D9D-FD16-425B-B551-3D32EAFDC043}" destId="{F8667AD0-85D4-4E5E-9CAE-BB02627C47EA}" srcOrd="2" destOrd="0" presId="urn:microsoft.com/office/officeart/2005/8/layout/vList2"/>
    <dgm:cxn modelId="{03BD29B4-A5F3-42FA-88BB-3BAA3F91EA65}" type="presParOf" srcId="{EC1E0D9D-FD16-425B-B551-3D32EAFDC043}" destId="{27A32A79-6DA7-4F52-87A3-508BB1C85ADD}" srcOrd="3" destOrd="0" presId="urn:microsoft.com/office/officeart/2005/8/layout/vList2"/>
    <dgm:cxn modelId="{E5590676-709F-4864-A5F0-75EE8C513BBD}" type="presParOf" srcId="{EC1E0D9D-FD16-425B-B551-3D32EAFDC043}" destId="{475DC244-4E89-4D7E-8092-07908D41E901}" srcOrd="4" destOrd="0" presId="urn:microsoft.com/office/officeart/2005/8/layout/vList2"/>
    <dgm:cxn modelId="{694D80E0-58AC-476D-8890-5A125802EBA9}" type="presParOf" srcId="{EC1E0D9D-FD16-425B-B551-3D32EAFDC043}" destId="{2F1F3F41-862D-47FE-BC56-CA320C0F613B}" srcOrd="5" destOrd="0" presId="urn:microsoft.com/office/officeart/2005/8/layout/vList2"/>
    <dgm:cxn modelId="{99E4C8EC-4293-4490-AAE6-4C834558B8B5}" type="presParOf" srcId="{EC1E0D9D-FD16-425B-B551-3D32EAFDC043}" destId="{8274B713-E62D-4A7D-8785-3A490F7AFB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98BE988-B879-4833-86FD-68D2C6DE75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9D5082-38D1-4CDB-B52A-E9C3C2A4F1FE}">
      <dgm:prSet/>
      <dgm:spPr/>
      <dgm:t>
        <a:bodyPr/>
        <a:lstStyle/>
        <a:p>
          <a:r>
            <a:rPr lang="uk-UA" b="0" i="0"/>
            <a:t>класичному</a:t>
          </a:r>
          <a:endParaRPr lang="uk-UA"/>
        </a:p>
      </dgm:t>
    </dgm:pt>
    <dgm:pt modelId="{CCA7D3B1-F0C7-4FE7-B290-7051058774DC}" type="parTrans" cxnId="{C8FB8816-DBD3-459E-9750-5D2F59435310}">
      <dgm:prSet/>
      <dgm:spPr/>
      <dgm:t>
        <a:bodyPr/>
        <a:lstStyle/>
        <a:p>
          <a:endParaRPr lang="uk-UA"/>
        </a:p>
      </dgm:t>
    </dgm:pt>
    <dgm:pt modelId="{A3BD597C-0327-428E-ACB8-A14AD3AF1510}" type="sibTrans" cxnId="{C8FB8816-DBD3-459E-9750-5D2F59435310}">
      <dgm:prSet/>
      <dgm:spPr/>
      <dgm:t>
        <a:bodyPr/>
        <a:lstStyle/>
        <a:p>
          <a:endParaRPr lang="uk-UA"/>
        </a:p>
      </dgm:t>
    </dgm:pt>
    <dgm:pt modelId="{1EFD6625-A223-449C-8BF6-3384FEC0FC93}">
      <dgm:prSet/>
      <dgm:spPr/>
      <dgm:t>
        <a:bodyPr/>
        <a:lstStyle/>
        <a:p>
          <a:r>
            <a:rPr lang="uk-UA" b="0" i="0" dirty="0"/>
            <a:t>романському</a:t>
          </a:r>
          <a:endParaRPr lang="uk-UA" dirty="0"/>
        </a:p>
      </dgm:t>
    </dgm:pt>
    <dgm:pt modelId="{AC42255E-6818-4A54-9A4B-806CF1FCF4D8}" type="parTrans" cxnId="{3F154228-2C40-4701-AC08-2B7A262072C0}">
      <dgm:prSet/>
      <dgm:spPr/>
      <dgm:t>
        <a:bodyPr/>
        <a:lstStyle/>
        <a:p>
          <a:endParaRPr lang="uk-UA"/>
        </a:p>
      </dgm:t>
    </dgm:pt>
    <dgm:pt modelId="{6481966A-64D2-4E90-A39E-2A3BE26A1132}" type="sibTrans" cxnId="{3F154228-2C40-4701-AC08-2B7A262072C0}">
      <dgm:prSet/>
      <dgm:spPr/>
      <dgm:t>
        <a:bodyPr/>
        <a:lstStyle/>
        <a:p>
          <a:endParaRPr lang="uk-UA"/>
        </a:p>
      </dgm:t>
    </dgm:pt>
    <dgm:pt modelId="{6DC53F5E-FF50-4933-A008-CD6D57650571}">
      <dgm:prSet/>
      <dgm:spPr/>
      <dgm:t>
        <a:bodyPr/>
        <a:lstStyle/>
        <a:p>
          <a:r>
            <a:rPr lang="uk-UA" b="0" i="0" dirty="0"/>
            <a:t>готичному</a:t>
          </a:r>
          <a:endParaRPr lang="uk-UA" dirty="0"/>
        </a:p>
      </dgm:t>
    </dgm:pt>
    <dgm:pt modelId="{109C2E1D-48CE-4C75-9B71-5F3BD94A298B}" type="parTrans" cxnId="{C2F37EB9-8FBE-4DD5-BBE3-05B97A785345}">
      <dgm:prSet/>
      <dgm:spPr/>
      <dgm:t>
        <a:bodyPr/>
        <a:lstStyle/>
        <a:p>
          <a:endParaRPr lang="uk-UA"/>
        </a:p>
      </dgm:t>
    </dgm:pt>
    <dgm:pt modelId="{1FF129B6-9CCC-454A-8507-0CBC8702C47F}" type="sibTrans" cxnId="{C2F37EB9-8FBE-4DD5-BBE3-05B97A785345}">
      <dgm:prSet/>
      <dgm:spPr/>
      <dgm:t>
        <a:bodyPr/>
        <a:lstStyle/>
        <a:p>
          <a:endParaRPr lang="uk-UA"/>
        </a:p>
      </dgm:t>
    </dgm:pt>
    <dgm:pt modelId="{2E7645AB-1FB3-46B0-80BF-F89DA5568303}">
      <dgm:prSet/>
      <dgm:spPr/>
      <dgm:t>
        <a:bodyPr/>
        <a:lstStyle/>
        <a:p>
          <a:r>
            <a:rPr lang="uk-UA" b="0" i="0" dirty="0"/>
            <a:t>бароко</a:t>
          </a:r>
          <a:endParaRPr lang="uk-UA" dirty="0"/>
        </a:p>
      </dgm:t>
    </dgm:pt>
    <dgm:pt modelId="{CCCBA5FB-0FE9-4041-88BF-6E85531DE9DE}" type="parTrans" cxnId="{1D4A3B6C-024E-4439-A349-1F04FE6D4D8F}">
      <dgm:prSet/>
      <dgm:spPr/>
      <dgm:t>
        <a:bodyPr/>
        <a:lstStyle/>
        <a:p>
          <a:endParaRPr lang="uk-UA"/>
        </a:p>
      </dgm:t>
    </dgm:pt>
    <dgm:pt modelId="{B1245586-B71E-4D13-A538-3869E763FE41}" type="sibTrans" cxnId="{1D4A3B6C-024E-4439-A349-1F04FE6D4D8F}">
      <dgm:prSet/>
      <dgm:spPr/>
      <dgm:t>
        <a:bodyPr/>
        <a:lstStyle/>
        <a:p>
          <a:endParaRPr lang="uk-UA"/>
        </a:p>
      </dgm:t>
    </dgm:pt>
    <dgm:pt modelId="{B8BA84CB-21A5-4C2C-BA5E-0B1D2FA05499}" type="pres">
      <dgm:prSet presAssocID="{F98BE988-B879-4833-86FD-68D2C6DE758E}" presName="linear" presStyleCnt="0">
        <dgm:presLayoutVars>
          <dgm:animLvl val="lvl"/>
          <dgm:resizeHandles val="exact"/>
        </dgm:presLayoutVars>
      </dgm:prSet>
      <dgm:spPr/>
    </dgm:pt>
    <dgm:pt modelId="{4997E35A-3E90-4F5D-B005-1917E7A8CF35}" type="pres">
      <dgm:prSet presAssocID="{C39D5082-38D1-4CDB-B52A-E9C3C2A4F1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D1B5B6-BB7B-4EB2-B9F7-04E2285E5247}" type="pres">
      <dgm:prSet presAssocID="{A3BD597C-0327-428E-ACB8-A14AD3AF1510}" presName="spacer" presStyleCnt="0"/>
      <dgm:spPr/>
    </dgm:pt>
    <dgm:pt modelId="{132CA2F7-CE87-4741-9E04-215A396A5862}" type="pres">
      <dgm:prSet presAssocID="{1EFD6625-A223-449C-8BF6-3384FEC0FC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5E4DF3-294E-4840-8BFB-01013CA2FD55}" type="pres">
      <dgm:prSet presAssocID="{6481966A-64D2-4E90-A39E-2A3BE26A1132}" presName="spacer" presStyleCnt="0"/>
      <dgm:spPr/>
    </dgm:pt>
    <dgm:pt modelId="{C886FBED-5BF6-4A2A-A3B3-90D9CFC72316}" type="pres">
      <dgm:prSet presAssocID="{6DC53F5E-FF50-4933-A008-CD6D576505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A9ADE7-6C25-4109-BF4A-46FC830DA1C8}" type="pres">
      <dgm:prSet presAssocID="{1FF129B6-9CCC-454A-8507-0CBC8702C47F}" presName="spacer" presStyleCnt="0"/>
      <dgm:spPr/>
    </dgm:pt>
    <dgm:pt modelId="{9F5895FB-BB16-46FE-A71D-F2D5B43620E6}" type="pres">
      <dgm:prSet presAssocID="{2E7645AB-1FB3-46B0-80BF-F89DA55683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8FB8816-DBD3-459E-9750-5D2F59435310}" srcId="{F98BE988-B879-4833-86FD-68D2C6DE758E}" destId="{C39D5082-38D1-4CDB-B52A-E9C3C2A4F1FE}" srcOrd="0" destOrd="0" parTransId="{CCA7D3B1-F0C7-4FE7-B290-7051058774DC}" sibTransId="{A3BD597C-0327-428E-ACB8-A14AD3AF1510}"/>
    <dgm:cxn modelId="{3F154228-2C40-4701-AC08-2B7A262072C0}" srcId="{F98BE988-B879-4833-86FD-68D2C6DE758E}" destId="{1EFD6625-A223-449C-8BF6-3384FEC0FC93}" srcOrd="1" destOrd="0" parTransId="{AC42255E-6818-4A54-9A4B-806CF1FCF4D8}" sibTransId="{6481966A-64D2-4E90-A39E-2A3BE26A1132}"/>
    <dgm:cxn modelId="{1D4A3B6C-024E-4439-A349-1F04FE6D4D8F}" srcId="{F98BE988-B879-4833-86FD-68D2C6DE758E}" destId="{2E7645AB-1FB3-46B0-80BF-F89DA5568303}" srcOrd="3" destOrd="0" parTransId="{CCCBA5FB-0FE9-4041-88BF-6E85531DE9DE}" sibTransId="{B1245586-B71E-4D13-A538-3869E763FE41}"/>
    <dgm:cxn modelId="{06D3387D-3C0A-4C7E-96D1-AE4AF401BEEE}" type="presOf" srcId="{1EFD6625-A223-449C-8BF6-3384FEC0FC93}" destId="{132CA2F7-CE87-4741-9E04-215A396A5862}" srcOrd="0" destOrd="0" presId="urn:microsoft.com/office/officeart/2005/8/layout/vList2"/>
    <dgm:cxn modelId="{C2F37EB9-8FBE-4DD5-BBE3-05B97A785345}" srcId="{F98BE988-B879-4833-86FD-68D2C6DE758E}" destId="{6DC53F5E-FF50-4933-A008-CD6D57650571}" srcOrd="2" destOrd="0" parTransId="{109C2E1D-48CE-4C75-9B71-5F3BD94A298B}" sibTransId="{1FF129B6-9CCC-454A-8507-0CBC8702C47F}"/>
    <dgm:cxn modelId="{5952BDBE-5DDA-46F6-811E-787C6DF890BA}" type="presOf" srcId="{6DC53F5E-FF50-4933-A008-CD6D57650571}" destId="{C886FBED-5BF6-4A2A-A3B3-90D9CFC72316}" srcOrd="0" destOrd="0" presId="urn:microsoft.com/office/officeart/2005/8/layout/vList2"/>
    <dgm:cxn modelId="{35E1ACC6-8126-496C-9A8F-26AF8F2BCA71}" type="presOf" srcId="{2E7645AB-1FB3-46B0-80BF-F89DA5568303}" destId="{9F5895FB-BB16-46FE-A71D-F2D5B43620E6}" srcOrd="0" destOrd="0" presId="urn:microsoft.com/office/officeart/2005/8/layout/vList2"/>
    <dgm:cxn modelId="{9AC44BCF-9D66-4692-B78C-742B93DE11FA}" type="presOf" srcId="{C39D5082-38D1-4CDB-B52A-E9C3C2A4F1FE}" destId="{4997E35A-3E90-4F5D-B005-1917E7A8CF35}" srcOrd="0" destOrd="0" presId="urn:microsoft.com/office/officeart/2005/8/layout/vList2"/>
    <dgm:cxn modelId="{429360F9-A529-40B6-85D4-3428A2F12E28}" type="presOf" srcId="{F98BE988-B879-4833-86FD-68D2C6DE758E}" destId="{B8BA84CB-21A5-4C2C-BA5E-0B1D2FA05499}" srcOrd="0" destOrd="0" presId="urn:microsoft.com/office/officeart/2005/8/layout/vList2"/>
    <dgm:cxn modelId="{B7AE9874-63B9-4F14-9C9B-98A2E3EA65CA}" type="presParOf" srcId="{B8BA84CB-21A5-4C2C-BA5E-0B1D2FA05499}" destId="{4997E35A-3E90-4F5D-B005-1917E7A8CF35}" srcOrd="0" destOrd="0" presId="urn:microsoft.com/office/officeart/2005/8/layout/vList2"/>
    <dgm:cxn modelId="{708068F4-B324-4F02-A5EC-6F63E14D33B1}" type="presParOf" srcId="{B8BA84CB-21A5-4C2C-BA5E-0B1D2FA05499}" destId="{76D1B5B6-BB7B-4EB2-B9F7-04E2285E5247}" srcOrd="1" destOrd="0" presId="urn:microsoft.com/office/officeart/2005/8/layout/vList2"/>
    <dgm:cxn modelId="{DAF39DD1-95F5-43FC-AE3C-83936464DBAF}" type="presParOf" srcId="{B8BA84CB-21A5-4C2C-BA5E-0B1D2FA05499}" destId="{132CA2F7-CE87-4741-9E04-215A396A5862}" srcOrd="2" destOrd="0" presId="urn:microsoft.com/office/officeart/2005/8/layout/vList2"/>
    <dgm:cxn modelId="{C523D726-67A7-44B2-906E-04B6CF993E11}" type="presParOf" srcId="{B8BA84CB-21A5-4C2C-BA5E-0B1D2FA05499}" destId="{8E5E4DF3-294E-4840-8BFB-01013CA2FD55}" srcOrd="3" destOrd="0" presId="urn:microsoft.com/office/officeart/2005/8/layout/vList2"/>
    <dgm:cxn modelId="{AE66ECB3-A9F3-44D2-9540-870D1AAEB5CD}" type="presParOf" srcId="{B8BA84CB-21A5-4C2C-BA5E-0B1D2FA05499}" destId="{C886FBED-5BF6-4A2A-A3B3-90D9CFC72316}" srcOrd="4" destOrd="0" presId="urn:microsoft.com/office/officeart/2005/8/layout/vList2"/>
    <dgm:cxn modelId="{ACF91372-4604-4616-9352-086133CB945E}" type="presParOf" srcId="{B8BA84CB-21A5-4C2C-BA5E-0B1D2FA05499}" destId="{35A9ADE7-6C25-4109-BF4A-46FC830DA1C8}" srcOrd="5" destOrd="0" presId="urn:microsoft.com/office/officeart/2005/8/layout/vList2"/>
    <dgm:cxn modelId="{A21BBB0E-79EF-4804-879D-212D3DBE633E}" type="presParOf" srcId="{B8BA84CB-21A5-4C2C-BA5E-0B1D2FA05499}" destId="{9F5895FB-BB16-46FE-A71D-F2D5B43620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D395768-5F1E-47AC-84A8-2E6DDB567D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98895D4-FA44-4E21-AF59-AC289B426FB5}">
      <dgm:prSet/>
      <dgm:spPr/>
      <dgm:t>
        <a:bodyPr/>
        <a:lstStyle/>
        <a:p>
          <a:r>
            <a:rPr lang="uk-UA" b="0" i="0"/>
            <a:t>вірмен.</a:t>
          </a:r>
          <a:endParaRPr lang="uk-UA"/>
        </a:p>
      </dgm:t>
    </dgm:pt>
    <dgm:pt modelId="{C19400A5-25B3-4CF9-AC19-C890CF5B0EB7}" type="parTrans" cxnId="{C697B4C1-92DF-4005-BA10-53C5306399C9}">
      <dgm:prSet/>
      <dgm:spPr/>
      <dgm:t>
        <a:bodyPr/>
        <a:lstStyle/>
        <a:p>
          <a:endParaRPr lang="uk-UA"/>
        </a:p>
      </dgm:t>
    </dgm:pt>
    <dgm:pt modelId="{D5F84BF2-2305-412E-87E2-B7A3639519FC}" type="sibTrans" cxnId="{C697B4C1-92DF-4005-BA10-53C5306399C9}">
      <dgm:prSet/>
      <dgm:spPr/>
      <dgm:t>
        <a:bodyPr/>
        <a:lstStyle/>
        <a:p>
          <a:endParaRPr lang="uk-UA"/>
        </a:p>
      </dgm:t>
    </dgm:pt>
    <dgm:pt modelId="{A733BCFD-816E-47E2-9291-0E157D71DC28}">
      <dgm:prSet/>
      <dgm:spPr/>
      <dgm:t>
        <a:bodyPr/>
        <a:lstStyle/>
        <a:p>
          <a:r>
            <a:rPr lang="uk-UA" b="0" i="0"/>
            <a:t>німців.</a:t>
          </a:r>
          <a:endParaRPr lang="uk-UA"/>
        </a:p>
      </dgm:t>
    </dgm:pt>
    <dgm:pt modelId="{9DED8EB3-1374-478F-B0D8-876249B923CC}" type="parTrans" cxnId="{A2C96F1D-A18E-4954-B692-3ADE07A9808D}">
      <dgm:prSet/>
      <dgm:spPr/>
      <dgm:t>
        <a:bodyPr/>
        <a:lstStyle/>
        <a:p>
          <a:endParaRPr lang="uk-UA"/>
        </a:p>
      </dgm:t>
    </dgm:pt>
    <dgm:pt modelId="{30AC8135-D1A1-486D-9171-77E08DE0B05E}" type="sibTrans" cxnId="{A2C96F1D-A18E-4954-B692-3ADE07A9808D}">
      <dgm:prSet/>
      <dgm:spPr/>
      <dgm:t>
        <a:bodyPr/>
        <a:lstStyle/>
        <a:p>
          <a:endParaRPr lang="uk-UA"/>
        </a:p>
      </dgm:t>
    </dgm:pt>
    <dgm:pt modelId="{31098446-F61F-47D5-A906-931D3F8FAAF1}">
      <dgm:prSet/>
      <dgm:spPr/>
      <dgm:t>
        <a:bodyPr/>
        <a:lstStyle/>
        <a:p>
          <a:r>
            <a:rPr lang="uk-UA" b="0" i="0"/>
            <a:t>поляків.</a:t>
          </a:r>
          <a:endParaRPr lang="uk-UA"/>
        </a:p>
      </dgm:t>
    </dgm:pt>
    <dgm:pt modelId="{A04F0A26-5B4B-4AC3-9034-C6161718E969}" type="parTrans" cxnId="{78069CB3-0381-4232-8C7E-A1B5583D2C78}">
      <dgm:prSet/>
      <dgm:spPr/>
      <dgm:t>
        <a:bodyPr/>
        <a:lstStyle/>
        <a:p>
          <a:endParaRPr lang="uk-UA"/>
        </a:p>
      </dgm:t>
    </dgm:pt>
    <dgm:pt modelId="{681E4A87-4EB2-471F-8C2E-4DA1B7C4CD15}" type="sibTrans" cxnId="{78069CB3-0381-4232-8C7E-A1B5583D2C78}">
      <dgm:prSet/>
      <dgm:spPr/>
      <dgm:t>
        <a:bodyPr/>
        <a:lstStyle/>
        <a:p>
          <a:endParaRPr lang="uk-UA"/>
        </a:p>
      </dgm:t>
    </dgm:pt>
    <dgm:pt modelId="{5095BCBC-27D7-4FD5-88C0-886AF1FAF7D2}">
      <dgm:prSet/>
      <dgm:spPr/>
      <dgm:t>
        <a:bodyPr/>
        <a:lstStyle/>
        <a:p>
          <a:r>
            <a:rPr lang="uk-UA" b="0" i="0" dirty="0"/>
            <a:t>євреїв.</a:t>
          </a:r>
          <a:endParaRPr lang="uk-UA" dirty="0"/>
        </a:p>
      </dgm:t>
    </dgm:pt>
    <dgm:pt modelId="{DA772885-E4F0-4600-8927-3B32905A7813}" type="parTrans" cxnId="{77B12F13-2328-4107-AD20-765614981CE3}">
      <dgm:prSet/>
      <dgm:spPr/>
      <dgm:t>
        <a:bodyPr/>
        <a:lstStyle/>
        <a:p>
          <a:endParaRPr lang="uk-UA"/>
        </a:p>
      </dgm:t>
    </dgm:pt>
    <dgm:pt modelId="{CABA37F0-8466-4DF3-AF05-670ED466E790}" type="sibTrans" cxnId="{77B12F13-2328-4107-AD20-765614981CE3}">
      <dgm:prSet/>
      <dgm:spPr/>
      <dgm:t>
        <a:bodyPr/>
        <a:lstStyle/>
        <a:p>
          <a:endParaRPr lang="uk-UA"/>
        </a:p>
      </dgm:t>
    </dgm:pt>
    <dgm:pt modelId="{46BCDDA8-ED19-4253-9738-9C0AF79B67B2}" type="pres">
      <dgm:prSet presAssocID="{0D395768-5F1E-47AC-84A8-2E6DDB567D13}" presName="linear" presStyleCnt="0">
        <dgm:presLayoutVars>
          <dgm:animLvl val="lvl"/>
          <dgm:resizeHandles val="exact"/>
        </dgm:presLayoutVars>
      </dgm:prSet>
      <dgm:spPr/>
    </dgm:pt>
    <dgm:pt modelId="{FF0D919D-7089-4BA1-985E-5DF0892C5C35}" type="pres">
      <dgm:prSet presAssocID="{698895D4-FA44-4E21-AF59-AC289B426F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462D4D-0802-4D98-9742-B751721DAC2F}" type="pres">
      <dgm:prSet presAssocID="{D5F84BF2-2305-412E-87E2-B7A3639519FC}" presName="spacer" presStyleCnt="0"/>
      <dgm:spPr/>
    </dgm:pt>
    <dgm:pt modelId="{13469937-C7FE-4B70-B4F8-8763B1689D71}" type="pres">
      <dgm:prSet presAssocID="{A733BCFD-816E-47E2-9291-0E157D71DC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F90B46-7A1B-4A1A-9994-C3C6232BCCF2}" type="pres">
      <dgm:prSet presAssocID="{30AC8135-D1A1-486D-9171-77E08DE0B05E}" presName="spacer" presStyleCnt="0"/>
      <dgm:spPr/>
    </dgm:pt>
    <dgm:pt modelId="{1BDD2D90-4C7A-4A78-A5E7-3E6FA3E8094E}" type="pres">
      <dgm:prSet presAssocID="{31098446-F61F-47D5-A906-931D3F8FAA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2F1898-12AF-4BFC-9FB3-FC993752CFBE}" type="pres">
      <dgm:prSet presAssocID="{681E4A87-4EB2-471F-8C2E-4DA1B7C4CD15}" presName="spacer" presStyleCnt="0"/>
      <dgm:spPr/>
    </dgm:pt>
    <dgm:pt modelId="{D86963EC-C1CC-4443-86BF-EB7D2712F100}" type="pres">
      <dgm:prSet presAssocID="{5095BCBC-27D7-4FD5-88C0-886AF1FAF7D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7B12F13-2328-4107-AD20-765614981CE3}" srcId="{0D395768-5F1E-47AC-84A8-2E6DDB567D13}" destId="{5095BCBC-27D7-4FD5-88C0-886AF1FAF7D2}" srcOrd="3" destOrd="0" parTransId="{DA772885-E4F0-4600-8927-3B32905A7813}" sibTransId="{CABA37F0-8466-4DF3-AF05-670ED466E790}"/>
    <dgm:cxn modelId="{A2C96F1D-A18E-4954-B692-3ADE07A9808D}" srcId="{0D395768-5F1E-47AC-84A8-2E6DDB567D13}" destId="{A733BCFD-816E-47E2-9291-0E157D71DC28}" srcOrd="1" destOrd="0" parTransId="{9DED8EB3-1374-478F-B0D8-876249B923CC}" sibTransId="{30AC8135-D1A1-486D-9171-77E08DE0B05E}"/>
    <dgm:cxn modelId="{B9441E65-5F26-4CA9-ABAD-4762B436EAAD}" type="presOf" srcId="{698895D4-FA44-4E21-AF59-AC289B426FB5}" destId="{FF0D919D-7089-4BA1-985E-5DF0892C5C35}" srcOrd="0" destOrd="0" presId="urn:microsoft.com/office/officeart/2005/8/layout/vList2"/>
    <dgm:cxn modelId="{F645CA65-554F-4504-8C85-589BCC8994E3}" type="presOf" srcId="{0D395768-5F1E-47AC-84A8-2E6DDB567D13}" destId="{46BCDDA8-ED19-4253-9738-9C0AF79B67B2}" srcOrd="0" destOrd="0" presId="urn:microsoft.com/office/officeart/2005/8/layout/vList2"/>
    <dgm:cxn modelId="{78069CB3-0381-4232-8C7E-A1B5583D2C78}" srcId="{0D395768-5F1E-47AC-84A8-2E6DDB567D13}" destId="{31098446-F61F-47D5-A906-931D3F8FAAF1}" srcOrd="2" destOrd="0" parTransId="{A04F0A26-5B4B-4AC3-9034-C6161718E969}" sibTransId="{681E4A87-4EB2-471F-8C2E-4DA1B7C4CD15}"/>
    <dgm:cxn modelId="{3CD6CBBD-952F-4CED-AC99-A45B3CDE0840}" type="presOf" srcId="{A733BCFD-816E-47E2-9291-0E157D71DC28}" destId="{13469937-C7FE-4B70-B4F8-8763B1689D71}" srcOrd="0" destOrd="0" presId="urn:microsoft.com/office/officeart/2005/8/layout/vList2"/>
    <dgm:cxn modelId="{C697B4C1-92DF-4005-BA10-53C5306399C9}" srcId="{0D395768-5F1E-47AC-84A8-2E6DDB567D13}" destId="{698895D4-FA44-4E21-AF59-AC289B426FB5}" srcOrd="0" destOrd="0" parTransId="{C19400A5-25B3-4CF9-AC19-C890CF5B0EB7}" sibTransId="{D5F84BF2-2305-412E-87E2-B7A3639519FC}"/>
    <dgm:cxn modelId="{04C1A7CF-7353-4DFC-9933-222946409686}" type="presOf" srcId="{31098446-F61F-47D5-A906-931D3F8FAAF1}" destId="{1BDD2D90-4C7A-4A78-A5E7-3E6FA3E8094E}" srcOrd="0" destOrd="0" presId="urn:microsoft.com/office/officeart/2005/8/layout/vList2"/>
    <dgm:cxn modelId="{07CC2FEF-2F43-43DF-B20E-D7BDED33D493}" type="presOf" srcId="{5095BCBC-27D7-4FD5-88C0-886AF1FAF7D2}" destId="{D86963EC-C1CC-4443-86BF-EB7D2712F100}" srcOrd="0" destOrd="0" presId="urn:microsoft.com/office/officeart/2005/8/layout/vList2"/>
    <dgm:cxn modelId="{519318CC-C2AC-4504-B006-BE83C8DE4224}" type="presParOf" srcId="{46BCDDA8-ED19-4253-9738-9C0AF79B67B2}" destId="{FF0D919D-7089-4BA1-985E-5DF0892C5C35}" srcOrd="0" destOrd="0" presId="urn:microsoft.com/office/officeart/2005/8/layout/vList2"/>
    <dgm:cxn modelId="{F2BEE07E-4EEA-4624-B8D9-AD9BACA3D549}" type="presParOf" srcId="{46BCDDA8-ED19-4253-9738-9C0AF79B67B2}" destId="{98462D4D-0802-4D98-9742-B751721DAC2F}" srcOrd="1" destOrd="0" presId="urn:microsoft.com/office/officeart/2005/8/layout/vList2"/>
    <dgm:cxn modelId="{FEBA4646-F02B-46BE-8969-ED7F9D6ACC0B}" type="presParOf" srcId="{46BCDDA8-ED19-4253-9738-9C0AF79B67B2}" destId="{13469937-C7FE-4B70-B4F8-8763B1689D71}" srcOrd="2" destOrd="0" presId="urn:microsoft.com/office/officeart/2005/8/layout/vList2"/>
    <dgm:cxn modelId="{B85DB409-4071-4509-BD24-117F75740FA0}" type="presParOf" srcId="{46BCDDA8-ED19-4253-9738-9C0AF79B67B2}" destId="{BCF90B46-7A1B-4A1A-9994-C3C6232BCCF2}" srcOrd="3" destOrd="0" presId="urn:microsoft.com/office/officeart/2005/8/layout/vList2"/>
    <dgm:cxn modelId="{F49B8AC0-829D-4ECB-945E-5050C750A354}" type="presParOf" srcId="{46BCDDA8-ED19-4253-9738-9C0AF79B67B2}" destId="{1BDD2D90-4C7A-4A78-A5E7-3E6FA3E8094E}" srcOrd="4" destOrd="0" presId="urn:microsoft.com/office/officeart/2005/8/layout/vList2"/>
    <dgm:cxn modelId="{CCFCCB93-FC65-47D0-BBEA-4F9CAD5EB969}" type="presParOf" srcId="{46BCDDA8-ED19-4253-9738-9C0AF79B67B2}" destId="{602F1898-12AF-4BFC-9FB3-FC993752CFBE}" srcOrd="5" destOrd="0" presId="urn:microsoft.com/office/officeart/2005/8/layout/vList2"/>
    <dgm:cxn modelId="{175F04BA-24ED-4B45-AC79-A6CAEEFA6F7B}" type="presParOf" srcId="{46BCDDA8-ED19-4253-9738-9C0AF79B67B2}" destId="{D86963EC-C1CC-4443-86BF-EB7D2712F1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3AF3DA6-1DF6-40FF-BC14-833B02D14B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9A5C87-4BA0-4647-B78A-9032840833E7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E60BC3FA-6685-40F0-8A7A-3B99E7374B26}" type="parTrans" cxnId="{DC05B3A7-C0F2-4D66-9B23-F735D63EE08F}">
      <dgm:prSet/>
      <dgm:spPr/>
      <dgm:t>
        <a:bodyPr/>
        <a:lstStyle/>
        <a:p>
          <a:endParaRPr lang="uk-UA"/>
        </a:p>
      </dgm:t>
    </dgm:pt>
    <dgm:pt modelId="{529449D8-F37B-4298-84AD-9631CFF5DB10}" type="sibTrans" cxnId="{DC05B3A7-C0F2-4D66-9B23-F735D63EE08F}">
      <dgm:prSet/>
      <dgm:spPr/>
      <dgm:t>
        <a:bodyPr/>
        <a:lstStyle/>
        <a:p>
          <a:endParaRPr lang="uk-UA"/>
        </a:p>
      </dgm:t>
    </dgm:pt>
    <dgm:pt modelId="{024A7554-3ABC-42A0-8DC4-951177238C86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3B238E55-4EF3-4DA0-9040-94FFB35FECB2}" type="parTrans" cxnId="{0D321151-CB70-47A1-B1C0-25CC0BD66907}">
      <dgm:prSet/>
      <dgm:spPr/>
      <dgm:t>
        <a:bodyPr/>
        <a:lstStyle/>
        <a:p>
          <a:endParaRPr lang="uk-UA"/>
        </a:p>
      </dgm:t>
    </dgm:pt>
    <dgm:pt modelId="{6120C038-A840-4D78-A6DC-6E154B40D596}" type="sibTrans" cxnId="{0D321151-CB70-47A1-B1C0-25CC0BD66907}">
      <dgm:prSet/>
      <dgm:spPr/>
      <dgm:t>
        <a:bodyPr/>
        <a:lstStyle/>
        <a:p>
          <a:endParaRPr lang="uk-UA"/>
        </a:p>
      </dgm:t>
    </dgm:pt>
    <dgm:pt modelId="{ACEB5A22-AC73-4573-B413-38DFD912D988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11345219-7BE8-42B6-9EFF-DFABE2DB2475}" type="parTrans" cxnId="{8E01FA2C-07A8-4377-B49D-65AC2084AE57}">
      <dgm:prSet/>
      <dgm:spPr/>
      <dgm:t>
        <a:bodyPr/>
        <a:lstStyle/>
        <a:p>
          <a:endParaRPr lang="uk-UA"/>
        </a:p>
      </dgm:t>
    </dgm:pt>
    <dgm:pt modelId="{62ADCE0F-F8A5-44C1-822F-941D2E15F65B}" type="sibTrans" cxnId="{8E01FA2C-07A8-4377-B49D-65AC2084AE57}">
      <dgm:prSet/>
      <dgm:spPr/>
      <dgm:t>
        <a:bodyPr/>
        <a:lstStyle/>
        <a:p>
          <a:endParaRPr lang="uk-UA"/>
        </a:p>
      </dgm:t>
    </dgm:pt>
    <dgm:pt modelId="{BF054BFE-4225-49C2-8157-656234A48782}">
      <dgm:prSet/>
      <dgm:spPr/>
      <dgm:t>
        <a:bodyPr/>
        <a:lstStyle/>
        <a:p>
          <a:r>
            <a:rPr lang="uk-UA" b="0" i="0" dirty="0"/>
            <a:t>Києва.</a:t>
          </a:r>
          <a:endParaRPr lang="uk-UA" dirty="0"/>
        </a:p>
      </dgm:t>
    </dgm:pt>
    <dgm:pt modelId="{E506155E-CFAA-4775-95AA-7E006124FE5C}" type="parTrans" cxnId="{DC87B5D5-8F37-459A-B2EC-522A4F2684BD}">
      <dgm:prSet/>
      <dgm:spPr/>
      <dgm:t>
        <a:bodyPr/>
        <a:lstStyle/>
        <a:p>
          <a:endParaRPr lang="uk-UA"/>
        </a:p>
      </dgm:t>
    </dgm:pt>
    <dgm:pt modelId="{E9AD0FEE-3DD6-4CC6-809A-CE3D88DD76D1}" type="sibTrans" cxnId="{DC87B5D5-8F37-459A-B2EC-522A4F2684BD}">
      <dgm:prSet/>
      <dgm:spPr/>
      <dgm:t>
        <a:bodyPr/>
        <a:lstStyle/>
        <a:p>
          <a:endParaRPr lang="uk-UA"/>
        </a:p>
      </dgm:t>
    </dgm:pt>
    <dgm:pt modelId="{0E448051-4352-4AE4-9CDA-8C6B83E6C77D}" type="pres">
      <dgm:prSet presAssocID="{23AF3DA6-1DF6-40FF-BC14-833B02D14B69}" presName="linear" presStyleCnt="0">
        <dgm:presLayoutVars>
          <dgm:animLvl val="lvl"/>
          <dgm:resizeHandles val="exact"/>
        </dgm:presLayoutVars>
      </dgm:prSet>
      <dgm:spPr/>
    </dgm:pt>
    <dgm:pt modelId="{C54D784B-4E95-447E-BFD0-2BD15DA712D1}" type="pres">
      <dgm:prSet presAssocID="{B49A5C87-4BA0-4647-B78A-9032840833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9700FE-3F30-400B-A121-8CD24628B356}" type="pres">
      <dgm:prSet presAssocID="{529449D8-F37B-4298-84AD-9631CFF5DB10}" presName="spacer" presStyleCnt="0"/>
      <dgm:spPr/>
    </dgm:pt>
    <dgm:pt modelId="{C14552B0-EC80-48F9-AF3C-6ACB290E7562}" type="pres">
      <dgm:prSet presAssocID="{024A7554-3ABC-42A0-8DC4-951177238C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874DFD-9ADA-4357-A839-359BDD1DA505}" type="pres">
      <dgm:prSet presAssocID="{6120C038-A840-4D78-A6DC-6E154B40D596}" presName="spacer" presStyleCnt="0"/>
      <dgm:spPr/>
    </dgm:pt>
    <dgm:pt modelId="{94BB6155-E81A-491B-A4F2-7F2B03458100}" type="pres">
      <dgm:prSet presAssocID="{ACEB5A22-AC73-4573-B413-38DFD912D9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333B59-B660-4491-986E-D15A44129324}" type="pres">
      <dgm:prSet presAssocID="{62ADCE0F-F8A5-44C1-822F-941D2E15F65B}" presName="spacer" presStyleCnt="0"/>
      <dgm:spPr/>
    </dgm:pt>
    <dgm:pt modelId="{1508D2A0-5133-479D-887D-2594F37C0854}" type="pres">
      <dgm:prSet presAssocID="{BF054BFE-4225-49C2-8157-656234A487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E1211B-E603-4B23-B6A0-827DFDD91AC7}" type="presOf" srcId="{024A7554-3ABC-42A0-8DC4-951177238C86}" destId="{C14552B0-EC80-48F9-AF3C-6ACB290E7562}" srcOrd="0" destOrd="0" presId="urn:microsoft.com/office/officeart/2005/8/layout/vList2"/>
    <dgm:cxn modelId="{8E01FA2C-07A8-4377-B49D-65AC2084AE57}" srcId="{23AF3DA6-1DF6-40FF-BC14-833B02D14B69}" destId="{ACEB5A22-AC73-4573-B413-38DFD912D988}" srcOrd="2" destOrd="0" parTransId="{11345219-7BE8-42B6-9EFF-DFABE2DB2475}" sibTransId="{62ADCE0F-F8A5-44C1-822F-941D2E15F65B}"/>
    <dgm:cxn modelId="{C71F054E-7E5A-4B14-A351-AD22D138F580}" type="presOf" srcId="{23AF3DA6-1DF6-40FF-BC14-833B02D14B69}" destId="{0E448051-4352-4AE4-9CDA-8C6B83E6C77D}" srcOrd="0" destOrd="0" presId="urn:microsoft.com/office/officeart/2005/8/layout/vList2"/>
    <dgm:cxn modelId="{0D321151-CB70-47A1-B1C0-25CC0BD66907}" srcId="{23AF3DA6-1DF6-40FF-BC14-833B02D14B69}" destId="{024A7554-3ABC-42A0-8DC4-951177238C86}" srcOrd="1" destOrd="0" parTransId="{3B238E55-4EF3-4DA0-9040-94FFB35FECB2}" sibTransId="{6120C038-A840-4D78-A6DC-6E154B40D596}"/>
    <dgm:cxn modelId="{A89C0E52-86AE-47C0-84DF-D5B876DA2FA6}" type="presOf" srcId="{BF054BFE-4225-49C2-8157-656234A48782}" destId="{1508D2A0-5133-479D-887D-2594F37C0854}" srcOrd="0" destOrd="0" presId="urn:microsoft.com/office/officeart/2005/8/layout/vList2"/>
    <dgm:cxn modelId="{16D0AE83-0A02-4F4D-8705-64AD5C2EBD0A}" type="presOf" srcId="{B49A5C87-4BA0-4647-B78A-9032840833E7}" destId="{C54D784B-4E95-447E-BFD0-2BD15DA712D1}" srcOrd="0" destOrd="0" presId="urn:microsoft.com/office/officeart/2005/8/layout/vList2"/>
    <dgm:cxn modelId="{7BE16FA4-A029-459D-9F47-BA6F7B4E5987}" type="presOf" srcId="{ACEB5A22-AC73-4573-B413-38DFD912D988}" destId="{94BB6155-E81A-491B-A4F2-7F2B03458100}" srcOrd="0" destOrd="0" presId="urn:microsoft.com/office/officeart/2005/8/layout/vList2"/>
    <dgm:cxn modelId="{DC05B3A7-C0F2-4D66-9B23-F735D63EE08F}" srcId="{23AF3DA6-1DF6-40FF-BC14-833B02D14B69}" destId="{B49A5C87-4BA0-4647-B78A-9032840833E7}" srcOrd="0" destOrd="0" parTransId="{E60BC3FA-6685-40F0-8A7A-3B99E7374B26}" sibTransId="{529449D8-F37B-4298-84AD-9631CFF5DB10}"/>
    <dgm:cxn modelId="{DC87B5D5-8F37-459A-B2EC-522A4F2684BD}" srcId="{23AF3DA6-1DF6-40FF-BC14-833B02D14B69}" destId="{BF054BFE-4225-49C2-8157-656234A48782}" srcOrd="3" destOrd="0" parTransId="{E506155E-CFAA-4775-95AA-7E006124FE5C}" sibTransId="{E9AD0FEE-3DD6-4CC6-809A-CE3D88DD76D1}"/>
    <dgm:cxn modelId="{AD2C8FD9-003C-48CF-B977-AF4A06399C52}" type="presParOf" srcId="{0E448051-4352-4AE4-9CDA-8C6B83E6C77D}" destId="{C54D784B-4E95-447E-BFD0-2BD15DA712D1}" srcOrd="0" destOrd="0" presId="urn:microsoft.com/office/officeart/2005/8/layout/vList2"/>
    <dgm:cxn modelId="{80C40652-06C2-4D38-A8F2-2D502D831652}" type="presParOf" srcId="{0E448051-4352-4AE4-9CDA-8C6B83E6C77D}" destId="{069700FE-3F30-400B-A121-8CD24628B356}" srcOrd="1" destOrd="0" presId="urn:microsoft.com/office/officeart/2005/8/layout/vList2"/>
    <dgm:cxn modelId="{65B48442-B25F-4766-B4F6-BE2E87EAC38D}" type="presParOf" srcId="{0E448051-4352-4AE4-9CDA-8C6B83E6C77D}" destId="{C14552B0-EC80-48F9-AF3C-6ACB290E7562}" srcOrd="2" destOrd="0" presId="urn:microsoft.com/office/officeart/2005/8/layout/vList2"/>
    <dgm:cxn modelId="{B35852F7-4CCD-4F9F-90A1-7F3A1FE82219}" type="presParOf" srcId="{0E448051-4352-4AE4-9CDA-8C6B83E6C77D}" destId="{D7874DFD-9ADA-4357-A839-359BDD1DA505}" srcOrd="3" destOrd="0" presId="urn:microsoft.com/office/officeart/2005/8/layout/vList2"/>
    <dgm:cxn modelId="{2B1423FE-9200-46C4-8B5B-E8B1DC5412E7}" type="presParOf" srcId="{0E448051-4352-4AE4-9CDA-8C6B83E6C77D}" destId="{94BB6155-E81A-491B-A4F2-7F2B03458100}" srcOrd="4" destOrd="0" presId="urn:microsoft.com/office/officeart/2005/8/layout/vList2"/>
    <dgm:cxn modelId="{4B5BFB37-5A67-4DA5-BCD1-7E2D65EE8C65}" type="presParOf" srcId="{0E448051-4352-4AE4-9CDA-8C6B83E6C77D}" destId="{EC333B59-B660-4491-986E-D15A44129324}" srcOrd="5" destOrd="0" presId="urn:microsoft.com/office/officeart/2005/8/layout/vList2"/>
    <dgm:cxn modelId="{62451EBB-2089-4ACA-9195-8560B11FFE96}" type="presParOf" srcId="{0E448051-4352-4AE4-9CDA-8C6B83E6C77D}" destId="{1508D2A0-5133-479D-887D-2594F37C08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628DEB2-CDB6-4200-AE56-1ED1B5CE13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F0EBC1-DCBF-4841-A89C-A8636AC21CFE}">
      <dgm:prSet/>
      <dgm:spPr/>
      <dgm:t>
        <a:bodyPr/>
        <a:lstStyle/>
        <a:p>
          <a:r>
            <a:rPr lang="ru-RU" b="0" i="0" dirty="0" err="1"/>
            <a:t>Іллінську</a:t>
          </a:r>
          <a:r>
            <a:rPr lang="ru-RU" b="0" i="0" dirty="0"/>
            <a:t> церкву в </a:t>
          </a:r>
          <a:r>
            <a:rPr lang="ru-RU" b="0" i="0" dirty="0" err="1"/>
            <a:t>Суботові</a:t>
          </a:r>
          <a:r>
            <a:rPr lang="ru-RU" b="0" i="0" dirty="0"/>
            <a:t>.</a:t>
          </a:r>
          <a:endParaRPr lang="uk-UA" dirty="0"/>
        </a:p>
      </dgm:t>
    </dgm:pt>
    <dgm:pt modelId="{F09B8480-3DFE-4CA4-BBF1-6D4AB6C9CF4D}" type="parTrans" cxnId="{B230B106-ED71-4C82-B425-2F515BF078E5}">
      <dgm:prSet/>
      <dgm:spPr/>
      <dgm:t>
        <a:bodyPr/>
        <a:lstStyle/>
        <a:p>
          <a:endParaRPr lang="uk-UA"/>
        </a:p>
      </dgm:t>
    </dgm:pt>
    <dgm:pt modelId="{B7A6AAA6-13A0-4971-AD2E-6246A5FDC75E}" type="sibTrans" cxnId="{B230B106-ED71-4C82-B425-2F515BF078E5}">
      <dgm:prSet/>
      <dgm:spPr/>
      <dgm:t>
        <a:bodyPr/>
        <a:lstStyle/>
        <a:p>
          <a:endParaRPr lang="uk-UA"/>
        </a:p>
      </dgm:t>
    </dgm:pt>
    <dgm:pt modelId="{5050A599-F53B-46B6-8115-A6648F5CB0C9}">
      <dgm:prSet/>
      <dgm:spPr/>
      <dgm:t>
        <a:bodyPr/>
        <a:lstStyle/>
        <a:p>
          <a:r>
            <a:rPr lang="ru-RU" b="0" i="0" dirty="0"/>
            <a:t>церкву </a:t>
          </a:r>
          <a:r>
            <a:rPr lang="ru-RU" b="0" i="0" dirty="0" err="1"/>
            <a:t>Зішестя</a:t>
          </a:r>
          <a:r>
            <a:rPr lang="ru-RU" b="0" i="0" dirty="0"/>
            <a:t> Святого Духа в </a:t>
          </a:r>
          <a:r>
            <a:rPr lang="ru-RU" b="0" i="0" dirty="0" err="1"/>
            <a:t>Потеличі</a:t>
          </a:r>
          <a:r>
            <a:rPr lang="ru-RU" b="0" i="0" dirty="0"/>
            <a:t>.</a:t>
          </a:r>
          <a:endParaRPr lang="uk-UA" dirty="0"/>
        </a:p>
      </dgm:t>
    </dgm:pt>
    <dgm:pt modelId="{CBA794FF-8134-4289-B864-BD4094FAE250}" type="parTrans" cxnId="{F765D59B-786C-4D54-A75A-6343F8496C36}">
      <dgm:prSet/>
      <dgm:spPr/>
      <dgm:t>
        <a:bodyPr/>
        <a:lstStyle/>
        <a:p>
          <a:endParaRPr lang="uk-UA"/>
        </a:p>
      </dgm:t>
    </dgm:pt>
    <dgm:pt modelId="{45D9B27B-029E-4C5C-A830-908E797F77A9}" type="sibTrans" cxnId="{F765D59B-786C-4D54-A75A-6343F8496C36}">
      <dgm:prSet/>
      <dgm:spPr/>
      <dgm:t>
        <a:bodyPr/>
        <a:lstStyle/>
        <a:p>
          <a:endParaRPr lang="uk-UA"/>
        </a:p>
      </dgm:t>
    </dgm:pt>
    <dgm:pt modelId="{7CBEC616-3F63-4DFC-8879-D7BA11A64CFF}">
      <dgm:prSet/>
      <dgm:spPr/>
      <dgm:t>
        <a:bodyPr/>
        <a:lstStyle/>
        <a:p>
          <a:r>
            <a:rPr lang="ru-RU" b="0" i="0"/>
            <a:t>Покровську церкву-фортецю в Сутківцях.</a:t>
          </a:r>
          <a:endParaRPr lang="uk-UA"/>
        </a:p>
      </dgm:t>
    </dgm:pt>
    <dgm:pt modelId="{B0940247-8893-40B1-BDB7-8617BB711904}" type="parTrans" cxnId="{8E12EA14-93B4-40E8-B3CA-4F15D937B18C}">
      <dgm:prSet/>
      <dgm:spPr/>
      <dgm:t>
        <a:bodyPr/>
        <a:lstStyle/>
        <a:p>
          <a:endParaRPr lang="uk-UA"/>
        </a:p>
      </dgm:t>
    </dgm:pt>
    <dgm:pt modelId="{0BEAFDAD-4E4C-4718-A7EF-B7E9FECAD866}" type="sibTrans" cxnId="{8E12EA14-93B4-40E8-B3CA-4F15D937B18C}">
      <dgm:prSet/>
      <dgm:spPr/>
      <dgm:t>
        <a:bodyPr/>
        <a:lstStyle/>
        <a:p>
          <a:endParaRPr lang="uk-UA"/>
        </a:p>
      </dgm:t>
    </dgm:pt>
    <dgm:pt modelId="{4E4B7D01-B502-4584-B9A0-E52765540E44}">
      <dgm:prSet/>
      <dgm:spPr/>
      <dgm:t>
        <a:bodyPr/>
        <a:lstStyle/>
        <a:p>
          <a:r>
            <a:rPr lang="ru-RU" b="0" i="0" dirty="0" err="1"/>
            <a:t>Преображенську</a:t>
          </a:r>
          <a:r>
            <a:rPr lang="ru-RU" b="0" i="0" dirty="0"/>
            <a:t> церкву у Великих </a:t>
          </a:r>
          <a:r>
            <a:rPr lang="ru-RU" b="0" i="0" dirty="0" err="1"/>
            <a:t>Сорочинцях</a:t>
          </a:r>
          <a:r>
            <a:rPr lang="ru-RU" b="0" i="0" dirty="0"/>
            <a:t>.</a:t>
          </a:r>
          <a:endParaRPr lang="uk-UA" dirty="0"/>
        </a:p>
      </dgm:t>
    </dgm:pt>
    <dgm:pt modelId="{2F44A4F3-75EC-4BFE-87A2-B20577FA851E}" type="parTrans" cxnId="{6DDE408B-E490-4BD8-8A13-C074422EBB34}">
      <dgm:prSet/>
      <dgm:spPr/>
      <dgm:t>
        <a:bodyPr/>
        <a:lstStyle/>
        <a:p>
          <a:endParaRPr lang="uk-UA"/>
        </a:p>
      </dgm:t>
    </dgm:pt>
    <dgm:pt modelId="{5C72D14B-3D27-4022-9305-ECDF1695E235}" type="sibTrans" cxnId="{6DDE408B-E490-4BD8-8A13-C074422EBB34}">
      <dgm:prSet/>
      <dgm:spPr/>
      <dgm:t>
        <a:bodyPr/>
        <a:lstStyle/>
        <a:p>
          <a:endParaRPr lang="uk-UA"/>
        </a:p>
      </dgm:t>
    </dgm:pt>
    <dgm:pt modelId="{AEC6D067-4B56-4777-974D-0A849B317C32}" type="pres">
      <dgm:prSet presAssocID="{3628DEB2-CDB6-4200-AE56-1ED1B5CE1353}" presName="linear" presStyleCnt="0">
        <dgm:presLayoutVars>
          <dgm:animLvl val="lvl"/>
          <dgm:resizeHandles val="exact"/>
        </dgm:presLayoutVars>
      </dgm:prSet>
      <dgm:spPr/>
    </dgm:pt>
    <dgm:pt modelId="{E3810D1C-5DBE-44E2-849D-E102C83EEF3E}" type="pres">
      <dgm:prSet presAssocID="{90F0EBC1-DCBF-4841-A89C-A8636AC21C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627E35-88A3-4B1A-AB1B-F96182E779DB}" type="pres">
      <dgm:prSet presAssocID="{B7A6AAA6-13A0-4971-AD2E-6246A5FDC75E}" presName="spacer" presStyleCnt="0"/>
      <dgm:spPr/>
    </dgm:pt>
    <dgm:pt modelId="{6C1FE2F2-5FF0-46EF-83A4-24ADFB13C9D9}" type="pres">
      <dgm:prSet presAssocID="{5050A599-F53B-46B6-8115-A6648F5CB0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C6F292-5F05-42E8-BB7C-5CDCD030A1BF}" type="pres">
      <dgm:prSet presAssocID="{45D9B27B-029E-4C5C-A830-908E797F77A9}" presName="spacer" presStyleCnt="0"/>
      <dgm:spPr/>
    </dgm:pt>
    <dgm:pt modelId="{93244EB6-5669-4485-86C0-D41EB846B6D9}" type="pres">
      <dgm:prSet presAssocID="{7CBEC616-3F63-4DFC-8879-D7BA11A64C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E68540-562E-43A8-A541-BDA202D2C14E}" type="pres">
      <dgm:prSet presAssocID="{0BEAFDAD-4E4C-4718-A7EF-B7E9FECAD866}" presName="spacer" presStyleCnt="0"/>
      <dgm:spPr/>
    </dgm:pt>
    <dgm:pt modelId="{ECF899A2-0EFD-4769-8AF4-21BEB0B848B2}" type="pres">
      <dgm:prSet presAssocID="{4E4B7D01-B502-4584-B9A0-E52765540E4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30B106-ED71-4C82-B425-2F515BF078E5}" srcId="{3628DEB2-CDB6-4200-AE56-1ED1B5CE1353}" destId="{90F0EBC1-DCBF-4841-A89C-A8636AC21CFE}" srcOrd="0" destOrd="0" parTransId="{F09B8480-3DFE-4CA4-BBF1-6D4AB6C9CF4D}" sibTransId="{B7A6AAA6-13A0-4971-AD2E-6246A5FDC75E}"/>
    <dgm:cxn modelId="{8E12EA14-93B4-40E8-B3CA-4F15D937B18C}" srcId="{3628DEB2-CDB6-4200-AE56-1ED1B5CE1353}" destId="{7CBEC616-3F63-4DFC-8879-D7BA11A64CFF}" srcOrd="2" destOrd="0" parTransId="{B0940247-8893-40B1-BDB7-8617BB711904}" sibTransId="{0BEAFDAD-4E4C-4718-A7EF-B7E9FECAD866}"/>
    <dgm:cxn modelId="{3978BA42-D3BE-4A04-8FCB-060C1C7C69E9}" type="presOf" srcId="{4E4B7D01-B502-4584-B9A0-E52765540E44}" destId="{ECF899A2-0EFD-4769-8AF4-21BEB0B848B2}" srcOrd="0" destOrd="0" presId="urn:microsoft.com/office/officeart/2005/8/layout/vList2"/>
    <dgm:cxn modelId="{D831124C-3BEE-4FEE-87E6-A32B71FEE062}" type="presOf" srcId="{90F0EBC1-DCBF-4841-A89C-A8636AC21CFE}" destId="{E3810D1C-5DBE-44E2-849D-E102C83EEF3E}" srcOrd="0" destOrd="0" presId="urn:microsoft.com/office/officeart/2005/8/layout/vList2"/>
    <dgm:cxn modelId="{6DDE408B-E490-4BD8-8A13-C074422EBB34}" srcId="{3628DEB2-CDB6-4200-AE56-1ED1B5CE1353}" destId="{4E4B7D01-B502-4584-B9A0-E52765540E44}" srcOrd="3" destOrd="0" parTransId="{2F44A4F3-75EC-4BFE-87A2-B20577FA851E}" sibTransId="{5C72D14B-3D27-4022-9305-ECDF1695E235}"/>
    <dgm:cxn modelId="{F765D59B-786C-4D54-A75A-6343F8496C36}" srcId="{3628DEB2-CDB6-4200-AE56-1ED1B5CE1353}" destId="{5050A599-F53B-46B6-8115-A6648F5CB0C9}" srcOrd="1" destOrd="0" parTransId="{CBA794FF-8134-4289-B864-BD4094FAE250}" sibTransId="{45D9B27B-029E-4C5C-A830-908E797F77A9}"/>
    <dgm:cxn modelId="{A0C9E6AA-523E-454B-881B-302D75DF7BD7}" type="presOf" srcId="{7CBEC616-3F63-4DFC-8879-D7BA11A64CFF}" destId="{93244EB6-5669-4485-86C0-D41EB846B6D9}" srcOrd="0" destOrd="0" presId="urn:microsoft.com/office/officeart/2005/8/layout/vList2"/>
    <dgm:cxn modelId="{17BF4ECA-5736-4D59-BDD2-B80F34F868BA}" type="presOf" srcId="{5050A599-F53B-46B6-8115-A6648F5CB0C9}" destId="{6C1FE2F2-5FF0-46EF-83A4-24ADFB13C9D9}" srcOrd="0" destOrd="0" presId="urn:microsoft.com/office/officeart/2005/8/layout/vList2"/>
    <dgm:cxn modelId="{008286D7-B2F1-47EE-94C3-35739876B752}" type="presOf" srcId="{3628DEB2-CDB6-4200-AE56-1ED1B5CE1353}" destId="{AEC6D067-4B56-4777-974D-0A849B317C32}" srcOrd="0" destOrd="0" presId="urn:microsoft.com/office/officeart/2005/8/layout/vList2"/>
    <dgm:cxn modelId="{6BA9BFF9-DF50-4117-8CD8-72EA9D36A928}" type="presParOf" srcId="{AEC6D067-4B56-4777-974D-0A849B317C32}" destId="{E3810D1C-5DBE-44E2-849D-E102C83EEF3E}" srcOrd="0" destOrd="0" presId="urn:microsoft.com/office/officeart/2005/8/layout/vList2"/>
    <dgm:cxn modelId="{1304C695-4EF4-4F40-ABAC-D5D8028D2A4B}" type="presParOf" srcId="{AEC6D067-4B56-4777-974D-0A849B317C32}" destId="{25627E35-88A3-4B1A-AB1B-F96182E779DB}" srcOrd="1" destOrd="0" presId="urn:microsoft.com/office/officeart/2005/8/layout/vList2"/>
    <dgm:cxn modelId="{D9085568-1322-4D0E-B905-19A0B435803F}" type="presParOf" srcId="{AEC6D067-4B56-4777-974D-0A849B317C32}" destId="{6C1FE2F2-5FF0-46EF-83A4-24ADFB13C9D9}" srcOrd="2" destOrd="0" presId="urn:microsoft.com/office/officeart/2005/8/layout/vList2"/>
    <dgm:cxn modelId="{7F73FAE4-EBB9-470D-8A8B-3F1582C43F0E}" type="presParOf" srcId="{AEC6D067-4B56-4777-974D-0A849B317C32}" destId="{1AC6F292-5F05-42E8-BB7C-5CDCD030A1BF}" srcOrd="3" destOrd="0" presId="urn:microsoft.com/office/officeart/2005/8/layout/vList2"/>
    <dgm:cxn modelId="{50802C1F-2FDE-42E5-868C-4012B549CEB6}" type="presParOf" srcId="{AEC6D067-4B56-4777-974D-0A849B317C32}" destId="{93244EB6-5669-4485-86C0-D41EB846B6D9}" srcOrd="4" destOrd="0" presId="urn:microsoft.com/office/officeart/2005/8/layout/vList2"/>
    <dgm:cxn modelId="{7D279EC4-1248-49D6-B844-27053693EE6C}" type="presParOf" srcId="{AEC6D067-4B56-4777-974D-0A849B317C32}" destId="{ADE68540-562E-43A8-A541-BDA202D2C14E}" srcOrd="5" destOrd="0" presId="urn:microsoft.com/office/officeart/2005/8/layout/vList2"/>
    <dgm:cxn modelId="{24010341-56DD-4614-BCB6-7F362634973D}" type="presParOf" srcId="{AEC6D067-4B56-4777-974D-0A849B317C32}" destId="{ECF899A2-0EFD-4769-8AF4-21BEB0B848B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43EE583-55D5-48EF-BEA5-6854BDFE02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E212131-2A70-4973-8EC3-1812C25AA9EF}">
      <dgm:prSet/>
      <dgm:spPr/>
      <dgm:t>
        <a:bodyPr/>
        <a:lstStyle/>
        <a:p>
          <a:r>
            <a:rPr lang="uk-UA" b="0" i="0"/>
            <a:t>Хотина.</a:t>
          </a:r>
          <a:endParaRPr lang="uk-UA"/>
        </a:p>
      </dgm:t>
    </dgm:pt>
    <dgm:pt modelId="{481CA6C6-4B34-4CF1-814C-38B5FD5342C3}" type="parTrans" cxnId="{0F103BB9-AC57-41E8-9D96-D3ECD68910FD}">
      <dgm:prSet/>
      <dgm:spPr/>
      <dgm:t>
        <a:bodyPr/>
        <a:lstStyle/>
        <a:p>
          <a:endParaRPr lang="uk-UA"/>
        </a:p>
      </dgm:t>
    </dgm:pt>
    <dgm:pt modelId="{C318892C-3BBF-49A9-8FB4-566A1F166DA0}" type="sibTrans" cxnId="{0F103BB9-AC57-41E8-9D96-D3ECD68910FD}">
      <dgm:prSet/>
      <dgm:spPr/>
      <dgm:t>
        <a:bodyPr/>
        <a:lstStyle/>
        <a:p>
          <a:endParaRPr lang="uk-UA"/>
        </a:p>
      </dgm:t>
    </dgm:pt>
    <dgm:pt modelId="{01792AE8-8C1D-4F97-B473-AB195820B4B1}">
      <dgm:prSet/>
      <dgm:spPr/>
      <dgm:t>
        <a:bodyPr/>
        <a:lstStyle/>
        <a:p>
          <a:r>
            <a:rPr lang="uk-UA" b="0" i="0" dirty="0"/>
            <a:t>Дрогобича.</a:t>
          </a:r>
          <a:endParaRPr lang="uk-UA" dirty="0"/>
        </a:p>
      </dgm:t>
    </dgm:pt>
    <dgm:pt modelId="{B99C2B00-5678-4F62-A7DB-4C3C53B36306}" type="parTrans" cxnId="{AC3B9ED8-E801-4C34-AB6E-0E32313EA455}">
      <dgm:prSet/>
      <dgm:spPr/>
      <dgm:t>
        <a:bodyPr/>
        <a:lstStyle/>
        <a:p>
          <a:endParaRPr lang="uk-UA"/>
        </a:p>
      </dgm:t>
    </dgm:pt>
    <dgm:pt modelId="{CB6127E8-CA85-4C83-97C6-9C274B9B69CD}" type="sibTrans" cxnId="{AC3B9ED8-E801-4C34-AB6E-0E32313EA455}">
      <dgm:prSet/>
      <dgm:spPr/>
      <dgm:t>
        <a:bodyPr/>
        <a:lstStyle/>
        <a:p>
          <a:endParaRPr lang="uk-UA"/>
        </a:p>
      </dgm:t>
    </dgm:pt>
    <dgm:pt modelId="{AB856072-6275-468C-8004-FE0ABDB2CE9E}">
      <dgm:prSet/>
      <dgm:spPr/>
      <dgm:t>
        <a:bodyPr/>
        <a:lstStyle/>
        <a:p>
          <a:r>
            <a:rPr lang="uk-UA" b="0" i="0" dirty="0"/>
            <a:t>Луцька.</a:t>
          </a:r>
          <a:endParaRPr lang="uk-UA" dirty="0"/>
        </a:p>
      </dgm:t>
    </dgm:pt>
    <dgm:pt modelId="{FF777D35-47E0-40A8-A0A7-B16ED0A61595}" type="parTrans" cxnId="{E6B302D3-7D2F-482A-8CEC-9284A3836D9A}">
      <dgm:prSet/>
      <dgm:spPr/>
      <dgm:t>
        <a:bodyPr/>
        <a:lstStyle/>
        <a:p>
          <a:endParaRPr lang="uk-UA"/>
        </a:p>
      </dgm:t>
    </dgm:pt>
    <dgm:pt modelId="{8674AF04-FB97-4A0E-85A6-0AF3E7B5D29B}" type="sibTrans" cxnId="{E6B302D3-7D2F-482A-8CEC-9284A3836D9A}">
      <dgm:prSet/>
      <dgm:spPr/>
      <dgm:t>
        <a:bodyPr/>
        <a:lstStyle/>
        <a:p>
          <a:endParaRPr lang="uk-UA"/>
        </a:p>
      </dgm:t>
    </dgm:pt>
    <dgm:pt modelId="{1149BBB4-F529-43AD-ABC7-56FBDF71C3C2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FE4CC926-125C-4C9A-AA5C-97719A458E93}" type="parTrans" cxnId="{34E2F650-5225-4657-B96E-03141C2BC6AA}">
      <dgm:prSet/>
      <dgm:spPr/>
      <dgm:t>
        <a:bodyPr/>
        <a:lstStyle/>
        <a:p>
          <a:endParaRPr lang="uk-UA"/>
        </a:p>
      </dgm:t>
    </dgm:pt>
    <dgm:pt modelId="{558C3B13-5EB6-4FF2-8EA2-301AA18E3D78}" type="sibTrans" cxnId="{34E2F650-5225-4657-B96E-03141C2BC6AA}">
      <dgm:prSet/>
      <dgm:spPr/>
      <dgm:t>
        <a:bodyPr/>
        <a:lstStyle/>
        <a:p>
          <a:endParaRPr lang="uk-UA"/>
        </a:p>
      </dgm:t>
    </dgm:pt>
    <dgm:pt modelId="{EAB60356-5FA5-4ED5-A415-8CFEB8362E4E}" type="pres">
      <dgm:prSet presAssocID="{C43EE583-55D5-48EF-BEA5-6854BDFE020A}" presName="linear" presStyleCnt="0">
        <dgm:presLayoutVars>
          <dgm:animLvl val="lvl"/>
          <dgm:resizeHandles val="exact"/>
        </dgm:presLayoutVars>
      </dgm:prSet>
      <dgm:spPr/>
    </dgm:pt>
    <dgm:pt modelId="{3A68D281-55B5-4115-A800-4CE845488034}" type="pres">
      <dgm:prSet presAssocID="{DE212131-2A70-4973-8EC3-1812C25AA9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49EDB1-6802-4F3B-8D48-A94B517A830F}" type="pres">
      <dgm:prSet presAssocID="{C318892C-3BBF-49A9-8FB4-566A1F166DA0}" presName="spacer" presStyleCnt="0"/>
      <dgm:spPr/>
    </dgm:pt>
    <dgm:pt modelId="{0EFFA642-2D23-4B48-B4F9-1A2E24DFB422}" type="pres">
      <dgm:prSet presAssocID="{01792AE8-8C1D-4F97-B473-AB195820B4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B48636-5BD0-4878-9739-B3623CEC94A6}" type="pres">
      <dgm:prSet presAssocID="{CB6127E8-CA85-4C83-97C6-9C274B9B69CD}" presName="spacer" presStyleCnt="0"/>
      <dgm:spPr/>
    </dgm:pt>
    <dgm:pt modelId="{48E8BC6B-4D90-4B81-A645-3EDC469869B7}" type="pres">
      <dgm:prSet presAssocID="{AB856072-6275-468C-8004-FE0ABDB2CE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B8BBDD-4D42-4781-A5C5-AC696C87E10F}" type="pres">
      <dgm:prSet presAssocID="{8674AF04-FB97-4A0E-85A6-0AF3E7B5D29B}" presName="spacer" presStyleCnt="0"/>
      <dgm:spPr/>
    </dgm:pt>
    <dgm:pt modelId="{2423E5A4-548E-4998-BCD4-7776DAD1FB66}" type="pres">
      <dgm:prSet presAssocID="{1149BBB4-F529-43AD-ABC7-56FBDF71C3C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A7BAE02-36A4-4C7D-A951-2D30D09DEE97}" type="presOf" srcId="{C43EE583-55D5-48EF-BEA5-6854BDFE020A}" destId="{EAB60356-5FA5-4ED5-A415-8CFEB8362E4E}" srcOrd="0" destOrd="0" presId="urn:microsoft.com/office/officeart/2005/8/layout/vList2"/>
    <dgm:cxn modelId="{C952F239-9875-46E8-AF11-9291920D2CFC}" type="presOf" srcId="{DE212131-2A70-4973-8EC3-1812C25AA9EF}" destId="{3A68D281-55B5-4115-A800-4CE845488034}" srcOrd="0" destOrd="0" presId="urn:microsoft.com/office/officeart/2005/8/layout/vList2"/>
    <dgm:cxn modelId="{0106BC48-54B7-420E-9F92-C331E01E297B}" type="presOf" srcId="{AB856072-6275-468C-8004-FE0ABDB2CE9E}" destId="{48E8BC6B-4D90-4B81-A645-3EDC469869B7}" srcOrd="0" destOrd="0" presId="urn:microsoft.com/office/officeart/2005/8/layout/vList2"/>
    <dgm:cxn modelId="{1E0C6D4F-8DA9-4F5C-9782-2E77245F29EB}" type="presOf" srcId="{1149BBB4-F529-43AD-ABC7-56FBDF71C3C2}" destId="{2423E5A4-548E-4998-BCD4-7776DAD1FB66}" srcOrd="0" destOrd="0" presId="urn:microsoft.com/office/officeart/2005/8/layout/vList2"/>
    <dgm:cxn modelId="{34E2F650-5225-4657-B96E-03141C2BC6AA}" srcId="{C43EE583-55D5-48EF-BEA5-6854BDFE020A}" destId="{1149BBB4-F529-43AD-ABC7-56FBDF71C3C2}" srcOrd="3" destOrd="0" parTransId="{FE4CC926-125C-4C9A-AA5C-97719A458E93}" sibTransId="{558C3B13-5EB6-4FF2-8EA2-301AA18E3D78}"/>
    <dgm:cxn modelId="{91914A9A-4720-4622-B5E4-C318AA9F7532}" type="presOf" srcId="{01792AE8-8C1D-4F97-B473-AB195820B4B1}" destId="{0EFFA642-2D23-4B48-B4F9-1A2E24DFB422}" srcOrd="0" destOrd="0" presId="urn:microsoft.com/office/officeart/2005/8/layout/vList2"/>
    <dgm:cxn modelId="{0F103BB9-AC57-41E8-9D96-D3ECD68910FD}" srcId="{C43EE583-55D5-48EF-BEA5-6854BDFE020A}" destId="{DE212131-2A70-4973-8EC3-1812C25AA9EF}" srcOrd="0" destOrd="0" parTransId="{481CA6C6-4B34-4CF1-814C-38B5FD5342C3}" sibTransId="{C318892C-3BBF-49A9-8FB4-566A1F166DA0}"/>
    <dgm:cxn modelId="{E6B302D3-7D2F-482A-8CEC-9284A3836D9A}" srcId="{C43EE583-55D5-48EF-BEA5-6854BDFE020A}" destId="{AB856072-6275-468C-8004-FE0ABDB2CE9E}" srcOrd="2" destOrd="0" parTransId="{FF777D35-47E0-40A8-A0A7-B16ED0A61595}" sibTransId="{8674AF04-FB97-4A0E-85A6-0AF3E7B5D29B}"/>
    <dgm:cxn modelId="{AC3B9ED8-E801-4C34-AB6E-0E32313EA455}" srcId="{C43EE583-55D5-48EF-BEA5-6854BDFE020A}" destId="{01792AE8-8C1D-4F97-B473-AB195820B4B1}" srcOrd="1" destOrd="0" parTransId="{B99C2B00-5678-4F62-A7DB-4C3C53B36306}" sibTransId="{CB6127E8-CA85-4C83-97C6-9C274B9B69CD}"/>
    <dgm:cxn modelId="{472CC567-4AC3-45A2-B3FC-6ED8AC073A24}" type="presParOf" srcId="{EAB60356-5FA5-4ED5-A415-8CFEB8362E4E}" destId="{3A68D281-55B5-4115-A800-4CE845488034}" srcOrd="0" destOrd="0" presId="urn:microsoft.com/office/officeart/2005/8/layout/vList2"/>
    <dgm:cxn modelId="{BA3CB972-D0BB-49AB-95B5-C35E2FD90691}" type="presParOf" srcId="{EAB60356-5FA5-4ED5-A415-8CFEB8362E4E}" destId="{A549EDB1-6802-4F3B-8D48-A94B517A830F}" srcOrd="1" destOrd="0" presId="urn:microsoft.com/office/officeart/2005/8/layout/vList2"/>
    <dgm:cxn modelId="{31194A8E-1B23-4C9D-81C5-88C0F2F1ED1C}" type="presParOf" srcId="{EAB60356-5FA5-4ED5-A415-8CFEB8362E4E}" destId="{0EFFA642-2D23-4B48-B4F9-1A2E24DFB422}" srcOrd="2" destOrd="0" presId="urn:microsoft.com/office/officeart/2005/8/layout/vList2"/>
    <dgm:cxn modelId="{084EB8F0-9FCF-40CA-A32B-CEF8A854D342}" type="presParOf" srcId="{EAB60356-5FA5-4ED5-A415-8CFEB8362E4E}" destId="{5DB48636-5BD0-4878-9739-B3623CEC94A6}" srcOrd="3" destOrd="0" presId="urn:microsoft.com/office/officeart/2005/8/layout/vList2"/>
    <dgm:cxn modelId="{7CC5A5E3-D587-47DA-93AC-190E4B8B7D40}" type="presParOf" srcId="{EAB60356-5FA5-4ED5-A415-8CFEB8362E4E}" destId="{48E8BC6B-4D90-4B81-A645-3EDC469869B7}" srcOrd="4" destOrd="0" presId="urn:microsoft.com/office/officeart/2005/8/layout/vList2"/>
    <dgm:cxn modelId="{BCC13D64-4574-4F9D-8CC8-82843557F1D2}" type="presParOf" srcId="{EAB60356-5FA5-4ED5-A415-8CFEB8362E4E}" destId="{E0B8BBDD-4D42-4781-A5C5-AC696C87E10F}" srcOrd="5" destOrd="0" presId="urn:microsoft.com/office/officeart/2005/8/layout/vList2"/>
    <dgm:cxn modelId="{FF68172E-277A-492B-B65B-88E2D2C1F016}" type="presParOf" srcId="{EAB60356-5FA5-4ED5-A415-8CFEB8362E4E}" destId="{2423E5A4-548E-4998-BCD4-7776DAD1FB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7265949-64A3-4452-B7E8-499174DAC4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FAA862-2078-4383-80AF-43F578F92374}">
      <dgm:prSet/>
      <dgm:spPr/>
      <dgm:t>
        <a:bodyPr/>
        <a:lstStyle/>
        <a:p>
          <a:r>
            <a:rPr lang="uk-UA" b="0" i="0"/>
            <a:t>київської</a:t>
          </a:r>
          <a:endParaRPr lang="uk-UA"/>
        </a:p>
      </dgm:t>
    </dgm:pt>
    <dgm:pt modelId="{E3DA956C-8170-4BB4-9431-852E9FE3C6C6}" type="parTrans" cxnId="{E04F73C4-8F6A-48A7-8ACA-47D02DBE4148}">
      <dgm:prSet/>
      <dgm:spPr/>
      <dgm:t>
        <a:bodyPr/>
        <a:lstStyle/>
        <a:p>
          <a:endParaRPr lang="uk-UA"/>
        </a:p>
      </dgm:t>
    </dgm:pt>
    <dgm:pt modelId="{E571095D-0CC6-4682-A140-4640C5D62558}" type="sibTrans" cxnId="{E04F73C4-8F6A-48A7-8ACA-47D02DBE4148}">
      <dgm:prSet/>
      <dgm:spPr/>
      <dgm:t>
        <a:bodyPr/>
        <a:lstStyle/>
        <a:p>
          <a:endParaRPr lang="uk-UA"/>
        </a:p>
      </dgm:t>
    </dgm:pt>
    <dgm:pt modelId="{1B5E8834-0593-4B1F-9F2B-6DC1F3F617C3}">
      <dgm:prSet/>
      <dgm:spPr/>
      <dgm:t>
        <a:bodyPr/>
        <a:lstStyle/>
        <a:p>
          <a:r>
            <a:rPr lang="uk-UA" b="0" i="0" dirty="0"/>
            <a:t>переяславської</a:t>
          </a:r>
          <a:endParaRPr lang="uk-UA" dirty="0"/>
        </a:p>
      </dgm:t>
    </dgm:pt>
    <dgm:pt modelId="{C2F773B1-2E45-4B58-8FCC-CB22A92F825A}" type="parTrans" cxnId="{98B7AFED-D43A-4637-BFB8-F141E772A63F}">
      <dgm:prSet/>
      <dgm:spPr/>
      <dgm:t>
        <a:bodyPr/>
        <a:lstStyle/>
        <a:p>
          <a:endParaRPr lang="uk-UA"/>
        </a:p>
      </dgm:t>
    </dgm:pt>
    <dgm:pt modelId="{14ACB74D-EBDF-44D9-8A80-A5E389970AF2}" type="sibTrans" cxnId="{98B7AFED-D43A-4637-BFB8-F141E772A63F}">
      <dgm:prSet/>
      <dgm:spPr/>
      <dgm:t>
        <a:bodyPr/>
        <a:lstStyle/>
        <a:p>
          <a:endParaRPr lang="uk-UA"/>
        </a:p>
      </dgm:t>
    </dgm:pt>
    <dgm:pt modelId="{AF3ED950-601E-4E04-9B00-28E3BEC35177}">
      <dgm:prSet/>
      <dgm:spPr/>
      <dgm:t>
        <a:bodyPr/>
        <a:lstStyle/>
        <a:p>
          <a:r>
            <a:rPr lang="uk-UA" b="0" i="0"/>
            <a:t>чернігівської</a:t>
          </a:r>
          <a:endParaRPr lang="uk-UA"/>
        </a:p>
      </dgm:t>
    </dgm:pt>
    <dgm:pt modelId="{A6750EED-9BAA-4128-BC86-DB8006BF1EA0}" type="parTrans" cxnId="{FA6FF87F-5AF8-4118-89EE-360481B930BE}">
      <dgm:prSet/>
      <dgm:spPr/>
      <dgm:t>
        <a:bodyPr/>
        <a:lstStyle/>
        <a:p>
          <a:endParaRPr lang="uk-UA"/>
        </a:p>
      </dgm:t>
    </dgm:pt>
    <dgm:pt modelId="{FAA108DE-83BF-4AC0-B49F-086D32E078EE}" type="sibTrans" cxnId="{FA6FF87F-5AF8-4118-89EE-360481B930BE}">
      <dgm:prSet/>
      <dgm:spPr/>
      <dgm:t>
        <a:bodyPr/>
        <a:lstStyle/>
        <a:p>
          <a:endParaRPr lang="uk-UA"/>
        </a:p>
      </dgm:t>
    </dgm:pt>
    <dgm:pt modelId="{90055B75-6E0B-4F8E-A5B9-E8B3AD21EB9F}">
      <dgm:prSet/>
      <dgm:spPr/>
      <dgm:t>
        <a:bodyPr/>
        <a:lstStyle/>
        <a:p>
          <a:r>
            <a:rPr lang="uk-UA" b="0" i="0" dirty="0"/>
            <a:t>галицької</a:t>
          </a:r>
          <a:endParaRPr lang="uk-UA" dirty="0"/>
        </a:p>
      </dgm:t>
    </dgm:pt>
    <dgm:pt modelId="{16641BC9-B656-4E4B-B5AF-FFF8DFA1B413}" type="parTrans" cxnId="{22B8C316-9E8A-4103-AE0A-2D7380C403EC}">
      <dgm:prSet/>
      <dgm:spPr/>
      <dgm:t>
        <a:bodyPr/>
        <a:lstStyle/>
        <a:p>
          <a:endParaRPr lang="uk-UA"/>
        </a:p>
      </dgm:t>
    </dgm:pt>
    <dgm:pt modelId="{B30D0487-57A8-4DD5-B2C5-E605728C7F08}" type="sibTrans" cxnId="{22B8C316-9E8A-4103-AE0A-2D7380C403EC}">
      <dgm:prSet/>
      <dgm:spPr/>
      <dgm:t>
        <a:bodyPr/>
        <a:lstStyle/>
        <a:p>
          <a:endParaRPr lang="uk-UA"/>
        </a:p>
      </dgm:t>
    </dgm:pt>
    <dgm:pt modelId="{80C58B54-6F64-4FB0-BF5E-CB97E5B25A1A}" type="pres">
      <dgm:prSet presAssocID="{07265949-64A3-4452-B7E8-499174DAC44B}" presName="linear" presStyleCnt="0">
        <dgm:presLayoutVars>
          <dgm:animLvl val="lvl"/>
          <dgm:resizeHandles val="exact"/>
        </dgm:presLayoutVars>
      </dgm:prSet>
      <dgm:spPr/>
    </dgm:pt>
    <dgm:pt modelId="{EA559D1F-FC2B-4DAC-BBA1-A54015CA8787}" type="pres">
      <dgm:prSet presAssocID="{86FAA862-2078-4383-80AF-43F578F923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233BF1-0AD3-44CB-8E29-A7494F8AE46F}" type="pres">
      <dgm:prSet presAssocID="{E571095D-0CC6-4682-A140-4640C5D62558}" presName="spacer" presStyleCnt="0"/>
      <dgm:spPr/>
    </dgm:pt>
    <dgm:pt modelId="{118701BE-C624-4FCF-9B8B-76E015173902}" type="pres">
      <dgm:prSet presAssocID="{1B5E8834-0593-4B1F-9F2B-6DC1F3F617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4E93B0-F16C-46A8-B091-4CA771B4036D}" type="pres">
      <dgm:prSet presAssocID="{14ACB74D-EBDF-44D9-8A80-A5E389970AF2}" presName="spacer" presStyleCnt="0"/>
      <dgm:spPr/>
    </dgm:pt>
    <dgm:pt modelId="{1D515BBF-A6A3-4089-A9B5-EC588A157C2C}" type="pres">
      <dgm:prSet presAssocID="{AF3ED950-601E-4E04-9B00-28E3BEC351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D75DEC-E3C2-4745-B77E-C7F10A207846}" type="pres">
      <dgm:prSet presAssocID="{FAA108DE-83BF-4AC0-B49F-086D32E078EE}" presName="spacer" presStyleCnt="0"/>
      <dgm:spPr/>
    </dgm:pt>
    <dgm:pt modelId="{E691A441-E241-41C4-A35E-733EB2EA914B}" type="pres">
      <dgm:prSet presAssocID="{90055B75-6E0B-4F8E-A5B9-E8B3AD21EB9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B8C316-9E8A-4103-AE0A-2D7380C403EC}" srcId="{07265949-64A3-4452-B7E8-499174DAC44B}" destId="{90055B75-6E0B-4F8E-A5B9-E8B3AD21EB9F}" srcOrd="3" destOrd="0" parTransId="{16641BC9-B656-4E4B-B5AF-FFF8DFA1B413}" sibTransId="{B30D0487-57A8-4DD5-B2C5-E605728C7F08}"/>
    <dgm:cxn modelId="{1EC33366-B28C-4F42-8C1B-063AD346A6E0}" type="presOf" srcId="{1B5E8834-0593-4B1F-9F2B-6DC1F3F617C3}" destId="{118701BE-C624-4FCF-9B8B-76E015173902}" srcOrd="0" destOrd="0" presId="urn:microsoft.com/office/officeart/2005/8/layout/vList2"/>
    <dgm:cxn modelId="{87C4014C-D8FA-42A2-83D1-6868A5834B5D}" type="presOf" srcId="{07265949-64A3-4452-B7E8-499174DAC44B}" destId="{80C58B54-6F64-4FB0-BF5E-CB97E5B25A1A}" srcOrd="0" destOrd="0" presId="urn:microsoft.com/office/officeart/2005/8/layout/vList2"/>
    <dgm:cxn modelId="{57DBE27C-C6E3-4B82-8568-4E691025A115}" type="presOf" srcId="{90055B75-6E0B-4F8E-A5B9-E8B3AD21EB9F}" destId="{E691A441-E241-41C4-A35E-733EB2EA914B}" srcOrd="0" destOrd="0" presId="urn:microsoft.com/office/officeart/2005/8/layout/vList2"/>
    <dgm:cxn modelId="{52155A7E-AAA3-4C1E-BA89-7AEBEAB8B376}" type="presOf" srcId="{AF3ED950-601E-4E04-9B00-28E3BEC35177}" destId="{1D515BBF-A6A3-4089-A9B5-EC588A157C2C}" srcOrd="0" destOrd="0" presId="urn:microsoft.com/office/officeart/2005/8/layout/vList2"/>
    <dgm:cxn modelId="{FA6FF87F-5AF8-4118-89EE-360481B930BE}" srcId="{07265949-64A3-4452-B7E8-499174DAC44B}" destId="{AF3ED950-601E-4E04-9B00-28E3BEC35177}" srcOrd="2" destOrd="0" parTransId="{A6750EED-9BAA-4128-BC86-DB8006BF1EA0}" sibTransId="{FAA108DE-83BF-4AC0-B49F-086D32E078EE}"/>
    <dgm:cxn modelId="{0499E28D-2D5F-4693-9F90-7B055F68F081}" type="presOf" srcId="{86FAA862-2078-4383-80AF-43F578F92374}" destId="{EA559D1F-FC2B-4DAC-BBA1-A54015CA8787}" srcOrd="0" destOrd="0" presId="urn:microsoft.com/office/officeart/2005/8/layout/vList2"/>
    <dgm:cxn modelId="{E04F73C4-8F6A-48A7-8ACA-47D02DBE4148}" srcId="{07265949-64A3-4452-B7E8-499174DAC44B}" destId="{86FAA862-2078-4383-80AF-43F578F92374}" srcOrd="0" destOrd="0" parTransId="{E3DA956C-8170-4BB4-9431-852E9FE3C6C6}" sibTransId="{E571095D-0CC6-4682-A140-4640C5D62558}"/>
    <dgm:cxn modelId="{98B7AFED-D43A-4637-BFB8-F141E772A63F}" srcId="{07265949-64A3-4452-B7E8-499174DAC44B}" destId="{1B5E8834-0593-4B1F-9F2B-6DC1F3F617C3}" srcOrd="1" destOrd="0" parTransId="{C2F773B1-2E45-4B58-8FCC-CB22A92F825A}" sibTransId="{14ACB74D-EBDF-44D9-8A80-A5E389970AF2}"/>
    <dgm:cxn modelId="{22E5BDAE-DE60-438F-9BB8-796B0DCDC068}" type="presParOf" srcId="{80C58B54-6F64-4FB0-BF5E-CB97E5B25A1A}" destId="{EA559D1F-FC2B-4DAC-BBA1-A54015CA8787}" srcOrd="0" destOrd="0" presId="urn:microsoft.com/office/officeart/2005/8/layout/vList2"/>
    <dgm:cxn modelId="{4DB87385-48AD-472C-9961-92EEA6697947}" type="presParOf" srcId="{80C58B54-6F64-4FB0-BF5E-CB97E5B25A1A}" destId="{1D233BF1-0AD3-44CB-8E29-A7494F8AE46F}" srcOrd="1" destOrd="0" presId="urn:microsoft.com/office/officeart/2005/8/layout/vList2"/>
    <dgm:cxn modelId="{3D818D3E-243E-48A5-A0CE-00D6CABC5AF9}" type="presParOf" srcId="{80C58B54-6F64-4FB0-BF5E-CB97E5B25A1A}" destId="{118701BE-C624-4FCF-9B8B-76E015173902}" srcOrd="2" destOrd="0" presId="urn:microsoft.com/office/officeart/2005/8/layout/vList2"/>
    <dgm:cxn modelId="{982FE295-4770-408D-8127-40040B4DDDB6}" type="presParOf" srcId="{80C58B54-6F64-4FB0-BF5E-CB97E5B25A1A}" destId="{7C4E93B0-F16C-46A8-B091-4CA771B4036D}" srcOrd="3" destOrd="0" presId="urn:microsoft.com/office/officeart/2005/8/layout/vList2"/>
    <dgm:cxn modelId="{ABE942CB-085C-43D9-89B4-DF7D2DDAE644}" type="presParOf" srcId="{80C58B54-6F64-4FB0-BF5E-CB97E5B25A1A}" destId="{1D515BBF-A6A3-4089-A9B5-EC588A157C2C}" srcOrd="4" destOrd="0" presId="urn:microsoft.com/office/officeart/2005/8/layout/vList2"/>
    <dgm:cxn modelId="{76807EC7-275B-47FC-B960-20B02FC190D0}" type="presParOf" srcId="{80C58B54-6F64-4FB0-BF5E-CB97E5B25A1A}" destId="{B9D75DEC-E3C2-4745-B77E-C7F10A207846}" srcOrd="5" destOrd="0" presId="urn:microsoft.com/office/officeart/2005/8/layout/vList2"/>
    <dgm:cxn modelId="{A557BA82-DCC9-412D-9491-60F3DE9DEBEC}" type="presParOf" srcId="{80C58B54-6F64-4FB0-BF5E-CB97E5B25A1A}" destId="{E691A441-E241-41C4-A35E-733EB2EA91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0E41FC3-49CA-4B9C-9C33-44156C1C5B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257C3A-EFAD-4E8E-A4B9-9FE5C5910994}">
      <dgm:prSet/>
      <dgm:spPr/>
      <dgm:t>
        <a:bodyPr/>
        <a:lstStyle/>
        <a:p>
          <a:r>
            <a:rPr lang="ru-RU" b="0" i="0"/>
            <a:t>П’ятницька церква в Чернігові</a:t>
          </a:r>
          <a:endParaRPr lang="uk-UA"/>
        </a:p>
      </dgm:t>
    </dgm:pt>
    <dgm:pt modelId="{763F4A71-0653-48B6-8511-6FF529F6CAB1}" type="parTrans" cxnId="{2F268235-708B-44C0-9CF4-78887F821E3D}">
      <dgm:prSet/>
      <dgm:spPr/>
      <dgm:t>
        <a:bodyPr/>
        <a:lstStyle/>
        <a:p>
          <a:endParaRPr lang="uk-UA"/>
        </a:p>
      </dgm:t>
    </dgm:pt>
    <dgm:pt modelId="{E4BB363F-44C8-4E8C-B8F4-4230D84C534E}" type="sibTrans" cxnId="{2F268235-708B-44C0-9CF4-78887F821E3D}">
      <dgm:prSet/>
      <dgm:spPr/>
      <dgm:t>
        <a:bodyPr/>
        <a:lstStyle/>
        <a:p>
          <a:endParaRPr lang="uk-UA"/>
        </a:p>
      </dgm:t>
    </dgm:pt>
    <dgm:pt modelId="{74921AA9-5321-4FD9-8509-AAEB0906FD79}">
      <dgm:prSet/>
      <dgm:spPr/>
      <dgm:t>
        <a:bodyPr/>
        <a:lstStyle/>
        <a:p>
          <a:r>
            <a:rPr lang="ru-RU" b="0" i="0" dirty="0" err="1"/>
            <a:t>Іллінська</a:t>
          </a:r>
          <a:r>
            <a:rPr lang="ru-RU" b="0" i="0" dirty="0"/>
            <a:t> церква в </a:t>
          </a:r>
          <a:r>
            <a:rPr lang="ru-RU" b="0" i="0" dirty="0" err="1"/>
            <a:t>Суботові</a:t>
          </a:r>
          <a:endParaRPr lang="uk-UA" dirty="0"/>
        </a:p>
      </dgm:t>
    </dgm:pt>
    <dgm:pt modelId="{9BA5B7C4-5B28-49A8-946B-95E01AEA2EB4}" type="parTrans" cxnId="{86065F1F-5157-40F7-892D-7CB747AB4B2A}">
      <dgm:prSet/>
      <dgm:spPr/>
      <dgm:t>
        <a:bodyPr/>
        <a:lstStyle/>
        <a:p>
          <a:endParaRPr lang="uk-UA"/>
        </a:p>
      </dgm:t>
    </dgm:pt>
    <dgm:pt modelId="{5503C884-9B7C-4FB9-B51E-F26A62525AAD}" type="sibTrans" cxnId="{86065F1F-5157-40F7-892D-7CB747AB4B2A}">
      <dgm:prSet/>
      <dgm:spPr/>
      <dgm:t>
        <a:bodyPr/>
        <a:lstStyle/>
        <a:p>
          <a:endParaRPr lang="uk-UA"/>
        </a:p>
      </dgm:t>
    </dgm:pt>
    <dgm:pt modelId="{1C6DD8C6-2DB2-4B74-86AA-5AF6C339871A}">
      <dgm:prSet/>
      <dgm:spPr/>
      <dgm:t>
        <a:bodyPr/>
        <a:lstStyle/>
        <a:p>
          <a:r>
            <a:rPr lang="ru-RU" b="0" i="0"/>
            <a:t>Покровська церква в Києві</a:t>
          </a:r>
          <a:endParaRPr lang="uk-UA"/>
        </a:p>
      </dgm:t>
    </dgm:pt>
    <dgm:pt modelId="{0FAF8D3A-4AC0-4747-9171-2649585601EF}" type="parTrans" cxnId="{FAC79E32-13B1-41E4-A1C0-E3686B926D75}">
      <dgm:prSet/>
      <dgm:spPr/>
      <dgm:t>
        <a:bodyPr/>
        <a:lstStyle/>
        <a:p>
          <a:endParaRPr lang="uk-UA"/>
        </a:p>
      </dgm:t>
    </dgm:pt>
    <dgm:pt modelId="{BB541E10-3838-422C-9116-0BBEE19D3B41}" type="sibTrans" cxnId="{FAC79E32-13B1-41E4-A1C0-E3686B926D75}">
      <dgm:prSet/>
      <dgm:spPr/>
      <dgm:t>
        <a:bodyPr/>
        <a:lstStyle/>
        <a:p>
          <a:endParaRPr lang="uk-UA"/>
        </a:p>
      </dgm:t>
    </dgm:pt>
    <dgm:pt modelId="{96316143-A048-4107-8B21-C6626ABDCA42}">
      <dgm:prSet/>
      <dgm:spPr/>
      <dgm:t>
        <a:bodyPr/>
        <a:lstStyle/>
        <a:p>
          <a:r>
            <a:rPr lang="ru-RU" b="0" i="0" dirty="0"/>
            <a:t>Церква Св. Пантелеймона </a:t>
          </a:r>
          <a:r>
            <a:rPr lang="ru-RU" b="0" i="0" dirty="0" err="1"/>
            <a:t>під</a:t>
          </a:r>
          <a:r>
            <a:rPr lang="ru-RU" b="0" i="0" dirty="0"/>
            <a:t> Галичем</a:t>
          </a:r>
          <a:endParaRPr lang="uk-UA" dirty="0"/>
        </a:p>
      </dgm:t>
    </dgm:pt>
    <dgm:pt modelId="{6696369F-DBFA-4393-A63E-E2BABC8B92C9}" type="parTrans" cxnId="{6FD21481-726B-476B-8175-0297632B1855}">
      <dgm:prSet/>
      <dgm:spPr/>
      <dgm:t>
        <a:bodyPr/>
        <a:lstStyle/>
        <a:p>
          <a:endParaRPr lang="uk-UA"/>
        </a:p>
      </dgm:t>
    </dgm:pt>
    <dgm:pt modelId="{91D00E7C-107B-49D4-8701-77B07DF6B4E2}" type="sibTrans" cxnId="{6FD21481-726B-476B-8175-0297632B1855}">
      <dgm:prSet/>
      <dgm:spPr/>
      <dgm:t>
        <a:bodyPr/>
        <a:lstStyle/>
        <a:p>
          <a:endParaRPr lang="uk-UA"/>
        </a:p>
      </dgm:t>
    </dgm:pt>
    <dgm:pt modelId="{F0269591-A803-440A-93A4-5504CF9DEAEE}" type="pres">
      <dgm:prSet presAssocID="{D0E41FC3-49CA-4B9C-9C33-44156C1C5B81}" presName="linear" presStyleCnt="0">
        <dgm:presLayoutVars>
          <dgm:animLvl val="lvl"/>
          <dgm:resizeHandles val="exact"/>
        </dgm:presLayoutVars>
      </dgm:prSet>
      <dgm:spPr/>
    </dgm:pt>
    <dgm:pt modelId="{7F2AF133-18DB-4212-ADA4-98BA9897999D}" type="pres">
      <dgm:prSet presAssocID="{13257C3A-EFAD-4E8E-A4B9-9FE5C59109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41F257-DFB5-49F2-83F9-8FA5874AD345}" type="pres">
      <dgm:prSet presAssocID="{E4BB363F-44C8-4E8C-B8F4-4230D84C534E}" presName="spacer" presStyleCnt="0"/>
      <dgm:spPr/>
    </dgm:pt>
    <dgm:pt modelId="{FA8B70F0-6E68-4953-B4A6-8A362285578F}" type="pres">
      <dgm:prSet presAssocID="{74921AA9-5321-4FD9-8509-AAEB0906FD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B32B3D-35CD-453E-800C-B2B457C96AE9}" type="pres">
      <dgm:prSet presAssocID="{5503C884-9B7C-4FB9-B51E-F26A62525AAD}" presName="spacer" presStyleCnt="0"/>
      <dgm:spPr/>
    </dgm:pt>
    <dgm:pt modelId="{C1EB9A50-3B99-4566-9FFB-A69A78C699AF}" type="pres">
      <dgm:prSet presAssocID="{1C6DD8C6-2DB2-4B74-86AA-5AF6C339871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68251F-7AA6-4023-B062-9DB50A23ADA9}" type="pres">
      <dgm:prSet presAssocID="{BB541E10-3838-422C-9116-0BBEE19D3B41}" presName="spacer" presStyleCnt="0"/>
      <dgm:spPr/>
    </dgm:pt>
    <dgm:pt modelId="{9629A0AE-37C9-431C-804B-1DFADD667F27}" type="pres">
      <dgm:prSet presAssocID="{96316143-A048-4107-8B21-C6626ABDCA4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065F1F-5157-40F7-892D-7CB747AB4B2A}" srcId="{D0E41FC3-49CA-4B9C-9C33-44156C1C5B81}" destId="{74921AA9-5321-4FD9-8509-AAEB0906FD79}" srcOrd="1" destOrd="0" parTransId="{9BA5B7C4-5B28-49A8-946B-95E01AEA2EB4}" sibTransId="{5503C884-9B7C-4FB9-B51E-F26A62525AAD}"/>
    <dgm:cxn modelId="{FAC79E32-13B1-41E4-A1C0-E3686B926D75}" srcId="{D0E41FC3-49CA-4B9C-9C33-44156C1C5B81}" destId="{1C6DD8C6-2DB2-4B74-86AA-5AF6C339871A}" srcOrd="2" destOrd="0" parTransId="{0FAF8D3A-4AC0-4747-9171-2649585601EF}" sibTransId="{BB541E10-3838-422C-9116-0BBEE19D3B41}"/>
    <dgm:cxn modelId="{2F268235-708B-44C0-9CF4-78887F821E3D}" srcId="{D0E41FC3-49CA-4B9C-9C33-44156C1C5B81}" destId="{13257C3A-EFAD-4E8E-A4B9-9FE5C5910994}" srcOrd="0" destOrd="0" parTransId="{763F4A71-0653-48B6-8511-6FF529F6CAB1}" sibTransId="{E4BB363F-44C8-4E8C-B8F4-4230D84C534E}"/>
    <dgm:cxn modelId="{8F753E3D-AC26-420E-ADD3-265E63DA9B91}" type="presOf" srcId="{D0E41FC3-49CA-4B9C-9C33-44156C1C5B81}" destId="{F0269591-A803-440A-93A4-5504CF9DEAEE}" srcOrd="0" destOrd="0" presId="urn:microsoft.com/office/officeart/2005/8/layout/vList2"/>
    <dgm:cxn modelId="{77E14D6C-F4AF-4E98-9C1E-2610828F476C}" type="presOf" srcId="{13257C3A-EFAD-4E8E-A4B9-9FE5C5910994}" destId="{7F2AF133-18DB-4212-ADA4-98BA9897999D}" srcOrd="0" destOrd="0" presId="urn:microsoft.com/office/officeart/2005/8/layout/vList2"/>
    <dgm:cxn modelId="{CE43DC53-E13C-4B4A-98A4-B49DF21CD627}" type="presOf" srcId="{74921AA9-5321-4FD9-8509-AAEB0906FD79}" destId="{FA8B70F0-6E68-4953-B4A6-8A362285578F}" srcOrd="0" destOrd="0" presId="urn:microsoft.com/office/officeart/2005/8/layout/vList2"/>
    <dgm:cxn modelId="{6FD21481-726B-476B-8175-0297632B1855}" srcId="{D0E41FC3-49CA-4B9C-9C33-44156C1C5B81}" destId="{96316143-A048-4107-8B21-C6626ABDCA42}" srcOrd="3" destOrd="0" parTransId="{6696369F-DBFA-4393-A63E-E2BABC8B92C9}" sibTransId="{91D00E7C-107B-49D4-8701-77B07DF6B4E2}"/>
    <dgm:cxn modelId="{CF73AA8E-41B5-4461-B9A7-3B998BFCDC6D}" type="presOf" srcId="{96316143-A048-4107-8B21-C6626ABDCA42}" destId="{9629A0AE-37C9-431C-804B-1DFADD667F27}" srcOrd="0" destOrd="0" presId="urn:microsoft.com/office/officeart/2005/8/layout/vList2"/>
    <dgm:cxn modelId="{6A8227A5-9724-4C49-8A2D-86281CBA4C09}" type="presOf" srcId="{1C6DD8C6-2DB2-4B74-86AA-5AF6C339871A}" destId="{C1EB9A50-3B99-4566-9FFB-A69A78C699AF}" srcOrd="0" destOrd="0" presId="urn:microsoft.com/office/officeart/2005/8/layout/vList2"/>
    <dgm:cxn modelId="{F29B80C8-89D1-4F64-BBCB-416F2A307BCE}" type="presParOf" srcId="{F0269591-A803-440A-93A4-5504CF9DEAEE}" destId="{7F2AF133-18DB-4212-ADA4-98BA9897999D}" srcOrd="0" destOrd="0" presId="urn:microsoft.com/office/officeart/2005/8/layout/vList2"/>
    <dgm:cxn modelId="{1E4FA9E3-0E25-4E90-95DB-8A4C03EC1B5C}" type="presParOf" srcId="{F0269591-A803-440A-93A4-5504CF9DEAEE}" destId="{4041F257-DFB5-49F2-83F9-8FA5874AD345}" srcOrd="1" destOrd="0" presId="urn:microsoft.com/office/officeart/2005/8/layout/vList2"/>
    <dgm:cxn modelId="{25A8C990-196E-42D4-8D65-314144CA37BC}" type="presParOf" srcId="{F0269591-A803-440A-93A4-5504CF9DEAEE}" destId="{FA8B70F0-6E68-4953-B4A6-8A362285578F}" srcOrd="2" destOrd="0" presId="urn:microsoft.com/office/officeart/2005/8/layout/vList2"/>
    <dgm:cxn modelId="{793445BC-49B5-47B7-B6F5-36B5EB8CB29B}" type="presParOf" srcId="{F0269591-A803-440A-93A4-5504CF9DEAEE}" destId="{99B32B3D-35CD-453E-800C-B2B457C96AE9}" srcOrd="3" destOrd="0" presId="urn:microsoft.com/office/officeart/2005/8/layout/vList2"/>
    <dgm:cxn modelId="{2A5766EF-83DD-4219-9570-0FE5217485BC}" type="presParOf" srcId="{F0269591-A803-440A-93A4-5504CF9DEAEE}" destId="{C1EB9A50-3B99-4566-9FFB-A69A78C699AF}" srcOrd="4" destOrd="0" presId="urn:microsoft.com/office/officeart/2005/8/layout/vList2"/>
    <dgm:cxn modelId="{8829F849-0382-4797-8CBD-60BF24E20192}" type="presParOf" srcId="{F0269591-A803-440A-93A4-5504CF9DEAEE}" destId="{0F68251F-7AA6-4023-B062-9DB50A23ADA9}" srcOrd="5" destOrd="0" presId="urn:microsoft.com/office/officeart/2005/8/layout/vList2"/>
    <dgm:cxn modelId="{28486E35-2D10-40EC-AA81-A71059A50F2F}" type="presParOf" srcId="{F0269591-A803-440A-93A4-5504CF9DEAEE}" destId="{9629A0AE-37C9-431C-804B-1DFADD667F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3A87BF9-0806-4427-9A96-0A11E95568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6D2570-9F3A-46C3-98B9-8CD70FB4946F}">
      <dgm:prSet/>
      <dgm:spPr/>
      <dgm:t>
        <a:bodyPr/>
        <a:lstStyle/>
        <a:p>
          <a:r>
            <a:rPr lang="uk-UA" b="0" i="0"/>
            <a:t>Споруда була першим кам’яним храмом Київської держави.</a:t>
          </a:r>
          <a:endParaRPr lang="uk-UA"/>
        </a:p>
      </dgm:t>
    </dgm:pt>
    <dgm:pt modelId="{F07ACF47-BFAD-449B-A512-79C721FDB3D6}" type="parTrans" cxnId="{61C16B59-E258-49AE-9EC6-C6126ED13BF0}">
      <dgm:prSet/>
      <dgm:spPr/>
      <dgm:t>
        <a:bodyPr/>
        <a:lstStyle/>
        <a:p>
          <a:endParaRPr lang="uk-UA"/>
        </a:p>
      </dgm:t>
    </dgm:pt>
    <dgm:pt modelId="{56581C60-A208-4F5B-A582-532314EDB976}" type="sibTrans" cxnId="{61C16B59-E258-49AE-9EC6-C6126ED13BF0}">
      <dgm:prSet/>
      <dgm:spPr/>
      <dgm:t>
        <a:bodyPr/>
        <a:lstStyle/>
        <a:p>
          <a:endParaRPr lang="uk-UA"/>
        </a:p>
      </dgm:t>
    </dgm:pt>
    <dgm:pt modelId="{0EB26DC1-0E97-43B2-8FA5-D83F5977BBA5}">
      <dgm:prSet/>
      <dgm:spPr/>
      <dgm:t>
        <a:bodyPr/>
        <a:lstStyle/>
        <a:p>
          <a:r>
            <a:rPr lang="uk-UA" b="0" i="0" dirty="0"/>
            <a:t>Спорудження храму було завершено за князювання Ярослава Мудрого.</a:t>
          </a:r>
          <a:endParaRPr lang="uk-UA" dirty="0"/>
        </a:p>
      </dgm:t>
    </dgm:pt>
    <dgm:pt modelId="{A064C11F-B5A3-476C-925D-930136B9B098}" type="parTrans" cxnId="{FFE86E6B-B88D-487F-B9CA-B4F9B26D98DF}">
      <dgm:prSet/>
      <dgm:spPr/>
      <dgm:t>
        <a:bodyPr/>
        <a:lstStyle/>
        <a:p>
          <a:endParaRPr lang="uk-UA"/>
        </a:p>
      </dgm:t>
    </dgm:pt>
    <dgm:pt modelId="{67F9D72C-F1BE-4FEB-A47C-09D803C61543}" type="sibTrans" cxnId="{FFE86E6B-B88D-487F-B9CA-B4F9B26D98DF}">
      <dgm:prSet/>
      <dgm:spPr/>
      <dgm:t>
        <a:bodyPr/>
        <a:lstStyle/>
        <a:p>
          <a:endParaRPr lang="uk-UA"/>
        </a:p>
      </dgm:t>
    </dgm:pt>
    <dgm:pt modelId="{69118ABD-8FD3-4BEB-9F51-DC76E3D05621}">
      <dgm:prSet/>
      <dgm:spPr/>
      <dgm:t>
        <a:bodyPr/>
        <a:lstStyle/>
        <a:p>
          <a:r>
            <a:rPr lang="uk-UA" b="0" i="0"/>
            <a:t>До наших днів пам’ятка збереглася у своєму первісному вигляді.</a:t>
          </a:r>
          <a:endParaRPr lang="uk-UA"/>
        </a:p>
      </dgm:t>
    </dgm:pt>
    <dgm:pt modelId="{7B63401A-5A83-448A-8B4F-2C1A5083EF98}" type="parTrans" cxnId="{66BFB22C-6DBC-4390-BF6E-81A6D8DF01D4}">
      <dgm:prSet/>
      <dgm:spPr/>
      <dgm:t>
        <a:bodyPr/>
        <a:lstStyle/>
        <a:p>
          <a:endParaRPr lang="uk-UA"/>
        </a:p>
      </dgm:t>
    </dgm:pt>
    <dgm:pt modelId="{E42D78BB-6B4B-48FD-93B9-4E15F9C0EAFF}" type="sibTrans" cxnId="{66BFB22C-6DBC-4390-BF6E-81A6D8DF01D4}">
      <dgm:prSet/>
      <dgm:spPr/>
      <dgm:t>
        <a:bodyPr/>
        <a:lstStyle/>
        <a:p>
          <a:endParaRPr lang="uk-UA"/>
        </a:p>
      </dgm:t>
    </dgm:pt>
    <dgm:pt modelId="{1A3E13A5-63D0-4420-97A2-DF0155AE1870}">
      <dgm:prSet/>
      <dgm:spPr/>
      <dgm:t>
        <a:bodyPr/>
        <a:lstStyle/>
        <a:p>
          <a:r>
            <a:rPr lang="uk-UA" b="0" i="0"/>
            <a:t>Згідно з «Повістю минулих літ» храм було зведено на честь перемоги над печенігами.</a:t>
          </a:r>
          <a:endParaRPr lang="uk-UA"/>
        </a:p>
      </dgm:t>
    </dgm:pt>
    <dgm:pt modelId="{47DCED2F-7EA0-46CD-BD63-0817858D707A}" type="parTrans" cxnId="{994105AC-875C-4B6D-8EF7-0D11D5EC0022}">
      <dgm:prSet/>
      <dgm:spPr/>
      <dgm:t>
        <a:bodyPr/>
        <a:lstStyle/>
        <a:p>
          <a:endParaRPr lang="uk-UA"/>
        </a:p>
      </dgm:t>
    </dgm:pt>
    <dgm:pt modelId="{82CF9968-7A78-4293-90CA-8CFE91127FBC}" type="sibTrans" cxnId="{994105AC-875C-4B6D-8EF7-0D11D5EC0022}">
      <dgm:prSet/>
      <dgm:spPr/>
      <dgm:t>
        <a:bodyPr/>
        <a:lstStyle/>
        <a:p>
          <a:endParaRPr lang="uk-UA"/>
        </a:p>
      </dgm:t>
    </dgm:pt>
    <dgm:pt modelId="{4002BDC1-425E-4B9C-80A6-F8BADEDDAD37}">
      <dgm:prSet/>
      <dgm:spPr/>
      <dgm:t>
        <a:bodyPr/>
        <a:lstStyle/>
        <a:p>
          <a:r>
            <a:rPr lang="uk-UA" b="0" i="0"/>
            <a:t>При храмі було створено першу відому бібліотеку на Русі.</a:t>
          </a:r>
          <a:endParaRPr lang="uk-UA"/>
        </a:p>
      </dgm:t>
    </dgm:pt>
    <dgm:pt modelId="{D84C8C14-794E-444D-9E05-42BF9C389703}" type="parTrans" cxnId="{AD9B53EB-98F7-4EC7-9508-6A160CCD3875}">
      <dgm:prSet/>
      <dgm:spPr/>
      <dgm:t>
        <a:bodyPr/>
        <a:lstStyle/>
        <a:p>
          <a:endParaRPr lang="uk-UA"/>
        </a:p>
      </dgm:t>
    </dgm:pt>
    <dgm:pt modelId="{F6380037-A5F6-4C8C-A3AD-B8E133462F9E}" type="sibTrans" cxnId="{AD9B53EB-98F7-4EC7-9508-6A160CCD3875}">
      <dgm:prSet/>
      <dgm:spPr/>
      <dgm:t>
        <a:bodyPr/>
        <a:lstStyle/>
        <a:p>
          <a:endParaRPr lang="uk-UA"/>
        </a:p>
      </dgm:t>
    </dgm:pt>
    <dgm:pt modelId="{E0574A35-A8BF-4148-A515-44D9E10AB9F8}">
      <dgm:prSet/>
      <dgm:spPr/>
      <dgm:t>
        <a:bodyPr/>
        <a:lstStyle/>
        <a:p>
          <a:r>
            <a:rPr lang="uk-UA" b="0" i="0"/>
            <a:t>Споруду було зведено з дотриманням канону та традицій готичної архітектури.</a:t>
          </a:r>
          <a:endParaRPr lang="uk-UA"/>
        </a:p>
      </dgm:t>
    </dgm:pt>
    <dgm:pt modelId="{145AC176-49CC-4AB4-A2A4-18FC49D013B6}" type="parTrans" cxnId="{819255DB-46E4-4388-A21D-B2C6F2ABF5D7}">
      <dgm:prSet/>
      <dgm:spPr/>
      <dgm:t>
        <a:bodyPr/>
        <a:lstStyle/>
        <a:p>
          <a:endParaRPr lang="uk-UA"/>
        </a:p>
      </dgm:t>
    </dgm:pt>
    <dgm:pt modelId="{1AE9569D-40D0-4D0D-94E2-C4403B7E416F}" type="sibTrans" cxnId="{819255DB-46E4-4388-A21D-B2C6F2ABF5D7}">
      <dgm:prSet/>
      <dgm:spPr/>
      <dgm:t>
        <a:bodyPr/>
        <a:lstStyle/>
        <a:p>
          <a:endParaRPr lang="uk-UA"/>
        </a:p>
      </dgm:t>
    </dgm:pt>
    <dgm:pt modelId="{55EF58C9-9A35-4277-9244-C90FEC84D188}">
      <dgm:prSet/>
      <dgm:spPr/>
      <dgm:t>
        <a:bodyPr/>
        <a:lstStyle/>
        <a:p>
          <a:r>
            <a:rPr lang="uk-UA" b="0" i="0" dirty="0"/>
            <a:t>Храм поєднував у собі функції культової споруди та дитинця.</a:t>
          </a:r>
          <a:endParaRPr lang="uk-UA" dirty="0"/>
        </a:p>
      </dgm:t>
    </dgm:pt>
    <dgm:pt modelId="{62C1CFE4-3F90-4033-8C76-2E8951E763A4}" type="parTrans" cxnId="{B4A8B9FE-C551-4129-86CA-746C97E0CC74}">
      <dgm:prSet/>
      <dgm:spPr/>
      <dgm:t>
        <a:bodyPr/>
        <a:lstStyle/>
        <a:p>
          <a:endParaRPr lang="uk-UA"/>
        </a:p>
      </dgm:t>
    </dgm:pt>
    <dgm:pt modelId="{26A0D981-C45C-4AB8-A675-E8F374492084}" type="sibTrans" cxnId="{B4A8B9FE-C551-4129-86CA-746C97E0CC74}">
      <dgm:prSet/>
      <dgm:spPr/>
      <dgm:t>
        <a:bodyPr/>
        <a:lstStyle/>
        <a:p>
          <a:endParaRPr lang="uk-UA"/>
        </a:p>
      </dgm:t>
    </dgm:pt>
    <dgm:pt modelId="{6A0696B3-450F-4D13-9113-B9902782A3E3}" type="pres">
      <dgm:prSet presAssocID="{C3A87BF9-0806-4427-9A96-0A11E9556888}" presName="linear" presStyleCnt="0">
        <dgm:presLayoutVars>
          <dgm:animLvl val="lvl"/>
          <dgm:resizeHandles val="exact"/>
        </dgm:presLayoutVars>
      </dgm:prSet>
      <dgm:spPr/>
    </dgm:pt>
    <dgm:pt modelId="{D2C4546C-4572-4795-9BD2-CA6E4298E4E9}" type="pres">
      <dgm:prSet presAssocID="{946D2570-9F3A-46C3-98B9-8CD70FB4946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9A8FE33-0F93-4694-8B76-264317280B5C}" type="pres">
      <dgm:prSet presAssocID="{56581C60-A208-4F5B-A582-532314EDB976}" presName="spacer" presStyleCnt="0"/>
      <dgm:spPr/>
    </dgm:pt>
    <dgm:pt modelId="{480DEBBE-720C-4873-8FB5-1F8FF275449B}" type="pres">
      <dgm:prSet presAssocID="{0EB26DC1-0E97-43B2-8FA5-D83F5977BBA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C881532-7481-4DED-AF4B-54173F56D4D3}" type="pres">
      <dgm:prSet presAssocID="{67F9D72C-F1BE-4FEB-A47C-09D803C61543}" presName="spacer" presStyleCnt="0"/>
      <dgm:spPr/>
    </dgm:pt>
    <dgm:pt modelId="{D751AC2B-EF25-4825-A20D-814E8E35FC1F}" type="pres">
      <dgm:prSet presAssocID="{69118ABD-8FD3-4BEB-9F51-DC76E3D0562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4DC15E5-535E-4376-BDF7-E9595F0528BD}" type="pres">
      <dgm:prSet presAssocID="{E42D78BB-6B4B-48FD-93B9-4E15F9C0EAFF}" presName="spacer" presStyleCnt="0"/>
      <dgm:spPr/>
    </dgm:pt>
    <dgm:pt modelId="{47738E52-EE5A-4A5D-B1AA-6117BB2738DF}" type="pres">
      <dgm:prSet presAssocID="{1A3E13A5-63D0-4420-97A2-DF0155AE187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5C20592-851E-4311-BD80-8C68F610CF8E}" type="pres">
      <dgm:prSet presAssocID="{82CF9968-7A78-4293-90CA-8CFE91127FBC}" presName="spacer" presStyleCnt="0"/>
      <dgm:spPr/>
    </dgm:pt>
    <dgm:pt modelId="{20C11863-F198-4B8C-9543-25E357F86327}" type="pres">
      <dgm:prSet presAssocID="{4002BDC1-425E-4B9C-80A6-F8BADEDDAD3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FEC49A6-6C20-4DA8-93D7-8404CB350DC4}" type="pres">
      <dgm:prSet presAssocID="{F6380037-A5F6-4C8C-A3AD-B8E133462F9E}" presName="spacer" presStyleCnt="0"/>
      <dgm:spPr/>
    </dgm:pt>
    <dgm:pt modelId="{06586D95-ABA7-4A4C-9BA1-D70ED4506504}" type="pres">
      <dgm:prSet presAssocID="{E0574A35-A8BF-4148-A515-44D9E10AB9F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21C7619-FF7E-4115-97F0-93B27A58BA7E}" type="pres">
      <dgm:prSet presAssocID="{1AE9569D-40D0-4D0D-94E2-C4403B7E416F}" presName="spacer" presStyleCnt="0"/>
      <dgm:spPr/>
    </dgm:pt>
    <dgm:pt modelId="{508D80C4-BAF7-4E03-9E3A-82241964411C}" type="pres">
      <dgm:prSet presAssocID="{55EF58C9-9A35-4277-9244-C90FEC84D18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6BFB22C-6DBC-4390-BF6E-81A6D8DF01D4}" srcId="{C3A87BF9-0806-4427-9A96-0A11E9556888}" destId="{69118ABD-8FD3-4BEB-9F51-DC76E3D05621}" srcOrd="2" destOrd="0" parTransId="{7B63401A-5A83-448A-8B4F-2C1A5083EF98}" sibTransId="{E42D78BB-6B4B-48FD-93B9-4E15F9C0EAFF}"/>
    <dgm:cxn modelId="{09B3752D-E5D4-455E-8EC5-4E52DD42D6E4}" type="presOf" srcId="{0EB26DC1-0E97-43B2-8FA5-D83F5977BBA5}" destId="{480DEBBE-720C-4873-8FB5-1F8FF275449B}" srcOrd="0" destOrd="0" presId="urn:microsoft.com/office/officeart/2005/8/layout/vList2"/>
    <dgm:cxn modelId="{205DB069-F13C-4983-B8A0-E17E7E325BB0}" type="presOf" srcId="{946D2570-9F3A-46C3-98B9-8CD70FB4946F}" destId="{D2C4546C-4572-4795-9BD2-CA6E4298E4E9}" srcOrd="0" destOrd="0" presId="urn:microsoft.com/office/officeart/2005/8/layout/vList2"/>
    <dgm:cxn modelId="{FFE86E6B-B88D-487F-B9CA-B4F9B26D98DF}" srcId="{C3A87BF9-0806-4427-9A96-0A11E9556888}" destId="{0EB26DC1-0E97-43B2-8FA5-D83F5977BBA5}" srcOrd="1" destOrd="0" parTransId="{A064C11F-B5A3-476C-925D-930136B9B098}" sibTransId="{67F9D72C-F1BE-4FEB-A47C-09D803C61543}"/>
    <dgm:cxn modelId="{252C7A54-D7FA-4DC3-BFA9-4ECF098E9D5A}" type="presOf" srcId="{1A3E13A5-63D0-4420-97A2-DF0155AE1870}" destId="{47738E52-EE5A-4A5D-B1AA-6117BB2738DF}" srcOrd="0" destOrd="0" presId="urn:microsoft.com/office/officeart/2005/8/layout/vList2"/>
    <dgm:cxn modelId="{8CC84279-27A0-4C73-8AD6-4D82FC6ED83F}" type="presOf" srcId="{4002BDC1-425E-4B9C-80A6-F8BADEDDAD37}" destId="{20C11863-F198-4B8C-9543-25E357F86327}" srcOrd="0" destOrd="0" presId="urn:microsoft.com/office/officeart/2005/8/layout/vList2"/>
    <dgm:cxn modelId="{61C16B59-E258-49AE-9EC6-C6126ED13BF0}" srcId="{C3A87BF9-0806-4427-9A96-0A11E9556888}" destId="{946D2570-9F3A-46C3-98B9-8CD70FB4946F}" srcOrd="0" destOrd="0" parTransId="{F07ACF47-BFAD-449B-A512-79C721FDB3D6}" sibTransId="{56581C60-A208-4F5B-A582-532314EDB976}"/>
    <dgm:cxn modelId="{C031E095-2787-404C-A645-5C2B4AF777BF}" type="presOf" srcId="{69118ABD-8FD3-4BEB-9F51-DC76E3D05621}" destId="{D751AC2B-EF25-4825-A20D-814E8E35FC1F}" srcOrd="0" destOrd="0" presId="urn:microsoft.com/office/officeart/2005/8/layout/vList2"/>
    <dgm:cxn modelId="{C151219E-3F2A-453B-BCA3-EDBB127636D3}" type="presOf" srcId="{55EF58C9-9A35-4277-9244-C90FEC84D188}" destId="{508D80C4-BAF7-4E03-9E3A-82241964411C}" srcOrd="0" destOrd="0" presId="urn:microsoft.com/office/officeart/2005/8/layout/vList2"/>
    <dgm:cxn modelId="{994105AC-875C-4B6D-8EF7-0D11D5EC0022}" srcId="{C3A87BF9-0806-4427-9A96-0A11E9556888}" destId="{1A3E13A5-63D0-4420-97A2-DF0155AE1870}" srcOrd="3" destOrd="0" parTransId="{47DCED2F-7EA0-46CD-BD63-0817858D707A}" sibTransId="{82CF9968-7A78-4293-90CA-8CFE91127FBC}"/>
    <dgm:cxn modelId="{E46910B0-36A5-44F1-9FE3-35BE33B6F472}" type="presOf" srcId="{E0574A35-A8BF-4148-A515-44D9E10AB9F8}" destId="{06586D95-ABA7-4A4C-9BA1-D70ED4506504}" srcOrd="0" destOrd="0" presId="urn:microsoft.com/office/officeart/2005/8/layout/vList2"/>
    <dgm:cxn modelId="{4FBBB0DA-5D9C-475F-ABFB-50CF34F25C19}" type="presOf" srcId="{C3A87BF9-0806-4427-9A96-0A11E9556888}" destId="{6A0696B3-450F-4D13-9113-B9902782A3E3}" srcOrd="0" destOrd="0" presId="urn:microsoft.com/office/officeart/2005/8/layout/vList2"/>
    <dgm:cxn modelId="{819255DB-46E4-4388-A21D-B2C6F2ABF5D7}" srcId="{C3A87BF9-0806-4427-9A96-0A11E9556888}" destId="{E0574A35-A8BF-4148-A515-44D9E10AB9F8}" srcOrd="5" destOrd="0" parTransId="{145AC176-49CC-4AB4-A2A4-18FC49D013B6}" sibTransId="{1AE9569D-40D0-4D0D-94E2-C4403B7E416F}"/>
    <dgm:cxn modelId="{AD9B53EB-98F7-4EC7-9508-6A160CCD3875}" srcId="{C3A87BF9-0806-4427-9A96-0A11E9556888}" destId="{4002BDC1-425E-4B9C-80A6-F8BADEDDAD37}" srcOrd="4" destOrd="0" parTransId="{D84C8C14-794E-444D-9E05-42BF9C389703}" sibTransId="{F6380037-A5F6-4C8C-A3AD-B8E133462F9E}"/>
    <dgm:cxn modelId="{B4A8B9FE-C551-4129-86CA-746C97E0CC74}" srcId="{C3A87BF9-0806-4427-9A96-0A11E9556888}" destId="{55EF58C9-9A35-4277-9244-C90FEC84D188}" srcOrd="6" destOrd="0" parTransId="{62C1CFE4-3F90-4033-8C76-2E8951E763A4}" sibTransId="{26A0D981-C45C-4AB8-A675-E8F374492084}"/>
    <dgm:cxn modelId="{07319D11-45FE-4446-A20D-242B3C5D7743}" type="presParOf" srcId="{6A0696B3-450F-4D13-9113-B9902782A3E3}" destId="{D2C4546C-4572-4795-9BD2-CA6E4298E4E9}" srcOrd="0" destOrd="0" presId="urn:microsoft.com/office/officeart/2005/8/layout/vList2"/>
    <dgm:cxn modelId="{79CE4B2E-8B63-498B-AC2D-C867481243BA}" type="presParOf" srcId="{6A0696B3-450F-4D13-9113-B9902782A3E3}" destId="{99A8FE33-0F93-4694-8B76-264317280B5C}" srcOrd="1" destOrd="0" presId="urn:microsoft.com/office/officeart/2005/8/layout/vList2"/>
    <dgm:cxn modelId="{8358D253-B90D-4E6E-AA14-8D3C1A25F2B2}" type="presParOf" srcId="{6A0696B3-450F-4D13-9113-B9902782A3E3}" destId="{480DEBBE-720C-4873-8FB5-1F8FF275449B}" srcOrd="2" destOrd="0" presId="urn:microsoft.com/office/officeart/2005/8/layout/vList2"/>
    <dgm:cxn modelId="{9950A9C9-9EF3-4000-A036-C669723FF7AF}" type="presParOf" srcId="{6A0696B3-450F-4D13-9113-B9902782A3E3}" destId="{EC881532-7481-4DED-AF4B-54173F56D4D3}" srcOrd="3" destOrd="0" presId="urn:microsoft.com/office/officeart/2005/8/layout/vList2"/>
    <dgm:cxn modelId="{551C6F0C-7B65-4FE8-887B-BF9246288C95}" type="presParOf" srcId="{6A0696B3-450F-4D13-9113-B9902782A3E3}" destId="{D751AC2B-EF25-4825-A20D-814E8E35FC1F}" srcOrd="4" destOrd="0" presId="urn:microsoft.com/office/officeart/2005/8/layout/vList2"/>
    <dgm:cxn modelId="{B0C373D3-D528-44A2-AF3C-8A6E0DD4EE0C}" type="presParOf" srcId="{6A0696B3-450F-4D13-9113-B9902782A3E3}" destId="{A4DC15E5-535E-4376-BDF7-E9595F0528BD}" srcOrd="5" destOrd="0" presId="urn:microsoft.com/office/officeart/2005/8/layout/vList2"/>
    <dgm:cxn modelId="{01978BAC-2E88-488E-8D4E-E543510CA3B0}" type="presParOf" srcId="{6A0696B3-450F-4D13-9113-B9902782A3E3}" destId="{47738E52-EE5A-4A5D-B1AA-6117BB2738DF}" srcOrd="6" destOrd="0" presId="urn:microsoft.com/office/officeart/2005/8/layout/vList2"/>
    <dgm:cxn modelId="{FBF57DE7-3AD4-43AC-B848-E6BDE3E861C6}" type="presParOf" srcId="{6A0696B3-450F-4D13-9113-B9902782A3E3}" destId="{05C20592-851E-4311-BD80-8C68F610CF8E}" srcOrd="7" destOrd="0" presId="urn:microsoft.com/office/officeart/2005/8/layout/vList2"/>
    <dgm:cxn modelId="{1A10E65F-B869-44B8-9139-CFFE1AF2822D}" type="presParOf" srcId="{6A0696B3-450F-4D13-9113-B9902782A3E3}" destId="{20C11863-F198-4B8C-9543-25E357F86327}" srcOrd="8" destOrd="0" presId="urn:microsoft.com/office/officeart/2005/8/layout/vList2"/>
    <dgm:cxn modelId="{BB8EF0AE-9B51-4511-B530-9301FC5113C3}" type="presParOf" srcId="{6A0696B3-450F-4D13-9113-B9902782A3E3}" destId="{CFEC49A6-6C20-4DA8-93D7-8404CB350DC4}" srcOrd="9" destOrd="0" presId="urn:microsoft.com/office/officeart/2005/8/layout/vList2"/>
    <dgm:cxn modelId="{74D8AE03-2389-4603-A95E-D3C4934887F1}" type="presParOf" srcId="{6A0696B3-450F-4D13-9113-B9902782A3E3}" destId="{06586D95-ABA7-4A4C-9BA1-D70ED4506504}" srcOrd="10" destOrd="0" presId="urn:microsoft.com/office/officeart/2005/8/layout/vList2"/>
    <dgm:cxn modelId="{08D79D34-77F5-4BEE-A944-9F3F2FBDE0FB}" type="presParOf" srcId="{6A0696B3-450F-4D13-9113-B9902782A3E3}" destId="{721C7619-FF7E-4115-97F0-93B27A58BA7E}" srcOrd="11" destOrd="0" presId="urn:microsoft.com/office/officeart/2005/8/layout/vList2"/>
    <dgm:cxn modelId="{1263F2AF-9131-489D-9180-FD9BDB07CF6A}" type="presParOf" srcId="{6A0696B3-450F-4D13-9113-B9902782A3E3}" destId="{508D80C4-BAF7-4E03-9E3A-82241964411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F176CCE-2E05-4430-BC16-1F182931CCB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1E6F75-E3C4-44AC-824D-CBE3E3DB9929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7D8ED698-AD61-48DF-B8F0-072472E492A8}" type="parTrans" cxnId="{B94D6509-5A77-42D5-A4BA-50AC087E5FB6}">
      <dgm:prSet/>
      <dgm:spPr/>
      <dgm:t>
        <a:bodyPr/>
        <a:lstStyle/>
        <a:p>
          <a:endParaRPr lang="uk-UA"/>
        </a:p>
      </dgm:t>
    </dgm:pt>
    <dgm:pt modelId="{2D7BF51F-687B-4666-AC8D-35E9F5918B69}" type="sibTrans" cxnId="{B94D6509-5A77-42D5-A4BA-50AC087E5FB6}">
      <dgm:prSet/>
      <dgm:spPr/>
      <dgm:t>
        <a:bodyPr/>
        <a:lstStyle/>
        <a:p>
          <a:endParaRPr lang="uk-UA"/>
        </a:p>
      </dgm:t>
    </dgm:pt>
    <dgm:pt modelId="{F324336E-EF08-42F0-8DFB-F392966ABE43}">
      <dgm:prSet/>
      <dgm:spPr/>
      <dgm:t>
        <a:bodyPr/>
        <a:lstStyle/>
        <a:p>
          <a:r>
            <a:rPr lang="uk-UA" b="0" i="0" dirty="0"/>
            <a:t>Чернігова.</a:t>
          </a:r>
          <a:endParaRPr lang="uk-UA" dirty="0"/>
        </a:p>
      </dgm:t>
    </dgm:pt>
    <dgm:pt modelId="{B6907008-485E-462E-A5F8-077358095FC2}" type="parTrans" cxnId="{FCD06D93-6A6C-4492-A602-3279115837E9}">
      <dgm:prSet/>
      <dgm:spPr/>
      <dgm:t>
        <a:bodyPr/>
        <a:lstStyle/>
        <a:p>
          <a:endParaRPr lang="uk-UA"/>
        </a:p>
      </dgm:t>
    </dgm:pt>
    <dgm:pt modelId="{5651925D-5AC4-4004-B505-C203D0ABD3FE}" type="sibTrans" cxnId="{FCD06D93-6A6C-4492-A602-3279115837E9}">
      <dgm:prSet/>
      <dgm:spPr/>
      <dgm:t>
        <a:bodyPr/>
        <a:lstStyle/>
        <a:p>
          <a:endParaRPr lang="uk-UA"/>
        </a:p>
      </dgm:t>
    </dgm:pt>
    <dgm:pt modelId="{BF1330CB-4265-4F32-8623-E865A11F0AA2}">
      <dgm:prSet/>
      <dgm:spPr/>
      <dgm:t>
        <a:bodyPr/>
        <a:lstStyle/>
        <a:p>
          <a:r>
            <a:rPr lang="uk-UA" b="0" i="0"/>
            <a:t>Дрогобича.</a:t>
          </a:r>
          <a:endParaRPr lang="uk-UA"/>
        </a:p>
      </dgm:t>
    </dgm:pt>
    <dgm:pt modelId="{1783CD87-5CD5-4302-ADC7-5A8AB9183E42}" type="parTrans" cxnId="{97FDE151-1EDA-46F0-B4DB-9863B746FADF}">
      <dgm:prSet/>
      <dgm:spPr/>
      <dgm:t>
        <a:bodyPr/>
        <a:lstStyle/>
        <a:p>
          <a:endParaRPr lang="uk-UA"/>
        </a:p>
      </dgm:t>
    </dgm:pt>
    <dgm:pt modelId="{28EAB995-D491-4624-A764-D89710F401E6}" type="sibTrans" cxnId="{97FDE151-1EDA-46F0-B4DB-9863B746FADF}">
      <dgm:prSet/>
      <dgm:spPr/>
      <dgm:t>
        <a:bodyPr/>
        <a:lstStyle/>
        <a:p>
          <a:endParaRPr lang="uk-UA"/>
        </a:p>
      </dgm:t>
    </dgm:pt>
    <dgm:pt modelId="{ABF3E106-F61D-4C34-B65D-637E1CB47386}">
      <dgm:prSet/>
      <dgm:spPr/>
      <dgm:t>
        <a:bodyPr/>
        <a:lstStyle/>
        <a:p>
          <a:r>
            <a:rPr lang="uk-UA" b="0" i="0" dirty="0"/>
            <a:t>Володимира.</a:t>
          </a:r>
          <a:endParaRPr lang="uk-UA" dirty="0"/>
        </a:p>
      </dgm:t>
    </dgm:pt>
    <dgm:pt modelId="{BE9AF0D5-1026-4E6F-825C-359CABABC4C7}" type="parTrans" cxnId="{8729BBFE-A10F-4492-AA11-E1220FB69A6B}">
      <dgm:prSet/>
      <dgm:spPr/>
      <dgm:t>
        <a:bodyPr/>
        <a:lstStyle/>
        <a:p>
          <a:endParaRPr lang="uk-UA"/>
        </a:p>
      </dgm:t>
    </dgm:pt>
    <dgm:pt modelId="{12F51C67-5F0C-45E1-B86C-7D1D55327091}" type="sibTrans" cxnId="{8729BBFE-A10F-4492-AA11-E1220FB69A6B}">
      <dgm:prSet/>
      <dgm:spPr/>
      <dgm:t>
        <a:bodyPr/>
        <a:lstStyle/>
        <a:p>
          <a:endParaRPr lang="uk-UA"/>
        </a:p>
      </dgm:t>
    </dgm:pt>
    <dgm:pt modelId="{BEB04F09-183A-4B79-BEC6-4A601D7ABC45}" type="pres">
      <dgm:prSet presAssocID="{2F176CCE-2E05-4430-BC16-1F182931CCB1}" presName="matrix" presStyleCnt="0">
        <dgm:presLayoutVars>
          <dgm:chMax val="1"/>
          <dgm:dir/>
          <dgm:resizeHandles val="exact"/>
        </dgm:presLayoutVars>
      </dgm:prSet>
      <dgm:spPr/>
    </dgm:pt>
    <dgm:pt modelId="{EDF7B73D-20B8-4D03-86B5-0703022094A4}" type="pres">
      <dgm:prSet presAssocID="{2F176CCE-2E05-4430-BC16-1F182931CCB1}" presName="diamond" presStyleLbl="bgShp" presStyleIdx="0" presStyleCnt="1"/>
      <dgm:spPr/>
    </dgm:pt>
    <dgm:pt modelId="{53BCD05B-AF3B-4841-832D-67791A484C72}" type="pres">
      <dgm:prSet presAssocID="{2F176CCE-2E05-4430-BC16-1F182931CCB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251B690-3382-4DA6-8D3C-4E2562A6E64E}" type="pres">
      <dgm:prSet presAssocID="{2F176CCE-2E05-4430-BC16-1F182931CCB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BEB5056-6C24-4CD7-91DF-CC3C09FED233}" type="pres">
      <dgm:prSet presAssocID="{2F176CCE-2E05-4430-BC16-1F182931CCB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18A4803-B5C9-49B0-AD31-B0318653BAE4}" type="pres">
      <dgm:prSet presAssocID="{2F176CCE-2E05-4430-BC16-1F182931CCB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94D6509-5A77-42D5-A4BA-50AC087E5FB6}" srcId="{2F176CCE-2E05-4430-BC16-1F182931CCB1}" destId="{111E6F75-E3C4-44AC-824D-CBE3E3DB9929}" srcOrd="0" destOrd="0" parTransId="{7D8ED698-AD61-48DF-B8F0-072472E492A8}" sibTransId="{2D7BF51F-687B-4666-AC8D-35E9F5918B69}"/>
    <dgm:cxn modelId="{1485890B-877D-477E-872C-4C03118765A4}" type="presOf" srcId="{BF1330CB-4265-4F32-8623-E865A11F0AA2}" destId="{1BEB5056-6C24-4CD7-91DF-CC3C09FED233}" srcOrd="0" destOrd="0" presId="urn:microsoft.com/office/officeart/2005/8/layout/matrix3"/>
    <dgm:cxn modelId="{CC23F964-8678-426A-BF6C-3DC47383B34E}" type="presOf" srcId="{111E6F75-E3C4-44AC-824D-CBE3E3DB9929}" destId="{53BCD05B-AF3B-4841-832D-67791A484C72}" srcOrd="0" destOrd="0" presId="urn:microsoft.com/office/officeart/2005/8/layout/matrix3"/>
    <dgm:cxn modelId="{4AC57870-B2B2-461B-905E-2B97CC9E3623}" type="presOf" srcId="{2F176CCE-2E05-4430-BC16-1F182931CCB1}" destId="{BEB04F09-183A-4B79-BEC6-4A601D7ABC45}" srcOrd="0" destOrd="0" presId="urn:microsoft.com/office/officeart/2005/8/layout/matrix3"/>
    <dgm:cxn modelId="{97FDE151-1EDA-46F0-B4DB-9863B746FADF}" srcId="{2F176CCE-2E05-4430-BC16-1F182931CCB1}" destId="{BF1330CB-4265-4F32-8623-E865A11F0AA2}" srcOrd="2" destOrd="0" parTransId="{1783CD87-5CD5-4302-ADC7-5A8AB9183E42}" sibTransId="{28EAB995-D491-4624-A764-D89710F401E6}"/>
    <dgm:cxn modelId="{FCD06D93-6A6C-4492-A602-3279115837E9}" srcId="{2F176CCE-2E05-4430-BC16-1F182931CCB1}" destId="{F324336E-EF08-42F0-8DFB-F392966ABE43}" srcOrd="1" destOrd="0" parTransId="{B6907008-485E-462E-A5F8-077358095FC2}" sibTransId="{5651925D-5AC4-4004-B505-C203D0ABD3FE}"/>
    <dgm:cxn modelId="{0AFDB2C4-E92D-49DA-9728-8879D702B2DA}" type="presOf" srcId="{F324336E-EF08-42F0-8DFB-F392966ABE43}" destId="{9251B690-3382-4DA6-8D3C-4E2562A6E64E}" srcOrd="0" destOrd="0" presId="urn:microsoft.com/office/officeart/2005/8/layout/matrix3"/>
    <dgm:cxn modelId="{B173DAEC-D00A-4CD6-A7CA-ECE95C61FD0F}" type="presOf" srcId="{ABF3E106-F61D-4C34-B65D-637E1CB47386}" destId="{818A4803-B5C9-49B0-AD31-B0318653BAE4}" srcOrd="0" destOrd="0" presId="urn:microsoft.com/office/officeart/2005/8/layout/matrix3"/>
    <dgm:cxn modelId="{8729BBFE-A10F-4492-AA11-E1220FB69A6B}" srcId="{2F176CCE-2E05-4430-BC16-1F182931CCB1}" destId="{ABF3E106-F61D-4C34-B65D-637E1CB47386}" srcOrd="3" destOrd="0" parTransId="{BE9AF0D5-1026-4E6F-825C-359CABABC4C7}" sibTransId="{12F51C67-5F0C-45E1-B86C-7D1D55327091}"/>
    <dgm:cxn modelId="{25D7FCCD-E171-4106-92CD-C40AD4AD8921}" type="presParOf" srcId="{BEB04F09-183A-4B79-BEC6-4A601D7ABC45}" destId="{EDF7B73D-20B8-4D03-86B5-0703022094A4}" srcOrd="0" destOrd="0" presId="urn:microsoft.com/office/officeart/2005/8/layout/matrix3"/>
    <dgm:cxn modelId="{28B82AC9-013F-4B23-95E2-A299B2E71B22}" type="presParOf" srcId="{BEB04F09-183A-4B79-BEC6-4A601D7ABC45}" destId="{53BCD05B-AF3B-4841-832D-67791A484C72}" srcOrd="1" destOrd="0" presId="urn:microsoft.com/office/officeart/2005/8/layout/matrix3"/>
    <dgm:cxn modelId="{77489D08-ED70-4FF5-9562-E9A8D8D753FD}" type="presParOf" srcId="{BEB04F09-183A-4B79-BEC6-4A601D7ABC45}" destId="{9251B690-3382-4DA6-8D3C-4E2562A6E64E}" srcOrd="2" destOrd="0" presId="urn:microsoft.com/office/officeart/2005/8/layout/matrix3"/>
    <dgm:cxn modelId="{08FF180F-FDCC-4A38-B839-B6C8CACF1DDE}" type="presParOf" srcId="{BEB04F09-183A-4B79-BEC6-4A601D7ABC45}" destId="{1BEB5056-6C24-4CD7-91DF-CC3C09FED233}" srcOrd="3" destOrd="0" presId="urn:microsoft.com/office/officeart/2005/8/layout/matrix3"/>
    <dgm:cxn modelId="{48A38159-7ACC-43C7-BC77-163BD20389BD}" type="presParOf" srcId="{BEB04F09-183A-4B79-BEC6-4A601D7ABC45}" destId="{818A4803-B5C9-49B0-AD31-B0318653BAE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016676D-C666-4E4C-AE6A-08C1DA2F768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8354FF-8383-4F57-BF5D-BE6BF1A41B5D}">
      <dgm:prSet/>
      <dgm:spPr/>
      <dgm:t>
        <a:bodyPr/>
        <a:lstStyle/>
        <a:p>
          <a:r>
            <a:rPr lang="uk-UA" b="0" i="0" dirty="0"/>
            <a:t>вірмен.</a:t>
          </a:r>
          <a:endParaRPr lang="uk-UA" dirty="0"/>
        </a:p>
      </dgm:t>
    </dgm:pt>
    <dgm:pt modelId="{1C6EE569-AFB8-41AF-AC69-7A71007CE5C4}" type="parTrans" cxnId="{6C56C144-C4E4-440B-8EE0-99F237718825}">
      <dgm:prSet/>
      <dgm:spPr/>
      <dgm:t>
        <a:bodyPr/>
        <a:lstStyle/>
        <a:p>
          <a:endParaRPr lang="uk-UA"/>
        </a:p>
      </dgm:t>
    </dgm:pt>
    <dgm:pt modelId="{5107A7AE-619D-4A60-8FC9-41D4EA62B248}" type="sibTrans" cxnId="{6C56C144-C4E4-440B-8EE0-99F237718825}">
      <dgm:prSet/>
      <dgm:spPr/>
      <dgm:t>
        <a:bodyPr/>
        <a:lstStyle/>
        <a:p>
          <a:endParaRPr lang="uk-UA"/>
        </a:p>
      </dgm:t>
    </dgm:pt>
    <dgm:pt modelId="{6C9CA81F-1E20-4A69-B82B-7E76C2C4B488}">
      <dgm:prSet/>
      <dgm:spPr/>
      <dgm:t>
        <a:bodyPr/>
        <a:lstStyle/>
        <a:p>
          <a:r>
            <a:rPr lang="uk-UA" b="0" i="0"/>
            <a:t>німців.</a:t>
          </a:r>
          <a:endParaRPr lang="uk-UA"/>
        </a:p>
      </dgm:t>
    </dgm:pt>
    <dgm:pt modelId="{A59157E6-986C-4E2A-B629-D178060862B6}" type="parTrans" cxnId="{14E1F1B5-3A80-406D-AC8D-D4F8B5930B73}">
      <dgm:prSet/>
      <dgm:spPr/>
      <dgm:t>
        <a:bodyPr/>
        <a:lstStyle/>
        <a:p>
          <a:endParaRPr lang="uk-UA"/>
        </a:p>
      </dgm:t>
    </dgm:pt>
    <dgm:pt modelId="{9E9AEC28-357B-4D70-BC0E-15ED24EBC3D3}" type="sibTrans" cxnId="{14E1F1B5-3A80-406D-AC8D-D4F8B5930B73}">
      <dgm:prSet/>
      <dgm:spPr/>
      <dgm:t>
        <a:bodyPr/>
        <a:lstStyle/>
        <a:p>
          <a:endParaRPr lang="uk-UA"/>
        </a:p>
      </dgm:t>
    </dgm:pt>
    <dgm:pt modelId="{CCE04C3E-0200-4365-A5A5-9E5368C6A4D6}">
      <dgm:prSet/>
      <dgm:spPr/>
      <dgm:t>
        <a:bodyPr/>
        <a:lstStyle/>
        <a:p>
          <a:r>
            <a:rPr lang="uk-UA" b="0" i="0" dirty="0"/>
            <a:t>євреїв.</a:t>
          </a:r>
          <a:endParaRPr lang="uk-UA" dirty="0"/>
        </a:p>
      </dgm:t>
    </dgm:pt>
    <dgm:pt modelId="{07B5FBEE-A5D5-402D-8497-24CC0559366F}" type="parTrans" cxnId="{4E07FD84-5805-4861-9EF7-054DCC8B7C39}">
      <dgm:prSet/>
      <dgm:spPr/>
      <dgm:t>
        <a:bodyPr/>
        <a:lstStyle/>
        <a:p>
          <a:endParaRPr lang="uk-UA"/>
        </a:p>
      </dgm:t>
    </dgm:pt>
    <dgm:pt modelId="{554A7E14-A8FD-4882-B445-16D380B1C2F8}" type="sibTrans" cxnId="{4E07FD84-5805-4861-9EF7-054DCC8B7C39}">
      <dgm:prSet/>
      <dgm:spPr/>
      <dgm:t>
        <a:bodyPr/>
        <a:lstStyle/>
        <a:p>
          <a:endParaRPr lang="uk-UA"/>
        </a:p>
      </dgm:t>
    </dgm:pt>
    <dgm:pt modelId="{AA6583CB-E47E-48E0-97CB-962FE1E7CC11}">
      <dgm:prSet/>
      <dgm:spPr/>
      <dgm:t>
        <a:bodyPr/>
        <a:lstStyle/>
        <a:p>
          <a:r>
            <a:rPr lang="uk-UA" b="0" i="0" dirty="0"/>
            <a:t>поляків.</a:t>
          </a:r>
          <a:endParaRPr lang="uk-UA" dirty="0"/>
        </a:p>
      </dgm:t>
    </dgm:pt>
    <dgm:pt modelId="{1953FCD5-969F-4F85-BDDA-A879405342A8}" type="parTrans" cxnId="{921A7551-4D1C-4FBC-8720-FC9A0643C374}">
      <dgm:prSet/>
      <dgm:spPr/>
      <dgm:t>
        <a:bodyPr/>
        <a:lstStyle/>
        <a:p>
          <a:endParaRPr lang="uk-UA"/>
        </a:p>
      </dgm:t>
    </dgm:pt>
    <dgm:pt modelId="{F5931FAA-C2DB-4895-8F49-04990D7C3F15}" type="sibTrans" cxnId="{921A7551-4D1C-4FBC-8720-FC9A0643C374}">
      <dgm:prSet/>
      <dgm:spPr/>
      <dgm:t>
        <a:bodyPr/>
        <a:lstStyle/>
        <a:p>
          <a:endParaRPr lang="uk-UA"/>
        </a:p>
      </dgm:t>
    </dgm:pt>
    <dgm:pt modelId="{A88A456F-8F64-475B-8FC6-BB82D78562ED}" type="pres">
      <dgm:prSet presAssocID="{D016676D-C666-4E4C-AE6A-08C1DA2F7689}" presName="matrix" presStyleCnt="0">
        <dgm:presLayoutVars>
          <dgm:chMax val="1"/>
          <dgm:dir/>
          <dgm:resizeHandles val="exact"/>
        </dgm:presLayoutVars>
      </dgm:prSet>
      <dgm:spPr/>
    </dgm:pt>
    <dgm:pt modelId="{2197E7E7-57DF-48E5-81A3-AA08D978AB97}" type="pres">
      <dgm:prSet presAssocID="{D016676D-C666-4E4C-AE6A-08C1DA2F7689}" presName="diamond" presStyleLbl="bgShp" presStyleIdx="0" presStyleCnt="1"/>
      <dgm:spPr/>
    </dgm:pt>
    <dgm:pt modelId="{2830CC32-AFFE-499E-8C12-DB661B30E62E}" type="pres">
      <dgm:prSet presAssocID="{D016676D-C666-4E4C-AE6A-08C1DA2F768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CCFCE8-4D7F-40F4-A716-EDA8F96B4A50}" type="pres">
      <dgm:prSet presAssocID="{D016676D-C666-4E4C-AE6A-08C1DA2F768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BFF701E-2401-4BE3-93C9-1591746B78A1}" type="pres">
      <dgm:prSet presAssocID="{D016676D-C666-4E4C-AE6A-08C1DA2F768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F500465-F434-4074-8D74-D86157F71D3B}" type="pres">
      <dgm:prSet presAssocID="{D016676D-C666-4E4C-AE6A-08C1DA2F768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21C61D-1554-42C8-B69F-7C68E6D6CE5A}" type="presOf" srcId="{6C9CA81F-1E20-4A69-B82B-7E76C2C4B488}" destId="{4CCCFCE8-4D7F-40F4-A716-EDA8F96B4A50}" srcOrd="0" destOrd="0" presId="urn:microsoft.com/office/officeart/2005/8/layout/matrix3"/>
    <dgm:cxn modelId="{6C56C144-C4E4-440B-8EE0-99F237718825}" srcId="{D016676D-C666-4E4C-AE6A-08C1DA2F7689}" destId="{068354FF-8383-4F57-BF5D-BE6BF1A41B5D}" srcOrd="0" destOrd="0" parTransId="{1C6EE569-AFB8-41AF-AC69-7A71007CE5C4}" sibTransId="{5107A7AE-619D-4A60-8FC9-41D4EA62B248}"/>
    <dgm:cxn modelId="{921A7551-4D1C-4FBC-8720-FC9A0643C374}" srcId="{D016676D-C666-4E4C-AE6A-08C1DA2F7689}" destId="{AA6583CB-E47E-48E0-97CB-962FE1E7CC11}" srcOrd="3" destOrd="0" parTransId="{1953FCD5-969F-4F85-BDDA-A879405342A8}" sibTransId="{F5931FAA-C2DB-4895-8F49-04990D7C3F15}"/>
    <dgm:cxn modelId="{B9A32178-2E63-4416-9644-DC514CA68CCC}" type="presOf" srcId="{D016676D-C666-4E4C-AE6A-08C1DA2F7689}" destId="{A88A456F-8F64-475B-8FC6-BB82D78562ED}" srcOrd="0" destOrd="0" presId="urn:microsoft.com/office/officeart/2005/8/layout/matrix3"/>
    <dgm:cxn modelId="{4E07FD84-5805-4861-9EF7-054DCC8B7C39}" srcId="{D016676D-C666-4E4C-AE6A-08C1DA2F7689}" destId="{CCE04C3E-0200-4365-A5A5-9E5368C6A4D6}" srcOrd="2" destOrd="0" parTransId="{07B5FBEE-A5D5-402D-8497-24CC0559366F}" sibTransId="{554A7E14-A8FD-4882-B445-16D380B1C2F8}"/>
    <dgm:cxn modelId="{E928679C-7FB9-4D6D-8B48-7A86D14C0428}" type="presOf" srcId="{068354FF-8383-4F57-BF5D-BE6BF1A41B5D}" destId="{2830CC32-AFFE-499E-8C12-DB661B30E62E}" srcOrd="0" destOrd="0" presId="urn:microsoft.com/office/officeart/2005/8/layout/matrix3"/>
    <dgm:cxn modelId="{D77D93A7-8990-40A6-9887-D26C6C493365}" type="presOf" srcId="{CCE04C3E-0200-4365-A5A5-9E5368C6A4D6}" destId="{0BFF701E-2401-4BE3-93C9-1591746B78A1}" srcOrd="0" destOrd="0" presId="urn:microsoft.com/office/officeart/2005/8/layout/matrix3"/>
    <dgm:cxn modelId="{14E1F1B5-3A80-406D-AC8D-D4F8B5930B73}" srcId="{D016676D-C666-4E4C-AE6A-08C1DA2F7689}" destId="{6C9CA81F-1E20-4A69-B82B-7E76C2C4B488}" srcOrd="1" destOrd="0" parTransId="{A59157E6-986C-4E2A-B629-D178060862B6}" sibTransId="{9E9AEC28-357B-4D70-BC0E-15ED24EBC3D3}"/>
    <dgm:cxn modelId="{B021C6D7-977A-456A-9610-292909C563FA}" type="presOf" srcId="{AA6583CB-E47E-48E0-97CB-962FE1E7CC11}" destId="{FF500465-F434-4074-8D74-D86157F71D3B}" srcOrd="0" destOrd="0" presId="urn:microsoft.com/office/officeart/2005/8/layout/matrix3"/>
    <dgm:cxn modelId="{9F61ED7F-4C92-4171-BF1A-4838BCF218C8}" type="presParOf" srcId="{A88A456F-8F64-475B-8FC6-BB82D78562ED}" destId="{2197E7E7-57DF-48E5-81A3-AA08D978AB97}" srcOrd="0" destOrd="0" presId="urn:microsoft.com/office/officeart/2005/8/layout/matrix3"/>
    <dgm:cxn modelId="{42B576F6-FD42-489C-8E08-C9298245E805}" type="presParOf" srcId="{A88A456F-8F64-475B-8FC6-BB82D78562ED}" destId="{2830CC32-AFFE-499E-8C12-DB661B30E62E}" srcOrd="1" destOrd="0" presId="urn:microsoft.com/office/officeart/2005/8/layout/matrix3"/>
    <dgm:cxn modelId="{673D2F5A-FF8C-471D-92BC-9EC91F403963}" type="presParOf" srcId="{A88A456F-8F64-475B-8FC6-BB82D78562ED}" destId="{4CCCFCE8-4D7F-40F4-A716-EDA8F96B4A50}" srcOrd="2" destOrd="0" presId="urn:microsoft.com/office/officeart/2005/8/layout/matrix3"/>
    <dgm:cxn modelId="{B640C7D2-A4CD-42EB-85A3-FDD2F7B81E6D}" type="presParOf" srcId="{A88A456F-8F64-475B-8FC6-BB82D78562ED}" destId="{0BFF701E-2401-4BE3-93C9-1591746B78A1}" srcOrd="3" destOrd="0" presId="urn:microsoft.com/office/officeart/2005/8/layout/matrix3"/>
    <dgm:cxn modelId="{49DC5DFD-0143-4C1D-B7F4-813BE55238D1}" type="presParOf" srcId="{A88A456F-8F64-475B-8FC6-BB82D78562ED}" destId="{FF500465-F434-4074-8D74-D86157F71D3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6E3ED2E-0153-4579-9DC4-9CEF2B2827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796FE2-329A-419B-B9CC-3EB6CF393917}">
      <dgm:prSet/>
      <dgm:spPr/>
      <dgm:t>
        <a:bodyPr/>
        <a:lstStyle/>
        <a:p>
          <a:r>
            <a:rPr lang="ru-RU" b="0" i="0" dirty="0" err="1"/>
            <a:t>Троїцьку</a:t>
          </a:r>
          <a:r>
            <a:rPr lang="ru-RU" b="0" i="0" dirty="0"/>
            <a:t> </a:t>
          </a:r>
          <a:r>
            <a:rPr lang="ru-RU" b="0" i="0" dirty="0" err="1"/>
            <a:t>соборну</a:t>
          </a:r>
          <a:r>
            <a:rPr lang="ru-RU" b="0" i="0" dirty="0"/>
            <a:t> церкву в </a:t>
          </a:r>
          <a:r>
            <a:rPr lang="ru-RU" b="0" i="0" dirty="0" err="1"/>
            <a:t>Новомосковську</a:t>
          </a:r>
          <a:endParaRPr lang="uk-UA" dirty="0"/>
        </a:p>
      </dgm:t>
    </dgm:pt>
    <dgm:pt modelId="{369B5FBE-BFBC-4EE3-9541-251D9F9FAEDD}" type="parTrans" cxnId="{F3F4186C-7D73-4970-BF9A-015BB7857F14}">
      <dgm:prSet/>
      <dgm:spPr/>
      <dgm:t>
        <a:bodyPr/>
        <a:lstStyle/>
        <a:p>
          <a:endParaRPr lang="uk-UA"/>
        </a:p>
      </dgm:t>
    </dgm:pt>
    <dgm:pt modelId="{502E5BD6-239C-4C1C-993E-E26662260F78}" type="sibTrans" cxnId="{F3F4186C-7D73-4970-BF9A-015BB7857F14}">
      <dgm:prSet/>
      <dgm:spPr/>
      <dgm:t>
        <a:bodyPr/>
        <a:lstStyle/>
        <a:p>
          <a:endParaRPr lang="uk-UA"/>
        </a:p>
      </dgm:t>
    </dgm:pt>
    <dgm:pt modelId="{FBADF73F-4E57-4CA7-887D-059BA5966F76}">
      <dgm:prSet/>
      <dgm:spPr/>
      <dgm:t>
        <a:bodyPr/>
        <a:lstStyle/>
        <a:p>
          <a:r>
            <a:rPr lang="ru-RU" b="0" i="0" dirty="0" err="1"/>
            <a:t>Георгіївську</a:t>
          </a:r>
          <a:r>
            <a:rPr lang="ru-RU" b="0" i="0" dirty="0"/>
            <a:t> церкву </a:t>
          </a:r>
          <a:r>
            <a:rPr lang="ru-RU" b="0" i="0" dirty="0" err="1"/>
            <a:t>Видубицького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r>
            <a:rPr lang="ru-RU" b="0" i="0" dirty="0"/>
            <a:t> в </a:t>
          </a:r>
          <a:r>
            <a:rPr lang="ru-RU" b="0" i="0" dirty="0" err="1"/>
            <a:t>Києві</a:t>
          </a:r>
          <a:endParaRPr lang="uk-UA" dirty="0"/>
        </a:p>
      </dgm:t>
    </dgm:pt>
    <dgm:pt modelId="{AD35D776-33E2-4EFF-8882-494B41EDBE21}" type="parTrans" cxnId="{20C3FC78-0625-49C8-B670-A39F0E073990}">
      <dgm:prSet/>
      <dgm:spPr/>
      <dgm:t>
        <a:bodyPr/>
        <a:lstStyle/>
        <a:p>
          <a:endParaRPr lang="uk-UA"/>
        </a:p>
      </dgm:t>
    </dgm:pt>
    <dgm:pt modelId="{0DA9D93C-FF8D-430C-A9DF-AB3E871E9965}" type="sibTrans" cxnId="{20C3FC78-0625-49C8-B670-A39F0E073990}">
      <dgm:prSet/>
      <dgm:spPr/>
      <dgm:t>
        <a:bodyPr/>
        <a:lstStyle/>
        <a:p>
          <a:endParaRPr lang="uk-UA"/>
        </a:p>
      </dgm:t>
    </dgm:pt>
    <dgm:pt modelId="{892E09BB-EE3F-4CC6-841D-9BB2A82B7E28}">
      <dgm:prSet/>
      <dgm:spPr/>
      <dgm:t>
        <a:bodyPr/>
        <a:lstStyle/>
        <a:p>
          <a:r>
            <a:rPr lang="ru-RU" b="0" i="0"/>
            <a:t>Успенську соборну церкву в Почаєві</a:t>
          </a:r>
          <a:endParaRPr lang="uk-UA"/>
        </a:p>
      </dgm:t>
    </dgm:pt>
    <dgm:pt modelId="{0979FD9D-BA9E-4E7A-AD52-453DB3C223E4}" type="parTrans" cxnId="{D5C44448-9E93-454A-AE6A-9AD5309496D0}">
      <dgm:prSet/>
      <dgm:spPr/>
      <dgm:t>
        <a:bodyPr/>
        <a:lstStyle/>
        <a:p>
          <a:endParaRPr lang="uk-UA"/>
        </a:p>
      </dgm:t>
    </dgm:pt>
    <dgm:pt modelId="{CD79CA8A-9BAA-421A-BA2E-0EF732315CF5}" type="sibTrans" cxnId="{D5C44448-9E93-454A-AE6A-9AD5309496D0}">
      <dgm:prSet/>
      <dgm:spPr/>
      <dgm:t>
        <a:bodyPr/>
        <a:lstStyle/>
        <a:p>
          <a:endParaRPr lang="uk-UA"/>
        </a:p>
      </dgm:t>
    </dgm:pt>
    <dgm:pt modelId="{A22131B0-7D77-4968-8051-A6AFB9EFC48A}">
      <dgm:prSet/>
      <dgm:spPr/>
      <dgm:t>
        <a:bodyPr/>
        <a:lstStyle/>
        <a:p>
          <a:r>
            <a:rPr lang="ru-RU" b="0" i="0" dirty="0" err="1"/>
            <a:t>Покровський</a:t>
          </a:r>
          <a:r>
            <a:rPr lang="ru-RU" b="0" i="0" dirty="0"/>
            <a:t> собор у </a:t>
          </a:r>
          <a:r>
            <a:rPr lang="ru-RU" b="0" i="0" dirty="0" err="1"/>
            <a:t>Харкові</a:t>
          </a:r>
          <a:endParaRPr lang="uk-UA" dirty="0"/>
        </a:p>
      </dgm:t>
    </dgm:pt>
    <dgm:pt modelId="{7FC45A01-E943-4ACD-A9C8-623DA78ED15C}" type="parTrans" cxnId="{50A55596-46E6-47B4-9546-42C9BA395D91}">
      <dgm:prSet/>
      <dgm:spPr/>
      <dgm:t>
        <a:bodyPr/>
        <a:lstStyle/>
        <a:p>
          <a:endParaRPr lang="uk-UA"/>
        </a:p>
      </dgm:t>
    </dgm:pt>
    <dgm:pt modelId="{374CFA2D-C4B5-485C-B8D1-0CE2B53B7214}" type="sibTrans" cxnId="{50A55596-46E6-47B4-9546-42C9BA395D91}">
      <dgm:prSet/>
      <dgm:spPr/>
      <dgm:t>
        <a:bodyPr/>
        <a:lstStyle/>
        <a:p>
          <a:endParaRPr lang="uk-UA"/>
        </a:p>
      </dgm:t>
    </dgm:pt>
    <dgm:pt modelId="{3D3302CC-9214-4EB0-A29C-FE01781332CE}" type="pres">
      <dgm:prSet presAssocID="{B6E3ED2E-0153-4579-9DC4-9CEF2B2827A8}" presName="linear" presStyleCnt="0">
        <dgm:presLayoutVars>
          <dgm:animLvl val="lvl"/>
          <dgm:resizeHandles val="exact"/>
        </dgm:presLayoutVars>
      </dgm:prSet>
      <dgm:spPr/>
    </dgm:pt>
    <dgm:pt modelId="{A2C2AFDE-4935-47B6-BF17-55450CF95806}" type="pres">
      <dgm:prSet presAssocID="{0B796FE2-329A-419B-B9CC-3EB6CF3939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23A2ED-920E-4E61-BA87-77948F9A1369}" type="pres">
      <dgm:prSet presAssocID="{502E5BD6-239C-4C1C-993E-E26662260F78}" presName="spacer" presStyleCnt="0"/>
      <dgm:spPr/>
    </dgm:pt>
    <dgm:pt modelId="{9651261B-A748-4143-86E9-5AD7C916DBB4}" type="pres">
      <dgm:prSet presAssocID="{FBADF73F-4E57-4CA7-887D-059BA5966F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12E9F8-FFAC-4735-93AB-2B4018D54606}" type="pres">
      <dgm:prSet presAssocID="{0DA9D93C-FF8D-430C-A9DF-AB3E871E9965}" presName="spacer" presStyleCnt="0"/>
      <dgm:spPr/>
    </dgm:pt>
    <dgm:pt modelId="{44CBBD38-5B62-4131-852B-4A5F766FE744}" type="pres">
      <dgm:prSet presAssocID="{892E09BB-EE3F-4CC6-841D-9BB2A82B7E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7864EF-1151-4120-9DD0-B9265D8B6D14}" type="pres">
      <dgm:prSet presAssocID="{CD79CA8A-9BAA-421A-BA2E-0EF732315CF5}" presName="spacer" presStyleCnt="0"/>
      <dgm:spPr/>
    </dgm:pt>
    <dgm:pt modelId="{B2A0DD57-C8BD-43C6-A78E-F46A978FFB69}" type="pres">
      <dgm:prSet presAssocID="{A22131B0-7D77-4968-8051-A6AFB9EFC4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542900-9C04-4F11-B481-C2FE0A2A7CFD}" type="presOf" srcId="{0B796FE2-329A-419B-B9CC-3EB6CF393917}" destId="{A2C2AFDE-4935-47B6-BF17-55450CF95806}" srcOrd="0" destOrd="0" presId="urn:microsoft.com/office/officeart/2005/8/layout/vList2"/>
    <dgm:cxn modelId="{7B148628-268E-436B-B6CA-1F00354B09F5}" type="presOf" srcId="{FBADF73F-4E57-4CA7-887D-059BA5966F76}" destId="{9651261B-A748-4143-86E9-5AD7C916DBB4}" srcOrd="0" destOrd="0" presId="urn:microsoft.com/office/officeart/2005/8/layout/vList2"/>
    <dgm:cxn modelId="{64523445-D16E-42BC-8ED3-382146EEDCFC}" type="presOf" srcId="{B6E3ED2E-0153-4579-9DC4-9CEF2B2827A8}" destId="{3D3302CC-9214-4EB0-A29C-FE01781332CE}" srcOrd="0" destOrd="0" presId="urn:microsoft.com/office/officeart/2005/8/layout/vList2"/>
    <dgm:cxn modelId="{D5C44448-9E93-454A-AE6A-9AD5309496D0}" srcId="{B6E3ED2E-0153-4579-9DC4-9CEF2B2827A8}" destId="{892E09BB-EE3F-4CC6-841D-9BB2A82B7E28}" srcOrd="2" destOrd="0" parTransId="{0979FD9D-BA9E-4E7A-AD52-453DB3C223E4}" sibTransId="{CD79CA8A-9BAA-421A-BA2E-0EF732315CF5}"/>
    <dgm:cxn modelId="{F3F4186C-7D73-4970-BF9A-015BB7857F14}" srcId="{B6E3ED2E-0153-4579-9DC4-9CEF2B2827A8}" destId="{0B796FE2-329A-419B-B9CC-3EB6CF393917}" srcOrd="0" destOrd="0" parTransId="{369B5FBE-BFBC-4EE3-9541-251D9F9FAEDD}" sibTransId="{502E5BD6-239C-4C1C-993E-E26662260F78}"/>
    <dgm:cxn modelId="{20C3FC78-0625-49C8-B670-A39F0E073990}" srcId="{B6E3ED2E-0153-4579-9DC4-9CEF2B2827A8}" destId="{FBADF73F-4E57-4CA7-887D-059BA5966F76}" srcOrd="1" destOrd="0" parTransId="{AD35D776-33E2-4EFF-8882-494B41EDBE21}" sibTransId="{0DA9D93C-FF8D-430C-A9DF-AB3E871E9965}"/>
    <dgm:cxn modelId="{50A55596-46E6-47B4-9546-42C9BA395D91}" srcId="{B6E3ED2E-0153-4579-9DC4-9CEF2B2827A8}" destId="{A22131B0-7D77-4968-8051-A6AFB9EFC48A}" srcOrd="3" destOrd="0" parTransId="{7FC45A01-E943-4ACD-A9C8-623DA78ED15C}" sibTransId="{374CFA2D-C4B5-485C-B8D1-0CE2B53B7214}"/>
    <dgm:cxn modelId="{741486CA-76D3-4D41-AA38-66AA944B28C8}" type="presOf" srcId="{892E09BB-EE3F-4CC6-841D-9BB2A82B7E28}" destId="{44CBBD38-5B62-4131-852B-4A5F766FE744}" srcOrd="0" destOrd="0" presId="urn:microsoft.com/office/officeart/2005/8/layout/vList2"/>
    <dgm:cxn modelId="{7D58C9D4-7275-45D0-9158-85EC9FF7A417}" type="presOf" srcId="{A22131B0-7D77-4968-8051-A6AFB9EFC48A}" destId="{B2A0DD57-C8BD-43C6-A78E-F46A978FFB69}" srcOrd="0" destOrd="0" presId="urn:microsoft.com/office/officeart/2005/8/layout/vList2"/>
    <dgm:cxn modelId="{98DE798F-0413-4285-8FBA-A4D594AEA8E9}" type="presParOf" srcId="{3D3302CC-9214-4EB0-A29C-FE01781332CE}" destId="{A2C2AFDE-4935-47B6-BF17-55450CF95806}" srcOrd="0" destOrd="0" presId="urn:microsoft.com/office/officeart/2005/8/layout/vList2"/>
    <dgm:cxn modelId="{35971220-CCC2-4ABF-A342-6EEB510F909C}" type="presParOf" srcId="{3D3302CC-9214-4EB0-A29C-FE01781332CE}" destId="{8F23A2ED-920E-4E61-BA87-77948F9A1369}" srcOrd="1" destOrd="0" presId="urn:microsoft.com/office/officeart/2005/8/layout/vList2"/>
    <dgm:cxn modelId="{412005BF-6F65-4435-AE14-A9E837A916EE}" type="presParOf" srcId="{3D3302CC-9214-4EB0-A29C-FE01781332CE}" destId="{9651261B-A748-4143-86E9-5AD7C916DBB4}" srcOrd="2" destOrd="0" presId="urn:microsoft.com/office/officeart/2005/8/layout/vList2"/>
    <dgm:cxn modelId="{5541E832-F1C8-4AA0-AFBD-99E347845A23}" type="presParOf" srcId="{3D3302CC-9214-4EB0-A29C-FE01781332CE}" destId="{2112E9F8-FFAC-4735-93AB-2B4018D54606}" srcOrd="3" destOrd="0" presId="urn:microsoft.com/office/officeart/2005/8/layout/vList2"/>
    <dgm:cxn modelId="{948FD440-56AF-4D52-A640-2CCE1746A0A9}" type="presParOf" srcId="{3D3302CC-9214-4EB0-A29C-FE01781332CE}" destId="{44CBBD38-5B62-4131-852B-4A5F766FE744}" srcOrd="4" destOrd="0" presId="urn:microsoft.com/office/officeart/2005/8/layout/vList2"/>
    <dgm:cxn modelId="{7C3AAFD0-F2F3-4E93-9F49-32ACEB2B7CD0}" type="presParOf" srcId="{3D3302CC-9214-4EB0-A29C-FE01781332CE}" destId="{D07864EF-1151-4120-9DD0-B9265D8B6D14}" srcOrd="5" destOrd="0" presId="urn:microsoft.com/office/officeart/2005/8/layout/vList2"/>
    <dgm:cxn modelId="{5FF92DBA-1707-4688-BE80-C84F53B3EC44}" type="presParOf" srcId="{3D3302CC-9214-4EB0-A29C-FE01781332CE}" destId="{B2A0DD57-C8BD-43C6-A78E-F46A978FFB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59E591D-1EBA-407E-9D9C-4F0AD7B775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2F3C50-5A66-4359-8F3D-B8874EC901CF}">
      <dgm:prSet/>
      <dgm:spPr/>
      <dgm:t>
        <a:bodyPr/>
        <a:lstStyle/>
        <a:p>
          <a:r>
            <a:rPr lang="ru-RU" b="0" i="0"/>
            <a:t>Василя Липківського.</a:t>
          </a:r>
          <a:endParaRPr lang="uk-UA"/>
        </a:p>
      </dgm:t>
    </dgm:pt>
    <dgm:pt modelId="{73E679F8-23DD-4B42-9302-951F67C4DE19}" type="parTrans" cxnId="{BBFC16FC-D2E9-440C-9A98-5F8A36352944}">
      <dgm:prSet/>
      <dgm:spPr/>
      <dgm:t>
        <a:bodyPr/>
        <a:lstStyle/>
        <a:p>
          <a:endParaRPr lang="uk-UA"/>
        </a:p>
      </dgm:t>
    </dgm:pt>
    <dgm:pt modelId="{07A84FD6-DF1E-448E-92D9-AF24D6363089}" type="sibTrans" cxnId="{BBFC16FC-D2E9-440C-9A98-5F8A36352944}">
      <dgm:prSet/>
      <dgm:spPr/>
      <dgm:t>
        <a:bodyPr/>
        <a:lstStyle/>
        <a:p>
          <a:endParaRPr lang="uk-UA"/>
        </a:p>
      </dgm:t>
    </dgm:pt>
    <dgm:pt modelId="{298CBE94-9E74-4EFA-A5A4-77F9B6617244}">
      <dgm:prSet/>
      <dgm:spPr/>
      <dgm:t>
        <a:bodyPr/>
        <a:lstStyle/>
        <a:p>
          <a:r>
            <a:rPr lang="ru-RU" b="0" i="0" dirty="0"/>
            <a:t>Петра </a:t>
          </a:r>
          <a:r>
            <a:rPr lang="ru-RU" b="0" i="0" dirty="0" err="1"/>
            <a:t>Могили</a:t>
          </a:r>
          <a:r>
            <a:rPr lang="ru-RU" b="0" i="0" dirty="0"/>
            <a:t>.</a:t>
          </a:r>
          <a:endParaRPr lang="uk-UA" dirty="0"/>
        </a:p>
      </dgm:t>
    </dgm:pt>
    <dgm:pt modelId="{DCEF67B4-FA1F-48EB-BB55-D92BC328A63C}" type="parTrans" cxnId="{C3F573D6-29D5-4F50-B4D9-7268AF6D80E6}">
      <dgm:prSet/>
      <dgm:spPr/>
      <dgm:t>
        <a:bodyPr/>
        <a:lstStyle/>
        <a:p>
          <a:endParaRPr lang="uk-UA"/>
        </a:p>
      </dgm:t>
    </dgm:pt>
    <dgm:pt modelId="{2071FDE7-C0ED-4E4A-8858-41FC2CBE34A7}" type="sibTrans" cxnId="{C3F573D6-29D5-4F50-B4D9-7268AF6D80E6}">
      <dgm:prSet/>
      <dgm:spPr/>
      <dgm:t>
        <a:bodyPr/>
        <a:lstStyle/>
        <a:p>
          <a:endParaRPr lang="uk-UA"/>
        </a:p>
      </dgm:t>
    </dgm:pt>
    <dgm:pt modelId="{548AECAC-0FCE-4F6E-9021-DF432B95AA5B}">
      <dgm:prSet/>
      <dgm:spPr/>
      <dgm:t>
        <a:bodyPr/>
        <a:lstStyle/>
        <a:p>
          <a:r>
            <a:rPr lang="ru-RU" b="0" i="0"/>
            <a:t>Феофана Прокоповича.</a:t>
          </a:r>
          <a:endParaRPr lang="uk-UA"/>
        </a:p>
      </dgm:t>
    </dgm:pt>
    <dgm:pt modelId="{1D1FFA46-6021-4E45-9C74-8E3A9322C4BF}" type="parTrans" cxnId="{034AD05E-28CB-4726-B1E6-A89651E4C8A9}">
      <dgm:prSet/>
      <dgm:spPr/>
      <dgm:t>
        <a:bodyPr/>
        <a:lstStyle/>
        <a:p>
          <a:endParaRPr lang="uk-UA"/>
        </a:p>
      </dgm:t>
    </dgm:pt>
    <dgm:pt modelId="{903FE0B7-C5FF-4007-8AAB-178CD7391034}" type="sibTrans" cxnId="{034AD05E-28CB-4726-B1E6-A89651E4C8A9}">
      <dgm:prSet/>
      <dgm:spPr/>
      <dgm:t>
        <a:bodyPr/>
        <a:lstStyle/>
        <a:p>
          <a:endParaRPr lang="uk-UA"/>
        </a:p>
      </dgm:t>
    </dgm:pt>
    <dgm:pt modelId="{6568B60B-E87A-43EA-8D3D-3DFD02EC1A92}">
      <dgm:prSet/>
      <dgm:spPr/>
      <dgm:t>
        <a:bodyPr/>
        <a:lstStyle/>
        <a:p>
          <a:r>
            <a:rPr lang="ru-RU" b="0" i="0" dirty="0"/>
            <a:t>Андрея </a:t>
          </a:r>
          <a:r>
            <a:rPr lang="ru-RU" b="0" i="0" dirty="0" err="1"/>
            <a:t>Шептицького</a:t>
          </a:r>
          <a:r>
            <a:rPr lang="ru-RU" b="0" i="0" dirty="0"/>
            <a:t>.</a:t>
          </a:r>
          <a:endParaRPr lang="uk-UA" dirty="0"/>
        </a:p>
      </dgm:t>
    </dgm:pt>
    <dgm:pt modelId="{4C6449D9-2673-4B7A-9826-C05470BC2385}" type="parTrans" cxnId="{292F95C7-7521-48E7-9799-8CFF7716F9E4}">
      <dgm:prSet/>
      <dgm:spPr/>
      <dgm:t>
        <a:bodyPr/>
        <a:lstStyle/>
        <a:p>
          <a:endParaRPr lang="uk-UA"/>
        </a:p>
      </dgm:t>
    </dgm:pt>
    <dgm:pt modelId="{1F6028BC-553A-41A0-AE98-A230DAEDDF12}" type="sibTrans" cxnId="{292F95C7-7521-48E7-9799-8CFF7716F9E4}">
      <dgm:prSet/>
      <dgm:spPr/>
      <dgm:t>
        <a:bodyPr/>
        <a:lstStyle/>
        <a:p>
          <a:endParaRPr lang="uk-UA"/>
        </a:p>
      </dgm:t>
    </dgm:pt>
    <dgm:pt modelId="{9F98957D-EEBE-4021-8EB1-BBEF40A73DE2}" type="pres">
      <dgm:prSet presAssocID="{159E591D-1EBA-407E-9D9C-4F0AD7B775F1}" presName="linear" presStyleCnt="0">
        <dgm:presLayoutVars>
          <dgm:animLvl val="lvl"/>
          <dgm:resizeHandles val="exact"/>
        </dgm:presLayoutVars>
      </dgm:prSet>
      <dgm:spPr/>
    </dgm:pt>
    <dgm:pt modelId="{27BE7E4A-6C2E-4329-9AC8-542556F6959F}" type="pres">
      <dgm:prSet presAssocID="{822F3C50-5A66-4359-8F3D-B8874EC901C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16444B-FD0E-4556-B0CA-6DB60F4121B2}" type="pres">
      <dgm:prSet presAssocID="{07A84FD6-DF1E-448E-92D9-AF24D6363089}" presName="spacer" presStyleCnt="0"/>
      <dgm:spPr/>
    </dgm:pt>
    <dgm:pt modelId="{13E4E5DB-8A19-4536-90A9-ECB884670EA7}" type="pres">
      <dgm:prSet presAssocID="{298CBE94-9E74-4EFA-A5A4-77F9B66172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2068B5-49AF-412B-9227-5F9BADDF452F}" type="pres">
      <dgm:prSet presAssocID="{2071FDE7-C0ED-4E4A-8858-41FC2CBE34A7}" presName="spacer" presStyleCnt="0"/>
      <dgm:spPr/>
    </dgm:pt>
    <dgm:pt modelId="{CCBD4B1D-FE74-4487-9BE9-4CA8082B6AF3}" type="pres">
      <dgm:prSet presAssocID="{548AECAC-0FCE-4F6E-9021-DF432B95AA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9FBDD2-5C4C-4E5C-9484-D2FCEB3E809D}" type="pres">
      <dgm:prSet presAssocID="{903FE0B7-C5FF-4007-8AAB-178CD7391034}" presName="spacer" presStyleCnt="0"/>
      <dgm:spPr/>
    </dgm:pt>
    <dgm:pt modelId="{C18B9F46-319C-44A7-BDB4-1565888999CD}" type="pres">
      <dgm:prSet presAssocID="{6568B60B-E87A-43EA-8D3D-3DFD02EC1A9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4B38112-ACAF-4E82-A191-D7CE89D9FE6C}" type="presOf" srcId="{298CBE94-9E74-4EFA-A5A4-77F9B6617244}" destId="{13E4E5DB-8A19-4536-90A9-ECB884670EA7}" srcOrd="0" destOrd="0" presId="urn:microsoft.com/office/officeart/2005/8/layout/vList2"/>
    <dgm:cxn modelId="{034AD05E-28CB-4726-B1E6-A89651E4C8A9}" srcId="{159E591D-1EBA-407E-9D9C-4F0AD7B775F1}" destId="{548AECAC-0FCE-4F6E-9021-DF432B95AA5B}" srcOrd="2" destOrd="0" parTransId="{1D1FFA46-6021-4E45-9C74-8E3A9322C4BF}" sibTransId="{903FE0B7-C5FF-4007-8AAB-178CD7391034}"/>
    <dgm:cxn modelId="{D6786247-AE98-41AD-9358-572CF24437D7}" type="presOf" srcId="{159E591D-1EBA-407E-9D9C-4F0AD7B775F1}" destId="{9F98957D-EEBE-4021-8EB1-BBEF40A73DE2}" srcOrd="0" destOrd="0" presId="urn:microsoft.com/office/officeart/2005/8/layout/vList2"/>
    <dgm:cxn modelId="{141093B8-3D08-4366-A17C-253296FBE027}" type="presOf" srcId="{548AECAC-0FCE-4F6E-9021-DF432B95AA5B}" destId="{CCBD4B1D-FE74-4487-9BE9-4CA8082B6AF3}" srcOrd="0" destOrd="0" presId="urn:microsoft.com/office/officeart/2005/8/layout/vList2"/>
    <dgm:cxn modelId="{15D84DC3-3C5D-412B-AF4F-4781A7C0E69A}" type="presOf" srcId="{6568B60B-E87A-43EA-8D3D-3DFD02EC1A92}" destId="{C18B9F46-319C-44A7-BDB4-1565888999CD}" srcOrd="0" destOrd="0" presId="urn:microsoft.com/office/officeart/2005/8/layout/vList2"/>
    <dgm:cxn modelId="{292F95C7-7521-48E7-9799-8CFF7716F9E4}" srcId="{159E591D-1EBA-407E-9D9C-4F0AD7B775F1}" destId="{6568B60B-E87A-43EA-8D3D-3DFD02EC1A92}" srcOrd="3" destOrd="0" parTransId="{4C6449D9-2673-4B7A-9826-C05470BC2385}" sibTransId="{1F6028BC-553A-41A0-AE98-A230DAEDDF12}"/>
    <dgm:cxn modelId="{C3F573D6-29D5-4F50-B4D9-7268AF6D80E6}" srcId="{159E591D-1EBA-407E-9D9C-4F0AD7B775F1}" destId="{298CBE94-9E74-4EFA-A5A4-77F9B6617244}" srcOrd="1" destOrd="0" parTransId="{DCEF67B4-FA1F-48EB-BB55-D92BC328A63C}" sibTransId="{2071FDE7-C0ED-4E4A-8858-41FC2CBE34A7}"/>
    <dgm:cxn modelId="{F8AAE0E3-8086-4027-8379-0C2CCA80BDBD}" type="presOf" srcId="{822F3C50-5A66-4359-8F3D-B8874EC901CF}" destId="{27BE7E4A-6C2E-4329-9AC8-542556F6959F}" srcOrd="0" destOrd="0" presId="urn:microsoft.com/office/officeart/2005/8/layout/vList2"/>
    <dgm:cxn modelId="{BBFC16FC-D2E9-440C-9A98-5F8A36352944}" srcId="{159E591D-1EBA-407E-9D9C-4F0AD7B775F1}" destId="{822F3C50-5A66-4359-8F3D-B8874EC901CF}" srcOrd="0" destOrd="0" parTransId="{73E679F8-23DD-4B42-9302-951F67C4DE19}" sibTransId="{07A84FD6-DF1E-448E-92D9-AF24D6363089}"/>
    <dgm:cxn modelId="{1518E88A-4F59-4ED9-9FB3-964AA598078B}" type="presParOf" srcId="{9F98957D-EEBE-4021-8EB1-BBEF40A73DE2}" destId="{27BE7E4A-6C2E-4329-9AC8-542556F6959F}" srcOrd="0" destOrd="0" presId="urn:microsoft.com/office/officeart/2005/8/layout/vList2"/>
    <dgm:cxn modelId="{95B6ED97-D890-4A97-A6C6-7F3DEF947BC7}" type="presParOf" srcId="{9F98957D-EEBE-4021-8EB1-BBEF40A73DE2}" destId="{6216444B-FD0E-4556-B0CA-6DB60F4121B2}" srcOrd="1" destOrd="0" presId="urn:microsoft.com/office/officeart/2005/8/layout/vList2"/>
    <dgm:cxn modelId="{69B29759-F494-4368-A3E3-F678528A447F}" type="presParOf" srcId="{9F98957D-EEBE-4021-8EB1-BBEF40A73DE2}" destId="{13E4E5DB-8A19-4536-90A9-ECB884670EA7}" srcOrd="2" destOrd="0" presId="urn:microsoft.com/office/officeart/2005/8/layout/vList2"/>
    <dgm:cxn modelId="{DDB16210-8348-4CAF-82DE-5F298A769C6E}" type="presParOf" srcId="{9F98957D-EEBE-4021-8EB1-BBEF40A73DE2}" destId="{392068B5-49AF-412B-9227-5F9BADDF452F}" srcOrd="3" destOrd="0" presId="urn:microsoft.com/office/officeart/2005/8/layout/vList2"/>
    <dgm:cxn modelId="{A3893DE1-398B-4FCF-B639-55019B76393C}" type="presParOf" srcId="{9F98957D-EEBE-4021-8EB1-BBEF40A73DE2}" destId="{CCBD4B1D-FE74-4487-9BE9-4CA8082B6AF3}" srcOrd="4" destOrd="0" presId="urn:microsoft.com/office/officeart/2005/8/layout/vList2"/>
    <dgm:cxn modelId="{7E74B1A8-F222-4731-82BF-DB586BCA4BFD}" type="presParOf" srcId="{9F98957D-EEBE-4021-8EB1-BBEF40A73DE2}" destId="{2A9FBDD2-5C4C-4E5C-9484-D2FCEB3E809D}" srcOrd="5" destOrd="0" presId="urn:microsoft.com/office/officeart/2005/8/layout/vList2"/>
    <dgm:cxn modelId="{54E599D2-B867-4DE2-B59B-689B694C7249}" type="presParOf" srcId="{9F98957D-EEBE-4021-8EB1-BBEF40A73DE2}" destId="{C18B9F46-319C-44A7-BDB4-1565888999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EDACE69-B09F-4999-932A-6B29AED1D09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936089-0AF2-4164-81AA-8E7DDD420599}">
      <dgm:prSet/>
      <dgm:spPr/>
      <dgm:t>
        <a:bodyPr/>
        <a:lstStyle/>
        <a:p>
          <a:r>
            <a:rPr lang="uk-UA" b="0" i="0"/>
            <a:t>Хотинську фортецю.</a:t>
          </a:r>
          <a:endParaRPr lang="uk-UA"/>
        </a:p>
      </dgm:t>
    </dgm:pt>
    <dgm:pt modelId="{EF9C1B45-054A-44FE-8F25-FBA8D5D5B94F}" type="parTrans" cxnId="{B57CD86A-0248-45A9-985A-CDBD744C7825}">
      <dgm:prSet/>
      <dgm:spPr/>
      <dgm:t>
        <a:bodyPr/>
        <a:lstStyle/>
        <a:p>
          <a:endParaRPr lang="uk-UA"/>
        </a:p>
      </dgm:t>
    </dgm:pt>
    <dgm:pt modelId="{F3487A82-D4CF-46EC-B9BE-E06C34A41B55}" type="sibTrans" cxnId="{B57CD86A-0248-45A9-985A-CDBD744C7825}">
      <dgm:prSet/>
      <dgm:spPr/>
      <dgm:t>
        <a:bodyPr/>
        <a:lstStyle/>
        <a:p>
          <a:endParaRPr lang="uk-UA"/>
        </a:p>
      </dgm:t>
    </dgm:pt>
    <dgm:pt modelId="{1E35B190-E8BA-482B-B867-ED3AB77DA706}">
      <dgm:prSet/>
      <dgm:spPr/>
      <dgm:t>
        <a:bodyPr/>
        <a:lstStyle/>
        <a:p>
          <a:r>
            <a:rPr lang="uk-UA" b="0" i="0"/>
            <a:t>Меджибізький замок.</a:t>
          </a:r>
          <a:endParaRPr lang="uk-UA"/>
        </a:p>
      </dgm:t>
    </dgm:pt>
    <dgm:pt modelId="{CCB106BE-80E0-48DA-9789-88CBC06D300F}" type="parTrans" cxnId="{26D35457-0FDD-422A-B893-60FBE28985A8}">
      <dgm:prSet/>
      <dgm:spPr/>
      <dgm:t>
        <a:bodyPr/>
        <a:lstStyle/>
        <a:p>
          <a:endParaRPr lang="uk-UA"/>
        </a:p>
      </dgm:t>
    </dgm:pt>
    <dgm:pt modelId="{2125B0C5-B92F-418D-8DE3-D8B0B416CDE1}" type="sibTrans" cxnId="{26D35457-0FDD-422A-B893-60FBE28985A8}">
      <dgm:prSet/>
      <dgm:spPr/>
      <dgm:t>
        <a:bodyPr/>
        <a:lstStyle/>
        <a:p>
          <a:endParaRPr lang="uk-UA"/>
        </a:p>
      </dgm:t>
    </dgm:pt>
    <dgm:pt modelId="{AE8AF01F-ACDF-4172-BFAD-B5900DD6A6CD}">
      <dgm:prSet/>
      <dgm:spPr/>
      <dgm:t>
        <a:bodyPr/>
        <a:lstStyle/>
        <a:p>
          <a:r>
            <a:rPr lang="uk-UA" b="0" i="0"/>
            <a:t>Межиріцький монастир-фортецю.</a:t>
          </a:r>
          <a:endParaRPr lang="uk-UA"/>
        </a:p>
      </dgm:t>
    </dgm:pt>
    <dgm:pt modelId="{B3EC477F-5ACA-41BF-88F6-18157009D561}" type="parTrans" cxnId="{EFD8C8DA-7634-46EA-B14A-8DC8482CA2F4}">
      <dgm:prSet/>
      <dgm:spPr/>
      <dgm:t>
        <a:bodyPr/>
        <a:lstStyle/>
        <a:p>
          <a:endParaRPr lang="uk-UA"/>
        </a:p>
      </dgm:t>
    </dgm:pt>
    <dgm:pt modelId="{1A0B3AE7-746E-4815-B579-CC97A378EA61}" type="sibTrans" cxnId="{EFD8C8DA-7634-46EA-B14A-8DC8482CA2F4}">
      <dgm:prSet/>
      <dgm:spPr/>
      <dgm:t>
        <a:bodyPr/>
        <a:lstStyle/>
        <a:p>
          <a:endParaRPr lang="uk-UA"/>
        </a:p>
      </dgm:t>
    </dgm:pt>
    <dgm:pt modelId="{587316FE-08CE-4431-9CAC-F2BEFF32E0B7}">
      <dgm:prSet/>
      <dgm:spPr/>
      <dgm:t>
        <a:bodyPr/>
        <a:lstStyle/>
        <a:p>
          <a:r>
            <a:rPr lang="uk-UA" b="0" i="0" dirty="0"/>
            <a:t>замок у Підгірцях.</a:t>
          </a:r>
          <a:endParaRPr lang="uk-UA" dirty="0"/>
        </a:p>
      </dgm:t>
    </dgm:pt>
    <dgm:pt modelId="{FC33E39A-F286-4869-8ED6-9F5A0B562B66}" type="parTrans" cxnId="{F1425EE8-C1F0-4DE9-8C3F-CB27354BE589}">
      <dgm:prSet/>
      <dgm:spPr/>
      <dgm:t>
        <a:bodyPr/>
        <a:lstStyle/>
        <a:p>
          <a:endParaRPr lang="uk-UA"/>
        </a:p>
      </dgm:t>
    </dgm:pt>
    <dgm:pt modelId="{F6702EBC-10E0-4C90-9979-E4025D5E2147}" type="sibTrans" cxnId="{F1425EE8-C1F0-4DE9-8C3F-CB27354BE589}">
      <dgm:prSet/>
      <dgm:spPr/>
      <dgm:t>
        <a:bodyPr/>
        <a:lstStyle/>
        <a:p>
          <a:endParaRPr lang="uk-UA"/>
        </a:p>
      </dgm:t>
    </dgm:pt>
    <dgm:pt modelId="{423338C6-6033-4EB8-B63D-3A304B32AA3B}" type="pres">
      <dgm:prSet presAssocID="{FEDACE69-B09F-4999-932A-6B29AED1D095}" presName="linear" presStyleCnt="0">
        <dgm:presLayoutVars>
          <dgm:animLvl val="lvl"/>
          <dgm:resizeHandles val="exact"/>
        </dgm:presLayoutVars>
      </dgm:prSet>
      <dgm:spPr/>
    </dgm:pt>
    <dgm:pt modelId="{9CE2D620-45A7-427D-A800-30049B825AD1}" type="pres">
      <dgm:prSet presAssocID="{B6936089-0AF2-4164-81AA-8E7DDD4205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CA8BA7-83B1-4982-87C1-0F1700490213}" type="pres">
      <dgm:prSet presAssocID="{F3487A82-D4CF-46EC-B9BE-E06C34A41B55}" presName="spacer" presStyleCnt="0"/>
      <dgm:spPr/>
    </dgm:pt>
    <dgm:pt modelId="{473ACEA3-9A41-44B6-817A-C4618913B464}" type="pres">
      <dgm:prSet presAssocID="{1E35B190-E8BA-482B-B867-ED3AB77DA7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9767E2-A865-49A3-B799-B395ACF4F57D}" type="pres">
      <dgm:prSet presAssocID="{2125B0C5-B92F-418D-8DE3-D8B0B416CDE1}" presName="spacer" presStyleCnt="0"/>
      <dgm:spPr/>
    </dgm:pt>
    <dgm:pt modelId="{B82369D7-525B-47EF-AC60-C0685FB8BFE1}" type="pres">
      <dgm:prSet presAssocID="{AE8AF01F-ACDF-4172-BFAD-B5900DD6A6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F6D15C-C3DB-471A-8749-2E55CECEEC81}" type="pres">
      <dgm:prSet presAssocID="{1A0B3AE7-746E-4815-B579-CC97A378EA61}" presName="spacer" presStyleCnt="0"/>
      <dgm:spPr/>
    </dgm:pt>
    <dgm:pt modelId="{1AAE6DF4-965A-43A6-B0A7-C985F2E7D3C8}" type="pres">
      <dgm:prSet presAssocID="{587316FE-08CE-4431-9CAC-F2BEFF32E0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D8E908-0D77-48DD-9A69-A5BF48C6F8CA}" type="presOf" srcId="{AE8AF01F-ACDF-4172-BFAD-B5900DD6A6CD}" destId="{B82369D7-525B-47EF-AC60-C0685FB8BFE1}" srcOrd="0" destOrd="0" presId="urn:microsoft.com/office/officeart/2005/8/layout/vList2"/>
    <dgm:cxn modelId="{6E5EB836-62BD-429F-909F-63D41876ACDF}" type="presOf" srcId="{FEDACE69-B09F-4999-932A-6B29AED1D095}" destId="{423338C6-6033-4EB8-B63D-3A304B32AA3B}" srcOrd="0" destOrd="0" presId="urn:microsoft.com/office/officeart/2005/8/layout/vList2"/>
    <dgm:cxn modelId="{54C1655D-91A6-4D7E-A42A-4E57867F18BF}" type="presOf" srcId="{B6936089-0AF2-4164-81AA-8E7DDD420599}" destId="{9CE2D620-45A7-427D-A800-30049B825AD1}" srcOrd="0" destOrd="0" presId="urn:microsoft.com/office/officeart/2005/8/layout/vList2"/>
    <dgm:cxn modelId="{B57CD86A-0248-45A9-985A-CDBD744C7825}" srcId="{FEDACE69-B09F-4999-932A-6B29AED1D095}" destId="{B6936089-0AF2-4164-81AA-8E7DDD420599}" srcOrd="0" destOrd="0" parTransId="{EF9C1B45-054A-44FE-8F25-FBA8D5D5B94F}" sibTransId="{F3487A82-D4CF-46EC-B9BE-E06C34A41B55}"/>
    <dgm:cxn modelId="{42365177-FDAF-4A5E-BEE7-03A71DA21665}" type="presOf" srcId="{587316FE-08CE-4431-9CAC-F2BEFF32E0B7}" destId="{1AAE6DF4-965A-43A6-B0A7-C985F2E7D3C8}" srcOrd="0" destOrd="0" presId="urn:microsoft.com/office/officeart/2005/8/layout/vList2"/>
    <dgm:cxn modelId="{26D35457-0FDD-422A-B893-60FBE28985A8}" srcId="{FEDACE69-B09F-4999-932A-6B29AED1D095}" destId="{1E35B190-E8BA-482B-B867-ED3AB77DA706}" srcOrd="1" destOrd="0" parTransId="{CCB106BE-80E0-48DA-9789-88CBC06D300F}" sibTransId="{2125B0C5-B92F-418D-8DE3-D8B0B416CDE1}"/>
    <dgm:cxn modelId="{EFD8C8DA-7634-46EA-B14A-8DC8482CA2F4}" srcId="{FEDACE69-B09F-4999-932A-6B29AED1D095}" destId="{AE8AF01F-ACDF-4172-BFAD-B5900DD6A6CD}" srcOrd="2" destOrd="0" parTransId="{B3EC477F-5ACA-41BF-88F6-18157009D561}" sibTransId="{1A0B3AE7-746E-4815-B579-CC97A378EA61}"/>
    <dgm:cxn modelId="{F1425EE8-C1F0-4DE9-8C3F-CB27354BE589}" srcId="{FEDACE69-B09F-4999-932A-6B29AED1D095}" destId="{587316FE-08CE-4431-9CAC-F2BEFF32E0B7}" srcOrd="3" destOrd="0" parTransId="{FC33E39A-F286-4869-8ED6-9F5A0B562B66}" sibTransId="{F6702EBC-10E0-4C90-9979-E4025D5E2147}"/>
    <dgm:cxn modelId="{7A1A05EE-7B6E-46A4-986D-2FBBBEA42C81}" type="presOf" srcId="{1E35B190-E8BA-482B-B867-ED3AB77DA706}" destId="{473ACEA3-9A41-44B6-817A-C4618913B464}" srcOrd="0" destOrd="0" presId="urn:microsoft.com/office/officeart/2005/8/layout/vList2"/>
    <dgm:cxn modelId="{5EE9B226-16D1-40C1-8328-461A913025F3}" type="presParOf" srcId="{423338C6-6033-4EB8-B63D-3A304B32AA3B}" destId="{9CE2D620-45A7-427D-A800-30049B825AD1}" srcOrd="0" destOrd="0" presId="urn:microsoft.com/office/officeart/2005/8/layout/vList2"/>
    <dgm:cxn modelId="{6BA8222D-CFBA-4CA6-AEA7-93A39556AB5F}" type="presParOf" srcId="{423338C6-6033-4EB8-B63D-3A304B32AA3B}" destId="{E3CA8BA7-83B1-4982-87C1-0F1700490213}" srcOrd="1" destOrd="0" presId="urn:microsoft.com/office/officeart/2005/8/layout/vList2"/>
    <dgm:cxn modelId="{EA1B96F8-47D6-42CE-B7EF-4FCF753C1D5F}" type="presParOf" srcId="{423338C6-6033-4EB8-B63D-3A304B32AA3B}" destId="{473ACEA3-9A41-44B6-817A-C4618913B464}" srcOrd="2" destOrd="0" presId="urn:microsoft.com/office/officeart/2005/8/layout/vList2"/>
    <dgm:cxn modelId="{EF4969DB-42BD-49D3-A604-5DC6B2271022}" type="presParOf" srcId="{423338C6-6033-4EB8-B63D-3A304B32AA3B}" destId="{4A9767E2-A865-49A3-B799-B395ACF4F57D}" srcOrd="3" destOrd="0" presId="urn:microsoft.com/office/officeart/2005/8/layout/vList2"/>
    <dgm:cxn modelId="{9F32CB74-789B-4ADE-8138-B8151773E70C}" type="presParOf" srcId="{423338C6-6033-4EB8-B63D-3A304B32AA3B}" destId="{B82369D7-525B-47EF-AC60-C0685FB8BFE1}" srcOrd="4" destOrd="0" presId="urn:microsoft.com/office/officeart/2005/8/layout/vList2"/>
    <dgm:cxn modelId="{CA8C9979-EBF8-4F23-93CD-BBF4C44E3D01}" type="presParOf" srcId="{423338C6-6033-4EB8-B63D-3A304B32AA3B}" destId="{D1F6D15C-C3DB-471A-8749-2E55CECEEC81}" srcOrd="5" destOrd="0" presId="urn:microsoft.com/office/officeart/2005/8/layout/vList2"/>
    <dgm:cxn modelId="{9B73C0FF-AF43-4BC9-8F2C-BF08A422187D}" type="presParOf" srcId="{423338C6-6033-4EB8-B63D-3A304B32AA3B}" destId="{1AAE6DF4-965A-43A6-B0A7-C985F2E7D3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EBFD270-33B7-4ABF-900D-B8B7A64AA9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944F0F-E5B0-4343-A61A-70D516723226}">
      <dgm:prSet/>
      <dgm:spPr/>
      <dgm:t>
        <a:bodyPr/>
        <a:lstStyle/>
        <a:p>
          <a:r>
            <a:rPr lang="uk-UA" b="0" i="0"/>
            <a:t>Меджибі́зький замок.</a:t>
          </a:r>
          <a:endParaRPr lang="uk-UA"/>
        </a:p>
      </dgm:t>
    </dgm:pt>
    <dgm:pt modelId="{DD3B8129-5C24-4CCB-8F72-2F5192E9F3F9}" type="parTrans" cxnId="{10A3D28D-7268-4EFB-A01C-7E1B95232BA5}">
      <dgm:prSet/>
      <dgm:spPr/>
      <dgm:t>
        <a:bodyPr/>
        <a:lstStyle/>
        <a:p>
          <a:endParaRPr lang="uk-UA"/>
        </a:p>
      </dgm:t>
    </dgm:pt>
    <dgm:pt modelId="{5F3520CC-93D9-4D2E-81C7-08698496CC92}" type="sibTrans" cxnId="{10A3D28D-7268-4EFB-A01C-7E1B95232BA5}">
      <dgm:prSet/>
      <dgm:spPr/>
      <dgm:t>
        <a:bodyPr/>
        <a:lstStyle/>
        <a:p>
          <a:endParaRPr lang="uk-UA"/>
        </a:p>
      </dgm:t>
    </dgm:pt>
    <dgm:pt modelId="{7E709D94-8E32-496E-8A07-42F128955265}">
      <dgm:prSet/>
      <dgm:spPr/>
      <dgm:t>
        <a:bodyPr/>
        <a:lstStyle/>
        <a:p>
          <a:r>
            <a:rPr lang="uk-UA" b="0" i="0" dirty="0"/>
            <a:t>Верхній замок у Луцьку.</a:t>
          </a:r>
          <a:endParaRPr lang="uk-UA" dirty="0"/>
        </a:p>
      </dgm:t>
    </dgm:pt>
    <dgm:pt modelId="{2ADFF1AE-B2DD-483A-B570-B03229772805}" type="parTrans" cxnId="{E4E7E84C-AB79-4A5C-93D2-3E8DD6B6B7DE}">
      <dgm:prSet/>
      <dgm:spPr/>
      <dgm:t>
        <a:bodyPr/>
        <a:lstStyle/>
        <a:p>
          <a:endParaRPr lang="uk-UA"/>
        </a:p>
      </dgm:t>
    </dgm:pt>
    <dgm:pt modelId="{16696791-8F5F-4C68-95D3-2473C782626B}" type="sibTrans" cxnId="{E4E7E84C-AB79-4A5C-93D2-3E8DD6B6B7DE}">
      <dgm:prSet/>
      <dgm:spPr/>
      <dgm:t>
        <a:bodyPr/>
        <a:lstStyle/>
        <a:p>
          <a:endParaRPr lang="uk-UA"/>
        </a:p>
      </dgm:t>
    </dgm:pt>
    <dgm:pt modelId="{45003AE1-97A1-4C0F-B988-89AC004DE87E}">
      <dgm:prSet/>
      <dgm:spPr/>
      <dgm:t>
        <a:bodyPr/>
        <a:lstStyle/>
        <a:p>
          <a:r>
            <a:rPr lang="uk-UA" b="0" i="0" dirty="0"/>
            <a:t>Кам’янець-Подільську фортецю.</a:t>
          </a:r>
          <a:endParaRPr lang="uk-UA" dirty="0"/>
        </a:p>
      </dgm:t>
    </dgm:pt>
    <dgm:pt modelId="{78567D36-57E3-4B73-A05B-9EEC724209DD}" type="parTrans" cxnId="{A0D6A0F5-A7F8-449D-AD4F-9DA36DA90279}">
      <dgm:prSet/>
      <dgm:spPr/>
      <dgm:t>
        <a:bodyPr/>
        <a:lstStyle/>
        <a:p>
          <a:endParaRPr lang="uk-UA"/>
        </a:p>
      </dgm:t>
    </dgm:pt>
    <dgm:pt modelId="{A41B9EED-4FB3-41CE-BDE3-F3F73C97B532}" type="sibTrans" cxnId="{A0D6A0F5-A7F8-449D-AD4F-9DA36DA90279}">
      <dgm:prSet/>
      <dgm:spPr/>
      <dgm:t>
        <a:bodyPr/>
        <a:lstStyle/>
        <a:p>
          <a:endParaRPr lang="uk-UA"/>
        </a:p>
      </dgm:t>
    </dgm:pt>
    <dgm:pt modelId="{0FD0820C-64E6-40E0-B20D-7749B00FCA2C}">
      <dgm:prSet/>
      <dgm:spPr/>
      <dgm:t>
        <a:bodyPr/>
        <a:lstStyle/>
        <a:p>
          <a:r>
            <a:rPr lang="uk-UA" b="0" i="0" dirty="0"/>
            <a:t>Хотинську фортецю.</a:t>
          </a:r>
          <a:endParaRPr lang="uk-UA" dirty="0"/>
        </a:p>
      </dgm:t>
    </dgm:pt>
    <dgm:pt modelId="{61FFA1DD-8650-4ED1-8A28-2DAEC937BC7E}" type="parTrans" cxnId="{A9120D63-78B7-4120-81BA-7D43991E12D4}">
      <dgm:prSet/>
      <dgm:spPr/>
      <dgm:t>
        <a:bodyPr/>
        <a:lstStyle/>
        <a:p>
          <a:endParaRPr lang="uk-UA"/>
        </a:p>
      </dgm:t>
    </dgm:pt>
    <dgm:pt modelId="{7638E520-561F-4C40-BDEF-C85374630059}" type="sibTrans" cxnId="{A9120D63-78B7-4120-81BA-7D43991E12D4}">
      <dgm:prSet/>
      <dgm:spPr/>
      <dgm:t>
        <a:bodyPr/>
        <a:lstStyle/>
        <a:p>
          <a:endParaRPr lang="uk-UA"/>
        </a:p>
      </dgm:t>
    </dgm:pt>
    <dgm:pt modelId="{69970435-9501-4D6D-B447-6FD1E6969894}" type="pres">
      <dgm:prSet presAssocID="{9EBFD270-33B7-4ABF-900D-B8B7A64AA96F}" presName="linear" presStyleCnt="0">
        <dgm:presLayoutVars>
          <dgm:animLvl val="lvl"/>
          <dgm:resizeHandles val="exact"/>
        </dgm:presLayoutVars>
      </dgm:prSet>
      <dgm:spPr/>
    </dgm:pt>
    <dgm:pt modelId="{0097DDF3-D5A1-4898-BD22-D009D4FCCC37}" type="pres">
      <dgm:prSet presAssocID="{65944F0F-E5B0-4343-A61A-70D5167232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772A4F-71D1-462C-92A4-EBDE3DCCD011}" type="pres">
      <dgm:prSet presAssocID="{5F3520CC-93D9-4D2E-81C7-08698496CC92}" presName="spacer" presStyleCnt="0"/>
      <dgm:spPr/>
    </dgm:pt>
    <dgm:pt modelId="{0EE8D737-3551-4803-ABCF-EEA63493FB5D}" type="pres">
      <dgm:prSet presAssocID="{7E709D94-8E32-496E-8A07-42F1289552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F4150B-E167-44D0-A163-5AE8FF2764DD}" type="pres">
      <dgm:prSet presAssocID="{16696791-8F5F-4C68-95D3-2473C782626B}" presName="spacer" presStyleCnt="0"/>
      <dgm:spPr/>
    </dgm:pt>
    <dgm:pt modelId="{72CC48F3-82C4-4B3F-AC3F-0B83DED2C474}" type="pres">
      <dgm:prSet presAssocID="{45003AE1-97A1-4C0F-B988-89AC004DE8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7AF87C-2480-4BA7-9AD7-ADB6372FE481}" type="pres">
      <dgm:prSet presAssocID="{A41B9EED-4FB3-41CE-BDE3-F3F73C97B532}" presName="spacer" presStyleCnt="0"/>
      <dgm:spPr/>
    </dgm:pt>
    <dgm:pt modelId="{FDB1C9F9-4F74-4D22-96BF-2AD665424248}" type="pres">
      <dgm:prSet presAssocID="{0FD0820C-64E6-40E0-B20D-7749B00FCA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3C2D21-34FF-4C2E-B63F-A9E5A085BBB5}" type="presOf" srcId="{65944F0F-E5B0-4343-A61A-70D516723226}" destId="{0097DDF3-D5A1-4898-BD22-D009D4FCCC37}" srcOrd="0" destOrd="0" presId="urn:microsoft.com/office/officeart/2005/8/layout/vList2"/>
    <dgm:cxn modelId="{A9120D63-78B7-4120-81BA-7D43991E12D4}" srcId="{9EBFD270-33B7-4ABF-900D-B8B7A64AA96F}" destId="{0FD0820C-64E6-40E0-B20D-7749B00FCA2C}" srcOrd="3" destOrd="0" parTransId="{61FFA1DD-8650-4ED1-8A28-2DAEC937BC7E}" sibTransId="{7638E520-561F-4C40-BDEF-C85374630059}"/>
    <dgm:cxn modelId="{E4E7E84C-AB79-4A5C-93D2-3E8DD6B6B7DE}" srcId="{9EBFD270-33B7-4ABF-900D-B8B7A64AA96F}" destId="{7E709D94-8E32-496E-8A07-42F128955265}" srcOrd="1" destOrd="0" parTransId="{2ADFF1AE-B2DD-483A-B570-B03229772805}" sibTransId="{16696791-8F5F-4C68-95D3-2473C782626B}"/>
    <dgm:cxn modelId="{657BC77A-AAB7-4DB3-960B-621287BC8025}" type="presOf" srcId="{0FD0820C-64E6-40E0-B20D-7749B00FCA2C}" destId="{FDB1C9F9-4F74-4D22-96BF-2AD665424248}" srcOrd="0" destOrd="0" presId="urn:microsoft.com/office/officeart/2005/8/layout/vList2"/>
    <dgm:cxn modelId="{10A3D28D-7268-4EFB-A01C-7E1B95232BA5}" srcId="{9EBFD270-33B7-4ABF-900D-B8B7A64AA96F}" destId="{65944F0F-E5B0-4343-A61A-70D516723226}" srcOrd="0" destOrd="0" parTransId="{DD3B8129-5C24-4CCB-8F72-2F5192E9F3F9}" sibTransId="{5F3520CC-93D9-4D2E-81C7-08698496CC92}"/>
    <dgm:cxn modelId="{3809D69A-9958-4F73-B566-20B7B7346983}" type="presOf" srcId="{9EBFD270-33B7-4ABF-900D-B8B7A64AA96F}" destId="{69970435-9501-4D6D-B447-6FD1E6969894}" srcOrd="0" destOrd="0" presId="urn:microsoft.com/office/officeart/2005/8/layout/vList2"/>
    <dgm:cxn modelId="{8AF69B9B-9C42-4B38-8ADD-3D9627518F13}" type="presOf" srcId="{7E709D94-8E32-496E-8A07-42F128955265}" destId="{0EE8D737-3551-4803-ABCF-EEA63493FB5D}" srcOrd="0" destOrd="0" presId="urn:microsoft.com/office/officeart/2005/8/layout/vList2"/>
    <dgm:cxn modelId="{70C1D6C0-0047-48CC-810C-002D7F76DD6C}" type="presOf" srcId="{45003AE1-97A1-4C0F-B988-89AC004DE87E}" destId="{72CC48F3-82C4-4B3F-AC3F-0B83DED2C474}" srcOrd="0" destOrd="0" presId="urn:microsoft.com/office/officeart/2005/8/layout/vList2"/>
    <dgm:cxn modelId="{A0D6A0F5-A7F8-449D-AD4F-9DA36DA90279}" srcId="{9EBFD270-33B7-4ABF-900D-B8B7A64AA96F}" destId="{45003AE1-97A1-4C0F-B988-89AC004DE87E}" srcOrd="2" destOrd="0" parTransId="{78567D36-57E3-4B73-A05B-9EEC724209DD}" sibTransId="{A41B9EED-4FB3-41CE-BDE3-F3F73C97B532}"/>
    <dgm:cxn modelId="{9C784722-E1F6-48A0-A4CC-49239250FC87}" type="presParOf" srcId="{69970435-9501-4D6D-B447-6FD1E6969894}" destId="{0097DDF3-D5A1-4898-BD22-D009D4FCCC37}" srcOrd="0" destOrd="0" presId="urn:microsoft.com/office/officeart/2005/8/layout/vList2"/>
    <dgm:cxn modelId="{0D1FD8D6-2E6F-45C7-AEB9-FEFBAF0B9A4A}" type="presParOf" srcId="{69970435-9501-4D6D-B447-6FD1E6969894}" destId="{A3772A4F-71D1-462C-92A4-EBDE3DCCD011}" srcOrd="1" destOrd="0" presId="urn:microsoft.com/office/officeart/2005/8/layout/vList2"/>
    <dgm:cxn modelId="{2551230A-4955-4583-8D12-3C86F0275BB0}" type="presParOf" srcId="{69970435-9501-4D6D-B447-6FD1E6969894}" destId="{0EE8D737-3551-4803-ABCF-EEA63493FB5D}" srcOrd="2" destOrd="0" presId="urn:microsoft.com/office/officeart/2005/8/layout/vList2"/>
    <dgm:cxn modelId="{B37C1102-20C6-44B8-8AFB-BA7A777FA1A3}" type="presParOf" srcId="{69970435-9501-4D6D-B447-6FD1E6969894}" destId="{BEF4150B-E167-44D0-A163-5AE8FF2764DD}" srcOrd="3" destOrd="0" presId="urn:microsoft.com/office/officeart/2005/8/layout/vList2"/>
    <dgm:cxn modelId="{81C46150-02B4-41EB-9CE2-71EB52FFB6CB}" type="presParOf" srcId="{69970435-9501-4D6D-B447-6FD1E6969894}" destId="{72CC48F3-82C4-4B3F-AC3F-0B83DED2C474}" srcOrd="4" destOrd="0" presId="urn:microsoft.com/office/officeart/2005/8/layout/vList2"/>
    <dgm:cxn modelId="{882B60C5-A1E7-4B36-8E65-CFB3B276AE12}" type="presParOf" srcId="{69970435-9501-4D6D-B447-6FD1E6969894}" destId="{3A7AF87C-2480-4BA7-9AD7-ADB6372FE481}" srcOrd="5" destOrd="0" presId="urn:microsoft.com/office/officeart/2005/8/layout/vList2"/>
    <dgm:cxn modelId="{ADC1B2F8-3A05-4429-B339-24AD17E6A865}" type="presParOf" srcId="{69970435-9501-4D6D-B447-6FD1E6969894}" destId="{FDB1C9F9-4F74-4D22-96BF-2AD6654242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1BEC138-C235-49DF-99B6-C0328FD0F3F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65200C-7EF9-4621-82E8-151107737A01}">
      <dgm:prSet/>
      <dgm:spPr/>
      <dgm:t>
        <a:bodyPr/>
        <a:lstStyle/>
        <a:p>
          <a:r>
            <a:rPr lang="uk-UA" b="0" i="0" dirty="0"/>
            <a:t>Кам'янець-Подільську фортецю.</a:t>
          </a:r>
          <a:endParaRPr lang="uk-UA" dirty="0"/>
        </a:p>
      </dgm:t>
    </dgm:pt>
    <dgm:pt modelId="{827F8629-7AD8-40FC-925A-FBB0EAAC165A}" type="parTrans" cxnId="{0ACBF19A-7550-44D8-A1BA-7645112ACD20}">
      <dgm:prSet/>
      <dgm:spPr/>
      <dgm:t>
        <a:bodyPr/>
        <a:lstStyle/>
        <a:p>
          <a:endParaRPr lang="uk-UA"/>
        </a:p>
      </dgm:t>
    </dgm:pt>
    <dgm:pt modelId="{CF73A967-94E6-4FEA-ADFC-D37C1344A378}" type="sibTrans" cxnId="{0ACBF19A-7550-44D8-A1BA-7645112ACD20}">
      <dgm:prSet/>
      <dgm:spPr/>
      <dgm:t>
        <a:bodyPr/>
        <a:lstStyle/>
        <a:p>
          <a:endParaRPr lang="uk-UA"/>
        </a:p>
      </dgm:t>
    </dgm:pt>
    <dgm:pt modelId="{C484F4BD-52B2-43E1-A931-133A3C6E21BD}">
      <dgm:prSet/>
      <dgm:spPr/>
      <dgm:t>
        <a:bodyPr/>
        <a:lstStyle/>
        <a:p>
          <a:r>
            <a:rPr lang="uk-UA" b="0" i="0" dirty="0"/>
            <a:t>Верхній замок у Луцьку.</a:t>
          </a:r>
          <a:endParaRPr lang="uk-UA" dirty="0"/>
        </a:p>
      </dgm:t>
    </dgm:pt>
    <dgm:pt modelId="{C2E8159B-CDCE-418F-883A-F2984BCFE8B5}" type="parTrans" cxnId="{A2B6FA24-046C-4E08-9A69-7DA920DE4589}">
      <dgm:prSet/>
      <dgm:spPr/>
      <dgm:t>
        <a:bodyPr/>
        <a:lstStyle/>
        <a:p>
          <a:endParaRPr lang="uk-UA"/>
        </a:p>
      </dgm:t>
    </dgm:pt>
    <dgm:pt modelId="{E70C38A3-0165-4CCF-98C2-C1AA192EC1F7}" type="sibTrans" cxnId="{A2B6FA24-046C-4E08-9A69-7DA920DE4589}">
      <dgm:prSet/>
      <dgm:spPr/>
      <dgm:t>
        <a:bodyPr/>
        <a:lstStyle/>
        <a:p>
          <a:endParaRPr lang="uk-UA"/>
        </a:p>
      </dgm:t>
    </dgm:pt>
    <dgm:pt modelId="{E4889406-DBE2-4CDA-B5E4-9492BC78EDB5}">
      <dgm:prSet/>
      <dgm:spPr/>
      <dgm:t>
        <a:bodyPr/>
        <a:lstStyle/>
        <a:p>
          <a:r>
            <a:rPr lang="uk-UA" b="0" i="0"/>
            <a:t>Меджибізький замок.</a:t>
          </a:r>
          <a:endParaRPr lang="uk-UA"/>
        </a:p>
      </dgm:t>
    </dgm:pt>
    <dgm:pt modelId="{8553C021-1EBD-4479-A403-FE0C5F18BF1F}" type="parTrans" cxnId="{A410E7A4-2A6B-499F-A4A3-16F9CAAAB29A}">
      <dgm:prSet/>
      <dgm:spPr/>
      <dgm:t>
        <a:bodyPr/>
        <a:lstStyle/>
        <a:p>
          <a:endParaRPr lang="uk-UA"/>
        </a:p>
      </dgm:t>
    </dgm:pt>
    <dgm:pt modelId="{5BC3D398-76BB-4A19-951A-C808549202B9}" type="sibTrans" cxnId="{A410E7A4-2A6B-499F-A4A3-16F9CAAAB29A}">
      <dgm:prSet/>
      <dgm:spPr/>
      <dgm:t>
        <a:bodyPr/>
        <a:lstStyle/>
        <a:p>
          <a:endParaRPr lang="uk-UA"/>
        </a:p>
      </dgm:t>
    </dgm:pt>
    <dgm:pt modelId="{C00174E6-0281-47F9-AAF6-CF70C92F5C8A}">
      <dgm:prSet/>
      <dgm:spPr/>
      <dgm:t>
        <a:bodyPr/>
        <a:lstStyle/>
        <a:p>
          <a:r>
            <a:rPr lang="uk-UA" b="0" i="0" dirty="0"/>
            <a:t>Хотинську фортецю.</a:t>
          </a:r>
          <a:endParaRPr lang="uk-UA" dirty="0"/>
        </a:p>
      </dgm:t>
    </dgm:pt>
    <dgm:pt modelId="{DC7AB098-A6E4-47DA-AA80-04A530049ED0}" type="parTrans" cxnId="{6A9CCCFC-95BF-477C-AE3F-5623EBB365ED}">
      <dgm:prSet/>
      <dgm:spPr/>
      <dgm:t>
        <a:bodyPr/>
        <a:lstStyle/>
        <a:p>
          <a:endParaRPr lang="uk-UA"/>
        </a:p>
      </dgm:t>
    </dgm:pt>
    <dgm:pt modelId="{584D98E4-5DFF-4A66-93C1-A71CEDAA1710}" type="sibTrans" cxnId="{6A9CCCFC-95BF-477C-AE3F-5623EBB365ED}">
      <dgm:prSet/>
      <dgm:spPr/>
      <dgm:t>
        <a:bodyPr/>
        <a:lstStyle/>
        <a:p>
          <a:endParaRPr lang="uk-UA"/>
        </a:p>
      </dgm:t>
    </dgm:pt>
    <dgm:pt modelId="{86C3FAD2-BB97-4BC8-8BA2-6640E93C9DD3}" type="pres">
      <dgm:prSet presAssocID="{01BEC138-C235-49DF-99B6-C0328FD0F3F9}" presName="Name0" presStyleCnt="0">
        <dgm:presLayoutVars>
          <dgm:chMax val="7"/>
          <dgm:chPref val="7"/>
          <dgm:dir/>
        </dgm:presLayoutVars>
      </dgm:prSet>
      <dgm:spPr/>
    </dgm:pt>
    <dgm:pt modelId="{F9D4C486-477F-442C-9121-BC3073FB3EAF}" type="pres">
      <dgm:prSet presAssocID="{01BEC138-C235-49DF-99B6-C0328FD0F3F9}" presName="Name1" presStyleCnt="0"/>
      <dgm:spPr/>
    </dgm:pt>
    <dgm:pt modelId="{81CAF63F-B649-4ECC-BA30-ADFBAE3E827C}" type="pres">
      <dgm:prSet presAssocID="{01BEC138-C235-49DF-99B6-C0328FD0F3F9}" presName="cycle" presStyleCnt="0"/>
      <dgm:spPr/>
    </dgm:pt>
    <dgm:pt modelId="{7CA9045B-B506-4780-AF57-16E05505AD05}" type="pres">
      <dgm:prSet presAssocID="{01BEC138-C235-49DF-99B6-C0328FD0F3F9}" presName="srcNode" presStyleLbl="node1" presStyleIdx="0" presStyleCnt="4"/>
      <dgm:spPr/>
    </dgm:pt>
    <dgm:pt modelId="{090A15E6-7B06-4FA9-B84E-556B8A2DC8B5}" type="pres">
      <dgm:prSet presAssocID="{01BEC138-C235-49DF-99B6-C0328FD0F3F9}" presName="conn" presStyleLbl="parChTrans1D2" presStyleIdx="0" presStyleCnt="1"/>
      <dgm:spPr/>
    </dgm:pt>
    <dgm:pt modelId="{3D637EC6-52FB-4B67-AAB1-23F25DC2EA37}" type="pres">
      <dgm:prSet presAssocID="{01BEC138-C235-49DF-99B6-C0328FD0F3F9}" presName="extraNode" presStyleLbl="node1" presStyleIdx="0" presStyleCnt="4"/>
      <dgm:spPr/>
    </dgm:pt>
    <dgm:pt modelId="{946137F7-13FA-4899-9F1B-C9FA02F6482C}" type="pres">
      <dgm:prSet presAssocID="{01BEC138-C235-49DF-99B6-C0328FD0F3F9}" presName="dstNode" presStyleLbl="node1" presStyleIdx="0" presStyleCnt="4"/>
      <dgm:spPr/>
    </dgm:pt>
    <dgm:pt modelId="{0924D85B-0406-43BD-BC05-155E5BF19DCE}" type="pres">
      <dgm:prSet presAssocID="{0665200C-7EF9-4621-82E8-151107737A01}" presName="text_1" presStyleLbl="node1" presStyleIdx="0" presStyleCnt="4">
        <dgm:presLayoutVars>
          <dgm:bulletEnabled val="1"/>
        </dgm:presLayoutVars>
      </dgm:prSet>
      <dgm:spPr/>
    </dgm:pt>
    <dgm:pt modelId="{5E818E32-B3A8-48DE-9184-AD36038A4605}" type="pres">
      <dgm:prSet presAssocID="{0665200C-7EF9-4621-82E8-151107737A01}" presName="accent_1" presStyleCnt="0"/>
      <dgm:spPr/>
    </dgm:pt>
    <dgm:pt modelId="{CB8F880F-5F22-48C0-9C57-F3E482F50BC4}" type="pres">
      <dgm:prSet presAssocID="{0665200C-7EF9-4621-82E8-151107737A01}" presName="accentRepeatNode" presStyleLbl="solidFgAcc1" presStyleIdx="0" presStyleCnt="4"/>
      <dgm:spPr/>
    </dgm:pt>
    <dgm:pt modelId="{BCA06979-0E2C-41E6-BD95-A0D1DE4A59F0}" type="pres">
      <dgm:prSet presAssocID="{C484F4BD-52B2-43E1-A931-133A3C6E21BD}" presName="text_2" presStyleLbl="node1" presStyleIdx="1" presStyleCnt="4">
        <dgm:presLayoutVars>
          <dgm:bulletEnabled val="1"/>
        </dgm:presLayoutVars>
      </dgm:prSet>
      <dgm:spPr/>
    </dgm:pt>
    <dgm:pt modelId="{D7B92A48-788E-4668-B0CD-A4A19069A048}" type="pres">
      <dgm:prSet presAssocID="{C484F4BD-52B2-43E1-A931-133A3C6E21BD}" presName="accent_2" presStyleCnt="0"/>
      <dgm:spPr/>
    </dgm:pt>
    <dgm:pt modelId="{34666A2F-C4E2-464E-89E6-CAE87A370345}" type="pres">
      <dgm:prSet presAssocID="{C484F4BD-52B2-43E1-A931-133A3C6E21BD}" presName="accentRepeatNode" presStyleLbl="solidFgAcc1" presStyleIdx="1" presStyleCnt="4"/>
      <dgm:spPr/>
    </dgm:pt>
    <dgm:pt modelId="{A78A2D9B-C7C1-434F-922F-DBFCFDC68BB8}" type="pres">
      <dgm:prSet presAssocID="{E4889406-DBE2-4CDA-B5E4-9492BC78EDB5}" presName="text_3" presStyleLbl="node1" presStyleIdx="2" presStyleCnt="4">
        <dgm:presLayoutVars>
          <dgm:bulletEnabled val="1"/>
        </dgm:presLayoutVars>
      </dgm:prSet>
      <dgm:spPr/>
    </dgm:pt>
    <dgm:pt modelId="{BCD7AA6B-B9D7-43B6-AEF5-5E352F834257}" type="pres">
      <dgm:prSet presAssocID="{E4889406-DBE2-4CDA-B5E4-9492BC78EDB5}" presName="accent_3" presStyleCnt="0"/>
      <dgm:spPr/>
    </dgm:pt>
    <dgm:pt modelId="{C5BE97C1-C8EA-461D-9063-B496BC829AD4}" type="pres">
      <dgm:prSet presAssocID="{E4889406-DBE2-4CDA-B5E4-9492BC78EDB5}" presName="accentRepeatNode" presStyleLbl="solidFgAcc1" presStyleIdx="2" presStyleCnt="4"/>
      <dgm:spPr/>
    </dgm:pt>
    <dgm:pt modelId="{86C5A955-AFB2-4135-B781-D3D9D2AA91E8}" type="pres">
      <dgm:prSet presAssocID="{C00174E6-0281-47F9-AAF6-CF70C92F5C8A}" presName="text_4" presStyleLbl="node1" presStyleIdx="3" presStyleCnt="4">
        <dgm:presLayoutVars>
          <dgm:bulletEnabled val="1"/>
        </dgm:presLayoutVars>
      </dgm:prSet>
      <dgm:spPr/>
    </dgm:pt>
    <dgm:pt modelId="{77B542DD-8749-4E31-BD0F-E77DE35138F2}" type="pres">
      <dgm:prSet presAssocID="{C00174E6-0281-47F9-AAF6-CF70C92F5C8A}" presName="accent_4" presStyleCnt="0"/>
      <dgm:spPr/>
    </dgm:pt>
    <dgm:pt modelId="{6CD48F4D-2526-4D49-B6F6-DCD581E8DE56}" type="pres">
      <dgm:prSet presAssocID="{C00174E6-0281-47F9-AAF6-CF70C92F5C8A}" presName="accentRepeatNode" presStyleLbl="solidFgAcc1" presStyleIdx="3" presStyleCnt="4"/>
      <dgm:spPr/>
    </dgm:pt>
  </dgm:ptLst>
  <dgm:cxnLst>
    <dgm:cxn modelId="{9200E116-67D3-4DE7-8BA3-5D6118B430EA}" type="presOf" srcId="{C484F4BD-52B2-43E1-A931-133A3C6E21BD}" destId="{BCA06979-0E2C-41E6-BD95-A0D1DE4A59F0}" srcOrd="0" destOrd="0" presId="urn:microsoft.com/office/officeart/2008/layout/VerticalCurvedList"/>
    <dgm:cxn modelId="{A2B6FA24-046C-4E08-9A69-7DA920DE4589}" srcId="{01BEC138-C235-49DF-99B6-C0328FD0F3F9}" destId="{C484F4BD-52B2-43E1-A931-133A3C6E21BD}" srcOrd="1" destOrd="0" parTransId="{C2E8159B-CDCE-418F-883A-F2984BCFE8B5}" sibTransId="{E70C38A3-0165-4CCF-98C2-C1AA192EC1F7}"/>
    <dgm:cxn modelId="{DBCF743C-29A3-4025-835B-755BD530717D}" type="presOf" srcId="{C00174E6-0281-47F9-AAF6-CF70C92F5C8A}" destId="{86C5A955-AFB2-4135-B781-D3D9D2AA91E8}" srcOrd="0" destOrd="0" presId="urn:microsoft.com/office/officeart/2008/layout/VerticalCurvedList"/>
    <dgm:cxn modelId="{C1F11245-9F75-44F8-A0E5-F4C1165826DD}" type="presOf" srcId="{0665200C-7EF9-4621-82E8-151107737A01}" destId="{0924D85B-0406-43BD-BC05-155E5BF19DCE}" srcOrd="0" destOrd="0" presId="urn:microsoft.com/office/officeart/2008/layout/VerticalCurvedList"/>
    <dgm:cxn modelId="{96DDEF52-C340-437B-99E7-9976CB45D408}" type="presOf" srcId="{01BEC138-C235-49DF-99B6-C0328FD0F3F9}" destId="{86C3FAD2-BB97-4BC8-8BA2-6640E93C9DD3}" srcOrd="0" destOrd="0" presId="urn:microsoft.com/office/officeart/2008/layout/VerticalCurvedList"/>
    <dgm:cxn modelId="{0ACBF19A-7550-44D8-A1BA-7645112ACD20}" srcId="{01BEC138-C235-49DF-99B6-C0328FD0F3F9}" destId="{0665200C-7EF9-4621-82E8-151107737A01}" srcOrd="0" destOrd="0" parTransId="{827F8629-7AD8-40FC-925A-FBB0EAAC165A}" sibTransId="{CF73A967-94E6-4FEA-ADFC-D37C1344A378}"/>
    <dgm:cxn modelId="{A375369C-72A3-41EF-8F02-62C5C8121ABA}" type="presOf" srcId="{CF73A967-94E6-4FEA-ADFC-D37C1344A378}" destId="{090A15E6-7B06-4FA9-B84E-556B8A2DC8B5}" srcOrd="0" destOrd="0" presId="urn:microsoft.com/office/officeart/2008/layout/VerticalCurvedList"/>
    <dgm:cxn modelId="{9F9290A4-0A82-4553-B7F7-DD0C4CD9024E}" type="presOf" srcId="{E4889406-DBE2-4CDA-B5E4-9492BC78EDB5}" destId="{A78A2D9B-C7C1-434F-922F-DBFCFDC68BB8}" srcOrd="0" destOrd="0" presId="urn:microsoft.com/office/officeart/2008/layout/VerticalCurvedList"/>
    <dgm:cxn modelId="{A410E7A4-2A6B-499F-A4A3-16F9CAAAB29A}" srcId="{01BEC138-C235-49DF-99B6-C0328FD0F3F9}" destId="{E4889406-DBE2-4CDA-B5E4-9492BC78EDB5}" srcOrd="2" destOrd="0" parTransId="{8553C021-1EBD-4479-A403-FE0C5F18BF1F}" sibTransId="{5BC3D398-76BB-4A19-951A-C808549202B9}"/>
    <dgm:cxn modelId="{6A9CCCFC-95BF-477C-AE3F-5623EBB365ED}" srcId="{01BEC138-C235-49DF-99B6-C0328FD0F3F9}" destId="{C00174E6-0281-47F9-AAF6-CF70C92F5C8A}" srcOrd="3" destOrd="0" parTransId="{DC7AB098-A6E4-47DA-AA80-04A530049ED0}" sibTransId="{584D98E4-5DFF-4A66-93C1-A71CEDAA1710}"/>
    <dgm:cxn modelId="{6C2F0E69-2BB5-4E31-A1AF-B44020A74C90}" type="presParOf" srcId="{86C3FAD2-BB97-4BC8-8BA2-6640E93C9DD3}" destId="{F9D4C486-477F-442C-9121-BC3073FB3EAF}" srcOrd="0" destOrd="0" presId="urn:microsoft.com/office/officeart/2008/layout/VerticalCurvedList"/>
    <dgm:cxn modelId="{E990C502-402E-48DD-8214-3F771EC1A6E7}" type="presParOf" srcId="{F9D4C486-477F-442C-9121-BC3073FB3EAF}" destId="{81CAF63F-B649-4ECC-BA30-ADFBAE3E827C}" srcOrd="0" destOrd="0" presId="urn:microsoft.com/office/officeart/2008/layout/VerticalCurvedList"/>
    <dgm:cxn modelId="{5E3CF63F-9684-427B-B822-2440CAAF8917}" type="presParOf" srcId="{81CAF63F-B649-4ECC-BA30-ADFBAE3E827C}" destId="{7CA9045B-B506-4780-AF57-16E05505AD05}" srcOrd="0" destOrd="0" presId="urn:microsoft.com/office/officeart/2008/layout/VerticalCurvedList"/>
    <dgm:cxn modelId="{2CBEF67C-9F84-47EB-AD84-FC2E49B55B45}" type="presParOf" srcId="{81CAF63F-B649-4ECC-BA30-ADFBAE3E827C}" destId="{090A15E6-7B06-4FA9-B84E-556B8A2DC8B5}" srcOrd="1" destOrd="0" presId="urn:microsoft.com/office/officeart/2008/layout/VerticalCurvedList"/>
    <dgm:cxn modelId="{904B3598-3BDD-4559-AA44-E59687ABE391}" type="presParOf" srcId="{81CAF63F-B649-4ECC-BA30-ADFBAE3E827C}" destId="{3D637EC6-52FB-4B67-AAB1-23F25DC2EA37}" srcOrd="2" destOrd="0" presId="urn:microsoft.com/office/officeart/2008/layout/VerticalCurvedList"/>
    <dgm:cxn modelId="{A02F0039-04D1-42BE-9504-5884653BF1EE}" type="presParOf" srcId="{81CAF63F-B649-4ECC-BA30-ADFBAE3E827C}" destId="{946137F7-13FA-4899-9F1B-C9FA02F6482C}" srcOrd="3" destOrd="0" presId="urn:microsoft.com/office/officeart/2008/layout/VerticalCurvedList"/>
    <dgm:cxn modelId="{2813CE5D-9B89-4F32-B8BC-58D87B947A71}" type="presParOf" srcId="{F9D4C486-477F-442C-9121-BC3073FB3EAF}" destId="{0924D85B-0406-43BD-BC05-155E5BF19DCE}" srcOrd="1" destOrd="0" presId="urn:microsoft.com/office/officeart/2008/layout/VerticalCurvedList"/>
    <dgm:cxn modelId="{5105E2A4-EA5F-4B4E-8661-02A5B570BB0D}" type="presParOf" srcId="{F9D4C486-477F-442C-9121-BC3073FB3EAF}" destId="{5E818E32-B3A8-48DE-9184-AD36038A4605}" srcOrd="2" destOrd="0" presId="urn:microsoft.com/office/officeart/2008/layout/VerticalCurvedList"/>
    <dgm:cxn modelId="{E70AC26E-6A53-47AE-A334-80A37483EEE0}" type="presParOf" srcId="{5E818E32-B3A8-48DE-9184-AD36038A4605}" destId="{CB8F880F-5F22-48C0-9C57-F3E482F50BC4}" srcOrd="0" destOrd="0" presId="urn:microsoft.com/office/officeart/2008/layout/VerticalCurvedList"/>
    <dgm:cxn modelId="{377D13EF-6F0F-426D-A528-134C5C5386FA}" type="presParOf" srcId="{F9D4C486-477F-442C-9121-BC3073FB3EAF}" destId="{BCA06979-0E2C-41E6-BD95-A0D1DE4A59F0}" srcOrd="3" destOrd="0" presId="urn:microsoft.com/office/officeart/2008/layout/VerticalCurvedList"/>
    <dgm:cxn modelId="{0501CDF9-9819-4E89-A080-0A4ECDDD3E72}" type="presParOf" srcId="{F9D4C486-477F-442C-9121-BC3073FB3EAF}" destId="{D7B92A48-788E-4668-B0CD-A4A19069A048}" srcOrd="4" destOrd="0" presId="urn:microsoft.com/office/officeart/2008/layout/VerticalCurvedList"/>
    <dgm:cxn modelId="{F934BDBF-6A15-46C3-ABBE-776EB906027E}" type="presParOf" srcId="{D7B92A48-788E-4668-B0CD-A4A19069A048}" destId="{34666A2F-C4E2-464E-89E6-CAE87A370345}" srcOrd="0" destOrd="0" presId="urn:microsoft.com/office/officeart/2008/layout/VerticalCurvedList"/>
    <dgm:cxn modelId="{4F3D4CF4-A863-49C4-A517-82DE9A6BBF4F}" type="presParOf" srcId="{F9D4C486-477F-442C-9121-BC3073FB3EAF}" destId="{A78A2D9B-C7C1-434F-922F-DBFCFDC68BB8}" srcOrd="5" destOrd="0" presId="urn:microsoft.com/office/officeart/2008/layout/VerticalCurvedList"/>
    <dgm:cxn modelId="{43F0EB81-8E55-4900-A6A4-591E475E75D9}" type="presParOf" srcId="{F9D4C486-477F-442C-9121-BC3073FB3EAF}" destId="{BCD7AA6B-B9D7-43B6-AEF5-5E352F834257}" srcOrd="6" destOrd="0" presId="urn:microsoft.com/office/officeart/2008/layout/VerticalCurvedList"/>
    <dgm:cxn modelId="{CF6679BF-FBDE-492F-AA33-9C5C79B1AC37}" type="presParOf" srcId="{BCD7AA6B-B9D7-43B6-AEF5-5E352F834257}" destId="{C5BE97C1-C8EA-461D-9063-B496BC829AD4}" srcOrd="0" destOrd="0" presId="urn:microsoft.com/office/officeart/2008/layout/VerticalCurvedList"/>
    <dgm:cxn modelId="{E905673A-6902-4581-B7F9-31D78B858955}" type="presParOf" srcId="{F9D4C486-477F-442C-9121-BC3073FB3EAF}" destId="{86C5A955-AFB2-4135-B781-D3D9D2AA91E8}" srcOrd="7" destOrd="0" presId="urn:microsoft.com/office/officeart/2008/layout/VerticalCurvedList"/>
    <dgm:cxn modelId="{B121AE0C-8A22-40FB-B46D-6EA851FD376D}" type="presParOf" srcId="{F9D4C486-477F-442C-9121-BC3073FB3EAF}" destId="{77B542DD-8749-4E31-BD0F-E77DE35138F2}" srcOrd="8" destOrd="0" presId="urn:microsoft.com/office/officeart/2008/layout/VerticalCurvedList"/>
    <dgm:cxn modelId="{A7889A1B-06CE-43B3-97DE-DFB562DFB4E0}" type="presParOf" srcId="{77B542DD-8749-4E31-BD0F-E77DE35138F2}" destId="{6CD48F4D-2526-4D49-B6F6-DCD581E8DE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0424A40-24AD-4146-9725-CBC464BC2D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C8A2B2-290D-48F3-AD76-4A6FE50EFE93}">
      <dgm:prSet/>
      <dgm:spPr/>
      <dgm:t>
        <a:bodyPr/>
        <a:lstStyle/>
        <a:p>
          <a:r>
            <a:rPr lang="uk-UA"/>
            <a:t>Хотинської фортеці.</a:t>
          </a:r>
        </a:p>
      </dgm:t>
    </dgm:pt>
    <dgm:pt modelId="{2A3BE31E-A72A-4230-BA83-04D856F797D9}" type="parTrans" cxnId="{00E1B489-FBAA-42F3-BFD4-84C2243DBE15}">
      <dgm:prSet/>
      <dgm:spPr/>
      <dgm:t>
        <a:bodyPr/>
        <a:lstStyle/>
        <a:p>
          <a:endParaRPr lang="uk-UA"/>
        </a:p>
      </dgm:t>
    </dgm:pt>
    <dgm:pt modelId="{D3B47EEC-3D10-4917-A992-FD476A7FF33E}" type="sibTrans" cxnId="{00E1B489-FBAA-42F3-BFD4-84C2243DBE15}">
      <dgm:prSet/>
      <dgm:spPr/>
      <dgm:t>
        <a:bodyPr/>
        <a:lstStyle/>
        <a:p>
          <a:endParaRPr lang="uk-UA"/>
        </a:p>
      </dgm:t>
    </dgm:pt>
    <dgm:pt modelId="{C700C03F-3AF7-459B-8378-F529BE7CC482}">
      <dgm:prSet/>
      <dgm:spPr/>
      <dgm:t>
        <a:bodyPr/>
        <a:lstStyle/>
        <a:p>
          <a:r>
            <a:rPr lang="uk-UA" dirty="0" err="1"/>
            <a:t>Меджибізького</a:t>
          </a:r>
          <a:r>
            <a:rPr lang="uk-UA" dirty="0"/>
            <a:t> замку.</a:t>
          </a:r>
        </a:p>
      </dgm:t>
    </dgm:pt>
    <dgm:pt modelId="{1EC84AF3-00C1-422F-8629-280F2736A264}" type="parTrans" cxnId="{5F717EFD-10C9-49C5-86AB-069A266018A9}">
      <dgm:prSet/>
      <dgm:spPr/>
      <dgm:t>
        <a:bodyPr/>
        <a:lstStyle/>
        <a:p>
          <a:endParaRPr lang="uk-UA"/>
        </a:p>
      </dgm:t>
    </dgm:pt>
    <dgm:pt modelId="{1E20930D-723A-4804-AE31-DB2CD67A6624}" type="sibTrans" cxnId="{5F717EFD-10C9-49C5-86AB-069A266018A9}">
      <dgm:prSet/>
      <dgm:spPr/>
      <dgm:t>
        <a:bodyPr/>
        <a:lstStyle/>
        <a:p>
          <a:endParaRPr lang="uk-UA"/>
        </a:p>
      </dgm:t>
    </dgm:pt>
    <dgm:pt modelId="{79B0EFF9-9D93-4F09-8D47-17B73E784AAC}">
      <dgm:prSet/>
      <dgm:spPr/>
      <dgm:t>
        <a:bodyPr/>
        <a:lstStyle/>
        <a:p>
          <a:r>
            <a:rPr lang="uk-UA"/>
            <a:t>Острозького замку.</a:t>
          </a:r>
        </a:p>
      </dgm:t>
    </dgm:pt>
    <dgm:pt modelId="{B2DF3508-4523-4500-8723-4F5323169DB8}" type="parTrans" cxnId="{D04F2FBA-A42C-4BA6-B688-8A2EBC7E5088}">
      <dgm:prSet/>
      <dgm:spPr/>
      <dgm:t>
        <a:bodyPr/>
        <a:lstStyle/>
        <a:p>
          <a:endParaRPr lang="uk-UA"/>
        </a:p>
      </dgm:t>
    </dgm:pt>
    <dgm:pt modelId="{C57D8143-3799-4E17-A79E-36271703A48D}" type="sibTrans" cxnId="{D04F2FBA-A42C-4BA6-B688-8A2EBC7E5088}">
      <dgm:prSet/>
      <dgm:spPr/>
      <dgm:t>
        <a:bodyPr/>
        <a:lstStyle/>
        <a:p>
          <a:endParaRPr lang="uk-UA"/>
        </a:p>
      </dgm:t>
    </dgm:pt>
    <dgm:pt modelId="{99A84587-9BEA-4446-A8F1-D0694FE8E050}">
      <dgm:prSet/>
      <dgm:spPr/>
      <dgm:t>
        <a:bodyPr/>
        <a:lstStyle/>
        <a:p>
          <a:r>
            <a:rPr lang="uk-UA" dirty="0"/>
            <a:t>Кам’янець-Подільської фортеці.</a:t>
          </a:r>
        </a:p>
      </dgm:t>
    </dgm:pt>
    <dgm:pt modelId="{6C651F17-7AAD-4256-A01C-39DB97447EC6}" type="parTrans" cxnId="{B10DB7F1-B392-4E69-BA4A-AB0A43F05EFD}">
      <dgm:prSet/>
      <dgm:spPr/>
      <dgm:t>
        <a:bodyPr/>
        <a:lstStyle/>
        <a:p>
          <a:endParaRPr lang="uk-UA"/>
        </a:p>
      </dgm:t>
    </dgm:pt>
    <dgm:pt modelId="{37AAFF9D-692A-4452-96F0-281493440526}" type="sibTrans" cxnId="{B10DB7F1-B392-4E69-BA4A-AB0A43F05EFD}">
      <dgm:prSet/>
      <dgm:spPr/>
      <dgm:t>
        <a:bodyPr/>
        <a:lstStyle/>
        <a:p>
          <a:endParaRPr lang="uk-UA"/>
        </a:p>
      </dgm:t>
    </dgm:pt>
    <dgm:pt modelId="{F3EA11D1-8BB7-4675-ADFC-8DF1B86D53F5}" type="pres">
      <dgm:prSet presAssocID="{B0424A40-24AD-4146-9725-CBC464BC2D6B}" presName="linear" presStyleCnt="0">
        <dgm:presLayoutVars>
          <dgm:animLvl val="lvl"/>
          <dgm:resizeHandles val="exact"/>
        </dgm:presLayoutVars>
      </dgm:prSet>
      <dgm:spPr/>
    </dgm:pt>
    <dgm:pt modelId="{A411EE9D-02DE-44F6-B516-CFBA2F0F6071}" type="pres">
      <dgm:prSet presAssocID="{02C8A2B2-290D-48F3-AD76-4A6FE50EFE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D6512A-370E-43E5-881C-6F305FB8BF0E}" type="pres">
      <dgm:prSet presAssocID="{D3B47EEC-3D10-4917-A992-FD476A7FF33E}" presName="spacer" presStyleCnt="0"/>
      <dgm:spPr/>
    </dgm:pt>
    <dgm:pt modelId="{712643EB-3381-49AC-876D-69E33C17354C}" type="pres">
      <dgm:prSet presAssocID="{C700C03F-3AF7-459B-8378-F529BE7CC4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B2FB4F-4C3E-4850-B9C5-F69B4A0C5F3E}" type="pres">
      <dgm:prSet presAssocID="{1E20930D-723A-4804-AE31-DB2CD67A6624}" presName="spacer" presStyleCnt="0"/>
      <dgm:spPr/>
    </dgm:pt>
    <dgm:pt modelId="{7FC27411-EFF2-42B3-BC0E-298A27231211}" type="pres">
      <dgm:prSet presAssocID="{79B0EFF9-9D93-4F09-8D47-17B73E784A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9380F1-D81F-4735-BAA8-C909E92FB453}" type="pres">
      <dgm:prSet presAssocID="{C57D8143-3799-4E17-A79E-36271703A48D}" presName="spacer" presStyleCnt="0"/>
      <dgm:spPr/>
    </dgm:pt>
    <dgm:pt modelId="{801B7C88-73F4-4344-B5AD-36474FA2AF1F}" type="pres">
      <dgm:prSet presAssocID="{99A84587-9BEA-4446-A8F1-D0694FE8E05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18C836-5D6E-4E51-9ECC-F856B2EB8A91}" type="presOf" srcId="{C700C03F-3AF7-459B-8378-F529BE7CC482}" destId="{712643EB-3381-49AC-876D-69E33C17354C}" srcOrd="0" destOrd="0" presId="urn:microsoft.com/office/officeart/2005/8/layout/vList2"/>
    <dgm:cxn modelId="{3387015D-3AF0-4B47-8129-82AF09C0ACC9}" type="presOf" srcId="{02C8A2B2-290D-48F3-AD76-4A6FE50EFE93}" destId="{A411EE9D-02DE-44F6-B516-CFBA2F0F6071}" srcOrd="0" destOrd="0" presId="urn:microsoft.com/office/officeart/2005/8/layout/vList2"/>
    <dgm:cxn modelId="{15A48D64-7B07-4285-98A3-549FF879C904}" type="presOf" srcId="{99A84587-9BEA-4446-A8F1-D0694FE8E050}" destId="{801B7C88-73F4-4344-B5AD-36474FA2AF1F}" srcOrd="0" destOrd="0" presId="urn:microsoft.com/office/officeart/2005/8/layout/vList2"/>
    <dgm:cxn modelId="{00E1B489-FBAA-42F3-BFD4-84C2243DBE15}" srcId="{B0424A40-24AD-4146-9725-CBC464BC2D6B}" destId="{02C8A2B2-290D-48F3-AD76-4A6FE50EFE93}" srcOrd="0" destOrd="0" parTransId="{2A3BE31E-A72A-4230-BA83-04D856F797D9}" sibTransId="{D3B47EEC-3D10-4917-A992-FD476A7FF33E}"/>
    <dgm:cxn modelId="{D04F2FBA-A42C-4BA6-B688-8A2EBC7E5088}" srcId="{B0424A40-24AD-4146-9725-CBC464BC2D6B}" destId="{79B0EFF9-9D93-4F09-8D47-17B73E784AAC}" srcOrd="2" destOrd="0" parTransId="{B2DF3508-4523-4500-8723-4F5323169DB8}" sibTransId="{C57D8143-3799-4E17-A79E-36271703A48D}"/>
    <dgm:cxn modelId="{1E8D85C7-AE32-4295-B536-91F0FD57741A}" type="presOf" srcId="{B0424A40-24AD-4146-9725-CBC464BC2D6B}" destId="{F3EA11D1-8BB7-4675-ADFC-8DF1B86D53F5}" srcOrd="0" destOrd="0" presId="urn:microsoft.com/office/officeart/2005/8/layout/vList2"/>
    <dgm:cxn modelId="{E2E159E2-5133-4924-885B-654D7F91E371}" type="presOf" srcId="{79B0EFF9-9D93-4F09-8D47-17B73E784AAC}" destId="{7FC27411-EFF2-42B3-BC0E-298A27231211}" srcOrd="0" destOrd="0" presId="urn:microsoft.com/office/officeart/2005/8/layout/vList2"/>
    <dgm:cxn modelId="{B10DB7F1-B392-4E69-BA4A-AB0A43F05EFD}" srcId="{B0424A40-24AD-4146-9725-CBC464BC2D6B}" destId="{99A84587-9BEA-4446-A8F1-D0694FE8E050}" srcOrd="3" destOrd="0" parTransId="{6C651F17-7AAD-4256-A01C-39DB97447EC6}" sibTransId="{37AAFF9D-692A-4452-96F0-281493440526}"/>
    <dgm:cxn modelId="{5F717EFD-10C9-49C5-86AB-069A266018A9}" srcId="{B0424A40-24AD-4146-9725-CBC464BC2D6B}" destId="{C700C03F-3AF7-459B-8378-F529BE7CC482}" srcOrd="1" destOrd="0" parTransId="{1EC84AF3-00C1-422F-8629-280F2736A264}" sibTransId="{1E20930D-723A-4804-AE31-DB2CD67A6624}"/>
    <dgm:cxn modelId="{2501D32A-1370-4085-8CC4-7C9499E84AD6}" type="presParOf" srcId="{F3EA11D1-8BB7-4675-ADFC-8DF1B86D53F5}" destId="{A411EE9D-02DE-44F6-B516-CFBA2F0F6071}" srcOrd="0" destOrd="0" presId="urn:microsoft.com/office/officeart/2005/8/layout/vList2"/>
    <dgm:cxn modelId="{B509D191-8C47-4F66-A740-1573E684298C}" type="presParOf" srcId="{F3EA11D1-8BB7-4675-ADFC-8DF1B86D53F5}" destId="{47D6512A-370E-43E5-881C-6F305FB8BF0E}" srcOrd="1" destOrd="0" presId="urn:microsoft.com/office/officeart/2005/8/layout/vList2"/>
    <dgm:cxn modelId="{44339E7B-98C6-43F0-85D7-06A93873D7E8}" type="presParOf" srcId="{F3EA11D1-8BB7-4675-ADFC-8DF1B86D53F5}" destId="{712643EB-3381-49AC-876D-69E33C17354C}" srcOrd="2" destOrd="0" presId="urn:microsoft.com/office/officeart/2005/8/layout/vList2"/>
    <dgm:cxn modelId="{FDFBB236-3140-4A83-AEA5-EC2C97DE4143}" type="presParOf" srcId="{F3EA11D1-8BB7-4675-ADFC-8DF1B86D53F5}" destId="{16B2FB4F-4C3E-4850-B9C5-F69B4A0C5F3E}" srcOrd="3" destOrd="0" presId="urn:microsoft.com/office/officeart/2005/8/layout/vList2"/>
    <dgm:cxn modelId="{C303C471-4AFD-49D7-BA2A-FDCADFAC816C}" type="presParOf" srcId="{F3EA11D1-8BB7-4675-ADFC-8DF1B86D53F5}" destId="{7FC27411-EFF2-42B3-BC0E-298A27231211}" srcOrd="4" destOrd="0" presId="urn:microsoft.com/office/officeart/2005/8/layout/vList2"/>
    <dgm:cxn modelId="{7B06B8EB-A99F-4CFD-8A8D-3D88E5739511}" type="presParOf" srcId="{F3EA11D1-8BB7-4675-ADFC-8DF1B86D53F5}" destId="{CA9380F1-D81F-4735-BAA8-C909E92FB453}" srcOrd="5" destOrd="0" presId="urn:microsoft.com/office/officeart/2005/8/layout/vList2"/>
    <dgm:cxn modelId="{5E2873FF-E15F-4DF3-8F2F-6843DA2DFEFE}" type="presParOf" srcId="{F3EA11D1-8BB7-4675-ADFC-8DF1B86D53F5}" destId="{801B7C88-73F4-4344-B5AD-36474FA2AF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9DF77DC-4EDE-4C2D-B226-4B0E7EDCB3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06752FA-EB61-4F92-B6A8-FEC13CF2B814}">
      <dgm:prSet/>
      <dgm:spPr/>
      <dgm:t>
        <a:bodyPr/>
        <a:lstStyle/>
        <a:p>
          <a:r>
            <a:rPr lang="ru-RU" b="0" i="0"/>
            <a:t>Острозький замок.</a:t>
          </a:r>
          <a:endParaRPr lang="uk-UA"/>
        </a:p>
      </dgm:t>
    </dgm:pt>
    <dgm:pt modelId="{0CCB8223-D95E-4D16-A432-FEFCEE76D82F}" type="parTrans" cxnId="{1EF202F2-5881-418F-9CB1-9197CCD30837}">
      <dgm:prSet/>
      <dgm:spPr/>
      <dgm:t>
        <a:bodyPr/>
        <a:lstStyle/>
        <a:p>
          <a:endParaRPr lang="uk-UA"/>
        </a:p>
      </dgm:t>
    </dgm:pt>
    <dgm:pt modelId="{25C6B6B8-D7F7-489C-AA7E-64B234F4864B}" type="sibTrans" cxnId="{1EF202F2-5881-418F-9CB1-9197CCD30837}">
      <dgm:prSet/>
      <dgm:spPr/>
      <dgm:t>
        <a:bodyPr/>
        <a:lstStyle/>
        <a:p>
          <a:endParaRPr lang="uk-UA"/>
        </a:p>
      </dgm:t>
    </dgm:pt>
    <dgm:pt modelId="{A1039D0A-F56F-47ED-83DE-32A5810BD0C0}">
      <dgm:prSet/>
      <dgm:spPr/>
      <dgm:t>
        <a:bodyPr/>
        <a:lstStyle/>
        <a:p>
          <a:r>
            <a:rPr lang="ru-RU" b="0" i="0" dirty="0" err="1"/>
            <a:t>Генуезьку</a:t>
          </a:r>
          <a:r>
            <a:rPr lang="ru-RU" b="0" i="0" dirty="0"/>
            <a:t> </a:t>
          </a:r>
          <a:r>
            <a:rPr lang="ru-RU" b="0" i="0" dirty="0" err="1"/>
            <a:t>фортецю</a:t>
          </a:r>
          <a:r>
            <a:rPr lang="ru-RU" b="0" i="0" dirty="0"/>
            <a:t> в Судаку.</a:t>
          </a:r>
          <a:endParaRPr lang="uk-UA" dirty="0"/>
        </a:p>
      </dgm:t>
    </dgm:pt>
    <dgm:pt modelId="{292CF5C6-EC94-4DF5-B023-339A1126A3A5}" type="parTrans" cxnId="{EEC22E10-A2BE-4D8E-8D9A-C22B42890AD9}">
      <dgm:prSet/>
      <dgm:spPr/>
      <dgm:t>
        <a:bodyPr/>
        <a:lstStyle/>
        <a:p>
          <a:endParaRPr lang="uk-UA"/>
        </a:p>
      </dgm:t>
    </dgm:pt>
    <dgm:pt modelId="{1DFAEE0A-6A1B-40C6-B4F1-67346CD74427}" type="sibTrans" cxnId="{EEC22E10-A2BE-4D8E-8D9A-C22B42890AD9}">
      <dgm:prSet/>
      <dgm:spPr/>
      <dgm:t>
        <a:bodyPr/>
        <a:lstStyle/>
        <a:p>
          <a:endParaRPr lang="uk-UA"/>
        </a:p>
      </dgm:t>
    </dgm:pt>
    <dgm:pt modelId="{DCE6B28B-39D4-4747-B4AC-48C31B0913F0}">
      <dgm:prSet/>
      <dgm:spPr/>
      <dgm:t>
        <a:bodyPr/>
        <a:lstStyle/>
        <a:p>
          <a:r>
            <a:rPr lang="ru-RU" b="0" i="0" dirty="0"/>
            <a:t>замок </a:t>
          </a:r>
          <a:r>
            <a:rPr lang="ru-RU" b="0" i="0" dirty="0" err="1"/>
            <a:t>Любарта</a:t>
          </a:r>
          <a:r>
            <a:rPr lang="ru-RU" b="0" i="0" dirty="0"/>
            <a:t> в </a:t>
          </a:r>
          <a:r>
            <a:rPr lang="ru-RU" b="0" i="0" dirty="0" err="1"/>
            <a:t>Луцьку</a:t>
          </a:r>
          <a:r>
            <a:rPr lang="ru-RU" b="0" i="0" dirty="0"/>
            <a:t>.</a:t>
          </a:r>
          <a:endParaRPr lang="uk-UA" dirty="0"/>
        </a:p>
      </dgm:t>
    </dgm:pt>
    <dgm:pt modelId="{D3529FD7-2B91-4881-8F17-C48B07265170}" type="parTrans" cxnId="{B0C4C9E3-FB90-4E05-B390-1CBA6E460722}">
      <dgm:prSet/>
      <dgm:spPr/>
      <dgm:t>
        <a:bodyPr/>
        <a:lstStyle/>
        <a:p>
          <a:endParaRPr lang="uk-UA"/>
        </a:p>
      </dgm:t>
    </dgm:pt>
    <dgm:pt modelId="{A998F5B1-0B0B-4058-AF72-189DF114E73B}" type="sibTrans" cxnId="{B0C4C9E3-FB90-4E05-B390-1CBA6E460722}">
      <dgm:prSet/>
      <dgm:spPr/>
      <dgm:t>
        <a:bodyPr/>
        <a:lstStyle/>
        <a:p>
          <a:endParaRPr lang="uk-UA"/>
        </a:p>
      </dgm:t>
    </dgm:pt>
    <dgm:pt modelId="{7712E6AC-3F4F-42A3-BB5B-C050CFE215F8}">
      <dgm:prSet/>
      <dgm:spPr/>
      <dgm:t>
        <a:bodyPr/>
        <a:lstStyle/>
        <a:p>
          <a:r>
            <a:rPr lang="ru-RU" b="0" i="0" dirty="0" err="1"/>
            <a:t>Кам’янець-Подільську</a:t>
          </a:r>
          <a:r>
            <a:rPr lang="ru-RU" b="0" i="0" dirty="0"/>
            <a:t> </a:t>
          </a:r>
          <a:r>
            <a:rPr lang="ru-RU" b="0" i="0" dirty="0" err="1"/>
            <a:t>фортецю</a:t>
          </a:r>
          <a:r>
            <a:rPr lang="ru-RU" b="0" i="0" dirty="0"/>
            <a:t>.</a:t>
          </a:r>
          <a:endParaRPr lang="uk-UA" dirty="0"/>
        </a:p>
      </dgm:t>
    </dgm:pt>
    <dgm:pt modelId="{8661DC71-C525-4898-8A7C-F81045600856}" type="parTrans" cxnId="{A5460CDC-BF3C-4F9D-9DC3-2B9451A1CDA1}">
      <dgm:prSet/>
      <dgm:spPr/>
      <dgm:t>
        <a:bodyPr/>
        <a:lstStyle/>
        <a:p>
          <a:endParaRPr lang="uk-UA"/>
        </a:p>
      </dgm:t>
    </dgm:pt>
    <dgm:pt modelId="{A53F83F7-D621-4CFB-8E8B-9846B3BC04A2}" type="sibTrans" cxnId="{A5460CDC-BF3C-4F9D-9DC3-2B9451A1CDA1}">
      <dgm:prSet/>
      <dgm:spPr/>
      <dgm:t>
        <a:bodyPr/>
        <a:lstStyle/>
        <a:p>
          <a:endParaRPr lang="uk-UA"/>
        </a:p>
      </dgm:t>
    </dgm:pt>
    <dgm:pt modelId="{879FB838-0989-46E2-9C55-1C2799BD983D}" type="pres">
      <dgm:prSet presAssocID="{E9DF77DC-4EDE-4C2D-B226-4B0E7EDCB371}" presName="linear" presStyleCnt="0">
        <dgm:presLayoutVars>
          <dgm:animLvl val="lvl"/>
          <dgm:resizeHandles val="exact"/>
        </dgm:presLayoutVars>
      </dgm:prSet>
      <dgm:spPr/>
    </dgm:pt>
    <dgm:pt modelId="{AEB1ED36-C24B-4B31-9379-98FA84C9776D}" type="pres">
      <dgm:prSet presAssocID="{E06752FA-EB61-4F92-B6A8-FEC13CF2B8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3C30DDC-351F-4DF5-AED5-8448D1B744CA}" type="pres">
      <dgm:prSet presAssocID="{25C6B6B8-D7F7-489C-AA7E-64B234F4864B}" presName="spacer" presStyleCnt="0"/>
      <dgm:spPr/>
    </dgm:pt>
    <dgm:pt modelId="{6865A5FE-CCFF-44CF-BBEB-D5DD8E1ED7A0}" type="pres">
      <dgm:prSet presAssocID="{A1039D0A-F56F-47ED-83DE-32A5810BD0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E7E10-B198-49B0-8A7A-B6C65A694092}" type="pres">
      <dgm:prSet presAssocID="{1DFAEE0A-6A1B-40C6-B4F1-67346CD74427}" presName="spacer" presStyleCnt="0"/>
      <dgm:spPr/>
    </dgm:pt>
    <dgm:pt modelId="{D31C2035-CDFF-4374-89DC-3343322EC6F7}" type="pres">
      <dgm:prSet presAssocID="{DCE6B28B-39D4-4747-B4AC-48C31B0913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6971CD-5433-42A3-BC65-ADD05EDB634B}" type="pres">
      <dgm:prSet presAssocID="{A998F5B1-0B0B-4058-AF72-189DF114E73B}" presName="spacer" presStyleCnt="0"/>
      <dgm:spPr/>
    </dgm:pt>
    <dgm:pt modelId="{4E3ADFCD-C7B3-445F-953B-0FC4EC5AE7D1}" type="pres">
      <dgm:prSet presAssocID="{7712E6AC-3F4F-42A3-BB5B-C050CFE215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EC22E10-A2BE-4D8E-8D9A-C22B42890AD9}" srcId="{E9DF77DC-4EDE-4C2D-B226-4B0E7EDCB371}" destId="{A1039D0A-F56F-47ED-83DE-32A5810BD0C0}" srcOrd="1" destOrd="0" parTransId="{292CF5C6-EC94-4DF5-B023-339A1126A3A5}" sibTransId="{1DFAEE0A-6A1B-40C6-B4F1-67346CD74427}"/>
    <dgm:cxn modelId="{5E39C22E-C33A-4A7B-80DF-B31B650EB528}" type="presOf" srcId="{7712E6AC-3F4F-42A3-BB5B-C050CFE215F8}" destId="{4E3ADFCD-C7B3-445F-953B-0FC4EC5AE7D1}" srcOrd="0" destOrd="0" presId="urn:microsoft.com/office/officeart/2005/8/layout/vList2"/>
    <dgm:cxn modelId="{C3C8F453-2417-404F-9159-FD38EA78949E}" type="presOf" srcId="{A1039D0A-F56F-47ED-83DE-32A5810BD0C0}" destId="{6865A5FE-CCFF-44CF-BBEB-D5DD8E1ED7A0}" srcOrd="0" destOrd="0" presId="urn:microsoft.com/office/officeart/2005/8/layout/vList2"/>
    <dgm:cxn modelId="{6036AF85-0C8D-4205-B5A8-DD2E4D0F244D}" type="presOf" srcId="{E9DF77DC-4EDE-4C2D-B226-4B0E7EDCB371}" destId="{879FB838-0989-46E2-9C55-1C2799BD983D}" srcOrd="0" destOrd="0" presId="urn:microsoft.com/office/officeart/2005/8/layout/vList2"/>
    <dgm:cxn modelId="{4390FB92-4C9A-4D6A-B277-E5E7AA595369}" type="presOf" srcId="{E06752FA-EB61-4F92-B6A8-FEC13CF2B814}" destId="{AEB1ED36-C24B-4B31-9379-98FA84C9776D}" srcOrd="0" destOrd="0" presId="urn:microsoft.com/office/officeart/2005/8/layout/vList2"/>
    <dgm:cxn modelId="{307471B9-C13F-409B-A41D-5E57C02FE0E5}" type="presOf" srcId="{DCE6B28B-39D4-4747-B4AC-48C31B0913F0}" destId="{D31C2035-CDFF-4374-89DC-3343322EC6F7}" srcOrd="0" destOrd="0" presId="urn:microsoft.com/office/officeart/2005/8/layout/vList2"/>
    <dgm:cxn modelId="{A5460CDC-BF3C-4F9D-9DC3-2B9451A1CDA1}" srcId="{E9DF77DC-4EDE-4C2D-B226-4B0E7EDCB371}" destId="{7712E6AC-3F4F-42A3-BB5B-C050CFE215F8}" srcOrd="3" destOrd="0" parTransId="{8661DC71-C525-4898-8A7C-F81045600856}" sibTransId="{A53F83F7-D621-4CFB-8E8B-9846B3BC04A2}"/>
    <dgm:cxn modelId="{B0C4C9E3-FB90-4E05-B390-1CBA6E460722}" srcId="{E9DF77DC-4EDE-4C2D-B226-4B0E7EDCB371}" destId="{DCE6B28B-39D4-4747-B4AC-48C31B0913F0}" srcOrd="2" destOrd="0" parTransId="{D3529FD7-2B91-4881-8F17-C48B07265170}" sibTransId="{A998F5B1-0B0B-4058-AF72-189DF114E73B}"/>
    <dgm:cxn modelId="{1EF202F2-5881-418F-9CB1-9197CCD30837}" srcId="{E9DF77DC-4EDE-4C2D-B226-4B0E7EDCB371}" destId="{E06752FA-EB61-4F92-B6A8-FEC13CF2B814}" srcOrd="0" destOrd="0" parTransId="{0CCB8223-D95E-4D16-A432-FEFCEE76D82F}" sibTransId="{25C6B6B8-D7F7-489C-AA7E-64B234F4864B}"/>
    <dgm:cxn modelId="{365C292B-8B6C-45F3-A6EC-F51B4F71B65F}" type="presParOf" srcId="{879FB838-0989-46E2-9C55-1C2799BD983D}" destId="{AEB1ED36-C24B-4B31-9379-98FA84C9776D}" srcOrd="0" destOrd="0" presId="urn:microsoft.com/office/officeart/2005/8/layout/vList2"/>
    <dgm:cxn modelId="{7831B82C-C078-41CB-A76F-45DE15A1C823}" type="presParOf" srcId="{879FB838-0989-46E2-9C55-1C2799BD983D}" destId="{F3C30DDC-351F-4DF5-AED5-8448D1B744CA}" srcOrd="1" destOrd="0" presId="urn:microsoft.com/office/officeart/2005/8/layout/vList2"/>
    <dgm:cxn modelId="{04E63568-236F-432E-8E74-8DD1C71F39D4}" type="presParOf" srcId="{879FB838-0989-46E2-9C55-1C2799BD983D}" destId="{6865A5FE-CCFF-44CF-BBEB-D5DD8E1ED7A0}" srcOrd="2" destOrd="0" presId="urn:microsoft.com/office/officeart/2005/8/layout/vList2"/>
    <dgm:cxn modelId="{9AD22D58-E96C-4B0C-8B32-7CE524CFFC0A}" type="presParOf" srcId="{879FB838-0989-46E2-9C55-1C2799BD983D}" destId="{86BE7E10-B198-49B0-8A7A-B6C65A694092}" srcOrd="3" destOrd="0" presId="urn:microsoft.com/office/officeart/2005/8/layout/vList2"/>
    <dgm:cxn modelId="{136FE921-DACC-43E3-B916-24023610E982}" type="presParOf" srcId="{879FB838-0989-46E2-9C55-1C2799BD983D}" destId="{D31C2035-CDFF-4374-89DC-3343322EC6F7}" srcOrd="4" destOrd="0" presId="urn:microsoft.com/office/officeart/2005/8/layout/vList2"/>
    <dgm:cxn modelId="{EA585092-9677-499F-89A8-0ADF82A283FF}" type="presParOf" srcId="{879FB838-0989-46E2-9C55-1C2799BD983D}" destId="{546971CD-5433-42A3-BC65-ADD05EDB634B}" srcOrd="5" destOrd="0" presId="urn:microsoft.com/office/officeart/2005/8/layout/vList2"/>
    <dgm:cxn modelId="{71CAF027-B928-463D-981A-D17F9FC2749C}" type="presParOf" srcId="{879FB838-0989-46E2-9C55-1C2799BD983D}" destId="{4E3ADFCD-C7B3-445F-953B-0FC4EC5AE7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B3F354D-392B-4302-9FAA-9DAD1680B5C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73FC2CA-6676-4205-AFC3-A1398E12E864}">
      <dgm:prSet/>
      <dgm:spPr/>
      <dgm:t>
        <a:bodyPr/>
        <a:lstStyle/>
        <a:p>
          <a:r>
            <a:rPr lang="uk-UA" b="0" i="0" dirty="0"/>
            <a:t>Волині.</a:t>
          </a:r>
          <a:endParaRPr lang="uk-UA" dirty="0"/>
        </a:p>
      </dgm:t>
    </dgm:pt>
    <dgm:pt modelId="{6B0D7956-28B0-47F9-B31B-96EBC7C81BEA}" type="parTrans" cxnId="{F286DEAB-F641-4EBE-938D-C8D59AAE6B90}">
      <dgm:prSet/>
      <dgm:spPr/>
      <dgm:t>
        <a:bodyPr/>
        <a:lstStyle/>
        <a:p>
          <a:endParaRPr lang="uk-UA"/>
        </a:p>
      </dgm:t>
    </dgm:pt>
    <dgm:pt modelId="{18781417-3922-432D-A5F3-05758C9238C1}" type="sibTrans" cxnId="{F286DEAB-F641-4EBE-938D-C8D59AAE6B90}">
      <dgm:prSet/>
      <dgm:spPr/>
      <dgm:t>
        <a:bodyPr/>
        <a:lstStyle/>
        <a:p>
          <a:endParaRPr lang="uk-UA"/>
        </a:p>
      </dgm:t>
    </dgm:pt>
    <dgm:pt modelId="{ED933173-5D84-470D-ADE5-311099CF36C4}">
      <dgm:prSet/>
      <dgm:spPr/>
      <dgm:t>
        <a:bodyPr/>
        <a:lstStyle/>
        <a:p>
          <a:r>
            <a:rPr lang="uk-UA" b="0" i="0"/>
            <a:t>Закарпаття.</a:t>
          </a:r>
          <a:endParaRPr lang="uk-UA"/>
        </a:p>
      </dgm:t>
    </dgm:pt>
    <dgm:pt modelId="{947C53DF-CDCA-4401-94E6-DF143B9B678C}" type="parTrans" cxnId="{9F6F4BE4-797B-4E7A-8FB4-00A358648404}">
      <dgm:prSet/>
      <dgm:spPr/>
      <dgm:t>
        <a:bodyPr/>
        <a:lstStyle/>
        <a:p>
          <a:endParaRPr lang="uk-UA"/>
        </a:p>
      </dgm:t>
    </dgm:pt>
    <dgm:pt modelId="{91BD8CBE-56D9-4908-8955-71DFD87DA7FF}" type="sibTrans" cxnId="{9F6F4BE4-797B-4E7A-8FB4-00A358648404}">
      <dgm:prSet/>
      <dgm:spPr/>
      <dgm:t>
        <a:bodyPr/>
        <a:lstStyle/>
        <a:p>
          <a:endParaRPr lang="uk-UA"/>
        </a:p>
      </dgm:t>
    </dgm:pt>
    <dgm:pt modelId="{33413C87-8D3A-4C3C-866F-E2AEA592064D}">
      <dgm:prSet/>
      <dgm:spPr/>
      <dgm:t>
        <a:bodyPr/>
        <a:lstStyle/>
        <a:p>
          <a:r>
            <a:rPr lang="uk-UA" b="0" i="0" dirty="0"/>
            <a:t>Галичини.</a:t>
          </a:r>
          <a:endParaRPr lang="uk-UA" dirty="0"/>
        </a:p>
      </dgm:t>
    </dgm:pt>
    <dgm:pt modelId="{6998BD29-1C7B-4153-ACA6-FEFFB94CDFA3}" type="parTrans" cxnId="{A0432716-FE1B-4CA0-8D32-3146E4880689}">
      <dgm:prSet/>
      <dgm:spPr/>
      <dgm:t>
        <a:bodyPr/>
        <a:lstStyle/>
        <a:p>
          <a:endParaRPr lang="uk-UA"/>
        </a:p>
      </dgm:t>
    </dgm:pt>
    <dgm:pt modelId="{BA103D5D-9A71-4EE3-8FFA-889EE9248743}" type="sibTrans" cxnId="{A0432716-FE1B-4CA0-8D32-3146E4880689}">
      <dgm:prSet/>
      <dgm:spPr/>
      <dgm:t>
        <a:bodyPr/>
        <a:lstStyle/>
        <a:p>
          <a:endParaRPr lang="uk-UA"/>
        </a:p>
      </dgm:t>
    </dgm:pt>
    <dgm:pt modelId="{5739D6C2-3800-4BC0-89A0-E12F55AD4FB1}">
      <dgm:prSet/>
      <dgm:spPr/>
      <dgm:t>
        <a:bodyPr/>
        <a:lstStyle/>
        <a:p>
          <a:r>
            <a:rPr lang="uk-UA" b="0" i="0" dirty="0"/>
            <a:t>Буковини.</a:t>
          </a:r>
          <a:endParaRPr lang="uk-UA" dirty="0"/>
        </a:p>
      </dgm:t>
    </dgm:pt>
    <dgm:pt modelId="{F0A7768B-26FB-412E-9ABC-F99D85366924}" type="parTrans" cxnId="{478C9852-5775-4195-A6F4-B963ABCE2748}">
      <dgm:prSet/>
      <dgm:spPr/>
      <dgm:t>
        <a:bodyPr/>
        <a:lstStyle/>
        <a:p>
          <a:endParaRPr lang="uk-UA"/>
        </a:p>
      </dgm:t>
    </dgm:pt>
    <dgm:pt modelId="{34064BFF-171A-41C4-9CDB-E0E71E6592BE}" type="sibTrans" cxnId="{478C9852-5775-4195-A6F4-B963ABCE2748}">
      <dgm:prSet/>
      <dgm:spPr/>
      <dgm:t>
        <a:bodyPr/>
        <a:lstStyle/>
        <a:p>
          <a:endParaRPr lang="uk-UA"/>
        </a:p>
      </dgm:t>
    </dgm:pt>
    <dgm:pt modelId="{666B4153-19FE-4983-98FD-36236FC05AFF}" type="pres">
      <dgm:prSet presAssocID="{1B3F354D-392B-4302-9FAA-9DAD1680B5C7}" presName="matrix" presStyleCnt="0">
        <dgm:presLayoutVars>
          <dgm:chMax val="1"/>
          <dgm:dir/>
          <dgm:resizeHandles val="exact"/>
        </dgm:presLayoutVars>
      </dgm:prSet>
      <dgm:spPr/>
    </dgm:pt>
    <dgm:pt modelId="{89068A87-E1AE-452B-A373-F788197ED1A9}" type="pres">
      <dgm:prSet presAssocID="{1B3F354D-392B-4302-9FAA-9DAD1680B5C7}" presName="diamond" presStyleLbl="bgShp" presStyleIdx="0" presStyleCnt="1"/>
      <dgm:spPr/>
    </dgm:pt>
    <dgm:pt modelId="{611A517E-2D50-4D1B-84D0-5A4F45504376}" type="pres">
      <dgm:prSet presAssocID="{1B3F354D-392B-4302-9FAA-9DAD1680B5C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7B86870-E946-4173-8D19-012A008F8208}" type="pres">
      <dgm:prSet presAssocID="{1B3F354D-392B-4302-9FAA-9DAD1680B5C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588EB64-4841-4730-87CB-3EDA1E0DB0C3}" type="pres">
      <dgm:prSet presAssocID="{1B3F354D-392B-4302-9FAA-9DAD1680B5C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CFF1D1B-F731-4A19-8CCF-77AE32650ACA}" type="pres">
      <dgm:prSet presAssocID="{1B3F354D-392B-4302-9FAA-9DAD1680B5C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CE4D414-5DA5-48B2-B6C4-EEA149D1E56B}" type="presOf" srcId="{ED933173-5D84-470D-ADE5-311099CF36C4}" destId="{A7B86870-E946-4173-8D19-012A008F8208}" srcOrd="0" destOrd="0" presId="urn:microsoft.com/office/officeart/2005/8/layout/matrix3"/>
    <dgm:cxn modelId="{A0432716-FE1B-4CA0-8D32-3146E4880689}" srcId="{1B3F354D-392B-4302-9FAA-9DAD1680B5C7}" destId="{33413C87-8D3A-4C3C-866F-E2AEA592064D}" srcOrd="2" destOrd="0" parTransId="{6998BD29-1C7B-4153-ACA6-FEFFB94CDFA3}" sibTransId="{BA103D5D-9A71-4EE3-8FFA-889EE9248743}"/>
    <dgm:cxn modelId="{37F5CC61-D142-46CA-A707-4695507624FC}" type="presOf" srcId="{33413C87-8D3A-4C3C-866F-E2AEA592064D}" destId="{3588EB64-4841-4730-87CB-3EDA1E0DB0C3}" srcOrd="0" destOrd="0" presId="urn:microsoft.com/office/officeart/2005/8/layout/matrix3"/>
    <dgm:cxn modelId="{478C9852-5775-4195-A6F4-B963ABCE2748}" srcId="{1B3F354D-392B-4302-9FAA-9DAD1680B5C7}" destId="{5739D6C2-3800-4BC0-89A0-E12F55AD4FB1}" srcOrd="3" destOrd="0" parTransId="{F0A7768B-26FB-412E-9ABC-F99D85366924}" sibTransId="{34064BFF-171A-41C4-9CDB-E0E71E6592BE}"/>
    <dgm:cxn modelId="{F286DEAB-F641-4EBE-938D-C8D59AAE6B90}" srcId="{1B3F354D-392B-4302-9FAA-9DAD1680B5C7}" destId="{973FC2CA-6676-4205-AFC3-A1398E12E864}" srcOrd="0" destOrd="0" parTransId="{6B0D7956-28B0-47F9-B31B-96EBC7C81BEA}" sibTransId="{18781417-3922-432D-A5F3-05758C9238C1}"/>
    <dgm:cxn modelId="{C48A79B4-88C4-481A-9D38-318B49B35F16}" type="presOf" srcId="{5739D6C2-3800-4BC0-89A0-E12F55AD4FB1}" destId="{2CFF1D1B-F731-4A19-8CCF-77AE32650ACA}" srcOrd="0" destOrd="0" presId="urn:microsoft.com/office/officeart/2005/8/layout/matrix3"/>
    <dgm:cxn modelId="{DAAB1DDD-6EB9-44A9-AA97-55886EB0337C}" type="presOf" srcId="{1B3F354D-392B-4302-9FAA-9DAD1680B5C7}" destId="{666B4153-19FE-4983-98FD-36236FC05AFF}" srcOrd="0" destOrd="0" presId="urn:microsoft.com/office/officeart/2005/8/layout/matrix3"/>
    <dgm:cxn modelId="{9F6F4BE4-797B-4E7A-8FB4-00A358648404}" srcId="{1B3F354D-392B-4302-9FAA-9DAD1680B5C7}" destId="{ED933173-5D84-470D-ADE5-311099CF36C4}" srcOrd="1" destOrd="0" parTransId="{947C53DF-CDCA-4401-94E6-DF143B9B678C}" sibTransId="{91BD8CBE-56D9-4908-8955-71DFD87DA7FF}"/>
    <dgm:cxn modelId="{E2E930EE-94E5-48FF-A381-07D1701E1680}" type="presOf" srcId="{973FC2CA-6676-4205-AFC3-A1398E12E864}" destId="{611A517E-2D50-4D1B-84D0-5A4F45504376}" srcOrd="0" destOrd="0" presId="urn:microsoft.com/office/officeart/2005/8/layout/matrix3"/>
    <dgm:cxn modelId="{4E8F7BAB-BD99-4A4A-8196-1B5E99AA1942}" type="presParOf" srcId="{666B4153-19FE-4983-98FD-36236FC05AFF}" destId="{89068A87-E1AE-452B-A373-F788197ED1A9}" srcOrd="0" destOrd="0" presId="urn:microsoft.com/office/officeart/2005/8/layout/matrix3"/>
    <dgm:cxn modelId="{63BE91A4-06BD-4EF6-AB6F-18F3C001B6E7}" type="presParOf" srcId="{666B4153-19FE-4983-98FD-36236FC05AFF}" destId="{611A517E-2D50-4D1B-84D0-5A4F45504376}" srcOrd="1" destOrd="0" presId="urn:microsoft.com/office/officeart/2005/8/layout/matrix3"/>
    <dgm:cxn modelId="{19BC5CCD-6E2C-4E39-8C7C-61F45AEB42D6}" type="presParOf" srcId="{666B4153-19FE-4983-98FD-36236FC05AFF}" destId="{A7B86870-E946-4173-8D19-012A008F8208}" srcOrd="2" destOrd="0" presId="urn:microsoft.com/office/officeart/2005/8/layout/matrix3"/>
    <dgm:cxn modelId="{9E92110B-DF7A-4E37-ABC4-5E68C36F7BD0}" type="presParOf" srcId="{666B4153-19FE-4983-98FD-36236FC05AFF}" destId="{3588EB64-4841-4730-87CB-3EDA1E0DB0C3}" srcOrd="3" destOrd="0" presId="urn:microsoft.com/office/officeart/2005/8/layout/matrix3"/>
    <dgm:cxn modelId="{A11EE633-3A87-4D6D-BEB7-25E3BAA79884}" type="presParOf" srcId="{666B4153-19FE-4983-98FD-36236FC05AFF}" destId="{2CFF1D1B-F731-4A19-8CCF-77AE32650AC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C901FE87-A603-4916-AB65-088775444C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67D15D-BB53-45F8-9AE2-B7830FAD4CF8}">
      <dgm:prSet/>
      <dgm:spPr/>
      <dgm:t>
        <a:bodyPr/>
        <a:lstStyle/>
        <a:p>
          <a:r>
            <a:rPr lang="uk-UA" b="0" i="0" dirty="0"/>
            <a:t>колонії Генуезької республіки в Криму.</a:t>
          </a:r>
          <a:endParaRPr lang="uk-UA" dirty="0"/>
        </a:p>
      </dgm:t>
    </dgm:pt>
    <dgm:pt modelId="{114C230E-7113-462C-896D-695A8370690B}" type="parTrans" cxnId="{4A3E414E-4826-45C2-94DE-05A24B18FBEE}">
      <dgm:prSet/>
      <dgm:spPr/>
      <dgm:t>
        <a:bodyPr/>
        <a:lstStyle/>
        <a:p>
          <a:endParaRPr lang="uk-UA"/>
        </a:p>
      </dgm:t>
    </dgm:pt>
    <dgm:pt modelId="{95835B02-675A-476B-BD90-DD1ADAF09C6F}" type="sibTrans" cxnId="{4A3E414E-4826-45C2-94DE-05A24B18FBEE}">
      <dgm:prSet/>
      <dgm:spPr/>
      <dgm:t>
        <a:bodyPr/>
        <a:lstStyle/>
        <a:p>
          <a:endParaRPr lang="uk-UA"/>
        </a:p>
      </dgm:t>
    </dgm:pt>
    <dgm:pt modelId="{9B953B33-08F6-41F5-9A44-B4DECA7F4B14}">
      <dgm:prSet/>
      <dgm:spPr/>
      <dgm:t>
        <a:bodyPr/>
        <a:lstStyle/>
        <a:p>
          <a:r>
            <a:rPr lang="uk-UA" b="0" i="0"/>
            <a:t>маєтків сімей литовських магнатів на Волині.</a:t>
          </a:r>
          <a:endParaRPr lang="uk-UA"/>
        </a:p>
      </dgm:t>
    </dgm:pt>
    <dgm:pt modelId="{7D06CAC3-38BA-4C7D-AC59-974CE2896DB5}" type="parTrans" cxnId="{3DA76983-25E3-4D8D-A98F-2C4814AFC6B4}">
      <dgm:prSet/>
      <dgm:spPr/>
      <dgm:t>
        <a:bodyPr/>
        <a:lstStyle/>
        <a:p>
          <a:endParaRPr lang="uk-UA"/>
        </a:p>
      </dgm:t>
    </dgm:pt>
    <dgm:pt modelId="{0CBADEA2-800E-4CDD-96F4-D6E10CD6A860}" type="sibTrans" cxnId="{3DA76983-25E3-4D8D-A98F-2C4814AFC6B4}">
      <dgm:prSet/>
      <dgm:spPr/>
      <dgm:t>
        <a:bodyPr/>
        <a:lstStyle/>
        <a:p>
          <a:endParaRPr lang="uk-UA"/>
        </a:p>
      </dgm:t>
    </dgm:pt>
    <dgm:pt modelId="{9AAACBAD-A047-440D-8D49-6D1240F6942B}">
      <dgm:prSet/>
      <dgm:spPr/>
      <dgm:t>
        <a:bodyPr/>
        <a:lstStyle/>
        <a:p>
          <a:r>
            <a:rPr lang="uk-UA" b="0" i="0"/>
            <a:t>володінь Османської імперії на Буковині.</a:t>
          </a:r>
          <a:endParaRPr lang="uk-UA"/>
        </a:p>
      </dgm:t>
    </dgm:pt>
    <dgm:pt modelId="{DA115AD0-BEC8-48EC-BC42-7EA4A2718E12}" type="parTrans" cxnId="{708C950E-9A89-45F4-928C-C05359E2BC30}">
      <dgm:prSet/>
      <dgm:spPr/>
      <dgm:t>
        <a:bodyPr/>
        <a:lstStyle/>
        <a:p>
          <a:endParaRPr lang="uk-UA"/>
        </a:p>
      </dgm:t>
    </dgm:pt>
    <dgm:pt modelId="{1861D97F-44D9-4355-81E3-7952347FCF21}" type="sibTrans" cxnId="{708C950E-9A89-45F4-928C-C05359E2BC30}">
      <dgm:prSet/>
      <dgm:spPr/>
      <dgm:t>
        <a:bodyPr/>
        <a:lstStyle/>
        <a:p>
          <a:endParaRPr lang="uk-UA"/>
        </a:p>
      </dgm:t>
    </dgm:pt>
    <dgm:pt modelId="{1DDB15E6-0998-4BD0-9ED4-C7CBCEDFBAD9}">
      <dgm:prSet/>
      <dgm:spPr/>
      <dgm:t>
        <a:bodyPr/>
        <a:lstStyle/>
        <a:p>
          <a:r>
            <a:rPr lang="uk-UA" b="0" i="0" dirty="0"/>
            <a:t>земель польської шляхти на Поділлі.</a:t>
          </a:r>
          <a:endParaRPr lang="uk-UA" dirty="0"/>
        </a:p>
      </dgm:t>
    </dgm:pt>
    <dgm:pt modelId="{20FB61D0-BEE6-400C-AB03-665C9F2BDF65}" type="parTrans" cxnId="{6A14E599-C9F3-4E5C-85E2-47404DA87ACC}">
      <dgm:prSet/>
      <dgm:spPr/>
      <dgm:t>
        <a:bodyPr/>
        <a:lstStyle/>
        <a:p>
          <a:endParaRPr lang="uk-UA"/>
        </a:p>
      </dgm:t>
    </dgm:pt>
    <dgm:pt modelId="{B79F0C51-3B76-433F-B2F5-B3CDAC593C0B}" type="sibTrans" cxnId="{6A14E599-C9F3-4E5C-85E2-47404DA87ACC}">
      <dgm:prSet/>
      <dgm:spPr/>
      <dgm:t>
        <a:bodyPr/>
        <a:lstStyle/>
        <a:p>
          <a:endParaRPr lang="uk-UA"/>
        </a:p>
      </dgm:t>
    </dgm:pt>
    <dgm:pt modelId="{28B3CEC8-633D-43C1-BC8F-83FFB88BB16D}" type="pres">
      <dgm:prSet presAssocID="{C901FE87-A603-4916-AB65-088775444C97}" presName="linear" presStyleCnt="0">
        <dgm:presLayoutVars>
          <dgm:animLvl val="lvl"/>
          <dgm:resizeHandles val="exact"/>
        </dgm:presLayoutVars>
      </dgm:prSet>
      <dgm:spPr/>
    </dgm:pt>
    <dgm:pt modelId="{8B802B67-F051-43A0-9255-D911C1207BAE}" type="pres">
      <dgm:prSet presAssocID="{2867D15D-BB53-45F8-9AE2-B7830FAD4C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BCBDC1-9A9B-4EA8-B99A-4E11D6EA845D}" type="pres">
      <dgm:prSet presAssocID="{95835B02-675A-476B-BD90-DD1ADAF09C6F}" presName="spacer" presStyleCnt="0"/>
      <dgm:spPr/>
    </dgm:pt>
    <dgm:pt modelId="{09E4E575-F33E-4FF4-90C5-A0A9C5491F1D}" type="pres">
      <dgm:prSet presAssocID="{9B953B33-08F6-41F5-9A44-B4DECA7F4B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59D7A2-90A5-4E08-AC91-C9DCCAE03A10}" type="pres">
      <dgm:prSet presAssocID="{0CBADEA2-800E-4CDD-96F4-D6E10CD6A860}" presName="spacer" presStyleCnt="0"/>
      <dgm:spPr/>
    </dgm:pt>
    <dgm:pt modelId="{0A57B8DA-9CC2-48E4-9323-EF684AD7816A}" type="pres">
      <dgm:prSet presAssocID="{9AAACBAD-A047-440D-8D49-6D1240F694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220D1A-DE9B-41AA-B1D1-A334F019D0A7}" type="pres">
      <dgm:prSet presAssocID="{1861D97F-44D9-4355-81E3-7952347FCF21}" presName="spacer" presStyleCnt="0"/>
      <dgm:spPr/>
    </dgm:pt>
    <dgm:pt modelId="{6E0CC515-33B9-4043-99CF-9DDA7B2FA24F}" type="pres">
      <dgm:prSet presAssocID="{1DDB15E6-0998-4BD0-9ED4-C7CBCEDFBA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AE9D01-3843-45F8-9EB8-A0099408A240}" type="presOf" srcId="{9AAACBAD-A047-440D-8D49-6D1240F6942B}" destId="{0A57B8DA-9CC2-48E4-9323-EF684AD7816A}" srcOrd="0" destOrd="0" presId="urn:microsoft.com/office/officeart/2005/8/layout/vList2"/>
    <dgm:cxn modelId="{708C950E-9A89-45F4-928C-C05359E2BC30}" srcId="{C901FE87-A603-4916-AB65-088775444C97}" destId="{9AAACBAD-A047-440D-8D49-6D1240F6942B}" srcOrd="2" destOrd="0" parTransId="{DA115AD0-BEC8-48EC-BC42-7EA4A2718E12}" sibTransId="{1861D97F-44D9-4355-81E3-7952347FCF21}"/>
    <dgm:cxn modelId="{0BB0692C-0E90-451F-BEDF-B7CAD8C7CD63}" type="presOf" srcId="{1DDB15E6-0998-4BD0-9ED4-C7CBCEDFBAD9}" destId="{6E0CC515-33B9-4043-99CF-9DDA7B2FA24F}" srcOrd="0" destOrd="0" presId="urn:microsoft.com/office/officeart/2005/8/layout/vList2"/>
    <dgm:cxn modelId="{41168A3A-09CA-4097-A178-909E912793DF}" type="presOf" srcId="{9B953B33-08F6-41F5-9A44-B4DECA7F4B14}" destId="{09E4E575-F33E-4FF4-90C5-A0A9C5491F1D}" srcOrd="0" destOrd="0" presId="urn:microsoft.com/office/officeart/2005/8/layout/vList2"/>
    <dgm:cxn modelId="{D7A47942-7742-46E9-AE53-74655E915739}" type="presOf" srcId="{2867D15D-BB53-45F8-9AE2-B7830FAD4CF8}" destId="{8B802B67-F051-43A0-9255-D911C1207BAE}" srcOrd="0" destOrd="0" presId="urn:microsoft.com/office/officeart/2005/8/layout/vList2"/>
    <dgm:cxn modelId="{BDA6A96C-3F85-4BD6-A5E9-D8DA07E65D1D}" type="presOf" srcId="{C901FE87-A603-4916-AB65-088775444C97}" destId="{28B3CEC8-633D-43C1-BC8F-83FFB88BB16D}" srcOrd="0" destOrd="0" presId="urn:microsoft.com/office/officeart/2005/8/layout/vList2"/>
    <dgm:cxn modelId="{4A3E414E-4826-45C2-94DE-05A24B18FBEE}" srcId="{C901FE87-A603-4916-AB65-088775444C97}" destId="{2867D15D-BB53-45F8-9AE2-B7830FAD4CF8}" srcOrd="0" destOrd="0" parTransId="{114C230E-7113-462C-896D-695A8370690B}" sibTransId="{95835B02-675A-476B-BD90-DD1ADAF09C6F}"/>
    <dgm:cxn modelId="{3DA76983-25E3-4D8D-A98F-2C4814AFC6B4}" srcId="{C901FE87-A603-4916-AB65-088775444C97}" destId="{9B953B33-08F6-41F5-9A44-B4DECA7F4B14}" srcOrd="1" destOrd="0" parTransId="{7D06CAC3-38BA-4C7D-AC59-974CE2896DB5}" sibTransId="{0CBADEA2-800E-4CDD-96F4-D6E10CD6A860}"/>
    <dgm:cxn modelId="{6A14E599-C9F3-4E5C-85E2-47404DA87ACC}" srcId="{C901FE87-A603-4916-AB65-088775444C97}" destId="{1DDB15E6-0998-4BD0-9ED4-C7CBCEDFBAD9}" srcOrd="3" destOrd="0" parTransId="{20FB61D0-BEE6-400C-AB03-665C9F2BDF65}" sibTransId="{B79F0C51-3B76-433F-B2F5-B3CDAC593C0B}"/>
    <dgm:cxn modelId="{F9844BF0-A180-4193-8E7C-CEF5E533A67D}" type="presParOf" srcId="{28B3CEC8-633D-43C1-BC8F-83FFB88BB16D}" destId="{8B802B67-F051-43A0-9255-D911C1207BAE}" srcOrd="0" destOrd="0" presId="urn:microsoft.com/office/officeart/2005/8/layout/vList2"/>
    <dgm:cxn modelId="{C37820F1-F095-4BBF-932E-34CE9153A320}" type="presParOf" srcId="{28B3CEC8-633D-43C1-BC8F-83FFB88BB16D}" destId="{7ABCBDC1-9A9B-4EA8-B99A-4E11D6EA845D}" srcOrd="1" destOrd="0" presId="urn:microsoft.com/office/officeart/2005/8/layout/vList2"/>
    <dgm:cxn modelId="{0B297D7B-9031-42C2-87FB-18429B40FA64}" type="presParOf" srcId="{28B3CEC8-633D-43C1-BC8F-83FFB88BB16D}" destId="{09E4E575-F33E-4FF4-90C5-A0A9C5491F1D}" srcOrd="2" destOrd="0" presId="urn:microsoft.com/office/officeart/2005/8/layout/vList2"/>
    <dgm:cxn modelId="{BD0DEC96-62A9-434C-9517-CA4684D2CDAD}" type="presParOf" srcId="{28B3CEC8-633D-43C1-BC8F-83FFB88BB16D}" destId="{F959D7A2-90A5-4E08-AC91-C9DCCAE03A10}" srcOrd="3" destOrd="0" presId="urn:microsoft.com/office/officeart/2005/8/layout/vList2"/>
    <dgm:cxn modelId="{CFAA9447-0D57-42A9-9165-242932972C66}" type="presParOf" srcId="{28B3CEC8-633D-43C1-BC8F-83FFB88BB16D}" destId="{0A57B8DA-9CC2-48E4-9323-EF684AD7816A}" srcOrd="4" destOrd="0" presId="urn:microsoft.com/office/officeart/2005/8/layout/vList2"/>
    <dgm:cxn modelId="{9C49E28E-F214-464E-B019-05E220980C51}" type="presParOf" srcId="{28B3CEC8-633D-43C1-BC8F-83FFB88BB16D}" destId="{B4220D1A-DE9B-41AA-B1D1-A334F019D0A7}" srcOrd="5" destOrd="0" presId="urn:microsoft.com/office/officeart/2005/8/layout/vList2"/>
    <dgm:cxn modelId="{1250A49C-635E-4B3C-8DB5-C49EE2915095}" type="presParOf" srcId="{28B3CEC8-633D-43C1-BC8F-83FFB88BB16D}" destId="{6E0CC515-33B9-4043-99CF-9DDA7B2FA2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2420306-6BDA-4D75-8EE6-40AB03B256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73E292-9AE3-45DC-BF47-D53AADDFB122}">
      <dgm:prSet/>
      <dgm:spPr/>
      <dgm:t>
        <a:bodyPr/>
        <a:lstStyle/>
        <a:p>
          <a:r>
            <a:rPr lang="ru-RU" b="0" i="0" dirty="0" err="1"/>
            <a:t>Київського</a:t>
          </a:r>
          <a:r>
            <a:rPr lang="ru-RU" b="0" i="0" dirty="0"/>
            <a:t> </a:t>
          </a:r>
          <a:r>
            <a:rPr lang="ru-RU" b="0" i="0" dirty="0" err="1"/>
            <a:t>університету</a:t>
          </a:r>
          <a:r>
            <a:rPr lang="ru-RU" b="0" i="0" dirty="0"/>
            <a:t>.</a:t>
          </a:r>
          <a:endParaRPr lang="uk-UA" dirty="0"/>
        </a:p>
      </dgm:t>
    </dgm:pt>
    <dgm:pt modelId="{78003EEB-C0B8-4B29-BD78-59E85B26D5A5}" type="parTrans" cxnId="{EA8E1ADA-1AB9-4321-8F4E-C26AB738DFEE}">
      <dgm:prSet/>
      <dgm:spPr/>
      <dgm:t>
        <a:bodyPr/>
        <a:lstStyle/>
        <a:p>
          <a:endParaRPr lang="uk-UA"/>
        </a:p>
      </dgm:t>
    </dgm:pt>
    <dgm:pt modelId="{7F519F81-6F57-4C55-879E-14BA1B9F80AE}" type="sibTrans" cxnId="{EA8E1ADA-1AB9-4321-8F4E-C26AB738DFEE}">
      <dgm:prSet/>
      <dgm:spPr/>
      <dgm:t>
        <a:bodyPr/>
        <a:lstStyle/>
        <a:p>
          <a:endParaRPr lang="uk-UA"/>
        </a:p>
      </dgm:t>
    </dgm:pt>
    <dgm:pt modelId="{D2AA99F4-2EF5-4869-8DF0-2716DE24FB6F}">
      <dgm:prSet/>
      <dgm:spPr/>
      <dgm:t>
        <a:bodyPr/>
        <a:lstStyle/>
        <a:p>
          <a:r>
            <a:rPr lang="ru-RU" b="0" i="0" dirty="0" err="1"/>
            <a:t>Полтавського</a:t>
          </a:r>
          <a:r>
            <a:rPr lang="ru-RU" b="0" i="0" dirty="0"/>
            <a:t> земства.</a:t>
          </a:r>
          <a:endParaRPr lang="uk-UA" dirty="0"/>
        </a:p>
      </dgm:t>
    </dgm:pt>
    <dgm:pt modelId="{8514FFF0-38B7-4577-BCE7-6F3D900CE6DC}" type="parTrans" cxnId="{82EF22BE-38A4-4055-80F5-5F72E83DF29F}">
      <dgm:prSet/>
      <dgm:spPr/>
      <dgm:t>
        <a:bodyPr/>
        <a:lstStyle/>
        <a:p>
          <a:endParaRPr lang="uk-UA"/>
        </a:p>
      </dgm:t>
    </dgm:pt>
    <dgm:pt modelId="{2092849E-ED4A-4737-A8D1-A44A0396EBA9}" type="sibTrans" cxnId="{82EF22BE-38A4-4055-80F5-5F72E83DF29F}">
      <dgm:prSet/>
      <dgm:spPr/>
      <dgm:t>
        <a:bodyPr/>
        <a:lstStyle/>
        <a:p>
          <a:endParaRPr lang="uk-UA"/>
        </a:p>
      </dgm:t>
    </dgm:pt>
    <dgm:pt modelId="{3B902189-DA65-46B4-98BD-3E69D57B40D2}">
      <dgm:prSet/>
      <dgm:spPr/>
      <dgm:t>
        <a:bodyPr/>
        <a:lstStyle/>
        <a:p>
          <a:r>
            <a:rPr lang="ru-RU" b="0" i="0"/>
            <a:t>резиденції митрополита Буковини в Чернівцях.</a:t>
          </a:r>
          <a:endParaRPr lang="uk-UA"/>
        </a:p>
      </dgm:t>
    </dgm:pt>
    <dgm:pt modelId="{DFD8AB55-49AA-4D90-B6CC-74E17B4B463F}" type="parTrans" cxnId="{3ED41F88-F1B6-454A-A4B9-99705664A5BE}">
      <dgm:prSet/>
      <dgm:spPr/>
      <dgm:t>
        <a:bodyPr/>
        <a:lstStyle/>
        <a:p>
          <a:endParaRPr lang="uk-UA"/>
        </a:p>
      </dgm:t>
    </dgm:pt>
    <dgm:pt modelId="{1A89F702-12C6-4074-AB95-662BA6964894}" type="sibTrans" cxnId="{3ED41F88-F1B6-454A-A4B9-99705664A5BE}">
      <dgm:prSet/>
      <dgm:spPr/>
      <dgm:t>
        <a:bodyPr/>
        <a:lstStyle/>
        <a:p>
          <a:endParaRPr lang="uk-UA"/>
        </a:p>
      </dgm:t>
    </dgm:pt>
    <dgm:pt modelId="{5B15890B-58BE-421E-A6D3-CAAF2B642F2A}">
      <dgm:prSet/>
      <dgm:spPr/>
      <dgm:t>
        <a:bodyPr/>
        <a:lstStyle/>
        <a:p>
          <a:r>
            <a:rPr lang="ru-RU" b="0" i="0" dirty="0"/>
            <a:t>банку «</a:t>
          </a:r>
          <a:r>
            <a:rPr lang="ru-RU" b="0" i="0" dirty="0" err="1"/>
            <a:t>Дністер</a:t>
          </a:r>
          <a:r>
            <a:rPr lang="ru-RU" b="0" i="0" dirty="0"/>
            <a:t>».</a:t>
          </a:r>
          <a:endParaRPr lang="uk-UA" dirty="0"/>
        </a:p>
      </dgm:t>
    </dgm:pt>
    <dgm:pt modelId="{DEC7E44B-AD32-4B5C-8CAE-DBB0669BBC5F}" type="parTrans" cxnId="{FCDA66F0-2FE4-4EE5-B8D2-D90D0622D485}">
      <dgm:prSet/>
      <dgm:spPr/>
      <dgm:t>
        <a:bodyPr/>
        <a:lstStyle/>
        <a:p>
          <a:endParaRPr lang="uk-UA"/>
        </a:p>
      </dgm:t>
    </dgm:pt>
    <dgm:pt modelId="{851EA243-9CC7-4301-8FEC-77D95D3B624D}" type="sibTrans" cxnId="{FCDA66F0-2FE4-4EE5-B8D2-D90D0622D485}">
      <dgm:prSet/>
      <dgm:spPr/>
      <dgm:t>
        <a:bodyPr/>
        <a:lstStyle/>
        <a:p>
          <a:endParaRPr lang="uk-UA"/>
        </a:p>
      </dgm:t>
    </dgm:pt>
    <dgm:pt modelId="{D2CA4B7E-0419-48D0-A940-18D722592103}" type="pres">
      <dgm:prSet presAssocID="{82420306-6BDA-4D75-8EE6-40AB03B25683}" presName="linear" presStyleCnt="0">
        <dgm:presLayoutVars>
          <dgm:animLvl val="lvl"/>
          <dgm:resizeHandles val="exact"/>
        </dgm:presLayoutVars>
      </dgm:prSet>
      <dgm:spPr/>
    </dgm:pt>
    <dgm:pt modelId="{290B5CCF-64E3-4B2D-A8BD-524081B41909}" type="pres">
      <dgm:prSet presAssocID="{E073E292-9AE3-45DC-BF47-D53AADDFB1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4AEA3D-5010-49DF-97BE-4DF6DC085EEB}" type="pres">
      <dgm:prSet presAssocID="{7F519F81-6F57-4C55-879E-14BA1B9F80AE}" presName="spacer" presStyleCnt="0"/>
      <dgm:spPr/>
    </dgm:pt>
    <dgm:pt modelId="{BF327031-BCCF-4DD7-8EBC-C54F6C279FF0}" type="pres">
      <dgm:prSet presAssocID="{D2AA99F4-2EF5-4869-8DF0-2716DE24FB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239D14-F4FC-4BBA-A490-7DAF51BA7CEC}" type="pres">
      <dgm:prSet presAssocID="{2092849E-ED4A-4737-A8D1-A44A0396EBA9}" presName="spacer" presStyleCnt="0"/>
      <dgm:spPr/>
    </dgm:pt>
    <dgm:pt modelId="{FFF6BEA5-CC53-49E2-9C32-D35A3E89F72D}" type="pres">
      <dgm:prSet presAssocID="{3B902189-DA65-46B4-98BD-3E69D57B40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EAB844-685F-4368-909B-0CC2C4598BBA}" type="pres">
      <dgm:prSet presAssocID="{1A89F702-12C6-4074-AB95-662BA6964894}" presName="spacer" presStyleCnt="0"/>
      <dgm:spPr/>
    </dgm:pt>
    <dgm:pt modelId="{2725B556-A949-4555-A02F-F25E0AF630EE}" type="pres">
      <dgm:prSet presAssocID="{5B15890B-58BE-421E-A6D3-CAAF2B642F2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1C0F1A-F914-4988-BDE0-4AF5314995E2}" type="presOf" srcId="{82420306-6BDA-4D75-8EE6-40AB03B25683}" destId="{D2CA4B7E-0419-48D0-A940-18D722592103}" srcOrd="0" destOrd="0" presId="urn:microsoft.com/office/officeart/2005/8/layout/vList2"/>
    <dgm:cxn modelId="{FCFF485C-3CE6-412B-BFF3-FD46A04DAE98}" type="presOf" srcId="{E073E292-9AE3-45DC-BF47-D53AADDFB122}" destId="{290B5CCF-64E3-4B2D-A8BD-524081B41909}" srcOrd="0" destOrd="0" presId="urn:microsoft.com/office/officeart/2005/8/layout/vList2"/>
    <dgm:cxn modelId="{A29B0176-D312-4DED-B6EC-370D6D0153E0}" type="presOf" srcId="{D2AA99F4-2EF5-4869-8DF0-2716DE24FB6F}" destId="{BF327031-BCCF-4DD7-8EBC-C54F6C279FF0}" srcOrd="0" destOrd="0" presId="urn:microsoft.com/office/officeart/2005/8/layout/vList2"/>
    <dgm:cxn modelId="{3ED41F88-F1B6-454A-A4B9-99705664A5BE}" srcId="{82420306-6BDA-4D75-8EE6-40AB03B25683}" destId="{3B902189-DA65-46B4-98BD-3E69D57B40D2}" srcOrd="2" destOrd="0" parTransId="{DFD8AB55-49AA-4D90-B6CC-74E17B4B463F}" sibTransId="{1A89F702-12C6-4074-AB95-662BA6964894}"/>
    <dgm:cxn modelId="{A8F2A7A5-6FFC-40E9-927D-B73D6F9B87DE}" type="presOf" srcId="{5B15890B-58BE-421E-A6D3-CAAF2B642F2A}" destId="{2725B556-A949-4555-A02F-F25E0AF630EE}" srcOrd="0" destOrd="0" presId="urn:microsoft.com/office/officeart/2005/8/layout/vList2"/>
    <dgm:cxn modelId="{82EF22BE-38A4-4055-80F5-5F72E83DF29F}" srcId="{82420306-6BDA-4D75-8EE6-40AB03B25683}" destId="{D2AA99F4-2EF5-4869-8DF0-2716DE24FB6F}" srcOrd="1" destOrd="0" parTransId="{8514FFF0-38B7-4577-BCE7-6F3D900CE6DC}" sibTransId="{2092849E-ED4A-4737-A8D1-A44A0396EBA9}"/>
    <dgm:cxn modelId="{EA8E1ADA-1AB9-4321-8F4E-C26AB738DFEE}" srcId="{82420306-6BDA-4D75-8EE6-40AB03B25683}" destId="{E073E292-9AE3-45DC-BF47-D53AADDFB122}" srcOrd="0" destOrd="0" parTransId="{78003EEB-C0B8-4B29-BD78-59E85B26D5A5}" sibTransId="{7F519F81-6F57-4C55-879E-14BA1B9F80AE}"/>
    <dgm:cxn modelId="{FA9440E7-5432-41F4-92DE-F945D3D4A8B1}" type="presOf" srcId="{3B902189-DA65-46B4-98BD-3E69D57B40D2}" destId="{FFF6BEA5-CC53-49E2-9C32-D35A3E89F72D}" srcOrd="0" destOrd="0" presId="urn:microsoft.com/office/officeart/2005/8/layout/vList2"/>
    <dgm:cxn modelId="{FCDA66F0-2FE4-4EE5-B8D2-D90D0622D485}" srcId="{82420306-6BDA-4D75-8EE6-40AB03B25683}" destId="{5B15890B-58BE-421E-A6D3-CAAF2B642F2A}" srcOrd="3" destOrd="0" parTransId="{DEC7E44B-AD32-4B5C-8CAE-DBB0669BBC5F}" sibTransId="{851EA243-9CC7-4301-8FEC-77D95D3B624D}"/>
    <dgm:cxn modelId="{9D354353-61C2-49E9-8BE6-E491F4453623}" type="presParOf" srcId="{D2CA4B7E-0419-48D0-A940-18D722592103}" destId="{290B5CCF-64E3-4B2D-A8BD-524081B41909}" srcOrd="0" destOrd="0" presId="urn:microsoft.com/office/officeart/2005/8/layout/vList2"/>
    <dgm:cxn modelId="{A3F7B71A-273D-441E-BE32-50DCCD1785F8}" type="presParOf" srcId="{D2CA4B7E-0419-48D0-A940-18D722592103}" destId="{8F4AEA3D-5010-49DF-97BE-4DF6DC085EEB}" srcOrd="1" destOrd="0" presId="urn:microsoft.com/office/officeart/2005/8/layout/vList2"/>
    <dgm:cxn modelId="{1534B750-448D-458A-85C3-586B0AC84426}" type="presParOf" srcId="{D2CA4B7E-0419-48D0-A940-18D722592103}" destId="{BF327031-BCCF-4DD7-8EBC-C54F6C279FF0}" srcOrd="2" destOrd="0" presId="urn:microsoft.com/office/officeart/2005/8/layout/vList2"/>
    <dgm:cxn modelId="{B0C365F3-BB51-4EFD-900E-E4703C8362E7}" type="presParOf" srcId="{D2CA4B7E-0419-48D0-A940-18D722592103}" destId="{D7239D14-F4FC-4BBA-A490-7DAF51BA7CEC}" srcOrd="3" destOrd="0" presId="urn:microsoft.com/office/officeart/2005/8/layout/vList2"/>
    <dgm:cxn modelId="{F7E9FA71-B782-46B6-AF6A-97313275DE3A}" type="presParOf" srcId="{D2CA4B7E-0419-48D0-A940-18D722592103}" destId="{FFF6BEA5-CC53-49E2-9C32-D35A3E89F72D}" srcOrd="4" destOrd="0" presId="urn:microsoft.com/office/officeart/2005/8/layout/vList2"/>
    <dgm:cxn modelId="{53495DAA-F66A-4A7D-ADAE-9A434101083A}" type="presParOf" srcId="{D2CA4B7E-0419-48D0-A940-18D722592103}" destId="{3FEAB844-685F-4368-909B-0CC2C4598BBA}" srcOrd="5" destOrd="0" presId="urn:microsoft.com/office/officeart/2005/8/layout/vList2"/>
    <dgm:cxn modelId="{D7FDD447-C820-4223-A796-010042CE6BA6}" type="presParOf" srcId="{D2CA4B7E-0419-48D0-A940-18D722592103}" destId="{2725B556-A949-4555-A02F-F25E0AF630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02562FB6-60F8-4543-AF08-4F3C77D346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AEB43E-FCB2-45FF-8D5F-7DC7767F684C}">
      <dgm:prSet/>
      <dgm:spPr/>
      <dgm:t>
        <a:bodyPr/>
        <a:lstStyle/>
        <a:p>
          <a:r>
            <a:rPr lang="uk-UA" b="0" i="0"/>
            <a:t>готики.</a:t>
          </a:r>
          <a:endParaRPr lang="uk-UA"/>
        </a:p>
      </dgm:t>
    </dgm:pt>
    <dgm:pt modelId="{C3625833-DCD8-4119-B4F8-860AE413DC6F}" type="parTrans" cxnId="{F75ACA53-3EDE-4053-A04B-0288A20F560D}">
      <dgm:prSet/>
      <dgm:spPr/>
      <dgm:t>
        <a:bodyPr/>
        <a:lstStyle/>
        <a:p>
          <a:endParaRPr lang="uk-UA"/>
        </a:p>
      </dgm:t>
    </dgm:pt>
    <dgm:pt modelId="{75D04D93-9FD7-45D0-BF0E-2EEC508F60FF}" type="sibTrans" cxnId="{F75ACA53-3EDE-4053-A04B-0288A20F560D}">
      <dgm:prSet/>
      <dgm:spPr/>
      <dgm:t>
        <a:bodyPr/>
        <a:lstStyle/>
        <a:p>
          <a:endParaRPr lang="uk-UA"/>
        </a:p>
      </dgm:t>
    </dgm:pt>
    <dgm:pt modelId="{36647630-6DF7-456E-9EF3-2C488B5A58DC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399EA624-5B88-4AA1-BF3B-C6850E9D7CE2}" type="parTrans" cxnId="{40828A55-E7B8-49AE-83FC-FDCD4CABFB5C}">
      <dgm:prSet/>
      <dgm:spPr/>
      <dgm:t>
        <a:bodyPr/>
        <a:lstStyle/>
        <a:p>
          <a:endParaRPr lang="uk-UA"/>
        </a:p>
      </dgm:t>
    </dgm:pt>
    <dgm:pt modelId="{95B2C63F-03B1-4DFA-AD03-B36388E9178D}" type="sibTrans" cxnId="{40828A55-E7B8-49AE-83FC-FDCD4CABFB5C}">
      <dgm:prSet/>
      <dgm:spPr/>
      <dgm:t>
        <a:bodyPr/>
        <a:lstStyle/>
        <a:p>
          <a:endParaRPr lang="uk-UA"/>
        </a:p>
      </dgm:t>
    </dgm:pt>
    <dgm:pt modelId="{B961A1F9-C608-41F4-BD7A-1FDE699ACD75}">
      <dgm:prSet/>
      <dgm:spPr/>
      <dgm:t>
        <a:bodyPr/>
        <a:lstStyle/>
        <a:p>
          <a:r>
            <a:rPr lang="uk-UA" b="0" i="0" dirty="0"/>
            <a:t>модерну.</a:t>
          </a:r>
          <a:endParaRPr lang="uk-UA" dirty="0"/>
        </a:p>
      </dgm:t>
    </dgm:pt>
    <dgm:pt modelId="{10BDE36B-AAE6-474C-A279-773986BCC4CF}" type="parTrans" cxnId="{4F5200D6-12F7-4DE0-A2B0-9C90E368119C}">
      <dgm:prSet/>
      <dgm:spPr/>
      <dgm:t>
        <a:bodyPr/>
        <a:lstStyle/>
        <a:p>
          <a:endParaRPr lang="uk-UA"/>
        </a:p>
      </dgm:t>
    </dgm:pt>
    <dgm:pt modelId="{55F2540C-A7A0-4EDA-B605-098D8A4072FD}" type="sibTrans" cxnId="{4F5200D6-12F7-4DE0-A2B0-9C90E368119C}">
      <dgm:prSet/>
      <dgm:spPr/>
      <dgm:t>
        <a:bodyPr/>
        <a:lstStyle/>
        <a:p>
          <a:endParaRPr lang="uk-UA"/>
        </a:p>
      </dgm:t>
    </dgm:pt>
    <dgm:pt modelId="{B860997F-AF33-44C7-8F9C-C02C5A65C538}">
      <dgm:prSet/>
      <dgm:spPr/>
      <dgm:t>
        <a:bodyPr/>
        <a:lstStyle/>
        <a:p>
          <a:r>
            <a:rPr lang="uk-UA" b="0" i="0" dirty="0"/>
            <a:t>бароко.</a:t>
          </a:r>
          <a:endParaRPr lang="uk-UA" dirty="0"/>
        </a:p>
      </dgm:t>
    </dgm:pt>
    <dgm:pt modelId="{A3B4CC2E-B00D-4A9F-BF4E-A0BBAADD0F05}" type="parTrans" cxnId="{181BE5DC-EC5E-4A4D-84CF-314120291C9A}">
      <dgm:prSet/>
      <dgm:spPr/>
      <dgm:t>
        <a:bodyPr/>
        <a:lstStyle/>
        <a:p>
          <a:endParaRPr lang="uk-UA"/>
        </a:p>
      </dgm:t>
    </dgm:pt>
    <dgm:pt modelId="{67A17FC5-0881-4C25-A7D9-7EE6AC2C9CAE}" type="sibTrans" cxnId="{181BE5DC-EC5E-4A4D-84CF-314120291C9A}">
      <dgm:prSet/>
      <dgm:spPr/>
      <dgm:t>
        <a:bodyPr/>
        <a:lstStyle/>
        <a:p>
          <a:endParaRPr lang="uk-UA"/>
        </a:p>
      </dgm:t>
    </dgm:pt>
    <dgm:pt modelId="{9BA4C5C1-5D0C-4201-8344-35C42C1CEBB8}" type="pres">
      <dgm:prSet presAssocID="{02562FB6-60F8-4543-AF08-4F3C77D346A5}" presName="linear" presStyleCnt="0">
        <dgm:presLayoutVars>
          <dgm:animLvl val="lvl"/>
          <dgm:resizeHandles val="exact"/>
        </dgm:presLayoutVars>
      </dgm:prSet>
      <dgm:spPr/>
    </dgm:pt>
    <dgm:pt modelId="{BB40233B-2591-4CA7-8AC6-C26726B144C1}" type="pres">
      <dgm:prSet presAssocID="{63AEB43E-FCB2-45FF-8D5F-7DC7767F68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01212F-B6DE-4902-818C-30606D0EB84D}" type="pres">
      <dgm:prSet presAssocID="{75D04D93-9FD7-45D0-BF0E-2EEC508F60FF}" presName="spacer" presStyleCnt="0"/>
      <dgm:spPr/>
    </dgm:pt>
    <dgm:pt modelId="{4B0FD20E-1120-4BCF-9849-A3E5F3DB310A}" type="pres">
      <dgm:prSet presAssocID="{36647630-6DF7-456E-9EF3-2C488B5A58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FE93CD-7F33-4952-8B67-F0F68DCF1F53}" type="pres">
      <dgm:prSet presAssocID="{95B2C63F-03B1-4DFA-AD03-B36388E9178D}" presName="spacer" presStyleCnt="0"/>
      <dgm:spPr/>
    </dgm:pt>
    <dgm:pt modelId="{17925F8B-4D46-43A8-B390-FEBE87C841FD}" type="pres">
      <dgm:prSet presAssocID="{B961A1F9-C608-41F4-BD7A-1FDE699ACD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A226A9-ACE3-4741-9181-8D28AF3204B8}" type="pres">
      <dgm:prSet presAssocID="{55F2540C-A7A0-4EDA-B605-098D8A4072FD}" presName="spacer" presStyleCnt="0"/>
      <dgm:spPr/>
    </dgm:pt>
    <dgm:pt modelId="{A1CDCCF1-A935-44D4-8E49-688B0C6C925C}" type="pres">
      <dgm:prSet presAssocID="{B860997F-AF33-44C7-8F9C-C02C5A65C5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A28A04-8123-43E9-8513-B9A92C151B75}" type="presOf" srcId="{02562FB6-60F8-4543-AF08-4F3C77D346A5}" destId="{9BA4C5C1-5D0C-4201-8344-35C42C1CEBB8}" srcOrd="0" destOrd="0" presId="urn:microsoft.com/office/officeart/2005/8/layout/vList2"/>
    <dgm:cxn modelId="{D5BA4017-715E-4012-8C54-FBEF0D5F8EB6}" type="presOf" srcId="{B961A1F9-C608-41F4-BD7A-1FDE699ACD75}" destId="{17925F8B-4D46-43A8-B390-FEBE87C841FD}" srcOrd="0" destOrd="0" presId="urn:microsoft.com/office/officeart/2005/8/layout/vList2"/>
    <dgm:cxn modelId="{F75ACA53-3EDE-4053-A04B-0288A20F560D}" srcId="{02562FB6-60F8-4543-AF08-4F3C77D346A5}" destId="{63AEB43E-FCB2-45FF-8D5F-7DC7767F684C}" srcOrd="0" destOrd="0" parTransId="{C3625833-DCD8-4119-B4F8-860AE413DC6F}" sibTransId="{75D04D93-9FD7-45D0-BF0E-2EEC508F60FF}"/>
    <dgm:cxn modelId="{40828A55-E7B8-49AE-83FC-FDCD4CABFB5C}" srcId="{02562FB6-60F8-4543-AF08-4F3C77D346A5}" destId="{36647630-6DF7-456E-9EF3-2C488B5A58DC}" srcOrd="1" destOrd="0" parTransId="{399EA624-5B88-4AA1-BF3B-C6850E9D7CE2}" sibTransId="{95B2C63F-03B1-4DFA-AD03-B36388E9178D}"/>
    <dgm:cxn modelId="{750BB286-2450-498F-AF46-202394BF1845}" type="presOf" srcId="{63AEB43E-FCB2-45FF-8D5F-7DC7767F684C}" destId="{BB40233B-2591-4CA7-8AC6-C26726B144C1}" srcOrd="0" destOrd="0" presId="urn:microsoft.com/office/officeart/2005/8/layout/vList2"/>
    <dgm:cxn modelId="{53E3F0A3-1D87-4447-B24C-90DE33FC76B1}" type="presOf" srcId="{36647630-6DF7-456E-9EF3-2C488B5A58DC}" destId="{4B0FD20E-1120-4BCF-9849-A3E5F3DB310A}" srcOrd="0" destOrd="0" presId="urn:microsoft.com/office/officeart/2005/8/layout/vList2"/>
    <dgm:cxn modelId="{4F5200D6-12F7-4DE0-A2B0-9C90E368119C}" srcId="{02562FB6-60F8-4543-AF08-4F3C77D346A5}" destId="{B961A1F9-C608-41F4-BD7A-1FDE699ACD75}" srcOrd="2" destOrd="0" parTransId="{10BDE36B-AAE6-474C-A279-773986BCC4CF}" sibTransId="{55F2540C-A7A0-4EDA-B605-098D8A4072FD}"/>
    <dgm:cxn modelId="{181BE5DC-EC5E-4A4D-84CF-314120291C9A}" srcId="{02562FB6-60F8-4543-AF08-4F3C77D346A5}" destId="{B860997F-AF33-44C7-8F9C-C02C5A65C538}" srcOrd="3" destOrd="0" parTransId="{A3B4CC2E-B00D-4A9F-BF4E-A0BBAADD0F05}" sibTransId="{67A17FC5-0881-4C25-A7D9-7EE6AC2C9CAE}"/>
    <dgm:cxn modelId="{83F811F6-BEA1-4BF7-8944-CB69BE722B9B}" type="presOf" srcId="{B860997F-AF33-44C7-8F9C-C02C5A65C538}" destId="{A1CDCCF1-A935-44D4-8E49-688B0C6C925C}" srcOrd="0" destOrd="0" presId="urn:microsoft.com/office/officeart/2005/8/layout/vList2"/>
    <dgm:cxn modelId="{2FC11416-4D23-4E1C-8C33-D0D49815037C}" type="presParOf" srcId="{9BA4C5C1-5D0C-4201-8344-35C42C1CEBB8}" destId="{BB40233B-2591-4CA7-8AC6-C26726B144C1}" srcOrd="0" destOrd="0" presId="urn:microsoft.com/office/officeart/2005/8/layout/vList2"/>
    <dgm:cxn modelId="{44FFF72D-26D2-4457-AAD4-CC978B29F818}" type="presParOf" srcId="{9BA4C5C1-5D0C-4201-8344-35C42C1CEBB8}" destId="{6D01212F-B6DE-4902-818C-30606D0EB84D}" srcOrd="1" destOrd="0" presId="urn:microsoft.com/office/officeart/2005/8/layout/vList2"/>
    <dgm:cxn modelId="{8A3361BC-C14A-4302-9CB3-DDD1AE049C1A}" type="presParOf" srcId="{9BA4C5C1-5D0C-4201-8344-35C42C1CEBB8}" destId="{4B0FD20E-1120-4BCF-9849-A3E5F3DB310A}" srcOrd="2" destOrd="0" presId="urn:microsoft.com/office/officeart/2005/8/layout/vList2"/>
    <dgm:cxn modelId="{518C0401-53F3-4894-8C57-8A12EDC34C92}" type="presParOf" srcId="{9BA4C5C1-5D0C-4201-8344-35C42C1CEBB8}" destId="{BFFE93CD-7F33-4952-8B67-F0F68DCF1F53}" srcOrd="3" destOrd="0" presId="urn:microsoft.com/office/officeart/2005/8/layout/vList2"/>
    <dgm:cxn modelId="{2F158D3C-E735-4CBD-AE8A-FD22EBB200AD}" type="presParOf" srcId="{9BA4C5C1-5D0C-4201-8344-35C42C1CEBB8}" destId="{17925F8B-4D46-43A8-B390-FEBE87C841FD}" srcOrd="4" destOrd="0" presId="urn:microsoft.com/office/officeart/2005/8/layout/vList2"/>
    <dgm:cxn modelId="{BA1D2AE2-EEE6-48DD-B027-529A31C4C1BB}" type="presParOf" srcId="{9BA4C5C1-5D0C-4201-8344-35C42C1CEBB8}" destId="{45A226A9-ACE3-4741-9181-8D28AF3204B8}" srcOrd="5" destOrd="0" presId="urn:microsoft.com/office/officeart/2005/8/layout/vList2"/>
    <dgm:cxn modelId="{12279945-8439-4446-8B3C-F4C3761A82F8}" type="presParOf" srcId="{9BA4C5C1-5D0C-4201-8344-35C42C1CEBB8}" destId="{A1CDCCF1-A935-44D4-8E49-688B0C6C92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66223E0-EE49-4F67-8235-F1B90003197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4FE7E-2041-43B3-AD0B-5FC4FE8C6B02}">
      <dgm:prSet/>
      <dgm:spPr/>
      <dgm:t>
        <a:bodyPr/>
        <a:lstStyle/>
        <a:p>
          <a:r>
            <a:rPr lang="uk-UA" b="0" i="0" dirty="0"/>
            <a:t>конструктивізму.</a:t>
          </a:r>
          <a:endParaRPr lang="uk-UA" dirty="0"/>
        </a:p>
      </dgm:t>
    </dgm:pt>
    <dgm:pt modelId="{B26BFC6C-C65D-4E93-BBA8-F972D3886917}" type="parTrans" cxnId="{CA5CF95D-0048-4CD7-AB4A-6F18CDE0D116}">
      <dgm:prSet/>
      <dgm:spPr/>
      <dgm:t>
        <a:bodyPr/>
        <a:lstStyle/>
        <a:p>
          <a:endParaRPr lang="uk-UA"/>
        </a:p>
      </dgm:t>
    </dgm:pt>
    <dgm:pt modelId="{09518DCF-9622-423E-BF9E-14AD1C1513B7}" type="sibTrans" cxnId="{CA5CF95D-0048-4CD7-AB4A-6F18CDE0D116}">
      <dgm:prSet/>
      <dgm:spPr/>
      <dgm:t>
        <a:bodyPr/>
        <a:lstStyle/>
        <a:p>
          <a:endParaRPr lang="uk-UA"/>
        </a:p>
      </dgm:t>
    </dgm:pt>
    <dgm:pt modelId="{6061D8AA-26DB-4338-95C5-AE9EEB64111B}">
      <dgm:prSet/>
      <dgm:spPr/>
      <dgm:t>
        <a:bodyPr/>
        <a:lstStyle/>
        <a:p>
          <a:r>
            <a:rPr lang="uk-UA" b="0" i="0"/>
            <a:t>класицизму.</a:t>
          </a:r>
          <a:endParaRPr lang="uk-UA"/>
        </a:p>
      </dgm:t>
    </dgm:pt>
    <dgm:pt modelId="{E5A5A4F1-DB42-49F1-902A-76B2A7451BF8}" type="parTrans" cxnId="{35DAEF20-5E68-4A37-AA8E-45127D7BD15F}">
      <dgm:prSet/>
      <dgm:spPr/>
      <dgm:t>
        <a:bodyPr/>
        <a:lstStyle/>
        <a:p>
          <a:endParaRPr lang="uk-UA"/>
        </a:p>
      </dgm:t>
    </dgm:pt>
    <dgm:pt modelId="{CFF66DEE-A430-4B4B-8DA5-7096871EBDCF}" type="sibTrans" cxnId="{35DAEF20-5E68-4A37-AA8E-45127D7BD15F}">
      <dgm:prSet/>
      <dgm:spPr/>
      <dgm:t>
        <a:bodyPr/>
        <a:lstStyle/>
        <a:p>
          <a:endParaRPr lang="uk-UA"/>
        </a:p>
      </dgm:t>
    </dgm:pt>
    <dgm:pt modelId="{AFB77118-3E91-4CF4-94FF-DF6740FCBE23}">
      <dgm:prSet/>
      <dgm:spPr/>
      <dgm:t>
        <a:bodyPr/>
        <a:lstStyle/>
        <a:p>
          <a:r>
            <a:rPr lang="uk-UA" b="0" i="0"/>
            <a:t>модерну.</a:t>
          </a:r>
          <a:endParaRPr lang="uk-UA"/>
        </a:p>
      </dgm:t>
    </dgm:pt>
    <dgm:pt modelId="{5C5DBE82-3D93-428F-8F79-56B4F13B7E43}" type="parTrans" cxnId="{65B3E785-58B8-46E8-9B5E-97DF64B70F22}">
      <dgm:prSet/>
      <dgm:spPr/>
      <dgm:t>
        <a:bodyPr/>
        <a:lstStyle/>
        <a:p>
          <a:endParaRPr lang="uk-UA"/>
        </a:p>
      </dgm:t>
    </dgm:pt>
    <dgm:pt modelId="{15C168E4-BE41-43D2-9050-3764BFD1B5BC}" type="sibTrans" cxnId="{65B3E785-58B8-46E8-9B5E-97DF64B70F22}">
      <dgm:prSet/>
      <dgm:spPr/>
      <dgm:t>
        <a:bodyPr/>
        <a:lstStyle/>
        <a:p>
          <a:endParaRPr lang="uk-UA"/>
        </a:p>
      </dgm:t>
    </dgm:pt>
    <dgm:pt modelId="{60D7BECA-8D5D-4FC6-A843-485352908205}">
      <dgm:prSet/>
      <dgm:spPr/>
      <dgm:t>
        <a:bodyPr/>
        <a:lstStyle/>
        <a:p>
          <a:r>
            <a:rPr lang="uk-UA" b="0" i="0" dirty="0"/>
            <a:t>бароко</a:t>
          </a:r>
          <a:endParaRPr lang="uk-UA" dirty="0"/>
        </a:p>
      </dgm:t>
    </dgm:pt>
    <dgm:pt modelId="{DFBFFCA8-32DD-46BE-8881-6AF93FD53125}" type="parTrans" cxnId="{3C1DE9FD-5C7D-4082-B8C4-13A9FF2542FF}">
      <dgm:prSet/>
      <dgm:spPr/>
      <dgm:t>
        <a:bodyPr/>
        <a:lstStyle/>
        <a:p>
          <a:endParaRPr lang="uk-UA"/>
        </a:p>
      </dgm:t>
    </dgm:pt>
    <dgm:pt modelId="{28430E8C-B021-4CF4-AA99-3BF51E48C389}" type="sibTrans" cxnId="{3C1DE9FD-5C7D-4082-B8C4-13A9FF2542FF}">
      <dgm:prSet/>
      <dgm:spPr/>
      <dgm:t>
        <a:bodyPr/>
        <a:lstStyle/>
        <a:p>
          <a:endParaRPr lang="uk-UA"/>
        </a:p>
      </dgm:t>
    </dgm:pt>
    <dgm:pt modelId="{D2059200-E8A1-4C2F-BFE8-DCE689206926}" type="pres">
      <dgm:prSet presAssocID="{066223E0-EE49-4F67-8235-F1B900031972}" presName="linearFlow" presStyleCnt="0">
        <dgm:presLayoutVars>
          <dgm:dir/>
          <dgm:resizeHandles val="exact"/>
        </dgm:presLayoutVars>
      </dgm:prSet>
      <dgm:spPr/>
    </dgm:pt>
    <dgm:pt modelId="{6C922E47-3A93-44A0-BDE0-AB3F90BE4E14}" type="pres">
      <dgm:prSet presAssocID="{4564FE7E-2041-43B3-AD0B-5FC4FE8C6B02}" presName="composite" presStyleCnt="0"/>
      <dgm:spPr/>
    </dgm:pt>
    <dgm:pt modelId="{68F033E3-1468-44BD-B8DA-686C8C6A4AEB}" type="pres">
      <dgm:prSet presAssocID="{4564FE7E-2041-43B3-AD0B-5FC4FE8C6B02}" presName="imgShp" presStyleLbl="fgImgPlace1" presStyleIdx="0" presStyleCnt="4"/>
      <dgm:spPr/>
    </dgm:pt>
    <dgm:pt modelId="{7EE0C918-AADA-4C17-AFC9-2D7B4660D138}" type="pres">
      <dgm:prSet presAssocID="{4564FE7E-2041-43B3-AD0B-5FC4FE8C6B02}" presName="txShp" presStyleLbl="node1" presStyleIdx="0" presStyleCnt="4">
        <dgm:presLayoutVars>
          <dgm:bulletEnabled val="1"/>
        </dgm:presLayoutVars>
      </dgm:prSet>
      <dgm:spPr/>
    </dgm:pt>
    <dgm:pt modelId="{2F3792D4-9B56-49CD-B4E7-802C235E7BD1}" type="pres">
      <dgm:prSet presAssocID="{09518DCF-9622-423E-BF9E-14AD1C1513B7}" presName="spacing" presStyleCnt="0"/>
      <dgm:spPr/>
    </dgm:pt>
    <dgm:pt modelId="{B75AB8AF-19D7-496F-8BCE-7A266363C13E}" type="pres">
      <dgm:prSet presAssocID="{6061D8AA-26DB-4338-95C5-AE9EEB64111B}" presName="composite" presStyleCnt="0"/>
      <dgm:spPr/>
    </dgm:pt>
    <dgm:pt modelId="{99D87286-2B56-4A24-9039-959105BE79BB}" type="pres">
      <dgm:prSet presAssocID="{6061D8AA-26DB-4338-95C5-AE9EEB64111B}" presName="imgShp" presStyleLbl="fgImgPlace1" presStyleIdx="1" presStyleCnt="4"/>
      <dgm:spPr/>
    </dgm:pt>
    <dgm:pt modelId="{5A28F2CE-2AF9-4A4E-BEE1-B2A473D51862}" type="pres">
      <dgm:prSet presAssocID="{6061D8AA-26DB-4338-95C5-AE9EEB64111B}" presName="txShp" presStyleLbl="node1" presStyleIdx="1" presStyleCnt="4">
        <dgm:presLayoutVars>
          <dgm:bulletEnabled val="1"/>
        </dgm:presLayoutVars>
      </dgm:prSet>
      <dgm:spPr/>
    </dgm:pt>
    <dgm:pt modelId="{3C1A320F-290A-4D6C-90AF-1A714B9DB79A}" type="pres">
      <dgm:prSet presAssocID="{CFF66DEE-A430-4B4B-8DA5-7096871EBDCF}" presName="spacing" presStyleCnt="0"/>
      <dgm:spPr/>
    </dgm:pt>
    <dgm:pt modelId="{3DB82E98-A0BE-40FA-AA3A-EA5DBA6A8BFF}" type="pres">
      <dgm:prSet presAssocID="{AFB77118-3E91-4CF4-94FF-DF6740FCBE23}" presName="composite" presStyleCnt="0"/>
      <dgm:spPr/>
    </dgm:pt>
    <dgm:pt modelId="{875B292D-6629-4264-AA2A-44FA310FFB8D}" type="pres">
      <dgm:prSet presAssocID="{AFB77118-3E91-4CF4-94FF-DF6740FCBE23}" presName="imgShp" presStyleLbl="fgImgPlace1" presStyleIdx="2" presStyleCnt="4"/>
      <dgm:spPr/>
    </dgm:pt>
    <dgm:pt modelId="{464A95CC-7970-4587-9AA3-BFC9CD1558B3}" type="pres">
      <dgm:prSet presAssocID="{AFB77118-3E91-4CF4-94FF-DF6740FCBE23}" presName="txShp" presStyleLbl="node1" presStyleIdx="2" presStyleCnt="4">
        <dgm:presLayoutVars>
          <dgm:bulletEnabled val="1"/>
        </dgm:presLayoutVars>
      </dgm:prSet>
      <dgm:spPr/>
    </dgm:pt>
    <dgm:pt modelId="{A7719311-FA3D-4F39-826D-FB1E45500506}" type="pres">
      <dgm:prSet presAssocID="{15C168E4-BE41-43D2-9050-3764BFD1B5BC}" presName="spacing" presStyleCnt="0"/>
      <dgm:spPr/>
    </dgm:pt>
    <dgm:pt modelId="{4402827E-FC6D-4EE1-A8A6-F02041CA7517}" type="pres">
      <dgm:prSet presAssocID="{60D7BECA-8D5D-4FC6-A843-485352908205}" presName="composite" presStyleCnt="0"/>
      <dgm:spPr/>
    </dgm:pt>
    <dgm:pt modelId="{06918296-4185-4691-93D7-CC00D9C02845}" type="pres">
      <dgm:prSet presAssocID="{60D7BECA-8D5D-4FC6-A843-485352908205}" presName="imgShp" presStyleLbl="fgImgPlace1" presStyleIdx="3" presStyleCnt="4"/>
      <dgm:spPr/>
    </dgm:pt>
    <dgm:pt modelId="{5935550C-BF4B-42E6-B952-24289F17F319}" type="pres">
      <dgm:prSet presAssocID="{60D7BECA-8D5D-4FC6-A843-485352908205}" presName="txShp" presStyleLbl="node1" presStyleIdx="3" presStyleCnt="4">
        <dgm:presLayoutVars>
          <dgm:bulletEnabled val="1"/>
        </dgm:presLayoutVars>
      </dgm:prSet>
      <dgm:spPr/>
    </dgm:pt>
  </dgm:ptLst>
  <dgm:cxnLst>
    <dgm:cxn modelId="{55167906-EE04-4546-8F47-DC805121878E}" type="presOf" srcId="{4564FE7E-2041-43B3-AD0B-5FC4FE8C6B02}" destId="{7EE0C918-AADA-4C17-AFC9-2D7B4660D138}" srcOrd="0" destOrd="0" presId="urn:microsoft.com/office/officeart/2005/8/layout/vList3"/>
    <dgm:cxn modelId="{35DAEF20-5E68-4A37-AA8E-45127D7BD15F}" srcId="{066223E0-EE49-4F67-8235-F1B900031972}" destId="{6061D8AA-26DB-4338-95C5-AE9EEB64111B}" srcOrd="1" destOrd="0" parTransId="{E5A5A4F1-DB42-49F1-902A-76B2A7451BF8}" sibTransId="{CFF66DEE-A430-4B4B-8DA5-7096871EBDCF}"/>
    <dgm:cxn modelId="{CA5CF95D-0048-4CD7-AB4A-6F18CDE0D116}" srcId="{066223E0-EE49-4F67-8235-F1B900031972}" destId="{4564FE7E-2041-43B3-AD0B-5FC4FE8C6B02}" srcOrd="0" destOrd="0" parTransId="{B26BFC6C-C65D-4E93-BBA8-F972D3886917}" sibTransId="{09518DCF-9622-423E-BF9E-14AD1C1513B7}"/>
    <dgm:cxn modelId="{60198C4F-AEAF-4238-95C4-0DBAE458F306}" type="presOf" srcId="{6061D8AA-26DB-4338-95C5-AE9EEB64111B}" destId="{5A28F2CE-2AF9-4A4E-BEE1-B2A473D51862}" srcOrd="0" destOrd="0" presId="urn:microsoft.com/office/officeart/2005/8/layout/vList3"/>
    <dgm:cxn modelId="{5AE7625A-DCEC-4FCF-8FD4-69D90412A4A3}" type="presOf" srcId="{066223E0-EE49-4F67-8235-F1B900031972}" destId="{D2059200-E8A1-4C2F-BFE8-DCE689206926}" srcOrd="0" destOrd="0" presId="urn:microsoft.com/office/officeart/2005/8/layout/vList3"/>
    <dgm:cxn modelId="{65B3E785-58B8-46E8-9B5E-97DF64B70F22}" srcId="{066223E0-EE49-4F67-8235-F1B900031972}" destId="{AFB77118-3E91-4CF4-94FF-DF6740FCBE23}" srcOrd="2" destOrd="0" parTransId="{5C5DBE82-3D93-428F-8F79-56B4F13B7E43}" sibTransId="{15C168E4-BE41-43D2-9050-3764BFD1B5BC}"/>
    <dgm:cxn modelId="{0014DFE4-1499-4A96-902F-780584CA2031}" type="presOf" srcId="{AFB77118-3E91-4CF4-94FF-DF6740FCBE23}" destId="{464A95CC-7970-4587-9AA3-BFC9CD1558B3}" srcOrd="0" destOrd="0" presId="urn:microsoft.com/office/officeart/2005/8/layout/vList3"/>
    <dgm:cxn modelId="{B1D28BFC-260C-4868-8F6D-F4945852CC5C}" type="presOf" srcId="{60D7BECA-8D5D-4FC6-A843-485352908205}" destId="{5935550C-BF4B-42E6-B952-24289F17F319}" srcOrd="0" destOrd="0" presId="urn:microsoft.com/office/officeart/2005/8/layout/vList3"/>
    <dgm:cxn modelId="{3C1DE9FD-5C7D-4082-B8C4-13A9FF2542FF}" srcId="{066223E0-EE49-4F67-8235-F1B900031972}" destId="{60D7BECA-8D5D-4FC6-A843-485352908205}" srcOrd="3" destOrd="0" parTransId="{DFBFFCA8-32DD-46BE-8881-6AF93FD53125}" sibTransId="{28430E8C-B021-4CF4-AA99-3BF51E48C389}"/>
    <dgm:cxn modelId="{6E98F403-4071-45B1-BB6A-2C678C024891}" type="presParOf" srcId="{D2059200-E8A1-4C2F-BFE8-DCE689206926}" destId="{6C922E47-3A93-44A0-BDE0-AB3F90BE4E14}" srcOrd="0" destOrd="0" presId="urn:microsoft.com/office/officeart/2005/8/layout/vList3"/>
    <dgm:cxn modelId="{5C538CEE-F0B9-4B77-A126-1D7380D39D1E}" type="presParOf" srcId="{6C922E47-3A93-44A0-BDE0-AB3F90BE4E14}" destId="{68F033E3-1468-44BD-B8DA-686C8C6A4AEB}" srcOrd="0" destOrd="0" presId="urn:microsoft.com/office/officeart/2005/8/layout/vList3"/>
    <dgm:cxn modelId="{7C15FAF1-FF58-45D5-A281-7A4FE15C0F3C}" type="presParOf" srcId="{6C922E47-3A93-44A0-BDE0-AB3F90BE4E14}" destId="{7EE0C918-AADA-4C17-AFC9-2D7B4660D138}" srcOrd="1" destOrd="0" presId="urn:microsoft.com/office/officeart/2005/8/layout/vList3"/>
    <dgm:cxn modelId="{E43ADEF7-93C1-4324-BCB0-7F32DA4106C0}" type="presParOf" srcId="{D2059200-E8A1-4C2F-BFE8-DCE689206926}" destId="{2F3792D4-9B56-49CD-B4E7-802C235E7BD1}" srcOrd="1" destOrd="0" presId="urn:microsoft.com/office/officeart/2005/8/layout/vList3"/>
    <dgm:cxn modelId="{15B3A323-3703-411C-962B-ECE3406C85C7}" type="presParOf" srcId="{D2059200-E8A1-4C2F-BFE8-DCE689206926}" destId="{B75AB8AF-19D7-496F-8BCE-7A266363C13E}" srcOrd="2" destOrd="0" presId="urn:microsoft.com/office/officeart/2005/8/layout/vList3"/>
    <dgm:cxn modelId="{851DE8E4-1F3E-488A-AC6A-32CF591F86BE}" type="presParOf" srcId="{B75AB8AF-19D7-496F-8BCE-7A266363C13E}" destId="{99D87286-2B56-4A24-9039-959105BE79BB}" srcOrd="0" destOrd="0" presId="urn:microsoft.com/office/officeart/2005/8/layout/vList3"/>
    <dgm:cxn modelId="{5E1134CA-A562-41B3-9610-2D5077DB40D5}" type="presParOf" srcId="{B75AB8AF-19D7-496F-8BCE-7A266363C13E}" destId="{5A28F2CE-2AF9-4A4E-BEE1-B2A473D51862}" srcOrd="1" destOrd="0" presId="urn:microsoft.com/office/officeart/2005/8/layout/vList3"/>
    <dgm:cxn modelId="{155C328F-6076-4D1F-85AA-4E59783BF812}" type="presParOf" srcId="{D2059200-E8A1-4C2F-BFE8-DCE689206926}" destId="{3C1A320F-290A-4D6C-90AF-1A714B9DB79A}" srcOrd="3" destOrd="0" presId="urn:microsoft.com/office/officeart/2005/8/layout/vList3"/>
    <dgm:cxn modelId="{3E4FE784-44F9-4216-8CE6-3F067ED80E92}" type="presParOf" srcId="{D2059200-E8A1-4C2F-BFE8-DCE689206926}" destId="{3DB82E98-A0BE-40FA-AA3A-EA5DBA6A8BFF}" srcOrd="4" destOrd="0" presId="urn:microsoft.com/office/officeart/2005/8/layout/vList3"/>
    <dgm:cxn modelId="{04B09152-9DB2-487D-9A61-4C6CE1D77189}" type="presParOf" srcId="{3DB82E98-A0BE-40FA-AA3A-EA5DBA6A8BFF}" destId="{875B292D-6629-4264-AA2A-44FA310FFB8D}" srcOrd="0" destOrd="0" presId="urn:microsoft.com/office/officeart/2005/8/layout/vList3"/>
    <dgm:cxn modelId="{815FA1EB-70D1-4A84-A7F4-60CE58E8B7CE}" type="presParOf" srcId="{3DB82E98-A0BE-40FA-AA3A-EA5DBA6A8BFF}" destId="{464A95CC-7970-4587-9AA3-BFC9CD1558B3}" srcOrd="1" destOrd="0" presId="urn:microsoft.com/office/officeart/2005/8/layout/vList3"/>
    <dgm:cxn modelId="{9EEAB209-9402-41CD-80D4-DD6342B17EFC}" type="presParOf" srcId="{D2059200-E8A1-4C2F-BFE8-DCE689206926}" destId="{A7719311-FA3D-4F39-826D-FB1E45500506}" srcOrd="5" destOrd="0" presId="urn:microsoft.com/office/officeart/2005/8/layout/vList3"/>
    <dgm:cxn modelId="{2849EDAE-7FDA-4EE9-8DE3-F7666652564E}" type="presParOf" srcId="{D2059200-E8A1-4C2F-BFE8-DCE689206926}" destId="{4402827E-FC6D-4EE1-A8A6-F02041CA7517}" srcOrd="6" destOrd="0" presId="urn:microsoft.com/office/officeart/2005/8/layout/vList3"/>
    <dgm:cxn modelId="{1CC29D3F-C6BF-4B68-A540-7F24A987E324}" type="presParOf" srcId="{4402827E-FC6D-4EE1-A8A6-F02041CA7517}" destId="{06918296-4185-4691-93D7-CC00D9C02845}" srcOrd="0" destOrd="0" presId="urn:microsoft.com/office/officeart/2005/8/layout/vList3"/>
    <dgm:cxn modelId="{B0127824-8DC1-4736-A965-D71335039F7E}" type="presParOf" srcId="{4402827E-FC6D-4EE1-A8A6-F02041CA7517}" destId="{5935550C-BF4B-42E6-B952-24289F17F31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45DAD77B-3E88-4F0B-B9BE-B1870080F3E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F20C5B-024D-48D9-9621-EB9D4C865992}">
      <dgm:prSet/>
      <dgm:spPr/>
      <dgm:t>
        <a:bodyPr/>
        <a:lstStyle/>
        <a:p>
          <a:r>
            <a:rPr lang="ru-RU" b="0" i="0"/>
            <a:t>Івана Мазепи.</a:t>
          </a:r>
          <a:endParaRPr lang="uk-UA"/>
        </a:p>
      </dgm:t>
    </dgm:pt>
    <dgm:pt modelId="{1E8B8D5A-033D-402B-A3FD-71BCADA39469}" type="parTrans" cxnId="{B1E016FA-D63E-4B21-8390-AFB14DDF8535}">
      <dgm:prSet/>
      <dgm:spPr/>
      <dgm:t>
        <a:bodyPr/>
        <a:lstStyle/>
        <a:p>
          <a:endParaRPr lang="uk-UA"/>
        </a:p>
      </dgm:t>
    </dgm:pt>
    <dgm:pt modelId="{47606A19-558D-4504-80BE-7E4C07851157}" type="sibTrans" cxnId="{B1E016FA-D63E-4B21-8390-AFB14DDF8535}">
      <dgm:prSet/>
      <dgm:spPr/>
      <dgm:t>
        <a:bodyPr/>
        <a:lstStyle/>
        <a:p>
          <a:endParaRPr lang="uk-UA"/>
        </a:p>
      </dgm:t>
    </dgm:pt>
    <dgm:pt modelId="{0F41293F-7407-493E-B7A2-456DF8A733B0}">
      <dgm:prSet/>
      <dgm:spPr/>
      <dgm:t>
        <a:bodyPr/>
        <a:lstStyle/>
        <a:p>
          <a:r>
            <a:rPr lang="ru-RU" b="0" i="0" dirty="0"/>
            <a:t>Петра Дорошенка.</a:t>
          </a:r>
          <a:endParaRPr lang="uk-UA" dirty="0"/>
        </a:p>
      </dgm:t>
    </dgm:pt>
    <dgm:pt modelId="{F64E3D77-4BBC-4F7A-BF0A-15C2E515EF86}" type="parTrans" cxnId="{8EFCD6A9-2506-4FAE-AEB8-9626E52611FF}">
      <dgm:prSet/>
      <dgm:spPr/>
      <dgm:t>
        <a:bodyPr/>
        <a:lstStyle/>
        <a:p>
          <a:endParaRPr lang="uk-UA"/>
        </a:p>
      </dgm:t>
    </dgm:pt>
    <dgm:pt modelId="{8C6D4583-27F7-4419-AE0C-B5A55CD9D53C}" type="sibTrans" cxnId="{8EFCD6A9-2506-4FAE-AEB8-9626E52611FF}">
      <dgm:prSet/>
      <dgm:spPr/>
      <dgm:t>
        <a:bodyPr/>
        <a:lstStyle/>
        <a:p>
          <a:endParaRPr lang="uk-UA"/>
        </a:p>
      </dgm:t>
    </dgm:pt>
    <dgm:pt modelId="{9C50EF01-36B7-47C2-89B3-E9D20A9767E8}">
      <dgm:prSet/>
      <dgm:spPr/>
      <dgm:t>
        <a:bodyPr/>
        <a:lstStyle/>
        <a:p>
          <a:r>
            <a:rPr lang="ru-RU" b="0" i="0"/>
            <a:t>Івана Самойловича.</a:t>
          </a:r>
          <a:endParaRPr lang="uk-UA"/>
        </a:p>
      </dgm:t>
    </dgm:pt>
    <dgm:pt modelId="{4CD3FAD6-44C5-441A-A92B-8D3DBF8B510A}" type="parTrans" cxnId="{BC89D773-91B4-4421-9472-B1F344E9AEA6}">
      <dgm:prSet/>
      <dgm:spPr/>
      <dgm:t>
        <a:bodyPr/>
        <a:lstStyle/>
        <a:p>
          <a:endParaRPr lang="uk-UA"/>
        </a:p>
      </dgm:t>
    </dgm:pt>
    <dgm:pt modelId="{0BCA3E40-EA07-4FCF-BEF9-2CC1204694C3}" type="sibTrans" cxnId="{BC89D773-91B4-4421-9472-B1F344E9AEA6}">
      <dgm:prSet/>
      <dgm:spPr/>
      <dgm:t>
        <a:bodyPr/>
        <a:lstStyle/>
        <a:p>
          <a:endParaRPr lang="uk-UA"/>
        </a:p>
      </dgm:t>
    </dgm:pt>
    <dgm:pt modelId="{23C3AAD5-DC3A-49E5-8CD0-95E31D943270}">
      <dgm:prSet/>
      <dgm:spPr/>
      <dgm:t>
        <a:bodyPr/>
        <a:lstStyle/>
        <a:p>
          <a:r>
            <a:rPr lang="ru-RU" b="0" i="0" dirty="0" err="1"/>
            <a:t>Кирила</a:t>
          </a:r>
          <a:r>
            <a:rPr lang="ru-RU" b="0" i="0" dirty="0"/>
            <a:t> </a:t>
          </a:r>
          <a:r>
            <a:rPr lang="ru-RU" b="0" i="0" dirty="0" err="1"/>
            <a:t>Розумовського</a:t>
          </a:r>
          <a:r>
            <a:rPr lang="ru-RU" b="0" i="0" dirty="0"/>
            <a:t>.</a:t>
          </a:r>
          <a:endParaRPr lang="uk-UA" dirty="0"/>
        </a:p>
      </dgm:t>
    </dgm:pt>
    <dgm:pt modelId="{4BF6C431-51EE-47D3-9945-A088F32D5F25}" type="parTrans" cxnId="{9C29607B-497E-45FE-94A8-E859C092A965}">
      <dgm:prSet/>
      <dgm:spPr/>
      <dgm:t>
        <a:bodyPr/>
        <a:lstStyle/>
        <a:p>
          <a:endParaRPr lang="uk-UA"/>
        </a:p>
      </dgm:t>
    </dgm:pt>
    <dgm:pt modelId="{20A094C7-3BD4-4309-A00E-86832D486C31}" type="sibTrans" cxnId="{9C29607B-497E-45FE-94A8-E859C092A965}">
      <dgm:prSet/>
      <dgm:spPr/>
      <dgm:t>
        <a:bodyPr/>
        <a:lstStyle/>
        <a:p>
          <a:endParaRPr lang="uk-UA"/>
        </a:p>
      </dgm:t>
    </dgm:pt>
    <dgm:pt modelId="{9626D3BA-1A34-4591-A76A-9A76AAD730D1}" type="pres">
      <dgm:prSet presAssocID="{45DAD77B-3E88-4F0B-B9BE-B1870080F3E2}" presName="Name0" presStyleCnt="0">
        <dgm:presLayoutVars>
          <dgm:chMax val="7"/>
          <dgm:chPref val="7"/>
          <dgm:dir/>
        </dgm:presLayoutVars>
      </dgm:prSet>
      <dgm:spPr/>
    </dgm:pt>
    <dgm:pt modelId="{88168DEB-055C-4E12-9500-6DE07097E1ED}" type="pres">
      <dgm:prSet presAssocID="{45DAD77B-3E88-4F0B-B9BE-B1870080F3E2}" presName="Name1" presStyleCnt="0"/>
      <dgm:spPr/>
    </dgm:pt>
    <dgm:pt modelId="{3B3356AD-3EFD-421A-BBFD-5E70C79B6791}" type="pres">
      <dgm:prSet presAssocID="{45DAD77B-3E88-4F0B-B9BE-B1870080F3E2}" presName="cycle" presStyleCnt="0"/>
      <dgm:spPr/>
    </dgm:pt>
    <dgm:pt modelId="{F80EE156-9AAF-4F84-A3AF-6116C8EB8EB6}" type="pres">
      <dgm:prSet presAssocID="{45DAD77B-3E88-4F0B-B9BE-B1870080F3E2}" presName="srcNode" presStyleLbl="node1" presStyleIdx="0" presStyleCnt="4"/>
      <dgm:spPr/>
    </dgm:pt>
    <dgm:pt modelId="{53207B91-59D5-4E29-AF2A-009373C2A6D5}" type="pres">
      <dgm:prSet presAssocID="{45DAD77B-3E88-4F0B-B9BE-B1870080F3E2}" presName="conn" presStyleLbl="parChTrans1D2" presStyleIdx="0" presStyleCnt="1"/>
      <dgm:spPr/>
    </dgm:pt>
    <dgm:pt modelId="{21C3CCE8-3D08-47C0-8CE7-2320F560EA8F}" type="pres">
      <dgm:prSet presAssocID="{45DAD77B-3E88-4F0B-B9BE-B1870080F3E2}" presName="extraNode" presStyleLbl="node1" presStyleIdx="0" presStyleCnt="4"/>
      <dgm:spPr/>
    </dgm:pt>
    <dgm:pt modelId="{6A70D79B-D9DA-41C1-B0A5-FBCBF9AF9343}" type="pres">
      <dgm:prSet presAssocID="{45DAD77B-3E88-4F0B-B9BE-B1870080F3E2}" presName="dstNode" presStyleLbl="node1" presStyleIdx="0" presStyleCnt="4"/>
      <dgm:spPr/>
    </dgm:pt>
    <dgm:pt modelId="{561F9E83-321E-4BB2-8D8C-9028FE421D72}" type="pres">
      <dgm:prSet presAssocID="{99F20C5B-024D-48D9-9621-EB9D4C865992}" presName="text_1" presStyleLbl="node1" presStyleIdx="0" presStyleCnt="4">
        <dgm:presLayoutVars>
          <dgm:bulletEnabled val="1"/>
        </dgm:presLayoutVars>
      </dgm:prSet>
      <dgm:spPr/>
    </dgm:pt>
    <dgm:pt modelId="{BB65410B-E608-4C77-BEBC-3476B6F511FF}" type="pres">
      <dgm:prSet presAssocID="{99F20C5B-024D-48D9-9621-EB9D4C865992}" presName="accent_1" presStyleCnt="0"/>
      <dgm:spPr/>
    </dgm:pt>
    <dgm:pt modelId="{2C925A68-4FEF-4461-8C68-DD8B95905C5E}" type="pres">
      <dgm:prSet presAssocID="{99F20C5B-024D-48D9-9621-EB9D4C865992}" presName="accentRepeatNode" presStyleLbl="solidFgAcc1" presStyleIdx="0" presStyleCnt="4"/>
      <dgm:spPr/>
    </dgm:pt>
    <dgm:pt modelId="{CD6B33CD-2B56-48CF-BDC1-EEC65322BAFD}" type="pres">
      <dgm:prSet presAssocID="{0F41293F-7407-493E-B7A2-456DF8A733B0}" presName="text_2" presStyleLbl="node1" presStyleIdx="1" presStyleCnt="4">
        <dgm:presLayoutVars>
          <dgm:bulletEnabled val="1"/>
        </dgm:presLayoutVars>
      </dgm:prSet>
      <dgm:spPr/>
    </dgm:pt>
    <dgm:pt modelId="{28289584-4C2F-460C-8C4F-D42269D4F1E9}" type="pres">
      <dgm:prSet presAssocID="{0F41293F-7407-493E-B7A2-456DF8A733B0}" presName="accent_2" presStyleCnt="0"/>
      <dgm:spPr/>
    </dgm:pt>
    <dgm:pt modelId="{89BD092D-8C13-4C2B-B79A-73A784CF37FF}" type="pres">
      <dgm:prSet presAssocID="{0F41293F-7407-493E-B7A2-456DF8A733B0}" presName="accentRepeatNode" presStyleLbl="solidFgAcc1" presStyleIdx="1" presStyleCnt="4"/>
      <dgm:spPr/>
    </dgm:pt>
    <dgm:pt modelId="{D38D896D-D42D-422A-9BC2-B6F3EB1261A1}" type="pres">
      <dgm:prSet presAssocID="{9C50EF01-36B7-47C2-89B3-E9D20A9767E8}" presName="text_3" presStyleLbl="node1" presStyleIdx="2" presStyleCnt="4">
        <dgm:presLayoutVars>
          <dgm:bulletEnabled val="1"/>
        </dgm:presLayoutVars>
      </dgm:prSet>
      <dgm:spPr/>
    </dgm:pt>
    <dgm:pt modelId="{2BF943CC-C1B0-428C-9072-CB06A97A3EE3}" type="pres">
      <dgm:prSet presAssocID="{9C50EF01-36B7-47C2-89B3-E9D20A9767E8}" presName="accent_3" presStyleCnt="0"/>
      <dgm:spPr/>
    </dgm:pt>
    <dgm:pt modelId="{E46590AD-37DD-48B0-A811-DA44D6DD90B1}" type="pres">
      <dgm:prSet presAssocID="{9C50EF01-36B7-47C2-89B3-E9D20A9767E8}" presName="accentRepeatNode" presStyleLbl="solidFgAcc1" presStyleIdx="2" presStyleCnt="4"/>
      <dgm:spPr/>
    </dgm:pt>
    <dgm:pt modelId="{6761EEA1-5799-4AC1-9F06-CF2B22B8E960}" type="pres">
      <dgm:prSet presAssocID="{23C3AAD5-DC3A-49E5-8CD0-95E31D943270}" presName="text_4" presStyleLbl="node1" presStyleIdx="3" presStyleCnt="4">
        <dgm:presLayoutVars>
          <dgm:bulletEnabled val="1"/>
        </dgm:presLayoutVars>
      </dgm:prSet>
      <dgm:spPr/>
    </dgm:pt>
    <dgm:pt modelId="{88CC23EE-3237-49A1-8A2D-7C88742CD847}" type="pres">
      <dgm:prSet presAssocID="{23C3AAD5-DC3A-49E5-8CD0-95E31D943270}" presName="accent_4" presStyleCnt="0"/>
      <dgm:spPr/>
    </dgm:pt>
    <dgm:pt modelId="{E7815CE2-C02F-4CC9-9E8D-81298D244D56}" type="pres">
      <dgm:prSet presAssocID="{23C3AAD5-DC3A-49E5-8CD0-95E31D943270}" presName="accentRepeatNode" presStyleLbl="solidFgAcc1" presStyleIdx="3" presStyleCnt="4"/>
      <dgm:spPr/>
    </dgm:pt>
  </dgm:ptLst>
  <dgm:cxnLst>
    <dgm:cxn modelId="{DDCD5C27-CAEB-4242-88C8-41FBB075A90F}" type="presOf" srcId="{0F41293F-7407-493E-B7A2-456DF8A733B0}" destId="{CD6B33CD-2B56-48CF-BDC1-EEC65322BAFD}" srcOrd="0" destOrd="0" presId="urn:microsoft.com/office/officeart/2008/layout/VerticalCurvedList"/>
    <dgm:cxn modelId="{79954A2B-C2BE-4B03-83FB-F5B95CB8091C}" type="presOf" srcId="{99F20C5B-024D-48D9-9621-EB9D4C865992}" destId="{561F9E83-321E-4BB2-8D8C-9028FE421D72}" srcOrd="0" destOrd="0" presId="urn:microsoft.com/office/officeart/2008/layout/VerticalCurvedList"/>
    <dgm:cxn modelId="{5F801572-70F8-47A7-84AE-08B279EBC09E}" type="presOf" srcId="{23C3AAD5-DC3A-49E5-8CD0-95E31D943270}" destId="{6761EEA1-5799-4AC1-9F06-CF2B22B8E960}" srcOrd="0" destOrd="0" presId="urn:microsoft.com/office/officeart/2008/layout/VerticalCurvedList"/>
    <dgm:cxn modelId="{BC89D773-91B4-4421-9472-B1F344E9AEA6}" srcId="{45DAD77B-3E88-4F0B-B9BE-B1870080F3E2}" destId="{9C50EF01-36B7-47C2-89B3-E9D20A9767E8}" srcOrd="2" destOrd="0" parTransId="{4CD3FAD6-44C5-441A-A92B-8D3DBF8B510A}" sibTransId="{0BCA3E40-EA07-4FCF-BEF9-2CC1204694C3}"/>
    <dgm:cxn modelId="{BF9D2255-E30A-4C88-9826-7887AF462639}" type="presOf" srcId="{45DAD77B-3E88-4F0B-B9BE-B1870080F3E2}" destId="{9626D3BA-1A34-4591-A76A-9A76AAD730D1}" srcOrd="0" destOrd="0" presId="urn:microsoft.com/office/officeart/2008/layout/VerticalCurvedList"/>
    <dgm:cxn modelId="{9C29607B-497E-45FE-94A8-E859C092A965}" srcId="{45DAD77B-3E88-4F0B-B9BE-B1870080F3E2}" destId="{23C3AAD5-DC3A-49E5-8CD0-95E31D943270}" srcOrd="3" destOrd="0" parTransId="{4BF6C431-51EE-47D3-9945-A088F32D5F25}" sibTransId="{20A094C7-3BD4-4309-A00E-86832D486C31}"/>
    <dgm:cxn modelId="{16C75CA2-B5DD-4F35-A1A5-5C2510D13482}" type="presOf" srcId="{47606A19-558D-4504-80BE-7E4C07851157}" destId="{53207B91-59D5-4E29-AF2A-009373C2A6D5}" srcOrd="0" destOrd="0" presId="urn:microsoft.com/office/officeart/2008/layout/VerticalCurvedList"/>
    <dgm:cxn modelId="{8EFCD6A9-2506-4FAE-AEB8-9626E52611FF}" srcId="{45DAD77B-3E88-4F0B-B9BE-B1870080F3E2}" destId="{0F41293F-7407-493E-B7A2-456DF8A733B0}" srcOrd="1" destOrd="0" parTransId="{F64E3D77-4BBC-4F7A-BF0A-15C2E515EF86}" sibTransId="{8C6D4583-27F7-4419-AE0C-B5A55CD9D53C}"/>
    <dgm:cxn modelId="{189A30F2-17F7-412C-B58C-E6FECB29F529}" type="presOf" srcId="{9C50EF01-36B7-47C2-89B3-E9D20A9767E8}" destId="{D38D896D-D42D-422A-9BC2-B6F3EB1261A1}" srcOrd="0" destOrd="0" presId="urn:microsoft.com/office/officeart/2008/layout/VerticalCurvedList"/>
    <dgm:cxn modelId="{B1E016FA-D63E-4B21-8390-AFB14DDF8535}" srcId="{45DAD77B-3E88-4F0B-B9BE-B1870080F3E2}" destId="{99F20C5B-024D-48D9-9621-EB9D4C865992}" srcOrd="0" destOrd="0" parTransId="{1E8B8D5A-033D-402B-A3FD-71BCADA39469}" sibTransId="{47606A19-558D-4504-80BE-7E4C07851157}"/>
    <dgm:cxn modelId="{B6A31DD8-995F-4D62-9337-A8399DF642CA}" type="presParOf" srcId="{9626D3BA-1A34-4591-A76A-9A76AAD730D1}" destId="{88168DEB-055C-4E12-9500-6DE07097E1ED}" srcOrd="0" destOrd="0" presId="urn:microsoft.com/office/officeart/2008/layout/VerticalCurvedList"/>
    <dgm:cxn modelId="{6E431CD5-8237-43C6-8306-1ED88003ADA3}" type="presParOf" srcId="{88168DEB-055C-4E12-9500-6DE07097E1ED}" destId="{3B3356AD-3EFD-421A-BBFD-5E70C79B6791}" srcOrd="0" destOrd="0" presId="urn:microsoft.com/office/officeart/2008/layout/VerticalCurvedList"/>
    <dgm:cxn modelId="{B22180C5-69B0-4A7B-8E17-E32D4880D421}" type="presParOf" srcId="{3B3356AD-3EFD-421A-BBFD-5E70C79B6791}" destId="{F80EE156-9AAF-4F84-A3AF-6116C8EB8EB6}" srcOrd="0" destOrd="0" presId="urn:microsoft.com/office/officeart/2008/layout/VerticalCurvedList"/>
    <dgm:cxn modelId="{F784ACC8-CC14-4036-B477-AB87D46F6223}" type="presParOf" srcId="{3B3356AD-3EFD-421A-BBFD-5E70C79B6791}" destId="{53207B91-59D5-4E29-AF2A-009373C2A6D5}" srcOrd="1" destOrd="0" presId="urn:microsoft.com/office/officeart/2008/layout/VerticalCurvedList"/>
    <dgm:cxn modelId="{FB597347-64E1-4E4C-BA75-52D6C6BB1421}" type="presParOf" srcId="{3B3356AD-3EFD-421A-BBFD-5E70C79B6791}" destId="{21C3CCE8-3D08-47C0-8CE7-2320F560EA8F}" srcOrd="2" destOrd="0" presId="urn:microsoft.com/office/officeart/2008/layout/VerticalCurvedList"/>
    <dgm:cxn modelId="{33558B17-8433-4EEA-B31D-A74E081E7BA9}" type="presParOf" srcId="{3B3356AD-3EFD-421A-BBFD-5E70C79B6791}" destId="{6A70D79B-D9DA-41C1-B0A5-FBCBF9AF9343}" srcOrd="3" destOrd="0" presId="urn:microsoft.com/office/officeart/2008/layout/VerticalCurvedList"/>
    <dgm:cxn modelId="{4EF3696F-E411-4EF9-82FD-1097F93AF55C}" type="presParOf" srcId="{88168DEB-055C-4E12-9500-6DE07097E1ED}" destId="{561F9E83-321E-4BB2-8D8C-9028FE421D72}" srcOrd="1" destOrd="0" presId="urn:microsoft.com/office/officeart/2008/layout/VerticalCurvedList"/>
    <dgm:cxn modelId="{0FE91110-7F00-4B74-BF44-843BE47A0C55}" type="presParOf" srcId="{88168DEB-055C-4E12-9500-6DE07097E1ED}" destId="{BB65410B-E608-4C77-BEBC-3476B6F511FF}" srcOrd="2" destOrd="0" presId="urn:microsoft.com/office/officeart/2008/layout/VerticalCurvedList"/>
    <dgm:cxn modelId="{3FF71794-2AB8-4CF5-BDE6-72656E52371F}" type="presParOf" srcId="{BB65410B-E608-4C77-BEBC-3476B6F511FF}" destId="{2C925A68-4FEF-4461-8C68-DD8B95905C5E}" srcOrd="0" destOrd="0" presId="urn:microsoft.com/office/officeart/2008/layout/VerticalCurvedList"/>
    <dgm:cxn modelId="{A4A29F47-10BE-4AFB-A8FC-DE344380FD5D}" type="presParOf" srcId="{88168DEB-055C-4E12-9500-6DE07097E1ED}" destId="{CD6B33CD-2B56-48CF-BDC1-EEC65322BAFD}" srcOrd="3" destOrd="0" presId="urn:microsoft.com/office/officeart/2008/layout/VerticalCurvedList"/>
    <dgm:cxn modelId="{5BEB45DD-113B-4CB2-82F3-4866116BFC1B}" type="presParOf" srcId="{88168DEB-055C-4E12-9500-6DE07097E1ED}" destId="{28289584-4C2F-460C-8C4F-D42269D4F1E9}" srcOrd="4" destOrd="0" presId="urn:microsoft.com/office/officeart/2008/layout/VerticalCurvedList"/>
    <dgm:cxn modelId="{FAA33B1A-6C3F-4DA5-9BC1-3E36410D54F8}" type="presParOf" srcId="{28289584-4C2F-460C-8C4F-D42269D4F1E9}" destId="{89BD092D-8C13-4C2B-B79A-73A784CF37FF}" srcOrd="0" destOrd="0" presId="urn:microsoft.com/office/officeart/2008/layout/VerticalCurvedList"/>
    <dgm:cxn modelId="{4CECE04E-67FE-41F3-B60A-59112575AD5D}" type="presParOf" srcId="{88168DEB-055C-4E12-9500-6DE07097E1ED}" destId="{D38D896D-D42D-422A-9BC2-B6F3EB1261A1}" srcOrd="5" destOrd="0" presId="urn:microsoft.com/office/officeart/2008/layout/VerticalCurvedList"/>
    <dgm:cxn modelId="{7DA83793-A161-4DCA-B092-5C4D656C5A73}" type="presParOf" srcId="{88168DEB-055C-4E12-9500-6DE07097E1ED}" destId="{2BF943CC-C1B0-428C-9072-CB06A97A3EE3}" srcOrd="6" destOrd="0" presId="urn:microsoft.com/office/officeart/2008/layout/VerticalCurvedList"/>
    <dgm:cxn modelId="{47B0C25B-EB8A-476B-8B57-0FF16F825FD1}" type="presParOf" srcId="{2BF943CC-C1B0-428C-9072-CB06A97A3EE3}" destId="{E46590AD-37DD-48B0-A811-DA44D6DD90B1}" srcOrd="0" destOrd="0" presId="urn:microsoft.com/office/officeart/2008/layout/VerticalCurvedList"/>
    <dgm:cxn modelId="{E25D1CF5-EDBB-4DC3-A4D2-C0312BBA0CD4}" type="presParOf" srcId="{88168DEB-055C-4E12-9500-6DE07097E1ED}" destId="{6761EEA1-5799-4AC1-9F06-CF2B22B8E960}" srcOrd="7" destOrd="0" presId="urn:microsoft.com/office/officeart/2008/layout/VerticalCurvedList"/>
    <dgm:cxn modelId="{FCBFFB86-8BDA-4E39-A148-B72F54088BD3}" type="presParOf" srcId="{88168DEB-055C-4E12-9500-6DE07097E1ED}" destId="{88CC23EE-3237-49A1-8A2D-7C88742CD847}" srcOrd="8" destOrd="0" presId="urn:microsoft.com/office/officeart/2008/layout/VerticalCurvedList"/>
    <dgm:cxn modelId="{B939C324-7438-4E56-B46D-5BEA09FA89EC}" type="presParOf" srcId="{88CC23EE-3237-49A1-8A2D-7C88742CD847}" destId="{E7815CE2-C02F-4CC9-9E8D-81298D244D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436803A5-D828-43DC-93ED-24A2C3E6DA2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FBB332-9DF6-4DB5-93C5-E6960CA25D48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D19A67AC-0795-4304-BCE2-DB8993A35CAA}" type="parTrans" cxnId="{C9C5FADE-BE4E-4EE7-9305-516DD878E6D8}">
      <dgm:prSet/>
      <dgm:spPr/>
      <dgm:t>
        <a:bodyPr/>
        <a:lstStyle/>
        <a:p>
          <a:endParaRPr lang="uk-UA"/>
        </a:p>
      </dgm:t>
    </dgm:pt>
    <dgm:pt modelId="{4DFFA4F9-388E-44EB-B38C-FBE62E74F68E}" type="sibTrans" cxnId="{C9C5FADE-BE4E-4EE7-9305-516DD878E6D8}">
      <dgm:prSet/>
      <dgm:spPr/>
      <dgm:t>
        <a:bodyPr/>
        <a:lstStyle/>
        <a:p>
          <a:endParaRPr lang="uk-UA"/>
        </a:p>
      </dgm:t>
    </dgm:pt>
    <dgm:pt modelId="{F470B90D-59AE-4BA9-9531-0824451EEB4A}">
      <dgm:prSet/>
      <dgm:spPr/>
      <dgm:t>
        <a:bodyPr/>
        <a:lstStyle/>
        <a:p>
          <a:r>
            <a:rPr lang="uk-UA" b="0" i="0" dirty="0"/>
            <a:t>Одеси.</a:t>
          </a:r>
          <a:endParaRPr lang="uk-UA" dirty="0"/>
        </a:p>
      </dgm:t>
    </dgm:pt>
    <dgm:pt modelId="{8A880106-C458-4E63-B10C-BDFA2D7B77A9}" type="parTrans" cxnId="{599A1932-5AD3-47A0-AFA3-9A2C32BB65E3}">
      <dgm:prSet/>
      <dgm:spPr/>
      <dgm:t>
        <a:bodyPr/>
        <a:lstStyle/>
        <a:p>
          <a:endParaRPr lang="uk-UA"/>
        </a:p>
      </dgm:t>
    </dgm:pt>
    <dgm:pt modelId="{A6977402-282B-45C2-B944-D08225FA280E}" type="sibTrans" cxnId="{599A1932-5AD3-47A0-AFA3-9A2C32BB65E3}">
      <dgm:prSet/>
      <dgm:spPr/>
      <dgm:t>
        <a:bodyPr/>
        <a:lstStyle/>
        <a:p>
          <a:endParaRPr lang="uk-UA"/>
        </a:p>
      </dgm:t>
    </dgm:pt>
    <dgm:pt modelId="{D3E432F1-1228-4DBE-BE7B-D706978B0EB8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2E251FBB-A483-4AFD-B304-9C0C4ACC511A}" type="parTrans" cxnId="{3ACFB3B8-8B48-44F9-ACAA-DB9FDBC82D3A}">
      <dgm:prSet/>
      <dgm:spPr/>
      <dgm:t>
        <a:bodyPr/>
        <a:lstStyle/>
        <a:p>
          <a:endParaRPr lang="uk-UA"/>
        </a:p>
      </dgm:t>
    </dgm:pt>
    <dgm:pt modelId="{7D3E7A86-A74C-423D-8A90-93F600C13C61}" type="sibTrans" cxnId="{3ACFB3B8-8B48-44F9-ACAA-DB9FDBC82D3A}">
      <dgm:prSet/>
      <dgm:spPr/>
      <dgm:t>
        <a:bodyPr/>
        <a:lstStyle/>
        <a:p>
          <a:endParaRPr lang="uk-UA"/>
        </a:p>
      </dgm:t>
    </dgm:pt>
    <dgm:pt modelId="{3A51BE76-F498-4CB8-96BE-B2ECC7741ECE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1FAED78F-9AFC-4154-9113-6D89081FAC08}" type="parTrans" cxnId="{5DE95B7C-27DD-40F3-8F73-B8CAA3C74986}">
      <dgm:prSet/>
      <dgm:spPr/>
      <dgm:t>
        <a:bodyPr/>
        <a:lstStyle/>
        <a:p>
          <a:endParaRPr lang="uk-UA"/>
        </a:p>
      </dgm:t>
    </dgm:pt>
    <dgm:pt modelId="{F31F9FA8-6B3A-4B81-BC37-FFF02AB57427}" type="sibTrans" cxnId="{5DE95B7C-27DD-40F3-8F73-B8CAA3C74986}">
      <dgm:prSet/>
      <dgm:spPr/>
      <dgm:t>
        <a:bodyPr/>
        <a:lstStyle/>
        <a:p>
          <a:endParaRPr lang="uk-UA"/>
        </a:p>
      </dgm:t>
    </dgm:pt>
    <dgm:pt modelId="{53040834-CAA2-47BA-A03F-67836E862282}" type="pres">
      <dgm:prSet presAssocID="{436803A5-D828-43DC-93ED-24A2C3E6DA22}" presName="linearFlow" presStyleCnt="0">
        <dgm:presLayoutVars>
          <dgm:dir/>
          <dgm:resizeHandles val="exact"/>
        </dgm:presLayoutVars>
      </dgm:prSet>
      <dgm:spPr/>
    </dgm:pt>
    <dgm:pt modelId="{2432A6E8-9098-474E-91E1-CAF009A98217}" type="pres">
      <dgm:prSet presAssocID="{CBFBB332-9DF6-4DB5-93C5-E6960CA25D48}" presName="composite" presStyleCnt="0"/>
      <dgm:spPr/>
    </dgm:pt>
    <dgm:pt modelId="{C1AC2E23-7BC6-477B-8B34-F87E1299E18E}" type="pres">
      <dgm:prSet presAssocID="{CBFBB332-9DF6-4DB5-93C5-E6960CA25D48}" presName="imgShp" presStyleLbl="fgImgPlace1" presStyleIdx="0" presStyleCnt="4"/>
      <dgm:spPr/>
    </dgm:pt>
    <dgm:pt modelId="{2C9D8C3A-AA5F-4021-9B47-84DF12E54002}" type="pres">
      <dgm:prSet presAssocID="{CBFBB332-9DF6-4DB5-93C5-E6960CA25D48}" presName="txShp" presStyleLbl="node1" presStyleIdx="0" presStyleCnt="4">
        <dgm:presLayoutVars>
          <dgm:bulletEnabled val="1"/>
        </dgm:presLayoutVars>
      </dgm:prSet>
      <dgm:spPr/>
    </dgm:pt>
    <dgm:pt modelId="{90327C68-115E-4E02-9AE6-FE097EABD57E}" type="pres">
      <dgm:prSet presAssocID="{4DFFA4F9-388E-44EB-B38C-FBE62E74F68E}" presName="spacing" presStyleCnt="0"/>
      <dgm:spPr/>
    </dgm:pt>
    <dgm:pt modelId="{74D6A6D6-FE4E-4254-A507-E8A2267ECF90}" type="pres">
      <dgm:prSet presAssocID="{F470B90D-59AE-4BA9-9531-0824451EEB4A}" presName="composite" presStyleCnt="0"/>
      <dgm:spPr/>
    </dgm:pt>
    <dgm:pt modelId="{112283AA-1C10-43BB-B52E-26E35A680820}" type="pres">
      <dgm:prSet presAssocID="{F470B90D-59AE-4BA9-9531-0824451EEB4A}" presName="imgShp" presStyleLbl="fgImgPlace1" presStyleIdx="1" presStyleCnt="4"/>
      <dgm:spPr/>
    </dgm:pt>
    <dgm:pt modelId="{3400843C-A722-4CAF-99A2-492280C4EBC7}" type="pres">
      <dgm:prSet presAssocID="{F470B90D-59AE-4BA9-9531-0824451EEB4A}" presName="txShp" presStyleLbl="node1" presStyleIdx="1" presStyleCnt="4">
        <dgm:presLayoutVars>
          <dgm:bulletEnabled val="1"/>
        </dgm:presLayoutVars>
      </dgm:prSet>
      <dgm:spPr/>
    </dgm:pt>
    <dgm:pt modelId="{5613F97B-95C6-41F0-BD94-1B6CFF78CEBA}" type="pres">
      <dgm:prSet presAssocID="{A6977402-282B-45C2-B944-D08225FA280E}" presName="spacing" presStyleCnt="0"/>
      <dgm:spPr/>
    </dgm:pt>
    <dgm:pt modelId="{E7321118-42BB-4E6A-AE43-1337D9262BF9}" type="pres">
      <dgm:prSet presAssocID="{D3E432F1-1228-4DBE-BE7B-D706978B0EB8}" presName="composite" presStyleCnt="0"/>
      <dgm:spPr/>
    </dgm:pt>
    <dgm:pt modelId="{C9A684BE-CEE5-4F51-8C92-4ADFCDCEF36D}" type="pres">
      <dgm:prSet presAssocID="{D3E432F1-1228-4DBE-BE7B-D706978B0EB8}" presName="imgShp" presStyleLbl="fgImgPlace1" presStyleIdx="2" presStyleCnt="4"/>
      <dgm:spPr/>
    </dgm:pt>
    <dgm:pt modelId="{590AFEC8-C55C-45E7-896C-45D8C922E00A}" type="pres">
      <dgm:prSet presAssocID="{D3E432F1-1228-4DBE-BE7B-D706978B0EB8}" presName="txShp" presStyleLbl="node1" presStyleIdx="2" presStyleCnt="4">
        <dgm:presLayoutVars>
          <dgm:bulletEnabled val="1"/>
        </dgm:presLayoutVars>
      </dgm:prSet>
      <dgm:spPr/>
    </dgm:pt>
    <dgm:pt modelId="{F8B0F818-9236-4DE4-8F2D-551A57267AC7}" type="pres">
      <dgm:prSet presAssocID="{7D3E7A86-A74C-423D-8A90-93F600C13C61}" presName="spacing" presStyleCnt="0"/>
      <dgm:spPr/>
    </dgm:pt>
    <dgm:pt modelId="{F36A962A-F5F3-45CF-B1E0-068EA474E83F}" type="pres">
      <dgm:prSet presAssocID="{3A51BE76-F498-4CB8-96BE-B2ECC7741ECE}" presName="composite" presStyleCnt="0"/>
      <dgm:spPr/>
    </dgm:pt>
    <dgm:pt modelId="{E567F2BD-BAFE-47FF-9F20-DEC345FC146C}" type="pres">
      <dgm:prSet presAssocID="{3A51BE76-F498-4CB8-96BE-B2ECC7741ECE}" presName="imgShp" presStyleLbl="fgImgPlace1" presStyleIdx="3" presStyleCnt="4"/>
      <dgm:spPr/>
    </dgm:pt>
    <dgm:pt modelId="{69B965C3-A64C-4493-8C8B-506C441EB606}" type="pres">
      <dgm:prSet presAssocID="{3A51BE76-F498-4CB8-96BE-B2ECC7741ECE}" presName="txShp" presStyleLbl="node1" presStyleIdx="3" presStyleCnt="4">
        <dgm:presLayoutVars>
          <dgm:bulletEnabled val="1"/>
        </dgm:presLayoutVars>
      </dgm:prSet>
      <dgm:spPr/>
    </dgm:pt>
  </dgm:ptLst>
  <dgm:cxnLst>
    <dgm:cxn modelId="{7A4E6800-917D-43B9-964A-23CED0993F06}" type="presOf" srcId="{F470B90D-59AE-4BA9-9531-0824451EEB4A}" destId="{3400843C-A722-4CAF-99A2-492280C4EBC7}" srcOrd="0" destOrd="0" presId="urn:microsoft.com/office/officeart/2005/8/layout/vList3"/>
    <dgm:cxn modelId="{599A1932-5AD3-47A0-AFA3-9A2C32BB65E3}" srcId="{436803A5-D828-43DC-93ED-24A2C3E6DA22}" destId="{F470B90D-59AE-4BA9-9531-0824451EEB4A}" srcOrd="1" destOrd="0" parTransId="{8A880106-C458-4E63-B10C-BDFA2D7B77A9}" sibTransId="{A6977402-282B-45C2-B944-D08225FA280E}"/>
    <dgm:cxn modelId="{F09DA04D-2798-429B-B71D-FF4746E6AD3C}" type="presOf" srcId="{436803A5-D828-43DC-93ED-24A2C3E6DA22}" destId="{53040834-CAA2-47BA-A03F-67836E862282}" srcOrd="0" destOrd="0" presId="urn:microsoft.com/office/officeart/2005/8/layout/vList3"/>
    <dgm:cxn modelId="{A2E6CA4D-DCB7-4260-BECA-F94066837D0D}" type="presOf" srcId="{CBFBB332-9DF6-4DB5-93C5-E6960CA25D48}" destId="{2C9D8C3A-AA5F-4021-9B47-84DF12E54002}" srcOrd="0" destOrd="0" presId="urn:microsoft.com/office/officeart/2005/8/layout/vList3"/>
    <dgm:cxn modelId="{5DE95B7C-27DD-40F3-8F73-B8CAA3C74986}" srcId="{436803A5-D828-43DC-93ED-24A2C3E6DA22}" destId="{3A51BE76-F498-4CB8-96BE-B2ECC7741ECE}" srcOrd="3" destOrd="0" parTransId="{1FAED78F-9AFC-4154-9113-6D89081FAC08}" sibTransId="{F31F9FA8-6B3A-4B81-BC37-FFF02AB57427}"/>
    <dgm:cxn modelId="{3ACFB3B8-8B48-44F9-ACAA-DB9FDBC82D3A}" srcId="{436803A5-D828-43DC-93ED-24A2C3E6DA22}" destId="{D3E432F1-1228-4DBE-BE7B-D706978B0EB8}" srcOrd="2" destOrd="0" parTransId="{2E251FBB-A483-4AFD-B304-9C0C4ACC511A}" sibTransId="{7D3E7A86-A74C-423D-8A90-93F600C13C61}"/>
    <dgm:cxn modelId="{387ABABA-492F-4C72-B513-8CC01A705AB1}" type="presOf" srcId="{D3E432F1-1228-4DBE-BE7B-D706978B0EB8}" destId="{590AFEC8-C55C-45E7-896C-45D8C922E00A}" srcOrd="0" destOrd="0" presId="urn:microsoft.com/office/officeart/2005/8/layout/vList3"/>
    <dgm:cxn modelId="{AED0C3CE-CB9A-4F46-8389-37F4F8F7E2F1}" type="presOf" srcId="{3A51BE76-F498-4CB8-96BE-B2ECC7741ECE}" destId="{69B965C3-A64C-4493-8C8B-506C441EB606}" srcOrd="0" destOrd="0" presId="urn:microsoft.com/office/officeart/2005/8/layout/vList3"/>
    <dgm:cxn modelId="{C9C5FADE-BE4E-4EE7-9305-516DD878E6D8}" srcId="{436803A5-D828-43DC-93ED-24A2C3E6DA22}" destId="{CBFBB332-9DF6-4DB5-93C5-E6960CA25D48}" srcOrd="0" destOrd="0" parTransId="{D19A67AC-0795-4304-BCE2-DB8993A35CAA}" sibTransId="{4DFFA4F9-388E-44EB-B38C-FBE62E74F68E}"/>
    <dgm:cxn modelId="{AF86ADC9-A015-4D92-B9B7-677FCCDD8FB8}" type="presParOf" srcId="{53040834-CAA2-47BA-A03F-67836E862282}" destId="{2432A6E8-9098-474E-91E1-CAF009A98217}" srcOrd="0" destOrd="0" presId="urn:microsoft.com/office/officeart/2005/8/layout/vList3"/>
    <dgm:cxn modelId="{2306BF0B-5EF1-4B47-B003-D6C1FEA9EB8E}" type="presParOf" srcId="{2432A6E8-9098-474E-91E1-CAF009A98217}" destId="{C1AC2E23-7BC6-477B-8B34-F87E1299E18E}" srcOrd="0" destOrd="0" presId="urn:microsoft.com/office/officeart/2005/8/layout/vList3"/>
    <dgm:cxn modelId="{512BB0A7-BA0D-4585-8B9A-C25A3DD42953}" type="presParOf" srcId="{2432A6E8-9098-474E-91E1-CAF009A98217}" destId="{2C9D8C3A-AA5F-4021-9B47-84DF12E54002}" srcOrd="1" destOrd="0" presId="urn:microsoft.com/office/officeart/2005/8/layout/vList3"/>
    <dgm:cxn modelId="{A7807D98-F2C2-4FD6-960E-76091CA583FE}" type="presParOf" srcId="{53040834-CAA2-47BA-A03F-67836E862282}" destId="{90327C68-115E-4E02-9AE6-FE097EABD57E}" srcOrd="1" destOrd="0" presId="urn:microsoft.com/office/officeart/2005/8/layout/vList3"/>
    <dgm:cxn modelId="{5904E945-7D21-4705-9111-0B6BA60C8440}" type="presParOf" srcId="{53040834-CAA2-47BA-A03F-67836E862282}" destId="{74D6A6D6-FE4E-4254-A507-E8A2267ECF90}" srcOrd="2" destOrd="0" presId="urn:microsoft.com/office/officeart/2005/8/layout/vList3"/>
    <dgm:cxn modelId="{3CEAF98B-42BA-4892-9BCA-ACD53D5BA149}" type="presParOf" srcId="{74D6A6D6-FE4E-4254-A507-E8A2267ECF90}" destId="{112283AA-1C10-43BB-B52E-26E35A680820}" srcOrd="0" destOrd="0" presId="urn:microsoft.com/office/officeart/2005/8/layout/vList3"/>
    <dgm:cxn modelId="{F3CC4527-56F0-420B-9B95-ABDAD6D6CF97}" type="presParOf" srcId="{74D6A6D6-FE4E-4254-A507-E8A2267ECF90}" destId="{3400843C-A722-4CAF-99A2-492280C4EBC7}" srcOrd="1" destOrd="0" presId="urn:microsoft.com/office/officeart/2005/8/layout/vList3"/>
    <dgm:cxn modelId="{7AA47DED-0E24-456E-8BB3-2AE0F8283223}" type="presParOf" srcId="{53040834-CAA2-47BA-A03F-67836E862282}" destId="{5613F97B-95C6-41F0-BD94-1B6CFF78CEBA}" srcOrd="3" destOrd="0" presId="urn:microsoft.com/office/officeart/2005/8/layout/vList3"/>
    <dgm:cxn modelId="{87F5F807-C411-4556-A8BB-6E3DFDABA3DB}" type="presParOf" srcId="{53040834-CAA2-47BA-A03F-67836E862282}" destId="{E7321118-42BB-4E6A-AE43-1337D9262BF9}" srcOrd="4" destOrd="0" presId="urn:microsoft.com/office/officeart/2005/8/layout/vList3"/>
    <dgm:cxn modelId="{B09E9820-B229-40CB-93F0-FE31E4BA9A6B}" type="presParOf" srcId="{E7321118-42BB-4E6A-AE43-1337D9262BF9}" destId="{C9A684BE-CEE5-4F51-8C92-4ADFCDCEF36D}" srcOrd="0" destOrd="0" presId="urn:microsoft.com/office/officeart/2005/8/layout/vList3"/>
    <dgm:cxn modelId="{B2E1DD48-FA3B-4243-B2AD-9B43826D966B}" type="presParOf" srcId="{E7321118-42BB-4E6A-AE43-1337D9262BF9}" destId="{590AFEC8-C55C-45E7-896C-45D8C922E00A}" srcOrd="1" destOrd="0" presId="urn:microsoft.com/office/officeart/2005/8/layout/vList3"/>
    <dgm:cxn modelId="{3DEC32E2-809C-418E-A00A-1EED3B87B5B2}" type="presParOf" srcId="{53040834-CAA2-47BA-A03F-67836E862282}" destId="{F8B0F818-9236-4DE4-8F2D-551A57267AC7}" srcOrd="5" destOrd="0" presId="urn:microsoft.com/office/officeart/2005/8/layout/vList3"/>
    <dgm:cxn modelId="{8227E2A2-2455-49A2-B124-E9E919C9C576}" type="presParOf" srcId="{53040834-CAA2-47BA-A03F-67836E862282}" destId="{F36A962A-F5F3-45CF-B1E0-068EA474E83F}" srcOrd="6" destOrd="0" presId="urn:microsoft.com/office/officeart/2005/8/layout/vList3"/>
    <dgm:cxn modelId="{C451E80D-07E7-4BA0-84BA-91A87837A99A}" type="presParOf" srcId="{F36A962A-F5F3-45CF-B1E0-068EA474E83F}" destId="{E567F2BD-BAFE-47FF-9F20-DEC345FC146C}" srcOrd="0" destOrd="0" presId="urn:microsoft.com/office/officeart/2005/8/layout/vList3"/>
    <dgm:cxn modelId="{5A5E1718-4E0C-47D6-8A48-CFBC16A3FB97}" type="presParOf" srcId="{F36A962A-F5F3-45CF-B1E0-068EA474E83F}" destId="{69B965C3-A64C-4493-8C8B-506C441EB60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E85E264-15CD-4E76-BF8C-B46B6168025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EA27846-BDB1-458D-A8D8-854BDE43EE16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5A938918-B059-49A5-8B56-69FCA4DE0552}" type="parTrans" cxnId="{CB0054A4-E1A8-4955-9A90-2ACF5482AC25}">
      <dgm:prSet/>
      <dgm:spPr/>
      <dgm:t>
        <a:bodyPr/>
        <a:lstStyle/>
        <a:p>
          <a:endParaRPr lang="uk-UA"/>
        </a:p>
      </dgm:t>
    </dgm:pt>
    <dgm:pt modelId="{F91A71CD-9611-4FDD-A261-29D61CC8A146}" type="sibTrans" cxnId="{CB0054A4-E1A8-4955-9A90-2ACF5482AC25}">
      <dgm:prSet/>
      <dgm:spPr/>
      <dgm:t>
        <a:bodyPr/>
        <a:lstStyle/>
        <a:p>
          <a:endParaRPr lang="uk-UA"/>
        </a:p>
      </dgm:t>
    </dgm:pt>
    <dgm:pt modelId="{1C3B7316-F203-4B12-9CD4-FDD9DAE0A89D}">
      <dgm:prSet/>
      <dgm:spPr/>
      <dgm:t>
        <a:bodyPr/>
        <a:lstStyle/>
        <a:p>
          <a:r>
            <a:rPr lang="uk-UA" b="0" i="0"/>
            <a:t>Одеси.</a:t>
          </a:r>
          <a:endParaRPr lang="uk-UA"/>
        </a:p>
      </dgm:t>
    </dgm:pt>
    <dgm:pt modelId="{23D1F4D8-798F-4719-9823-F5230CE80AEE}" type="parTrans" cxnId="{DA65E84E-88DD-40FB-A54B-3D1A39F30EBA}">
      <dgm:prSet/>
      <dgm:spPr/>
      <dgm:t>
        <a:bodyPr/>
        <a:lstStyle/>
        <a:p>
          <a:endParaRPr lang="uk-UA"/>
        </a:p>
      </dgm:t>
    </dgm:pt>
    <dgm:pt modelId="{AA4D0BEF-EE5D-4437-AFE1-54029E1AD015}" type="sibTrans" cxnId="{DA65E84E-88DD-40FB-A54B-3D1A39F30EBA}">
      <dgm:prSet/>
      <dgm:spPr/>
      <dgm:t>
        <a:bodyPr/>
        <a:lstStyle/>
        <a:p>
          <a:endParaRPr lang="uk-UA"/>
        </a:p>
      </dgm:t>
    </dgm:pt>
    <dgm:pt modelId="{783249EA-F46E-406B-A466-506F8ED3CA19}">
      <dgm:prSet/>
      <dgm:spPr/>
      <dgm:t>
        <a:bodyPr/>
        <a:lstStyle/>
        <a:p>
          <a:r>
            <a:rPr lang="uk-UA" b="0" i="0" dirty="0"/>
            <a:t>Києва.</a:t>
          </a:r>
          <a:endParaRPr lang="uk-UA" dirty="0"/>
        </a:p>
      </dgm:t>
    </dgm:pt>
    <dgm:pt modelId="{1CF8AB94-7CB3-4684-A1A3-B28BD6DD45F9}" type="parTrans" cxnId="{03F038FA-31D5-4145-9100-2E704FECFC1A}">
      <dgm:prSet/>
      <dgm:spPr/>
      <dgm:t>
        <a:bodyPr/>
        <a:lstStyle/>
        <a:p>
          <a:endParaRPr lang="uk-UA"/>
        </a:p>
      </dgm:t>
    </dgm:pt>
    <dgm:pt modelId="{647BB477-F97E-4C6E-A1E6-AD9A58930216}" type="sibTrans" cxnId="{03F038FA-31D5-4145-9100-2E704FECFC1A}">
      <dgm:prSet/>
      <dgm:spPr/>
      <dgm:t>
        <a:bodyPr/>
        <a:lstStyle/>
        <a:p>
          <a:endParaRPr lang="uk-UA"/>
        </a:p>
      </dgm:t>
    </dgm:pt>
    <dgm:pt modelId="{B0982CBD-9AF8-4867-B77F-DFCEAAC0675B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0DACFE3E-DA5E-4AB1-BE95-BAD7E0CA2B6F}" type="parTrans" cxnId="{E8E8D644-6C94-49BE-AAAC-6096A7BFFC03}">
      <dgm:prSet/>
      <dgm:spPr/>
      <dgm:t>
        <a:bodyPr/>
        <a:lstStyle/>
        <a:p>
          <a:endParaRPr lang="uk-UA"/>
        </a:p>
      </dgm:t>
    </dgm:pt>
    <dgm:pt modelId="{DFD0A1A5-65DE-45C4-9B8A-7CC17EF70B00}" type="sibTrans" cxnId="{E8E8D644-6C94-49BE-AAAC-6096A7BFFC03}">
      <dgm:prSet/>
      <dgm:spPr/>
      <dgm:t>
        <a:bodyPr/>
        <a:lstStyle/>
        <a:p>
          <a:endParaRPr lang="uk-UA"/>
        </a:p>
      </dgm:t>
    </dgm:pt>
    <dgm:pt modelId="{210E3DE0-1C99-4D4D-94B8-B001EE8C0E3D}" type="pres">
      <dgm:prSet presAssocID="{FE85E264-15CD-4E76-BF8C-B46B61680257}" presName="matrix" presStyleCnt="0">
        <dgm:presLayoutVars>
          <dgm:chMax val="1"/>
          <dgm:dir/>
          <dgm:resizeHandles val="exact"/>
        </dgm:presLayoutVars>
      </dgm:prSet>
      <dgm:spPr/>
    </dgm:pt>
    <dgm:pt modelId="{8DF2800B-0061-4610-A65E-3E9FB46A1799}" type="pres">
      <dgm:prSet presAssocID="{FE85E264-15CD-4E76-BF8C-B46B61680257}" presName="diamond" presStyleLbl="bgShp" presStyleIdx="0" presStyleCnt="1"/>
      <dgm:spPr/>
    </dgm:pt>
    <dgm:pt modelId="{69B35B5A-E474-458F-A3C0-44F199BF9D44}" type="pres">
      <dgm:prSet presAssocID="{FE85E264-15CD-4E76-BF8C-B46B616802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207C26-B333-433B-A56A-A8EEA5536F81}" type="pres">
      <dgm:prSet presAssocID="{FE85E264-15CD-4E76-BF8C-B46B616802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12F834C-D327-4C0A-82D8-D9C211ACA5A6}" type="pres">
      <dgm:prSet presAssocID="{FE85E264-15CD-4E76-BF8C-B46B616802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BAF6F4-49A8-4BC7-BACF-546D7EAEEDC7}" type="pres">
      <dgm:prSet presAssocID="{FE85E264-15CD-4E76-BF8C-B46B616802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AF5E91C-D637-498F-B933-212AC286B22A}" type="presOf" srcId="{FE85E264-15CD-4E76-BF8C-B46B61680257}" destId="{210E3DE0-1C99-4D4D-94B8-B001EE8C0E3D}" srcOrd="0" destOrd="0" presId="urn:microsoft.com/office/officeart/2005/8/layout/matrix3"/>
    <dgm:cxn modelId="{8CA4D228-4568-487D-84CE-D4302E8DA0E8}" type="presOf" srcId="{1C3B7316-F203-4B12-9CD4-FDD9DAE0A89D}" destId="{A5207C26-B333-433B-A56A-A8EEA5536F81}" srcOrd="0" destOrd="0" presId="urn:microsoft.com/office/officeart/2005/8/layout/matrix3"/>
    <dgm:cxn modelId="{E8E8D644-6C94-49BE-AAAC-6096A7BFFC03}" srcId="{FE85E264-15CD-4E76-BF8C-B46B61680257}" destId="{B0982CBD-9AF8-4867-B77F-DFCEAAC0675B}" srcOrd="3" destOrd="0" parTransId="{0DACFE3E-DA5E-4AB1-BE95-BAD7E0CA2B6F}" sibTransId="{DFD0A1A5-65DE-45C4-9B8A-7CC17EF70B00}"/>
    <dgm:cxn modelId="{DA65E84E-88DD-40FB-A54B-3D1A39F30EBA}" srcId="{FE85E264-15CD-4E76-BF8C-B46B61680257}" destId="{1C3B7316-F203-4B12-9CD4-FDD9DAE0A89D}" srcOrd="1" destOrd="0" parTransId="{23D1F4D8-798F-4719-9823-F5230CE80AEE}" sibTransId="{AA4D0BEF-EE5D-4437-AFE1-54029E1AD015}"/>
    <dgm:cxn modelId="{828DFD4E-3319-40A3-B369-593BA0E35395}" type="presOf" srcId="{B0982CBD-9AF8-4867-B77F-DFCEAAC0675B}" destId="{3EBAF6F4-49A8-4BC7-BACF-546D7EAEEDC7}" srcOrd="0" destOrd="0" presId="urn:microsoft.com/office/officeart/2005/8/layout/matrix3"/>
    <dgm:cxn modelId="{CB0054A4-E1A8-4955-9A90-2ACF5482AC25}" srcId="{FE85E264-15CD-4E76-BF8C-B46B61680257}" destId="{0EA27846-BDB1-458D-A8D8-854BDE43EE16}" srcOrd="0" destOrd="0" parTransId="{5A938918-B059-49A5-8B56-69FCA4DE0552}" sibTransId="{F91A71CD-9611-4FDD-A261-29D61CC8A146}"/>
    <dgm:cxn modelId="{7049E4BC-EF55-4FE6-8AB6-5000FDD9B3A6}" type="presOf" srcId="{783249EA-F46E-406B-A466-506F8ED3CA19}" destId="{F12F834C-D327-4C0A-82D8-D9C211ACA5A6}" srcOrd="0" destOrd="0" presId="urn:microsoft.com/office/officeart/2005/8/layout/matrix3"/>
    <dgm:cxn modelId="{9E6B8FD8-8A62-4103-BE65-FA6BB8853BDD}" type="presOf" srcId="{0EA27846-BDB1-458D-A8D8-854BDE43EE16}" destId="{69B35B5A-E474-458F-A3C0-44F199BF9D44}" srcOrd="0" destOrd="0" presId="urn:microsoft.com/office/officeart/2005/8/layout/matrix3"/>
    <dgm:cxn modelId="{03F038FA-31D5-4145-9100-2E704FECFC1A}" srcId="{FE85E264-15CD-4E76-BF8C-B46B61680257}" destId="{783249EA-F46E-406B-A466-506F8ED3CA19}" srcOrd="2" destOrd="0" parTransId="{1CF8AB94-7CB3-4684-A1A3-B28BD6DD45F9}" sibTransId="{647BB477-F97E-4C6E-A1E6-AD9A58930216}"/>
    <dgm:cxn modelId="{66E7E26B-BB84-474C-BBB2-7038E810AD0F}" type="presParOf" srcId="{210E3DE0-1C99-4D4D-94B8-B001EE8C0E3D}" destId="{8DF2800B-0061-4610-A65E-3E9FB46A1799}" srcOrd="0" destOrd="0" presId="urn:microsoft.com/office/officeart/2005/8/layout/matrix3"/>
    <dgm:cxn modelId="{047116E1-DB18-47C5-BB5A-40E89132D43E}" type="presParOf" srcId="{210E3DE0-1C99-4D4D-94B8-B001EE8C0E3D}" destId="{69B35B5A-E474-458F-A3C0-44F199BF9D44}" srcOrd="1" destOrd="0" presId="urn:microsoft.com/office/officeart/2005/8/layout/matrix3"/>
    <dgm:cxn modelId="{331CB3F1-6FA2-4264-A348-8CB9B87A8CA8}" type="presParOf" srcId="{210E3DE0-1C99-4D4D-94B8-B001EE8C0E3D}" destId="{A5207C26-B333-433B-A56A-A8EEA5536F81}" srcOrd="2" destOrd="0" presId="urn:microsoft.com/office/officeart/2005/8/layout/matrix3"/>
    <dgm:cxn modelId="{3CB38F2C-3C13-4F48-B519-9DA1F3EC915A}" type="presParOf" srcId="{210E3DE0-1C99-4D4D-94B8-B001EE8C0E3D}" destId="{F12F834C-D327-4C0A-82D8-D9C211ACA5A6}" srcOrd="3" destOrd="0" presId="urn:microsoft.com/office/officeart/2005/8/layout/matrix3"/>
    <dgm:cxn modelId="{3FBA8E32-14E8-4E1E-8245-4D946A480566}" type="presParOf" srcId="{210E3DE0-1C99-4D4D-94B8-B001EE8C0E3D}" destId="{3EBAF6F4-49A8-4BC7-BACF-546D7EAEED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91AB91B-2188-4D5C-8A2D-46CB121C88E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B13836-9D85-48DC-8C56-D398AE579060}">
      <dgm:prSet/>
      <dgm:spPr/>
      <dgm:t>
        <a:bodyPr/>
        <a:lstStyle/>
        <a:p>
          <a:r>
            <a:rPr lang="ru-RU" b="0" i="0"/>
            <a:t>ратушу в Бучачі.</a:t>
          </a:r>
          <a:endParaRPr lang="uk-UA"/>
        </a:p>
      </dgm:t>
    </dgm:pt>
    <dgm:pt modelId="{77C2B561-31D4-4837-A04E-081050E2B219}" type="parTrans" cxnId="{3396746B-52D6-4B16-85DA-2186EE8D589A}">
      <dgm:prSet/>
      <dgm:spPr/>
      <dgm:t>
        <a:bodyPr/>
        <a:lstStyle/>
        <a:p>
          <a:endParaRPr lang="uk-UA"/>
        </a:p>
      </dgm:t>
    </dgm:pt>
    <dgm:pt modelId="{A35B2215-9488-49E1-B8DC-0C7F9D614FE9}" type="sibTrans" cxnId="{3396746B-52D6-4B16-85DA-2186EE8D589A}">
      <dgm:prSet/>
      <dgm:spPr/>
      <dgm:t>
        <a:bodyPr/>
        <a:lstStyle/>
        <a:p>
          <a:endParaRPr lang="uk-UA"/>
        </a:p>
      </dgm:t>
    </dgm:pt>
    <dgm:pt modelId="{26A04EC7-0D13-4992-9E96-0A14CD28233A}">
      <dgm:prSet/>
      <dgm:spPr/>
      <dgm:t>
        <a:bodyPr/>
        <a:lstStyle/>
        <a:p>
          <a:r>
            <a:rPr lang="ru-RU" b="0" i="0"/>
            <a:t>синагогу в Жовкві.</a:t>
          </a:r>
          <a:endParaRPr lang="uk-UA"/>
        </a:p>
      </dgm:t>
    </dgm:pt>
    <dgm:pt modelId="{47E22D01-DD73-4484-B1FF-F8D436EF58C6}" type="parTrans" cxnId="{C41F7A8B-4A39-45DE-8B68-2B596AE09D13}">
      <dgm:prSet/>
      <dgm:spPr/>
      <dgm:t>
        <a:bodyPr/>
        <a:lstStyle/>
        <a:p>
          <a:endParaRPr lang="uk-UA"/>
        </a:p>
      </dgm:t>
    </dgm:pt>
    <dgm:pt modelId="{963A8678-39DB-4C5F-B9D5-BDAB5F831B5E}" type="sibTrans" cxnId="{C41F7A8B-4A39-45DE-8B68-2B596AE09D13}">
      <dgm:prSet/>
      <dgm:spPr/>
      <dgm:t>
        <a:bodyPr/>
        <a:lstStyle/>
        <a:p>
          <a:endParaRPr lang="uk-UA"/>
        </a:p>
      </dgm:t>
    </dgm:pt>
    <dgm:pt modelId="{21C70B29-4F20-404D-9E32-EADF32F37011}">
      <dgm:prSet/>
      <dgm:spPr/>
      <dgm:t>
        <a:bodyPr/>
        <a:lstStyle/>
        <a:p>
          <a:r>
            <a:rPr lang="ru-RU" b="0" i="0" dirty="0"/>
            <a:t>вежу </a:t>
          </a:r>
          <a:r>
            <a:rPr lang="ru-RU" b="0" i="0" dirty="0" err="1"/>
            <a:t>Корнякта</a:t>
          </a:r>
          <a:r>
            <a:rPr lang="ru-RU" b="0" i="0" dirty="0"/>
            <a:t> у </a:t>
          </a:r>
          <a:r>
            <a:rPr lang="ru-RU" b="0" i="0" dirty="0" err="1"/>
            <a:t>Львові</a:t>
          </a:r>
          <a:r>
            <a:rPr lang="ru-RU" b="0" i="0" dirty="0"/>
            <a:t>.</a:t>
          </a:r>
          <a:endParaRPr lang="uk-UA" dirty="0"/>
        </a:p>
      </dgm:t>
    </dgm:pt>
    <dgm:pt modelId="{B33A7242-8E75-4A68-A6E3-421DBF8EDB89}" type="parTrans" cxnId="{160D55EF-3B5F-48C9-8E9A-A7ADE6A02878}">
      <dgm:prSet/>
      <dgm:spPr/>
      <dgm:t>
        <a:bodyPr/>
        <a:lstStyle/>
        <a:p>
          <a:endParaRPr lang="uk-UA"/>
        </a:p>
      </dgm:t>
    </dgm:pt>
    <dgm:pt modelId="{EB78F4EC-247A-47A7-B2ED-A2BAE74E149B}" type="sibTrans" cxnId="{160D55EF-3B5F-48C9-8E9A-A7ADE6A02878}">
      <dgm:prSet/>
      <dgm:spPr/>
      <dgm:t>
        <a:bodyPr/>
        <a:lstStyle/>
        <a:p>
          <a:endParaRPr lang="uk-UA"/>
        </a:p>
      </dgm:t>
    </dgm:pt>
    <dgm:pt modelId="{87D9DF32-C16A-4901-9A8D-4D80D6C713CA}">
      <dgm:prSet/>
      <dgm:spPr/>
      <dgm:t>
        <a:bodyPr/>
        <a:lstStyle/>
        <a:p>
          <a:r>
            <a:rPr lang="ru-RU" b="0" i="0" dirty="0"/>
            <a:t>костел Св. </a:t>
          </a:r>
          <a:r>
            <a:rPr lang="ru-RU" b="0" i="0" dirty="0" err="1"/>
            <a:t>Варфоломія</a:t>
          </a:r>
          <a:r>
            <a:rPr lang="ru-RU" b="0" i="0" dirty="0"/>
            <a:t> в </a:t>
          </a:r>
          <a:r>
            <a:rPr lang="ru-RU" b="0" i="0" dirty="0" err="1"/>
            <a:t>Дрогобичі</a:t>
          </a:r>
          <a:r>
            <a:rPr lang="ru-RU" b="0" i="0" dirty="0"/>
            <a:t>.</a:t>
          </a:r>
          <a:endParaRPr lang="uk-UA" dirty="0"/>
        </a:p>
      </dgm:t>
    </dgm:pt>
    <dgm:pt modelId="{E45C5D7F-869B-48C7-B446-EA7D386DD819}" type="parTrans" cxnId="{BFD8403D-E3B2-459C-A86E-4DB06FE830CD}">
      <dgm:prSet/>
      <dgm:spPr/>
      <dgm:t>
        <a:bodyPr/>
        <a:lstStyle/>
        <a:p>
          <a:endParaRPr lang="uk-UA"/>
        </a:p>
      </dgm:t>
    </dgm:pt>
    <dgm:pt modelId="{FDE214BE-15C3-428B-A5DF-6558EECB5163}" type="sibTrans" cxnId="{BFD8403D-E3B2-459C-A86E-4DB06FE830CD}">
      <dgm:prSet/>
      <dgm:spPr/>
      <dgm:t>
        <a:bodyPr/>
        <a:lstStyle/>
        <a:p>
          <a:endParaRPr lang="uk-UA"/>
        </a:p>
      </dgm:t>
    </dgm:pt>
    <dgm:pt modelId="{D6EC37EF-E8E2-4120-B27F-D847F55CDEA7}" type="pres">
      <dgm:prSet presAssocID="{C91AB91B-2188-4D5C-8A2D-46CB121C88EA}" presName="linearFlow" presStyleCnt="0">
        <dgm:presLayoutVars>
          <dgm:dir/>
          <dgm:resizeHandles val="exact"/>
        </dgm:presLayoutVars>
      </dgm:prSet>
      <dgm:spPr/>
    </dgm:pt>
    <dgm:pt modelId="{EC377C60-A4B7-456C-B0D4-A2B6B434899A}" type="pres">
      <dgm:prSet presAssocID="{2AB13836-9D85-48DC-8C56-D398AE579060}" presName="composite" presStyleCnt="0"/>
      <dgm:spPr/>
    </dgm:pt>
    <dgm:pt modelId="{2060DC68-4296-4BB8-902E-F84C1D8B3692}" type="pres">
      <dgm:prSet presAssocID="{2AB13836-9D85-48DC-8C56-D398AE579060}" presName="imgShp" presStyleLbl="fgImgPlace1" presStyleIdx="0" presStyleCnt="4"/>
      <dgm:spPr/>
    </dgm:pt>
    <dgm:pt modelId="{F3989B53-B98D-4F50-9444-DE923921593A}" type="pres">
      <dgm:prSet presAssocID="{2AB13836-9D85-48DC-8C56-D398AE579060}" presName="txShp" presStyleLbl="node1" presStyleIdx="0" presStyleCnt="4">
        <dgm:presLayoutVars>
          <dgm:bulletEnabled val="1"/>
        </dgm:presLayoutVars>
      </dgm:prSet>
      <dgm:spPr/>
    </dgm:pt>
    <dgm:pt modelId="{7383558A-314D-4FE4-A102-73EED33A6CEE}" type="pres">
      <dgm:prSet presAssocID="{A35B2215-9488-49E1-B8DC-0C7F9D614FE9}" presName="spacing" presStyleCnt="0"/>
      <dgm:spPr/>
    </dgm:pt>
    <dgm:pt modelId="{862F52D0-0130-4403-B233-AED9CAC258B9}" type="pres">
      <dgm:prSet presAssocID="{26A04EC7-0D13-4992-9E96-0A14CD28233A}" presName="composite" presStyleCnt="0"/>
      <dgm:spPr/>
    </dgm:pt>
    <dgm:pt modelId="{AC370CDB-3B58-4B3F-A998-4C095893086E}" type="pres">
      <dgm:prSet presAssocID="{26A04EC7-0D13-4992-9E96-0A14CD28233A}" presName="imgShp" presStyleLbl="fgImgPlace1" presStyleIdx="1" presStyleCnt="4"/>
      <dgm:spPr/>
    </dgm:pt>
    <dgm:pt modelId="{FED2320B-A068-45E0-883E-7DD54F3B6D56}" type="pres">
      <dgm:prSet presAssocID="{26A04EC7-0D13-4992-9E96-0A14CD28233A}" presName="txShp" presStyleLbl="node1" presStyleIdx="1" presStyleCnt="4">
        <dgm:presLayoutVars>
          <dgm:bulletEnabled val="1"/>
        </dgm:presLayoutVars>
      </dgm:prSet>
      <dgm:spPr/>
    </dgm:pt>
    <dgm:pt modelId="{824E7A59-8A92-4878-8436-2829A846D702}" type="pres">
      <dgm:prSet presAssocID="{963A8678-39DB-4C5F-B9D5-BDAB5F831B5E}" presName="spacing" presStyleCnt="0"/>
      <dgm:spPr/>
    </dgm:pt>
    <dgm:pt modelId="{9457583F-9CD6-4C55-93AF-00393F16BB3E}" type="pres">
      <dgm:prSet presAssocID="{21C70B29-4F20-404D-9E32-EADF32F37011}" presName="composite" presStyleCnt="0"/>
      <dgm:spPr/>
    </dgm:pt>
    <dgm:pt modelId="{17D19B9A-9DC2-4180-AC5B-33A0617A5606}" type="pres">
      <dgm:prSet presAssocID="{21C70B29-4F20-404D-9E32-EADF32F37011}" presName="imgShp" presStyleLbl="fgImgPlace1" presStyleIdx="2" presStyleCnt="4"/>
      <dgm:spPr/>
    </dgm:pt>
    <dgm:pt modelId="{C1E16270-C304-411D-94C4-7210C2E77A0D}" type="pres">
      <dgm:prSet presAssocID="{21C70B29-4F20-404D-9E32-EADF32F37011}" presName="txShp" presStyleLbl="node1" presStyleIdx="2" presStyleCnt="4">
        <dgm:presLayoutVars>
          <dgm:bulletEnabled val="1"/>
        </dgm:presLayoutVars>
      </dgm:prSet>
      <dgm:spPr/>
    </dgm:pt>
    <dgm:pt modelId="{095A4B59-7D0D-4492-8218-BDA3958FA7B1}" type="pres">
      <dgm:prSet presAssocID="{EB78F4EC-247A-47A7-B2ED-A2BAE74E149B}" presName="spacing" presStyleCnt="0"/>
      <dgm:spPr/>
    </dgm:pt>
    <dgm:pt modelId="{90B48BBC-C225-4F4E-9FF6-32DC54472EBB}" type="pres">
      <dgm:prSet presAssocID="{87D9DF32-C16A-4901-9A8D-4D80D6C713CA}" presName="composite" presStyleCnt="0"/>
      <dgm:spPr/>
    </dgm:pt>
    <dgm:pt modelId="{6B64589F-31B7-4F74-86A6-AA752CD5D8F3}" type="pres">
      <dgm:prSet presAssocID="{87D9DF32-C16A-4901-9A8D-4D80D6C713CA}" presName="imgShp" presStyleLbl="fgImgPlace1" presStyleIdx="3" presStyleCnt="4"/>
      <dgm:spPr/>
    </dgm:pt>
    <dgm:pt modelId="{F6702A5B-7691-44B6-92C6-AD898C2874C4}" type="pres">
      <dgm:prSet presAssocID="{87D9DF32-C16A-4901-9A8D-4D80D6C713CA}" presName="txShp" presStyleLbl="node1" presStyleIdx="3" presStyleCnt="4">
        <dgm:presLayoutVars>
          <dgm:bulletEnabled val="1"/>
        </dgm:presLayoutVars>
      </dgm:prSet>
      <dgm:spPr/>
    </dgm:pt>
  </dgm:ptLst>
  <dgm:cxnLst>
    <dgm:cxn modelId="{5D7A7C04-4963-4F2B-9C3F-C009BE43AF16}" type="presOf" srcId="{2AB13836-9D85-48DC-8C56-D398AE579060}" destId="{F3989B53-B98D-4F50-9444-DE923921593A}" srcOrd="0" destOrd="0" presId="urn:microsoft.com/office/officeart/2005/8/layout/vList3"/>
    <dgm:cxn modelId="{7A82F01A-1F54-4AE8-97A4-554BCCA7D0F0}" type="presOf" srcId="{C91AB91B-2188-4D5C-8A2D-46CB121C88EA}" destId="{D6EC37EF-E8E2-4120-B27F-D847F55CDEA7}" srcOrd="0" destOrd="0" presId="urn:microsoft.com/office/officeart/2005/8/layout/vList3"/>
    <dgm:cxn modelId="{DD263533-703B-496D-AE45-E76AD876E3C1}" type="presOf" srcId="{87D9DF32-C16A-4901-9A8D-4D80D6C713CA}" destId="{F6702A5B-7691-44B6-92C6-AD898C2874C4}" srcOrd="0" destOrd="0" presId="urn:microsoft.com/office/officeart/2005/8/layout/vList3"/>
    <dgm:cxn modelId="{BFD8403D-E3B2-459C-A86E-4DB06FE830CD}" srcId="{C91AB91B-2188-4D5C-8A2D-46CB121C88EA}" destId="{87D9DF32-C16A-4901-9A8D-4D80D6C713CA}" srcOrd="3" destOrd="0" parTransId="{E45C5D7F-869B-48C7-B446-EA7D386DD819}" sibTransId="{FDE214BE-15C3-428B-A5DF-6558EECB5163}"/>
    <dgm:cxn modelId="{3396746B-52D6-4B16-85DA-2186EE8D589A}" srcId="{C91AB91B-2188-4D5C-8A2D-46CB121C88EA}" destId="{2AB13836-9D85-48DC-8C56-D398AE579060}" srcOrd="0" destOrd="0" parTransId="{77C2B561-31D4-4837-A04E-081050E2B219}" sibTransId="{A35B2215-9488-49E1-B8DC-0C7F9D614FE9}"/>
    <dgm:cxn modelId="{B34C2773-D345-4A3E-85E4-B118316FC392}" type="presOf" srcId="{26A04EC7-0D13-4992-9E96-0A14CD28233A}" destId="{FED2320B-A068-45E0-883E-7DD54F3B6D56}" srcOrd="0" destOrd="0" presId="urn:microsoft.com/office/officeart/2005/8/layout/vList3"/>
    <dgm:cxn modelId="{C41F7A8B-4A39-45DE-8B68-2B596AE09D13}" srcId="{C91AB91B-2188-4D5C-8A2D-46CB121C88EA}" destId="{26A04EC7-0D13-4992-9E96-0A14CD28233A}" srcOrd="1" destOrd="0" parTransId="{47E22D01-DD73-4484-B1FF-F8D436EF58C6}" sibTransId="{963A8678-39DB-4C5F-B9D5-BDAB5F831B5E}"/>
    <dgm:cxn modelId="{1E7686B8-DEA4-4C5B-A95D-6932EA69451C}" type="presOf" srcId="{21C70B29-4F20-404D-9E32-EADF32F37011}" destId="{C1E16270-C304-411D-94C4-7210C2E77A0D}" srcOrd="0" destOrd="0" presId="urn:microsoft.com/office/officeart/2005/8/layout/vList3"/>
    <dgm:cxn modelId="{160D55EF-3B5F-48C9-8E9A-A7ADE6A02878}" srcId="{C91AB91B-2188-4D5C-8A2D-46CB121C88EA}" destId="{21C70B29-4F20-404D-9E32-EADF32F37011}" srcOrd="2" destOrd="0" parTransId="{B33A7242-8E75-4A68-A6E3-421DBF8EDB89}" sibTransId="{EB78F4EC-247A-47A7-B2ED-A2BAE74E149B}"/>
    <dgm:cxn modelId="{09FD57AB-DC5C-4B52-9495-4361E373571F}" type="presParOf" srcId="{D6EC37EF-E8E2-4120-B27F-D847F55CDEA7}" destId="{EC377C60-A4B7-456C-B0D4-A2B6B434899A}" srcOrd="0" destOrd="0" presId="urn:microsoft.com/office/officeart/2005/8/layout/vList3"/>
    <dgm:cxn modelId="{DD5FD015-9693-440C-A616-DB214873A042}" type="presParOf" srcId="{EC377C60-A4B7-456C-B0D4-A2B6B434899A}" destId="{2060DC68-4296-4BB8-902E-F84C1D8B3692}" srcOrd="0" destOrd="0" presId="urn:microsoft.com/office/officeart/2005/8/layout/vList3"/>
    <dgm:cxn modelId="{A2E304BB-FD5E-4237-A41F-A0407B88D38F}" type="presParOf" srcId="{EC377C60-A4B7-456C-B0D4-A2B6B434899A}" destId="{F3989B53-B98D-4F50-9444-DE923921593A}" srcOrd="1" destOrd="0" presId="urn:microsoft.com/office/officeart/2005/8/layout/vList3"/>
    <dgm:cxn modelId="{849A69CF-EAD6-4CE2-B7A6-82E903EE66F7}" type="presParOf" srcId="{D6EC37EF-E8E2-4120-B27F-D847F55CDEA7}" destId="{7383558A-314D-4FE4-A102-73EED33A6CEE}" srcOrd="1" destOrd="0" presId="urn:microsoft.com/office/officeart/2005/8/layout/vList3"/>
    <dgm:cxn modelId="{1AE40516-7ECD-4145-A624-ECE24DE5A9F4}" type="presParOf" srcId="{D6EC37EF-E8E2-4120-B27F-D847F55CDEA7}" destId="{862F52D0-0130-4403-B233-AED9CAC258B9}" srcOrd="2" destOrd="0" presId="urn:microsoft.com/office/officeart/2005/8/layout/vList3"/>
    <dgm:cxn modelId="{6735BDA0-666B-4216-9410-6E83F40449DC}" type="presParOf" srcId="{862F52D0-0130-4403-B233-AED9CAC258B9}" destId="{AC370CDB-3B58-4B3F-A998-4C095893086E}" srcOrd="0" destOrd="0" presId="urn:microsoft.com/office/officeart/2005/8/layout/vList3"/>
    <dgm:cxn modelId="{11A36F39-C2AA-4A98-AB0F-E7CA118A2DFC}" type="presParOf" srcId="{862F52D0-0130-4403-B233-AED9CAC258B9}" destId="{FED2320B-A068-45E0-883E-7DD54F3B6D56}" srcOrd="1" destOrd="0" presId="urn:microsoft.com/office/officeart/2005/8/layout/vList3"/>
    <dgm:cxn modelId="{06E4EA5B-D031-46FA-BC2A-698E0FE9334E}" type="presParOf" srcId="{D6EC37EF-E8E2-4120-B27F-D847F55CDEA7}" destId="{824E7A59-8A92-4878-8436-2829A846D702}" srcOrd="3" destOrd="0" presId="urn:microsoft.com/office/officeart/2005/8/layout/vList3"/>
    <dgm:cxn modelId="{37958930-9034-4AE7-84CA-C39F33057F70}" type="presParOf" srcId="{D6EC37EF-E8E2-4120-B27F-D847F55CDEA7}" destId="{9457583F-9CD6-4C55-93AF-00393F16BB3E}" srcOrd="4" destOrd="0" presId="urn:microsoft.com/office/officeart/2005/8/layout/vList3"/>
    <dgm:cxn modelId="{F53F635D-37DC-4B53-B6D4-0C80D5839499}" type="presParOf" srcId="{9457583F-9CD6-4C55-93AF-00393F16BB3E}" destId="{17D19B9A-9DC2-4180-AC5B-33A0617A5606}" srcOrd="0" destOrd="0" presId="urn:microsoft.com/office/officeart/2005/8/layout/vList3"/>
    <dgm:cxn modelId="{D8AE255D-1702-42DF-A1BE-6665185B5AB9}" type="presParOf" srcId="{9457583F-9CD6-4C55-93AF-00393F16BB3E}" destId="{C1E16270-C304-411D-94C4-7210C2E77A0D}" srcOrd="1" destOrd="0" presId="urn:microsoft.com/office/officeart/2005/8/layout/vList3"/>
    <dgm:cxn modelId="{3FF2FE57-9F47-4F0B-AAFF-82D4D882EE6B}" type="presParOf" srcId="{D6EC37EF-E8E2-4120-B27F-D847F55CDEA7}" destId="{095A4B59-7D0D-4492-8218-BDA3958FA7B1}" srcOrd="5" destOrd="0" presId="urn:microsoft.com/office/officeart/2005/8/layout/vList3"/>
    <dgm:cxn modelId="{B78C0EC8-24A1-43A7-9096-3B6B52392D95}" type="presParOf" srcId="{D6EC37EF-E8E2-4120-B27F-D847F55CDEA7}" destId="{90B48BBC-C225-4F4E-9FF6-32DC54472EBB}" srcOrd="6" destOrd="0" presId="urn:microsoft.com/office/officeart/2005/8/layout/vList3"/>
    <dgm:cxn modelId="{A9FA1340-842B-4129-AC9C-823D2B302F65}" type="presParOf" srcId="{90B48BBC-C225-4F4E-9FF6-32DC54472EBB}" destId="{6B64589F-31B7-4F74-86A6-AA752CD5D8F3}" srcOrd="0" destOrd="0" presId="urn:microsoft.com/office/officeart/2005/8/layout/vList3"/>
    <dgm:cxn modelId="{65A2FE51-CBE6-420E-A734-F8F677A020C5}" type="presParOf" srcId="{90B48BBC-C225-4F4E-9FF6-32DC54472EBB}" destId="{F6702A5B-7691-44B6-92C6-AD898C2874C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F4A3F8A-7373-47E7-ABA9-C07CAD4E2DE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E83B35-D3DC-4940-95D8-28DA67103560}">
      <dgm:prSet/>
      <dgm:spPr/>
      <dgm:t>
        <a:bodyPr/>
        <a:lstStyle/>
        <a:p>
          <a:r>
            <a:rPr lang="uk-UA" b="0" i="0" dirty="0"/>
            <a:t>Львова.</a:t>
          </a:r>
          <a:endParaRPr lang="uk-UA" dirty="0"/>
        </a:p>
      </dgm:t>
    </dgm:pt>
    <dgm:pt modelId="{14E0D620-BFEC-48B1-9221-B0F49F6C81DC}" type="parTrans" cxnId="{49DBD540-94F2-49C3-A525-7F072B7F53D8}">
      <dgm:prSet/>
      <dgm:spPr/>
      <dgm:t>
        <a:bodyPr/>
        <a:lstStyle/>
        <a:p>
          <a:endParaRPr lang="uk-UA"/>
        </a:p>
      </dgm:t>
    </dgm:pt>
    <dgm:pt modelId="{83C36BA5-2E5A-454C-BD21-DB3687020744}" type="sibTrans" cxnId="{49DBD540-94F2-49C3-A525-7F072B7F53D8}">
      <dgm:prSet/>
      <dgm:spPr/>
      <dgm:t>
        <a:bodyPr/>
        <a:lstStyle/>
        <a:p>
          <a:endParaRPr lang="uk-UA"/>
        </a:p>
      </dgm:t>
    </dgm:pt>
    <dgm:pt modelId="{BD4E7BB5-BEDC-443A-B4E5-C697A2BF8C02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D3ECA46E-8F1B-4D13-BA0A-835024DF5F13}" type="parTrans" cxnId="{AA47A1E6-9457-4DE5-AB37-09505A32E3F0}">
      <dgm:prSet/>
      <dgm:spPr/>
      <dgm:t>
        <a:bodyPr/>
        <a:lstStyle/>
        <a:p>
          <a:endParaRPr lang="uk-UA"/>
        </a:p>
      </dgm:t>
    </dgm:pt>
    <dgm:pt modelId="{401B1E7E-B83E-4DCD-989C-C49E1A969F29}" type="sibTrans" cxnId="{AA47A1E6-9457-4DE5-AB37-09505A32E3F0}">
      <dgm:prSet/>
      <dgm:spPr/>
      <dgm:t>
        <a:bodyPr/>
        <a:lstStyle/>
        <a:p>
          <a:endParaRPr lang="uk-UA"/>
        </a:p>
      </dgm:t>
    </dgm:pt>
    <dgm:pt modelId="{84747152-3437-4E6C-9EA1-82BC49C94719}">
      <dgm:prSet/>
      <dgm:spPr/>
      <dgm:t>
        <a:bodyPr/>
        <a:lstStyle/>
        <a:p>
          <a:r>
            <a:rPr lang="uk-UA" b="0" i="0"/>
            <a:t>Харкова.</a:t>
          </a:r>
          <a:endParaRPr lang="uk-UA"/>
        </a:p>
      </dgm:t>
    </dgm:pt>
    <dgm:pt modelId="{A37F3500-8884-49C3-BFDA-000EF509FBC6}" type="parTrans" cxnId="{FFEF38B8-8439-4F69-A70A-54C0944531DC}">
      <dgm:prSet/>
      <dgm:spPr/>
      <dgm:t>
        <a:bodyPr/>
        <a:lstStyle/>
        <a:p>
          <a:endParaRPr lang="uk-UA"/>
        </a:p>
      </dgm:t>
    </dgm:pt>
    <dgm:pt modelId="{B290A917-A106-42F8-B796-1EA2A517ECFE}" type="sibTrans" cxnId="{FFEF38B8-8439-4F69-A70A-54C0944531DC}">
      <dgm:prSet/>
      <dgm:spPr/>
      <dgm:t>
        <a:bodyPr/>
        <a:lstStyle/>
        <a:p>
          <a:endParaRPr lang="uk-UA"/>
        </a:p>
      </dgm:t>
    </dgm:pt>
    <dgm:pt modelId="{E1798360-4D38-433F-8CCF-26EB67493E82}">
      <dgm:prSet/>
      <dgm:spPr/>
      <dgm:t>
        <a:bodyPr/>
        <a:lstStyle/>
        <a:p>
          <a:r>
            <a:rPr lang="uk-UA" b="0" i="0" dirty="0"/>
            <a:t>Одеси.</a:t>
          </a:r>
          <a:endParaRPr lang="uk-UA" dirty="0"/>
        </a:p>
      </dgm:t>
    </dgm:pt>
    <dgm:pt modelId="{B9ED7C2C-4CC7-4C82-B148-7BE5A4479C8E}" type="parTrans" cxnId="{DAF73A4D-EBB8-47F9-AAB6-FA9646AFD15C}">
      <dgm:prSet/>
      <dgm:spPr/>
      <dgm:t>
        <a:bodyPr/>
        <a:lstStyle/>
        <a:p>
          <a:endParaRPr lang="uk-UA"/>
        </a:p>
      </dgm:t>
    </dgm:pt>
    <dgm:pt modelId="{B0D65094-B2C2-4159-9E94-BF44C8B5B802}" type="sibTrans" cxnId="{DAF73A4D-EBB8-47F9-AAB6-FA9646AFD15C}">
      <dgm:prSet/>
      <dgm:spPr/>
      <dgm:t>
        <a:bodyPr/>
        <a:lstStyle/>
        <a:p>
          <a:endParaRPr lang="uk-UA"/>
        </a:p>
      </dgm:t>
    </dgm:pt>
    <dgm:pt modelId="{36FC805C-1A33-411E-9A6D-C843C9DB99A1}" type="pres">
      <dgm:prSet presAssocID="{FF4A3F8A-7373-47E7-ABA9-C07CAD4E2DEA}" presName="matrix" presStyleCnt="0">
        <dgm:presLayoutVars>
          <dgm:chMax val="1"/>
          <dgm:dir/>
          <dgm:resizeHandles val="exact"/>
        </dgm:presLayoutVars>
      </dgm:prSet>
      <dgm:spPr/>
    </dgm:pt>
    <dgm:pt modelId="{1F7D1EE6-90BF-4963-9A6A-5E72BF28BC9C}" type="pres">
      <dgm:prSet presAssocID="{FF4A3F8A-7373-47E7-ABA9-C07CAD4E2DEA}" presName="diamond" presStyleLbl="bgShp" presStyleIdx="0" presStyleCnt="1"/>
      <dgm:spPr/>
    </dgm:pt>
    <dgm:pt modelId="{3FCB0E10-B3FF-4148-8B2A-8A22812543BD}" type="pres">
      <dgm:prSet presAssocID="{FF4A3F8A-7373-47E7-ABA9-C07CAD4E2DE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D90013A-3B58-4622-8758-A97E0624CF2B}" type="pres">
      <dgm:prSet presAssocID="{FF4A3F8A-7373-47E7-ABA9-C07CAD4E2DE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049A967-A1BC-4021-A80C-23A2B9FF5B36}" type="pres">
      <dgm:prSet presAssocID="{FF4A3F8A-7373-47E7-ABA9-C07CAD4E2DE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9097AA9-7640-410E-A0AE-4FA61BDFA75A}" type="pres">
      <dgm:prSet presAssocID="{FF4A3F8A-7373-47E7-ABA9-C07CAD4E2DE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9DBD540-94F2-49C3-A525-7F072B7F53D8}" srcId="{FF4A3F8A-7373-47E7-ABA9-C07CAD4E2DEA}" destId="{6DE83B35-D3DC-4940-95D8-28DA67103560}" srcOrd="0" destOrd="0" parTransId="{14E0D620-BFEC-48B1-9221-B0F49F6C81DC}" sibTransId="{83C36BA5-2E5A-454C-BD21-DB3687020744}"/>
    <dgm:cxn modelId="{2D483241-149E-4200-8338-51A39D7924BE}" type="presOf" srcId="{6DE83B35-D3DC-4940-95D8-28DA67103560}" destId="{3FCB0E10-B3FF-4148-8B2A-8A22812543BD}" srcOrd="0" destOrd="0" presId="urn:microsoft.com/office/officeart/2005/8/layout/matrix3"/>
    <dgm:cxn modelId="{DAF73A4D-EBB8-47F9-AAB6-FA9646AFD15C}" srcId="{FF4A3F8A-7373-47E7-ABA9-C07CAD4E2DEA}" destId="{E1798360-4D38-433F-8CCF-26EB67493E82}" srcOrd="3" destOrd="0" parTransId="{B9ED7C2C-4CC7-4C82-B148-7BE5A4479C8E}" sibTransId="{B0D65094-B2C2-4159-9E94-BF44C8B5B802}"/>
    <dgm:cxn modelId="{FECE7071-8AE7-4696-8860-33A6F87B94D2}" type="presOf" srcId="{84747152-3437-4E6C-9EA1-82BC49C94719}" destId="{7049A967-A1BC-4021-A80C-23A2B9FF5B36}" srcOrd="0" destOrd="0" presId="urn:microsoft.com/office/officeart/2005/8/layout/matrix3"/>
    <dgm:cxn modelId="{0B0EF855-3842-4882-96F2-78428186B38F}" type="presOf" srcId="{BD4E7BB5-BEDC-443A-B4E5-C697A2BF8C02}" destId="{1D90013A-3B58-4622-8758-A97E0624CF2B}" srcOrd="0" destOrd="0" presId="urn:microsoft.com/office/officeart/2005/8/layout/matrix3"/>
    <dgm:cxn modelId="{83BF9056-D32F-420A-8ED5-E47DAE0C77E6}" type="presOf" srcId="{FF4A3F8A-7373-47E7-ABA9-C07CAD4E2DEA}" destId="{36FC805C-1A33-411E-9A6D-C843C9DB99A1}" srcOrd="0" destOrd="0" presId="urn:microsoft.com/office/officeart/2005/8/layout/matrix3"/>
    <dgm:cxn modelId="{6BC352AC-B008-456A-82A4-45E0F8A8DEF6}" type="presOf" srcId="{E1798360-4D38-433F-8CCF-26EB67493E82}" destId="{19097AA9-7640-410E-A0AE-4FA61BDFA75A}" srcOrd="0" destOrd="0" presId="urn:microsoft.com/office/officeart/2005/8/layout/matrix3"/>
    <dgm:cxn modelId="{FFEF38B8-8439-4F69-A70A-54C0944531DC}" srcId="{FF4A3F8A-7373-47E7-ABA9-C07CAD4E2DEA}" destId="{84747152-3437-4E6C-9EA1-82BC49C94719}" srcOrd="2" destOrd="0" parTransId="{A37F3500-8884-49C3-BFDA-000EF509FBC6}" sibTransId="{B290A917-A106-42F8-B796-1EA2A517ECFE}"/>
    <dgm:cxn modelId="{AA47A1E6-9457-4DE5-AB37-09505A32E3F0}" srcId="{FF4A3F8A-7373-47E7-ABA9-C07CAD4E2DEA}" destId="{BD4E7BB5-BEDC-443A-B4E5-C697A2BF8C02}" srcOrd="1" destOrd="0" parTransId="{D3ECA46E-8F1B-4D13-BA0A-835024DF5F13}" sibTransId="{401B1E7E-B83E-4DCD-989C-C49E1A969F29}"/>
    <dgm:cxn modelId="{65A87CA2-004C-4B91-A721-61C433A088A3}" type="presParOf" srcId="{36FC805C-1A33-411E-9A6D-C843C9DB99A1}" destId="{1F7D1EE6-90BF-4963-9A6A-5E72BF28BC9C}" srcOrd="0" destOrd="0" presId="urn:microsoft.com/office/officeart/2005/8/layout/matrix3"/>
    <dgm:cxn modelId="{449358F9-57FE-4CC3-B820-B3CA87B479FC}" type="presParOf" srcId="{36FC805C-1A33-411E-9A6D-C843C9DB99A1}" destId="{3FCB0E10-B3FF-4148-8B2A-8A22812543BD}" srcOrd="1" destOrd="0" presId="urn:microsoft.com/office/officeart/2005/8/layout/matrix3"/>
    <dgm:cxn modelId="{591F269D-C4A6-499C-8106-86FD18B9D24A}" type="presParOf" srcId="{36FC805C-1A33-411E-9A6D-C843C9DB99A1}" destId="{1D90013A-3B58-4622-8758-A97E0624CF2B}" srcOrd="2" destOrd="0" presId="urn:microsoft.com/office/officeart/2005/8/layout/matrix3"/>
    <dgm:cxn modelId="{9D552EF7-5CD2-4D9D-9E9C-5E4508C1A19B}" type="presParOf" srcId="{36FC805C-1A33-411E-9A6D-C843C9DB99A1}" destId="{7049A967-A1BC-4021-A80C-23A2B9FF5B36}" srcOrd="3" destOrd="0" presId="urn:microsoft.com/office/officeart/2005/8/layout/matrix3"/>
    <dgm:cxn modelId="{8EFB4699-4DE1-4A98-9644-472EC19D18F3}" type="presParOf" srcId="{36FC805C-1A33-411E-9A6D-C843C9DB99A1}" destId="{19097AA9-7640-410E-A0AE-4FA61BDFA7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F9501B8-FFBB-4FD4-8403-5EBDD8E872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C839E93-25F5-400E-A71A-C78A6AB49BC4}">
      <dgm:prSet/>
      <dgm:spPr/>
      <dgm:t>
        <a:bodyPr/>
        <a:lstStyle/>
        <a:p>
          <a:r>
            <a:rPr lang="ru-RU" b="0" i="0"/>
            <a:t>з метою розвитку культурного життя.</a:t>
          </a:r>
          <a:endParaRPr lang="uk-UA"/>
        </a:p>
      </dgm:t>
    </dgm:pt>
    <dgm:pt modelId="{70746CA0-AC3B-420B-8630-339E5FFB4965}" type="parTrans" cxnId="{AAFD763E-3E27-4F09-B975-5D3951B597BC}">
      <dgm:prSet/>
      <dgm:spPr/>
      <dgm:t>
        <a:bodyPr/>
        <a:lstStyle/>
        <a:p>
          <a:endParaRPr lang="uk-UA"/>
        </a:p>
      </dgm:t>
    </dgm:pt>
    <dgm:pt modelId="{C627BF63-DD1F-4071-90A8-8CA755CA4AC6}" type="sibTrans" cxnId="{AAFD763E-3E27-4F09-B975-5D3951B597BC}">
      <dgm:prSet/>
      <dgm:spPr/>
      <dgm:t>
        <a:bodyPr/>
        <a:lstStyle/>
        <a:p>
          <a:endParaRPr lang="uk-UA"/>
        </a:p>
      </dgm:t>
    </dgm:pt>
    <dgm:pt modelId="{7E40A181-DCA0-47A2-9A41-0E017BDFC6CA}">
      <dgm:prSet/>
      <dgm:spPr/>
      <dgm:t>
        <a:bodyPr/>
        <a:lstStyle/>
        <a:p>
          <a:r>
            <a:rPr lang="ru-RU" b="0" i="0" dirty="0"/>
            <a:t>як </a:t>
          </a:r>
          <a:r>
            <a:rPr lang="ru-RU" b="0" i="0" dirty="0" err="1"/>
            <a:t>сучасні</a:t>
          </a:r>
          <a:r>
            <a:rPr lang="ru-RU" b="0" i="0" dirty="0"/>
            <a:t> </a:t>
          </a:r>
          <a:r>
            <a:rPr lang="ru-RU" b="0" i="0" dirty="0" err="1"/>
            <a:t>житлові</a:t>
          </a:r>
          <a:r>
            <a:rPr lang="ru-RU" b="0" i="0" dirty="0"/>
            <a:t> </a:t>
          </a:r>
          <a:r>
            <a:rPr lang="ru-RU" b="0" i="0" dirty="0" err="1"/>
            <a:t>комплекси</a:t>
          </a:r>
          <a:r>
            <a:rPr lang="ru-RU" b="0" i="0" dirty="0"/>
            <a:t>.</a:t>
          </a:r>
          <a:endParaRPr lang="uk-UA" dirty="0"/>
        </a:p>
      </dgm:t>
    </dgm:pt>
    <dgm:pt modelId="{272320ED-8A2F-4888-BFFB-AA671FDE33FF}" type="parTrans" cxnId="{00EAD9B9-2701-4A81-A462-66AA4DA15271}">
      <dgm:prSet/>
      <dgm:spPr/>
      <dgm:t>
        <a:bodyPr/>
        <a:lstStyle/>
        <a:p>
          <a:endParaRPr lang="uk-UA"/>
        </a:p>
      </dgm:t>
    </dgm:pt>
    <dgm:pt modelId="{2B0DBE32-0207-4263-AB9E-AC71BFC36CF6}" type="sibTrans" cxnId="{00EAD9B9-2701-4A81-A462-66AA4DA15271}">
      <dgm:prSet/>
      <dgm:spPr/>
      <dgm:t>
        <a:bodyPr/>
        <a:lstStyle/>
        <a:p>
          <a:endParaRPr lang="uk-UA"/>
        </a:p>
      </dgm:t>
    </dgm:pt>
    <dgm:pt modelId="{CADA5E5E-A469-483D-BE09-1A3B8728E72B}">
      <dgm:prSet/>
      <dgm:spPr/>
      <dgm:t>
        <a:bodyPr/>
        <a:lstStyle/>
        <a:p>
          <a:r>
            <a:rPr lang="ru-RU" b="0" i="0"/>
            <a:t>в єдиному архітектурному стилі.</a:t>
          </a:r>
          <a:endParaRPr lang="uk-UA"/>
        </a:p>
      </dgm:t>
    </dgm:pt>
    <dgm:pt modelId="{0A3AF0CA-A7C2-4051-B9F2-A71919FBE9EF}" type="parTrans" cxnId="{C61832B3-30AD-4A4F-974C-F61F9CF4CD1A}">
      <dgm:prSet/>
      <dgm:spPr/>
      <dgm:t>
        <a:bodyPr/>
        <a:lstStyle/>
        <a:p>
          <a:endParaRPr lang="uk-UA"/>
        </a:p>
      </dgm:t>
    </dgm:pt>
    <dgm:pt modelId="{8C8D6C11-EAEC-4529-B44B-86829945974B}" type="sibTrans" cxnId="{C61832B3-30AD-4A4F-974C-F61F9CF4CD1A}">
      <dgm:prSet/>
      <dgm:spPr/>
      <dgm:t>
        <a:bodyPr/>
        <a:lstStyle/>
        <a:p>
          <a:endParaRPr lang="uk-UA"/>
        </a:p>
      </dgm:t>
    </dgm:pt>
    <dgm:pt modelId="{0DABC3AE-47B2-4E33-AA20-1BAD60C8BA75}">
      <dgm:prSet/>
      <dgm:spPr/>
      <dgm:t>
        <a:bodyPr/>
        <a:lstStyle/>
        <a:p>
          <a:r>
            <a:rPr lang="ru-RU" b="0" i="0" dirty="0"/>
            <a:t>для </a:t>
          </a:r>
          <a:r>
            <a:rPr lang="ru-RU" b="0" i="0" dirty="0" err="1"/>
            <a:t>розміщення</a:t>
          </a:r>
          <a:r>
            <a:rPr lang="ru-RU" b="0" i="0" dirty="0"/>
            <a:t> </a:t>
          </a:r>
          <a:r>
            <a:rPr lang="ru-RU" b="0" i="0" dirty="0" err="1"/>
            <a:t>органів</a:t>
          </a:r>
          <a:r>
            <a:rPr lang="ru-RU" b="0" i="0" dirty="0"/>
            <a:t> </a:t>
          </a:r>
          <a:r>
            <a:rPr lang="ru-RU" b="0" i="0" dirty="0" err="1"/>
            <a:t>державної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0B641AB4-3933-4FD4-B0C6-E36DB26DED38}" type="parTrans" cxnId="{56157623-5677-405E-9F24-190DAE9C95BD}">
      <dgm:prSet/>
      <dgm:spPr/>
      <dgm:t>
        <a:bodyPr/>
        <a:lstStyle/>
        <a:p>
          <a:endParaRPr lang="uk-UA"/>
        </a:p>
      </dgm:t>
    </dgm:pt>
    <dgm:pt modelId="{DECD35B6-8B90-45C5-A901-727E6C36B2F9}" type="sibTrans" cxnId="{56157623-5677-405E-9F24-190DAE9C95BD}">
      <dgm:prSet/>
      <dgm:spPr/>
      <dgm:t>
        <a:bodyPr/>
        <a:lstStyle/>
        <a:p>
          <a:endParaRPr lang="uk-UA"/>
        </a:p>
      </dgm:t>
    </dgm:pt>
    <dgm:pt modelId="{572EB4B1-A4DB-4826-8E82-AAD64AC567BF}" type="pres">
      <dgm:prSet presAssocID="{9F9501B8-FFBB-4FD4-8403-5EBDD8E8726A}" presName="linear" presStyleCnt="0">
        <dgm:presLayoutVars>
          <dgm:animLvl val="lvl"/>
          <dgm:resizeHandles val="exact"/>
        </dgm:presLayoutVars>
      </dgm:prSet>
      <dgm:spPr/>
    </dgm:pt>
    <dgm:pt modelId="{3E68FEAE-4FD5-4F38-A439-AF648676D55B}" type="pres">
      <dgm:prSet presAssocID="{CC839E93-25F5-400E-A71A-C78A6AB49B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319682-349C-4751-901E-305706F742FB}" type="pres">
      <dgm:prSet presAssocID="{C627BF63-DD1F-4071-90A8-8CA755CA4AC6}" presName="spacer" presStyleCnt="0"/>
      <dgm:spPr/>
    </dgm:pt>
    <dgm:pt modelId="{6B64CC03-051A-430E-BF26-5EA9F6D2ADA3}" type="pres">
      <dgm:prSet presAssocID="{7E40A181-DCA0-47A2-9A41-0E017BDFC6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D1E1BB-D285-4540-83A9-A0C44C52D5DC}" type="pres">
      <dgm:prSet presAssocID="{2B0DBE32-0207-4263-AB9E-AC71BFC36CF6}" presName="spacer" presStyleCnt="0"/>
      <dgm:spPr/>
    </dgm:pt>
    <dgm:pt modelId="{0EF83CE6-7D6F-4817-A190-8F6C1FBDB792}" type="pres">
      <dgm:prSet presAssocID="{CADA5E5E-A469-483D-BE09-1A3B8728E7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5C0FB1-4AD8-4EEA-99D1-B089CD480A3E}" type="pres">
      <dgm:prSet presAssocID="{8C8D6C11-EAEC-4529-B44B-86829945974B}" presName="spacer" presStyleCnt="0"/>
      <dgm:spPr/>
    </dgm:pt>
    <dgm:pt modelId="{DE832DF9-F687-4CF5-9E9D-BAFB483CD3AD}" type="pres">
      <dgm:prSet presAssocID="{0DABC3AE-47B2-4E33-AA20-1BAD60C8BA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157623-5677-405E-9F24-190DAE9C95BD}" srcId="{9F9501B8-FFBB-4FD4-8403-5EBDD8E8726A}" destId="{0DABC3AE-47B2-4E33-AA20-1BAD60C8BA75}" srcOrd="3" destOrd="0" parTransId="{0B641AB4-3933-4FD4-B0C6-E36DB26DED38}" sibTransId="{DECD35B6-8B90-45C5-A901-727E6C36B2F9}"/>
    <dgm:cxn modelId="{AAFD763E-3E27-4F09-B975-5D3951B597BC}" srcId="{9F9501B8-FFBB-4FD4-8403-5EBDD8E8726A}" destId="{CC839E93-25F5-400E-A71A-C78A6AB49BC4}" srcOrd="0" destOrd="0" parTransId="{70746CA0-AC3B-420B-8630-339E5FFB4965}" sibTransId="{C627BF63-DD1F-4071-90A8-8CA755CA4AC6}"/>
    <dgm:cxn modelId="{868BE56A-D31F-4D83-950D-17F48023D9FE}" type="presOf" srcId="{0DABC3AE-47B2-4E33-AA20-1BAD60C8BA75}" destId="{DE832DF9-F687-4CF5-9E9D-BAFB483CD3AD}" srcOrd="0" destOrd="0" presId="urn:microsoft.com/office/officeart/2005/8/layout/vList2"/>
    <dgm:cxn modelId="{4E42194F-81D6-4E76-B14D-0F90A106F34B}" type="presOf" srcId="{CC839E93-25F5-400E-A71A-C78A6AB49BC4}" destId="{3E68FEAE-4FD5-4F38-A439-AF648676D55B}" srcOrd="0" destOrd="0" presId="urn:microsoft.com/office/officeart/2005/8/layout/vList2"/>
    <dgm:cxn modelId="{4D4B9AAA-8BB1-40CE-B80C-A0B2E4623E76}" type="presOf" srcId="{9F9501B8-FFBB-4FD4-8403-5EBDD8E8726A}" destId="{572EB4B1-A4DB-4826-8E82-AAD64AC567BF}" srcOrd="0" destOrd="0" presId="urn:microsoft.com/office/officeart/2005/8/layout/vList2"/>
    <dgm:cxn modelId="{C61832B3-30AD-4A4F-974C-F61F9CF4CD1A}" srcId="{9F9501B8-FFBB-4FD4-8403-5EBDD8E8726A}" destId="{CADA5E5E-A469-483D-BE09-1A3B8728E72B}" srcOrd="2" destOrd="0" parTransId="{0A3AF0CA-A7C2-4051-B9F2-A71919FBE9EF}" sibTransId="{8C8D6C11-EAEC-4529-B44B-86829945974B}"/>
    <dgm:cxn modelId="{65BB41B3-3C13-432C-8E58-069233DE67E3}" type="presOf" srcId="{CADA5E5E-A469-483D-BE09-1A3B8728E72B}" destId="{0EF83CE6-7D6F-4817-A190-8F6C1FBDB792}" srcOrd="0" destOrd="0" presId="urn:microsoft.com/office/officeart/2005/8/layout/vList2"/>
    <dgm:cxn modelId="{00EAD9B9-2701-4A81-A462-66AA4DA15271}" srcId="{9F9501B8-FFBB-4FD4-8403-5EBDD8E8726A}" destId="{7E40A181-DCA0-47A2-9A41-0E017BDFC6CA}" srcOrd="1" destOrd="0" parTransId="{272320ED-8A2F-4888-BFFB-AA671FDE33FF}" sibTransId="{2B0DBE32-0207-4263-AB9E-AC71BFC36CF6}"/>
    <dgm:cxn modelId="{1F1C78DE-87B6-4AD5-9E65-7F46C719ADBE}" type="presOf" srcId="{7E40A181-DCA0-47A2-9A41-0E017BDFC6CA}" destId="{6B64CC03-051A-430E-BF26-5EA9F6D2ADA3}" srcOrd="0" destOrd="0" presId="urn:microsoft.com/office/officeart/2005/8/layout/vList2"/>
    <dgm:cxn modelId="{3BA57A80-AA8F-4A20-812A-EBACE26D6616}" type="presParOf" srcId="{572EB4B1-A4DB-4826-8E82-AAD64AC567BF}" destId="{3E68FEAE-4FD5-4F38-A439-AF648676D55B}" srcOrd="0" destOrd="0" presId="urn:microsoft.com/office/officeart/2005/8/layout/vList2"/>
    <dgm:cxn modelId="{C775EC8C-E85B-4DB0-B57F-4053CD250B36}" type="presParOf" srcId="{572EB4B1-A4DB-4826-8E82-AAD64AC567BF}" destId="{01319682-349C-4751-901E-305706F742FB}" srcOrd="1" destOrd="0" presId="urn:microsoft.com/office/officeart/2005/8/layout/vList2"/>
    <dgm:cxn modelId="{548DCA5C-7193-48A6-97DA-938E009F36A0}" type="presParOf" srcId="{572EB4B1-A4DB-4826-8E82-AAD64AC567BF}" destId="{6B64CC03-051A-430E-BF26-5EA9F6D2ADA3}" srcOrd="2" destOrd="0" presId="urn:microsoft.com/office/officeart/2005/8/layout/vList2"/>
    <dgm:cxn modelId="{00BA9B1E-E3D7-4517-9677-FC324C96906D}" type="presParOf" srcId="{572EB4B1-A4DB-4826-8E82-AAD64AC567BF}" destId="{76D1E1BB-D285-4540-83A9-A0C44C52D5DC}" srcOrd="3" destOrd="0" presId="urn:microsoft.com/office/officeart/2005/8/layout/vList2"/>
    <dgm:cxn modelId="{2860BD04-CF73-4758-BCE1-3A5AF8769D74}" type="presParOf" srcId="{572EB4B1-A4DB-4826-8E82-AAD64AC567BF}" destId="{0EF83CE6-7D6F-4817-A190-8F6C1FBDB792}" srcOrd="4" destOrd="0" presId="urn:microsoft.com/office/officeart/2005/8/layout/vList2"/>
    <dgm:cxn modelId="{B80860BA-10A1-41C6-BA01-2AA4707A7CFC}" type="presParOf" srcId="{572EB4B1-A4DB-4826-8E82-AAD64AC567BF}" destId="{665C0FB1-4AD8-4EEA-99D1-B089CD480A3E}" srcOrd="5" destOrd="0" presId="urn:microsoft.com/office/officeart/2005/8/layout/vList2"/>
    <dgm:cxn modelId="{A4567018-2B6D-44AE-8859-3D828926F156}" type="presParOf" srcId="{572EB4B1-A4DB-4826-8E82-AAD64AC567BF}" destId="{DE832DF9-F687-4CF5-9E9D-BAFB483CD3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917A1FB5-9034-4476-BC50-97A08B646C4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6F92D2-EC16-494B-81A6-F0F50A060B7C}">
      <dgm:prSet/>
      <dgm:spPr/>
      <dgm:t>
        <a:bodyPr/>
        <a:lstStyle/>
        <a:p>
          <a:r>
            <a:rPr lang="uk-UA" b="0" i="0" dirty="0"/>
            <a:t>відновлення радянської влади на всій території УСРР</a:t>
          </a:r>
          <a:endParaRPr lang="uk-UA" dirty="0"/>
        </a:p>
      </dgm:t>
    </dgm:pt>
    <dgm:pt modelId="{93C7FA4F-3A21-4843-837C-3AF062C14A9D}" type="parTrans" cxnId="{4108E1DF-C1AB-4512-B23D-6867406EB1D6}">
      <dgm:prSet/>
      <dgm:spPr/>
      <dgm:t>
        <a:bodyPr/>
        <a:lstStyle/>
        <a:p>
          <a:endParaRPr lang="uk-UA"/>
        </a:p>
      </dgm:t>
    </dgm:pt>
    <dgm:pt modelId="{DA70877D-4DB7-49CA-A94F-010D61B67FB1}" type="sibTrans" cxnId="{4108E1DF-C1AB-4512-B23D-6867406EB1D6}">
      <dgm:prSet/>
      <dgm:spPr/>
      <dgm:t>
        <a:bodyPr/>
        <a:lstStyle/>
        <a:p>
          <a:endParaRPr lang="uk-UA"/>
        </a:p>
      </dgm:t>
    </dgm:pt>
    <dgm:pt modelId="{1090D54B-8E04-4784-A7A8-AA3EE3CDB454}">
      <dgm:prSet/>
      <dgm:spPr/>
      <dgm:t>
        <a:bodyPr/>
        <a:lstStyle/>
        <a:p>
          <a:r>
            <a:rPr lang="uk-UA" b="0" i="0"/>
            <a:t>входження УСРР до складу новоствореного Союзу РСР</a:t>
          </a:r>
          <a:endParaRPr lang="uk-UA"/>
        </a:p>
      </dgm:t>
    </dgm:pt>
    <dgm:pt modelId="{5313A8AD-BF09-41F2-A5C1-10C15DE6CF8A}" type="parTrans" cxnId="{667067A8-CA04-4CE1-9528-81E554DA4E56}">
      <dgm:prSet/>
      <dgm:spPr/>
      <dgm:t>
        <a:bodyPr/>
        <a:lstStyle/>
        <a:p>
          <a:endParaRPr lang="uk-UA"/>
        </a:p>
      </dgm:t>
    </dgm:pt>
    <dgm:pt modelId="{EE6E1DDF-79BC-4914-9420-94A631C9D51B}" type="sibTrans" cxnId="{667067A8-CA04-4CE1-9528-81E554DA4E56}">
      <dgm:prSet/>
      <dgm:spPr/>
      <dgm:t>
        <a:bodyPr/>
        <a:lstStyle/>
        <a:p>
          <a:endParaRPr lang="uk-UA"/>
        </a:p>
      </dgm:t>
    </dgm:pt>
    <dgm:pt modelId="{CD2771F7-F0A1-405C-B835-8A5E0EB034A6}">
      <dgm:prSet/>
      <dgm:spPr/>
      <dgm:t>
        <a:bodyPr/>
        <a:lstStyle/>
        <a:p>
          <a:r>
            <a:rPr lang="uk-UA" b="0" i="0" dirty="0"/>
            <a:t>ухвалення першої, «робітничо-селянської» Конституції УСРР</a:t>
          </a:r>
          <a:endParaRPr lang="uk-UA" dirty="0"/>
        </a:p>
      </dgm:t>
    </dgm:pt>
    <dgm:pt modelId="{26DB5FE9-CCD6-41AE-88F9-0C01E8CF788D}" type="parTrans" cxnId="{517E6C45-7FC9-4909-8A10-8DE82DC8C981}">
      <dgm:prSet/>
      <dgm:spPr/>
      <dgm:t>
        <a:bodyPr/>
        <a:lstStyle/>
        <a:p>
          <a:endParaRPr lang="uk-UA"/>
        </a:p>
      </dgm:t>
    </dgm:pt>
    <dgm:pt modelId="{0096F4A9-D305-49C2-A48B-64D6F5DF0814}" type="sibTrans" cxnId="{517E6C45-7FC9-4909-8A10-8DE82DC8C981}">
      <dgm:prSet/>
      <dgm:spPr/>
      <dgm:t>
        <a:bodyPr/>
        <a:lstStyle/>
        <a:p>
          <a:endParaRPr lang="uk-UA"/>
        </a:p>
      </dgm:t>
    </dgm:pt>
    <dgm:pt modelId="{4A6CD345-2C30-4AB6-AE56-7527CB661D5D}">
      <dgm:prSet/>
      <dgm:spPr/>
      <dgm:t>
        <a:bodyPr/>
        <a:lstStyle/>
        <a:p>
          <a:r>
            <a:rPr lang="uk-UA" b="0" i="0" dirty="0"/>
            <a:t>перенесення столиці УСРР з Харкова до Києва</a:t>
          </a:r>
          <a:endParaRPr lang="uk-UA" dirty="0"/>
        </a:p>
      </dgm:t>
    </dgm:pt>
    <dgm:pt modelId="{0A303026-A9D6-48F6-902F-C6770355A841}" type="parTrans" cxnId="{650EAA9D-E6FF-40B1-AA76-1BA0939BF470}">
      <dgm:prSet/>
      <dgm:spPr/>
      <dgm:t>
        <a:bodyPr/>
        <a:lstStyle/>
        <a:p>
          <a:endParaRPr lang="uk-UA"/>
        </a:p>
      </dgm:t>
    </dgm:pt>
    <dgm:pt modelId="{AF8275D3-D1FF-4186-968F-40F2C7FDEF72}" type="sibTrans" cxnId="{650EAA9D-E6FF-40B1-AA76-1BA0939BF470}">
      <dgm:prSet/>
      <dgm:spPr/>
      <dgm:t>
        <a:bodyPr/>
        <a:lstStyle/>
        <a:p>
          <a:endParaRPr lang="uk-UA"/>
        </a:p>
      </dgm:t>
    </dgm:pt>
    <dgm:pt modelId="{54C0CC15-57F4-4842-848D-44D9A7E14C49}" type="pres">
      <dgm:prSet presAssocID="{917A1FB5-9034-4476-BC50-97A08B646C4C}" presName="vert0" presStyleCnt="0">
        <dgm:presLayoutVars>
          <dgm:dir/>
          <dgm:animOne val="branch"/>
          <dgm:animLvl val="lvl"/>
        </dgm:presLayoutVars>
      </dgm:prSet>
      <dgm:spPr/>
    </dgm:pt>
    <dgm:pt modelId="{CD824A8E-275B-4709-8D4B-BFC6F959A77C}" type="pres">
      <dgm:prSet presAssocID="{1E6F92D2-EC16-494B-81A6-F0F50A060B7C}" presName="thickLine" presStyleLbl="alignNode1" presStyleIdx="0" presStyleCnt="4"/>
      <dgm:spPr/>
    </dgm:pt>
    <dgm:pt modelId="{DE5DBA15-D99E-466F-9C1B-25B625A9AAF0}" type="pres">
      <dgm:prSet presAssocID="{1E6F92D2-EC16-494B-81A6-F0F50A060B7C}" presName="horz1" presStyleCnt="0"/>
      <dgm:spPr/>
    </dgm:pt>
    <dgm:pt modelId="{C306F23A-BCD3-4FCD-A2EA-4305830E0DFB}" type="pres">
      <dgm:prSet presAssocID="{1E6F92D2-EC16-494B-81A6-F0F50A060B7C}" presName="tx1" presStyleLbl="revTx" presStyleIdx="0" presStyleCnt="4"/>
      <dgm:spPr/>
    </dgm:pt>
    <dgm:pt modelId="{2AAC55E6-0BD3-4CCE-84EE-4E6AC15CBD55}" type="pres">
      <dgm:prSet presAssocID="{1E6F92D2-EC16-494B-81A6-F0F50A060B7C}" presName="vert1" presStyleCnt="0"/>
      <dgm:spPr/>
    </dgm:pt>
    <dgm:pt modelId="{CD31C120-6AE7-41C3-BAF6-574D87B7A527}" type="pres">
      <dgm:prSet presAssocID="{1090D54B-8E04-4784-A7A8-AA3EE3CDB454}" presName="thickLine" presStyleLbl="alignNode1" presStyleIdx="1" presStyleCnt="4"/>
      <dgm:spPr/>
    </dgm:pt>
    <dgm:pt modelId="{F2D7693F-71B6-4463-AE87-8017D597CEC9}" type="pres">
      <dgm:prSet presAssocID="{1090D54B-8E04-4784-A7A8-AA3EE3CDB454}" presName="horz1" presStyleCnt="0"/>
      <dgm:spPr/>
    </dgm:pt>
    <dgm:pt modelId="{EE7C9D82-B108-4CC3-86AD-9B41368D99AE}" type="pres">
      <dgm:prSet presAssocID="{1090D54B-8E04-4784-A7A8-AA3EE3CDB454}" presName="tx1" presStyleLbl="revTx" presStyleIdx="1" presStyleCnt="4"/>
      <dgm:spPr/>
    </dgm:pt>
    <dgm:pt modelId="{5079D28B-E9D2-4E44-8583-85B7686EEB12}" type="pres">
      <dgm:prSet presAssocID="{1090D54B-8E04-4784-A7A8-AA3EE3CDB454}" presName="vert1" presStyleCnt="0"/>
      <dgm:spPr/>
    </dgm:pt>
    <dgm:pt modelId="{D73C93B9-C8D3-494C-8E8C-EF76839926FA}" type="pres">
      <dgm:prSet presAssocID="{CD2771F7-F0A1-405C-B835-8A5E0EB034A6}" presName="thickLine" presStyleLbl="alignNode1" presStyleIdx="2" presStyleCnt="4"/>
      <dgm:spPr/>
    </dgm:pt>
    <dgm:pt modelId="{3BAB739F-66CE-49DA-A295-EDF79760471C}" type="pres">
      <dgm:prSet presAssocID="{CD2771F7-F0A1-405C-B835-8A5E0EB034A6}" presName="horz1" presStyleCnt="0"/>
      <dgm:spPr/>
    </dgm:pt>
    <dgm:pt modelId="{5BB63D8D-56E9-4F6C-A25D-F2656F1E5986}" type="pres">
      <dgm:prSet presAssocID="{CD2771F7-F0A1-405C-B835-8A5E0EB034A6}" presName="tx1" presStyleLbl="revTx" presStyleIdx="2" presStyleCnt="4"/>
      <dgm:spPr/>
    </dgm:pt>
    <dgm:pt modelId="{0BDE3E81-7B2D-4003-883E-6468A490B5CD}" type="pres">
      <dgm:prSet presAssocID="{CD2771F7-F0A1-405C-B835-8A5E0EB034A6}" presName="vert1" presStyleCnt="0"/>
      <dgm:spPr/>
    </dgm:pt>
    <dgm:pt modelId="{2A20EB0D-D0EA-43EA-8B72-F1E919F6A5C9}" type="pres">
      <dgm:prSet presAssocID="{4A6CD345-2C30-4AB6-AE56-7527CB661D5D}" presName="thickLine" presStyleLbl="alignNode1" presStyleIdx="3" presStyleCnt="4"/>
      <dgm:spPr/>
    </dgm:pt>
    <dgm:pt modelId="{8E6A16F0-B57A-4480-96E1-294C94192B07}" type="pres">
      <dgm:prSet presAssocID="{4A6CD345-2C30-4AB6-AE56-7527CB661D5D}" presName="horz1" presStyleCnt="0"/>
      <dgm:spPr/>
    </dgm:pt>
    <dgm:pt modelId="{D402930A-C494-4952-B207-5C6C13F4B79F}" type="pres">
      <dgm:prSet presAssocID="{4A6CD345-2C30-4AB6-AE56-7527CB661D5D}" presName="tx1" presStyleLbl="revTx" presStyleIdx="3" presStyleCnt="4"/>
      <dgm:spPr/>
    </dgm:pt>
    <dgm:pt modelId="{A2A2F167-5991-4DB4-A2E8-A869F2814FF6}" type="pres">
      <dgm:prSet presAssocID="{4A6CD345-2C30-4AB6-AE56-7527CB661D5D}" presName="vert1" presStyleCnt="0"/>
      <dgm:spPr/>
    </dgm:pt>
  </dgm:ptLst>
  <dgm:cxnLst>
    <dgm:cxn modelId="{1D758710-4B4C-42DF-BF3A-C962BB0F5EFA}" type="presOf" srcId="{1090D54B-8E04-4784-A7A8-AA3EE3CDB454}" destId="{EE7C9D82-B108-4CC3-86AD-9B41368D99AE}" srcOrd="0" destOrd="0" presId="urn:microsoft.com/office/officeart/2008/layout/LinedList"/>
    <dgm:cxn modelId="{A490633E-C3FB-491F-8B60-E553F70C0490}" type="presOf" srcId="{1E6F92D2-EC16-494B-81A6-F0F50A060B7C}" destId="{C306F23A-BCD3-4FCD-A2EA-4305830E0DFB}" srcOrd="0" destOrd="0" presId="urn:microsoft.com/office/officeart/2008/layout/LinedList"/>
    <dgm:cxn modelId="{517E6C45-7FC9-4909-8A10-8DE82DC8C981}" srcId="{917A1FB5-9034-4476-BC50-97A08B646C4C}" destId="{CD2771F7-F0A1-405C-B835-8A5E0EB034A6}" srcOrd="2" destOrd="0" parTransId="{26DB5FE9-CCD6-41AE-88F9-0C01E8CF788D}" sibTransId="{0096F4A9-D305-49C2-A48B-64D6F5DF0814}"/>
    <dgm:cxn modelId="{E70BF871-CEEC-4A12-8AE1-E55109BFB505}" type="presOf" srcId="{4A6CD345-2C30-4AB6-AE56-7527CB661D5D}" destId="{D402930A-C494-4952-B207-5C6C13F4B79F}" srcOrd="0" destOrd="0" presId="urn:microsoft.com/office/officeart/2008/layout/LinedList"/>
    <dgm:cxn modelId="{BA69D194-A52F-486C-BCD2-DDEABE327545}" type="presOf" srcId="{CD2771F7-F0A1-405C-B835-8A5E0EB034A6}" destId="{5BB63D8D-56E9-4F6C-A25D-F2656F1E5986}" srcOrd="0" destOrd="0" presId="urn:microsoft.com/office/officeart/2008/layout/LinedList"/>
    <dgm:cxn modelId="{650EAA9D-E6FF-40B1-AA76-1BA0939BF470}" srcId="{917A1FB5-9034-4476-BC50-97A08B646C4C}" destId="{4A6CD345-2C30-4AB6-AE56-7527CB661D5D}" srcOrd="3" destOrd="0" parTransId="{0A303026-A9D6-48F6-902F-C6770355A841}" sibTransId="{AF8275D3-D1FF-4186-968F-40F2C7FDEF72}"/>
    <dgm:cxn modelId="{667067A8-CA04-4CE1-9528-81E554DA4E56}" srcId="{917A1FB5-9034-4476-BC50-97A08B646C4C}" destId="{1090D54B-8E04-4784-A7A8-AA3EE3CDB454}" srcOrd="1" destOrd="0" parTransId="{5313A8AD-BF09-41F2-A5C1-10C15DE6CF8A}" sibTransId="{EE6E1DDF-79BC-4914-9420-94A631C9D51B}"/>
    <dgm:cxn modelId="{8F0E8ADD-060F-4415-B95B-30B0B0015953}" type="presOf" srcId="{917A1FB5-9034-4476-BC50-97A08B646C4C}" destId="{54C0CC15-57F4-4842-848D-44D9A7E14C49}" srcOrd="0" destOrd="0" presId="urn:microsoft.com/office/officeart/2008/layout/LinedList"/>
    <dgm:cxn modelId="{4108E1DF-C1AB-4512-B23D-6867406EB1D6}" srcId="{917A1FB5-9034-4476-BC50-97A08B646C4C}" destId="{1E6F92D2-EC16-494B-81A6-F0F50A060B7C}" srcOrd="0" destOrd="0" parTransId="{93C7FA4F-3A21-4843-837C-3AF062C14A9D}" sibTransId="{DA70877D-4DB7-49CA-A94F-010D61B67FB1}"/>
    <dgm:cxn modelId="{C3EC8ABF-39CF-439F-9939-00D5040AFBB4}" type="presParOf" srcId="{54C0CC15-57F4-4842-848D-44D9A7E14C49}" destId="{CD824A8E-275B-4709-8D4B-BFC6F959A77C}" srcOrd="0" destOrd="0" presId="urn:microsoft.com/office/officeart/2008/layout/LinedList"/>
    <dgm:cxn modelId="{A39A756E-DC13-4D1F-B228-E0105463AD39}" type="presParOf" srcId="{54C0CC15-57F4-4842-848D-44D9A7E14C49}" destId="{DE5DBA15-D99E-466F-9C1B-25B625A9AAF0}" srcOrd="1" destOrd="0" presId="urn:microsoft.com/office/officeart/2008/layout/LinedList"/>
    <dgm:cxn modelId="{36D758D8-786D-4337-8E90-3107341E4E05}" type="presParOf" srcId="{DE5DBA15-D99E-466F-9C1B-25B625A9AAF0}" destId="{C306F23A-BCD3-4FCD-A2EA-4305830E0DFB}" srcOrd="0" destOrd="0" presId="urn:microsoft.com/office/officeart/2008/layout/LinedList"/>
    <dgm:cxn modelId="{4E5D7865-684C-45ED-B68A-9B5639B1E95E}" type="presParOf" srcId="{DE5DBA15-D99E-466F-9C1B-25B625A9AAF0}" destId="{2AAC55E6-0BD3-4CCE-84EE-4E6AC15CBD55}" srcOrd="1" destOrd="0" presId="urn:microsoft.com/office/officeart/2008/layout/LinedList"/>
    <dgm:cxn modelId="{B15A925C-9102-4280-8C75-C870D9C3123C}" type="presParOf" srcId="{54C0CC15-57F4-4842-848D-44D9A7E14C49}" destId="{CD31C120-6AE7-41C3-BAF6-574D87B7A527}" srcOrd="2" destOrd="0" presId="urn:microsoft.com/office/officeart/2008/layout/LinedList"/>
    <dgm:cxn modelId="{FBB7B570-98B6-40E6-A689-FA0B4466A977}" type="presParOf" srcId="{54C0CC15-57F4-4842-848D-44D9A7E14C49}" destId="{F2D7693F-71B6-4463-AE87-8017D597CEC9}" srcOrd="3" destOrd="0" presId="urn:microsoft.com/office/officeart/2008/layout/LinedList"/>
    <dgm:cxn modelId="{BBB1F91C-AAB8-4218-8D51-AD59FB93E92F}" type="presParOf" srcId="{F2D7693F-71B6-4463-AE87-8017D597CEC9}" destId="{EE7C9D82-B108-4CC3-86AD-9B41368D99AE}" srcOrd="0" destOrd="0" presId="urn:microsoft.com/office/officeart/2008/layout/LinedList"/>
    <dgm:cxn modelId="{927B6780-F216-46B7-A24E-207C1AC9B9B6}" type="presParOf" srcId="{F2D7693F-71B6-4463-AE87-8017D597CEC9}" destId="{5079D28B-E9D2-4E44-8583-85B7686EEB12}" srcOrd="1" destOrd="0" presId="urn:microsoft.com/office/officeart/2008/layout/LinedList"/>
    <dgm:cxn modelId="{9009FC45-C2F7-4D52-89C4-BBF4146694E9}" type="presParOf" srcId="{54C0CC15-57F4-4842-848D-44D9A7E14C49}" destId="{D73C93B9-C8D3-494C-8E8C-EF76839926FA}" srcOrd="4" destOrd="0" presId="urn:microsoft.com/office/officeart/2008/layout/LinedList"/>
    <dgm:cxn modelId="{91DC5E6F-C9DC-4DE1-99C1-FC1BFF267A11}" type="presParOf" srcId="{54C0CC15-57F4-4842-848D-44D9A7E14C49}" destId="{3BAB739F-66CE-49DA-A295-EDF79760471C}" srcOrd="5" destOrd="0" presId="urn:microsoft.com/office/officeart/2008/layout/LinedList"/>
    <dgm:cxn modelId="{DEF663BC-A37F-40CE-A017-B770760FD625}" type="presParOf" srcId="{3BAB739F-66CE-49DA-A295-EDF79760471C}" destId="{5BB63D8D-56E9-4F6C-A25D-F2656F1E5986}" srcOrd="0" destOrd="0" presId="urn:microsoft.com/office/officeart/2008/layout/LinedList"/>
    <dgm:cxn modelId="{87F806D8-37BB-4153-AC25-AE81C48EC2DE}" type="presParOf" srcId="{3BAB739F-66CE-49DA-A295-EDF79760471C}" destId="{0BDE3E81-7B2D-4003-883E-6468A490B5CD}" srcOrd="1" destOrd="0" presId="urn:microsoft.com/office/officeart/2008/layout/LinedList"/>
    <dgm:cxn modelId="{16782D59-9D81-4ABB-938F-5CF91AEE0271}" type="presParOf" srcId="{54C0CC15-57F4-4842-848D-44D9A7E14C49}" destId="{2A20EB0D-D0EA-43EA-8B72-F1E919F6A5C9}" srcOrd="6" destOrd="0" presId="urn:microsoft.com/office/officeart/2008/layout/LinedList"/>
    <dgm:cxn modelId="{073BF805-A97D-4A89-8A7D-DB6B954F8993}" type="presParOf" srcId="{54C0CC15-57F4-4842-848D-44D9A7E14C49}" destId="{8E6A16F0-B57A-4480-96E1-294C94192B07}" srcOrd="7" destOrd="0" presId="urn:microsoft.com/office/officeart/2008/layout/LinedList"/>
    <dgm:cxn modelId="{A903B654-8D19-40FF-A2BB-E7948EAC2F16}" type="presParOf" srcId="{8E6A16F0-B57A-4480-96E1-294C94192B07}" destId="{D402930A-C494-4952-B207-5C6C13F4B79F}" srcOrd="0" destOrd="0" presId="urn:microsoft.com/office/officeart/2008/layout/LinedList"/>
    <dgm:cxn modelId="{7E90050E-92C7-4A00-956D-672A189F431F}" type="presParOf" srcId="{8E6A16F0-B57A-4480-96E1-294C94192B07}" destId="{A2A2F167-5991-4DB4-A2E8-A869F2814F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D3C1E20-6ED9-45F0-9E1E-9325293F83C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21A6CE-40DA-4D7B-92BD-7A984A4D192F}">
      <dgm:prSet/>
      <dgm:spPr/>
      <dgm:t>
        <a:bodyPr/>
        <a:lstStyle/>
        <a:p>
          <a:r>
            <a:rPr lang="ru-RU" b="0" i="0" dirty="0"/>
            <a:t>І. Мартос.</a:t>
          </a:r>
          <a:endParaRPr lang="uk-UA" dirty="0"/>
        </a:p>
      </dgm:t>
    </dgm:pt>
    <dgm:pt modelId="{407F086B-DCE8-4246-967C-07E57C8CD800}" type="parTrans" cxnId="{D1579CF7-20F1-4DB3-9C74-C8C77575E5B8}">
      <dgm:prSet/>
      <dgm:spPr/>
      <dgm:t>
        <a:bodyPr/>
        <a:lstStyle/>
        <a:p>
          <a:endParaRPr lang="uk-UA"/>
        </a:p>
      </dgm:t>
    </dgm:pt>
    <dgm:pt modelId="{BD63B75A-AF2C-4F69-86D9-456E548D84C1}" type="sibTrans" cxnId="{D1579CF7-20F1-4DB3-9C74-C8C77575E5B8}">
      <dgm:prSet/>
      <dgm:spPr/>
      <dgm:t>
        <a:bodyPr/>
        <a:lstStyle/>
        <a:p>
          <a:endParaRPr lang="uk-UA"/>
        </a:p>
      </dgm:t>
    </dgm:pt>
    <dgm:pt modelId="{7AFDA722-54E1-44D4-A4D8-C5A2EF66A38E}">
      <dgm:prSet/>
      <dgm:spPr/>
      <dgm:t>
        <a:bodyPr/>
        <a:lstStyle/>
        <a:p>
          <a:r>
            <a:rPr lang="ru-RU" b="0" i="0" dirty="0"/>
            <a:t>В. Бородай.</a:t>
          </a:r>
          <a:endParaRPr lang="uk-UA" dirty="0"/>
        </a:p>
      </dgm:t>
    </dgm:pt>
    <dgm:pt modelId="{77482CE9-EFBB-49F7-B1F4-162A261774FC}" type="parTrans" cxnId="{C83670F8-B43A-43A1-8361-B4FDD6656635}">
      <dgm:prSet/>
      <dgm:spPr/>
      <dgm:t>
        <a:bodyPr/>
        <a:lstStyle/>
        <a:p>
          <a:endParaRPr lang="uk-UA"/>
        </a:p>
      </dgm:t>
    </dgm:pt>
    <dgm:pt modelId="{F4418B4E-480C-4CD1-A619-258FFA4E7278}" type="sibTrans" cxnId="{C83670F8-B43A-43A1-8361-B4FDD6656635}">
      <dgm:prSet/>
      <dgm:spPr/>
      <dgm:t>
        <a:bodyPr/>
        <a:lstStyle/>
        <a:p>
          <a:endParaRPr lang="uk-UA"/>
        </a:p>
      </dgm:t>
    </dgm:pt>
    <dgm:pt modelId="{C36DD443-00FA-4421-AB7F-8E4F07C25FAA}">
      <dgm:prSet/>
      <dgm:spPr/>
      <dgm:t>
        <a:bodyPr/>
        <a:lstStyle/>
        <a:p>
          <a:r>
            <a:rPr lang="ru-RU" b="0" i="0"/>
            <a:t>М. Микешин.</a:t>
          </a:r>
          <a:endParaRPr lang="uk-UA"/>
        </a:p>
      </dgm:t>
    </dgm:pt>
    <dgm:pt modelId="{5087495B-4777-49F1-B3E8-FD5AB66211F2}" type="parTrans" cxnId="{EA827A62-9767-4D61-85AC-061F27838763}">
      <dgm:prSet/>
      <dgm:spPr/>
      <dgm:t>
        <a:bodyPr/>
        <a:lstStyle/>
        <a:p>
          <a:endParaRPr lang="uk-UA"/>
        </a:p>
      </dgm:t>
    </dgm:pt>
    <dgm:pt modelId="{E11F7CEA-7DFD-4024-B4C2-710B488C6712}" type="sibTrans" cxnId="{EA827A62-9767-4D61-85AC-061F27838763}">
      <dgm:prSet/>
      <dgm:spPr/>
      <dgm:t>
        <a:bodyPr/>
        <a:lstStyle/>
        <a:p>
          <a:endParaRPr lang="uk-UA"/>
        </a:p>
      </dgm:t>
    </dgm:pt>
    <dgm:pt modelId="{56652087-0E6D-4258-852B-E5503DCEC913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Кавалерідзе</a:t>
          </a:r>
          <a:r>
            <a:rPr lang="ru-RU" b="0" i="0" dirty="0"/>
            <a:t>.</a:t>
          </a:r>
          <a:endParaRPr lang="uk-UA" dirty="0"/>
        </a:p>
      </dgm:t>
    </dgm:pt>
    <dgm:pt modelId="{AE85B395-2038-4782-98A5-39C1D2760E3F}" type="parTrans" cxnId="{EC480A81-CFE4-4480-8F0F-CD43E14B9E56}">
      <dgm:prSet/>
      <dgm:spPr/>
      <dgm:t>
        <a:bodyPr/>
        <a:lstStyle/>
        <a:p>
          <a:endParaRPr lang="uk-UA"/>
        </a:p>
      </dgm:t>
    </dgm:pt>
    <dgm:pt modelId="{F0523A1E-A68E-4230-BAA3-13A61E3E1AB9}" type="sibTrans" cxnId="{EC480A81-CFE4-4480-8F0F-CD43E14B9E56}">
      <dgm:prSet/>
      <dgm:spPr/>
      <dgm:t>
        <a:bodyPr/>
        <a:lstStyle/>
        <a:p>
          <a:endParaRPr lang="uk-UA"/>
        </a:p>
      </dgm:t>
    </dgm:pt>
    <dgm:pt modelId="{3A93E7F7-0FF8-4EAB-ABC7-318D57F670BF}" type="pres">
      <dgm:prSet presAssocID="{0D3C1E20-6ED9-45F0-9E1E-9325293F83CE}" presName="Name0" presStyleCnt="0">
        <dgm:presLayoutVars>
          <dgm:chMax val="7"/>
          <dgm:chPref val="7"/>
          <dgm:dir/>
        </dgm:presLayoutVars>
      </dgm:prSet>
      <dgm:spPr/>
    </dgm:pt>
    <dgm:pt modelId="{B3151A9E-5D43-4410-84C7-FF576388707B}" type="pres">
      <dgm:prSet presAssocID="{0D3C1E20-6ED9-45F0-9E1E-9325293F83CE}" presName="Name1" presStyleCnt="0"/>
      <dgm:spPr/>
    </dgm:pt>
    <dgm:pt modelId="{520960AC-FEF6-4E76-A06A-E45B3831FBE8}" type="pres">
      <dgm:prSet presAssocID="{0D3C1E20-6ED9-45F0-9E1E-9325293F83CE}" presName="cycle" presStyleCnt="0"/>
      <dgm:spPr/>
    </dgm:pt>
    <dgm:pt modelId="{EA9A0C18-AE3F-4417-8315-90B4E0EFCF1F}" type="pres">
      <dgm:prSet presAssocID="{0D3C1E20-6ED9-45F0-9E1E-9325293F83CE}" presName="srcNode" presStyleLbl="node1" presStyleIdx="0" presStyleCnt="4"/>
      <dgm:spPr/>
    </dgm:pt>
    <dgm:pt modelId="{235910DF-0EC3-4F46-B507-6266DF9E7172}" type="pres">
      <dgm:prSet presAssocID="{0D3C1E20-6ED9-45F0-9E1E-9325293F83CE}" presName="conn" presStyleLbl="parChTrans1D2" presStyleIdx="0" presStyleCnt="1"/>
      <dgm:spPr/>
    </dgm:pt>
    <dgm:pt modelId="{45833299-0FB2-421E-ADCB-43827E00721D}" type="pres">
      <dgm:prSet presAssocID="{0D3C1E20-6ED9-45F0-9E1E-9325293F83CE}" presName="extraNode" presStyleLbl="node1" presStyleIdx="0" presStyleCnt="4"/>
      <dgm:spPr/>
    </dgm:pt>
    <dgm:pt modelId="{3FEF393D-2A96-4412-A85D-E5E98E3EEB6C}" type="pres">
      <dgm:prSet presAssocID="{0D3C1E20-6ED9-45F0-9E1E-9325293F83CE}" presName="dstNode" presStyleLbl="node1" presStyleIdx="0" presStyleCnt="4"/>
      <dgm:spPr/>
    </dgm:pt>
    <dgm:pt modelId="{31B99A48-281A-45FF-9365-4E50A08648B7}" type="pres">
      <dgm:prSet presAssocID="{2A21A6CE-40DA-4D7B-92BD-7A984A4D192F}" presName="text_1" presStyleLbl="node1" presStyleIdx="0" presStyleCnt="4">
        <dgm:presLayoutVars>
          <dgm:bulletEnabled val="1"/>
        </dgm:presLayoutVars>
      </dgm:prSet>
      <dgm:spPr/>
    </dgm:pt>
    <dgm:pt modelId="{39B5A07A-6356-4263-9DFE-8982276A1E51}" type="pres">
      <dgm:prSet presAssocID="{2A21A6CE-40DA-4D7B-92BD-7A984A4D192F}" presName="accent_1" presStyleCnt="0"/>
      <dgm:spPr/>
    </dgm:pt>
    <dgm:pt modelId="{050AC2FF-C8E7-4FFD-9B75-BA2200D96F00}" type="pres">
      <dgm:prSet presAssocID="{2A21A6CE-40DA-4D7B-92BD-7A984A4D192F}" presName="accentRepeatNode" presStyleLbl="solidFgAcc1" presStyleIdx="0" presStyleCnt="4"/>
      <dgm:spPr/>
    </dgm:pt>
    <dgm:pt modelId="{2A202BB0-BFBD-4FC0-AD0B-0F6C6E3BF51F}" type="pres">
      <dgm:prSet presAssocID="{7AFDA722-54E1-44D4-A4D8-C5A2EF66A38E}" presName="text_2" presStyleLbl="node1" presStyleIdx="1" presStyleCnt="4">
        <dgm:presLayoutVars>
          <dgm:bulletEnabled val="1"/>
        </dgm:presLayoutVars>
      </dgm:prSet>
      <dgm:spPr/>
    </dgm:pt>
    <dgm:pt modelId="{C033EE2F-ED38-4B88-BC65-847B3AD49CF0}" type="pres">
      <dgm:prSet presAssocID="{7AFDA722-54E1-44D4-A4D8-C5A2EF66A38E}" presName="accent_2" presStyleCnt="0"/>
      <dgm:spPr/>
    </dgm:pt>
    <dgm:pt modelId="{490AEE65-D36F-4AEC-B526-058E9593320A}" type="pres">
      <dgm:prSet presAssocID="{7AFDA722-54E1-44D4-A4D8-C5A2EF66A38E}" presName="accentRepeatNode" presStyleLbl="solidFgAcc1" presStyleIdx="1" presStyleCnt="4"/>
      <dgm:spPr/>
    </dgm:pt>
    <dgm:pt modelId="{63EC7120-43D4-4B78-87D2-35BB2BEB3A60}" type="pres">
      <dgm:prSet presAssocID="{C36DD443-00FA-4421-AB7F-8E4F07C25FAA}" presName="text_3" presStyleLbl="node1" presStyleIdx="2" presStyleCnt="4">
        <dgm:presLayoutVars>
          <dgm:bulletEnabled val="1"/>
        </dgm:presLayoutVars>
      </dgm:prSet>
      <dgm:spPr/>
    </dgm:pt>
    <dgm:pt modelId="{81F71C9F-ECC0-499E-8967-716541D1835D}" type="pres">
      <dgm:prSet presAssocID="{C36DD443-00FA-4421-AB7F-8E4F07C25FAA}" presName="accent_3" presStyleCnt="0"/>
      <dgm:spPr/>
    </dgm:pt>
    <dgm:pt modelId="{96701F55-A6B4-489B-8EC0-533FDE15E20F}" type="pres">
      <dgm:prSet presAssocID="{C36DD443-00FA-4421-AB7F-8E4F07C25FAA}" presName="accentRepeatNode" presStyleLbl="solidFgAcc1" presStyleIdx="2" presStyleCnt="4"/>
      <dgm:spPr/>
    </dgm:pt>
    <dgm:pt modelId="{11968800-EF23-4719-850D-DB6427A93C57}" type="pres">
      <dgm:prSet presAssocID="{56652087-0E6D-4258-852B-E5503DCEC913}" presName="text_4" presStyleLbl="node1" presStyleIdx="3" presStyleCnt="4">
        <dgm:presLayoutVars>
          <dgm:bulletEnabled val="1"/>
        </dgm:presLayoutVars>
      </dgm:prSet>
      <dgm:spPr/>
    </dgm:pt>
    <dgm:pt modelId="{DCA7F2D0-F236-4E24-9DD2-5F5B8A6B249B}" type="pres">
      <dgm:prSet presAssocID="{56652087-0E6D-4258-852B-E5503DCEC913}" presName="accent_4" presStyleCnt="0"/>
      <dgm:spPr/>
    </dgm:pt>
    <dgm:pt modelId="{487A24EE-3F8E-410F-8C01-F24D9EADDD5D}" type="pres">
      <dgm:prSet presAssocID="{56652087-0E6D-4258-852B-E5503DCEC913}" presName="accentRepeatNode" presStyleLbl="solidFgAcc1" presStyleIdx="3" presStyleCnt="4"/>
      <dgm:spPr/>
    </dgm:pt>
  </dgm:ptLst>
  <dgm:cxnLst>
    <dgm:cxn modelId="{B96AD700-11A0-4B47-AAA3-623EBD8C29FC}" type="presOf" srcId="{C36DD443-00FA-4421-AB7F-8E4F07C25FAA}" destId="{63EC7120-43D4-4B78-87D2-35BB2BEB3A60}" srcOrd="0" destOrd="0" presId="urn:microsoft.com/office/officeart/2008/layout/VerticalCurvedList"/>
    <dgm:cxn modelId="{67105121-299E-4E92-B6FA-E76B932EA14F}" type="presOf" srcId="{7AFDA722-54E1-44D4-A4D8-C5A2EF66A38E}" destId="{2A202BB0-BFBD-4FC0-AD0B-0F6C6E3BF51F}" srcOrd="0" destOrd="0" presId="urn:microsoft.com/office/officeart/2008/layout/VerticalCurvedList"/>
    <dgm:cxn modelId="{EA827A62-9767-4D61-85AC-061F27838763}" srcId="{0D3C1E20-6ED9-45F0-9E1E-9325293F83CE}" destId="{C36DD443-00FA-4421-AB7F-8E4F07C25FAA}" srcOrd="2" destOrd="0" parTransId="{5087495B-4777-49F1-B3E8-FD5AB66211F2}" sibTransId="{E11F7CEA-7DFD-4024-B4C2-710B488C6712}"/>
    <dgm:cxn modelId="{EC480A81-CFE4-4480-8F0F-CD43E14B9E56}" srcId="{0D3C1E20-6ED9-45F0-9E1E-9325293F83CE}" destId="{56652087-0E6D-4258-852B-E5503DCEC913}" srcOrd="3" destOrd="0" parTransId="{AE85B395-2038-4782-98A5-39C1D2760E3F}" sibTransId="{F0523A1E-A68E-4230-BAA3-13A61E3E1AB9}"/>
    <dgm:cxn modelId="{A0AD9F87-005C-4A25-BAEB-4440201B107B}" type="presOf" srcId="{0D3C1E20-6ED9-45F0-9E1E-9325293F83CE}" destId="{3A93E7F7-0FF8-4EAB-ABC7-318D57F670BF}" srcOrd="0" destOrd="0" presId="urn:microsoft.com/office/officeart/2008/layout/VerticalCurvedList"/>
    <dgm:cxn modelId="{6C073AE7-898D-4A2A-8D82-99340B66B78B}" type="presOf" srcId="{56652087-0E6D-4258-852B-E5503DCEC913}" destId="{11968800-EF23-4719-850D-DB6427A93C57}" srcOrd="0" destOrd="0" presId="urn:microsoft.com/office/officeart/2008/layout/VerticalCurvedList"/>
    <dgm:cxn modelId="{E1D1FCF1-C333-4397-85A9-D3713E09116D}" type="presOf" srcId="{BD63B75A-AF2C-4F69-86D9-456E548D84C1}" destId="{235910DF-0EC3-4F46-B507-6266DF9E7172}" srcOrd="0" destOrd="0" presId="urn:microsoft.com/office/officeart/2008/layout/VerticalCurvedList"/>
    <dgm:cxn modelId="{954E89F6-BE47-4137-9731-DCBD48A43391}" type="presOf" srcId="{2A21A6CE-40DA-4D7B-92BD-7A984A4D192F}" destId="{31B99A48-281A-45FF-9365-4E50A08648B7}" srcOrd="0" destOrd="0" presId="urn:microsoft.com/office/officeart/2008/layout/VerticalCurvedList"/>
    <dgm:cxn modelId="{D1579CF7-20F1-4DB3-9C74-C8C77575E5B8}" srcId="{0D3C1E20-6ED9-45F0-9E1E-9325293F83CE}" destId="{2A21A6CE-40DA-4D7B-92BD-7A984A4D192F}" srcOrd="0" destOrd="0" parTransId="{407F086B-DCE8-4246-967C-07E57C8CD800}" sibTransId="{BD63B75A-AF2C-4F69-86D9-456E548D84C1}"/>
    <dgm:cxn modelId="{C83670F8-B43A-43A1-8361-B4FDD6656635}" srcId="{0D3C1E20-6ED9-45F0-9E1E-9325293F83CE}" destId="{7AFDA722-54E1-44D4-A4D8-C5A2EF66A38E}" srcOrd="1" destOrd="0" parTransId="{77482CE9-EFBB-49F7-B1F4-162A261774FC}" sibTransId="{F4418B4E-480C-4CD1-A619-258FFA4E7278}"/>
    <dgm:cxn modelId="{82616025-650E-4704-A6BC-3277C1B501E2}" type="presParOf" srcId="{3A93E7F7-0FF8-4EAB-ABC7-318D57F670BF}" destId="{B3151A9E-5D43-4410-84C7-FF576388707B}" srcOrd="0" destOrd="0" presId="urn:microsoft.com/office/officeart/2008/layout/VerticalCurvedList"/>
    <dgm:cxn modelId="{5BD3DE60-5513-40D5-AEE2-85544972F7D5}" type="presParOf" srcId="{B3151A9E-5D43-4410-84C7-FF576388707B}" destId="{520960AC-FEF6-4E76-A06A-E45B3831FBE8}" srcOrd="0" destOrd="0" presId="urn:microsoft.com/office/officeart/2008/layout/VerticalCurvedList"/>
    <dgm:cxn modelId="{C333F069-C330-4E0A-82C2-DD08E44F60D7}" type="presParOf" srcId="{520960AC-FEF6-4E76-A06A-E45B3831FBE8}" destId="{EA9A0C18-AE3F-4417-8315-90B4E0EFCF1F}" srcOrd="0" destOrd="0" presId="urn:microsoft.com/office/officeart/2008/layout/VerticalCurvedList"/>
    <dgm:cxn modelId="{46C41B53-303E-4F79-A7FC-2EC76E478CDE}" type="presParOf" srcId="{520960AC-FEF6-4E76-A06A-E45B3831FBE8}" destId="{235910DF-0EC3-4F46-B507-6266DF9E7172}" srcOrd="1" destOrd="0" presId="urn:microsoft.com/office/officeart/2008/layout/VerticalCurvedList"/>
    <dgm:cxn modelId="{3C22C669-91D0-4115-A263-B300D51A1D55}" type="presParOf" srcId="{520960AC-FEF6-4E76-A06A-E45B3831FBE8}" destId="{45833299-0FB2-421E-ADCB-43827E00721D}" srcOrd="2" destOrd="0" presId="urn:microsoft.com/office/officeart/2008/layout/VerticalCurvedList"/>
    <dgm:cxn modelId="{04785C46-E92F-40FB-B11F-252E771DE655}" type="presParOf" srcId="{520960AC-FEF6-4E76-A06A-E45B3831FBE8}" destId="{3FEF393D-2A96-4412-A85D-E5E98E3EEB6C}" srcOrd="3" destOrd="0" presId="urn:microsoft.com/office/officeart/2008/layout/VerticalCurvedList"/>
    <dgm:cxn modelId="{E51EA849-029F-4A8F-99A0-E07292926B7F}" type="presParOf" srcId="{B3151A9E-5D43-4410-84C7-FF576388707B}" destId="{31B99A48-281A-45FF-9365-4E50A08648B7}" srcOrd="1" destOrd="0" presId="urn:microsoft.com/office/officeart/2008/layout/VerticalCurvedList"/>
    <dgm:cxn modelId="{1EA7C979-F314-44A9-BBB4-843D5F69ABD9}" type="presParOf" srcId="{B3151A9E-5D43-4410-84C7-FF576388707B}" destId="{39B5A07A-6356-4263-9DFE-8982276A1E51}" srcOrd="2" destOrd="0" presId="urn:microsoft.com/office/officeart/2008/layout/VerticalCurvedList"/>
    <dgm:cxn modelId="{2A7314A2-1547-4AF6-8383-D56AFEDC5C00}" type="presParOf" srcId="{39B5A07A-6356-4263-9DFE-8982276A1E51}" destId="{050AC2FF-C8E7-4FFD-9B75-BA2200D96F00}" srcOrd="0" destOrd="0" presId="urn:microsoft.com/office/officeart/2008/layout/VerticalCurvedList"/>
    <dgm:cxn modelId="{2DDED0F7-D74B-4C0D-B331-631FFA09D703}" type="presParOf" srcId="{B3151A9E-5D43-4410-84C7-FF576388707B}" destId="{2A202BB0-BFBD-4FC0-AD0B-0F6C6E3BF51F}" srcOrd="3" destOrd="0" presId="urn:microsoft.com/office/officeart/2008/layout/VerticalCurvedList"/>
    <dgm:cxn modelId="{44BFE7A0-5028-4B8A-98F3-9EDAAE8CEBF9}" type="presParOf" srcId="{B3151A9E-5D43-4410-84C7-FF576388707B}" destId="{C033EE2F-ED38-4B88-BC65-847B3AD49CF0}" srcOrd="4" destOrd="0" presId="urn:microsoft.com/office/officeart/2008/layout/VerticalCurvedList"/>
    <dgm:cxn modelId="{4E1DFB9A-DE95-47A7-BA3F-9DBA27CAFF03}" type="presParOf" srcId="{C033EE2F-ED38-4B88-BC65-847B3AD49CF0}" destId="{490AEE65-D36F-4AEC-B526-058E9593320A}" srcOrd="0" destOrd="0" presId="urn:microsoft.com/office/officeart/2008/layout/VerticalCurvedList"/>
    <dgm:cxn modelId="{9144444C-B0F9-49F0-B371-AF3436C396A0}" type="presParOf" srcId="{B3151A9E-5D43-4410-84C7-FF576388707B}" destId="{63EC7120-43D4-4B78-87D2-35BB2BEB3A60}" srcOrd="5" destOrd="0" presId="urn:microsoft.com/office/officeart/2008/layout/VerticalCurvedList"/>
    <dgm:cxn modelId="{B685FD3C-8A5A-4F82-9A7D-5C5811FCE11E}" type="presParOf" srcId="{B3151A9E-5D43-4410-84C7-FF576388707B}" destId="{81F71C9F-ECC0-499E-8967-716541D1835D}" srcOrd="6" destOrd="0" presId="urn:microsoft.com/office/officeart/2008/layout/VerticalCurvedList"/>
    <dgm:cxn modelId="{EB70AE83-C4FD-40B5-9B50-E7EB36FDB1F2}" type="presParOf" srcId="{81F71C9F-ECC0-499E-8967-716541D1835D}" destId="{96701F55-A6B4-489B-8EC0-533FDE15E20F}" srcOrd="0" destOrd="0" presId="urn:microsoft.com/office/officeart/2008/layout/VerticalCurvedList"/>
    <dgm:cxn modelId="{2E05816B-1C02-4644-A3E9-5EC5F52B0F9B}" type="presParOf" srcId="{B3151A9E-5D43-4410-84C7-FF576388707B}" destId="{11968800-EF23-4719-850D-DB6427A93C57}" srcOrd="7" destOrd="0" presId="urn:microsoft.com/office/officeart/2008/layout/VerticalCurvedList"/>
    <dgm:cxn modelId="{4AC8BDFA-4306-4704-8FE8-801CC103FECC}" type="presParOf" srcId="{B3151A9E-5D43-4410-84C7-FF576388707B}" destId="{DCA7F2D0-F236-4E24-9DD2-5F5B8A6B249B}" srcOrd="8" destOrd="0" presId="urn:microsoft.com/office/officeart/2008/layout/VerticalCurvedList"/>
    <dgm:cxn modelId="{34E1683B-1DF3-4379-95AA-73FC31CA5FA8}" type="presParOf" srcId="{DCA7F2D0-F236-4E24-9DD2-5F5B8A6B249B}" destId="{487A24EE-3F8E-410F-8C01-F24D9EADDD5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E7052A5-4E12-43DD-9C41-E358CC42116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6D878B-2E54-4698-89B9-EF0D2C74D3FE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релігії.</a:t>
          </a:r>
          <a:endParaRPr lang="uk-UA" dirty="0"/>
        </a:p>
      </dgm:t>
    </dgm:pt>
    <dgm:pt modelId="{B377CDE7-F580-4C1E-B1D3-88B94A72B8D0}" type="parTrans" cxnId="{C709DF2C-07D3-41C2-9FEE-DCA0E26627BD}">
      <dgm:prSet/>
      <dgm:spPr/>
      <dgm:t>
        <a:bodyPr/>
        <a:lstStyle/>
        <a:p>
          <a:endParaRPr lang="uk-UA"/>
        </a:p>
      </dgm:t>
    </dgm:pt>
    <dgm:pt modelId="{6CD73D43-CE8E-4E5A-88CF-4CE271199290}" type="sibTrans" cxnId="{C709DF2C-07D3-41C2-9FEE-DCA0E26627BD}">
      <dgm:prSet/>
      <dgm:spPr/>
      <dgm:t>
        <a:bodyPr/>
        <a:lstStyle/>
        <a:p>
          <a:endParaRPr lang="uk-UA"/>
        </a:p>
      </dgm:t>
    </dgm:pt>
    <dgm:pt modelId="{92569146-01BF-4E87-B326-9BA94C859981}">
      <dgm:prSet/>
      <dgm:spPr/>
      <dgm:t>
        <a:bodyPr/>
        <a:lstStyle/>
        <a:p>
          <a:r>
            <a:rPr lang="uk-UA" b="0" i="0"/>
            <a:t>висвячення першого київського митрополита.</a:t>
          </a:r>
          <a:endParaRPr lang="uk-UA"/>
        </a:p>
      </dgm:t>
    </dgm:pt>
    <dgm:pt modelId="{F9F083B4-6E79-4F87-B659-002F892378B1}" type="parTrans" cxnId="{15452DA9-FBF4-43DC-9567-9C5704CF5DA3}">
      <dgm:prSet/>
      <dgm:spPr/>
      <dgm:t>
        <a:bodyPr/>
        <a:lstStyle/>
        <a:p>
          <a:endParaRPr lang="uk-UA"/>
        </a:p>
      </dgm:t>
    </dgm:pt>
    <dgm:pt modelId="{B02BA734-BD1D-45F2-99A7-91F66FFEEECE}" type="sibTrans" cxnId="{15452DA9-FBF4-43DC-9567-9C5704CF5DA3}">
      <dgm:prSet/>
      <dgm:spPr/>
      <dgm:t>
        <a:bodyPr/>
        <a:lstStyle/>
        <a:p>
          <a:endParaRPr lang="uk-UA"/>
        </a:p>
      </dgm:t>
    </dgm:pt>
    <dgm:pt modelId="{00C18EA7-A025-4DAA-9A0D-54122A36983E}">
      <dgm:prSet/>
      <dgm:spPr/>
      <dgm:t>
        <a:bodyPr/>
        <a:lstStyle/>
        <a:p>
          <a:r>
            <a:rPr lang="uk-UA" b="0" i="0"/>
            <a:t>об’єднання північних і південних руських земель.</a:t>
          </a:r>
          <a:endParaRPr lang="uk-UA"/>
        </a:p>
      </dgm:t>
    </dgm:pt>
    <dgm:pt modelId="{24D3C2B2-8DE4-4DD3-9E04-E1EFA9A38FD8}" type="parTrans" cxnId="{F446D081-8D57-4A41-B8D4-881B0962C926}">
      <dgm:prSet/>
      <dgm:spPr/>
      <dgm:t>
        <a:bodyPr/>
        <a:lstStyle/>
        <a:p>
          <a:endParaRPr lang="uk-UA"/>
        </a:p>
      </dgm:t>
    </dgm:pt>
    <dgm:pt modelId="{74514D03-B6C6-40F8-9381-6621947B52DE}" type="sibTrans" cxnId="{F446D081-8D57-4A41-B8D4-881B0962C926}">
      <dgm:prSet/>
      <dgm:spPr/>
      <dgm:t>
        <a:bodyPr/>
        <a:lstStyle/>
        <a:p>
          <a:endParaRPr lang="uk-UA"/>
        </a:p>
      </dgm:t>
    </dgm:pt>
    <dgm:pt modelId="{B49673F0-4455-4A8B-BD22-ED3D771B93D9}">
      <dgm:prSet/>
      <dgm:spPr/>
      <dgm:t>
        <a:bodyPr/>
        <a:lstStyle/>
        <a:p>
          <a:r>
            <a:rPr lang="uk-UA" b="0" i="0" dirty="0"/>
            <a:t>укладення першого писаного збірника руських законів.</a:t>
          </a:r>
          <a:endParaRPr lang="uk-UA" dirty="0"/>
        </a:p>
      </dgm:t>
    </dgm:pt>
    <dgm:pt modelId="{F8A2B9CB-6301-4298-99CD-B1DD9FA773A2}" type="parTrans" cxnId="{D0B958B6-8A4E-4F8B-BDFB-23571A6049EA}">
      <dgm:prSet/>
      <dgm:spPr/>
      <dgm:t>
        <a:bodyPr/>
        <a:lstStyle/>
        <a:p>
          <a:endParaRPr lang="uk-UA"/>
        </a:p>
      </dgm:t>
    </dgm:pt>
    <dgm:pt modelId="{96BF359C-AB03-4414-8830-A45373FE1B19}" type="sibTrans" cxnId="{D0B958B6-8A4E-4F8B-BDFB-23571A6049EA}">
      <dgm:prSet/>
      <dgm:spPr/>
      <dgm:t>
        <a:bodyPr/>
        <a:lstStyle/>
        <a:p>
          <a:endParaRPr lang="uk-UA"/>
        </a:p>
      </dgm:t>
    </dgm:pt>
    <dgm:pt modelId="{CA6F0ECA-0CA3-49B5-A6C2-3CF4CA1D988A}" type="pres">
      <dgm:prSet presAssocID="{BE7052A5-4E12-43DD-9C41-E358CC42116C}" presName="vert0" presStyleCnt="0">
        <dgm:presLayoutVars>
          <dgm:dir/>
          <dgm:animOne val="branch"/>
          <dgm:animLvl val="lvl"/>
        </dgm:presLayoutVars>
      </dgm:prSet>
      <dgm:spPr/>
    </dgm:pt>
    <dgm:pt modelId="{915BA358-EF1B-4F6C-ADDD-318F312D1A4F}" type="pres">
      <dgm:prSet presAssocID="{516D878B-2E54-4698-89B9-EF0D2C74D3FE}" presName="thickLine" presStyleLbl="alignNode1" presStyleIdx="0" presStyleCnt="4"/>
      <dgm:spPr/>
    </dgm:pt>
    <dgm:pt modelId="{4D6941B7-4C6F-4B8F-A6F0-4E90969A6C46}" type="pres">
      <dgm:prSet presAssocID="{516D878B-2E54-4698-89B9-EF0D2C74D3FE}" presName="horz1" presStyleCnt="0"/>
      <dgm:spPr/>
    </dgm:pt>
    <dgm:pt modelId="{82983E99-EAB0-4432-B101-A6A50D0C9907}" type="pres">
      <dgm:prSet presAssocID="{516D878B-2E54-4698-89B9-EF0D2C74D3FE}" presName="tx1" presStyleLbl="revTx" presStyleIdx="0" presStyleCnt="4"/>
      <dgm:spPr/>
    </dgm:pt>
    <dgm:pt modelId="{C87A0B9B-0059-49B4-972D-06A6D491E0E7}" type="pres">
      <dgm:prSet presAssocID="{516D878B-2E54-4698-89B9-EF0D2C74D3FE}" presName="vert1" presStyleCnt="0"/>
      <dgm:spPr/>
    </dgm:pt>
    <dgm:pt modelId="{AA574ABC-1B41-4DD4-9FBD-6041475AAF3F}" type="pres">
      <dgm:prSet presAssocID="{92569146-01BF-4E87-B326-9BA94C859981}" presName="thickLine" presStyleLbl="alignNode1" presStyleIdx="1" presStyleCnt="4"/>
      <dgm:spPr/>
    </dgm:pt>
    <dgm:pt modelId="{91DDB5B6-9FCD-4408-9E2C-5BBFAD04C861}" type="pres">
      <dgm:prSet presAssocID="{92569146-01BF-4E87-B326-9BA94C859981}" presName="horz1" presStyleCnt="0"/>
      <dgm:spPr/>
    </dgm:pt>
    <dgm:pt modelId="{813944CC-AF68-4424-891A-8B48639D8380}" type="pres">
      <dgm:prSet presAssocID="{92569146-01BF-4E87-B326-9BA94C859981}" presName="tx1" presStyleLbl="revTx" presStyleIdx="1" presStyleCnt="4"/>
      <dgm:spPr/>
    </dgm:pt>
    <dgm:pt modelId="{A0372637-2603-4894-B6A1-F0C3AEC78895}" type="pres">
      <dgm:prSet presAssocID="{92569146-01BF-4E87-B326-9BA94C859981}" presName="vert1" presStyleCnt="0"/>
      <dgm:spPr/>
    </dgm:pt>
    <dgm:pt modelId="{50669D71-15B1-4F83-9436-CF878A18F1AE}" type="pres">
      <dgm:prSet presAssocID="{00C18EA7-A025-4DAA-9A0D-54122A36983E}" presName="thickLine" presStyleLbl="alignNode1" presStyleIdx="2" presStyleCnt="4"/>
      <dgm:spPr/>
    </dgm:pt>
    <dgm:pt modelId="{A7F2881C-E32F-4F58-96BF-85FF6D66DED6}" type="pres">
      <dgm:prSet presAssocID="{00C18EA7-A025-4DAA-9A0D-54122A36983E}" presName="horz1" presStyleCnt="0"/>
      <dgm:spPr/>
    </dgm:pt>
    <dgm:pt modelId="{A0557DE8-1E28-4D72-9C55-C0ECAF615CBA}" type="pres">
      <dgm:prSet presAssocID="{00C18EA7-A025-4DAA-9A0D-54122A36983E}" presName="tx1" presStyleLbl="revTx" presStyleIdx="2" presStyleCnt="4"/>
      <dgm:spPr/>
    </dgm:pt>
    <dgm:pt modelId="{EFEE3A3E-2001-45B1-A5A7-3BE14CBF8C65}" type="pres">
      <dgm:prSet presAssocID="{00C18EA7-A025-4DAA-9A0D-54122A36983E}" presName="vert1" presStyleCnt="0"/>
      <dgm:spPr/>
    </dgm:pt>
    <dgm:pt modelId="{9A7325C5-48D0-49D8-94DC-0A3AD0920B3E}" type="pres">
      <dgm:prSet presAssocID="{B49673F0-4455-4A8B-BD22-ED3D771B93D9}" presName="thickLine" presStyleLbl="alignNode1" presStyleIdx="3" presStyleCnt="4"/>
      <dgm:spPr/>
    </dgm:pt>
    <dgm:pt modelId="{42B28101-097D-4E9A-B255-D1E0B3F52379}" type="pres">
      <dgm:prSet presAssocID="{B49673F0-4455-4A8B-BD22-ED3D771B93D9}" presName="horz1" presStyleCnt="0"/>
      <dgm:spPr/>
    </dgm:pt>
    <dgm:pt modelId="{1FB58456-BE20-4296-81FD-49E286690D5E}" type="pres">
      <dgm:prSet presAssocID="{B49673F0-4455-4A8B-BD22-ED3D771B93D9}" presName="tx1" presStyleLbl="revTx" presStyleIdx="3" presStyleCnt="4"/>
      <dgm:spPr/>
    </dgm:pt>
    <dgm:pt modelId="{36050A89-DEB5-44F2-A0B3-D1A51FFAC4D6}" type="pres">
      <dgm:prSet presAssocID="{B49673F0-4455-4A8B-BD22-ED3D771B93D9}" presName="vert1" presStyleCnt="0"/>
      <dgm:spPr/>
    </dgm:pt>
  </dgm:ptLst>
  <dgm:cxnLst>
    <dgm:cxn modelId="{C709DF2C-07D3-41C2-9FEE-DCA0E26627BD}" srcId="{BE7052A5-4E12-43DD-9C41-E358CC42116C}" destId="{516D878B-2E54-4698-89B9-EF0D2C74D3FE}" srcOrd="0" destOrd="0" parTransId="{B377CDE7-F580-4C1E-B1D3-88B94A72B8D0}" sibTransId="{6CD73D43-CE8E-4E5A-88CF-4CE271199290}"/>
    <dgm:cxn modelId="{F446D081-8D57-4A41-B8D4-881B0962C926}" srcId="{BE7052A5-4E12-43DD-9C41-E358CC42116C}" destId="{00C18EA7-A025-4DAA-9A0D-54122A36983E}" srcOrd="2" destOrd="0" parTransId="{24D3C2B2-8DE4-4DD3-9E04-E1EFA9A38FD8}" sibTransId="{74514D03-B6C6-40F8-9381-6621947B52DE}"/>
    <dgm:cxn modelId="{97FF8F88-B241-4A1E-B4FA-10EAEB0EC954}" type="presOf" srcId="{516D878B-2E54-4698-89B9-EF0D2C74D3FE}" destId="{82983E99-EAB0-4432-B101-A6A50D0C9907}" srcOrd="0" destOrd="0" presId="urn:microsoft.com/office/officeart/2008/layout/LinedList"/>
    <dgm:cxn modelId="{0A080D9A-9D5B-4AF8-97E1-7262E068BD62}" type="presOf" srcId="{00C18EA7-A025-4DAA-9A0D-54122A36983E}" destId="{A0557DE8-1E28-4D72-9C55-C0ECAF615CBA}" srcOrd="0" destOrd="0" presId="urn:microsoft.com/office/officeart/2008/layout/LinedList"/>
    <dgm:cxn modelId="{15452DA9-FBF4-43DC-9567-9C5704CF5DA3}" srcId="{BE7052A5-4E12-43DD-9C41-E358CC42116C}" destId="{92569146-01BF-4E87-B326-9BA94C859981}" srcOrd="1" destOrd="0" parTransId="{F9F083B4-6E79-4F87-B659-002F892378B1}" sibTransId="{B02BA734-BD1D-45F2-99A7-91F66FFEEECE}"/>
    <dgm:cxn modelId="{335DA6AD-CA4D-45D2-B64E-85F89EA8C76C}" type="presOf" srcId="{B49673F0-4455-4A8B-BD22-ED3D771B93D9}" destId="{1FB58456-BE20-4296-81FD-49E286690D5E}" srcOrd="0" destOrd="0" presId="urn:microsoft.com/office/officeart/2008/layout/LinedList"/>
    <dgm:cxn modelId="{D0B958B6-8A4E-4F8B-BDFB-23571A6049EA}" srcId="{BE7052A5-4E12-43DD-9C41-E358CC42116C}" destId="{B49673F0-4455-4A8B-BD22-ED3D771B93D9}" srcOrd="3" destOrd="0" parTransId="{F8A2B9CB-6301-4298-99CD-B1DD9FA773A2}" sibTransId="{96BF359C-AB03-4414-8830-A45373FE1B19}"/>
    <dgm:cxn modelId="{FD81DBC4-602B-4B5B-99BC-4A507CBBFD57}" type="presOf" srcId="{BE7052A5-4E12-43DD-9C41-E358CC42116C}" destId="{CA6F0ECA-0CA3-49B5-A6C2-3CF4CA1D988A}" srcOrd="0" destOrd="0" presId="urn:microsoft.com/office/officeart/2008/layout/LinedList"/>
    <dgm:cxn modelId="{F8F64CE5-E108-4B51-8DFA-50F835C176C7}" type="presOf" srcId="{92569146-01BF-4E87-B326-9BA94C859981}" destId="{813944CC-AF68-4424-891A-8B48639D8380}" srcOrd="0" destOrd="0" presId="urn:microsoft.com/office/officeart/2008/layout/LinedList"/>
    <dgm:cxn modelId="{5AEA7DF4-01E3-4584-93B6-70EC5A811574}" type="presParOf" srcId="{CA6F0ECA-0CA3-49B5-A6C2-3CF4CA1D988A}" destId="{915BA358-EF1B-4F6C-ADDD-318F312D1A4F}" srcOrd="0" destOrd="0" presId="urn:microsoft.com/office/officeart/2008/layout/LinedList"/>
    <dgm:cxn modelId="{7D0A126F-7AC1-4DFB-875B-A3110FF71FF0}" type="presParOf" srcId="{CA6F0ECA-0CA3-49B5-A6C2-3CF4CA1D988A}" destId="{4D6941B7-4C6F-4B8F-A6F0-4E90969A6C46}" srcOrd="1" destOrd="0" presId="urn:microsoft.com/office/officeart/2008/layout/LinedList"/>
    <dgm:cxn modelId="{DFD24188-AE00-438E-85A6-D81FEBAF1EC2}" type="presParOf" srcId="{4D6941B7-4C6F-4B8F-A6F0-4E90969A6C46}" destId="{82983E99-EAB0-4432-B101-A6A50D0C9907}" srcOrd="0" destOrd="0" presId="urn:microsoft.com/office/officeart/2008/layout/LinedList"/>
    <dgm:cxn modelId="{32566168-51C8-48D6-A9FA-519CD46D5258}" type="presParOf" srcId="{4D6941B7-4C6F-4B8F-A6F0-4E90969A6C46}" destId="{C87A0B9B-0059-49B4-972D-06A6D491E0E7}" srcOrd="1" destOrd="0" presId="urn:microsoft.com/office/officeart/2008/layout/LinedList"/>
    <dgm:cxn modelId="{E63A91AB-0603-4113-9CE3-786AE8D198E0}" type="presParOf" srcId="{CA6F0ECA-0CA3-49B5-A6C2-3CF4CA1D988A}" destId="{AA574ABC-1B41-4DD4-9FBD-6041475AAF3F}" srcOrd="2" destOrd="0" presId="urn:microsoft.com/office/officeart/2008/layout/LinedList"/>
    <dgm:cxn modelId="{FC3A2A5B-AC3C-41BC-A32F-4216BA2F8836}" type="presParOf" srcId="{CA6F0ECA-0CA3-49B5-A6C2-3CF4CA1D988A}" destId="{91DDB5B6-9FCD-4408-9E2C-5BBFAD04C861}" srcOrd="3" destOrd="0" presId="urn:microsoft.com/office/officeart/2008/layout/LinedList"/>
    <dgm:cxn modelId="{5C0D56DF-AC53-44C1-AF14-EEB607EC33B5}" type="presParOf" srcId="{91DDB5B6-9FCD-4408-9E2C-5BBFAD04C861}" destId="{813944CC-AF68-4424-891A-8B48639D8380}" srcOrd="0" destOrd="0" presId="urn:microsoft.com/office/officeart/2008/layout/LinedList"/>
    <dgm:cxn modelId="{9C2240E4-1E4A-4184-8AFC-343D06F7467E}" type="presParOf" srcId="{91DDB5B6-9FCD-4408-9E2C-5BBFAD04C861}" destId="{A0372637-2603-4894-B6A1-F0C3AEC78895}" srcOrd="1" destOrd="0" presId="urn:microsoft.com/office/officeart/2008/layout/LinedList"/>
    <dgm:cxn modelId="{222AE377-B599-4226-9F45-85E14CB6F053}" type="presParOf" srcId="{CA6F0ECA-0CA3-49B5-A6C2-3CF4CA1D988A}" destId="{50669D71-15B1-4F83-9436-CF878A18F1AE}" srcOrd="4" destOrd="0" presId="urn:microsoft.com/office/officeart/2008/layout/LinedList"/>
    <dgm:cxn modelId="{556AC9B6-6DB4-4D50-8670-8912DE61174B}" type="presParOf" srcId="{CA6F0ECA-0CA3-49B5-A6C2-3CF4CA1D988A}" destId="{A7F2881C-E32F-4F58-96BF-85FF6D66DED6}" srcOrd="5" destOrd="0" presId="urn:microsoft.com/office/officeart/2008/layout/LinedList"/>
    <dgm:cxn modelId="{F5EED469-6104-4C2F-9C4E-F6A83B92D0B2}" type="presParOf" srcId="{A7F2881C-E32F-4F58-96BF-85FF6D66DED6}" destId="{A0557DE8-1E28-4D72-9C55-C0ECAF615CBA}" srcOrd="0" destOrd="0" presId="urn:microsoft.com/office/officeart/2008/layout/LinedList"/>
    <dgm:cxn modelId="{CAFC3E2C-BF58-403B-A887-538CF77E02E8}" type="presParOf" srcId="{A7F2881C-E32F-4F58-96BF-85FF6D66DED6}" destId="{EFEE3A3E-2001-45B1-A5A7-3BE14CBF8C65}" srcOrd="1" destOrd="0" presId="urn:microsoft.com/office/officeart/2008/layout/LinedList"/>
    <dgm:cxn modelId="{1B45CFCD-2E7E-4858-8D1F-89D67EFCF448}" type="presParOf" srcId="{CA6F0ECA-0CA3-49B5-A6C2-3CF4CA1D988A}" destId="{9A7325C5-48D0-49D8-94DC-0A3AD0920B3E}" srcOrd="6" destOrd="0" presId="urn:microsoft.com/office/officeart/2008/layout/LinedList"/>
    <dgm:cxn modelId="{742D9F66-A50C-44B6-9D68-9B85C5F689C6}" type="presParOf" srcId="{CA6F0ECA-0CA3-49B5-A6C2-3CF4CA1D988A}" destId="{42B28101-097D-4E9A-B255-D1E0B3F52379}" srcOrd="7" destOrd="0" presId="urn:microsoft.com/office/officeart/2008/layout/LinedList"/>
    <dgm:cxn modelId="{36FF0CEC-EA33-4928-BD14-775AC5CD44C4}" type="presParOf" srcId="{42B28101-097D-4E9A-B255-D1E0B3F52379}" destId="{1FB58456-BE20-4296-81FD-49E286690D5E}" srcOrd="0" destOrd="0" presId="urn:microsoft.com/office/officeart/2008/layout/LinedList"/>
    <dgm:cxn modelId="{81166EBD-856F-4EBF-9B5D-280C94156D75}" type="presParOf" srcId="{42B28101-097D-4E9A-B255-D1E0B3F52379}" destId="{36050A89-DEB5-44F2-A0B3-D1A51FFAC4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7FD3A688-B633-4373-BDE2-EF555E3AFB9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E8DC143-924F-4145-81DC-3EB1B9DB5FB3}">
      <dgm:prSet/>
      <dgm:spPr/>
      <dgm:t>
        <a:bodyPr/>
        <a:lstStyle/>
        <a:p>
          <a:r>
            <a:rPr lang="uk-UA" b="0" i="0"/>
            <a:t>Києва.</a:t>
          </a:r>
          <a:endParaRPr lang="uk-UA"/>
        </a:p>
      </dgm:t>
    </dgm:pt>
    <dgm:pt modelId="{52673C20-C01E-4D8D-A0FD-9B9BD5E9F01E}" type="parTrans" cxnId="{9FD3E94F-027A-4C4F-984F-6DDC4B9C001E}">
      <dgm:prSet/>
      <dgm:spPr/>
      <dgm:t>
        <a:bodyPr/>
        <a:lstStyle/>
        <a:p>
          <a:endParaRPr lang="uk-UA"/>
        </a:p>
      </dgm:t>
    </dgm:pt>
    <dgm:pt modelId="{125B0746-D6B3-40E5-930F-4AF746FBB054}" type="sibTrans" cxnId="{9FD3E94F-027A-4C4F-984F-6DDC4B9C001E}">
      <dgm:prSet/>
      <dgm:spPr/>
      <dgm:t>
        <a:bodyPr/>
        <a:lstStyle/>
        <a:p>
          <a:endParaRPr lang="uk-UA"/>
        </a:p>
      </dgm:t>
    </dgm:pt>
    <dgm:pt modelId="{83E8F481-A163-4122-9506-1127339C791D}">
      <dgm:prSet/>
      <dgm:spPr/>
      <dgm:t>
        <a:bodyPr/>
        <a:lstStyle/>
        <a:p>
          <a:r>
            <a:rPr lang="uk-UA" b="0" i="0"/>
            <a:t>Львова.</a:t>
          </a:r>
          <a:endParaRPr lang="uk-UA"/>
        </a:p>
      </dgm:t>
    </dgm:pt>
    <dgm:pt modelId="{E2AB7448-A0A3-45A5-8D7E-62498D21B221}" type="parTrans" cxnId="{0F1E7D87-1020-4C5E-A843-8E88DF6CC823}">
      <dgm:prSet/>
      <dgm:spPr/>
      <dgm:t>
        <a:bodyPr/>
        <a:lstStyle/>
        <a:p>
          <a:endParaRPr lang="uk-UA"/>
        </a:p>
      </dgm:t>
    </dgm:pt>
    <dgm:pt modelId="{581F1EA6-439D-4475-98D6-62E2D1BFD676}" type="sibTrans" cxnId="{0F1E7D87-1020-4C5E-A843-8E88DF6CC823}">
      <dgm:prSet/>
      <dgm:spPr/>
      <dgm:t>
        <a:bodyPr/>
        <a:lstStyle/>
        <a:p>
          <a:endParaRPr lang="uk-UA"/>
        </a:p>
      </dgm:t>
    </dgm:pt>
    <dgm:pt modelId="{4499307C-5D34-49CD-9BEE-72981586D11C}">
      <dgm:prSet/>
      <dgm:spPr/>
      <dgm:t>
        <a:bodyPr/>
        <a:lstStyle/>
        <a:p>
          <a:r>
            <a:rPr lang="uk-UA" b="0" i="0" dirty="0"/>
            <a:t>Одеси.</a:t>
          </a:r>
          <a:endParaRPr lang="uk-UA" dirty="0"/>
        </a:p>
      </dgm:t>
    </dgm:pt>
    <dgm:pt modelId="{DE886AE8-501E-448A-8C69-1756997A07BA}" type="parTrans" cxnId="{334652F6-A4E1-4C67-BFF1-D73B33F4A3BC}">
      <dgm:prSet/>
      <dgm:spPr/>
      <dgm:t>
        <a:bodyPr/>
        <a:lstStyle/>
        <a:p>
          <a:endParaRPr lang="uk-UA"/>
        </a:p>
      </dgm:t>
    </dgm:pt>
    <dgm:pt modelId="{7E24025B-47F2-4A0E-BF23-B01287F941DC}" type="sibTrans" cxnId="{334652F6-A4E1-4C67-BFF1-D73B33F4A3BC}">
      <dgm:prSet/>
      <dgm:spPr/>
      <dgm:t>
        <a:bodyPr/>
        <a:lstStyle/>
        <a:p>
          <a:endParaRPr lang="uk-UA"/>
        </a:p>
      </dgm:t>
    </dgm:pt>
    <dgm:pt modelId="{7C27524B-1C44-4EF2-B437-12C971721ED2}">
      <dgm:prSet/>
      <dgm:spPr/>
      <dgm:t>
        <a:bodyPr/>
        <a:lstStyle/>
        <a:p>
          <a:r>
            <a:rPr lang="uk-UA" b="0" i="0" dirty="0"/>
            <a:t>Харкова.</a:t>
          </a:r>
          <a:endParaRPr lang="uk-UA" dirty="0"/>
        </a:p>
      </dgm:t>
    </dgm:pt>
    <dgm:pt modelId="{8874CA49-84E7-4EA5-9F3D-1AEABE3F053D}" type="parTrans" cxnId="{5BD3096A-B100-4FAE-955E-CDCC3500CE4E}">
      <dgm:prSet/>
      <dgm:spPr/>
      <dgm:t>
        <a:bodyPr/>
        <a:lstStyle/>
        <a:p>
          <a:endParaRPr lang="uk-UA"/>
        </a:p>
      </dgm:t>
    </dgm:pt>
    <dgm:pt modelId="{F3F0BABA-6389-45D5-A055-E5FB328C4E93}" type="sibTrans" cxnId="{5BD3096A-B100-4FAE-955E-CDCC3500CE4E}">
      <dgm:prSet/>
      <dgm:spPr/>
      <dgm:t>
        <a:bodyPr/>
        <a:lstStyle/>
        <a:p>
          <a:endParaRPr lang="uk-UA"/>
        </a:p>
      </dgm:t>
    </dgm:pt>
    <dgm:pt modelId="{341C6D18-F0BA-4A48-98BF-C0E66DE137A5}" type="pres">
      <dgm:prSet presAssocID="{7FD3A688-B633-4373-BDE2-EF555E3AFB9F}" presName="matrix" presStyleCnt="0">
        <dgm:presLayoutVars>
          <dgm:chMax val="1"/>
          <dgm:dir/>
          <dgm:resizeHandles val="exact"/>
        </dgm:presLayoutVars>
      </dgm:prSet>
      <dgm:spPr/>
    </dgm:pt>
    <dgm:pt modelId="{3ADF9B52-E3D5-40E0-9071-1C5B82E60C57}" type="pres">
      <dgm:prSet presAssocID="{7FD3A688-B633-4373-BDE2-EF555E3AFB9F}" presName="diamond" presStyleLbl="bgShp" presStyleIdx="0" presStyleCnt="1"/>
      <dgm:spPr/>
    </dgm:pt>
    <dgm:pt modelId="{1EDE06DA-EAA2-4928-8D9C-2666B33BB86A}" type="pres">
      <dgm:prSet presAssocID="{7FD3A688-B633-4373-BDE2-EF555E3AFB9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365A55-EEBB-4548-9978-AECDB89946BF}" type="pres">
      <dgm:prSet presAssocID="{7FD3A688-B633-4373-BDE2-EF555E3AFB9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30084EC-E73B-4826-973B-D46C71BFA154}" type="pres">
      <dgm:prSet presAssocID="{7FD3A688-B633-4373-BDE2-EF555E3AFB9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24CDC1-3EDE-4575-A738-12F35CBB377D}" type="pres">
      <dgm:prSet presAssocID="{7FD3A688-B633-4373-BDE2-EF555E3AFB9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0D88033-D88F-4DD7-BA66-F914A040270C}" type="presOf" srcId="{7FD3A688-B633-4373-BDE2-EF555E3AFB9F}" destId="{341C6D18-F0BA-4A48-98BF-C0E66DE137A5}" srcOrd="0" destOrd="0" presId="urn:microsoft.com/office/officeart/2005/8/layout/matrix3"/>
    <dgm:cxn modelId="{C2325937-70E7-4A77-9645-C71172B2C77A}" type="presOf" srcId="{7C27524B-1C44-4EF2-B437-12C971721ED2}" destId="{6C24CDC1-3EDE-4575-A738-12F35CBB377D}" srcOrd="0" destOrd="0" presId="urn:microsoft.com/office/officeart/2005/8/layout/matrix3"/>
    <dgm:cxn modelId="{5BD3096A-B100-4FAE-955E-CDCC3500CE4E}" srcId="{7FD3A688-B633-4373-BDE2-EF555E3AFB9F}" destId="{7C27524B-1C44-4EF2-B437-12C971721ED2}" srcOrd="3" destOrd="0" parTransId="{8874CA49-84E7-4EA5-9F3D-1AEABE3F053D}" sibTransId="{F3F0BABA-6389-45D5-A055-E5FB328C4E93}"/>
    <dgm:cxn modelId="{9FD3E94F-027A-4C4F-984F-6DDC4B9C001E}" srcId="{7FD3A688-B633-4373-BDE2-EF555E3AFB9F}" destId="{DE8DC143-924F-4145-81DC-3EB1B9DB5FB3}" srcOrd="0" destOrd="0" parTransId="{52673C20-C01E-4D8D-A0FD-9B9BD5E9F01E}" sibTransId="{125B0746-D6B3-40E5-930F-4AF746FBB054}"/>
    <dgm:cxn modelId="{0F1E7D87-1020-4C5E-A843-8E88DF6CC823}" srcId="{7FD3A688-B633-4373-BDE2-EF555E3AFB9F}" destId="{83E8F481-A163-4122-9506-1127339C791D}" srcOrd="1" destOrd="0" parTransId="{E2AB7448-A0A3-45A5-8D7E-62498D21B221}" sibTransId="{581F1EA6-439D-4475-98D6-62E2D1BFD676}"/>
    <dgm:cxn modelId="{B36D95BD-6025-4053-A0EC-1083170D5378}" type="presOf" srcId="{83E8F481-A163-4122-9506-1127339C791D}" destId="{CE365A55-EEBB-4548-9978-AECDB89946BF}" srcOrd="0" destOrd="0" presId="urn:microsoft.com/office/officeart/2005/8/layout/matrix3"/>
    <dgm:cxn modelId="{CAA56DC5-FEDC-4142-A987-6242B99C05C4}" type="presOf" srcId="{DE8DC143-924F-4145-81DC-3EB1B9DB5FB3}" destId="{1EDE06DA-EAA2-4928-8D9C-2666B33BB86A}" srcOrd="0" destOrd="0" presId="urn:microsoft.com/office/officeart/2005/8/layout/matrix3"/>
    <dgm:cxn modelId="{BA6051D7-B3B1-4E9D-8EA3-DAC605535A3E}" type="presOf" srcId="{4499307C-5D34-49CD-9BEE-72981586D11C}" destId="{330084EC-E73B-4826-973B-D46C71BFA154}" srcOrd="0" destOrd="0" presId="urn:microsoft.com/office/officeart/2005/8/layout/matrix3"/>
    <dgm:cxn modelId="{334652F6-A4E1-4C67-BFF1-D73B33F4A3BC}" srcId="{7FD3A688-B633-4373-BDE2-EF555E3AFB9F}" destId="{4499307C-5D34-49CD-9BEE-72981586D11C}" srcOrd="2" destOrd="0" parTransId="{DE886AE8-501E-448A-8C69-1756997A07BA}" sibTransId="{7E24025B-47F2-4A0E-BF23-B01287F941DC}"/>
    <dgm:cxn modelId="{395C4775-D003-401B-8C7F-1717D4DD496F}" type="presParOf" srcId="{341C6D18-F0BA-4A48-98BF-C0E66DE137A5}" destId="{3ADF9B52-E3D5-40E0-9071-1C5B82E60C57}" srcOrd="0" destOrd="0" presId="urn:microsoft.com/office/officeart/2005/8/layout/matrix3"/>
    <dgm:cxn modelId="{B8829177-9278-479C-B431-BE36E6EC7E0D}" type="presParOf" srcId="{341C6D18-F0BA-4A48-98BF-C0E66DE137A5}" destId="{1EDE06DA-EAA2-4928-8D9C-2666B33BB86A}" srcOrd="1" destOrd="0" presId="urn:microsoft.com/office/officeart/2005/8/layout/matrix3"/>
    <dgm:cxn modelId="{28240912-A5C0-464A-ACBA-00B82681E7EE}" type="presParOf" srcId="{341C6D18-F0BA-4A48-98BF-C0E66DE137A5}" destId="{CE365A55-EEBB-4548-9978-AECDB89946BF}" srcOrd="2" destOrd="0" presId="urn:microsoft.com/office/officeart/2005/8/layout/matrix3"/>
    <dgm:cxn modelId="{5354A90F-0B6F-48CC-B373-9253386F30B0}" type="presParOf" srcId="{341C6D18-F0BA-4A48-98BF-C0E66DE137A5}" destId="{330084EC-E73B-4826-973B-D46C71BFA154}" srcOrd="3" destOrd="0" presId="urn:microsoft.com/office/officeart/2005/8/layout/matrix3"/>
    <dgm:cxn modelId="{B9BF7827-B425-4968-B3FC-DBE9B5C89738}" type="presParOf" srcId="{341C6D18-F0BA-4A48-98BF-C0E66DE137A5}" destId="{6C24CDC1-3EDE-4575-A738-12F35CBB377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328EF04-4177-40BE-BC06-B65B389E82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7471350-0EF3-402A-88E9-BA3E3D05954C}">
      <dgm:prSet/>
      <dgm:spPr/>
      <dgm:t>
        <a:bodyPr/>
        <a:lstStyle/>
        <a:p>
          <a:r>
            <a:rPr lang="ru-RU" b="0" i="0"/>
            <a:t>«Руська правда»</a:t>
          </a:r>
          <a:endParaRPr lang="uk-UA"/>
        </a:p>
      </dgm:t>
    </dgm:pt>
    <dgm:pt modelId="{EF5E8E70-426A-443A-99E2-E0C83851CEA4}" type="parTrans" cxnId="{A7A73D70-6AD2-47B8-9BDB-C6289B730C39}">
      <dgm:prSet/>
      <dgm:spPr/>
      <dgm:t>
        <a:bodyPr/>
        <a:lstStyle/>
        <a:p>
          <a:endParaRPr lang="uk-UA"/>
        </a:p>
      </dgm:t>
    </dgm:pt>
    <dgm:pt modelId="{88918241-0A74-46B2-9FEB-0A44C0E673C6}" type="sibTrans" cxnId="{A7A73D70-6AD2-47B8-9BDB-C6289B730C39}">
      <dgm:prSet/>
      <dgm:spPr/>
      <dgm:t>
        <a:bodyPr/>
        <a:lstStyle/>
        <a:p>
          <a:endParaRPr lang="uk-UA"/>
        </a:p>
      </dgm:t>
    </dgm:pt>
    <dgm:pt modelId="{5EC1265C-2F84-4D65-91C6-56244DB068BF}">
      <dgm:prSet/>
      <dgm:spPr/>
      <dgm:t>
        <a:bodyPr/>
        <a:lstStyle/>
        <a:p>
          <a:r>
            <a:rPr lang="ru-RU" b="0" i="0"/>
            <a:t>«Повчання дітям»</a:t>
          </a:r>
          <a:endParaRPr lang="uk-UA"/>
        </a:p>
      </dgm:t>
    </dgm:pt>
    <dgm:pt modelId="{DB2C3433-39E0-4DA7-A758-FA973C554EB3}" type="parTrans" cxnId="{CB53FFC4-56F6-4817-B941-46FFDBE10313}">
      <dgm:prSet/>
      <dgm:spPr/>
      <dgm:t>
        <a:bodyPr/>
        <a:lstStyle/>
        <a:p>
          <a:endParaRPr lang="uk-UA"/>
        </a:p>
      </dgm:t>
    </dgm:pt>
    <dgm:pt modelId="{639E1A76-793C-486B-A9BC-11A6F98B8963}" type="sibTrans" cxnId="{CB53FFC4-56F6-4817-B941-46FFDBE10313}">
      <dgm:prSet/>
      <dgm:spPr/>
      <dgm:t>
        <a:bodyPr/>
        <a:lstStyle/>
        <a:p>
          <a:endParaRPr lang="uk-UA"/>
        </a:p>
      </dgm:t>
    </dgm:pt>
    <dgm:pt modelId="{B5A39A48-8E23-49BB-A6C7-62EE006E0F8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</a:t>
          </a:r>
          <a:endParaRPr lang="uk-UA" dirty="0"/>
        </a:p>
      </dgm:t>
    </dgm:pt>
    <dgm:pt modelId="{949A18A3-8DF2-4468-8A07-53EA2FF5D0D0}" type="parTrans" cxnId="{B7A53DF5-AB2B-4FB2-BCD7-C2BD108A210F}">
      <dgm:prSet/>
      <dgm:spPr/>
      <dgm:t>
        <a:bodyPr/>
        <a:lstStyle/>
        <a:p>
          <a:endParaRPr lang="uk-UA"/>
        </a:p>
      </dgm:t>
    </dgm:pt>
    <dgm:pt modelId="{DB57A48D-0A55-4C18-B4AB-675394D36D2B}" type="sibTrans" cxnId="{B7A53DF5-AB2B-4FB2-BCD7-C2BD108A210F}">
      <dgm:prSet/>
      <dgm:spPr/>
      <dgm:t>
        <a:bodyPr/>
        <a:lstStyle/>
        <a:p>
          <a:endParaRPr lang="uk-UA"/>
        </a:p>
      </dgm:t>
    </dgm:pt>
    <dgm:pt modelId="{339207D0-9090-4A62-8303-0817964D4A2B}">
      <dgm:prSet/>
      <dgm:spPr/>
      <dgm:t>
        <a:bodyPr/>
        <a:lstStyle/>
        <a:p>
          <a:r>
            <a:rPr lang="ru-RU" b="0" i="0" dirty="0"/>
            <a:t>«Слово про Закон і Благодать»</a:t>
          </a:r>
          <a:endParaRPr lang="uk-UA" dirty="0"/>
        </a:p>
      </dgm:t>
    </dgm:pt>
    <dgm:pt modelId="{49E65986-2775-4CB3-9710-7A754B0337D2}" type="parTrans" cxnId="{643306A7-7E98-43A5-B51C-C6653407B7D4}">
      <dgm:prSet/>
      <dgm:spPr/>
      <dgm:t>
        <a:bodyPr/>
        <a:lstStyle/>
        <a:p>
          <a:endParaRPr lang="uk-UA"/>
        </a:p>
      </dgm:t>
    </dgm:pt>
    <dgm:pt modelId="{7D8F7AC7-10F9-4391-9642-D88F91F1521F}" type="sibTrans" cxnId="{643306A7-7E98-43A5-B51C-C6653407B7D4}">
      <dgm:prSet/>
      <dgm:spPr/>
      <dgm:t>
        <a:bodyPr/>
        <a:lstStyle/>
        <a:p>
          <a:endParaRPr lang="uk-UA"/>
        </a:p>
      </dgm:t>
    </dgm:pt>
    <dgm:pt modelId="{4090D999-6F35-4629-A051-9107408A0DA8}" type="pres">
      <dgm:prSet presAssocID="{9328EF04-4177-40BE-BC06-B65B389E824F}" presName="linear" presStyleCnt="0">
        <dgm:presLayoutVars>
          <dgm:animLvl val="lvl"/>
          <dgm:resizeHandles val="exact"/>
        </dgm:presLayoutVars>
      </dgm:prSet>
      <dgm:spPr/>
    </dgm:pt>
    <dgm:pt modelId="{6BD39131-A7D7-4462-AB66-B3E8A0D8FC36}" type="pres">
      <dgm:prSet presAssocID="{57471350-0EF3-402A-88E9-BA3E3D0595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3D9C8C-BA40-428E-9A10-BDDBF40456E3}" type="pres">
      <dgm:prSet presAssocID="{88918241-0A74-46B2-9FEB-0A44C0E673C6}" presName="spacer" presStyleCnt="0"/>
      <dgm:spPr/>
    </dgm:pt>
    <dgm:pt modelId="{C4E9E18F-6EAD-4C25-96F8-7F40CC7DC200}" type="pres">
      <dgm:prSet presAssocID="{5EC1265C-2F84-4D65-91C6-56244DB068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843C0F-7BA1-4A15-91C9-59117F77D76E}" type="pres">
      <dgm:prSet presAssocID="{639E1A76-793C-486B-A9BC-11A6F98B8963}" presName="spacer" presStyleCnt="0"/>
      <dgm:spPr/>
    </dgm:pt>
    <dgm:pt modelId="{12836935-688C-4C55-852D-7494448359C1}" type="pres">
      <dgm:prSet presAssocID="{B5A39A48-8E23-49BB-A6C7-62EE006E0F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F55D06-A91F-4549-A157-20C9820E5FFD}" type="pres">
      <dgm:prSet presAssocID="{DB57A48D-0A55-4C18-B4AB-675394D36D2B}" presName="spacer" presStyleCnt="0"/>
      <dgm:spPr/>
    </dgm:pt>
    <dgm:pt modelId="{24E50C58-AEDC-4490-B6FD-030E30E8D6DB}" type="pres">
      <dgm:prSet presAssocID="{339207D0-9090-4A62-8303-0817964D4A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374331-2AA5-43B3-A0DD-73953474B684}" type="presOf" srcId="{57471350-0EF3-402A-88E9-BA3E3D05954C}" destId="{6BD39131-A7D7-4462-AB66-B3E8A0D8FC36}" srcOrd="0" destOrd="0" presId="urn:microsoft.com/office/officeart/2005/8/layout/vList2"/>
    <dgm:cxn modelId="{B45D6337-9262-4213-925E-BE13BD2E89A9}" type="presOf" srcId="{B5A39A48-8E23-49BB-A6C7-62EE006E0F84}" destId="{12836935-688C-4C55-852D-7494448359C1}" srcOrd="0" destOrd="0" presId="urn:microsoft.com/office/officeart/2005/8/layout/vList2"/>
    <dgm:cxn modelId="{A7A73D70-6AD2-47B8-9BDB-C6289B730C39}" srcId="{9328EF04-4177-40BE-BC06-B65B389E824F}" destId="{57471350-0EF3-402A-88E9-BA3E3D05954C}" srcOrd="0" destOrd="0" parTransId="{EF5E8E70-426A-443A-99E2-E0C83851CEA4}" sibTransId="{88918241-0A74-46B2-9FEB-0A44C0E673C6}"/>
    <dgm:cxn modelId="{C7161581-E328-42E6-98CD-54E368A32CAC}" type="presOf" srcId="{339207D0-9090-4A62-8303-0817964D4A2B}" destId="{24E50C58-AEDC-4490-B6FD-030E30E8D6DB}" srcOrd="0" destOrd="0" presId="urn:microsoft.com/office/officeart/2005/8/layout/vList2"/>
    <dgm:cxn modelId="{2E6ED08A-6A36-4BB1-B4B5-86080E48080B}" type="presOf" srcId="{9328EF04-4177-40BE-BC06-B65B389E824F}" destId="{4090D999-6F35-4629-A051-9107408A0DA8}" srcOrd="0" destOrd="0" presId="urn:microsoft.com/office/officeart/2005/8/layout/vList2"/>
    <dgm:cxn modelId="{6A179B9A-3ACC-4BDF-8606-29DECAB5C660}" type="presOf" srcId="{5EC1265C-2F84-4D65-91C6-56244DB068BF}" destId="{C4E9E18F-6EAD-4C25-96F8-7F40CC7DC200}" srcOrd="0" destOrd="0" presId="urn:microsoft.com/office/officeart/2005/8/layout/vList2"/>
    <dgm:cxn modelId="{643306A7-7E98-43A5-B51C-C6653407B7D4}" srcId="{9328EF04-4177-40BE-BC06-B65B389E824F}" destId="{339207D0-9090-4A62-8303-0817964D4A2B}" srcOrd="3" destOrd="0" parTransId="{49E65986-2775-4CB3-9710-7A754B0337D2}" sibTransId="{7D8F7AC7-10F9-4391-9642-D88F91F1521F}"/>
    <dgm:cxn modelId="{CB53FFC4-56F6-4817-B941-46FFDBE10313}" srcId="{9328EF04-4177-40BE-BC06-B65B389E824F}" destId="{5EC1265C-2F84-4D65-91C6-56244DB068BF}" srcOrd="1" destOrd="0" parTransId="{DB2C3433-39E0-4DA7-A758-FA973C554EB3}" sibTransId="{639E1A76-793C-486B-A9BC-11A6F98B8963}"/>
    <dgm:cxn modelId="{B7A53DF5-AB2B-4FB2-BCD7-C2BD108A210F}" srcId="{9328EF04-4177-40BE-BC06-B65B389E824F}" destId="{B5A39A48-8E23-49BB-A6C7-62EE006E0F84}" srcOrd="2" destOrd="0" parTransId="{949A18A3-8DF2-4468-8A07-53EA2FF5D0D0}" sibTransId="{DB57A48D-0A55-4C18-B4AB-675394D36D2B}"/>
    <dgm:cxn modelId="{B3816B05-5709-478A-A270-1198A2FA20BA}" type="presParOf" srcId="{4090D999-6F35-4629-A051-9107408A0DA8}" destId="{6BD39131-A7D7-4462-AB66-B3E8A0D8FC36}" srcOrd="0" destOrd="0" presId="urn:microsoft.com/office/officeart/2005/8/layout/vList2"/>
    <dgm:cxn modelId="{2AC951C0-7D5D-4F35-A6FE-C18A1DB63AC6}" type="presParOf" srcId="{4090D999-6F35-4629-A051-9107408A0DA8}" destId="{D93D9C8C-BA40-428E-9A10-BDDBF40456E3}" srcOrd="1" destOrd="0" presId="urn:microsoft.com/office/officeart/2005/8/layout/vList2"/>
    <dgm:cxn modelId="{67ACB672-C074-47CD-B76B-4F9A1E160694}" type="presParOf" srcId="{4090D999-6F35-4629-A051-9107408A0DA8}" destId="{C4E9E18F-6EAD-4C25-96F8-7F40CC7DC200}" srcOrd="2" destOrd="0" presId="urn:microsoft.com/office/officeart/2005/8/layout/vList2"/>
    <dgm:cxn modelId="{1563AB43-8BE9-41DC-8A83-75283F10F478}" type="presParOf" srcId="{4090D999-6F35-4629-A051-9107408A0DA8}" destId="{CB843C0F-7BA1-4A15-91C9-59117F77D76E}" srcOrd="3" destOrd="0" presId="urn:microsoft.com/office/officeart/2005/8/layout/vList2"/>
    <dgm:cxn modelId="{45FBA9DB-F831-4BCE-B1E2-EF62795B583D}" type="presParOf" srcId="{4090D999-6F35-4629-A051-9107408A0DA8}" destId="{12836935-688C-4C55-852D-7494448359C1}" srcOrd="4" destOrd="0" presId="urn:microsoft.com/office/officeart/2005/8/layout/vList2"/>
    <dgm:cxn modelId="{2768B19D-8A8C-4267-904D-73C9F73F744C}" type="presParOf" srcId="{4090D999-6F35-4629-A051-9107408A0DA8}" destId="{83F55D06-A91F-4549-A157-20C9820E5FFD}" srcOrd="5" destOrd="0" presId="urn:microsoft.com/office/officeart/2005/8/layout/vList2"/>
    <dgm:cxn modelId="{31B0AA60-96C3-4A5D-9A72-C305076B073A}" type="presParOf" srcId="{4090D999-6F35-4629-A051-9107408A0DA8}" destId="{24E50C58-AEDC-4490-B6FD-030E30E8D6D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C40F176C-2E07-4E74-83A3-83BBC4CB0D2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BBA522-64DC-4E28-8F08-A9C12EDC82DC}">
      <dgm:prSet/>
      <dgm:spPr/>
      <dgm:t>
        <a:bodyPr/>
        <a:lstStyle/>
        <a:p>
          <a:r>
            <a:rPr lang="ru-RU" b="0" i="0" dirty="0"/>
            <a:t>В. </a:t>
          </a:r>
          <a:r>
            <a:rPr lang="ru-RU" b="0" i="0" dirty="0" err="1"/>
            <a:t>Городецький</a:t>
          </a:r>
          <a:endParaRPr lang="uk-UA" dirty="0"/>
        </a:p>
      </dgm:t>
    </dgm:pt>
    <dgm:pt modelId="{7B8492F7-E39E-4775-8260-30821D6F8078}" type="parTrans" cxnId="{2AF49E2B-9109-43BE-8170-FE74A1C88A94}">
      <dgm:prSet/>
      <dgm:spPr/>
      <dgm:t>
        <a:bodyPr/>
        <a:lstStyle/>
        <a:p>
          <a:endParaRPr lang="uk-UA"/>
        </a:p>
      </dgm:t>
    </dgm:pt>
    <dgm:pt modelId="{22A7D17B-E7EA-44C0-98F6-921B3A361EBA}" type="sibTrans" cxnId="{2AF49E2B-9109-43BE-8170-FE74A1C88A94}">
      <dgm:prSet/>
      <dgm:spPr/>
      <dgm:t>
        <a:bodyPr/>
        <a:lstStyle/>
        <a:p>
          <a:endParaRPr lang="uk-UA"/>
        </a:p>
      </dgm:t>
    </dgm:pt>
    <dgm:pt modelId="{4955869E-87DE-4C8D-ABAC-04A94B4A29B3}">
      <dgm:prSet/>
      <dgm:spPr/>
      <dgm:t>
        <a:bodyPr/>
        <a:lstStyle/>
        <a:p>
          <a:r>
            <a:rPr lang="ru-RU" b="0" i="0"/>
            <a:t>М. Микешин</a:t>
          </a:r>
          <a:endParaRPr lang="uk-UA"/>
        </a:p>
      </dgm:t>
    </dgm:pt>
    <dgm:pt modelId="{0636AC88-F43C-4D27-A963-4884D4CB4BEC}" type="parTrans" cxnId="{254A5DE8-E8FE-49A6-8B6F-37B7FCB1AA37}">
      <dgm:prSet/>
      <dgm:spPr/>
      <dgm:t>
        <a:bodyPr/>
        <a:lstStyle/>
        <a:p>
          <a:endParaRPr lang="uk-UA"/>
        </a:p>
      </dgm:t>
    </dgm:pt>
    <dgm:pt modelId="{19F28A0E-86F3-4AF2-9781-F2C8CA0CCE0D}" type="sibTrans" cxnId="{254A5DE8-E8FE-49A6-8B6F-37B7FCB1AA37}">
      <dgm:prSet/>
      <dgm:spPr/>
      <dgm:t>
        <a:bodyPr/>
        <a:lstStyle/>
        <a:p>
          <a:endParaRPr lang="uk-UA"/>
        </a:p>
      </dgm:t>
    </dgm:pt>
    <dgm:pt modelId="{98E09A57-2467-481E-9B44-AF4D5B2B4A04}">
      <dgm:prSet/>
      <dgm:spPr/>
      <dgm:t>
        <a:bodyPr/>
        <a:lstStyle/>
        <a:p>
          <a:r>
            <a:rPr lang="ru-RU" b="0" i="0"/>
            <a:t>Я. Погребняк</a:t>
          </a:r>
          <a:endParaRPr lang="uk-UA"/>
        </a:p>
      </dgm:t>
    </dgm:pt>
    <dgm:pt modelId="{315E771B-2D18-4193-89E7-DD36344EDE5B}" type="parTrans" cxnId="{34C46E85-E97C-481D-9971-79226636AACD}">
      <dgm:prSet/>
      <dgm:spPr/>
      <dgm:t>
        <a:bodyPr/>
        <a:lstStyle/>
        <a:p>
          <a:endParaRPr lang="uk-UA"/>
        </a:p>
      </dgm:t>
    </dgm:pt>
    <dgm:pt modelId="{538AD28F-CA64-41FE-81BF-3F09CBDF1E1D}" type="sibTrans" cxnId="{34C46E85-E97C-481D-9971-79226636AACD}">
      <dgm:prSet/>
      <dgm:spPr/>
      <dgm:t>
        <a:bodyPr/>
        <a:lstStyle/>
        <a:p>
          <a:endParaRPr lang="uk-UA"/>
        </a:p>
      </dgm:t>
    </dgm:pt>
    <dgm:pt modelId="{5185F316-5CEF-48C8-8C5E-B58245CC3DD3}">
      <dgm:prSet/>
      <dgm:spPr/>
      <dgm:t>
        <a:bodyPr/>
        <a:lstStyle/>
        <a:p>
          <a:r>
            <a:rPr lang="ru-RU" b="0" i="0" dirty="0"/>
            <a:t>Й. </a:t>
          </a:r>
          <a:r>
            <a:rPr lang="ru-RU" b="0" i="0" dirty="0" err="1"/>
            <a:t>Пінзель</a:t>
          </a:r>
          <a:endParaRPr lang="uk-UA" dirty="0"/>
        </a:p>
      </dgm:t>
    </dgm:pt>
    <dgm:pt modelId="{BAC4C29F-5721-4A43-BEF4-37078169D7F9}" type="parTrans" cxnId="{323BB08B-F6F7-4BEF-A822-001A4A4BF93B}">
      <dgm:prSet/>
      <dgm:spPr/>
      <dgm:t>
        <a:bodyPr/>
        <a:lstStyle/>
        <a:p>
          <a:endParaRPr lang="uk-UA"/>
        </a:p>
      </dgm:t>
    </dgm:pt>
    <dgm:pt modelId="{A6A1E5EA-1E45-4BC4-B023-7CAFC8CEF53A}" type="sibTrans" cxnId="{323BB08B-F6F7-4BEF-A822-001A4A4BF93B}">
      <dgm:prSet/>
      <dgm:spPr/>
      <dgm:t>
        <a:bodyPr/>
        <a:lstStyle/>
        <a:p>
          <a:endParaRPr lang="uk-UA"/>
        </a:p>
      </dgm:t>
    </dgm:pt>
    <dgm:pt modelId="{D707F32B-A0CC-425C-AC4A-14BC19DB17F1}" type="pres">
      <dgm:prSet presAssocID="{C40F176C-2E07-4E74-83A3-83BBC4CB0D28}" presName="linearFlow" presStyleCnt="0">
        <dgm:presLayoutVars>
          <dgm:dir/>
          <dgm:resizeHandles val="exact"/>
        </dgm:presLayoutVars>
      </dgm:prSet>
      <dgm:spPr/>
    </dgm:pt>
    <dgm:pt modelId="{D827C3A8-596A-4AFB-BB49-85DF5A836580}" type="pres">
      <dgm:prSet presAssocID="{75BBA522-64DC-4E28-8F08-A9C12EDC82DC}" presName="composite" presStyleCnt="0"/>
      <dgm:spPr/>
    </dgm:pt>
    <dgm:pt modelId="{01F1C7C4-3A5C-40F4-A12C-413BF8CE98EC}" type="pres">
      <dgm:prSet presAssocID="{75BBA522-64DC-4E28-8F08-A9C12EDC82DC}" presName="imgShp" presStyleLbl="fgImgPlace1" presStyleIdx="0" presStyleCnt="4"/>
      <dgm:spPr/>
    </dgm:pt>
    <dgm:pt modelId="{D85411BE-C478-4506-9370-206A86DAFE26}" type="pres">
      <dgm:prSet presAssocID="{75BBA522-64DC-4E28-8F08-A9C12EDC82DC}" presName="txShp" presStyleLbl="node1" presStyleIdx="0" presStyleCnt="4">
        <dgm:presLayoutVars>
          <dgm:bulletEnabled val="1"/>
        </dgm:presLayoutVars>
      </dgm:prSet>
      <dgm:spPr/>
    </dgm:pt>
    <dgm:pt modelId="{06611344-2B5A-454D-A819-F954C6E2BA9A}" type="pres">
      <dgm:prSet presAssocID="{22A7D17B-E7EA-44C0-98F6-921B3A361EBA}" presName="spacing" presStyleCnt="0"/>
      <dgm:spPr/>
    </dgm:pt>
    <dgm:pt modelId="{8D5742AC-E6A6-454D-985F-A3C58E7EA1CB}" type="pres">
      <dgm:prSet presAssocID="{4955869E-87DE-4C8D-ABAC-04A94B4A29B3}" presName="composite" presStyleCnt="0"/>
      <dgm:spPr/>
    </dgm:pt>
    <dgm:pt modelId="{34254437-EB6E-4794-9FB6-7C848AE2EDB4}" type="pres">
      <dgm:prSet presAssocID="{4955869E-87DE-4C8D-ABAC-04A94B4A29B3}" presName="imgShp" presStyleLbl="fgImgPlace1" presStyleIdx="1" presStyleCnt="4"/>
      <dgm:spPr/>
    </dgm:pt>
    <dgm:pt modelId="{4E859177-2FE4-449A-AA28-4B5B3E14BCCC}" type="pres">
      <dgm:prSet presAssocID="{4955869E-87DE-4C8D-ABAC-04A94B4A29B3}" presName="txShp" presStyleLbl="node1" presStyleIdx="1" presStyleCnt="4">
        <dgm:presLayoutVars>
          <dgm:bulletEnabled val="1"/>
        </dgm:presLayoutVars>
      </dgm:prSet>
      <dgm:spPr/>
    </dgm:pt>
    <dgm:pt modelId="{204145CE-F83E-49DE-BC6D-198D71105296}" type="pres">
      <dgm:prSet presAssocID="{19F28A0E-86F3-4AF2-9781-F2C8CA0CCE0D}" presName="spacing" presStyleCnt="0"/>
      <dgm:spPr/>
    </dgm:pt>
    <dgm:pt modelId="{2F2C317D-B89A-43E3-9567-ECDBAEA88609}" type="pres">
      <dgm:prSet presAssocID="{98E09A57-2467-481E-9B44-AF4D5B2B4A04}" presName="composite" presStyleCnt="0"/>
      <dgm:spPr/>
    </dgm:pt>
    <dgm:pt modelId="{81507339-5920-4D45-A7EB-6218D9D5BF12}" type="pres">
      <dgm:prSet presAssocID="{98E09A57-2467-481E-9B44-AF4D5B2B4A04}" presName="imgShp" presStyleLbl="fgImgPlace1" presStyleIdx="2" presStyleCnt="4"/>
      <dgm:spPr/>
    </dgm:pt>
    <dgm:pt modelId="{B0A99172-AAEC-4C31-A017-CC314A365FCD}" type="pres">
      <dgm:prSet presAssocID="{98E09A57-2467-481E-9B44-AF4D5B2B4A04}" presName="txShp" presStyleLbl="node1" presStyleIdx="2" presStyleCnt="4">
        <dgm:presLayoutVars>
          <dgm:bulletEnabled val="1"/>
        </dgm:presLayoutVars>
      </dgm:prSet>
      <dgm:spPr/>
    </dgm:pt>
    <dgm:pt modelId="{075CB65C-7470-43F1-809A-B5BA7125D9A3}" type="pres">
      <dgm:prSet presAssocID="{538AD28F-CA64-41FE-81BF-3F09CBDF1E1D}" presName="spacing" presStyleCnt="0"/>
      <dgm:spPr/>
    </dgm:pt>
    <dgm:pt modelId="{2EAEDDD3-EC7A-4923-8373-1712697181B5}" type="pres">
      <dgm:prSet presAssocID="{5185F316-5CEF-48C8-8C5E-B58245CC3DD3}" presName="composite" presStyleCnt="0"/>
      <dgm:spPr/>
    </dgm:pt>
    <dgm:pt modelId="{31FDD933-A06D-4061-9EBC-CC4251FEA33A}" type="pres">
      <dgm:prSet presAssocID="{5185F316-5CEF-48C8-8C5E-B58245CC3DD3}" presName="imgShp" presStyleLbl="fgImgPlace1" presStyleIdx="3" presStyleCnt="4"/>
      <dgm:spPr/>
    </dgm:pt>
    <dgm:pt modelId="{B1FAD68E-B52B-470F-8BC7-4FABB8DCCFD7}" type="pres">
      <dgm:prSet presAssocID="{5185F316-5CEF-48C8-8C5E-B58245CC3DD3}" presName="txShp" presStyleLbl="node1" presStyleIdx="3" presStyleCnt="4">
        <dgm:presLayoutVars>
          <dgm:bulletEnabled val="1"/>
        </dgm:presLayoutVars>
      </dgm:prSet>
      <dgm:spPr/>
    </dgm:pt>
  </dgm:ptLst>
  <dgm:cxnLst>
    <dgm:cxn modelId="{E279BE0B-A200-4AB4-863D-C807171DD794}" type="presOf" srcId="{98E09A57-2467-481E-9B44-AF4D5B2B4A04}" destId="{B0A99172-AAEC-4C31-A017-CC314A365FCD}" srcOrd="0" destOrd="0" presId="urn:microsoft.com/office/officeart/2005/8/layout/vList3"/>
    <dgm:cxn modelId="{2AF49E2B-9109-43BE-8170-FE74A1C88A94}" srcId="{C40F176C-2E07-4E74-83A3-83BBC4CB0D28}" destId="{75BBA522-64DC-4E28-8F08-A9C12EDC82DC}" srcOrd="0" destOrd="0" parTransId="{7B8492F7-E39E-4775-8260-30821D6F8078}" sibTransId="{22A7D17B-E7EA-44C0-98F6-921B3A361EBA}"/>
    <dgm:cxn modelId="{189A2B5B-93D9-499A-9B4E-48BA91F2FABF}" type="presOf" srcId="{75BBA522-64DC-4E28-8F08-A9C12EDC82DC}" destId="{D85411BE-C478-4506-9370-206A86DAFE26}" srcOrd="0" destOrd="0" presId="urn:microsoft.com/office/officeart/2005/8/layout/vList3"/>
    <dgm:cxn modelId="{5CCF8264-E102-471F-9563-640F6C32ED19}" type="presOf" srcId="{5185F316-5CEF-48C8-8C5E-B58245CC3DD3}" destId="{B1FAD68E-B52B-470F-8BC7-4FABB8DCCFD7}" srcOrd="0" destOrd="0" presId="urn:microsoft.com/office/officeart/2005/8/layout/vList3"/>
    <dgm:cxn modelId="{34C46E85-E97C-481D-9971-79226636AACD}" srcId="{C40F176C-2E07-4E74-83A3-83BBC4CB0D28}" destId="{98E09A57-2467-481E-9B44-AF4D5B2B4A04}" srcOrd="2" destOrd="0" parTransId="{315E771B-2D18-4193-89E7-DD36344EDE5B}" sibTransId="{538AD28F-CA64-41FE-81BF-3F09CBDF1E1D}"/>
    <dgm:cxn modelId="{323BB08B-F6F7-4BEF-A822-001A4A4BF93B}" srcId="{C40F176C-2E07-4E74-83A3-83BBC4CB0D28}" destId="{5185F316-5CEF-48C8-8C5E-B58245CC3DD3}" srcOrd="3" destOrd="0" parTransId="{BAC4C29F-5721-4A43-BEF4-37078169D7F9}" sibTransId="{A6A1E5EA-1E45-4BC4-B023-7CAFC8CEF53A}"/>
    <dgm:cxn modelId="{41708096-F8DD-40F0-905F-7BD984F7D8B6}" type="presOf" srcId="{4955869E-87DE-4C8D-ABAC-04A94B4A29B3}" destId="{4E859177-2FE4-449A-AA28-4B5B3E14BCCC}" srcOrd="0" destOrd="0" presId="urn:microsoft.com/office/officeart/2005/8/layout/vList3"/>
    <dgm:cxn modelId="{254A5DE8-E8FE-49A6-8B6F-37B7FCB1AA37}" srcId="{C40F176C-2E07-4E74-83A3-83BBC4CB0D28}" destId="{4955869E-87DE-4C8D-ABAC-04A94B4A29B3}" srcOrd="1" destOrd="0" parTransId="{0636AC88-F43C-4D27-A963-4884D4CB4BEC}" sibTransId="{19F28A0E-86F3-4AF2-9781-F2C8CA0CCE0D}"/>
    <dgm:cxn modelId="{E69B48EB-3C30-4634-85BF-049085F1B5BD}" type="presOf" srcId="{C40F176C-2E07-4E74-83A3-83BBC4CB0D28}" destId="{D707F32B-A0CC-425C-AC4A-14BC19DB17F1}" srcOrd="0" destOrd="0" presId="urn:microsoft.com/office/officeart/2005/8/layout/vList3"/>
    <dgm:cxn modelId="{8891B10F-231B-4001-AE89-D7BB88715977}" type="presParOf" srcId="{D707F32B-A0CC-425C-AC4A-14BC19DB17F1}" destId="{D827C3A8-596A-4AFB-BB49-85DF5A836580}" srcOrd="0" destOrd="0" presId="urn:microsoft.com/office/officeart/2005/8/layout/vList3"/>
    <dgm:cxn modelId="{59F9B0EB-F76B-430F-A656-0D01B92110FB}" type="presParOf" srcId="{D827C3A8-596A-4AFB-BB49-85DF5A836580}" destId="{01F1C7C4-3A5C-40F4-A12C-413BF8CE98EC}" srcOrd="0" destOrd="0" presId="urn:microsoft.com/office/officeart/2005/8/layout/vList3"/>
    <dgm:cxn modelId="{A7838275-612A-4A82-A2CA-0B8B7D87C8A2}" type="presParOf" srcId="{D827C3A8-596A-4AFB-BB49-85DF5A836580}" destId="{D85411BE-C478-4506-9370-206A86DAFE26}" srcOrd="1" destOrd="0" presId="urn:microsoft.com/office/officeart/2005/8/layout/vList3"/>
    <dgm:cxn modelId="{23181FD9-25BC-49F6-A24B-B8529F3C11B1}" type="presParOf" srcId="{D707F32B-A0CC-425C-AC4A-14BC19DB17F1}" destId="{06611344-2B5A-454D-A819-F954C6E2BA9A}" srcOrd="1" destOrd="0" presId="urn:microsoft.com/office/officeart/2005/8/layout/vList3"/>
    <dgm:cxn modelId="{210C833C-DCAF-41D5-8D4C-4D081CD5DB2F}" type="presParOf" srcId="{D707F32B-A0CC-425C-AC4A-14BC19DB17F1}" destId="{8D5742AC-E6A6-454D-985F-A3C58E7EA1CB}" srcOrd="2" destOrd="0" presId="urn:microsoft.com/office/officeart/2005/8/layout/vList3"/>
    <dgm:cxn modelId="{C3167C03-71CD-4578-8607-2542FDE96989}" type="presParOf" srcId="{8D5742AC-E6A6-454D-985F-A3C58E7EA1CB}" destId="{34254437-EB6E-4794-9FB6-7C848AE2EDB4}" srcOrd="0" destOrd="0" presId="urn:microsoft.com/office/officeart/2005/8/layout/vList3"/>
    <dgm:cxn modelId="{6F6805C6-FACF-4908-ABEE-012C20C78A3D}" type="presParOf" srcId="{8D5742AC-E6A6-454D-985F-A3C58E7EA1CB}" destId="{4E859177-2FE4-449A-AA28-4B5B3E14BCCC}" srcOrd="1" destOrd="0" presId="urn:microsoft.com/office/officeart/2005/8/layout/vList3"/>
    <dgm:cxn modelId="{5DE16977-2021-4DBC-9344-56A8DE3053DB}" type="presParOf" srcId="{D707F32B-A0CC-425C-AC4A-14BC19DB17F1}" destId="{204145CE-F83E-49DE-BC6D-198D71105296}" srcOrd="3" destOrd="0" presId="urn:microsoft.com/office/officeart/2005/8/layout/vList3"/>
    <dgm:cxn modelId="{7BB10696-E1ED-4ADF-8F89-A65DD79E1D29}" type="presParOf" srcId="{D707F32B-A0CC-425C-AC4A-14BC19DB17F1}" destId="{2F2C317D-B89A-43E3-9567-ECDBAEA88609}" srcOrd="4" destOrd="0" presId="urn:microsoft.com/office/officeart/2005/8/layout/vList3"/>
    <dgm:cxn modelId="{978D546C-4465-4C99-95EC-0B3E36C1A213}" type="presParOf" srcId="{2F2C317D-B89A-43E3-9567-ECDBAEA88609}" destId="{81507339-5920-4D45-A7EB-6218D9D5BF12}" srcOrd="0" destOrd="0" presId="urn:microsoft.com/office/officeart/2005/8/layout/vList3"/>
    <dgm:cxn modelId="{3B770AB6-8657-44CF-9471-C45516C7B3BC}" type="presParOf" srcId="{2F2C317D-B89A-43E3-9567-ECDBAEA88609}" destId="{B0A99172-AAEC-4C31-A017-CC314A365FCD}" srcOrd="1" destOrd="0" presId="urn:microsoft.com/office/officeart/2005/8/layout/vList3"/>
    <dgm:cxn modelId="{8DC83303-A951-4E57-AEE6-D5716C3D6847}" type="presParOf" srcId="{D707F32B-A0CC-425C-AC4A-14BC19DB17F1}" destId="{075CB65C-7470-43F1-809A-B5BA7125D9A3}" srcOrd="5" destOrd="0" presId="urn:microsoft.com/office/officeart/2005/8/layout/vList3"/>
    <dgm:cxn modelId="{46465517-3613-4E31-AC76-B882C2176026}" type="presParOf" srcId="{D707F32B-A0CC-425C-AC4A-14BC19DB17F1}" destId="{2EAEDDD3-EC7A-4923-8373-1712697181B5}" srcOrd="6" destOrd="0" presId="urn:microsoft.com/office/officeart/2005/8/layout/vList3"/>
    <dgm:cxn modelId="{127C2CAA-6954-45A1-84E2-86CF80FB4AAB}" type="presParOf" srcId="{2EAEDDD3-EC7A-4923-8373-1712697181B5}" destId="{31FDD933-A06D-4061-9EBC-CC4251FEA33A}" srcOrd="0" destOrd="0" presId="urn:microsoft.com/office/officeart/2005/8/layout/vList3"/>
    <dgm:cxn modelId="{23017BC2-5936-428C-806C-B11229654E20}" type="presParOf" srcId="{2EAEDDD3-EC7A-4923-8373-1712697181B5}" destId="{B1FAD68E-B52B-470F-8BC7-4FABB8DCCFD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13014C7-8060-4350-B568-1E998D5DED3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EE47CE-0A35-44EB-BE2E-5BC5403D0F58}">
      <dgm:prSet/>
      <dgm:spPr/>
      <dgm:t>
        <a:bodyPr/>
        <a:lstStyle/>
        <a:p>
          <a:r>
            <a:rPr lang="ru-RU" b="0" i="0" dirty="0"/>
            <a:t>О. </a:t>
          </a:r>
          <a:r>
            <a:rPr lang="ru-RU" b="0" i="0" dirty="0" err="1"/>
            <a:t>Беретті</a:t>
          </a:r>
          <a:r>
            <a:rPr lang="ru-RU" b="0" i="0" dirty="0"/>
            <a:t>.</a:t>
          </a:r>
          <a:endParaRPr lang="uk-UA" dirty="0"/>
        </a:p>
      </dgm:t>
    </dgm:pt>
    <dgm:pt modelId="{129D7881-3CAC-4CE1-B0C7-12D9A6E5184B}" type="parTrans" cxnId="{59CD893F-4AC2-4C52-8FBA-86020BF34AFA}">
      <dgm:prSet/>
      <dgm:spPr/>
      <dgm:t>
        <a:bodyPr/>
        <a:lstStyle/>
        <a:p>
          <a:endParaRPr lang="uk-UA"/>
        </a:p>
      </dgm:t>
    </dgm:pt>
    <dgm:pt modelId="{3C142388-987D-405A-8D34-E8EC44C8CFD7}" type="sibTrans" cxnId="{59CD893F-4AC2-4C52-8FBA-86020BF34AFA}">
      <dgm:prSet/>
      <dgm:spPr/>
      <dgm:t>
        <a:bodyPr/>
        <a:lstStyle/>
        <a:p>
          <a:endParaRPr lang="uk-UA"/>
        </a:p>
      </dgm:t>
    </dgm:pt>
    <dgm:pt modelId="{F6A135EC-5BAA-42BC-99E1-4A45504C987A}">
      <dgm:prSet/>
      <dgm:spPr/>
      <dgm:t>
        <a:bodyPr/>
        <a:lstStyle/>
        <a:p>
          <a:r>
            <a:rPr lang="ru-RU" b="0" i="0"/>
            <a:t>В. Городецького.</a:t>
          </a:r>
          <a:endParaRPr lang="uk-UA"/>
        </a:p>
      </dgm:t>
    </dgm:pt>
    <dgm:pt modelId="{D9A58CE9-F6DD-4876-81C7-87B867C34EDE}" type="parTrans" cxnId="{7869A710-C7E9-406B-973D-6ACC57FCF8FD}">
      <dgm:prSet/>
      <dgm:spPr/>
      <dgm:t>
        <a:bodyPr/>
        <a:lstStyle/>
        <a:p>
          <a:endParaRPr lang="uk-UA"/>
        </a:p>
      </dgm:t>
    </dgm:pt>
    <dgm:pt modelId="{E8BB18F5-13E6-4B63-9AEA-C813E8B651CE}" type="sibTrans" cxnId="{7869A710-C7E9-406B-973D-6ACC57FCF8FD}">
      <dgm:prSet/>
      <dgm:spPr/>
      <dgm:t>
        <a:bodyPr/>
        <a:lstStyle/>
        <a:p>
          <a:endParaRPr lang="uk-UA"/>
        </a:p>
      </dgm:t>
    </dgm:pt>
    <dgm:pt modelId="{D1D16C83-3E1A-4B97-9637-4B920DE4267B}">
      <dgm:prSet/>
      <dgm:spPr/>
      <dgm:t>
        <a:bodyPr/>
        <a:lstStyle/>
        <a:p>
          <a:r>
            <a:rPr lang="ru-RU" b="0" i="0"/>
            <a:t>М. Микешина.</a:t>
          </a:r>
          <a:endParaRPr lang="uk-UA"/>
        </a:p>
      </dgm:t>
    </dgm:pt>
    <dgm:pt modelId="{FB64CE5C-3BC5-44BD-B266-735B7D97DD1B}" type="parTrans" cxnId="{5B35638E-B643-4018-B492-D9D31097C58F}">
      <dgm:prSet/>
      <dgm:spPr/>
      <dgm:t>
        <a:bodyPr/>
        <a:lstStyle/>
        <a:p>
          <a:endParaRPr lang="uk-UA"/>
        </a:p>
      </dgm:t>
    </dgm:pt>
    <dgm:pt modelId="{8A414F5F-946F-47A2-9CAC-D32C61739B1E}" type="sibTrans" cxnId="{5B35638E-B643-4018-B492-D9D31097C58F}">
      <dgm:prSet/>
      <dgm:spPr/>
      <dgm:t>
        <a:bodyPr/>
        <a:lstStyle/>
        <a:p>
          <a:endParaRPr lang="uk-UA"/>
        </a:p>
      </dgm:t>
    </dgm:pt>
    <dgm:pt modelId="{64DAF23F-70EB-438C-BD41-A5283270FF48}">
      <dgm:prSet/>
      <dgm:spPr/>
      <dgm:t>
        <a:bodyPr/>
        <a:lstStyle/>
        <a:p>
          <a:r>
            <a:rPr lang="ru-RU" b="0" i="0" dirty="0"/>
            <a:t>О. Бекетова.</a:t>
          </a:r>
          <a:endParaRPr lang="uk-UA" dirty="0"/>
        </a:p>
      </dgm:t>
    </dgm:pt>
    <dgm:pt modelId="{1E01137A-ABD1-4383-8301-4EB67239886F}" type="parTrans" cxnId="{5FA03078-EA13-4C64-A7DA-85073D527284}">
      <dgm:prSet/>
      <dgm:spPr/>
      <dgm:t>
        <a:bodyPr/>
        <a:lstStyle/>
        <a:p>
          <a:endParaRPr lang="uk-UA"/>
        </a:p>
      </dgm:t>
    </dgm:pt>
    <dgm:pt modelId="{40AFF8A1-587B-4859-8B95-15D822EAE3D7}" type="sibTrans" cxnId="{5FA03078-EA13-4C64-A7DA-85073D527284}">
      <dgm:prSet/>
      <dgm:spPr/>
      <dgm:t>
        <a:bodyPr/>
        <a:lstStyle/>
        <a:p>
          <a:endParaRPr lang="uk-UA"/>
        </a:p>
      </dgm:t>
    </dgm:pt>
    <dgm:pt modelId="{89E9137F-1FFD-40C9-B031-71537E1C6A71}" type="pres">
      <dgm:prSet presAssocID="{813014C7-8060-4350-B568-1E998D5DED35}" presName="Name0" presStyleCnt="0">
        <dgm:presLayoutVars>
          <dgm:chMax val="7"/>
          <dgm:chPref val="7"/>
          <dgm:dir/>
        </dgm:presLayoutVars>
      </dgm:prSet>
      <dgm:spPr/>
    </dgm:pt>
    <dgm:pt modelId="{6794D7F1-13E1-43CA-876E-F82A72E0C26E}" type="pres">
      <dgm:prSet presAssocID="{813014C7-8060-4350-B568-1E998D5DED35}" presName="Name1" presStyleCnt="0"/>
      <dgm:spPr/>
    </dgm:pt>
    <dgm:pt modelId="{BD255106-744D-4EBC-BFC5-E3524DD7547D}" type="pres">
      <dgm:prSet presAssocID="{813014C7-8060-4350-B568-1E998D5DED35}" presName="cycle" presStyleCnt="0"/>
      <dgm:spPr/>
    </dgm:pt>
    <dgm:pt modelId="{975C0B89-8BD7-42EC-8AC7-5204F804CAFF}" type="pres">
      <dgm:prSet presAssocID="{813014C7-8060-4350-B568-1E998D5DED35}" presName="srcNode" presStyleLbl="node1" presStyleIdx="0" presStyleCnt="4"/>
      <dgm:spPr/>
    </dgm:pt>
    <dgm:pt modelId="{C01E3F7D-CA3E-4CE9-9FFF-048AE0DBDA8D}" type="pres">
      <dgm:prSet presAssocID="{813014C7-8060-4350-B568-1E998D5DED35}" presName="conn" presStyleLbl="parChTrans1D2" presStyleIdx="0" presStyleCnt="1"/>
      <dgm:spPr/>
    </dgm:pt>
    <dgm:pt modelId="{6A1A1364-BD7B-402C-96F2-9E7213362C49}" type="pres">
      <dgm:prSet presAssocID="{813014C7-8060-4350-B568-1E998D5DED35}" presName="extraNode" presStyleLbl="node1" presStyleIdx="0" presStyleCnt="4"/>
      <dgm:spPr/>
    </dgm:pt>
    <dgm:pt modelId="{53752C1B-9B9F-44CD-AE5E-C6D16DCE2D45}" type="pres">
      <dgm:prSet presAssocID="{813014C7-8060-4350-B568-1E998D5DED35}" presName="dstNode" presStyleLbl="node1" presStyleIdx="0" presStyleCnt="4"/>
      <dgm:spPr/>
    </dgm:pt>
    <dgm:pt modelId="{766C1CEA-CAC4-4E00-BF0C-3BDC0EF39D3B}" type="pres">
      <dgm:prSet presAssocID="{28EE47CE-0A35-44EB-BE2E-5BC5403D0F58}" presName="text_1" presStyleLbl="node1" presStyleIdx="0" presStyleCnt="4">
        <dgm:presLayoutVars>
          <dgm:bulletEnabled val="1"/>
        </dgm:presLayoutVars>
      </dgm:prSet>
      <dgm:spPr/>
    </dgm:pt>
    <dgm:pt modelId="{88FBB653-1A1A-4BFC-A643-AEA65185551F}" type="pres">
      <dgm:prSet presAssocID="{28EE47CE-0A35-44EB-BE2E-5BC5403D0F58}" presName="accent_1" presStyleCnt="0"/>
      <dgm:spPr/>
    </dgm:pt>
    <dgm:pt modelId="{15F8711C-A79E-43E2-A8DD-68B9DB111610}" type="pres">
      <dgm:prSet presAssocID="{28EE47CE-0A35-44EB-BE2E-5BC5403D0F58}" presName="accentRepeatNode" presStyleLbl="solidFgAcc1" presStyleIdx="0" presStyleCnt="4"/>
      <dgm:spPr/>
    </dgm:pt>
    <dgm:pt modelId="{DFEFCB15-D285-4E13-A601-3B9F23C494D1}" type="pres">
      <dgm:prSet presAssocID="{F6A135EC-5BAA-42BC-99E1-4A45504C987A}" presName="text_2" presStyleLbl="node1" presStyleIdx="1" presStyleCnt="4">
        <dgm:presLayoutVars>
          <dgm:bulletEnabled val="1"/>
        </dgm:presLayoutVars>
      </dgm:prSet>
      <dgm:spPr/>
    </dgm:pt>
    <dgm:pt modelId="{45D1A5D7-DBD8-4806-9D45-201183B349D6}" type="pres">
      <dgm:prSet presAssocID="{F6A135EC-5BAA-42BC-99E1-4A45504C987A}" presName="accent_2" presStyleCnt="0"/>
      <dgm:spPr/>
    </dgm:pt>
    <dgm:pt modelId="{8E47664C-A10D-451E-923E-C94C65774AB5}" type="pres">
      <dgm:prSet presAssocID="{F6A135EC-5BAA-42BC-99E1-4A45504C987A}" presName="accentRepeatNode" presStyleLbl="solidFgAcc1" presStyleIdx="1" presStyleCnt="4"/>
      <dgm:spPr/>
    </dgm:pt>
    <dgm:pt modelId="{B6048FF0-FFD5-460C-8415-E947C59402E0}" type="pres">
      <dgm:prSet presAssocID="{D1D16C83-3E1A-4B97-9637-4B920DE4267B}" presName="text_3" presStyleLbl="node1" presStyleIdx="2" presStyleCnt="4">
        <dgm:presLayoutVars>
          <dgm:bulletEnabled val="1"/>
        </dgm:presLayoutVars>
      </dgm:prSet>
      <dgm:spPr/>
    </dgm:pt>
    <dgm:pt modelId="{E80145D1-F44F-4F84-9F27-90E713F6AFCE}" type="pres">
      <dgm:prSet presAssocID="{D1D16C83-3E1A-4B97-9637-4B920DE4267B}" presName="accent_3" presStyleCnt="0"/>
      <dgm:spPr/>
    </dgm:pt>
    <dgm:pt modelId="{5ADBC405-7440-4F12-ABA4-D898B20D2CA3}" type="pres">
      <dgm:prSet presAssocID="{D1D16C83-3E1A-4B97-9637-4B920DE4267B}" presName="accentRepeatNode" presStyleLbl="solidFgAcc1" presStyleIdx="2" presStyleCnt="4"/>
      <dgm:spPr/>
    </dgm:pt>
    <dgm:pt modelId="{21D4F804-CC1E-4614-A53C-1BB60A316542}" type="pres">
      <dgm:prSet presAssocID="{64DAF23F-70EB-438C-BD41-A5283270FF48}" presName="text_4" presStyleLbl="node1" presStyleIdx="3" presStyleCnt="4">
        <dgm:presLayoutVars>
          <dgm:bulletEnabled val="1"/>
        </dgm:presLayoutVars>
      </dgm:prSet>
      <dgm:spPr/>
    </dgm:pt>
    <dgm:pt modelId="{6907D751-D7A3-410F-A617-8C57FFD75A1D}" type="pres">
      <dgm:prSet presAssocID="{64DAF23F-70EB-438C-BD41-A5283270FF48}" presName="accent_4" presStyleCnt="0"/>
      <dgm:spPr/>
    </dgm:pt>
    <dgm:pt modelId="{A3455246-8656-44E5-B4F2-9EAE2810E04A}" type="pres">
      <dgm:prSet presAssocID="{64DAF23F-70EB-438C-BD41-A5283270FF48}" presName="accentRepeatNode" presStyleLbl="solidFgAcc1" presStyleIdx="3" presStyleCnt="4"/>
      <dgm:spPr/>
    </dgm:pt>
  </dgm:ptLst>
  <dgm:cxnLst>
    <dgm:cxn modelId="{7869A710-C7E9-406B-973D-6ACC57FCF8FD}" srcId="{813014C7-8060-4350-B568-1E998D5DED35}" destId="{F6A135EC-5BAA-42BC-99E1-4A45504C987A}" srcOrd="1" destOrd="0" parTransId="{D9A58CE9-F6DD-4876-81C7-87B867C34EDE}" sibTransId="{E8BB18F5-13E6-4B63-9AEA-C813E8B651CE}"/>
    <dgm:cxn modelId="{59CD893F-4AC2-4C52-8FBA-86020BF34AFA}" srcId="{813014C7-8060-4350-B568-1E998D5DED35}" destId="{28EE47CE-0A35-44EB-BE2E-5BC5403D0F58}" srcOrd="0" destOrd="0" parTransId="{129D7881-3CAC-4CE1-B0C7-12D9A6E5184B}" sibTransId="{3C142388-987D-405A-8D34-E8EC44C8CFD7}"/>
    <dgm:cxn modelId="{CD2BCF40-B72A-4BBE-A9CE-9170E7EB364B}" type="presOf" srcId="{813014C7-8060-4350-B568-1E998D5DED35}" destId="{89E9137F-1FFD-40C9-B031-71537E1C6A71}" srcOrd="0" destOrd="0" presId="urn:microsoft.com/office/officeart/2008/layout/VerticalCurvedList"/>
    <dgm:cxn modelId="{F709B647-6139-4CF7-A7E1-6FCCD915C55D}" type="presOf" srcId="{28EE47CE-0A35-44EB-BE2E-5BC5403D0F58}" destId="{766C1CEA-CAC4-4E00-BF0C-3BDC0EF39D3B}" srcOrd="0" destOrd="0" presId="urn:microsoft.com/office/officeart/2008/layout/VerticalCurvedList"/>
    <dgm:cxn modelId="{639A846C-07A4-4E0E-8CB9-69A7696A70C0}" type="presOf" srcId="{D1D16C83-3E1A-4B97-9637-4B920DE4267B}" destId="{B6048FF0-FFD5-460C-8415-E947C59402E0}" srcOrd="0" destOrd="0" presId="urn:microsoft.com/office/officeart/2008/layout/VerticalCurvedList"/>
    <dgm:cxn modelId="{FC9DAF4F-12A6-420D-8DC9-FEA7050928C4}" type="presOf" srcId="{64DAF23F-70EB-438C-BD41-A5283270FF48}" destId="{21D4F804-CC1E-4614-A53C-1BB60A316542}" srcOrd="0" destOrd="0" presId="urn:microsoft.com/office/officeart/2008/layout/VerticalCurvedList"/>
    <dgm:cxn modelId="{5FA03078-EA13-4C64-A7DA-85073D527284}" srcId="{813014C7-8060-4350-B568-1E998D5DED35}" destId="{64DAF23F-70EB-438C-BD41-A5283270FF48}" srcOrd="3" destOrd="0" parTransId="{1E01137A-ABD1-4383-8301-4EB67239886F}" sibTransId="{40AFF8A1-587B-4859-8B95-15D822EAE3D7}"/>
    <dgm:cxn modelId="{5B35638E-B643-4018-B492-D9D31097C58F}" srcId="{813014C7-8060-4350-B568-1E998D5DED35}" destId="{D1D16C83-3E1A-4B97-9637-4B920DE4267B}" srcOrd="2" destOrd="0" parTransId="{FB64CE5C-3BC5-44BD-B266-735B7D97DD1B}" sibTransId="{8A414F5F-946F-47A2-9CAC-D32C61739B1E}"/>
    <dgm:cxn modelId="{828EEEB9-8B4A-4CF0-A3AD-AB48557AF424}" type="presOf" srcId="{F6A135EC-5BAA-42BC-99E1-4A45504C987A}" destId="{DFEFCB15-D285-4E13-A601-3B9F23C494D1}" srcOrd="0" destOrd="0" presId="urn:microsoft.com/office/officeart/2008/layout/VerticalCurvedList"/>
    <dgm:cxn modelId="{E16CFBFA-73CB-4B1F-B098-0BE6137AA86B}" type="presOf" srcId="{3C142388-987D-405A-8D34-E8EC44C8CFD7}" destId="{C01E3F7D-CA3E-4CE9-9FFF-048AE0DBDA8D}" srcOrd="0" destOrd="0" presId="urn:microsoft.com/office/officeart/2008/layout/VerticalCurvedList"/>
    <dgm:cxn modelId="{E27A0B9E-9147-42FE-A2E7-7B50775D3B6E}" type="presParOf" srcId="{89E9137F-1FFD-40C9-B031-71537E1C6A71}" destId="{6794D7F1-13E1-43CA-876E-F82A72E0C26E}" srcOrd="0" destOrd="0" presId="urn:microsoft.com/office/officeart/2008/layout/VerticalCurvedList"/>
    <dgm:cxn modelId="{FDA1BD0D-E5F5-41A6-9C90-03DF04273256}" type="presParOf" srcId="{6794D7F1-13E1-43CA-876E-F82A72E0C26E}" destId="{BD255106-744D-4EBC-BFC5-E3524DD7547D}" srcOrd="0" destOrd="0" presId="urn:microsoft.com/office/officeart/2008/layout/VerticalCurvedList"/>
    <dgm:cxn modelId="{8FDA9866-C020-45D7-A700-20F6F69BEE07}" type="presParOf" srcId="{BD255106-744D-4EBC-BFC5-E3524DD7547D}" destId="{975C0B89-8BD7-42EC-8AC7-5204F804CAFF}" srcOrd="0" destOrd="0" presId="urn:microsoft.com/office/officeart/2008/layout/VerticalCurvedList"/>
    <dgm:cxn modelId="{849F6AED-F3A4-4656-A764-71B2E0FE61C9}" type="presParOf" srcId="{BD255106-744D-4EBC-BFC5-E3524DD7547D}" destId="{C01E3F7D-CA3E-4CE9-9FFF-048AE0DBDA8D}" srcOrd="1" destOrd="0" presId="urn:microsoft.com/office/officeart/2008/layout/VerticalCurvedList"/>
    <dgm:cxn modelId="{79A5F237-7A5D-466A-BF4D-D6AA00E8460F}" type="presParOf" srcId="{BD255106-744D-4EBC-BFC5-E3524DD7547D}" destId="{6A1A1364-BD7B-402C-96F2-9E7213362C49}" srcOrd="2" destOrd="0" presId="urn:microsoft.com/office/officeart/2008/layout/VerticalCurvedList"/>
    <dgm:cxn modelId="{191C4B21-C933-4A5E-929A-E391D41D0A8D}" type="presParOf" srcId="{BD255106-744D-4EBC-BFC5-E3524DD7547D}" destId="{53752C1B-9B9F-44CD-AE5E-C6D16DCE2D45}" srcOrd="3" destOrd="0" presId="urn:microsoft.com/office/officeart/2008/layout/VerticalCurvedList"/>
    <dgm:cxn modelId="{6FE852FC-27DB-4995-97D0-DEC75C39C32C}" type="presParOf" srcId="{6794D7F1-13E1-43CA-876E-F82A72E0C26E}" destId="{766C1CEA-CAC4-4E00-BF0C-3BDC0EF39D3B}" srcOrd="1" destOrd="0" presId="urn:microsoft.com/office/officeart/2008/layout/VerticalCurvedList"/>
    <dgm:cxn modelId="{D2F6B37B-AF28-45B4-ACEA-6B89E0759DD7}" type="presParOf" srcId="{6794D7F1-13E1-43CA-876E-F82A72E0C26E}" destId="{88FBB653-1A1A-4BFC-A643-AEA65185551F}" srcOrd="2" destOrd="0" presId="urn:microsoft.com/office/officeart/2008/layout/VerticalCurvedList"/>
    <dgm:cxn modelId="{986A365C-A294-41FE-A3A7-240A81DB2E98}" type="presParOf" srcId="{88FBB653-1A1A-4BFC-A643-AEA65185551F}" destId="{15F8711C-A79E-43E2-A8DD-68B9DB111610}" srcOrd="0" destOrd="0" presId="urn:microsoft.com/office/officeart/2008/layout/VerticalCurvedList"/>
    <dgm:cxn modelId="{3D5EA8DF-0FDA-4EEA-AAE2-2026268C28E6}" type="presParOf" srcId="{6794D7F1-13E1-43CA-876E-F82A72E0C26E}" destId="{DFEFCB15-D285-4E13-A601-3B9F23C494D1}" srcOrd="3" destOrd="0" presId="urn:microsoft.com/office/officeart/2008/layout/VerticalCurvedList"/>
    <dgm:cxn modelId="{DAF12C62-42CE-40CF-93CF-D7B0F451EFE7}" type="presParOf" srcId="{6794D7F1-13E1-43CA-876E-F82A72E0C26E}" destId="{45D1A5D7-DBD8-4806-9D45-201183B349D6}" srcOrd="4" destOrd="0" presId="urn:microsoft.com/office/officeart/2008/layout/VerticalCurvedList"/>
    <dgm:cxn modelId="{3ECE7079-6EE8-4CEE-8D8C-F9113F1E9152}" type="presParOf" srcId="{45D1A5D7-DBD8-4806-9D45-201183B349D6}" destId="{8E47664C-A10D-451E-923E-C94C65774AB5}" srcOrd="0" destOrd="0" presId="urn:microsoft.com/office/officeart/2008/layout/VerticalCurvedList"/>
    <dgm:cxn modelId="{C159663F-5317-4281-B0E7-49E088A78EAB}" type="presParOf" srcId="{6794D7F1-13E1-43CA-876E-F82A72E0C26E}" destId="{B6048FF0-FFD5-460C-8415-E947C59402E0}" srcOrd="5" destOrd="0" presId="urn:microsoft.com/office/officeart/2008/layout/VerticalCurvedList"/>
    <dgm:cxn modelId="{AF50E026-CFC5-44D0-9531-417A6E42B1B2}" type="presParOf" srcId="{6794D7F1-13E1-43CA-876E-F82A72E0C26E}" destId="{E80145D1-F44F-4F84-9F27-90E713F6AFCE}" srcOrd="6" destOrd="0" presId="urn:microsoft.com/office/officeart/2008/layout/VerticalCurvedList"/>
    <dgm:cxn modelId="{078A4A7C-3B25-4C07-B7B4-86AAA136A961}" type="presParOf" srcId="{E80145D1-F44F-4F84-9F27-90E713F6AFCE}" destId="{5ADBC405-7440-4F12-ABA4-D898B20D2CA3}" srcOrd="0" destOrd="0" presId="urn:microsoft.com/office/officeart/2008/layout/VerticalCurvedList"/>
    <dgm:cxn modelId="{6E9E8263-A3C3-4695-808B-A361A659AF64}" type="presParOf" srcId="{6794D7F1-13E1-43CA-876E-F82A72E0C26E}" destId="{21D4F804-CC1E-4614-A53C-1BB60A316542}" srcOrd="7" destOrd="0" presId="urn:microsoft.com/office/officeart/2008/layout/VerticalCurvedList"/>
    <dgm:cxn modelId="{ED767833-97F1-4B05-B09C-898CEC98DF3D}" type="presParOf" srcId="{6794D7F1-13E1-43CA-876E-F82A72E0C26E}" destId="{6907D751-D7A3-410F-A617-8C57FFD75A1D}" srcOrd="8" destOrd="0" presId="urn:microsoft.com/office/officeart/2008/layout/VerticalCurvedList"/>
    <dgm:cxn modelId="{0FAF6CDF-4DD3-4397-A121-9DB0BDDE98E4}" type="presParOf" srcId="{6907D751-D7A3-410F-A617-8C57FFD75A1D}" destId="{A3455246-8656-44E5-B4F2-9EAE2810E04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BA672EC0-822A-449C-B9DF-627A8189F6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E6A2F0-ABF5-41BF-8B7B-A45A6202A7EE}">
      <dgm:prSet/>
      <dgm:spPr/>
      <dgm:t>
        <a:bodyPr/>
        <a:lstStyle/>
        <a:p>
          <a:r>
            <a:rPr lang="ru-RU" b="0" i="0" dirty="0" err="1"/>
            <a:t>Спасо-Преображенського</a:t>
          </a:r>
          <a:r>
            <a:rPr lang="ru-RU" b="0" i="0" dirty="0"/>
            <a:t> собору в </a:t>
          </a:r>
          <a:r>
            <a:rPr lang="ru-RU" b="0" i="0" dirty="0" err="1"/>
            <a:t>Чернігові</a:t>
          </a:r>
          <a:r>
            <a:rPr lang="ru-RU" b="0" i="0" dirty="0"/>
            <a:t>.</a:t>
          </a:r>
          <a:endParaRPr lang="uk-UA" dirty="0"/>
        </a:p>
      </dgm:t>
    </dgm:pt>
    <dgm:pt modelId="{32AFB5D8-9BD0-4652-BF53-A7148F6E8501}" type="parTrans" cxnId="{705BB17B-F226-49A1-8C81-444419F05A5A}">
      <dgm:prSet/>
      <dgm:spPr/>
      <dgm:t>
        <a:bodyPr/>
        <a:lstStyle/>
        <a:p>
          <a:endParaRPr lang="uk-UA"/>
        </a:p>
      </dgm:t>
    </dgm:pt>
    <dgm:pt modelId="{9459440E-D243-4F5B-B232-E974DD83063C}" type="sibTrans" cxnId="{705BB17B-F226-49A1-8C81-444419F05A5A}">
      <dgm:prSet/>
      <dgm:spPr/>
      <dgm:t>
        <a:bodyPr/>
        <a:lstStyle/>
        <a:p>
          <a:endParaRPr lang="uk-UA"/>
        </a:p>
      </dgm:t>
    </dgm:pt>
    <dgm:pt modelId="{265AF9C9-3D4F-41B9-BE8F-DC634F0B3787}">
      <dgm:prSet/>
      <dgm:spPr/>
      <dgm:t>
        <a:bodyPr/>
        <a:lstStyle/>
        <a:p>
          <a:r>
            <a:rPr lang="ru-RU" b="0" i="0" dirty="0"/>
            <a:t>церкви святого Пантелеймона </a:t>
          </a:r>
          <a:r>
            <a:rPr lang="ru-RU" b="0" i="0" dirty="0" err="1"/>
            <a:t>поблизу</a:t>
          </a:r>
          <a:r>
            <a:rPr lang="ru-RU" b="0" i="0" dirty="0"/>
            <a:t> Галича.</a:t>
          </a:r>
          <a:endParaRPr lang="uk-UA" dirty="0"/>
        </a:p>
      </dgm:t>
    </dgm:pt>
    <dgm:pt modelId="{C21504E6-ECA3-4459-B3A9-9C774B83D784}" type="parTrans" cxnId="{2B9B1602-AAF6-40C2-81B2-8BC9CC9D6B70}">
      <dgm:prSet/>
      <dgm:spPr/>
      <dgm:t>
        <a:bodyPr/>
        <a:lstStyle/>
        <a:p>
          <a:endParaRPr lang="uk-UA"/>
        </a:p>
      </dgm:t>
    </dgm:pt>
    <dgm:pt modelId="{81360D9D-369E-41B5-8824-830FA91433CC}" type="sibTrans" cxnId="{2B9B1602-AAF6-40C2-81B2-8BC9CC9D6B70}">
      <dgm:prSet/>
      <dgm:spPr/>
      <dgm:t>
        <a:bodyPr/>
        <a:lstStyle/>
        <a:p>
          <a:endParaRPr lang="uk-UA"/>
        </a:p>
      </dgm:t>
    </dgm:pt>
    <dgm:pt modelId="{F11C3C45-9DD1-43E9-B4A0-443C4CBA96BE}">
      <dgm:prSet/>
      <dgm:spPr/>
      <dgm:t>
        <a:bodyPr/>
        <a:lstStyle/>
        <a:p>
          <a:r>
            <a:rPr lang="ru-RU" b="0" i="0"/>
            <a:t>П’ятницької церкви в Чернігові.</a:t>
          </a:r>
          <a:endParaRPr lang="uk-UA"/>
        </a:p>
      </dgm:t>
    </dgm:pt>
    <dgm:pt modelId="{E2BDF235-2C78-44E7-9CAF-F94D40D7764E}" type="parTrans" cxnId="{A48F80C4-D501-41A5-A34E-880B0C081D16}">
      <dgm:prSet/>
      <dgm:spPr/>
      <dgm:t>
        <a:bodyPr/>
        <a:lstStyle/>
        <a:p>
          <a:endParaRPr lang="uk-UA"/>
        </a:p>
      </dgm:t>
    </dgm:pt>
    <dgm:pt modelId="{B2A96F69-970B-44B9-86DB-C145587F2E03}" type="sibTrans" cxnId="{A48F80C4-D501-41A5-A34E-880B0C081D16}">
      <dgm:prSet/>
      <dgm:spPr/>
      <dgm:t>
        <a:bodyPr/>
        <a:lstStyle/>
        <a:p>
          <a:endParaRPr lang="uk-UA"/>
        </a:p>
      </dgm:t>
    </dgm:pt>
    <dgm:pt modelId="{BF93D42D-F535-4EAA-9A84-9AF0DF6565DC}">
      <dgm:prSet/>
      <dgm:spPr/>
      <dgm:t>
        <a:bodyPr/>
        <a:lstStyle/>
        <a:p>
          <a:r>
            <a:rPr lang="ru-RU" b="0" i="0" dirty="0" err="1"/>
            <a:t>Софійського</a:t>
          </a:r>
          <a:r>
            <a:rPr lang="ru-RU" b="0" i="0" dirty="0"/>
            <a:t> собору в </a:t>
          </a:r>
          <a:r>
            <a:rPr lang="ru-RU" b="0" i="0" dirty="0" err="1"/>
            <a:t>Києві</a:t>
          </a:r>
          <a:r>
            <a:rPr lang="ru-RU" b="0" i="0" dirty="0"/>
            <a:t>.</a:t>
          </a:r>
          <a:endParaRPr lang="uk-UA" dirty="0"/>
        </a:p>
      </dgm:t>
    </dgm:pt>
    <dgm:pt modelId="{4CA53156-5E75-4E50-807A-46787D1EF08E}" type="parTrans" cxnId="{90038763-125E-46E1-A174-3BEE856FECC4}">
      <dgm:prSet/>
      <dgm:spPr/>
      <dgm:t>
        <a:bodyPr/>
        <a:lstStyle/>
        <a:p>
          <a:endParaRPr lang="uk-UA"/>
        </a:p>
      </dgm:t>
    </dgm:pt>
    <dgm:pt modelId="{C55CE6D8-B0C5-4AC8-B81C-AEE950A10891}" type="sibTrans" cxnId="{90038763-125E-46E1-A174-3BEE856FECC4}">
      <dgm:prSet/>
      <dgm:spPr/>
      <dgm:t>
        <a:bodyPr/>
        <a:lstStyle/>
        <a:p>
          <a:endParaRPr lang="uk-UA"/>
        </a:p>
      </dgm:t>
    </dgm:pt>
    <dgm:pt modelId="{FE8E86F0-7440-4A8B-ADAC-A355E3ACDF97}" type="pres">
      <dgm:prSet presAssocID="{BA672EC0-822A-449C-B9DF-627A8189F662}" presName="linear" presStyleCnt="0">
        <dgm:presLayoutVars>
          <dgm:animLvl val="lvl"/>
          <dgm:resizeHandles val="exact"/>
        </dgm:presLayoutVars>
      </dgm:prSet>
      <dgm:spPr/>
    </dgm:pt>
    <dgm:pt modelId="{C43773B7-2ECD-4E9C-9DFB-B6049059A415}" type="pres">
      <dgm:prSet presAssocID="{3FE6A2F0-ABF5-41BF-8B7B-A45A6202A7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9C3977-043C-46FC-960B-5C2B572B0EFA}" type="pres">
      <dgm:prSet presAssocID="{9459440E-D243-4F5B-B232-E974DD83063C}" presName="spacer" presStyleCnt="0"/>
      <dgm:spPr/>
    </dgm:pt>
    <dgm:pt modelId="{9A20BA41-3546-4229-9575-2DFC648141A2}" type="pres">
      <dgm:prSet presAssocID="{265AF9C9-3D4F-41B9-BE8F-DC634F0B37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6FB62A-AFA6-4164-A8A6-D7321D1BA987}" type="pres">
      <dgm:prSet presAssocID="{81360D9D-369E-41B5-8824-830FA91433CC}" presName="spacer" presStyleCnt="0"/>
      <dgm:spPr/>
    </dgm:pt>
    <dgm:pt modelId="{D277DEFE-3438-41F3-848E-54C92718EB70}" type="pres">
      <dgm:prSet presAssocID="{F11C3C45-9DD1-43E9-B4A0-443C4CBA96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5F111C4-998D-430D-BB0B-C66D6696C547}" type="pres">
      <dgm:prSet presAssocID="{B2A96F69-970B-44B9-86DB-C145587F2E03}" presName="spacer" presStyleCnt="0"/>
      <dgm:spPr/>
    </dgm:pt>
    <dgm:pt modelId="{25380F91-203E-47D6-98BD-48C2D1CCB7E2}" type="pres">
      <dgm:prSet presAssocID="{BF93D42D-F535-4EAA-9A84-9AF0DF6565D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9B1602-AAF6-40C2-81B2-8BC9CC9D6B70}" srcId="{BA672EC0-822A-449C-B9DF-627A8189F662}" destId="{265AF9C9-3D4F-41B9-BE8F-DC634F0B3787}" srcOrd="1" destOrd="0" parTransId="{C21504E6-ECA3-4459-B3A9-9C774B83D784}" sibTransId="{81360D9D-369E-41B5-8824-830FA91433CC}"/>
    <dgm:cxn modelId="{EDCD6C5B-8BEF-45EB-94CF-06DFA3837A25}" type="presOf" srcId="{BF93D42D-F535-4EAA-9A84-9AF0DF6565DC}" destId="{25380F91-203E-47D6-98BD-48C2D1CCB7E2}" srcOrd="0" destOrd="0" presId="urn:microsoft.com/office/officeart/2005/8/layout/vList2"/>
    <dgm:cxn modelId="{DED1485E-1DE1-4664-83CC-E6C414C31A8E}" type="presOf" srcId="{3FE6A2F0-ABF5-41BF-8B7B-A45A6202A7EE}" destId="{C43773B7-2ECD-4E9C-9DFB-B6049059A415}" srcOrd="0" destOrd="0" presId="urn:microsoft.com/office/officeart/2005/8/layout/vList2"/>
    <dgm:cxn modelId="{90038763-125E-46E1-A174-3BEE856FECC4}" srcId="{BA672EC0-822A-449C-B9DF-627A8189F662}" destId="{BF93D42D-F535-4EAA-9A84-9AF0DF6565DC}" srcOrd="3" destOrd="0" parTransId="{4CA53156-5E75-4E50-807A-46787D1EF08E}" sibTransId="{C55CE6D8-B0C5-4AC8-B81C-AEE950A10891}"/>
    <dgm:cxn modelId="{CB629C43-FD0B-4160-BD26-54E163C9C7A6}" type="presOf" srcId="{F11C3C45-9DD1-43E9-B4A0-443C4CBA96BE}" destId="{D277DEFE-3438-41F3-848E-54C92718EB70}" srcOrd="0" destOrd="0" presId="urn:microsoft.com/office/officeart/2005/8/layout/vList2"/>
    <dgm:cxn modelId="{CB63D169-3894-40EE-B7B4-509E190EB2DD}" type="presOf" srcId="{265AF9C9-3D4F-41B9-BE8F-DC634F0B3787}" destId="{9A20BA41-3546-4229-9575-2DFC648141A2}" srcOrd="0" destOrd="0" presId="urn:microsoft.com/office/officeart/2005/8/layout/vList2"/>
    <dgm:cxn modelId="{E9A5AA6A-EE8B-4158-BE55-B2849C334A44}" type="presOf" srcId="{BA672EC0-822A-449C-B9DF-627A8189F662}" destId="{FE8E86F0-7440-4A8B-ADAC-A355E3ACDF97}" srcOrd="0" destOrd="0" presId="urn:microsoft.com/office/officeart/2005/8/layout/vList2"/>
    <dgm:cxn modelId="{705BB17B-F226-49A1-8C81-444419F05A5A}" srcId="{BA672EC0-822A-449C-B9DF-627A8189F662}" destId="{3FE6A2F0-ABF5-41BF-8B7B-A45A6202A7EE}" srcOrd="0" destOrd="0" parTransId="{32AFB5D8-9BD0-4652-BF53-A7148F6E8501}" sibTransId="{9459440E-D243-4F5B-B232-E974DD83063C}"/>
    <dgm:cxn modelId="{A48F80C4-D501-41A5-A34E-880B0C081D16}" srcId="{BA672EC0-822A-449C-B9DF-627A8189F662}" destId="{F11C3C45-9DD1-43E9-B4A0-443C4CBA96BE}" srcOrd="2" destOrd="0" parTransId="{E2BDF235-2C78-44E7-9CAF-F94D40D7764E}" sibTransId="{B2A96F69-970B-44B9-86DB-C145587F2E03}"/>
    <dgm:cxn modelId="{62BD9CB3-D4FE-422F-A6A5-29D804ADB544}" type="presParOf" srcId="{FE8E86F0-7440-4A8B-ADAC-A355E3ACDF97}" destId="{C43773B7-2ECD-4E9C-9DFB-B6049059A415}" srcOrd="0" destOrd="0" presId="urn:microsoft.com/office/officeart/2005/8/layout/vList2"/>
    <dgm:cxn modelId="{F088CD1C-E759-4CBB-AA9D-01ACF75DAC90}" type="presParOf" srcId="{FE8E86F0-7440-4A8B-ADAC-A355E3ACDF97}" destId="{F69C3977-043C-46FC-960B-5C2B572B0EFA}" srcOrd="1" destOrd="0" presId="urn:microsoft.com/office/officeart/2005/8/layout/vList2"/>
    <dgm:cxn modelId="{B5A65863-2417-4FC7-B767-60C411A58287}" type="presParOf" srcId="{FE8E86F0-7440-4A8B-ADAC-A355E3ACDF97}" destId="{9A20BA41-3546-4229-9575-2DFC648141A2}" srcOrd="2" destOrd="0" presId="urn:microsoft.com/office/officeart/2005/8/layout/vList2"/>
    <dgm:cxn modelId="{6CFE8CFF-FA74-41AB-810C-482E024E237B}" type="presParOf" srcId="{FE8E86F0-7440-4A8B-ADAC-A355E3ACDF97}" destId="{7F6FB62A-AFA6-4164-A8A6-D7321D1BA987}" srcOrd="3" destOrd="0" presId="urn:microsoft.com/office/officeart/2005/8/layout/vList2"/>
    <dgm:cxn modelId="{6A00B284-5B82-4077-9F83-C456459D3869}" type="presParOf" srcId="{FE8E86F0-7440-4A8B-ADAC-A355E3ACDF97}" destId="{D277DEFE-3438-41F3-848E-54C92718EB70}" srcOrd="4" destOrd="0" presId="urn:microsoft.com/office/officeart/2005/8/layout/vList2"/>
    <dgm:cxn modelId="{3ABEA29C-3FA3-4BBE-A785-54F609942B26}" type="presParOf" srcId="{FE8E86F0-7440-4A8B-ADAC-A355E3ACDF97}" destId="{95F111C4-998D-430D-BB0B-C66D6696C547}" srcOrd="5" destOrd="0" presId="urn:microsoft.com/office/officeart/2005/8/layout/vList2"/>
    <dgm:cxn modelId="{9A608BA5-EBC7-4504-B60A-4889F528C32D}" type="presParOf" srcId="{FE8E86F0-7440-4A8B-ADAC-A355E3ACDF97}" destId="{25380F91-203E-47D6-98BD-48C2D1CCB7E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2C3C6271-C02C-4C35-88CB-BFBF25279C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C144D0-12E9-4B3A-B4AD-D10F42753E5D}">
      <dgm:prSet/>
      <dgm:spPr/>
      <dgm:t>
        <a:bodyPr/>
        <a:lstStyle/>
        <a:p>
          <a:r>
            <a:rPr lang="ru-RU" b="0" i="0"/>
            <a:t>М. Петрахнович</a:t>
          </a:r>
          <a:endParaRPr lang="uk-UA"/>
        </a:p>
      </dgm:t>
    </dgm:pt>
    <dgm:pt modelId="{08225E5E-CCE5-4E55-B400-4E49CFE26AD3}" type="parTrans" cxnId="{4FA59CCC-1EF4-4538-95B8-CDEB071BC777}">
      <dgm:prSet/>
      <dgm:spPr/>
      <dgm:t>
        <a:bodyPr/>
        <a:lstStyle/>
        <a:p>
          <a:endParaRPr lang="uk-UA"/>
        </a:p>
      </dgm:t>
    </dgm:pt>
    <dgm:pt modelId="{C54AA998-2298-4708-A824-F8138D2268F7}" type="sibTrans" cxnId="{4FA59CCC-1EF4-4538-95B8-CDEB071BC777}">
      <dgm:prSet/>
      <dgm:spPr/>
      <dgm:t>
        <a:bodyPr/>
        <a:lstStyle/>
        <a:p>
          <a:endParaRPr lang="uk-UA"/>
        </a:p>
      </dgm:t>
    </dgm:pt>
    <dgm:pt modelId="{FE822A93-B1EC-4EC9-ABF0-A440DE4D6C85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Руткович</a:t>
          </a:r>
          <a:endParaRPr lang="uk-UA" dirty="0"/>
        </a:p>
      </dgm:t>
    </dgm:pt>
    <dgm:pt modelId="{D0F7A627-206F-4A1E-AB08-739B69BD699F}" type="parTrans" cxnId="{353C6469-A32D-4641-9310-1F77D300552E}">
      <dgm:prSet/>
      <dgm:spPr/>
      <dgm:t>
        <a:bodyPr/>
        <a:lstStyle/>
        <a:p>
          <a:endParaRPr lang="uk-UA"/>
        </a:p>
      </dgm:t>
    </dgm:pt>
    <dgm:pt modelId="{E256D53D-3AD3-48F3-8526-505F7F4A900D}" type="sibTrans" cxnId="{353C6469-A32D-4641-9310-1F77D300552E}">
      <dgm:prSet/>
      <dgm:spPr/>
      <dgm:t>
        <a:bodyPr/>
        <a:lstStyle/>
        <a:p>
          <a:endParaRPr lang="uk-UA"/>
        </a:p>
      </dgm:t>
    </dgm:pt>
    <dgm:pt modelId="{9830ECB5-BE31-4945-B7B6-0EBF28307D4C}">
      <dgm:prSet/>
      <dgm:spPr/>
      <dgm:t>
        <a:bodyPr/>
        <a:lstStyle/>
        <a:p>
          <a:r>
            <a:rPr lang="ru-RU" b="0" i="0"/>
            <a:t>Й. Кондзелевич</a:t>
          </a:r>
          <a:endParaRPr lang="uk-UA"/>
        </a:p>
      </dgm:t>
    </dgm:pt>
    <dgm:pt modelId="{2DD25A7D-DAD5-4BDE-A554-FC8FCBF10AA3}" type="parTrans" cxnId="{CB269EF1-A928-4ACD-820D-21610FA26615}">
      <dgm:prSet/>
      <dgm:spPr/>
      <dgm:t>
        <a:bodyPr/>
        <a:lstStyle/>
        <a:p>
          <a:endParaRPr lang="uk-UA"/>
        </a:p>
      </dgm:t>
    </dgm:pt>
    <dgm:pt modelId="{E18772D1-F363-4A24-A34A-E24BB3050F34}" type="sibTrans" cxnId="{CB269EF1-A928-4ACD-820D-21610FA26615}">
      <dgm:prSet/>
      <dgm:spPr/>
      <dgm:t>
        <a:bodyPr/>
        <a:lstStyle/>
        <a:p>
          <a:endParaRPr lang="uk-UA"/>
        </a:p>
      </dgm:t>
    </dgm:pt>
    <dgm:pt modelId="{AD444FB2-9EBC-426E-B36C-B203ABD9BEB4}">
      <dgm:prSet/>
      <dgm:spPr/>
      <dgm:t>
        <a:bodyPr/>
        <a:lstStyle/>
        <a:p>
          <a:r>
            <a:rPr lang="ru-RU" b="0" i="0" dirty="0"/>
            <a:t>О. </a:t>
          </a:r>
          <a:r>
            <a:rPr lang="ru-RU" b="0" i="0" dirty="0" err="1"/>
            <a:t>Горошкович</a:t>
          </a:r>
          <a:endParaRPr lang="uk-UA" dirty="0"/>
        </a:p>
      </dgm:t>
    </dgm:pt>
    <dgm:pt modelId="{D2ECA57A-152D-4A22-B578-4FE6DCEFB378}" type="parTrans" cxnId="{AFBD5EC7-1AB1-4635-8727-91B84062D1A2}">
      <dgm:prSet/>
      <dgm:spPr/>
      <dgm:t>
        <a:bodyPr/>
        <a:lstStyle/>
        <a:p>
          <a:endParaRPr lang="uk-UA"/>
        </a:p>
      </dgm:t>
    </dgm:pt>
    <dgm:pt modelId="{27D3F75B-A010-4ABF-B9AD-EA815991DD1B}" type="sibTrans" cxnId="{AFBD5EC7-1AB1-4635-8727-91B84062D1A2}">
      <dgm:prSet/>
      <dgm:spPr/>
      <dgm:t>
        <a:bodyPr/>
        <a:lstStyle/>
        <a:p>
          <a:endParaRPr lang="uk-UA"/>
        </a:p>
      </dgm:t>
    </dgm:pt>
    <dgm:pt modelId="{E9D6B204-9B2D-43D5-9BA2-A0B50F4EC666}" type="pres">
      <dgm:prSet presAssocID="{2C3C6271-C02C-4C35-88CB-BFBF25279C94}" presName="linear" presStyleCnt="0">
        <dgm:presLayoutVars>
          <dgm:animLvl val="lvl"/>
          <dgm:resizeHandles val="exact"/>
        </dgm:presLayoutVars>
      </dgm:prSet>
      <dgm:spPr/>
    </dgm:pt>
    <dgm:pt modelId="{1DD77596-84BD-4DF5-A406-1B139E932A1F}" type="pres">
      <dgm:prSet presAssocID="{8DC144D0-12E9-4B3A-B4AD-D10F42753E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ED7C9E-A90A-458C-BD9A-6C25238558F9}" type="pres">
      <dgm:prSet presAssocID="{C54AA998-2298-4708-A824-F8138D2268F7}" presName="spacer" presStyleCnt="0"/>
      <dgm:spPr/>
    </dgm:pt>
    <dgm:pt modelId="{F394A9D9-A253-4DAF-8A4E-0BC515940A40}" type="pres">
      <dgm:prSet presAssocID="{FE822A93-B1EC-4EC9-ABF0-A440DE4D6C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6E59A0-FB9B-4B8E-9870-1B54E2D98DE9}" type="pres">
      <dgm:prSet presAssocID="{E256D53D-3AD3-48F3-8526-505F7F4A900D}" presName="spacer" presStyleCnt="0"/>
      <dgm:spPr/>
    </dgm:pt>
    <dgm:pt modelId="{954AEC6E-30DC-4E16-AA0A-A117854540FA}" type="pres">
      <dgm:prSet presAssocID="{9830ECB5-BE31-4945-B7B6-0EBF28307D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5F0BD4-F446-4CC1-8892-86B2075FE13B}" type="pres">
      <dgm:prSet presAssocID="{E18772D1-F363-4A24-A34A-E24BB3050F34}" presName="spacer" presStyleCnt="0"/>
      <dgm:spPr/>
    </dgm:pt>
    <dgm:pt modelId="{8661F389-7274-4286-A41E-49F5B8C4A021}" type="pres">
      <dgm:prSet presAssocID="{AD444FB2-9EBC-426E-B36C-B203ABD9BEB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0F1027-52C5-4185-9A21-3419D1362BFC}" type="presOf" srcId="{2C3C6271-C02C-4C35-88CB-BFBF25279C94}" destId="{E9D6B204-9B2D-43D5-9BA2-A0B50F4EC666}" srcOrd="0" destOrd="0" presId="urn:microsoft.com/office/officeart/2005/8/layout/vList2"/>
    <dgm:cxn modelId="{353C6469-A32D-4641-9310-1F77D300552E}" srcId="{2C3C6271-C02C-4C35-88CB-BFBF25279C94}" destId="{FE822A93-B1EC-4EC9-ABF0-A440DE4D6C85}" srcOrd="1" destOrd="0" parTransId="{D0F7A627-206F-4A1E-AB08-739B69BD699F}" sibTransId="{E256D53D-3AD3-48F3-8526-505F7F4A900D}"/>
    <dgm:cxn modelId="{2677EF89-648E-4EDB-B74B-D68BE4F19654}" type="presOf" srcId="{AD444FB2-9EBC-426E-B36C-B203ABD9BEB4}" destId="{8661F389-7274-4286-A41E-49F5B8C4A021}" srcOrd="0" destOrd="0" presId="urn:microsoft.com/office/officeart/2005/8/layout/vList2"/>
    <dgm:cxn modelId="{44B148A9-9C5B-42A4-AB8E-6E1645E5A049}" type="presOf" srcId="{FE822A93-B1EC-4EC9-ABF0-A440DE4D6C85}" destId="{F394A9D9-A253-4DAF-8A4E-0BC515940A40}" srcOrd="0" destOrd="0" presId="urn:microsoft.com/office/officeart/2005/8/layout/vList2"/>
    <dgm:cxn modelId="{20AB93BB-8559-4CBA-AD56-2DF8C9E62E3E}" type="presOf" srcId="{8DC144D0-12E9-4B3A-B4AD-D10F42753E5D}" destId="{1DD77596-84BD-4DF5-A406-1B139E932A1F}" srcOrd="0" destOrd="0" presId="urn:microsoft.com/office/officeart/2005/8/layout/vList2"/>
    <dgm:cxn modelId="{AFBD5EC7-1AB1-4635-8727-91B84062D1A2}" srcId="{2C3C6271-C02C-4C35-88CB-BFBF25279C94}" destId="{AD444FB2-9EBC-426E-B36C-B203ABD9BEB4}" srcOrd="3" destOrd="0" parTransId="{D2ECA57A-152D-4A22-B578-4FE6DCEFB378}" sibTransId="{27D3F75B-A010-4ABF-B9AD-EA815991DD1B}"/>
    <dgm:cxn modelId="{4FA59CCC-1EF4-4538-95B8-CDEB071BC777}" srcId="{2C3C6271-C02C-4C35-88CB-BFBF25279C94}" destId="{8DC144D0-12E9-4B3A-B4AD-D10F42753E5D}" srcOrd="0" destOrd="0" parTransId="{08225E5E-CCE5-4E55-B400-4E49CFE26AD3}" sibTransId="{C54AA998-2298-4708-A824-F8138D2268F7}"/>
    <dgm:cxn modelId="{CB269EF1-A928-4ACD-820D-21610FA26615}" srcId="{2C3C6271-C02C-4C35-88CB-BFBF25279C94}" destId="{9830ECB5-BE31-4945-B7B6-0EBF28307D4C}" srcOrd="2" destOrd="0" parTransId="{2DD25A7D-DAD5-4BDE-A554-FC8FCBF10AA3}" sibTransId="{E18772D1-F363-4A24-A34A-E24BB3050F34}"/>
    <dgm:cxn modelId="{FA1CA1F9-0AEC-4466-94FF-3AC054DCF76F}" type="presOf" srcId="{9830ECB5-BE31-4945-B7B6-0EBF28307D4C}" destId="{954AEC6E-30DC-4E16-AA0A-A117854540FA}" srcOrd="0" destOrd="0" presId="urn:microsoft.com/office/officeart/2005/8/layout/vList2"/>
    <dgm:cxn modelId="{5AD306B6-577D-45B5-ACF6-FD12DB97896C}" type="presParOf" srcId="{E9D6B204-9B2D-43D5-9BA2-A0B50F4EC666}" destId="{1DD77596-84BD-4DF5-A406-1B139E932A1F}" srcOrd="0" destOrd="0" presId="urn:microsoft.com/office/officeart/2005/8/layout/vList2"/>
    <dgm:cxn modelId="{3EB06A95-2CB3-47F6-9AF9-7425A571D388}" type="presParOf" srcId="{E9D6B204-9B2D-43D5-9BA2-A0B50F4EC666}" destId="{21ED7C9E-A90A-458C-BD9A-6C25238558F9}" srcOrd="1" destOrd="0" presId="urn:microsoft.com/office/officeart/2005/8/layout/vList2"/>
    <dgm:cxn modelId="{0280DBFA-1ACA-487D-BFD0-28E67737299D}" type="presParOf" srcId="{E9D6B204-9B2D-43D5-9BA2-A0B50F4EC666}" destId="{F394A9D9-A253-4DAF-8A4E-0BC515940A40}" srcOrd="2" destOrd="0" presId="urn:microsoft.com/office/officeart/2005/8/layout/vList2"/>
    <dgm:cxn modelId="{E56343CA-7EC2-48F3-A846-4D436F0FB73B}" type="presParOf" srcId="{E9D6B204-9B2D-43D5-9BA2-A0B50F4EC666}" destId="{9A6E59A0-FB9B-4B8E-9870-1B54E2D98DE9}" srcOrd="3" destOrd="0" presId="urn:microsoft.com/office/officeart/2005/8/layout/vList2"/>
    <dgm:cxn modelId="{26B1855F-3736-49C8-8AE0-2F4223870C5C}" type="presParOf" srcId="{E9D6B204-9B2D-43D5-9BA2-A0B50F4EC666}" destId="{954AEC6E-30DC-4E16-AA0A-A117854540FA}" srcOrd="4" destOrd="0" presId="urn:microsoft.com/office/officeart/2005/8/layout/vList2"/>
    <dgm:cxn modelId="{799E7A76-C167-44CC-8D87-2BFAAF0DB780}" type="presParOf" srcId="{E9D6B204-9B2D-43D5-9BA2-A0B50F4EC666}" destId="{B55F0BD4-F446-4CC1-8892-86B2075FE13B}" srcOrd="5" destOrd="0" presId="urn:microsoft.com/office/officeart/2005/8/layout/vList2"/>
    <dgm:cxn modelId="{CAB9C431-E2A0-4525-BDC0-65ADCF346C0D}" type="presParOf" srcId="{E9D6B204-9B2D-43D5-9BA2-A0B50F4EC666}" destId="{8661F389-7274-4286-A41E-49F5B8C4A02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6892536E-BDAB-4586-BE97-BFB238B8FB8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999A90-BD0C-4FB5-AF82-A89481F7C3F9}">
      <dgm:prSet/>
      <dgm:spPr/>
      <dgm:t>
        <a:bodyPr/>
        <a:lstStyle/>
        <a:p>
          <a:r>
            <a:rPr lang="ru-RU" b="0" i="0" dirty="0"/>
            <a:t>Б. </a:t>
          </a:r>
          <a:r>
            <a:rPr lang="ru-RU" b="0" i="0" dirty="0" err="1"/>
            <a:t>Хмельницького</a:t>
          </a:r>
          <a:endParaRPr lang="uk-UA" dirty="0"/>
        </a:p>
      </dgm:t>
    </dgm:pt>
    <dgm:pt modelId="{3F2D2B6F-659B-4ABB-8044-5CA56D7C110D}" type="parTrans" cxnId="{02E5AFA6-AD75-4FBC-9DE2-CCFF4596B1AF}">
      <dgm:prSet/>
      <dgm:spPr/>
      <dgm:t>
        <a:bodyPr/>
        <a:lstStyle/>
        <a:p>
          <a:endParaRPr lang="uk-UA"/>
        </a:p>
      </dgm:t>
    </dgm:pt>
    <dgm:pt modelId="{A307C47D-C58E-4188-BDE3-E8B5257A53C0}" type="sibTrans" cxnId="{02E5AFA6-AD75-4FBC-9DE2-CCFF4596B1AF}">
      <dgm:prSet/>
      <dgm:spPr/>
      <dgm:t>
        <a:bodyPr/>
        <a:lstStyle/>
        <a:p>
          <a:endParaRPr lang="uk-UA"/>
        </a:p>
      </dgm:t>
    </dgm:pt>
    <dgm:pt modelId="{75D73026-460D-4AAE-8C83-B3F9A9D4BE8B}">
      <dgm:prSet/>
      <dgm:spPr/>
      <dgm:t>
        <a:bodyPr/>
        <a:lstStyle/>
        <a:p>
          <a:r>
            <a:rPr lang="ru-RU" b="0" i="0"/>
            <a:t>І. Виговського</a:t>
          </a:r>
          <a:endParaRPr lang="uk-UA"/>
        </a:p>
      </dgm:t>
    </dgm:pt>
    <dgm:pt modelId="{8312F80F-2F16-450F-8F44-CF2704351C94}" type="parTrans" cxnId="{A9846CF6-8B5F-427E-8B4F-B4F98A0431D6}">
      <dgm:prSet/>
      <dgm:spPr/>
      <dgm:t>
        <a:bodyPr/>
        <a:lstStyle/>
        <a:p>
          <a:endParaRPr lang="uk-UA"/>
        </a:p>
      </dgm:t>
    </dgm:pt>
    <dgm:pt modelId="{ACD016F6-A3C0-42D9-8F08-6EC1C7DBDE33}" type="sibTrans" cxnId="{A9846CF6-8B5F-427E-8B4F-B4F98A0431D6}">
      <dgm:prSet/>
      <dgm:spPr/>
      <dgm:t>
        <a:bodyPr/>
        <a:lstStyle/>
        <a:p>
          <a:endParaRPr lang="uk-UA"/>
        </a:p>
      </dgm:t>
    </dgm:pt>
    <dgm:pt modelId="{31F24AE0-6DCD-4582-AB91-1529535EA04E}">
      <dgm:prSet/>
      <dgm:spPr/>
      <dgm:t>
        <a:bodyPr/>
        <a:lstStyle/>
        <a:p>
          <a:r>
            <a:rPr lang="ru-RU" b="0" i="0"/>
            <a:t>П. Дорошенко</a:t>
          </a:r>
          <a:endParaRPr lang="uk-UA"/>
        </a:p>
      </dgm:t>
    </dgm:pt>
    <dgm:pt modelId="{F64388D3-BD36-43D0-85B1-9EC59080630E}" type="parTrans" cxnId="{8715AA27-60C9-43B9-9B6B-A8928B77E518}">
      <dgm:prSet/>
      <dgm:spPr/>
      <dgm:t>
        <a:bodyPr/>
        <a:lstStyle/>
        <a:p>
          <a:endParaRPr lang="uk-UA"/>
        </a:p>
      </dgm:t>
    </dgm:pt>
    <dgm:pt modelId="{45965048-7797-4E69-9A95-03552922D649}" type="sibTrans" cxnId="{8715AA27-60C9-43B9-9B6B-A8928B77E518}">
      <dgm:prSet/>
      <dgm:spPr/>
      <dgm:t>
        <a:bodyPr/>
        <a:lstStyle/>
        <a:p>
          <a:endParaRPr lang="uk-UA"/>
        </a:p>
      </dgm:t>
    </dgm:pt>
    <dgm:pt modelId="{79E9E311-9587-430C-868E-8FBF48365CA2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Мазепи</a:t>
          </a:r>
          <a:endParaRPr lang="uk-UA" dirty="0"/>
        </a:p>
      </dgm:t>
    </dgm:pt>
    <dgm:pt modelId="{BB90F4C9-5961-42B4-A5F5-C3EB78E34579}" type="parTrans" cxnId="{BADEE941-4825-4BF6-8EEA-37482A315834}">
      <dgm:prSet/>
      <dgm:spPr/>
      <dgm:t>
        <a:bodyPr/>
        <a:lstStyle/>
        <a:p>
          <a:endParaRPr lang="uk-UA"/>
        </a:p>
      </dgm:t>
    </dgm:pt>
    <dgm:pt modelId="{FF0B8A72-48A3-44A9-982E-590E7D352E7D}" type="sibTrans" cxnId="{BADEE941-4825-4BF6-8EEA-37482A315834}">
      <dgm:prSet/>
      <dgm:spPr/>
      <dgm:t>
        <a:bodyPr/>
        <a:lstStyle/>
        <a:p>
          <a:endParaRPr lang="uk-UA"/>
        </a:p>
      </dgm:t>
    </dgm:pt>
    <dgm:pt modelId="{90CD29DE-0976-451F-A6C9-551874505B4E}" type="pres">
      <dgm:prSet presAssocID="{6892536E-BDAB-4586-BE97-BFB238B8FB8F}" presName="linearFlow" presStyleCnt="0">
        <dgm:presLayoutVars>
          <dgm:dir/>
          <dgm:resizeHandles val="exact"/>
        </dgm:presLayoutVars>
      </dgm:prSet>
      <dgm:spPr/>
    </dgm:pt>
    <dgm:pt modelId="{2E98EF77-3E20-4C33-A0D3-3242C97723EA}" type="pres">
      <dgm:prSet presAssocID="{FF999A90-BD0C-4FB5-AF82-A89481F7C3F9}" presName="composite" presStyleCnt="0"/>
      <dgm:spPr/>
    </dgm:pt>
    <dgm:pt modelId="{7D9AE6FB-3D0A-4E7A-8688-6ACB0EDF8F71}" type="pres">
      <dgm:prSet presAssocID="{FF999A90-BD0C-4FB5-AF82-A89481F7C3F9}" presName="imgShp" presStyleLbl="fgImgPlace1" presStyleIdx="0" presStyleCnt="4"/>
      <dgm:spPr/>
    </dgm:pt>
    <dgm:pt modelId="{A5CDB0C3-6321-4B62-A97E-491D1C7AF555}" type="pres">
      <dgm:prSet presAssocID="{FF999A90-BD0C-4FB5-AF82-A89481F7C3F9}" presName="txShp" presStyleLbl="node1" presStyleIdx="0" presStyleCnt="4">
        <dgm:presLayoutVars>
          <dgm:bulletEnabled val="1"/>
        </dgm:presLayoutVars>
      </dgm:prSet>
      <dgm:spPr/>
    </dgm:pt>
    <dgm:pt modelId="{628F1B7F-6308-4336-A343-35B60F0C2675}" type="pres">
      <dgm:prSet presAssocID="{A307C47D-C58E-4188-BDE3-E8B5257A53C0}" presName="spacing" presStyleCnt="0"/>
      <dgm:spPr/>
    </dgm:pt>
    <dgm:pt modelId="{CB4CBA9E-080D-4775-A761-D83928656367}" type="pres">
      <dgm:prSet presAssocID="{75D73026-460D-4AAE-8C83-B3F9A9D4BE8B}" presName="composite" presStyleCnt="0"/>
      <dgm:spPr/>
    </dgm:pt>
    <dgm:pt modelId="{44BAE57F-EFC7-44A6-842C-2DDB04B2FEF1}" type="pres">
      <dgm:prSet presAssocID="{75D73026-460D-4AAE-8C83-B3F9A9D4BE8B}" presName="imgShp" presStyleLbl="fgImgPlace1" presStyleIdx="1" presStyleCnt="4"/>
      <dgm:spPr/>
    </dgm:pt>
    <dgm:pt modelId="{80397CE3-F192-447E-8D18-CB354BCA6B4C}" type="pres">
      <dgm:prSet presAssocID="{75D73026-460D-4AAE-8C83-B3F9A9D4BE8B}" presName="txShp" presStyleLbl="node1" presStyleIdx="1" presStyleCnt="4">
        <dgm:presLayoutVars>
          <dgm:bulletEnabled val="1"/>
        </dgm:presLayoutVars>
      </dgm:prSet>
      <dgm:spPr/>
    </dgm:pt>
    <dgm:pt modelId="{EC8F798F-6CFB-4013-98A4-B4C797E987B8}" type="pres">
      <dgm:prSet presAssocID="{ACD016F6-A3C0-42D9-8F08-6EC1C7DBDE33}" presName="spacing" presStyleCnt="0"/>
      <dgm:spPr/>
    </dgm:pt>
    <dgm:pt modelId="{F76D0C41-4E5F-4F60-AEFC-824AF84BB15F}" type="pres">
      <dgm:prSet presAssocID="{31F24AE0-6DCD-4582-AB91-1529535EA04E}" presName="composite" presStyleCnt="0"/>
      <dgm:spPr/>
    </dgm:pt>
    <dgm:pt modelId="{B0D7DE28-FE0A-4487-A252-3972CDA500CD}" type="pres">
      <dgm:prSet presAssocID="{31F24AE0-6DCD-4582-AB91-1529535EA04E}" presName="imgShp" presStyleLbl="fgImgPlace1" presStyleIdx="2" presStyleCnt="4"/>
      <dgm:spPr/>
    </dgm:pt>
    <dgm:pt modelId="{0A1BC06D-D06F-4D8F-AB82-BC1ADCC654F8}" type="pres">
      <dgm:prSet presAssocID="{31F24AE0-6DCD-4582-AB91-1529535EA04E}" presName="txShp" presStyleLbl="node1" presStyleIdx="2" presStyleCnt="4">
        <dgm:presLayoutVars>
          <dgm:bulletEnabled val="1"/>
        </dgm:presLayoutVars>
      </dgm:prSet>
      <dgm:spPr/>
    </dgm:pt>
    <dgm:pt modelId="{E46BE34A-58A7-43D5-99EB-845D4BF843E7}" type="pres">
      <dgm:prSet presAssocID="{45965048-7797-4E69-9A95-03552922D649}" presName="spacing" presStyleCnt="0"/>
      <dgm:spPr/>
    </dgm:pt>
    <dgm:pt modelId="{FE9EC659-E98E-4573-ACF0-FA30661516F4}" type="pres">
      <dgm:prSet presAssocID="{79E9E311-9587-430C-868E-8FBF48365CA2}" presName="composite" presStyleCnt="0"/>
      <dgm:spPr/>
    </dgm:pt>
    <dgm:pt modelId="{B23C56C7-9D4A-4A1C-84A2-20FAC439E241}" type="pres">
      <dgm:prSet presAssocID="{79E9E311-9587-430C-868E-8FBF48365CA2}" presName="imgShp" presStyleLbl="fgImgPlace1" presStyleIdx="3" presStyleCnt="4"/>
      <dgm:spPr/>
    </dgm:pt>
    <dgm:pt modelId="{9DA7C3F6-D949-493D-BCBD-F30E8B758F93}" type="pres">
      <dgm:prSet presAssocID="{79E9E311-9587-430C-868E-8FBF48365CA2}" presName="txShp" presStyleLbl="node1" presStyleIdx="3" presStyleCnt="4">
        <dgm:presLayoutVars>
          <dgm:bulletEnabled val="1"/>
        </dgm:presLayoutVars>
      </dgm:prSet>
      <dgm:spPr/>
    </dgm:pt>
  </dgm:ptLst>
  <dgm:cxnLst>
    <dgm:cxn modelId="{83A13A12-FD3D-41E5-9DAA-6EC2538D68DB}" type="presOf" srcId="{6892536E-BDAB-4586-BE97-BFB238B8FB8F}" destId="{90CD29DE-0976-451F-A6C9-551874505B4E}" srcOrd="0" destOrd="0" presId="urn:microsoft.com/office/officeart/2005/8/layout/vList3"/>
    <dgm:cxn modelId="{8715AA27-60C9-43B9-9B6B-A8928B77E518}" srcId="{6892536E-BDAB-4586-BE97-BFB238B8FB8F}" destId="{31F24AE0-6DCD-4582-AB91-1529535EA04E}" srcOrd="2" destOrd="0" parTransId="{F64388D3-BD36-43D0-85B1-9EC59080630E}" sibTransId="{45965048-7797-4E69-9A95-03552922D649}"/>
    <dgm:cxn modelId="{AE105E2B-4484-47A0-9E2C-8958D8BA282D}" type="presOf" srcId="{75D73026-460D-4AAE-8C83-B3F9A9D4BE8B}" destId="{80397CE3-F192-447E-8D18-CB354BCA6B4C}" srcOrd="0" destOrd="0" presId="urn:microsoft.com/office/officeart/2005/8/layout/vList3"/>
    <dgm:cxn modelId="{BADEE941-4825-4BF6-8EEA-37482A315834}" srcId="{6892536E-BDAB-4586-BE97-BFB238B8FB8F}" destId="{79E9E311-9587-430C-868E-8FBF48365CA2}" srcOrd="3" destOrd="0" parTransId="{BB90F4C9-5961-42B4-A5F5-C3EB78E34579}" sibTransId="{FF0B8A72-48A3-44A9-982E-590E7D352E7D}"/>
    <dgm:cxn modelId="{A2B22F83-1715-4FA9-9D34-39D1B7C32943}" type="presOf" srcId="{FF999A90-BD0C-4FB5-AF82-A89481F7C3F9}" destId="{A5CDB0C3-6321-4B62-A97E-491D1C7AF555}" srcOrd="0" destOrd="0" presId="urn:microsoft.com/office/officeart/2005/8/layout/vList3"/>
    <dgm:cxn modelId="{15814D8F-A635-4E82-BCCC-590ED0F0630A}" type="presOf" srcId="{79E9E311-9587-430C-868E-8FBF48365CA2}" destId="{9DA7C3F6-D949-493D-BCBD-F30E8B758F93}" srcOrd="0" destOrd="0" presId="urn:microsoft.com/office/officeart/2005/8/layout/vList3"/>
    <dgm:cxn modelId="{02E5AFA6-AD75-4FBC-9DE2-CCFF4596B1AF}" srcId="{6892536E-BDAB-4586-BE97-BFB238B8FB8F}" destId="{FF999A90-BD0C-4FB5-AF82-A89481F7C3F9}" srcOrd="0" destOrd="0" parTransId="{3F2D2B6F-659B-4ABB-8044-5CA56D7C110D}" sibTransId="{A307C47D-C58E-4188-BDE3-E8B5257A53C0}"/>
    <dgm:cxn modelId="{98C401EB-05DB-430B-B82D-8A8C51CF5BC0}" type="presOf" srcId="{31F24AE0-6DCD-4582-AB91-1529535EA04E}" destId="{0A1BC06D-D06F-4D8F-AB82-BC1ADCC654F8}" srcOrd="0" destOrd="0" presId="urn:microsoft.com/office/officeart/2005/8/layout/vList3"/>
    <dgm:cxn modelId="{A9846CF6-8B5F-427E-8B4F-B4F98A0431D6}" srcId="{6892536E-BDAB-4586-BE97-BFB238B8FB8F}" destId="{75D73026-460D-4AAE-8C83-B3F9A9D4BE8B}" srcOrd="1" destOrd="0" parTransId="{8312F80F-2F16-450F-8F44-CF2704351C94}" sibTransId="{ACD016F6-A3C0-42D9-8F08-6EC1C7DBDE33}"/>
    <dgm:cxn modelId="{3FDD2F44-6C64-451E-AFE0-2AF642ABE6DD}" type="presParOf" srcId="{90CD29DE-0976-451F-A6C9-551874505B4E}" destId="{2E98EF77-3E20-4C33-A0D3-3242C97723EA}" srcOrd="0" destOrd="0" presId="urn:microsoft.com/office/officeart/2005/8/layout/vList3"/>
    <dgm:cxn modelId="{596A64CA-7292-48C5-AFF0-630D960B9353}" type="presParOf" srcId="{2E98EF77-3E20-4C33-A0D3-3242C97723EA}" destId="{7D9AE6FB-3D0A-4E7A-8688-6ACB0EDF8F71}" srcOrd="0" destOrd="0" presId="urn:microsoft.com/office/officeart/2005/8/layout/vList3"/>
    <dgm:cxn modelId="{4F27DF73-200B-4E7F-A97B-1CEDF7D05B7F}" type="presParOf" srcId="{2E98EF77-3E20-4C33-A0D3-3242C97723EA}" destId="{A5CDB0C3-6321-4B62-A97E-491D1C7AF555}" srcOrd="1" destOrd="0" presId="urn:microsoft.com/office/officeart/2005/8/layout/vList3"/>
    <dgm:cxn modelId="{5536FE8A-7164-491A-B1F2-6B345DDF19A6}" type="presParOf" srcId="{90CD29DE-0976-451F-A6C9-551874505B4E}" destId="{628F1B7F-6308-4336-A343-35B60F0C2675}" srcOrd="1" destOrd="0" presId="urn:microsoft.com/office/officeart/2005/8/layout/vList3"/>
    <dgm:cxn modelId="{3DB18319-6594-4054-951C-52CC91A88D4F}" type="presParOf" srcId="{90CD29DE-0976-451F-A6C9-551874505B4E}" destId="{CB4CBA9E-080D-4775-A761-D83928656367}" srcOrd="2" destOrd="0" presId="urn:microsoft.com/office/officeart/2005/8/layout/vList3"/>
    <dgm:cxn modelId="{300AF24F-176D-40E5-BB20-3BBF3FAFF837}" type="presParOf" srcId="{CB4CBA9E-080D-4775-A761-D83928656367}" destId="{44BAE57F-EFC7-44A6-842C-2DDB04B2FEF1}" srcOrd="0" destOrd="0" presId="urn:microsoft.com/office/officeart/2005/8/layout/vList3"/>
    <dgm:cxn modelId="{B8681D6F-A092-4ABF-AD55-FF8709E54AA1}" type="presParOf" srcId="{CB4CBA9E-080D-4775-A761-D83928656367}" destId="{80397CE3-F192-447E-8D18-CB354BCA6B4C}" srcOrd="1" destOrd="0" presId="urn:microsoft.com/office/officeart/2005/8/layout/vList3"/>
    <dgm:cxn modelId="{3B5B3BBE-39A0-45CB-BF98-4B3D9C4A69C1}" type="presParOf" srcId="{90CD29DE-0976-451F-A6C9-551874505B4E}" destId="{EC8F798F-6CFB-4013-98A4-B4C797E987B8}" srcOrd="3" destOrd="0" presId="urn:microsoft.com/office/officeart/2005/8/layout/vList3"/>
    <dgm:cxn modelId="{3E194606-6BBC-4EE8-AB2E-18384C6F8BF3}" type="presParOf" srcId="{90CD29DE-0976-451F-A6C9-551874505B4E}" destId="{F76D0C41-4E5F-4F60-AEFC-824AF84BB15F}" srcOrd="4" destOrd="0" presId="urn:microsoft.com/office/officeart/2005/8/layout/vList3"/>
    <dgm:cxn modelId="{AD03C15A-E869-482A-89E2-4442469A949B}" type="presParOf" srcId="{F76D0C41-4E5F-4F60-AEFC-824AF84BB15F}" destId="{B0D7DE28-FE0A-4487-A252-3972CDA500CD}" srcOrd="0" destOrd="0" presId="urn:microsoft.com/office/officeart/2005/8/layout/vList3"/>
    <dgm:cxn modelId="{6511E564-2EEB-4643-88E4-167227AD973C}" type="presParOf" srcId="{F76D0C41-4E5F-4F60-AEFC-824AF84BB15F}" destId="{0A1BC06D-D06F-4D8F-AB82-BC1ADCC654F8}" srcOrd="1" destOrd="0" presId="urn:microsoft.com/office/officeart/2005/8/layout/vList3"/>
    <dgm:cxn modelId="{ADAECF27-3D0C-4906-8A2B-221C7DC19A9F}" type="presParOf" srcId="{90CD29DE-0976-451F-A6C9-551874505B4E}" destId="{E46BE34A-58A7-43D5-99EB-845D4BF843E7}" srcOrd="5" destOrd="0" presId="urn:microsoft.com/office/officeart/2005/8/layout/vList3"/>
    <dgm:cxn modelId="{5CA6C106-047E-40C3-BB16-572832FBA3E7}" type="presParOf" srcId="{90CD29DE-0976-451F-A6C9-551874505B4E}" destId="{FE9EC659-E98E-4573-ACF0-FA30661516F4}" srcOrd="6" destOrd="0" presId="urn:microsoft.com/office/officeart/2005/8/layout/vList3"/>
    <dgm:cxn modelId="{8BE0B181-5038-4C9E-B414-234A5C3BFC3F}" type="presParOf" srcId="{FE9EC659-E98E-4573-ACF0-FA30661516F4}" destId="{B23C56C7-9D4A-4A1C-84A2-20FAC439E241}" srcOrd="0" destOrd="0" presId="urn:microsoft.com/office/officeart/2005/8/layout/vList3"/>
    <dgm:cxn modelId="{3C802167-8D5A-4619-944F-2E16207F117A}" type="presParOf" srcId="{FE9EC659-E98E-4573-ACF0-FA30661516F4}" destId="{9DA7C3F6-D949-493D-BCBD-F30E8B758F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A49464E2-ABDC-44A6-9057-009D31756CD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AD20EB5-5832-4B39-B597-E6C9C2BF00A2}">
      <dgm:prSet/>
      <dgm:spPr/>
      <dgm:t>
        <a:bodyPr/>
        <a:lstStyle/>
        <a:p>
          <a:r>
            <a:rPr lang="uk-UA" b="0" i="0"/>
            <a:t>ікону Успіння Богородиці маляра О. Горошковича.</a:t>
          </a:r>
          <a:endParaRPr lang="uk-UA"/>
        </a:p>
      </dgm:t>
    </dgm:pt>
    <dgm:pt modelId="{9E07DE04-FB6E-4B62-8B30-1150D132609B}" type="parTrans" cxnId="{B12C4EF3-C199-4B2D-ABC8-352D1F8CFEE2}">
      <dgm:prSet/>
      <dgm:spPr/>
      <dgm:t>
        <a:bodyPr/>
        <a:lstStyle/>
        <a:p>
          <a:endParaRPr lang="uk-UA"/>
        </a:p>
      </dgm:t>
    </dgm:pt>
    <dgm:pt modelId="{96F7BB79-9AB1-4D57-8357-3941EB8E26E2}" type="sibTrans" cxnId="{B12C4EF3-C199-4B2D-ABC8-352D1F8CFEE2}">
      <dgm:prSet/>
      <dgm:spPr/>
      <dgm:t>
        <a:bodyPr/>
        <a:lstStyle/>
        <a:p>
          <a:endParaRPr lang="uk-UA"/>
        </a:p>
      </dgm:t>
    </dgm:pt>
    <dgm:pt modelId="{2989534D-CF16-4823-A6C8-7F32A5E26664}">
      <dgm:prSet/>
      <dgm:spPr/>
      <dgm:t>
        <a:bodyPr/>
        <a:lstStyle/>
        <a:p>
          <a:r>
            <a:rPr lang="uk-UA" b="0" i="0" dirty="0"/>
            <a:t>Дорогобузьку ікону Богородиці.</a:t>
          </a:r>
          <a:endParaRPr lang="uk-UA" dirty="0"/>
        </a:p>
      </dgm:t>
    </dgm:pt>
    <dgm:pt modelId="{2E67D047-2D0C-47AC-B2AC-F8F18D31F1FC}" type="parTrans" cxnId="{E29E0AE9-8D46-48AC-8D89-B6778E7B24B3}">
      <dgm:prSet/>
      <dgm:spPr/>
      <dgm:t>
        <a:bodyPr/>
        <a:lstStyle/>
        <a:p>
          <a:endParaRPr lang="uk-UA"/>
        </a:p>
      </dgm:t>
    </dgm:pt>
    <dgm:pt modelId="{195461B6-76C6-4518-8456-28C774986A0C}" type="sibTrans" cxnId="{E29E0AE9-8D46-48AC-8D89-B6778E7B24B3}">
      <dgm:prSet/>
      <dgm:spPr/>
      <dgm:t>
        <a:bodyPr/>
        <a:lstStyle/>
        <a:p>
          <a:endParaRPr lang="uk-UA"/>
        </a:p>
      </dgm:t>
    </dgm:pt>
    <dgm:pt modelId="{6169D58D-5EF8-48B6-B926-B0A70920F552}">
      <dgm:prSet/>
      <dgm:spPr/>
      <dgm:t>
        <a:bodyPr/>
        <a:lstStyle/>
        <a:p>
          <a:r>
            <a:rPr lang="uk-UA" b="0" i="0"/>
            <a:t>Вишгородську ікону Богородиці.</a:t>
          </a:r>
          <a:endParaRPr lang="uk-UA"/>
        </a:p>
      </dgm:t>
    </dgm:pt>
    <dgm:pt modelId="{27903BDC-B2EF-4F61-A70B-FD55172E13F7}" type="parTrans" cxnId="{07B47073-243B-4736-832E-E06CC7B1B956}">
      <dgm:prSet/>
      <dgm:spPr/>
      <dgm:t>
        <a:bodyPr/>
        <a:lstStyle/>
        <a:p>
          <a:endParaRPr lang="uk-UA"/>
        </a:p>
      </dgm:t>
    </dgm:pt>
    <dgm:pt modelId="{4FFB9C38-83E9-4712-8E7D-DAE5DA3C4F93}" type="sibTrans" cxnId="{07B47073-243B-4736-832E-E06CC7B1B956}">
      <dgm:prSet/>
      <dgm:spPr/>
      <dgm:t>
        <a:bodyPr/>
        <a:lstStyle/>
        <a:p>
          <a:endParaRPr lang="uk-UA"/>
        </a:p>
      </dgm:t>
    </dgm:pt>
    <dgm:pt modelId="{49F44969-1CA3-4370-8DD7-F6A8BE215E63}">
      <dgm:prSet/>
      <dgm:spPr/>
      <dgm:t>
        <a:bodyPr/>
        <a:lstStyle/>
        <a:p>
          <a:r>
            <a:rPr lang="uk-UA" b="0" i="0" dirty="0"/>
            <a:t>Холмську ікону Богородиці.</a:t>
          </a:r>
          <a:endParaRPr lang="uk-UA" dirty="0"/>
        </a:p>
      </dgm:t>
    </dgm:pt>
    <dgm:pt modelId="{A78F763C-0D68-449F-8B58-B7E2684E4772}" type="parTrans" cxnId="{93D1B22C-54F8-41F4-8C76-0A130EE23B87}">
      <dgm:prSet/>
      <dgm:spPr/>
      <dgm:t>
        <a:bodyPr/>
        <a:lstStyle/>
        <a:p>
          <a:endParaRPr lang="uk-UA"/>
        </a:p>
      </dgm:t>
    </dgm:pt>
    <dgm:pt modelId="{608EFEB2-F557-4810-8D88-548157FB7CE5}" type="sibTrans" cxnId="{93D1B22C-54F8-41F4-8C76-0A130EE23B87}">
      <dgm:prSet/>
      <dgm:spPr/>
      <dgm:t>
        <a:bodyPr/>
        <a:lstStyle/>
        <a:p>
          <a:endParaRPr lang="uk-UA"/>
        </a:p>
      </dgm:t>
    </dgm:pt>
    <dgm:pt modelId="{55DA86E7-078E-4208-A57D-3AF459D5E194}" type="pres">
      <dgm:prSet presAssocID="{A49464E2-ABDC-44A6-9057-009D31756CD4}" presName="Name0" presStyleCnt="0">
        <dgm:presLayoutVars>
          <dgm:chMax val="7"/>
          <dgm:chPref val="7"/>
          <dgm:dir/>
        </dgm:presLayoutVars>
      </dgm:prSet>
      <dgm:spPr/>
    </dgm:pt>
    <dgm:pt modelId="{7E40A11E-A626-40C3-B4FF-14EDE9EB61DC}" type="pres">
      <dgm:prSet presAssocID="{A49464E2-ABDC-44A6-9057-009D31756CD4}" presName="Name1" presStyleCnt="0"/>
      <dgm:spPr/>
    </dgm:pt>
    <dgm:pt modelId="{725EE351-B754-4827-94C1-283EAF045C5F}" type="pres">
      <dgm:prSet presAssocID="{A49464E2-ABDC-44A6-9057-009D31756CD4}" presName="cycle" presStyleCnt="0"/>
      <dgm:spPr/>
    </dgm:pt>
    <dgm:pt modelId="{2B8AC5EB-9840-4656-BDB5-B248EA745E72}" type="pres">
      <dgm:prSet presAssocID="{A49464E2-ABDC-44A6-9057-009D31756CD4}" presName="srcNode" presStyleLbl="node1" presStyleIdx="0" presStyleCnt="4"/>
      <dgm:spPr/>
    </dgm:pt>
    <dgm:pt modelId="{A182B83F-F25D-4086-A5F1-CB14D6C43C61}" type="pres">
      <dgm:prSet presAssocID="{A49464E2-ABDC-44A6-9057-009D31756CD4}" presName="conn" presStyleLbl="parChTrans1D2" presStyleIdx="0" presStyleCnt="1"/>
      <dgm:spPr/>
    </dgm:pt>
    <dgm:pt modelId="{E1F935CC-5D72-4FFC-8262-9772598B1303}" type="pres">
      <dgm:prSet presAssocID="{A49464E2-ABDC-44A6-9057-009D31756CD4}" presName="extraNode" presStyleLbl="node1" presStyleIdx="0" presStyleCnt="4"/>
      <dgm:spPr/>
    </dgm:pt>
    <dgm:pt modelId="{8B937E25-855B-4673-93AD-93AD0B257876}" type="pres">
      <dgm:prSet presAssocID="{A49464E2-ABDC-44A6-9057-009D31756CD4}" presName="dstNode" presStyleLbl="node1" presStyleIdx="0" presStyleCnt="4"/>
      <dgm:spPr/>
    </dgm:pt>
    <dgm:pt modelId="{761CFA76-AFDD-43D9-BE97-A965E76B6B49}" type="pres">
      <dgm:prSet presAssocID="{6AD20EB5-5832-4B39-B597-E6C9C2BF00A2}" presName="text_1" presStyleLbl="node1" presStyleIdx="0" presStyleCnt="4">
        <dgm:presLayoutVars>
          <dgm:bulletEnabled val="1"/>
        </dgm:presLayoutVars>
      </dgm:prSet>
      <dgm:spPr/>
    </dgm:pt>
    <dgm:pt modelId="{8C990BFB-BDCC-48C9-9915-A9DB6F5D7203}" type="pres">
      <dgm:prSet presAssocID="{6AD20EB5-5832-4B39-B597-E6C9C2BF00A2}" presName="accent_1" presStyleCnt="0"/>
      <dgm:spPr/>
    </dgm:pt>
    <dgm:pt modelId="{622A6E9B-77AC-461D-B6DE-2E0A7E80E831}" type="pres">
      <dgm:prSet presAssocID="{6AD20EB5-5832-4B39-B597-E6C9C2BF00A2}" presName="accentRepeatNode" presStyleLbl="solidFgAcc1" presStyleIdx="0" presStyleCnt="4"/>
      <dgm:spPr/>
    </dgm:pt>
    <dgm:pt modelId="{9D3D95BC-C2A0-4427-A39F-E5FFC7A5CC0C}" type="pres">
      <dgm:prSet presAssocID="{2989534D-CF16-4823-A6C8-7F32A5E26664}" presName="text_2" presStyleLbl="node1" presStyleIdx="1" presStyleCnt="4">
        <dgm:presLayoutVars>
          <dgm:bulletEnabled val="1"/>
        </dgm:presLayoutVars>
      </dgm:prSet>
      <dgm:spPr/>
    </dgm:pt>
    <dgm:pt modelId="{C93560E2-4534-47A3-885B-FB34B60A1A00}" type="pres">
      <dgm:prSet presAssocID="{2989534D-CF16-4823-A6C8-7F32A5E26664}" presName="accent_2" presStyleCnt="0"/>
      <dgm:spPr/>
    </dgm:pt>
    <dgm:pt modelId="{46FC66F8-4991-4EA0-965A-40460D858AEC}" type="pres">
      <dgm:prSet presAssocID="{2989534D-CF16-4823-A6C8-7F32A5E26664}" presName="accentRepeatNode" presStyleLbl="solidFgAcc1" presStyleIdx="1" presStyleCnt="4"/>
      <dgm:spPr/>
    </dgm:pt>
    <dgm:pt modelId="{CF8E6EA9-9F94-4165-896C-F81D991C597B}" type="pres">
      <dgm:prSet presAssocID="{6169D58D-5EF8-48B6-B926-B0A70920F552}" presName="text_3" presStyleLbl="node1" presStyleIdx="2" presStyleCnt="4">
        <dgm:presLayoutVars>
          <dgm:bulletEnabled val="1"/>
        </dgm:presLayoutVars>
      </dgm:prSet>
      <dgm:spPr/>
    </dgm:pt>
    <dgm:pt modelId="{EDFD59EA-D432-4C4A-AFF5-EECAA38E6522}" type="pres">
      <dgm:prSet presAssocID="{6169D58D-5EF8-48B6-B926-B0A70920F552}" presName="accent_3" presStyleCnt="0"/>
      <dgm:spPr/>
    </dgm:pt>
    <dgm:pt modelId="{A0DC58EE-A037-4A77-8FD4-735C5F6C1B7F}" type="pres">
      <dgm:prSet presAssocID="{6169D58D-5EF8-48B6-B926-B0A70920F552}" presName="accentRepeatNode" presStyleLbl="solidFgAcc1" presStyleIdx="2" presStyleCnt="4"/>
      <dgm:spPr/>
    </dgm:pt>
    <dgm:pt modelId="{937DC803-61C2-42C8-9322-65EC62A8972C}" type="pres">
      <dgm:prSet presAssocID="{49F44969-1CA3-4370-8DD7-F6A8BE215E63}" presName="text_4" presStyleLbl="node1" presStyleIdx="3" presStyleCnt="4">
        <dgm:presLayoutVars>
          <dgm:bulletEnabled val="1"/>
        </dgm:presLayoutVars>
      </dgm:prSet>
      <dgm:spPr/>
    </dgm:pt>
    <dgm:pt modelId="{9CE71293-7213-488C-AEB3-A4B738023FCC}" type="pres">
      <dgm:prSet presAssocID="{49F44969-1CA3-4370-8DD7-F6A8BE215E63}" presName="accent_4" presStyleCnt="0"/>
      <dgm:spPr/>
    </dgm:pt>
    <dgm:pt modelId="{8BAFCA70-423A-42A2-B22E-BCC6024A9252}" type="pres">
      <dgm:prSet presAssocID="{49F44969-1CA3-4370-8DD7-F6A8BE215E63}" presName="accentRepeatNode" presStyleLbl="solidFgAcc1" presStyleIdx="3" presStyleCnt="4"/>
      <dgm:spPr/>
    </dgm:pt>
  </dgm:ptLst>
  <dgm:cxnLst>
    <dgm:cxn modelId="{32123629-567B-42F1-8619-BCCB4569FCA3}" type="presOf" srcId="{6AD20EB5-5832-4B39-B597-E6C9C2BF00A2}" destId="{761CFA76-AFDD-43D9-BE97-A965E76B6B49}" srcOrd="0" destOrd="0" presId="urn:microsoft.com/office/officeart/2008/layout/VerticalCurvedList"/>
    <dgm:cxn modelId="{93D1B22C-54F8-41F4-8C76-0A130EE23B87}" srcId="{A49464E2-ABDC-44A6-9057-009D31756CD4}" destId="{49F44969-1CA3-4370-8DD7-F6A8BE215E63}" srcOrd="3" destOrd="0" parTransId="{A78F763C-0D68-449F-8B58-B7E2684E4772}" sibTransId="{608EFEB2-F557-4810-8D88-548157FB7CE5}"/>
    <dgm:cxn modelId="{F6A39352-E142-49C6-9A0B-B20087DFEC38}" type="presOf" srcId="{6169D58D-5EF8-48B6-B926-B0A70920F552}" destId="{CF8E6EA9-9F94-4165-896C-F81D991C597B}" srcOrd="0" destOrd="0" presId="urn:microsoft.com/office/officeart/2008/layout/VerticalCurvedList"/>
    <dgm:cxn modelId="{07B47073-243B-4736-832E-E06CC7B1B956}" srcId="{A49464E2-ABDC-44A6-9057-009D31756CD4}" destId="{6169D58D-5EF8-48B6-B926-B0A70920F552}" srcOrd="2" destOrd="0" parTransId="{27903BDC-B2EF-4F61-A70B-FD55172E13F7}" sibTransId="{4FFB9C38-83E9-4712-8E7D-DAE5DA3C4F93}"/>
    <dgm:cxn modelId="{3286C792-402E-4A1C-BE91-59AB2D19F335}" type="presOf" srcId="{2989534D-CF16-4823-A6C8-7F32A5E26664}" destId="{9D3D95BC-C2A0-4427-A39F-E5FFC7A5CC0C}" srcOrd="0" destOrd="0" presId="urn:microsoft.com/office/officeart/2008/layout/VerticalCurvedList"/>
    <dgm:cxn modelId="{232625C5-E122-4FF6-87C0-EDB5B12A0B01}" type="presOf" srcId="{96F7BB79-9AB1-4D57-8357-3941EB8E26E2}" destId="{A182B83F-F25D-4086-A5F1-CB14D6C43C61}" srcOrd="0" destOrd="0" presId="urn:microsoft.com/office/officeart/2008/layout/VerticalCurvedList"/>
    <dgm:cxn modelId="{F7E2A5CD-35C3-45FB-8F4A-27A6DC99A7FB}" type="presOf" srcId="{A49464E2-ABDC-44A6-9057-009D31756CD4}" destId="{55DA86E7-078E-4208-A57D-3AF459D5E194}" srcOrd="0" destOrd="0" presId="urn:microsoft.com/office/officeart/2008/layout/VerticalCurvedList"/>
    <dgm:cxn modelId="{A00F09E4-281C-417A-AB89-927F7DB19BCA}" type="presOf" srcId="{49F44969-1CA3-4370-8DD7-F6A8BE215E63}" destId="{937DC803-61C2-42C8-9322-65EC62A8972C}" srcOrd="0" destOrd="0" presId="urn:microsoft.com/office/officeart/2008/layout/VerticalCurvedList"/>
    <dgm:cxn modelId="{E29E0AE9-8D46-48AC-8D89-B6778E7B24B3}" srcId="{A49464E2-ABDC-44A6-9057-009D31756CD4}" destId="{2989534D-CF16-4823-A6C8-7F32A5E26664}" srcOrd="1" destOrd="0" parTransId="{2E67D047-2D0C-47AC-B2AC-F8F18D31F1FC}" sibTransId="{195461B6-76C6-4518-8456-28C774986A0C}"/>
    <dgm:cxn modelId="{B12C4EF3-C199-4B2D-ABC8-352D1F8CFEE2}" srcId="{A49464E2-ABDC-44A6-9057-009D31756CD4}" destId="{6AD20EB5-5832-4B39-B597-E6C9C2BF00A2}" srcOrd="0" destOrd="0" parTransId="{9E07DE04-FB6E-4B62-8B30-1150D132609B}" sibTransId="{96F7BB79-9AB1-4D57-8357-3941EB8E26E2}"/>
    <dgm:cxn modelId="{456CC345-53A5-4C0A-A985-D9E18FD9CB5E}" type="presParOf" srcId="{55DA86E7-078E-4208-A57D-3AF459D5E194}" destId="{7E40A11E-A626-40C3-B4FF-14EDE9EB61DC}" srcOrd="0" destOrd="0" presId="urn:microsoft.com/office/officeart/2008/layout/VerticalCurvedList"/>
    <dgm:cxn modelId="{FF05D50E-E674-436F-A81C-ED20E1375DF8}" type="presParOf" srcId="{7E40A11E-A626-40C3-B4FF-14EDE9EB61DC}" destId="{725EE351-B754-4827-94C1-283EAF045C5F}" srcOrd="0" destOrd="0" presId="urn:microsoft.com/office/officeart/2008/layout/VerticalCurvedList"/>
    <dgm:cxn modelId="{11C82553-4EC4-4479-8EF6-9398EA389F06}" type="presParOf" srcId="{725EE351-B754-4827-94C1-283EAF045C5F}" destId="{2B8AC5EB-9840-4656-BDB5-B248EA745E72}" srcOrd="0" destOrd="0" presId="urn:microsoft.com/office/officeart/2008/layout/VerticalCurvedList"/>
    <dgm:cxn modelId="{543B3B54-4028-4843-BA07-EFE6BF0381BF}" type="presParOf" srcId="{725EE351-B754-4827-94C1-283EAF045C5F}" destId="{A182B83F-F25D-4086-A5F1-CB14D6C43C61}" srcOrd="1" destOrd="0" presId="urn:microsoft.com/office/officeart/2008/layout/VerticalCurvedList"/>
    <dgm:cxn modelId="{A5F68AA8-CA27-4959-B846-D9B171C7F6D5}" type="presParOf" srcId="{725EE351-B754-4827-94C1-283EAF045C5F}" destId="{E1F935CC-5D72-4FFC-8262-9772598B1303}" srcOrd="2" destOrd="0" presId="urn:microsoft.com/office/officeart/2008/layout/VerticalCurvedList"/>
    <dgm:cxn modelId="{6D82D61B-BE48-4A93-867D-2B5F057FF11F}" type="presParOf" srcId="{725EE351-B754-4827-94C1-283EAF045C5F}" destId="{8B937E25-855B-4673-93AD-93AD0B257876}" srcOrd="3" destOrd="0" presId="urn:microsoft.com/office/officeart/2008/layout/VerticalCurvedList"/>
    <dgm:cxn modelId="{472877F6-3F12-4235-BCE6-105BE54E5043}" type="presParOf" srcId="{7E40A11E-A626-40C3-B4FF-14EDE9EB61DC}" destId="{761CFA76-AFDD-43D9-BE97-A965E76B6B49}" srcOrd="1" destOrd="0" presId="urn:microsoft.com/office/officeart/2008/layout/VerticalCurvedList"/>
    <dgm:cxn modelId="{A850F713-0B6A-4D28-B0A4-EA5CABFA36EE}" type="presParOf" srcId="{7E40A11E-A626-40C3-B4FF-14EDE9EB61DC}" destId="{8C990BFB-BDCC-48C9-9915-A9DB6F5D7203}" srcOrd="2" destOrd="0" presId="urn:microsoft.com/office/officeart/2008/layout/VerticalCurvedList"/>
    <dgm:cxn modelId="{AC10BFE3-587F-4F0A-BCA9-F0F6079125B0}" type="presParOf" srcId="{8C990BFB-BDCC-48C9-9915-A9DB6F5D7203}" destId="{622A6E9B-77AC-461D-B6DE-2E0A7E80E831}" srcOrd="0" destOrd="0" presId="urn:microsoft.com/office/officeart/2008/layout/VerticalCurvedList"/>
    <dgm:cxn modelId="{8410EF65-0781-466D-A48D-5DBA2F883DEC}" type="presParOf" srcId="{7E40A11E-A626-40C3-B4FF-14EDE9EB61DC}" destId="{9D3D95BC-C2A0-4427-A39F-E5FFC7A5CC0C}" srcOrd="3" destOrd="0" presId="urn:microsoft.com/office/officeart/2008/layout/VerticalCurvedList"/>
    <dgm:cxn modelId="{502C1886-231C-4F07-94F8-80FE9A112346}" type="presParOf" srcId="{7E40A11E-A626-40C3-B4FF-14EDE9EB61DC}" destId="{C93560E2-4534-47A3-885B-FB34B60A1A00}" srcOrd="4" destOrd="0" presId="urn:microsoft.com/office/officeart/2008/layout/VerticalCurvedList"/>
    <dgm:cxn modelId="{B51095DB-2558-4858-A81F-125378AD5CBB}" type="presParOf" srcId="{C93560E2-4534-47A3-885B-FB34B60A1A00}" destId="{46FC66F8-4991-4EA0-965A-40460D858AEC}" srcOrd="0" destOrd="0" presId="urn:microsoft.com/office/officeart/2008/layout/VerticalCurvedList"/>
    <dgm:cxn modelId="{68BD4825-8655-4396-9D1A-70E2CB022B9B}" type="presParOf" srcId="{7E40A11E-A626-40C3-B4FF-14EDE9EB61DC}" destId="{CF8E6EA9-9F94-4165-896C-F81D991C597B}" srcOrd="5" destOrd="0" presId="urn:microsoft.com/office/officeart/2008/layout/VerticalCurvedList"/>
    <dgm:cxn modelId="{26B186E8-4782-4BCF-A7B1-05BCC5D7694F}" type="presParOf" srcId="{7E40A11E-A626-40C3-B4FF-14EDE9EB61DC}" destId="{EDFD59EA-D432-4C4A-AFF5-EECAA38E6522}" srcOrd="6" destOrd="0" presId="urn:microsoft.com/office/officeart/2008/layout/VerticalCurvedList"/>
    <dgm:cxn modelId="{542E5461-EB3E-4F68-AC5A-058828ABC790}" type="presParOf" srcId="{EDFD59EA-D432-4C4A-AFF5-EECAA38E6522}" destId="{A0DC58EE-A037-4A77-8FD4-735C5F6C1B7F}" srcOrd="0" destOrd="0" presId="urn:microsoft.com/office/officeart/2008/layout/VerticalCurvedList"/>
    <dgm:cxn modelId="{008BB44B-EC5C-451E-83F3-B4CDAA5BFA0B}" type="presParOf" srcId="{7E40A11E-A626-40C3-B4FF-14EDE9EB61DC}" destId="{937DC803-61C2-42C8-9322-65EC62A8972C}" srcOrd="7" destOrd="0" presId="urn:microsoft.com/office/officeart/2008/layout/VerticalCurvedList"/>
    <dgm:cxn modelId="{45323925-7BA0-4607-8CBB-4FD886BECA61}" type="presParOf" srcId="{7E40A11E-A626-40C3-B4FF-14EDE9EB61DC}" destId="{9CE71293-7213-488C-AEB3-A4B738023FCC}" srcOrd="8" destOrd="0" presId="urn:microsoft.com/office/officeart/2008/layout/VerticalCurvedList"/>
    <dgm:cxn modelId="{D2468B44-DEA4-46D4-B060-58F1B779A623}" type="presParOf" srcId="{9CE71293-7213-488C-AEB3-A4B738023FCC}" destId="{8BAFCA70-423A-42A2-B22E-BCC6024A925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B951EDAC-4E23-47FF-9AFD-98D582C4305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1B8BB8-FC34-4188-BDE7-E7279768196A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Руткович</a:t>
          </a:r>
          <a:endParaRPr lang="uk-UA" dirty="0"/>
        </a:p>
      </dgm:t>
    </dgm:pt>
    <dgm:pt modelId="{E6224FB5-08B4-46A8-8E54-43657A16182D}" type="parTrans" cxnId="{FC2572F9-F697-40DA-9221-E6CF6FB4A4BE}">
      <dgm:prSet/>
      <dgm:spPr/>
      <dgm:t>
        <a:bodyPr/>
        <a:lstStyle/>
        <a:p>
          <a:endParaRPr lang="uk-UA"/>
        </a:p>
      </dgm:t>
    </dgm:pt>
    <dgm:pt modelId="{BC2FD3EE-786B-408F-A709-D0D03CDD3D95}" type="sibTrans" cxnId="{FC2572F9-F697-40DA-9221-E6CF6FB4A4BE}">
      <dgm:prSet/>
      <dgm:spPr/>
      <dgm:t>
        <a:bodyPr/>
        <a:lstStyle/>
        <a:p>
          <a:endParaRPr lang="uk-UA"/>
        </a:p>
      </dgm:t>
    </dgm:pt>
    <dgm:pt modelId="{A0B1D927-EA13-423B-BE69-B2098A551C7C}">
      <dgm:prSet/>
      <dgm:spPr/>
      <dgm:t>
        <a:bodyPr/>
        <a:lstStyle/>
        <a:p>
          <a:r>
            <a:rPr lang="ru-RU" b="0" i="0"/>
            <a:t>О. Горошкович</a:t>
          </a:r>
          <a:endParaRPr lang="uk-UA"/>
        </a:p>
      </dgm:t>
    </dgm:pt>
    <dgm:pt modelId="{EBEDE62D-894E-417D-9348-B765F240B69F}" type="parTrans" cxnId="{DA0619EC-F509-4EC3-AC02-2F2CEF3A6F39}">
      <dgm:prSet/>
      <dgm:spPr/>
      <dgm:t>
        <a:bodyPr/>
        <a:lstStyle/>
        <a:p>
          <a:endParaRPr lang="uk-UA"/>
        </a:p>
      </dgm:t>
    </dgm:pt>
    <dgm:pt modelId="{48591EF1-0D64-44E9-85FB-2DBDAA12A0C5}" type="sibTrans" cxnId="{DA0619EC-F509-4EC3-AC02-2F2CEF3A6F39}">
      <dgm:prSet/>
      <dgm:spPr/>
      <dgm:t>
        <a:bodyPr/>
        <a:lstStyle/>
        <a:p>
          <a:endParaRPr lang="uk-UA"/>
        </a:p>
      </dgm:t>
    </dgm:pt>
    <dgm:pt modelId="{0B21C609-42FF-406F-8242-C61D3EC327BE}">
      <dgm:prSet/>
      <dgm:spPr/>
      <dgm:t>
        <a:bodyPr/>
        <a:lstStyle/>
        <a:p>
          <a:r>
            <a:rPr lang="ru-RU" b="0" i="0"/>
            <a:t>Й. Кондзелевич</a:t>
          </a:r>
          <a:endParaRPr lang="uk-UA"/>
        </a:p>
      </dgm:t>
    </dgm:pt>
    <dgm:pt modelId="{6A376B41-9992-4E80-A486-DCE89548BF0F}" type="parTrans" cxnId="{7847F081-CE4A-4E17-B2C2-613CAE88D12E}">
      <dgm:prSet/>
      <dgm:spPr/>
      <dgm:t>
        <a:bodyPr/>
        <a:lstStyle/>
        <a:p>
          <a:endParaRPr lang="uk-UA"/>
        </a:p>
      </dgm:t>
    </dgm:pt>
    <dgm:pt modelId="{8560E687-C341-47ED-80AA-DCC624E3BEC8}" type="sibTrans" cxnId="{7847F081-CE4A-4E17-B2C2-613CAE88D12E}">
      <dgm:prSet/>
      <dgm:spPr/>
      <dgm:t>
        <a:bodyPr/>
        <a:lstStyle/>
        <a:p>
          <a:endParaRPr lang="uk-UA"/>
        </a:p>
      </dgm:t>
    </dgm:pt>
    <dgm:pt modelId="{6CE0AE28-E4C8-42D6-92C5-28D5517D1299}">
      <dgm:prSet/>
      <dgm:spPr/>
      <dgm:t>
        <a:bodyPr/>
        <a:lstStyle/>
        <a:p>
          <a:r>
            <a:rPr lang="ru-RU" b="0" i="0" dirty="0"/>
            <a:t>М. </a:t>
          </a:r>
          <a:r>
            <a:rPr lang="ru-RU" b="0" i="0" dirty="0" err="1"/>
            <a:t>Петрахнович</a:t>
          </a:r>
          <a:endParaRPr lang="uk-UA" dirty="0"/>
        </a:p>
      </dgm:t>
    </dgm:pt>
    <dgm:pt modelId="{CFDECC89-9A44-4751-BDEC-483A0A945455}" type="parTrans" cxnId="{463D2780-EA59-4AE7-BBC4-2A552218D23D}">
      <dgm:prSet/>
      <dgm:spPr/>
      <dgm:t>
        <a:bodyPr/>
        <a:lstStyle/>
        <a:p>
          <a:endParaRPr lang="uk-UA"/>
        </a:p>
      </dgm:t>
    </dgm:pt>
    <dgm:pt modelId="{B3CC3602-D6A8-4C66-9DA8-CB5DA501C882}" type="sibTrans" cxnId="{463D2780-EA59-4AE7-BBC4-2A552218D23D}">
      <dgm:prSet/>
      <dgm:spPr/>
      <dgm:t>
        <a:bodyPr/>
        <a:lstStyle/>
        <a:p>
          <a:endParaRPr lang="uk-UA"/>
        </a:p>
      </dgm:t>
    </dgm:pt>
    <dgm:pt modelId="{C9ECF172-5BB4-42DD-9B03-37A58BE37015}" type="pres">
      <dgm:prSet presAssocID="{B951EDAC-4E23-47FF-9AFD-98D582C43053}" presName="linearFlow" presStyleCnt="0">
        <dgm:presLayoutVars>
          <dgm:dir/>
          <dgm:resizeHandles val="exact"/>
        </dgm:presLayoutVars>
      </dgm:prSet>
      <dgm:spPr/>
    </dgm:pt>
    <dgm:pt modelId="{4F611B1B-E2E1-41AB-8192-E1F6124FAF10}" type="pres">
      <dgm:prSet presAssocID="{C61B8BB8-FC34-4188-BDE7-E7279768196A}" presName="composite" presStyleCnt="0"/>
      <dgm:spPr/>
    </dgm:pt>
    <dgm:pt modelId="{33FEE8B3-71B6-41BC-B861-4B00BA53E24F}" type="pres">
      <dgm:prSet presAssocID="{C61B8BB8-FC34-4188-BDE7-E7279768196A}" presName="imgShp" presStyleLbl="fgImgPlace1" presStyleIdx="0" presStyleCnt="4"/>
      <dgm:spPr/>
    </dgm:pt>
    <dgm:pt modelId="{416F8FB8-1028-428F-BB73-B7137663D529}" type="pres">
      <dgm:prSet presAssocID="{C61B8BB8-FC34-4188-BDE7-E7279768196A}" presName="txShp" presStyleLbl="node1" presStyleIdx="0" presStyleCnt="4">
        <dgm:presLayoutVars>
          <dgm:bulletEnabled val="1"/>
        </dgm:presLayoutVars>
      </dgm:prSet>
      <dgm:spPr/>
    </dgm:pt>
    <dgm:pt modelId="{DBB8860F-82C9-41C9-A965-612B579C03BF}" type="pres">
      <dgm:prSet presAssocID="{BC2FD3EE-786B-408F-A709-D0D03CDD3D95}" presName="spacing" presStyleCnt="0"/>
      <dgm:spPr/>
    </dgm:pt>
    <dgm:pt modelId="{5091C601-87BD-4A33-8A6B-7685B3A4ED3D}" type="pres">
      <dgm:prSet presAssocID="{A0B1D927-EA13-423B-BE69-B2098A551C7C}" presName="composite" presStyleCnt="0"/>
      <dgm:spPr/>
    </dgm:pt>
    <dgm:pt modelId="{4255098C-D3DA-4354-94A2-49EA6FA6FA4D}" type="pres">
      <dgm:prSet presAssocID="{A0B1D927-EA13-423B-BE69-B2098A551C7C}" presName="imgShp" presStyleLbl="fgImgPlace1" presStyleIdx="1" presStyleCnt="4"/>
      <dgm:spPr/>
    </dgm:pt>
    <dgm:pt modelId="{DE59CDA7-BB10-48FA-A850-5AD801852C0F}" type="pres">
      <dgm:prSet presAssocID="{A0B1D927-EA13-423B-BE69-B2098A551C7C}" presName="txShp" presStyleLbl="node1" presStyleIdx="1" presStyleCnt="4">
        <dgm:presLayoutVars>
          <dgm:bulletEnabled val="1"/>
        </dgm:presLayoutVars>
      </dgm:prSet>
      <dgm:spPr/>
    </dgm:pt>
    <dgm:pt modelId="{96A8D6C4-891B-432A-90D0-34BDA803146C}" type="pres">
      <dgm:prSet presAssocID="{48591EF1-0D64-44E9-85FB-2DBDAA12A0C5}" presName="spacing" presStyleCnt="0"/>
      <dgm:spPr/>
    </dgm:pt>
    <dgm:pt modelId="{42939677-C92C-42B6-809D-1A9A884BD8BA}" type="pres">
      <dgm:prSet presAssocID="{0B21C609-42FF-406F-8242-C61D3EC327BE}" presName="composite" presStyleCnt="0"/>
      <dgm:spPr/>
    </dgm:pt>
    <dgm:pt modelId="{94B1513E-8E3E-48A5-821F-5F0582DF95C2}" type="pres">
      <dgm:prSet presAssocID="{0B21C609-42FF-406F-8242-C61D3EC327BE}" presName="imgShp" presStyleLbl="fgImgPlace1" presStyleIdx="2" presStyleCnt="4"/>
      <dgm:spPr/>
    </dgm:pt>
    <dgm:pt modelId="{CDBF1E32-6D3D-4D1B-B51E-54DD21E5868B}" type="pres">
      <dgm:prSet presAssocID="{0B21C609-42FF-406F-8242-C61D3EC327BE}" presName="txShp" presStyleLbl="node1" presStyleIdx="2" presStyleCnt="4">
        <dgm:presLayoutVars>
          <dgm:bulletEnabled val="1"/>
        </dgm:presLayoutVars>
      </dgm:prSet>
      <dgm:spPr/>
    </dgm:pt>
    <dgm:pt modelId="{568A447C-4388-4DED-B1C3-1123A44772FC}" type="pres">
      <dgm:prSet presAssocID="{8560E687-C341-47ED-80AA-DCC624E3BEC8}" presName="spacing" presStyleCnt="0"/>
      <dgm:spPr/>
    </dgm:pt>
    <dgm:pt modelId="{BC489294-EE0C-4FEC-B697-59CBA562BE58}" type="pres">
      <dgm:prSet presAssocID="{6CE0AE28-E4C8-42D6-92C5-28D5517D1299}" presName="composite" presStyleCnt="0"/>
      <dgm:spPr/>
    </dgm:pt>
    <dgm:pt modelId="{42A9C4B7-016A-45EB-A69D-B5F86FA7FC77}" type="pres">
      <dgm:prSet presAssocID="{6CE0AE28-E4C8-42D6-92C5-28D5517D1299}" presName="imgShp" presStyleLbl="fgImgPlace1" presStyleIdx="3" presStyleCnt="4"/>
      <dgm:spPr/>
    </dgm:pt>
    <dgm:pt modelId="{E5316E39-23D8-4C0F-BF82-F08130DBEDD8}" type="pres">
      <dgm:prSet presAssocID="{6CE0AE28-E4C8-42D6-92C5-28D5517D1299}" presName="txShp" presStyleLbl="node1" presStyleIdx="3" presStyleCnt="4">
        <dgm:presLayoutVars>
          <dgm:bulletEnabled val="1"/>
        </dgm:presLayoutVars>
      </dgm:prSet>
      <dgm:spPr/>
    </dgm:pt>
  </dgm:ptLst>
  <dgm:cxnLst>
    <dgm:cxn modelId="{734F9F0A-1527-4073-9480-FE00DF3A663C}" type="presOf" srcId="{A0B1D927-EA13-423B-BE69-B2098A551C7C}" destId="{DE59CDA7-BB10-48FA-A850-5AD801852C0F}" srcOrd="0" destOrd="0" presId="urn:microsoft.com/office/officeart/2005/8/layout/vList3"/>
    <dgm:cxn modelId="{23EFB52A-27DB-4F48-81B3-4D93E399B7FB}" type="presOf" srcId="{0B21C609-42FF-406F-8242-C61D3EC327BE}" destId="{CDBF1E32-6D3D-4D1B-B51E-54DD21E5868B}" srcOrd="0" destOrd="0" presId="urn:microsoft.com/office/officeart/2005/8/layout/vList3"/>
    <dgm:cxn modelId="{F9E2FA63-5335-4C9A-9770-0DD17B464956}" type="presOf" srcId="{C61B8BB8-FC34-4188-BDE7-E7279768196A}" destId="{416F8FB8-1028-428F-BB73-B7137663D529}" srcOrd="0" destOrd="0" presId="urn:microsoft.com/office/officeart/2005/8/layout/vList3"/>
    <dgm:cxn modelId="{E4396264-3052-48DE-9056-6AE24177F7BA}" type="presOf" srcId="{6CE0AE28-E4C8-42D6-92C5-28D5517D1299}" destId="{E5316E39-23D8-4C0F-BF82-F08130DBEDD8}" srcOrd="0" destOrd="0" presId="urn:microsoft.com/office/officeart/2005/8/layout/vList3"/>
    <dgm:cxn modelId="{82844F6D-5013-4178-8BED-DF911E502ADF}" type="presOf" srcId="{B951EDAC-4E23-47FF-9AFD-98D582C43053}" destId="{C9ECF172-5BB4-42DD-9B03-37A58BE37015}" srcOrd="0" destOrd="0" presId="urn:microsoft.com/office/officeart/2005/8/layout/vList3"/>
    <dgm:cxn modelId="{463D2780-EA59-4AE7-BBC4-2A552218D23D}" srcId="{B951EDAC-4E23-47FF-9AFD-98D582C43053}" destId="{6CE0AE28-E4C8-42D6-92C5-28D5517D1299}" srcOrd="3" destOrd="0" parTransId="{CFDECC89-9A44-4751-BDEC-483A0A945455}" sibTransId="{B3CC3602-D6A8-4C66-9DA8-CB5DA501C882}"/>
    <dgm:cxn modelId="{7847F081-CE4A-4E17-B2C2-613CAE88D12E}" srcId="{B951EDAC-4E23-47FF-9AFD-98D582C43053}" destId="{0B21C609-42FF-406F-8242-C61D3EC327BE}" srcOrd="2" destOrd="0" parTransId="{6A376B41-9992-4E80-A486-DCE89548BF0F}" sibTransId="{8560E687-C341-47ED-80AA-DCC624E3BEC8}"/>
    <dgm:cxn modelId="{DA0619EC-F509-4EC3-AC02-2F2CEF3A6F39}" srcId="{B951EDAC-4E23-47FF-9AFD-98D582C43053}" destId="{A0B1D927-EA13-423B-BE69-B2098A551C7C}" srcOrd="1" destOrd="0" parTransId="{EBEDE62D-894E-417D-9348-B765F240B69F}" sibTransId="{48591EF1-0D64-44E9-85FB-2DBDAA12A0C5}"/>
    <dgm:cxn modelId="{FC2572F9-F697-40DA-9221-E6CF6FB4A4BE}" srcId="{B951EDAC-4E23-47FF-9AFD-98D582C43053}" destId="{C61B8BB8-FC34-4188-BDE7-E7279768196A}" srcOrd="0" destOrd="0" parTransId="{E6224FB5-08B4-46A8-8E54-43657A16182D}" sibTransId="{BC2FD3EE-786B-408F-A709-D0D03CDD3D95}"/>
    <dgm:cxn modelId="{22BB2C83-8857-4FA7-B5B2-A524F77BC5D7}" type="presParOf" srcId="{C9ECF172-5BB4-42DD-9B03-37A58BE37015}" destId="{4F611B1B-E2E1-41AB-8192-E1F6124FAF10}" srcOrd="0" destOrd="0" presId="urn:microsoft.com/office/officeart/2005/8/layout/vList3"/>
    <dgm:cxn modelId="{ED5AD558-71E0-41C3-8E45-4640A7ABE4AA}" type="presParOf" srcId="{4F611B1B-E2E1-41AB-8192-E1F6124FAF10}" destId="{33FEE8B3-71B6-41BC-B861-4B00BA53E24F}" srcOrd="0" destOrd="0" presId="urn:microsoft.com/office/officeart/2005/8/layout/vList3"/>
    <dgm:cxn modelId="{7096C732-BD46-4CEF-9C08-851D41FAAB86}" type="presParOf" srcId="{4F611B1B-E2E1-41AB-8192-E1F6124FAF10}" destId="{416F8FB8-1028-428F-BB73-B7137663D529}" srcOrd="1" destOrd="0" presId="urn:microsoft.com/office/officeart/2005/8/layout/vList3"/>
    <dgm:cxn modelId="{53F1D842-51A9-454A-AFCF-D996DBF3C0F3}" type="presParOf" srcId="{C9ECF172-5BB4-42DD-9B03-37A58BE37015}" destId="{DBB8860F-82C9-41C9-A965-612B579C03BF}" srcOrd="1" destOrd="0" presId="urn:microsoft.com/office/officeart/2005/8/layout/vList3"/>
    <dgm:cxn modelId="{F902FBEE-030F-4007-8D72-D38C068894C7}" type="presParOf" srcId="{C9ECF172-5BB4-42DD-9B03-37A58BE37015}" destId="{5091C601-87BD-4A33-8A6B-7685B3A4ED3D}" srcOrd="2" destOrd="0" presId="urn:microsoft.com/office/officeart/2005/8/layout/vList3"/>
    <dgm:cxn modelId="{C3E5F92F-283B-4E4F-B2B7-4F0F8B994DB6}" type="presParOf" srcId="{5091C601-87BD-4A33-8A6B-7685B3A4ED3D}" destId="{4255098C-D3DA-4354-94A2-49EA6FA6FA4D}" srcOrd="0" destOrd="0" presId="urn:microsoft.com/office/officeart/2005/8/layout/vList3"/>
    <dgm:cxn modelId="{5A29A387-324F-47FE-88C3-A7307C1C42AF}" type="presParOf" srcId="{5091C601-87BD-4A33-8A6B-7685B3A4ED3D}" destId="{DE59CDA7-BB10-48FA-A850-5AD801852C0F}" srcOrd="1" destOrd="0" presId="urn:microsoft.com/office/officeart/2005/8/layout/vList3"/>
    <dgm:cxn modelId="{8A0A1F6A-2D15-4DA8-9D69-5981CC2565C3}" type="presParOf" srcId="{C9ECF172-5BB4-42DD-9B03-37A58BE37015}" destId="{96A8D6C4-891B-432A-90D0-34BDA803146C}" srcOrd="3" destOrd="0" presId="urn:microsoft.com/office/officeart/2005/8/layout/vList3"/>
    <dgm:cxn modelId="{1D0DF81A-D34C-4DA2-8691-337E5342A08D}" type="presParOf" srcId="{C9ECF172-5BB4-42DD-9B03-37A58BE37015}" destId="{42939677-C92C-42B6-809D-1A9A884BD8BA}" srcOrd="4" destOrd="0" presId="urn:microsoft.com/office/officeart/2005/8/layout/vList3"/>
    <dgm:cxn modelId="{45E111A8-09DB-4403-BEC8-BB99C8CD84BE}" type="presParOf" srcId="{42939677-C92C-42B6-809D-1A9A884BD8BA}" destId="{94B1513E-8E3E-48A5-821F-5F0582DF95C2}" srcOrd="0" destOrd="0" presId="urn:microsoft.com/office/officeart/2005/8/layout/vList3"/>
    <dgm:cxn modelId="{8C62353E-7538-417B-8A6A-2CA292B27F22}" type="presParOf" srcId="{42939677-C92C-42B6-809D-1A9A884BD8BA}" destId="{CDBF1E32-6D3D-4D1B-B51E-54DD21E5868B}" srcOrd="1" destOrd="0" presId="urn:microsoft.com/office/officeart/2005/8/layout/vList3"/>
    <dgm:cxn modelId="{E281BA88-0671-4542-9252-1AACD334F533}" type="presParOf" srcId="{C9ECF172-5BB4-42DD-9B03-37A58BE37015}" destId="{568A447C-4388-4DED-B1C3-1123A44772FC}" srcOrd="5" destOrd="0" presId="urn:microsoft.com/office/officeart/2005/8/layout/vList3"/>
    <dgm:cxn modelId="{EF690CC5-F562-4819-ABD0-0E65D3DEBF1C}" type="presParOf" srcId="{C9ECF172-5BB4-42DD-9B03-37A58BE37015}" destId="{BC489294-EE0C-4FEC-B697-59CBA562BE58}" srcOrd="6" destOrd="0" presId="urn:microsoft.com/office/officeart/2005/8/layout/vList3"/>
    <dgm:cxn modelId="{D11FAE90-DDC1-467A-A2EA-0B07A866C1AC}" type="presParOf" srcId="{BC489294-EE0C-4FEC-B697-59CBA562BE58}" destId="{42A9C4B7-016A-45EB-A69D-B5F86FA7FC77}" srcOrd="0" destOrd="0" presId="urn:microsoft.com/office/officeart/2005/8/layout/vList3"/>
    <dgm:cxn modelId="{BF34E89E-D0E1-426E-A83B-24A8E8C14DE1}" type="presParOf" srcId="{BC489294-EE0C-4FEC-B697-59CBA562BE58}" destId="{E5316E39-23D8-4C0F-BF82-F08130DBEDD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84D1F78A-36E2-4CA3-987C-CE9292E205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904519-5A9F-4B04-83B2-CD9F373A5E5C}">
      <dgm:prSet/>
      <dgm:spPr/>
      <dgm:t>
        <a:bodyPr/>
        <a:lstStyle/>
        <a:p>
          <a:r>
            <a:rPr lang="uk-UA" b="0" i="0"/>
            <a:t>візантійської</a:t>
          </a:r>
          <a:endParaRPr lang="uk-UA"/>
        </a:p>
      </dgm:t>
    </dgm:pt>
    <dgm:pt modelId="{1C99046A-A0DF-4729-A9EF-F0F00BC54D6C}" type="parTrans" cxnId="{E3E12134-A0D3-45B0-8756-B8869262BE2D}">
      <dgm:prSet/>
      <dgm:spPr/>
      <dgm:t>
        <a:bodyPr/>
        <a:lstStyle/>
        <a:p>
          <a:endParaRPr lang="uk-UA"/>
        </a:p>
      </dgm:t>
    </dgm:pt>
    <dgm:pt modelId="{83633883-57B4-41FF-8414-72391D9B33BD}" type="sibTrans" cxnId="{E3E12134-A0D3-45B0-8756-B8869262BE2D}">
      <dgm:prSet/>
      <dgm:spPr/>
      <dgm:t>
        <a:bodyPr/>
        <a:lstStyle/>
        <a:p>
          <a:endParaRPr lang="uk-UA"/>
        </a:p>
      </dgm:t>
    </dgm:pt>
    <dgm:pt modelId="{556E9F05-DD51-400D-8151-3EE82F052C98}">
      <dgm:prSet/>
      <dgm:spPr/>
      <dgm:t>
        <a:bodyPr/>
        <a:lstStyle/>
        <a:p>
          <a:r>
            <a:rPr lang="uk-UA" b="0" i="0" dirty="0"/>
            <a:t>мусульманської</a:t>
          </a:r>
          <a:endParaRPr lang="uk-UA" dirty="0"/>
        </a:p>
      </dgm:t>
    </dgm:pt>
    <dgm:pt modelId="{B33A4C0C-A997-404C-BA4C-75731DB60B71}" type="parTrans" cxnId="{C1CDAA81-FA84-4F8E-9EB0-26A611FE4480}">
      <dgm:prSet/>
      <dgm:spPr/>
      <dgm:t>
        <a:bodyPr/>
        <a:lstStyle/>
        <a:p>
          <a:endParaRPr lang="uk-UA"/>
        </a:p>
      </dgm:t>
    </dgm:pt>
    <dgm:pt modelId="{7979817F-CF5D-429F-A7EF-C66332C57054}" type="sibTrans" cxnId="{C1CDAA81-FA84-4F8E-9EB0-26A611FE4480}">
      <dgm:prSet/>
      <dgm:spPr/>
      <dgm:t>
        <a:bodyPr/>
        <a:lstStyle/>
        <a:p>
          <a:endParaRPr lang="uk-UA"/>
        </a:p>
      </dgm:t>
    </dgm:pt>
    <dgm:pt modelId="{9633BB74-98F5-474B-8D59-AEEF19E465C9}">
      <dgm:prSet/>
      <dgm:spPr/>
      <dgm:t>
        <a:bodyPr/>
        <a:lstStyle/>
        <a:p>
          <a:r>
            <a:rPr lang="uk-UA" b="0" i="0"/>
            <a:t>західноєвропейської</a:t>
          </a:r>
          <a:endParaRPr lang="uk-UA"/>
        </a:p>
      </dgm:t>
    </dgm:pt>
    <dgm:pt modelId="{A48D0DB1-3BF0-49FD-A100-2DA485DC604B}" type="parTrans" cxnId="{656AD676-141B-4409-B0C9-ABBA7807B7B1}">
      <dgm:prSet/>
      <dgm:spPr/>
      <dgm:t>
        <a:bodyPr/>
        <a:lstStyle/>
        <a:p>
          <a:endParaRPr lang="uk-UA"/>
        </a:p>
      </dgm:t>
    </dgm:pt>
    <dgm:pt modelId="{5B807024-0733-423F-9A7A-ECEEE316F733}" type="sibTrans" cxnId="{656AD676-141B-4409-B0C9-ABBA7807B7B1}">
      <dgm:prSet/>
      <dgm:spPr/>
      <dgm:t>
        <a:bodyPr/>
        <a:lstStyle/>
        <a:p>
          <a:endParaRPr lang="uk-UA"/>
        </a:p>
      </dgm:t>
    </dgm:pt>
    <dgm:pt modelId="{BECFF8B7-77FE-4298-9BD5-1FE474533D3B}">
      <dgm:prSet/>
      <dgm:spPr/>
      <dgm:t>
        <a:bodyPr/>
        <a:lstStyle/>
        <a:p>
          <a:r>
            <a:rPr lang="uk-UA" b="0" i="0" dirty="0"/>
            <a:t>іудейської</a:t>
          </a:r>
          <a:endParaRPr lang="uk-UA" dirty="0"/>
        </a:p>
      </dgm:t>
    </dgm:pt>
    <dgm:pt modelId="{BB90A211-7F91-4F87-A842-E205B51C8B85}" type="parTrans" cxnId="{E9B007E5-426D-4247-A622-412304795388}">
      <dgm:prSet/>
      <dgm:spPr/>
      <dgm:t>
        <a:bodyPr/>
        <a:lstStyle/>
        <a:p>
          <a:endParaRPr lang="uk-UA"/>
        </a:p>
      </dgm:t>
    </dgm:pt>
    <dgm:pt modelId="{A0ED0190-E2F5-4E08-8028-ACDDAAD45E7E}" type="sibTrans" cxnId="{E9B007E5-426D-4247-A622-412304795388}">
      <dgm:prSet/>
      <dgm:spPr/>
      <dgm:t>
        <a:bodyPr/>
        <a:lstStyle/>
        <a:p>
          <a:endParaRPr lang="uk-UA"/>
        </a:p>
      </dgm:t>
    </dgm:pt>
    <dgm:pt modelId="{8FEB259A-132B-4CCC-BE78-275325ECE9DA}" type="pres">
      <dgm:prSet presAssocID="{84D1F78A-36E2-4CA3-987C-CE9292E2051E}" presName="linear" presStyleCnt="0">
        <dgm:presLayoutVars>
          <dgm:animLvl val="lvl"/>
          <dgm:resizeHandles val="exact"/>
        </dgm:presLayoutVars>
      </dgm:prSet>
      <dgm:spPr/>
    </dgm:pt>
    <dgm:pt modelId="{465C3C77-5A82-4AD1-9F33-F558E07DB3C2}" type="pres">
      <dgm:prSet presAssocID="{E6904519-5A9F-4B04-83B2-CD9F373A5E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565582-6275-4EEB-90CF-9789F9541635}" type="pres">
      <dgm:prSet presAssocID="{83633883-57B4-41FF-8414-72391D9B33BD}" presName="spacer" presStyleCnt="0"/>
      <dgm:spPr/>
    </dgm:pt>
    <dgm:pt modelId="{5DFB6898-FDCC-431E-872F-E60051DA4D68}" type="pres">
      <dgm:prSet presAssocID="{556E9F05-DD51-400D-8151-3EE82F052C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6B83D6-6B97-4F07-86E3-A468595C423B}" type="pres">
      <dgm:prSet presAssocID="{7979817F-CF5D-429F-A7EF-C66332C57054}" presName="spacer" presStyleCnt="0"/>
      <dgm:spPr/>
    </dgm:pt>
    <dgm:pt modelId="{86E63E1F-9D7C-4388-90B3-A61AF06A7E06}" type="pres">
      <dgm:prSet presAssocID="{9633BB74-98F5-474B-8D59-AEEF19E465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C34A39-783A-4416-95E6-D8B0A3B111FB}" type="pres">
      <dgm:prSet presAssocID="{5B807024-0733-423F-9A7A-ECEEE316F733}" presName="spacer" presStyleCnt="0"/>
      <dgm:spPr/>
    </dgm:pt>
    <dgm:pt modelId="{D64C92E4-EA02-455C-AB0E-598C69EA9748}" type="pres">
      <dgm:prSet presAssocID="{BECFF8B7-77FE-4298-9BD5-1FE474533D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408C17-4A88-4014-B4BE-98CB4DB85F1D}" type="presOf" srcId="{E6904519-5A9F-4B04-83B2-CD9F373A5E5C}" destId="{465C3C77-5A82-4AD1-9F33-F558E07DB3C2}" srcOrd="0" destOrd="0" presId="urn:microsoft.com/office/officeart/2005/8/layout/vList2"/>
    <dgm:cxn modelId="{E3E12134-A0D3-45B0-8756-B8869262BE2D}" srcId="{84D1F78A-36E2-4CA3-987C-CE9292E2051E}" destId="{E6904519-5A9F-4B04-83B2-CD9F373A5E5C}" srcOrd="0" destOrd="0" parTransId="{1C99046A-A0DF-4729-A9EF-F0F00BC54D6C}" sibTransId="{83633883-57B4-41FF-8414-72391D9B33BD}"/>
    <dgm:cxn modelId="{7B97456C-F2C0-493F-A7D0-45D058F294FE}" type="presOf" srcId="{556E9F05-DD51-400D-8151-3EE82F052C98}" destId="{5DFB6898-FDCC-431E-872F-E60051DA4D68}" srcOrd="0" destOrd="0" presId="urn:microsoft.com/office/officeart/2005/8/layout/vList2"/>
    <dgm:cxn modelId="{AF835974-B524-4812-BED4-8C0A62687413}" type="presOf" srcId="{9633BB74-98F5-474B-8D59-AEEF19E465C9}" destId="{86E63E1F-9D7C-4388-90B3-A61AF06A7E06}" srcOrd="0" destOrd="0" presId="urn:microsoft.com/office/officeart/2005/8/layout/vList2"/>
    <dgm:cxn modelId="{656AD676-141B-4409-B0C9-ABBA7807B7B1}" srcId="{84D1F78A-36E2-4CA3-987C-CE9292E2051E}" destId="{9633BB74-98F5-474B-8D59-AEEF19E465C9}" srcOrd="2" destOrd="0" parTransId="{A48D0DB1-3BF0-49FD-A100-2DA485DC604B}" sibTransId="{5B807024-0733-423F-9A7A-ECEEE316F733}"/>
    <dgm:cxn modelId="{C1CDAA81-FA84-4F8E-9EB0-26A611FE4480}" srcId="{84D1F78A-36E2-4CA3-987C-CE9292E2051E}" destId="{556E9F05-DD51-400D-8151-3EE82F052C98}" srcOrd="1" destOrd="0" parTransId="{B33A4C0C-A997-404C-BA4C-75731DB60B71}" sibTransId="{7979817F-CF5D-429F-A7EF-C66332C57054}"/>
    <dgm:cxn modelId="{5A44189D-E1DD-48E9-9973-7ED48FED22AC}" type="presOf" srcId="{84D1F78A-36E2-4CA3-987C-CE9292E2051E}" destId="{8FEB259A-132B-4CCC-BE78-275325ECE9DA}" srcOrd="0" destOrd="0" presId="urn:microsoft.com/office/officeart/2005/8/layout/vList2"/>
    <dgm:cxn modelId="{E9B007E5-426D-4247-A622-412304795388}" srcId="{84D1F78A-36E2-4CA3-987C-CE9292E2051E}" destId="{BECFF8B7-77FE-4298-9BD5-1FE474533D3B}" srcOrd="3" destOrd="0" parTransId="{BB90A211-7F91-4F87-A842-E205B51C8B85}" sibTransId="{A0ED0190-E2F5-4E08-8028-ACDDAAD45E7E}"/>
    <dgm:cxn modelId="{7A9148F2-9678-4242-8D30-084F5E1988A8}" type="presOf" srcId="{BECFF8B7-77FE-4298-9BD5-1FE474533D3B}" destId="{D64C92E4-EA02-455C-AB0E-598C69EA9748}" srcOrd="0" destOrd="0" presId="urn:microsoft.com/office/officeart/2005/8/layout/vList2"/>
    <dgm:cxn modelId="{D5046189-33DE-4138-A171-3EC9CA089D33}" type="presParOf" srcId="{8FEB259A-132B-4CCC-BE78-275325ECE9DA}" destId="{465C3C77-5A82-4AD1-9F33-F558E07DB3C2}" srcOrd="0" destOrd="0" presId="urn:microsoft.com/office/officeart/2005/8/layout/vList2"/>
    <dgm:cxn modelId="{77593B80-913D-48FE-A5A7-D9AB274E0465}" type="presParOf" srcId="{8FEB259A-132B-4CCC-BE78-275325ECE9DA}" destId="{74565582-6275-4EEB-90CF-9789F9541635}" srcOrd="1" destOrd="0" presId="urn:microsoft.com/office/officeart/2005/8/layout/vList2"/>
    <dgm:cxn modelId="{CABFA1EA-B563-4DA2-9322-DF99409128B5}" type="presParOf" srcId="{8FEB259A-132B-4CCC-BE78-275325ECE9DA}" destId="{5DFB6898-FDCC-431E-872F-E60051DA4D68}" srcOrd="2" destOrd="0" presId="urn:microsoft.com/office/officeart/2005/8/layout/vList2"/>
    <dgm:cxn modelId="{5F018D8C-BA97-4F48-ABBC-CCEFA26E197D}" type="presParOf" srcId="{8FEB259A-132B-4CCC-BE78-275325ECE9DA}" destId="{3D6B83D6-6B97-4F07-86E3-A468595C423B}" srcOrd="3" destOrd="0" presId="urn:microsoft.com/office/officeart/2005/8/layout/vList2"/>
    <dgm:cxn modelId="{665FAA71-9CE7-49E7-8E92-2CE57693A569}" type="presParOf" srcId="{8FEB259A-132B-4CCC-BE78-275325ECE9DA}" destId="{86E63E1F-9D7C-4388-90B3-A61AF06A7E06}" srcOrd="4" destOrd="0" presId="urn:microsoft.com/office/officeart/2005/8/layout/vList2"/>
    <dgm:cxn modelId="{E76E8D35-564B-4AC9-8024-B5E41F6A0034}" type="presParOf" srcId="{8FEB259A-132B-4CCC-BE78-275325ECE9DA}" destId="{3DC34A39-783A-4416-95E6-D8B0A3B111FB}" srcOrd="5" destOrd="0" presId="urn:microsoft.com/office/officeart/2005/8/layout/vList2"/>
    <dgm:cxn modelId="{4D9CB7F9-BE0C-4CCC-93E3-990F96809ADA}" type="presParOf" srcId="{8FEB259A-132B-4CCC-BE78-275325ECE9DA}" destId="{D64C92E4-EA02-455C-AB0E-598C69EA97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1FAE3639-8225-4557-81E1-75F0F079902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6CC3F8-EE9B-4239-B1B1-7EC68EEC922F}">
      <dgm:prSet/>
      <dgm:spPr/>
      <dgm:t>
        <a:bodyPr/>
        <a:lstStyle/>
        <a:p>
          <a:r>
            <a:rPr lang="uk-UA" b="0" i="0" dirty="0"/>
            <a:t>бароко</a:t>
          </a:r>
          <a:endParaRPr lang="uk-UA" dirty="0"/>
        </a:p>
      </dgm:t>
    </dgm:pt>
    <dgm:pt modelId="{544994F4-9729-41D5-9735-F9B963922282}" type="parTrans" cxnId="{A15B3352-3B5D-404B-85A2-40221D40885C}">
      <dgm:prSet/>
      <dgm:spPr/>
      <dgm:t>
        <a:bodyPr/>
        <a:lstStyle/>
        <a:p>
          <a:endParaRPr lang="uk-UA"/>
        </a:p>
      </dgm:t>
    </dgm:pt>
    <dgm:pt modelId="{21D460D5-82D6-4ACA-8C2B-A44D690899F2}" type="sibTrans" cxnId="{A15B3352-3B5D-404B-85A2-40221D40885C}">
      <dgm:prSet/>
      <dgm:spPr/>
      <dgm:t>
        <a:bodyPr/>
        <a:lstStyle/>
        <a:p>
          <a:endParaRPr lang="uk-UA"/>
        </a:p>
      </dgm:t>
    </dgm:pt>
    <dgm:pt modelId="{A93E6E16-C669-48DA-BAB0-770ED5B338F5}">
      <dgm:prSet/>
      <dgm:spPr/>
      <dgm:t>
        <a:bodyPr/>
        <a:lstStyle/>
        <a:p>
          <a:r>
            <a:rPr lang="uk-UA" b="0" i="0"/>
            <a:t>реалізму</a:t>
          </a:r>
          <a:endParaRPr lang="uk-UA"/>
        </a:p>
      </dgm:t>
    </dgm:pt>
    <dgm:pt modelId="{1CD39D5D-70CC-456C-A7CC-A496F65A6532}" type="parTrans" cxnId="{D656F058-1813-4153-8C94-72A515B69BB0}">
      <dgm:prSet/>
      <dgm:spPr/>
      <dgm:t>
        <a:bodyPr/>
        <a:lstStyle/>
        <a:p>
          <a:endParaRPr lang="uk-UA"/>
        </a:p>
      </dgm:t>
    </dgm:pt>
    <dgm:pt modelId="{E2DE11AD-3940-4EFE-86F2-57C885F24084}" type="sibTrans" cxnId="{D656F058-1813-4153-8C94-72A515B69BB0}">
      <dgm:prSet/>
      <dgm:spPr/>
      <dgm:t>
        <a:bodyPr/>
        <a:lstStyle/>
        <a:p>
          <a:endParaRPr lang="uk-UA"/>
        </a:p>
      </dgm:t>
    </dgm:pt>
    <dgm:pt modelId="{5E875A2A-AE9E-4326-BF43-BB3DF2FF42A4}">
      <dgm:prSet/>
      <dgm:spPr/>
      <dgm:t>
        <a:bodyPr/>
        <a:lstStyle/>
        <a:p>
          <a:r>
            <a:rPr lang="uk-UA" b="0" i="0" dirty="0"/>
            <a:t>класицизму</a:t>
          </a:r>
          <a:endParaRPr lang="uk-UA" dirty="0"/>
        </a:p>
      </dgm:t>
    </dgm:pt>
    <dgm:pt modelId="{A762389F-FCC8-46D5-8967-109D0D07A1C2}" type="parTrans" cxnId="{BB05ECAA-5BA1-44AD-8BF4-C49D9B0F934D}">
      <dgm:prSet/>
      <dgm:spPr/>
      <dgm:t>
        <a:bodyPr/>
        <a:lstStyle/>
        <a:p>
          <a:endParaRPr lang="uk-UA"/>
        </a:p>
      </dgm:t>
    </dgm:pt>
    <dgm:pt modelId="{77B152E7-A35A-4C81-8F71-54EF0BDEF1B8}" type="sibTrans" cxnId="{BB05ECAA-5BA1-44AD-8BF4-C49D9B0F934D}">
      <dgm:prSet/>
      <dgm:spPr/>
      <dgm:t>
        <a:bodyPr/>
        <a:lstStyle/>
        <a:p>
          <a:endParaRPr lang="uk-UA"/>
        </a:p>
      </dgm:t>
    </dgm:pt>
    <dgm:pt modelId="{77130C59-333B-4903-9D2F-9763F9529CD0}">
      <dgm:prSet/>
      <dgm:spPr/>
      <dgm:t>
        <a:bodyPr/>
        <a:lstStyle/>
        <a:p>
          <a:r>
            <a:rPr lang="uk-UA" b="0" i="0" dirty="0"/>
            <a:t>романтизму</a:t>
          </a:r>
          <a:endParaRPr lang="uk-UA" dirty="0"/>
        </a:p>
      </dgm:t>
    </dgm:pt>
    <dgm:pt modelId="{9931C57B-CF3D-4B7A-91DF-F6F526A77A01}" type="parTrans" cxnId="{94795CC2-E42C-480F-B411-774B3E9E71D2}">
      <dgm:prSet/>
      <dgm:spPr/>
      <dgm:t>
        <a:bodyPr/>
        <a:lstStyle/>
        <a:p>
          <a:endParaRPr lang="uk-UA"/>
        </a:p>
      </dgm:t>
    </dgm:pt>
    <dgm:pt modelId="{B849665D-9CAA-4FC2-A274-2FB53D9564DC}" type="sibTrans" cxnId="{94795CC2-E42C-480F-B411-774B3E9E71D2}">
      <dgm:prSet/>
      <dgm:spPr/>
      <dgm:t>
        <a:bodyPr/>
        <a:lstStyle/>
        <a:p>
          <a:endParaRPr lang="uk-UA"/>
        </a:p>
      </dgm:t>
    </dgm:pt>
    <dgm:pt modelId="{78C586A4-EE55-428B-96B9-E179A629EFD5}" type="pres">
      <dgm:prSet presAssocID="{1FAE3639-8225-4557-81E1-75F0F0799025}" presName="matrix" presStyleCnt="0">
        <dgm:presLayoutVars>
          <dgm:chMax val="1"/>
          <dgm:dir/>
          <dgm:resizeHandles val="exact"/>
        </dgm:presLayoutVars>
      </dgm:prSet>
      <dgm:spPr/>
    </dgm:pt>
    <dgm:pt modelId="{AB969306-D9A1-48D3-8A94-8DD9D244A9E7}" type="pres">
      <dgm:prSet presAssocID="{1FAE3639-8225-4557-81E1-75F0F0799025}" presName="diamond" presStyleLbl="bgShp" presStyleIdx="0" presStyleCnt="1"/>
      <dgm:spPr/>
    </dgm:pt>
    <dgm:pt modelId="{725EC582-678A-4A7C-B783-647DF28C9CA3}" type="pres">
      <dgm:prSet presAssocID="{1FAE3639-8225-4557-81E1-75F0F079902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69A69B1-9789-42AE-9EB6-49F1FCFBC87F}" type="pres">
      <dgm:prSet presAssocID="{1FAE3639-8225-4557-81E1-75F0F079902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88B7E3D-AA80-44DC-80E3-223BEF97813C}" type="pres">
      <dgm:prSet presAssocID="{1FAE3639-8225-4557-81E1-75F0F079902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44F8C3-1615-43A7-BA0F-CCB70B3DB5E4}" type="pres">
      <dgm:prSet presAssocID="{1FAE3639-8225-4557-81E1-75F0F079902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D644B70-3F12-4291-BBC6-3C107D9EFFED}" type="presOf" srcId="{E96CC3F8-EE9B-4239-B1B1-7EC68EEC922F}" destId="{725EC582-678A-4A7C-B783-647DF28C9CA3}" srcOrd="0" destOrd="0" presId="urn:microsoft.com/office/officeart/2005/8/layout/matrix3"/>
    <dgm:cxn modelId="{A15B3352-3B5D-404B-85A2-40221D40885C}" srcId="{1FAE3639-8225-4557-81E1-75F0F0799025}" destId="{E96CC3F8-EE9B-4239-B1B1-7EC68EEC922F}" srcOrd="0" destOrd="0" parTransId="{544994F4-9729-41D5-9735-F9B963922282}" sibTransId="{21D460D5-82D6-4ACA-8C2B-A44D690899F2}"/>
    <dgm:cxn modelId="{D656F058-1813-4153-8C94-72A515B69BB0}" srcId="{1FAE3639-8225-4557-81E1-75F0F0799025}" destId="{A93E6E16-C669-48DA-BAB0-770ED5B338F5}" srcOrd="1" destOrd="0" parTransId="{1CD39D5D-70CC-456C-A7CC-A496F65A6532}" sibTransId="{E2DE11AD-3940-4EFE-86F2-57C885F24084}"/>
    <dgm:cxn modelId="{BB05ECAA-5BA1-44AD-8BF4-C49D9B0F934D}" srcId="{1FAE3639-8225-4557-81E1-75F0F0799025}" destId="{5E875A2A-AE9E-4326-BF43-BB3DF2FF42A4}" srcOrd="2" destOrd="0" parTransId="{A762389F-FCC8-46D5-8967-109D0D07A1C2}" sibTransId="{77B152E7-A35A-4C81-8F71-54EF0BDEF1B8}"/>
    <dgm:cxn modelId="{94795CC2-E42C-480F-B411-774B3E9E71D2}" srcId="{1FAE3639-8225-4557-81E1-75F0F0799025}" destId="{77130C59-333B-4903-9D2F-9763F9529CD0}" srcOrd="3" destOrd="0" parTransId="{9931C57B-CF3D-4B7A-91DF-F6F526A77A01}" sibTransId="{B849665D-9CAA-4FC2-A274-2FB53D9564DC}"/>
    <dgm:cxn modelId="{DE3E62CC-BD0D-444F-8F8B-4A96AD5AE326}" type="presOf" srcId="{A93E6E16-C669-48DA-BAB0-770ED5B338F5}" destId="{869A69B1-9789-42AE-9EB6-49F1FCFBC87F}" srcOrd="0" destOrd="0" presId="urn:microsoft.com/office/officeart/2005/8/layout/matrix3"/>
    <dgm:cxn modelId="{AA1F91F2-EF00-4377-984C-EC75B1B8D0BA}" type="presOf" srcId="{1FAE3639-8225-4557-81E1-75F0F0799025}" destId="{78C586A4-EE55-428B-96B9-E179A629EFD5}" srcOrd="0" destOrd="0" presId="urn:microsoft.com/office/officeart/2005/8/layout/matrix3"/>
    <dgm:cxn modelId="{2A0300F8-4BFB-42E4-BB86-7F756C840766}" type="presOf" srcId="{5E875A2A-AE9E-4326-BF43-BB3DF2FF42A4}" destId="{E88B7E3D-AA80-44DC-80E3-223BEF97813C}" srcOrd="0" destOrd="0" presId="urn:microsoft.com/office/officeart/2005/8/layout/matrix3"/>
    <dgm:cxn modelId="{9C196EFF-93F0-4599-A377-7064096570E5}" type="presOf" srcId="{77130C59-333B-4903-9D2F-9763F9529CD0}" destId="{4A44F8C3-1615-43A7-BA0F-CCB70B3DB5E4}" srcOrd="0" destOrd="0" presId="urn:microsoft.com/office/officeart/2005/8/layout/matrix3"/>
    <dgm:cxn modelId="{4E96B142-1B5A-476A-9E28-F2C301E3756D}" type="presParOf" srcId="{78C586A4-EE55-428B-96B9-E179A629EFD5}" destId="{AB969306-D9A1-48D3-8A94-8DD9D244A9E7}" srcOrd="0" destOrd="0" presId="urn:microsoft.com/office/officeart/2005/8/layout/matrix3"/>
    <dgm:cxn modelId="{003DAB96-352D-4795-A65E-3CDFD1B6DF50}" type="presParOf" srcId="{78C586A4-EE55-428B-96B9-E179A629EFD5}" destId="{725EC582-678A-4A7C-B783-647DF28C9CA3}" srcOrd="1" destOrd="0" presId="urn:microsoft.com/office/officeart/2005/8/layout/matrix3"/>
    <dgm:cxn modelId="{BA65ABA3-80A1-49D6-800E-574BD30A340E}" type="presParOf" srcId="{78C586A4-EE55-428B-96B9-E179A629EFD5}" destId="{869A69B1-9789-42AE-9EB6-49F1FCFBC87F}" srcOrd="2" destOrd="0" presId="urn:microsoft.com/office/officeart/2005/8/layout/matrix3"/>
    <dgm:cxn modelId="{B6DCF983-0396-4683-BCBA-DF8B5BD81857}" type="presParOf" srcId="{78C586A4-EE55-428B-96B9-E179A629EFD5}" destId="{E88B7E3D-AA80-44DC-80E3-223BEF97813C}" srcOrd="3" destOrd="0" presId="urn:microsoft.com/office/officeart/2005/8/layout/matrix3"/>
    <dgm:cxn modelId="{879DA6FA-B2A8-4606-8609-A4A73953D328}" type="presParOf" srcId="{78C586A4-EE55-428B-96B9-E179A629EFD5}" destId="{4A44F8C3-1615-43A7-BA0F-CCB70B3DB5E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48266FC-DF9A-42CB-AAB1-51A388229ED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7E60889-F880-49C3-A4DD-9E71B3018FB9}">
      <dgm:prSet/>
      <dgm:spPr/>
      <dgm:t>
        <a:bodyPr/>
        <a:lstStyle/>
        <a:p>
          <a:r>
            <a:rPr lang="uk-UA" b="0" i="0" dirty="0"/>
            <a:t>Холмську</a:t>
          </a:r>
          <a:endParaRPr lang="uk-UA" dirty="0"/>
        </a:p>
      </dgm:t>
    </dgm:pt>
    <dgm:pt modelId="{E03D7A9A-5C94-4C9D-A5FF-27BEC00AA122}" type="parTrans" cxnId="{D2FDDCAD-6FAA-4714-9DB4-4DE1015C7A66}">
      <dgm:prSet/>
      <dgm:spPr/>
      <dgm:t>
        <a:bodyPr/>
        <a:lstStyle/>
        <a:p>
          <a:endParaRPr lang="uk-UA"/>
        </a:p>
      </dgm:t>
    </dgm:pt>
    <dgm:pt modelId="{DD55E608-86D0-471A-B0CF-4223F9CD1AD2}" type="sibTrans" cxnId="{D2FDDCAD-6FAA-4714-9DB4-4DE1015C7A66}">
      <dgm:prSet/>
      <dgm:spPr/>
      <dgm:t>
        <a:bodyPr/>
        <a:lstStyle/>
        <a:p>
          <a:endParaRPr lang="uk-UA"/>
        </a:p>
      </dgm:t>
    </dgm:pt>
    <dgm:pt modelId="{4CFFA444-321D-4F6D-A0D5-DFD48CE46E7A}">
      <dgm:prSet/>
      <dgm:spPr/>
      <dgm:t>
        <a:bodyPr/>
        <a:lstStyle/>
        <a:p>
          <a:r>
            <a:rPr lang="uk-UA" b="0" i="0"/>
            <a:t>Дорогобузьку</a:t>
          </a:r>
          <a:endParaRPr lang="uk-UA"/>
        </a:p>
      </dgm:t>
    </dgm:pt>
    <dgm:pt modelId="{130907CE-4C37-4C76-B1E9-83931149C4A8}" type="parTrans" cxnId="{01DD9F08-8933-4FEE-B89C-DB3CC19C7FB6}">
      <dgm:prSet/>
      <dgm:spPr/>
      <dgm:t>
        <a:bodyPr/>
        <a:lstStyle/>
        <a:p>
          <a:endParaRPr lang="uk-UA"/>
        </a:p>
      </dgm:t>
    </dgm:pt>
    <dgm:pt modelId="{62B1E194-CE4D-4C0D-9062-60B368B13A74}" type="sibTrans" cxnId="{01DD9F08-8933-4FEE-B89C-DB3CC19C7FB6}">
      <dgm:prSet/>
      <dgm:spPr/>
      <dgm:t>
        <a:bodyPr/>
        <a:lstStyle/>
        <a:p>
          <a:endParaRPr lang="uk-UA"/>
        </a:p>
      </dgm:t>
    </dgm:pt>
    <dgm:pt modelId="{C03F9332-8043-4141-A0E2-54F89681CC5A}">
      <dgm:prSet/>
      <dgm:spPr/>
      <dgm:t>
        <a:bodyPr/>
        <a:lstStyle/>
        <a:p>
          <a:r>
            <a:rPr lang="uk-UA" b="0" i="0"/>
            <a:t>Вишгородську</a:t>
          </a:r>
          <a:endParaRPr lang="uk-UA"/>
        </a:p>
      </dgm:t>
    </dgm:pt>
    <dgm:pt modelId="{3074A1D9-ABBD-40E1-969C-F512F7826F17}" type="parTrans" cxnId="{B2DB7F99-A144-41DE-9079-394750BFB554}">
      <dgm:prSet/>
      <dgm:spPr/>
      <dgm:t>
        <a:bodyPr/>
        <a:lstStyle/>
        <a:p>
          <a:endParaRPr lang="uk-UA"/>
        </a:p>
      </dgm:t>
    </dgm:pt>
    <dgm:pt modelId="{D8A239D6-1FF1-46B0-83FF-BAFAE60C32F6}" type="sibTrans" cxnId="{B2DB7F99-A144-41DE-9079-394750BFB554}">
      <dgm:prSet/>
      <dgm:spPr/>
      <dgm:t>
        <a:bodyPr/>
        <a:lstStyle/>
        <a:p>
          <a:endParaRPr lang="uk-UA"/>
        </a:p>
      </dgm:t>
    </dgm:pt>
    <dgm:pt modelId="{D1380A4D-10E2-4BF1-97DF-1422A34A52E5}">
      <dgm:prSet/>
      <dgm:spPr/>
      <dgm:t>
        <a:bodyPr/>
        <a:lstStyle/>
        <a:p>
          <a:r>
            <a:rPr lang="uk-UA" b="0" i="0" dirty="0" err="1"/>
            <a:t>Свенську</a:t>
          </a:r>
          <a:endParaRPr lang="uk-UA" dirty="0"/>
        </a:p>
      </dgm:t>
    </dgm:pt>
    <dgm:pt modelId="{07543325-186D-467D-B2FE-DE8E875BFF66}" type="parTrans" cxnId="{C374E69F-588B-45EC-9F7F-5E6194805F6A}">
      <dgm:prSet/>
      <dgm:spPr/>
      <dgm:t>
        <a:bodyPr/>
        <a:lstStyle/>
        <a:p>
          <a:endParaRPr lang="uk-UA"/>
        </a:p>
      </dgm:t>
    </dgm:pt>
    <dgm:pt modelId="{AEE95665-D88A-41BB-B4B9-233326438C1D}" type="sibTrans" cxnId="{C374E69F-588B-45EC-9F7F-5E6194805F6A}">
      <dgm:prSet/>
      <dgm:spPr/>
      <dgm:t>
        <a:bodyPr/>
        <a:lstStyle/>
        <a:p>
          <a:endParaRPr lang="uk-UA"/>
        </a:p>
      </dgm:t>
    </dgm:pt>
    <dgm:pt modelId="{440D32E9-6524-4C15-B0D5-549E049FBDE0}" type="pres">
      <dgm:prSet presAssocID="{A48266FC-DF9A-42CB-AAB1-51A388229ED7}" presName="linearFlow" presStyleCnt="0">
        <dgm:presLayoutVars>
          <dgm:dir/>
          <dgm:resizeHandles val="exact"/>
        </dgm:presLayoutVars>
      </dgm:prSet>
      <dgm:spPr/>
    </dgm:pt>
    <dgm:pt modelId="{E489007A-FBD9-4272-BADF-F2D0DD3655FE}" type="pres">
      <dgm:prSet presAssocID="{B7E60889-F880-49C3-A4DD-9E71B3018FB9}" presName="composite" presStyleCnt="0"/>
      <dgm:spPr/>
    </dgm:pt>
    <dgm:pt modelId="{55D33770-26F4-4031-929F-06BED4C21444}" type="pres">
      <dgm:prSet presAssocID="{B7E60889-F880-49C3-A4DD-9E71B3018FB9}" presName="imgShp" presStyleLbl="fgImgPlace1" presStyleIdx="0" presStyleCnt="4"/>
      <dgm:spPr/>
    </dgm:pt>
    <dgm:pt modelId="{DC8D6BC0-F13F-4E54-AC58-B7EDE37E44AB}" type="pres">
      <dgm:prSet presAssocID="{B7E60889-F880-49C3-A4DD-9E71B3018FB9}" presName="txShp" presStyleLbl="node1" presStyleIdx="0" presStyleCnt="4">
        <dgm:presLayoutVars>
          <dgm:bulletEnabled val="1"/>
        </dgm:presLayoutVars>
      </dgm:prSet>
      <dgm:spPr/>
    </dgm:pt>
    <dgm:pt modelId="{2FFDA71F-9B01-45EB-BF34-E46C939E791E}" type="pres">
      <dgm:prSet presAssocID="{DD55E608-86D0-471A-B0CF-4223F9CD1AD2}" presName="spacing" presStyleCnt="0"/>
      <dgm:spPr/>
    </dgm:pt>
    <dgm:pt modelId="{CBF3C6C6-0C2D-4A01-B1A1-FC0E0019CD15}" type="pres">
      <dgm:prSet presAssocID="{4CFFA444-321D-4F6D-A0D5-DFD48CE46E7A}" presName="composite" presStyleCnt="0"/>
      <dgm:spPr/>
    </dgm:pt>
    <dgm:pt modelId="{3D165C19-4FA6-4EDB-B617-C96C05E1E8AA}" type="pres">
      <dgm:prSet presAssocID="{4CFFA444-321D-4F6D-A0D5-DFD48CE46E7A}" presName="imgShp" presStyleLbl="fgImgPlace1" presStyleIdx="1" presStyleCnt="4"/>
      <dgm:spPr/>
    </dgm:pt>
    <dgm:pt modelId="{970B8934-D25F-4B49-8ABE-819B3C5A4BA6}" type="pres">
      <dgm:prSet presAssocID="{4CFFA444-321D-4F6D-A0D5-DFD48CE46E7A}" presName="txShp" presStyleLbl="node1" presStyleIdx="1" presStyleCnt="4">
        <dgm:presLayoutVars>
          <dgm:bulletEnabled val="1"/>
        </dgm:presLayoutVars>
      </dgm:prSet>
      <dgm:spPr/>
    </dgm:pt>
    <dgm:pt modelId="{DAE9122F-D88E-4A36-8F3C-8758D8A2BA09}" type="pres">
      <dgm:prSet presAssocID="{62B1E194-CE4D-4C0D-9062-60B368B13A74}" presName="spacing" presStyleCnt="0"/>
      <dgm:spPr/>
    </dgm:pt>
    <dgm:pt modelId="{DE3E5C12-7D9B-4033-8DE1-B5EE28EB9CCB}" type="pres">
      <dgm:prSet presAssocID="{C03F9332-8043-4141-A0E2-54F89681CC5A}" presName="composite" presStyleCnt="0"/>
      <dgm:spPr/>
    </dgm:pt>
    <dgm:pt modelId="{C179099B-53DA-4E7C-AB00-AAAD61DD824A}" type="pres">
      <dgm:prSet presAssocID="{C03F9332-8043-4141-A0E2-54F89681CC5A}" presName="imgShp" presStyleLbl="fgImgPlace1" presStyleIdx="2" presStyleCnt="4"/>
      <dgm:spPr/>
    </dgm:pt>
    <dgm:pt modelId="{00E6EBB2-DD12-41B0-8161-C5E9B271E912}" type="pres">
      <dgm:prSet presAssocID="{C03F9332-8043-4141-A0E2-54F89681CC5A}" presName="txShp" presStyleLbl="node1" presStyleIdx="2" presStyleCnt="4">
        <dgm:presLayoutVars>
          <dgm:bulletEnabled val="1"/>
        </dgm:presLayoutVars>
      </dgm:prSet>
      <dgm:spPr/>
    </dgm:pt>
    <dgm:pt modelId="{3D9B565E-D1A0-4833-AAB4-2C0A2B153F8F}" type="pres">
      <dgm:prSet presAssocID="{D8A239D6-1FF1-46B0-83FF-BAFAE60C32F6}" presName="spacing" presStyleCnt="0"/>
      <dgm:spPr/>
    </dgm:pt>
    <dgm:pt modelId="{DE75EFEA-F21C-4D7D-8CE5-32C8E7AFCFC4}" type="pres">
      <dgm:prSet presAssocID="{D1380A4D-10E2-4BF1-97DF-1422A34A52E5}" presName="composite" presStyleCnt="0"/>
      <dgm:spPr/>
    </dgm:pt>
    <dgm:pt modelId="{97FA8706-D768-42EE-A7C4-55D33C5AC786}" type="pres">
      <dgm:prSet presAssocID="{D1380A4D-10E2-4BF1-97DF-1422A34A52E5}" presName="imgShp" presStyleLbl="fgImgPlace1" presStyleIdx="3" presStyleCnt="4"/>
      <dgm:spPr/>
    </dgm:pt>
    <dgm:pt modelId="{19C1DA67-3946-4339-B8C7-535C4DAB54B6}" type="pres">
      <dgm:prSet presAssocID="{D1380A4D-10E2-4BF1-97DF-1422A34A52E5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DD9F08-8933-4FEE-B89C-DB3CC19C7FB6}" srcId="{A48266FC-DF9A-42CB-AAB1-51A388229ED7}" destId="{4CFFA444-321D-4F6D-A0D5-DFD48CE46E7A}" srcOrd="1" destOrd="0" parTransId="{130907CE-4C37-4C76-B1E9-83931149C4A8}" sibTransId="{62B1E194-CE4D-4C0D-9062-60B368B13A74}"/>
    <dgm:cxn modelId="{2D3CCD2C-2AF4-4F5E-83E5-B2A53C11A7F4}" type="presOf" srcId="{4CFFA444-321D-4F6D-A0D5-DFD48CE46E7A}" destId="{970B8934-D25F-4B49-8ABE-819B3C5A4BA6}" srcOrd="0" destOrd="0" presId="urn:microsoft.com/office/officeart/2005/8/layout/vList3"/>
    <dgm:cxn modelId="{B2DB7F99-A144-41DE-9079-394750BFB554}" srcId="{A48266FC-DF9A-42CB-AAB1-51A388229ED7}" destId="{C03F9332-8043-4141-A0E2-54F89681CC5A}" srcOrd="2" destOrd="0" parTransId="{3074A1D9-ABBD-40E1-969C-F512F7826F17}" sibTransId="{D8A239D6-1FF1-46B0-83FF-BAFAE60C32F6}"/>
    <dgm:cxn modelId="{C374E69F-588B-45EC-9F7F-5E6194805F6A}" srcId="{A48266FC-DF9A-42CB-AAB1-51A388229ED7}" destId="{D1380A4D-10E2-4BF1-97DF-1422A34A52E5}" srcOrd="3" destOrd="0" parTransId="{07543325-186D-467D-B2FE-DE8E875BFF66}" sibTransId="{AEE95665-D88A-41BB-B4B9-233326438C1D}"/>
    <dgm:cxn modelId="{EAD0BCA4-02EB-4401-8630-B52CBE80B3C3}" type="presOf" srcId="{A48266FC-DF9A-42CB-AAB1-51A388229ED7}" destId="{440D32E9-6524-4C15-B0D5-549E049FBDE0}" srcOrd="0" destOrd="0" presId="urn:microsoft.com/office/officeart/2005/8/layout/vList3"/>
    <dgm:cxn modelId="{D2FDDCAD-6FAA-4714-9DB4-4DE1015C7A66}" srcId="{A48266FC-DF9A-42CB-AAB1-51A388229ED7}" destId="{B7E60889-F880-49C3-A4DD-9E71B3018FB9}" srcOrd="0" destOrd="0" parTransId="{E03D7A9A-5C94-4C9D-A5FF-27BEC00AA122}" sibTransId="{DD55E608-86D0-471A-B0CF-4223F9CD1AD2}"/>
    <dgm:cxn modelId="{21BC94D8-7BB7-4499-8D7C-D58651BA79B6}" type="presOf" srcId="{D1380A4D-10E2-4BF1-97DF-1422A34A52E5}" destId="{19C1DA67-3946-4339-B8C7-535C4DAB54B6}" srcOrd="0" destOrd="0" presId="urn:microsoft.com/office/officeart/2005/8/layout/vList3"/>
    <dgm:cxn modelId="{F5D563DE-DE5B-454D-A949-35382B821E53}" type="presOf" srcId="{B7E60889-F880-49C3-A4DD-9E71B3018FB9}" destId="{DC8D6BC0-F13F-4E54-AC58-B7EDE37E44AB}" srcOrd="0" destOrd="0" presId="urn:microsoft.com/office/officeart/2005/8/layout/vList3"/>
    <dgm:cxn modelId="{C4EF70FE-FDEF-445D-85D7-E8CEFB058D9D}" type="presOf" srcId="{C03F9332-8043-4141-A0E2-54F89681CC5A}" destId="{00E6EBB2-DD12-41B0-8161-C5E9B271E912}" srcOrd="0" destOrd="0" presId="urn:microsoft.com/office/officeart/2005/8/layout/vList3"/>
    <dgm:cxn modelId="{3EB85EF6-3031-454B-A799-C0246314FF64}" type="presParOf" srcId="{440D32E9-6524-4C15-B0D5-549E049FBDE0}" destId="{E489007A-FBD9-4272-BADF-F2D0DD3655FE}" srcOrd="0" destOrd="0" presId="urn:microsoft.com/office/officeart/2005/8/layout/vList3"/>
    <dgm:cxn modelId="{6E3E19CC-D24D-4169-B193-0F9425F9F6F1}" type="presParOf" srcId="{E489007A-FBD9-4272-BADF-F2D0DD3655FE}" destId="{55D33770-26F4-4031-929F-06BED4C21444}" srcOrd="0" destOrd="0" presId="urn:microsoft.com/office/officeart/2005/8/layout/vList3"/>
    <dgm:cxn modelId="{84800F02-7972-4348-ADC1-89ED5453ED49}" type="presParOf" srcId="{E489007A-FBD9-4272-BADF-F2D0DD3655FE}" destId="{DC8D6BC0-F13F-4E54-AC58-B7EDE37E44AB}" srcOrd="1" destOrd="0" presId="urn:microsoft.com/office/officeart/2005/8/layout/vList3"/>
    <dgm:cxn modelId="{7929884F-212D-49CA-B119-FA1177F8073C}" type="presParOf" srcId="{440D32E9-6524-4C15-B0D5-549E049FBDE0}" destId="{2FFDA71F-9B01-45EB-BF34-E46C939E791E}" srcOrd="1" destOrd="0" presId="urn:microsoft.com/office/officeart/2005/8/layout/vList3"/>
    <dgm:cxn modelId="{FA5BE7E4-3265-44A3-9124-A2EB25B9AD06}" type="presParOf" srcId="{440D32E9-6524-4C15-B0D5-549E049FBDE0}" destId="{CBF3C6C6-0C2D-4A01-B1A1-FC0E0019CD15}" srcOrd="2" destOrd="0" presId="urn:microsoft.com/office/officeart/2005/8/layout/vList3"/>
    <dgm:cxn modelId="{5431406C-45C7-4F2F-9ED4-ECA2951A099C}" type="presParOf" srcId="{CBF3C6C6-0C2D-4A01-B1A1-FC0E0019CD15}" destId="{3D165C19-4FA6-4EDB-B617-C96C05E1E8AA}" srcOrd="0" destOrd="0" presId="urn:microsoft.com/office/officeart/2005/8/layout/vList3"/>
    <dgm:cxn modelId="{9AE4C61C-A687-42C3-A07B-725B6055661F}" type="presParOf" srcId="{CBF3C6C6-0C2D-4A01-B1A1-FC0E0019CD15}" destId="{970B8934-D25F-4B49-8ABE-819B3C5A4BA6}" srcOrd="1" destOrd="0" presId="urn:microsoft.com/office/officeart/2005/8/layout/vList3"/>
    <dgm:cxn modelId="{1F3C7F99-F690-42C6-86D8-F2F5D5FD3944}" type="presParOf" srcId="{440D32E9-6524-4C15-B0D5-549E049FBDE0}" destId="{DAE9122F-D88E-4A36-8F3C-8758D8A2BA09}" srcOrd="3" destOrd="0" presId="urn:microsoft.com/office/officeart/2005/8/layout/vList3"/>
    <dgm:cxn modelId="{6E71DBD5-6131-4355-8EB6-1062FA985F22}" type="presParOf" srcId="{440D32E9-6524-4C15-B0D5-549E049FBDE0}" destId="{DE3E5C12-7D9B-4033-8DE1-B5EE28EB9CCB}" srcOrd="4" destOrd="0" presId="urn:microsoft.com/office/officeart/2005/8/layout/vList3"/>
    <dgm:cxn modelId="{94BBBB78-BD2E-492F-A200-6C96F92F8993}" type="presParOf" srcId="{DE3E5C12-7D9B-4033-8DE1-B5EE28EB9CCB}" destId="{C179099B-53DA-4E7C-AB00-AAAD61DD824A}" srcOrd="0" destOrd="0" presId="urn:microsoft.com/office/officeart/2005/8/layout/vList3"/>
    <dgm:cxn modelId="{C6608C32-3E41-4FB1-98B3-CC2DE384F4C0}" type="presParOf" srcId="{DE3E5C12-7D9B-4033-8DE1-B5EE28EB9CCB}" destId="{00E6EBB2-DD12-41B0-8161-C5E9B271E912}" srcOrd="1" destOrd="0" presId="urn:microsoft.com/office/officeart/2005/8/layout/vList3"/>
    <dgm:cxn modelId="{5140C468-6D1B-49CB-9141-C37FB01F39E7}" type="presParOf" srcId="{440D32E9-6524-4C15-B0D5-549E049FBDE0}" destId="{3D9B565E-D1A0-4833-AAB4-2C0A2B153F8F}" srcOrd="5" destOrd="0" presId="urn:microsoft.com/office/officeart/2005/8/layout/vList3"/>
    <dgm:cxn modelId="{F453329D-D4A6-4093-AE14-0AB45CCE6E6D}" type="presParOf" srcId="{440D32E9-6524-4C15-B0D5-549E049FBDE0}" destId="{DE75EFEA-F21C-4D7D-8CE5-32C8E7AFCFC4}" srcOrd="6" destOrd="0" presId="urn:microsoft.com/office/officeart/2005/8/layout/vList3"/>
    <dgm:cxn modelId="{8DD15B86-A381-426D-AAC1-0F494CB75B46}" type="presParOf" srcId="{DE75EFEA-F21C-4D7D-8CE5-32C8E7AFCFC4}" destId="{97FA8706-D768-42EE-A7C4-55D33C5AC786}" srcOrd="0" destOrd="0" presId="urn:microsoft.com/office/officeart/2005/8/layout/vList3"/>
    <dgm:cxn modelId="{E3676A30-6E43-4962-9D64-0E8130211358}" type="presParOf" srcId="{DE75EFEA-F21C-4D7D-8CE5-32C8E7AFCFC4}" destId="{19C1DA67-3946-4339-B8C7-535C4DAB54B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23011AD9-029B-4331-B684-C622F850C5F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862EB6-498B-4ACF-8C85-D5BEC21276AA}">
      <dgm:prSet/>
      <dgm:spPr/>
      <dgm:t>
        <a:bodyPr/>
        <a:lstStyle/>
        <a:p>
          <a:r>
            <a:rPr lang="ru-RU" b="0" i="0" dirty="0"/>
            <a:t>П. Орлика</a:t>
          </a:r>
          <a:endParaRPr lang="uk-UA" dirty="0"/>
        </a:p>
      </dgm:t>
    </dgm:pt>
    <dgm:pt modelId="{F75A2CC9-5901-44B4-BE2D-2FCF17C5DD8A}" type="parTrans" cxnId="{4AA1D039-8A18-475D-83AD-FFA8D48428EE}">
      <dgm:prSet/>
      <dgm:spPr/>
      <dgm:t>
        <a:bodyPr/>
        <a:lstStyle/>
        <a:p>
          <a:endParaRPr lang="uk-UA"/>
        </a:p>
      </dgm:t>
    </dgm:pt>
    <dgm:pt modelId="{EE404A22-3717-403C-8503-2A3F0874F575}" type="sibTrans" cxnId="{4AA1D039-8A18-475D-83AD-FFA8D48428EE}">
      <dgm:prSet/>
      <dgm:spPr/>
      <dgm:t>
        <a:bodyPr/>
        <a:lstStyle/>
        <a:p>
          <a:endParaRPr lang="uk-UA"/>
        </a:p>
      </dgm:t>
    </dgm:pt>
    <dgm:pt modelId="{CEC792AD-15CC-4C95-B644-32A54C96B053}">
      <dgm:prSet/>
      <dgm:spPr/>
      <dgm:t>
        <a:bodyPr/>
        <a:lstStyle/>
        <a:p>
          <a:r>
            <a:rPr lang="ru-RU" b="0" i="0"/>
            <a:t>П. Дорошенка</a:t>
          </a:r>
          <a:endParaRPr lang="uk-UA"/>
        </a:p>
      </dgm:t>
    </dgm:pt>
    <dgm:pt modelId="{1B7420C3-CBAA-4A62-A4CC-4390D60C5482}" type="parTrans" cxnId="{FD1240EB-42A6-4903-B641-D327D84FB379}">
      <dgm:prSet/>
      <dgm:spPr/>
      <dgm:t>
        <a:bodyPr/>
        <a:lstStyle/>
        <a:p>
          <a:endParaRPr lang="uk-UA"/>
        </a:p>
      </dgm:t>
    </dgm:pt>
    <dgm:pt modelId="{DAE80DCA-1687-45BC-BDD5-3F167E168755}" type="sibTrans" cxnId="{FD1240EB-42A6-4903-B641-D327D84FB379}">
      <dgm:prSet/>
      <dgm:spPr/>
      <dgm:t>
        <a:bodyPr/>
        <a:lstStyle/>
        <a:p>
          <a:endParaRPr lang="uk-UA"/>
        </a:p>
      </dgm:t>
    </dgm:pt>
    <dgm:pt modelId="{5CA3BF06-C6D1-4939-8048-4B39B8B7F4E9}">
      <dgm:prSet/>
      <dgm:spPr/>
      <dgm:t>
        <a:bodyPr/>
        <a:lstStyle/>
        <a:p>
          <a:r>
            <a:rPr lang="ru-RU" b="0" i="0" dirty="0"/>
            <a:t>Д. Апостола</a:t>
          </a:r>
          <a:endParaRPr lang="uk-UA" dirty="0"/>
        </a:p>
      </dgm:t>
    </dgm:pt>
    <dgm:pt modelId="{830E0579-BD85-4FDD-8B36-F73225C800D4}" type="parTrans" cxnId="{403389D7-E21F-42DA-A59D-495A9165299A}">
      <dgm:prSet/>
      <dgm:spPr/>
      <dgm:t>
        <a:bodyPr/>
        <a:lstStyle/>
        <a:p>
          <a:endParaRPr lang="uk-UA"/>
        </a:p>
      </dgm:t>
    </dgm:pt>
    <dgm:pt modelId="{F5403B8A-FCF4-42A2-BBDC-F0504451B9D8}" type="sibTrans" cxnId="{403389D7-E21F-42DA-A59D-495A9165299A}">
      <dgm:prSet/>
      <dgm:spPr/>
      <dgm:t>
        <a:bodyPr/>
        <a:lstStyle/>
        <a:p>
          <a:endParaRPr lang="uk-UA"/>
        </a:p>
      </dgm:t>
    </dgm:pt>
    <dgm:pt modelId="{198671EF-36B0-47EF-B89F-893F21FFDF45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Мазепи</a:t>
          </a:r>
          <a:endParaRPr lang="uk-UA" dirty="0"/>
        </a:p>
      </dgm:t>
    </dgm:pt>
    <dgm:pt modelId="{7FAAE876-7810-4FA0-84CD-636AC2E46327}" type="parTrans" cxnId="{6727954D-3AC5-4813-A5BA-EC1D0D65BD6C}">
      <dgm:prSet/>
      <dgm:spPr/>
      <dgm:t>
        <a:bodyPr/>
        <a:lstStyle/>
        <a:p>
          <a:endParaRPr lang="uk-UA"/>
        </a:p>
      </dgm:t>
    </dgm:pt>
    <dgm:pt modelId="{83A105B5-26DB-416B-91D5-CAADCFA04118}" type="sibTrans" cxnId="{6727954D-3AC5-4813-A5BA-EC1D0D65BD6C}">
      <dgm:prSet/>
      <dgm:spPr/>
      <dgm:t>
        <a:bodyPr/>
        <a:lstStyle/>
        <a:p>
          <a:endParaRPr lang="uk-UA"/>
        </a:p>
      </dgm:t>
    </dgm:pt>
    <dgm:pt modelId="{4D45CEA0-0A8E-486D-B9E7-FD3149C3B008}" type="pres">
      <dgm:prSet presAssocID="{23011AD9-029B-4331-B684-C622F850C5FF}" presName="matrix" presStyleCnt="0">
        <dgm:presLayoutVars>
          <dgm:chMax val="1"/>
          <dgm:dir/>
          <dgm:resizeHandles val="exact"/>
        </dgm:presLayoutVars>
      </dgm:prSet>
      <dgm:spPr/>
    </dgm:pt>
    <dgm:pt modelId="{7763CE98-0C3F-47A1-A31E-E565D6ACC801}" type="pres">
      <dgm:prSet presAssocID="{23011AD9-029B-4331-B684-C622F850C5FF}" presName="diamond" presStyleLbl="bgShp" presStyleIdx="0" presStyleCnt="1"/>
      <dgm:spPr/>
    </dgm:pt>
    <dgm:pt modelId="{2117E1BA-B4C6-4BB6-BC67-5CEC9A91EF75}" type="pres">
      <dgm:prSet presAssocID="{23011AD9-029B-4331-B684-C622F850C5F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8145219-1CBF-4E64-BB3F-4AFA0B490F35}" type="pres">
      <dgm:prSet presAssocID="{23011AD9-029B-4331-B684-C622F850C5F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69475D-6CA5-4ADB-AE5D-99BD70A740A7}" type="pres">
      <dgm:prSet presAssocID="{23011AD9-029B-4331-B684-C622F850C5F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FD89393-7023-4371-83EF-C10D063B3395}" type="pres">
      <dgm:prSet presAssocID="{23011AD9-029B-4331-B684-C622F850C5F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A2982F-9C6E-4440-A157-465D7FBB3D41}" type="presOf" srcId="{CEC792AD-15CC-4C95-B644-32A54C96B053}" destId="{F8145219-1CBF-4E64-BB3F-4AFA0B490F35}" srcOrd="0" destOrd="0" presId="urn:microsoft.com/office/officeart/2005/8/layout/matrix3"/>
    <dgm:cxn modelId="{4AA1D039-8A18-475D-83AD-FFA8D48428EE}" srcId="{23011AD9-029B-4331-B684-C622F850C5FF}" destId="{37862EB6-498B-4ACF-8C85-D5BEC21276AA}" srcOrd="0" destOrd="0" parTransId="{F75A2CC9-5901-44B4-BE2D-2FCF17C5DD8A}" sibTransId="{EE404A22-3717-403C-8503-2A3F0874F575}"/>
    <dgm:cxn modelId="{55972664-32BA-4CF9-AB48-3DE56418CE70}" type="presOf" srcId="{37862EB6-498B-4ACF-8C85-D5BEC21276AA}" destId="{2117E1BA-B4C6-4BB6-BC67-5CEC9A91EF75}" srcOrd="0" destOrd="0" presId="urn:microsoft.com/office/officeart/2005/8/layout/matrix3"/>
    <dgm:cxn modelId="{6727954D-3AC5-4813-A5BA-EC1D0D65BD6C}" srcId="{23011AD9-029B-4331-B684-C622F850C5FF}" destId="{198671EF-36B0-47EF-B89F-893F21FFDF45}" srcOrd="3" destOrd="0" parTransId="{7FAAE876-7810-4FA0-84CD-636AC2E46327}" sibTransId="{83A105B5-26DB-416B-91D5-CAADCFA04118}"/>
    <dgm:cxn modelId="{0B00A1A2-81F5-42BD-9E8C-F71A0F1CC9F7}" type="presOf" srcId="{198671EF-36B0-47EF-B89F-893F21FFDF45}" destId="{BFD89393-7023-4371-83EF-C10D063B3395}" srcOrd="0" destOrd="0" presId="urn:microsoft.com/office/officeart/2005/8/layout/matrix3"/>
    <dgm:cxn modelId="{0C40D3A7-40E6-4AC8-AB97-C8A50B2F2C7D}" type="presOf" srcId="{5CA3BF06-C6D1-4939-8048-4B39B8B7F4E9}" destId="{D769475D-6CA5-4ADB-AE5D-99BD70A740A7}" srcOrd="0" destOrd="0" presId="urn:microsoft.com/office/officeart/2005/8/layout/matrix3"/>
    <dgm:cxn modelId="{709F03B9-818C-4CC8-AA46-60E02630C589}" type="presOf" srcId="{23011AD9-029B-4331-B684-C622F850C5FF}" destId="{4D45CEA0-0A8E-486D-B9E7-FD3149C3B008}" srcOrd="0" destOrd="0" presId="urn:microsoft.com/office/officeart/2005/8/layout/matrix3"/>
    <dgm:cxn modelId="{403389D7-E21F-42DA-A59D-495A9165299A}" srcId="{23011AD9-029B-4331-B684-C622F850C5FF}" destId="{5CA3BF06-C6D1-4939-8048-4B39B8B7F4E9}" srcOrd="2" destOrd="0" parTransId="{830E0579-BD85-4FDD-8B36-F73225C800D4}" sibTransId="{F5403B8A-FCF4-42A2-BBDC-F0504451B9D8}"/>
    <dgm:cxn modelId="{FD1240EB-42A6-4903-B641-D327D84FB379}" srcId="{23011AD9-029B-4331-B684-C622F850C5FF}" destId="{CEC792AD-15CC-4C95-B644-32A54C96B053}" srcOrd="1" destOrd="0" parTransId="{1B7420C3-CBAA-4A62-A4CC-4390D60C5482}" sibTransId="{DAE80DCA-1687-45BC-BDD5-3F167E168755}"/>
    <dgm:cxn modelId="{268CCC2C-8F76-4BF5-9E39-249104284631}" type="presParOf" srcId="{4D45CEA0-0A8E-486D-B9E7-FD3149C3B008}" destId="{7763CE98-0C3F-47A1-A31E-E565D6ACC801}" srcOrd="0" destOrd="0" presId="urn:microsoft.com/office/officeart/2005/8/layout/matrix3"/>
    <dgm:cxn modelId="{88E98B9F-C6A9-4619-81BB-B59B3F5848DB}" type="presParOf" srcId="{4D45CEA0-0A8E-486D-B9E7-FD3149C3B008}" destId="{2117E1BA-B4C6-4BB6-BC67-5CEC9A91EF75}" srcOrd="1" destOrd="0" presId="urn:microsoft.com/office/officeart/2005/8/layout/matrix3"/>
    <dgm:cxn modelId="{D6FB4319-DF0A-4EF7-80B2-00ED63A64CA9}" type="presParOf" srcId="{4D45CEA0-0A8E-486D-B9E7-FD3149C3B008}" destId="{F8145219-1CBF-4E64-BB3F-4AFA0B490F35}" srcOrd="2" destOrd="0" presId="urn:microsoft.com/office/officeart/2005/8/layout/matrix3"/>
    <dgm:cxn modelId="{1F6C25E9-622C-4FFF-A154-0340482317D8}" type="presParOf" srcId="{4D45CEA0-0A8E-486D-B9E7-FD3149C3B008}" destId="{D769475D-6CA5-4ADB-AE5D-99BD70A740A7}" srcOrd="3" destOrd="0" presId="urn:microsoft.com/office/officeart/2005/8/layout/matrix3"/>
    <dgm:cxn modelId="{8AC7CBB4-E7D7-492B-B501-EF7A1A1836CB}" type="presParOf" srcId="{4D45CEA0-0A8E-486D-B9E7-FD3149C3B008}" destId="{BFD89393-7023-4371-83EF-C10D063B339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1575D1E1-D22A-4BB3-A893-912711122D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D9C35E-4529-42C3-811B-BCC77E0FCDB5}">
      <dgm:prSet/>
      <dgm:spPr/>
      <dgm:t>
        <a:bodyPr/>
        <a:lstStyle/>
        <a:p>
          <a:r>
            <a:rPr lang="uk-UA" b="0" i="0"/>
            <a:t>фрески.</a:t>
          </a:r>
          <a:endParaRPr lang="uk-UA"/>
        </a:p>
      </dgm:t>
    </dgm:pt>
    <dgm:pt modelId="{A557A506-6815-4E82-9D18-EDB1A5ED9E5B}" type="parTrans" cxnId="{4541EDDD-D67A-4366-8389-2E361F31783F}">
      <dgm:prSet/>
      <dgm:spPr/>
      <dgm:t>
        <a:bodyPr/>
        <a:lstStyle/>
        <a:p>
          <a:endParaRPr lang="uk-UA"/>
        </a:p>
      </dgm:t>
    </dgm:pt>
    <dgm:pt modelId="{4167D7D4-BA1D-46A4-8077-3136B395CAA3}" type="sibTrans" cxnId="{4541EDDD-D67A-4366-8389-2E361F31783F}">
      <dgm:prSet/>
      <dgm:spPr/>
      <dgm:t>
        <a:bodyPr/>
        <a:lstStyle/>
        <a:p>
          <a:endParaRPr lang="uk-UA"/>
        </a:p>
      </dgm:t>
    </dgm:pt>
    <dgm:pt modelId="{0163A444-12A5-487E-AD68-4BC0907D8E77}">
      <dgm:prSet/>
      <dgm:spPr/>
      <dgm:t>
        <a:bodyPr/>
        <a:lstStyle/>
        <a:p>
          <a:r>
            <a:rPr lang="uk-UA" b="0" i="0"/>
            <a:t>мозаїки.</a:t>
          </a:r>
          <a:endParaRPr lang="uk-UA"/>
        </a:p>
      </dgm:t>
    </dgm:pt>
    <dgm:pt modelId="{791BD836-7D55-4C23-B590-270F7DB187D0}" type="parTrans" cxnId="{CC9C0F33-1EAC-48D8-8945-C83D8CFBF243}">
      <dgm:prSet/>
      <dgm:spPr/>
      <dgm:t>
        <a:bodyPr/>
        <a:lstStyle/>
        <a:p>
          <a:endParaRPr lang="uk-UA"/>
        </a:p>
      </dgm:t>
    </dgm:pt>
    <dgm:pt modelId="{BCF4C6CC-F1D6-455A-A641-A8A0E6DA77D8}" type="sibTrans" cxnId="{CC9C0F33-1EAC-48D8-8945-C83D8CFBF243}">
      <dgm:prSet/>
      <dgm:spPr/>
      <dgm:t>
        <a:bodyPr/>
        <a:lstStyle/>
        <a:p>
          <a:endParaRPr lang="uk-UA"/>
        </a:p>
      </dgm:t>
    </dgm:pt>
    <dgm:pt modelId="{38E7A4B0-7BC9-4968-A5CA-28479318A4B2}">
      <dgm:prSet/>
      <dgm:spPr/>
      <dgm:t>
        <a:bodyPr/>
        <a:lstStyle/>
        <a:p>
          <a:r>
            <a:rPr lang="uk-UA" b="0" i="0" dirty="0"/>
            <a:t>гравюри.</a:t>
          </a:r>
          <a:endParaRPr lang="uk-UA" dirty="0"/>
        </a:p>
      </dgm:t>
    </dgm:pt>
    <dgm:pt modelId="{86E53EC6-0D4B-43F3-8C5F-1BEF9F05FC9D}" type="parTrans" cxnId="{651E31C2-B569-44AF-A371-2B29110EED76}">
      <dgm:prSet/>
      <dgm:spPr/>
      <dgm:t>
        <a:bodyPr/>
        <a:lstStyle/>
        <a:p>
          <a:endParaRPr lang="uk-UA"/>
        </a:p>
      </dgm:t>
    </dgm:pt>
    <dgm:pt modelId="{CB75D8AC-D2C2-49F3-8157-371CCE64EAF7}" type="sibTrans" cxnId="{651E31C2-B569-44AF-A371-2B29110EED76}">
      <dgm:prSet/>
      <dgm:spPr/>
      <dgm:t>
        <a:bodyPr/>
        <a:lstStyle/>
        <a:p>
          <a:endParaRPr lang="uk-UA"/>
        </a:p>
      </dgm:t>
    </dgm:pt>
    <dgm:pt modelId="{B0367884-3CB2-44C1-B15C-4425DE6CDC42}">
      <dgm:prSet/>
      <dgm:spPr/>
      <dgm:t>
        <a:bodyPr/>
        <a:lstStyle/>
        <a:p>
          <a:r>
            <a:rPr lang="uk-UA" b="0" i="0" dirty="0"/>
            <a:t>мініатюри.</a:t>
          </a:r>
          <a:endParaRPr lang="uk-UA" dirty="0"/>
        </a:p>
      </dgm:t>
    </dgm:pt>
    <dgm:pt modelId="{3ED34FD9-154C-433A-934F-37A189B6FB6A}" type="parTrans" cxnId="{F1C1E059-444D-4B59-A660-36B5AFC4C2C8}">
      <dgm:prSet/>
      <dgm:spPr/>
      <dgm:t>
        <a:bodyPr/>
        <a:lstStyle/>
        <a:p>
          <a:endParaRPr lang="uk-UA"/>
        </a:p>
      </dgm:t>
    </dgm:pt>
    <dgm:pt modelId="{D557831D-2954-4A9E-B692-0664D18EE9B2}" type="sibTrans" cxnId="{F1C1E059-444D-4B59-A660-36B5AFC4C2C8}">
      <dgm:prSet/>
      <dgm:spPr/>
      <dgm:t>
        <a:bodyPr/>
        <a:lstStyle/>
        <a:p>
          <a:endParaRPr lang="uk-UA"/>
        </a:p>
      </dgm:t>
    </dgm:pt>
    <dgm:pt modelId="{F0A996EB-9F6A-4A84-8051-EE62A92A7BD3}" type="pres">
      <dgm:prSet presAssocID="{1575D1E1-D22A-4BB3-A893-912711122D3B}" presName="linear" presStyleCnt="0">
        <dgm:presLayoutVars>
          <dgm:animLvl val="lvl"/>
          <dgm:resizeHandles val="exact"/>
        </dgm:presLayoutVars>
      </dgm:prSet>
      <dgm:spPr/>
    </dgm:pt>
    <dgm:pt modelId="{23AF15FE-E167-404B-8DD4-886A35DB62F9}" type="pres">
      <dgm:prSet presAssocID="{73D9C35E-4529-42C3-811B-BCC77E0FCD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BE20DB9-8F23-4237-AA9D-A911225E35DE}" type="pres">
      <dgm:prSet presAssocID="{4167D7D4-BA1D-46A4-8077-3136B395CAA3}" presName="spacer" presStyleCnt="0"/>
      <dgm:spPr/>
    </dgm:pt>
    <dgm:pt modelId="{8F50FFC6-CADE-489C-88B6-28CB816502E2}" type="pres">
      <dgm:prSet presAssocID="{0163A444-12A5-487E-AD68-4BC0907D8E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F3B42A-5FB9-4CFD-8DA7-D784D80CBCEB}" type="pres">
      <dgm:prSet presAssocID="{BCF4C6CC-F1D6-455A-A641-A8A0E6DA77D8}" presName="spacer" presStyleCnt="0"/>
      <dgm:spPr/>
    </dgm:pt>
    <dgm:pt modelId="{F63796D5-EE21-4AC6-AD10-42D063F4203C}" type="pres">
      <dgm:prSet presAssocID="{38E7A4B0-7BC9-4968-A5CA-28479318A4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0F681D-F29D-4443-85B6-BA95F656F411}" type="pres">
      <dgm:prSet presAssocID="{CB75D8AC-D2C2-49F3-8157-371CCE64EAF7}" presName="spacer" presStyleCnt="0"/>
      <dgm:spPr/>
    </dgm:pt>
    <dgm:pt modelId="{A0FEA656-E898-45A2-A879-26B00E22B3A1}" type="pres">
      <dgm:prSet presAssocID="{B0367884-3CB2-44C1-B15C-4425DE6CDC4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9C0F33-1EAC-48D8-8945-C83D8CFBF243}" srcId="{1575D1E1-D22A-4BB3-A893-912711122D3B}" destId="{0163A444-12A5-487E-AD68-4BC0907D8E77}" srcOrd="1" destOrd="0" parTransId="{791BD836-7D55-4C23-B590-270F7DB187D0}" sibTransId="{BCF4C6CC-F1D6-455A-A641-A8A0E6DA77D8}"/>
    <dgm:cxn modelId="{CEB44873-FB64-4DF3-9C0D-10AF6BD48E21}" type="presOf" srcId="{0163A444-12A5-487E-AD68-4BC0907D8E77}" destId="{8F50FFC6-CADE-489C-88B6-28CB816502E2}" srcOrd="0" destOrd="0" presId="urn:microsoft.com/office/officeart/2005/8/layout/vList2"/>
    <dgm:cxn modelId="{C23C6D53-83A9-4EA2-B4EF-DE234706E739}" type="presOf" srcId="{38E7A4B0-7BC9-4968-A5CA-28479318A4B2}" destId="{F63796D5-EE21-4AC6-AD10-42D063F4203C}" srcOrd="0" destOrd="0" presId="urn:microsoft.com/office/officeart/2005/8/layout/vList2"/>
    <dgm:cxn modelId="{F1C1E059-444D-4B59-A660-36B5AFC4C2C8}" srcId="{1575D1E1-D22A-4BB3-A893-912711122D3B}" destId="{B0367884-3CB2-44C1-B15C-4425DE6CDC42}" srcOrd="3" destOrd="0" parTransId="{3ED34FD9-154C-433A-934F-37A189B6FB6A}" sibTransId="{D557831D-2954-4A9E-B692-0664D18EE9B2}"/>
    <dgm:cxn modelId="{4BEDABAA-6B2E-42E6-8804-C02644014E20}" type="presOf" srcId="{1575D1E1-D22A-4BB3-A893-912711122D3B}" destId="{F0A996EB-9F6A-4A84-8051-EE62A92A7BD3}" srcOrd="0" destOrd="0" presId="urn:microsoft.com/office/officeart/2005/8/layout/vList2"/>
    <dgm:cxn modelId="{F8BF31B7-F02F-4B97-80D9-6CB62F1D1659}" type="presOf" srcId="{B0367884-3CB2-44C1-B15C-4425DE6CDC42}" destId="{A0FEA656-E898-45A2-A879-26B00E22B3A1}" srcOrd="0" destOrd="0" presId="urn:microsoft.com/office/officeart/2005/8/layout/vList2"/>
    <dgm:cxn modelId="{651E31C2-B569-44AF-A371-2B29110EED76}" srcId="{1575D1E1-D22A-4BB3-A893-912711122D3B}" destId="{38E7A4B0-7BC9-4968-A5CA-28479318A4B2}" srcOrd="2" destOrd="0" parTransId="{86E53EC6-0D4B-43F3-8C5F-1BEF9F05FC9D}" sibTransId="{CB75D8AC-D2C2-49F3-8157-371CCE64EAF7}"/>
    <dgm:cxn modelId="{4541EDDD-D67A-4366-8389-2E361F31783F}" srcId="{1575D1E1-D22A-4BB3-A893-912711122D3B}" destId="{73D9C35E-4529-42C3-811B-BCC77E0FCDB5}" srcOrd="0" destOrd="0" parTransId="{A557A506-6815-4E82-9D18-EDB1A5ED9E5B}" sibTransId="{4167D7D4-BA1D-46A4-8077-3136B395CAA3}"/>
    <dgm:cxn modelId="{902B89E2-6C3F-448A-901F-3FC2BC6D66E9}" type="presOf" srcId="{73D9C35E-4529-42C3-811B-BCC77E0FCDB5}" destId="{23AF15FE-E167-404B-8DD4-886A35DB62F9}" srcOrd="0" destOrd="0" presId="urn:microsoft.com/office/officeart/2005/8/layout/vList2"/>
    <dgm:cxn modelId="{5986C831-4C45-4DE6-8D36-7A89F4CEB194}" type="presParOf" srcId="{F0A996EB-9F6A-4A84-8051-EE62A92A7BD3}" destId="{23AF15FE-E167-404B-8DD4-886A35DB62F9}" srcOrd="0" destOrd="0" presId="urn:microsoft.com/office/officeart/2005/8/layout/vList2"/>
    <dgm:cxn modelId="{8A2C8E22-AFB8-485F-818C-F03D6B676A05}" type="presParOf" srcId="{F0A996EB-9F6A-4A84-8051-EE62A92A7BD3}" destId="{7BE20DB9-8F23-4237-AA9D-A911225E35DE}" srcOrd="1" destOrd="0" presId="urn:microsoft.com/office/officeart/2005/8/layout/vList2"/>
    <dgm:cxn modelId="{A01C6950-A7B9-4F9D-9C65-435E81939219}" type="presParOf" srcId="{F0A996EB-9F6A-4A84-8051-EE62A92A7BD3}" destId="{8F50FFC6-CADE-489C-88B6-28CB816502E2}" srcOrd="2" destOrd="0" presId="urn:microsoft.com/office/officeart/2005/8/layout/vList2"/>
    <dgm:cxn modelId="{89A08E4E-114D-41DD-A2C6-1CFDE379D6E7}" type="presParOf" srcId="{F0A996EB-9F6A-4A84-8051-EE62A92A7BD3}" destId="{FDF3B42A-5FB9-4CFD-8DA7-D784D80CBCEB}" srcOrd="3" destOrd="0" presId="urn:microsoft.com/office/officeart/2005/8/layout/vList2"/>
    <dgm:cxn modelId="{BF23CBF0-3346-4753-9264-80C87138F033}" type="presParOf" srcId="{F0A996EB-9F6A-4A84-8051-EE62A92A7BD3}" destId="{F63796D5-EE21-4AC6-AD10-42D063F4203C}" srcOrd="4" destOrd="0" presId="urn:microsoft.com/office/officeart/2005/8/layout/vList2"/>
    <dgm:cxn modelId="{035AE457-5F1A-4D14-A571-762A6924A858}" type="presParOf" srcId="{F0A996EB-9F6A-4A84-8051-EE62A92A7BD3}" destId="{330F681D-F29D-4443-85B6-BA95F656F411}" srcOrd="5" destOrd="0" presId="urn:microsoft.com/office/officeart/2005/8/layout/vList2"/>
    <dgm:cxn modelId="{3348DE37-E726-4C89-9AA4-64C181C201D0}" type="presParOf" srcId="{F0A996EB-9F6A-4A84-8051-EE62A92A7BD3}" destId="{A0FEA656-E898-45A2-A879-26B00E22B3A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D1BE5404-5242-4DEF-BCCB-A621C3ED835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25BF11-EDA0-4075-800F-6F8223D89DD9}">
      <dgm:prSet/>
      <dgm:spPr/>
      <dgm:t>
        <a:bodyPr/>
        <a:lstStyle/>
        <a:p>
          <a:r>
            <a:rPr lang="ru-RU" b="0" i="0" dirty="0"/>
            <a:t>П. Орлика.</a:t>
          </a:r>
          <a:endParaRPr lang="uk-UA" dirty="0"/>
        </a:p>
      </dgm:t>
    </dgm:pt>
    <dgm:pt modelId="{54FD8025-5D78-4673-A970-CFE408A115AA}" type="parTrans" cxnId="{7F14DC7F-0582-4654-9E2B-1D46C9777165}">
      <dgm:prSet/>
      <dgm:spPr/>
      <dgm:t>
        <a:bodyPr/>
        <a:lstStyle/>
        <a:p>
          <a:endParaRPr lang="uk-UA"/>
        </a:p>
      </dgm:t>
    </dgm:pt>
    <dgm:pt modelId="{2C9F3D1C-0A2F-497B-8C22-36D6E117EAF2}" type="sibTrans" cxnId="{7F14DC7F-0582-4654-9E2B-1D46C9777165}">
      <dgm:prSet/>
      <dgm:spPr/>
      <dgm:t>
        <a:bodyPr/>
        <a:lstStyle/>
        <a:p>
          <a:endParaRPr lang="uk-UA"/>
        </a:p>
      </dgm:t>
    </dgm:pt>
    <dgm:pt modelId="{1128C4A6-722C-4B10-8C66-2E83DB7FFA36}">
      <dgm:prSet/>
      <dgm:spPr/>
      <dgm:t>
        <a:bodyPr/>
        <a:lstStyle/>
        <a:p>
          <a:r>
            <a:rPr lang="ru-RU" b="0" i="0"/>
            <a:t>П. Дорошенка.</a:t>
          </a:r>
          <a:endParaRPr lang="uk-UA"/>
        </a:p>
      </dgm:t>
    </dgm:pt>
    <dgm:pt modelId="{AC1F2929-F55B-41C7-967E-83F07E6AC60D}" type="parTrans" cxnId="{0B43C432-D4A4-42F6-A3B4-331332CF7614}">
      <dgm:prSet/>
      <dgm:spPr/>
      <dgm:t>
        <a:bodyPr/>
        <a:lstStyle/>
        <a:p>
          <a:endParaRPr lang="uk-UA"/>
        </a:p>
      </dgm:t>
    </dgm:pt>
    <dgm:pt modelId="{E0A7383E-26BF-4AF0-B4A9-40773349E6C1}" type="sibTrans" cxnId="{0B43C432-D4A4-42F6-A3B4-331332CF7614}">
      <dgm:prSet/>
      <dgm:spPr/>
      <dgm:t>
        <a:bodyPr/>
        <a:lstStyle/>
        <a:p>
          <a:endParaRPr lang="uk-UA"/>
        </a:p>
      </dgm:t>
    </dgm:pt>
    <dgm:pt modelId="{FF3B04B8-7550-4B32-82C0-9D7781F17C47}">
      <dgm:prSet/>
      <dgm:spPr/>
      <dgm:t>
        <a:bodyPr/>
        <a:lstStyle/>
        <a:p>
          <a:r>
            <a:rPr lang="ru-RU" b="0" i="0"/>
            <a:t>Д. Апостола.</a:t>
          </a:r>
          <a:endParaRPr lang="uk-UA"/>
        </a:p>
      </dgm:t>
    </dgm:pt>
    <dgm:pt modelId="{2A5FC819-A84E-4E03-80DB-18EE752ABC54}" type="parTrans" cxnId="{FAE98DB4-9BFD-425C-97EF-F9E3BC8FF543}">
      <dgm:prSet/>
      <dgm:spPr/>
      <dgm:t>
        <a:bodyPr/>
        <a:lstStyle/>
        <a:p>
          <a:endParaRPr lang="uk-UA"/>
        </a:p>
      </dgm:t>
    </dgm:pt>
    <dgm:pt modelId="{3191357A-1349-4410-8D0C-161DF1F31C4B}" type="sibTrans" cxnId="{FAE98DB4-9BFD-425C-97EF-F9E3BC8FF543}">
      <dgm:prSet/>
      <dgm:spPr/>
      <dgm:t>
        <a:bodyPr/>
        <a:lstStyle/>
        <a:p>
          <a:endParaRPr lang="uk-UA"/>
        </a:p>
      </dgm:t>
    </dgm:pt>
    <dgm:pt modelId="{714842BD-F84F-4292-BE46-F6A0A97F2C7F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Мазепи</a:t>
          </a:r>
          <a:r>
            <a:rPr lang="ru-RU" b="0" i="0" dirty="0"/>
            <a:t>.</a:t>
          </a:r>
          <a:endParaRPr lang="uk-UA" dirty="0"/>
        </a:p>
      </dgm:t>
    </dgm:pt>
    <dgm:pt modelId="{37695403-2AEE-4794-A48F-F27051D30E63}" type="parTrans" cxnId="{002AB2C5-D0C5-496A-835A-BBD3361F3C91}">
      <dgm:prSet/>
      <dgm:spPr/>
      <dgm:t>
        <a:bodyPr/>
        <a:lstStyle/>
        <a:p>
          <a:endParaRPr lang="uk-UA"/>
        </a:p>
      </dgm:t>
    </dgm:pt>
    <dgm:pt modelId="{812036CD-D2B5-4CE3-987C-9FA334F613C2}" type="sibTrans" cxnId="{002AB2C5-D0C5-496A-835A-BBD3361F3C91}">
      <dgm:prSet/>
      <dgm:spPr/>
      <dgm:t>
        <a:bodyPr/>
        <a:lstStyle/>
        <a:p>
          <a:endParaRPr lang="uk-UA"/>
        </a:p>
      </dgm:t>
    </dgm:pt>
    <dgm:pt modelId="{E3738F89-ADD2-4E86-B37C-6C0E261BBFAE}" type="pres">
      <dgm:prSet presAssocID="{D1BE5404-5242-4DEF-BCCB-A621C3ED835F}" presName="linearFlow" presStyleCnt="0">
        <dgm:presLayoutVars>
          <dgm:dir/>
          <dgm:resizeHandles val="exact"/>
        </dgm:presLayoutVars>
      </dgm:prSet>
      <dgm:spPr/>
    </dgm:pt>
    <dgm:pt modelId="{8C5D7342-65D0-4220-8233-43718FB733E9}" type="pres">
      <dgm:prSet presAssocID="{5225BF11-EDA0-4075-800F-6F8223D89DD9}" presName="composite" presStyleCnt="0"/>
      <dgm:spPr/>
    </dgm:pt>
    <dgm:pt modelId="{C39BBB7E-F7EA-4704-8073-0C7EB215B148}" type="pres">
      <dgm:prSet presAssocID="{5225BF11-EDA0-4075-800F-6F8223D89DD9}" presName="imgShp" presStyleLbl="fgImgPlace1" presStyleIdx="0" presStyleCnt="4"/>
      <dgm:spPr/>
    </dgm:pt>
    <dgm:pt modelId="{98783066-CA2F-406B-83BE-96E89792BB5E}" type="pres">
      <dgm:prSet presAssocID="{5225BF11-EDA0-4075-800F-6F8223D89DD9}" presName="txShp" presStyleLbl="node1" presStyleIdx="0" presStyleCnt="4">
        <dgm:presLayoutVars>
          <dgm:bulletEnabled val="1"/>
        </dgm:presLayoutVars>
      </dgm:prSet>
      <dgm:spPr/>
    </dgm:pt>
    <dgm:pt modelId="{F142BF9C-4C8B-463B-B8D9-19814361DE73}" type="pres">
      <dgm:prSet presAssocID="{2C9F3D1C-0A2F-497B-8C22-36D6E117EAF2}" presName="spacing" presStyleCnt="0"/>
      <dgm:spPr/>
    </dgm:pt>
    <dgm:pt modelId="{94FADD74-9BC3-49F5-8152-A7AFB22A16DD}" type="pres">
      <dgm:prSet presAssocID="{1128C4A6-722C-4B10-8C66-2E83DB7FFA36}" presName="composite" presStyleCnt="0"/>
      <dgm:spPr/>
    </dgm:pt>
    <dgm:pt modelId="{8777C3EA-E849-4CC1-85BF-61F003399DDD}" type="pres">
      <dgm:prSet presAssocID="{1128C4A6-722C-4B10-8C66-2E83DB7FFA36}" presName="imgShp" presStyleLbl="fgImgPlace1" presStyleIdx="1" presStyleCnt="4"/>
      <dgm:spPr/>
    </dgm:pt>
    <dgm:pt modelId="{08DFE07C-98FE-44FA-AD87-8297ADF8AB82}" type="pres">
      <dgm:prSet presAssocID="{1128C4A6-722C-4B10-8C66-2E83DB7FFA36}" presName="txShp" presStyleLbl="node1" presStyleIdx="1" presStyleCnt="4">
        <dgm:presLayoutVars>
          <dgm:bulletEnabled val="1"/>
        </dgm:presLayoutVars>
      </dgm:prSet>
      <dgm:spPr/>
    </dgm:pt>
    <dgm:pt modelId="{91EF6147-D1D0-4589-9266-E2F97B75618F}" type="pres">
      <dgm:prSet presAssocID="{E0A7383E-26BF-4AF0-B4A9-40773349E6C1}" presName="spacing" presStyleCnt="0"/>
      <dgm:spPr/>
    </dgm:pt>
    <dgm:pt modelId="{5A4A14EF-9B55-4F70-B822-BD16535EC9D9}" type="pres">
      <dgm:prSet presAssocID="{FF3B04B8-7550-4B32-82C0-9D7781F17C47}" presName="composite" presStyleCnt="0"/>
      <dgm:spPr/>
    </dgm:pt>
    <dgm:pt modelId="{C95464B2-318B-49F8-A54D-BE9A09741827}" type="pres">
      <dgm:prSet presAssocID="{FF3B04B8-7550-4B32-82C0-9D7781F17C47}" presName="imgShp" presStyleLbl="fgImgPlace1" presStyleIdx="2" presStyleCnt="4"/>
      <dgm:spPr/>
    </dgm:pt>
    <dgm:pt modelId="{C97EEF5F-17A6-4077-95C1-7256986D07B1}" type="pres">
      <dgm:prSet presAssocID="{FF3B04B8-7550-4B32-82C0-9D7781F17C47}" presName="txShp" presStyleLbl="node1" presStyleIdx="2" presStyleCnt="4">
        <dgm:presLayoutVars>
          <dgm:bulletEnabled val="1"/>
        </dgm:presLayoutVars>
      </dgm:prSet>
      <dgm:spPr/>
    </dgm:pt>
    <dgm:pt modelId="{AB12FCD7-95AC-4633-90C9-F76FFDCF587A}" type="pres">
      <dgm:prSet presAssocID="{3191357A-1349-4410-8D0C-161DF1F31C4B}" presName="spacing" presStyleCnt="0"/>
      <dgm:spPr/>
    </dgm:pt>
    <dgm:pt modelId="{D65520F6-CF61-45A5-BC0A-084C9346C558}" type="pres">
      <dgm:prSet presAssocID="{714842BD-F84F-4292-BE46-F6A0A97F2C7F}" presName="composite" presStyleCnt="0"/>
      <dgm:spPr/>
    </dgm:pt>
    <dgm:pt modelId="{9A852DA7-91EC-4B7F-80A1-E24BD88B98BF}" type="pres">
      <dgm:prSet presAssocID="{714842BD-F84F-4292-BE46-F6A0A97F2C7F}" presName="imgShp" presStyleLbl="fgImgPlace1" presStyleIdx="3" presStyleCnt="4"/>
      <dgm:spPr/>
    </dgm:pt>
    <dgm:pt modelId="{7969A0DE-626F-44E0-8FF5-D462580977E3}" type="pres">
      <dgm:prSet presAssocID="{714842BD-F84F-4292-BE46-F6A0A97F2C7F}" presName="txShp" presStyleLbl="node1" presStyleIdx="3" presStyleCnt="4">
        <dgm:presLayoutVars>
          <dgm:bulletEnabled val="1"/>
        </dgm:presLayoutVars>
      </dgm:prSet>
      <dgm:spPr/>
    </dgm:pt>
  </dgm:ptLst>
  <dgm:cxnLst>
    <dgm:cxn modelId="{7A47BC01-BBF0-4B58-8487-6CE24EDCD240}" type="presOf" srcId="{714842BD-F84F-4292-BE46-F6A0A97F2C7F}" destId="{7969A0DE-626F-44E0-8FF5-D462580977E3}" srcOrd="0" destOrd="0" presId="urn:microsoft.com/office/officeart/2005/8/layout/vList3"/>
    <dgm:cxn modelId="{0B43C432-D4A4-42F6-A3B4-331332CF7614}" srcId="{D1BE5404-5242-4DEF-BCCB-A621C3ED835F}" destId="{1128C4A6-722C-4B10-8C66-2E83DB7FFA36}" srcOrd="1" destOrd="0" parTransId="{AC1F2929-F55B-41C7-967E-83F07E6AC60D}" sibTransId="{E0A7383E-26BF-4AF0-B4A9-40773349E6C1}"/>
    <dgm:cxn modelId="{F3520962-13BF-4E4B-A77D-9B1FB4EFCBC7}" type="presOf" srcId="{1128C4A6-722C-4B10-8C66-2E83DB7FFA36}" destId="{08DFE07C-98FE-44FA-AD87-8297ADF8AB82}" srcOrd="0" destOrd="0" presId="urn:microsoft.com/office/officeart/2005/8/layout/vList3"/>
    <dgm:cxn modelId="{7F14DC7F-0582-4654-9E2B-1D46C9777165}" srcId="{D1BE5404-5242-4DEF-BCCB-A621C3ED835F}" destId="{5225BF11-EDA0-4075-800F-6F8223D89DD9}" srcOrd="0" destOrd="0" parTransId="{54FD8025-5D78-4673-A970-CFE408A115AA}" sibTransId="{2C9F3D1C-0A2F-497B-8C22-36D6E117EAF2}"/>
    <dgm:cxn modelId="{5A47D4A6-E131-460B-B962-6AA527146E43}" type="presOf" srcId="{FF3B04B8-7550-4B32-82C0-9D7781F17C47}" destId="{C97EEF5F-17A6-4077-95C1-7256986D07B1}" srcOrd="0" destOrd="0" presId="urn:microsoft.com/office/officeart/2005/8/layout/vList3"/>
    <dgm:cxn modelId="{6168E6AC-7863-4588-AA2B-97BCB8A132A7}" type="presOf" srcId="{D1BE5404-5242-4DEF-BCCB-A621C3ED835F}" destId="{E3738F89-ADD2-4E86-B37C-6C0E261BBFAE}" srcOrd="0" destOrd="0" presId="urn:microsoft.com/office/officeart/2005/8/layout/vList3"/>
    <dgm:cxn modelId="{FAE98DB4-9BFD-425C-97EF-F9E3BC8FF543}" srcId="{D1BE5404-5242-4DEF-BCCB-A621C3ED835F}" destId="{FF3B04B8-7550-4B32-82C0-9D7781F17C47}" srcOrd="2" destOrd="0" parTransId="{2A5FC819-A84E-4E03-80DB-18EE752ABC54}" sibTransId="{3191357A-1349-4410-8D0C-161DF1F31C4B}"/>
    <dgm:cxn modelId="{002AB2C5-D0C5-496A-835A-BBD3361F3C91}" srcId="{D1BE5404-5242-4DEF-BCCB-A621C3ED835F}" destId="{714842BD-F84F-4292-BE46-F6A0A97F2C7F}" srcOrd="3" destOrd="0" parTransId="{37695403-2AEE-4794-A48F-F27051D30E63}" sibTransId="{812036CD-D2B5-4CE3-987C-9FA334F613C2}"/>
    <dgm:cxn modelId="{09BAA8EC-A582-4DAA-AC69-7ED42DD1C9E5}" type="presOf" srcId="{5225BF11-EDA0-4075-800F-6F8223D89DD9}" destId="{98783066-CA2F-406B-83BE-96E89792BB5E}" srcOrd="0" destOrd="0" presId="urn:microsoft.com/office/officeart/2005/8/layout/vList3"/>
    <dgm:cxn modelId="{30B10025-CA4D-4B39-81EF-0BC988D5DC42}" type="presParOf" srcId="{E3738F89-ADD2-4E86-B37C-6C0E261BBFAE}" destId="{8C5D7342-65D0-4220-8233-43718FB733E9}" srcOrd="0" destOrd="0" presId="urn:microsoft.com/office/officeart/2005/8/layout/vList3"/>
    <dgm:cxn modelId="{08C5C8BF-4A31-48C4-B259-8E852B882681}" type="presParOf" srcId="{8C5D7342-65D0-4220-8233-43718FB733E9}" destId="{C39BBB7E-F7EA-4704-8073-0C7EB215B148}" srcOrd="0" destOrd="0" presId="urn:microsoft.com/office/officeart/2005/8/layout/vList3"/>
    <dgm:cxn modelId="{A55E2E5D-6FB1-44C9-B4F8-1FFC064BCE16}" type="presParOf" srcId="{8C5D7342-65D0-4220-8233-43718FB733E9}" destId="{98783066-CA2F-406B-83BE-96E89792BB5E}" srcOrd="1" destOrd="0" presId="urn:microsoft.com/office/officeart/2005/8/layout/vList3"/>
    <dgm:cxn modelId="{9B516088-021B-4474-97D4-50D6E5F226C5}" type="presParOf" srcId="{E3738F89-ADD2-4E86-B37C-6C0E261BBFAE}" destId="{F142BF9C-4C8B-463B-B8D9-19814361DE73}" srcOrd="1" destOrd="0" presId="urn:microsoft.com/office/officeart/2005/8/layout/vList3"/>
    <dgm:cxn modelId="{171F967A-72FE-438D-B6AE-ADCF0A7F7580}" type="presParOf" srcId="{E3738F89-ADD2-4E86-B37C-6C0E261BBFAE}" destId="{94FADD74-9BC3-49F5-8152-A7AFB22A16DD}" srcOrd="2" destOrd="0" presId="urn:microsoft.com/office/officeart/2005/8/layout/vList3"/>
    <dgm:cxn modelId="{40E89C98-5C1E-4DFF-88A8-F40C32642527}" type="presParOf" srcId="{94FADD74-9BC3-49F5-8152-A7AFB22A16DD}" destId="{8777C3EA-E849-4CC1-85BF-61F003399DDD}" srcOrd="0" destOrd="0" presId="urn:microsoft.com/office/officeart/2005/8/layout/vList3"/>
    <dgm:cxn modelId="{D568AB4B-C222-41CB-B81F-FBF9AD7825FC}" type="presParOf" srcId="{94FADD74-9BC3-49F5-8152-A7AFB22A16DD}" destId="{08DFE07C-98FE-44FA-AD87-8297ADF8AB82}" srcOrd="1" destOrd="0" presId="urn:microsoft.com/office/officeart/2005/8/layout/vList3"/>
    <dgm:cxn modelId="{0D07CBA4-4B8A-4D0E-98EA-7C908BB0965F}" type="presParOf" srcId="{E3738F89-ADD2-4E86-B37C-6C0E261BBFAE}" destId="{91EF6147-D1D0-4589-9266-E2F97B75618F}" srcOrd="3" destOrd="0" presId="urn:microsoft.com/office/officeart/2005/8/layout/vList3"/>
    <dgm:cxn modelId="{DE968DEC-D70A-4A4F-8512-DA6B02C296B3}" type="presParOf" srcId="{E3738F89-ADD2-4E86-B37C-6C0E261BBFAE}" destId="{5A4A14EF-9B55-4F70-B822-BD16535EC9D9}" srcOrd="4" destOrd="0" presId="urn:microsoft.com/office/officeart/2005/8/layout/vList3"/>
    <dgm:cxn modelId="{C61E7332-8037-4A1F-8768-BDC9310BB6C2}" type="presParOf" srcId="{5A4A14EF-9B55-4F70-B822-BD16535EC9D9}" destId="{C95464B2-318B-49F8-A54D-BE9A09741827}" srcOrd="0" destOrd="0" presId="urn:microsoft.com/office/officeart/2005/8/layout/vList3"/>
    <dgm:cxn modelId="{20FC032E-0EBB-463A-8388-FB8700C2A2F2}" type="presParOf" srcId="{5A4A14EF-9B55-4F70-B822-BD16535EC9D9}" destId="{C97EEF5F-17A6-4077-95C1-7256986D07B1}" srcOrd="1" destOrd="0" presId="urn:microsoft.com/office/officeart/2005/8/layout/vList3"/>
    <dgm:cxn modelId="{BEDFD727-B312-4200-A30A-63506F9F0FDB}" type="presParOf" srcId="{E3738F89-ADD2-4E86-B37C-6C0E261BBFAE}" destId="{AB12FCD7-95AC-4633-90C9-F76FFDCF587A}" srcOrd="5" destOrd="0" presId="urn:microsoft.com/office/officeart/2005/8/layout/vList3"/>
    <dgm:cxn modelId="{3288AF58-E9B6-4B76-841F-4F4F2D82D57F}" type="presParOf" srcId="{E3738F89-ADD2-4E86-B37C-6C0E261BBFAE}" destId="{D65520F6-CF61-45A5-BC0A-084C9346C558}" srcOrd="6" destOrd="0" presId="urn:microsoft.com/office/officeart/2005/8/layout/vList3"/>
    <dgm:cxn modelId="{1BC649CE-4710-47CD-A2A5-61FBBC330924}" type="presParOf" srcId="{D65520F6-CF61-45A5-BC0A-084C9346C558}" destId="{9A852DA7-91EC-4B7F-80A1-E24BD88B98BF}" srcOrd="0" destOrd="0" presId="urn:microsoft.com/office/officeart/2005/8/layout/vList3"/>
    <dgm:cxn modelId="{06FB0578-B821-48F5-AA9E-4B8ED6A95D83}" type="presParOf" srcId="{D65520F6-CF61-45A5-BC0A-084C9346C558}" destId="{7969A0DE-626F-44E0-8FF5-D462580977E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D197AE9-9B2E-4D79-8CDE-465F4E6909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FDEC8E-F8D6-48D4-ACF0-A01F523025B7}">
      <dgm:prSet/>
      <dgm:spPr/>
      <dgm:t>
        <a:bodyPr/>
        <a:lstStyle/>
        <a:p>
          <a:r>
            <a:rPr lang="uk-UA" b="0" i="0" dirty="0"/>
            <a:t>соціально-економічній політиці.</a:t>
          </a:r>
          <a:endParaRPr lang="uk-UA" dirty="0"/>
        </a:p>
      </dgm:t>
    </dgm:pt>
    <dgm:pt modelId="{4645FD1E-F292-44FB-A3F5-84E9EB1EF244}" type="parTrans" cxnId="{0AF51F56-4086-41FA-9F1A-9426907A4DEA}">
      <dgm:prSet/>
      <dgm:spPr/>
      <dgm:t>
        <a:bodyPr/>
        <a:lstStyle/>
        <a:p>
          <a:endParaRPr lang="uk-UA"/>
        </a:p>
      </dgm:t>
    </dgm:pt>
    <dgm:pt modelId="{9ADEAF00-739F-40DB-8622-FBD669001078}" type="sibTrans" cxnId="{0AF51F56-4086-41FA-9F1A-9426907A4DEA}">
      <dgm:prSet/>
      <dgm:spPr/>
      <dgm:t>
        <a:bodyPr/>
        <a:lstStyle/>
        <a:p>
          <a:endParaRPr lang="uk-UA"/>
        </a:p>
      </dgm:t>
    </dgm:pt>
    <dgm:pt modelId="{AA383C98-3136-4DBE-8F18-5B4CA77BDDE4}">
      <dgm:prSet/>
      <dgm:spPr/>
      <dgm:t>
        <a:bodyPr/>
        <a:lstStyle/>
        <a:p>
          <a:r>
            <a:rPr lang="uk-UA" b="0" i="0" dirty="0"/>
            <a:t>державно-політичній діяльності.</a:t>
          </a:r>
          <a:endParaRPr lang="uk-UA" dirty="0"/>
        </a:p>
      </dgm:t>
    </dgm:pt>
    <dgm:pt modelId="{B98B0039-73E5-4AC7-AAF8-F65B293D2172}" type="parTrans" cxnId="{EB586D2A-5F3E-4220-AFAB-DD857FAEF9B6}">
      <dgm:prSet/>
      <dgm:spPr/>
      <dgm:t>
        <a:bodyPr/>
        <a:lstStyle/>
        <a:p>
          <a:endParaRPr lang="uk-UA"/>
        </a:p>
      </dgm:t>
    </dgm:pt>
    <dgm:pt modelId="{B1481F88-B950-40E4-AAD9-E67B05D8C976}" type="sibTrans" cxnId="{EB586D2A-5F3E-4220-AFAB-DD857FAEF9B6}">
      <dgm:prSet/>
      <dgm:spPr/>
      <dgm:t>
        <a:bodyPr/>
        <a:lstStyle/>
        <a:p>
          <a:endParaRPr lang="uk-UA"/>
        </a:p>
      </dgm:t>
    </dgm:pt>
    <dgm:pt modelId="{2B94E018-A636-48C3-A09C-34C8672BF8E5}">
      <dgm:prSet/>
      <dgm:spPr/>
      <dgm:t>
        <a:bodyPr/>
        <a:lstStyle/>
        <a:p>
          <a:r>
            <a:rPr lang="uk-UA" b="0" i="0"/>
            <a:t>зовнішньополітичній царині.</a:t>
          </a:r>
          <a:endParaRPr lang="uk-UA"/>
        </a:p>
      </dgm:t>
    </dgm:pt>
    <dgm:pt modelId="{9D995549-6666-4183-A46C-9BCACEDE0061}" type="parTrans" cxnId="{37FDEF4A-3318-4B93-A8A3-4E478577FDEA}">
      <dgm:prSet/>
      <dgm:spPr/>
      <dgm:t>
        <a:bodyPr/>
        <a:lstStyle/>
        <a:p>
          <a:endParaRPr lang="uk-UA"/>
        </a:p>
      </dgm:t>
    </dgm:pt>
    <dgm:pt modelId="{27EC1DB4-9BFD-45FF-8A44-630B4815B953}" type="sibTrans" cxnId="{37FDEF4A-3318-4B93-A8A3-4E478577FDEA}">
      <dgm:prSet/>
      <dgm:spPr/>
      <dgm:t>
        <a:bodyPr/>
        <a:lstStyle/>
        <a:p>
          <a:endParaRPr lang="uk-UA"/>
        </a:p>
      </dgm:t>
    </dgm:pt>
    <dgm:pt modelId="{614958A0-B938-4FEC-92E4-D566F08A25E2}">
      <dgm:prSet/>
      <dgm:spPr/>
      <dgm:t>
        <a:bodyPr/>
        <a:lstStyle/>
        <a:p>
          <a:r>
            <a:rPr lang="uk-UA" b="0" i="0" dirty="0"/>
            <a:t>культурно-просвітницькій сфері.</a:t>
          </a:r>
          <a:endParaRPr lang="uk-UA" dirty="0"/>
        </a:p>
      </dgm:t>
    </dgm:pt>
    <dgm:pt modelId="{2CC3C3FC-4F64-4C55-8CAE-A40553C33F6A}" type="parTrans" cxnId="{FC97CA8D-B7D2-486D-BD9D-84AAB9DD5623}">
      <dgm:prSet/>
      <dgm:spPr/>
      <dgm:t>
        <a:bodyPr/>
        <a:lstStyle/>
        <a:p>
          <a:endParaRPr lang="uk-UA"/>
        </a:p>
      </dgm:t>
    </dgm:pt>
    <dgm:pt modelId="{E6FF4344-51AE-40BD-BBC8-DA07207B7558}" type="sibTrans" cxnId="{FC97CA8D-B7D2-486D-BD9D-84AAB9DD5623}">
      <dgm:prSet/>
      <dgm:spPr/>
      <dgm:t>
        <a:bodyPr/>
        <a:lstStyle/>
        <a:p>
          <a:endParaRPr lang="uk-UA"/>
        </a:p>
      </dgm:t>
    </dgm:pt>
    <dgm:pt modelId="{014F16C4-CBCE-4902-969D-B71848BDB18C}" type="pres">
      <dgm:prSet presAssocID="{3D197AE9-9B2E-4D79-8CDE-465F4E690927}" presName="Name0" presStyleCnt="0">
        <dgm:presLayoutVars>
          <dgm:chMax val="7"/>
          <dgm:chPref val="7"/>
          <dgm:dir/>
        </dgm:presLayoutVars>
      </dgm:prSet>
      <dgm:spPr/>
    </dgm:pt>
    <dgm:pt modelId="{B50645C5-B270-432B-AB14-E69F2C1DE0FA}" type="pres">
      <dgm:prSet presAssocID="{3D197AE9-9B2E-4D79-8CDE-465F4E690927}" presName="Name1" presStyleCnt="0"/>
      <dgm:spPr/>
    </dgm:pt>
    <dgm:pt modelId="{8391D828-2FDE-450B-A0A7-223C3B23BD7B}" type="pres">
      <dgm:prSet presAssocID="{3D197AE9-9B2E-4D79-8CDE-465F4E690927}" presName="cycle" presStyleCnt="0"/>
      <dgm:spPr/>
    </dgm:pt>
    <dgm:pt modelId="{DC788D15-2E22-4F65-8584-90D053CEB113}" type="pres">
      <dgm:prSet presAssocID="{3D197AE9-9B2E-4D79-8CDE-465F4E690927}" presName="srcNode" presStyleLbl="node1" presStyleIdx="0" presStyleCnt="4"/>
      <dgm:spPr/>
    </dgm:pt>
    <dgm:pt modelId="{FCC6BFA9-B423-4657-BC94-304E0B756020}" type="pres">
      <dgm:prSet presAssocID="{3D197AE9-9B2E-4D79-8CDE-465F4E690927}" presName="conn" presStyleLbl="parChTrans1D2" presStyleIdx="0" presStyleCnt="1"/>
      <dgm:spPr/>
    </dgm:pt>
    <dgm:pt modelId="{407815FC-3704-4D10-95AA-3BDDEB8E7568}" type="pres">
      <dgm:prSet presAssocID="{3D197AE9-9B2E-4D79-8CDE-465F4E690927}" presName="extraNode" presStyleLbl="node1" presStyleIdx="0" presStyleCnt="4"/>
      <dgm:spPr/>
    </dgm:pt>
    <dgm:pt modelId="{9FC090D9-75D7-4D1D-B89F-EFECD78C82FE}" type="pres">
      <dgm:prSet presAssocID="{3D197AE9-9B2E-4D79-8CDE-465F4E690927}" presName="dstNode" presStyleLbl="node1" presStyleIdx="0" presStyleCnt="4"/>
      <dgm:spPr/>
    </dgm:pt>
    <dgm:pt modelId="{7004B3EF-9472-4415-8300-9866F9851703}" type="pres">
      <dgm:prSet presAssocID="{ADFDEC8E-F8D6-48D4-ACF0-A01F523025B7}" presName="text_1" presStyleLbl="node1" presStyleIdx="0" presStyleCnt="4">
        <dgm:presLayoutVars>
          <dgm:bulletEnabled val="1"/>
        </dgm:presLayoutVars>
      </dgm:prSet>
      <dgm:spPr/>
    </dgm:pt>
    <dgm:pt modelId="{F45A09CB-D66E-412A-ADB2-57B340E0466E}" type="pres">
      <dgm:prSet presAssocID="{ADFDEC8E-F8D6-48D4-ACF0-A01F523025B7}" presName="accent_1" presStyleCnt="0"/>
      <dgm:spPr/>
    </dgm:pt>
    <dgm:pt modelId="{7AABA402-DD10-48CD-984B-38B3FBEA69C2}" type="pres">
      <dgm:prSet presAssocID="{ADFDEC8E-F8D6-48D4-ACF0-A01F523025B7}" presName="accentRepeatNode" presStyleLbl="solidFgAcc1" presStyleIdx="0" presStyleCnt="4"/>
      <dgm:spPr/>
    </dgm:pt>
    <dgm:pt modelId="{C08C17BD-FDFE-4DA0-8DD5-1F3DCF257391}" type="pres">
      <dgm:prSet presAssocID="{AA383C98-3136-4DBE-8F18-5B4CA77BDDE4}" presName="text_2" presStyleLbl="node1" presStyleIdx="1" presStyleCnt="4">
        <dgm:presLayoutVars>
          <dgm:bulletEnabled val="1"/>
        </dgm:presLayoutVars>
      </dgm:prSet>
      <dgm:spPr/>
    </dgm:pt>
    <dgm:pt modelId="{AB55300E-FB67-47C3-8F18-F159B3B36266}" type="pres">
      <dgm:prSet presAssocID="{AA383C98-3136-4DBE-8F18-5B4CA77BDDE4}" presName="accent_2" presStyleCnt="0"/>
      <dgm:spPr/>
    </dgm:pt>
    <dgm:pt modelId="{C5E6C8BE-BF98-427A-AB6A-00E267240A99}" type="pres">
      <dgm:prSet presAssocID="{AA383C98-3136-4DBE-8F18-5B4CA77BDDE4}" presName="accentRepeatNode" presStyleLbl="solidFgAcc1" presStyleIdx="1" presStyleCnt="4"/>
      <dgm:spPr/>
    </dgm:pt>
    <dgm:pt modelId="{1176446A-BC2A-4781-B05E-26475A2C3927}" type="pres">
      <dgm:prSet presAssocID="{2B94E018-A636-48C3-A09C-34C8672BF8E5}" presName="text_3" presStyleLbl="node1" presStyleIdx="2" presStyleCnt="4">
        <dgm:presLayoutVars>
          <dgm:bulletEnabled val="1"/>
        </dgm:presLayoutVars>
      </dgm:prSet>
      <dgm:spPr/>
    </dgm:pt>
    <dgm:pt modelId="{B321D368-7557-4F81-B5CC-249905808651}" type="pres">
      <dgm:prSet presAssocID="{2B94E018-A636-48C3-A09C-34C8672BF8E5}" presName="accent_3" presStyleCnt="0"/>
      <dgm:spPr/>
    </dgm:pt>
    <dgm:pt modelId="{793012FD-44F8-44B2-AA31-55D820C75E55}" type="pres">
      <dgm:prSet presAssocID="{2B94E018-A636-48C3-A09C-34C8672BF8E5}" presName="accentRepeatNode" presStyleLbl="solidFgAcc1" presStyleIdx="2" presStyleCnt="4"/>
      <dgm:spPr/>
    </dgm:pt>
    <dgm:pt modelId="{2AD6B2FD-85DD-461E-8F23-DD3DA229A047}" type="pres">
      <dgm:prSet presAssocID="{614958A0-B938-4FEC-92E4-D566F08A25E2}" presName="text_4" presStyleLbl="node1" presStyleIdx="3" presStyleCnt="4">
        <dgm:presLayoutVars>
          <dgm:bulletEnabled val="1"/>
        </dgm:presLayoutVars>
      </dgm:prSet>
      <dgm:spPr/>
    </dgm:pt>
    <dgm:pt modelId="{8A445A70-B2D6-4C26-AE55-3594CC1CD4C8}" type="pres">
      <dgm:prSet presAssocID="{614958A0-B938-4FEC-92E4-D566F08A25E2}" presName="accent_4" presStyleCnt="0"/>
      <dgm:spPr/>
    </dgm:pt>
    <dgm:pt modelId="{01411B21-9E41-4FC9-AFA3-8A95A4B2E24E}" type="pres">
      <dgm:prSet presAssocID="{614958A0-B938-4FEC-92E4-D566F08A25E2}" presName="accentRepeatNode" presStyleLbl="solidFgAcc1" presStyleIdx="3" presStyleCnt="4"/>
      <dgm:spPr/>
    </dgm:pt>
  </dgm:ptLst>
  <dgm:cxnLst>
    <dgm:cxn modelId="{B4664C05-12DB-44F7-84BC-8CFCA9817873}" type="presOf" srcId="{3D197AE9-9B2E-4D79-8CDE-465F4E690927}" destId="{014F16C4-CBCE-4902-969D-B71848BDB18C}" srcOrd="0" destOrd="0" presId="urn:microsoft.com/office/officeart/2008/layout/VerticalCurvedList"/>
    <dgm:cxn modelId="{EB586D2A-5F3E-4220-AFAB-DD857FAEF9B6}" srcId="{3D197AE9-9B2E-4D79-8CDE-465F4E690927}" destId="{AA383C98-3136-4DBE-8F18-5B4CA77BDDE4}" srcOrd="1" destOrd="0" parTransId="{B98B0039-73E5-4AC7-AAF8-F65B293D2172}" sibTransId="{B1481F88-B950-40E4-AAD9-E67B05D8C976}"/>
    <dgm:cxn modelId="{2BA09039-72C9-44BF-AC7C-79CA00273D55}" type="presOf" srcId="{9ADEAF00-739F-40DB-8622-FBD669001078}" destId="{FCC6BFA9-B423-4657-BC94-304E0B756020}" srcOrd="0" destOrd="0" presId="urn:microsoft.com/office/officeart/2008/layout/VerticalCurvedList"/>
    <dgm:cxn modelId="{8CACB363-09E4-4508-97AA-B04D6582D5A0}" type="presOf" srcId="{614958A0-B938-4FEC-92E4-D566F08A25E2}" destId="{2AD6B2FD-85DD-461E-8F23-DD3DA229A047}" srcOrd="0" destOrd="0" presId="urn:microsoft.com/office/officeart/2008/layout/VerticalCurvedList"/>
    <dgm:cxn modelId="{37FDEF4A-3318-4B93-A8A3-4E478577FDEA}" srcId="{3D197AE9-9B2E-4D79-8CDE-465F4E690927}" destId="{2B94E018-A636-48C3-A09C-34C8672BF8E5}" srcOrd="2" destOrd="0" parTransId="{9D995549-6666-4183-A46C-9BCACEDE0061}" sibTransId="{27EC1DB4-9BFD-45FF-8A44-630B4815B953}"/>
    <dgm:cxn modelId="{95BEB871-35F5-407E-95F9-783C2715018B}" type="presOf" srcId="{ADFDEC8E-F8D6-48D4-ACF0-A01F523025B7}" destId="{7004B3EF-9472-4415-8300-9866F9851703}" srcOrd="0" destOrd="0" presId="urn:microsoft.com/office/officeart/2008/layout/VerticalCurvedList"/>
    <dgm:cxn modelId="{0AF51F56-4086-41FA-9F1A-9426907A4DEA}" srcId="{3D197AE9-9B2E-4D79-8CDE-465F4E690927}" destId="{ADFDEC8E-F8D6-48D4-ACF0-A01F523025B7}" srcOrd="0" destOrd="0" parTransId="{4645FD1E-F292-44FB-A3F5-84E9EB1EF244}" sibTransId="{9ADEAF00-739F-40DB-8622-FBD669001078}"/>
    <dgm:cxn modelId="{FC97CA8D-B7D2-486D-BD9D-84AAB9DD5623}" srcId="{3D197AE9-9B2E-4D79-8CDE-465F4E690927}" destId="{614958A0-B938-4FEC-92E4-D566F08A25E2}" srcOrd="3" destOrd="0" parTransId="{2CC3C3FC-4F64-4C55-8CAE-A40553C33F6A}" sibTransId="{E6FF4344-51AE-40BD-BBC8-DA07207B7558}"/>
    <dgm:cxn modelId="{AA4EC392-26B1-4A1F-B58C-1966141F0507}" type="presOf" srcId="{AA383C98-3136-4DBE-8F18-5B4CA77BDDE4}" destId="{C08C17BD-FDFE-4DA0-8DD5-1F3DCF257391}" srcOrd="0" destOrd="0" presId="urn:microsoft.com/office/officeart/2008/layout/VerticalCurvedList"/>
    <dgm:cxn modelId="{DB9170C3-5215-45CF-A20F-6D1321AB4830}" type="presOf" srcId="{2B94E018-A636-48C3-A09C-34C8672BF8E5}" destId="{1176446A-BC2A-4781-B05E-26475A2C3927}" srcOrd="0" destOrd="0" presId="urn:microsoft.com/office/officeart/2008/layout/VerticalCurvedList"/>
    <dgm:cxn modelId="{BB3FCF98-D269-4C1B-A657-7559435C63CD}" type="presParOf" srcId="{014F16C4-CBCE-4902-969D-B71848BDB18C}" destId="{B50645C5-B270-432B-AB14-E69F2C1DE0FA}" srcOrd="0" destOrd="0" presId="urn:microsoft.com/office/officeart/2008/layout/VerticalCurvedList"/>
    <dgm:cxn modelId="{EEABD32E-6B47-45A7-9056-53C0EA5A43A9}" type="presParOf" srcId="{B50645C5-B270-432B-AB14-E69F2C1DE0FA}" destId="{8391D828-2FDE-450B-A0A7-223C3B23BD7B}" srcOrd="0" destOrd="0" presId="urn:microsoft.com/office/officeart/2008/layout/VerticalCurvedList"/>
    <dgm:cxn modelId="{8D331B29-E475-4FBA-97F0-05C7C964EE92}" type="presParOf" srcId="{8391D828-2FDE-450B-A0A7-223C3B23BD7B}" destId="{DC788D15-2E22-4F65-8584-90D053CEB113}" srcOrd="0" destOrd="0" presId="urn:microsoft.com/office/officeart/2008/layout/VerticalCurvedList"/>
    <dgm:cxn modelId="{27D869A9-C3AB-44D2-9F1F-15FB3C27FF68}" type="presParOf" srcId="{8391D828-2FDE-450B-A0A7-223C3B23BD7B}" destId="{FCC6BFA9-B423-4657-BC94-304E0B756020}" srcOrd="1" destOrd="0" presId="urn:microsoft.com/office/officeart/2008/layout/VerticalCurvedList"/>
    <dgm:cxn modelId="{0016C445-FC42-4D2B-AC15-CBE8E912D08F}" type="presParOf" srcId="{8391D828-2FDE-450B-A0A7-223C3B23BD7B}" destId="{407815FC-3704-4D10-95AA-3BDDEB8E7568}" srcOrd="2" destOrd="0" presId="urn:microsoft.com/office/officeart/2008/layout/VerticalCurvedList"/>
    <dgm:cxn modelId="{B429E2B1-9D18-4745-858E-16BFF042FECC}" type="presParOf" srcId="{8391D828-2FDE-450B-A0A7-223C3B23BD7B}" destId="{9FC090D9-75D7-4D1D-B89F-EFECD78C82FE}" srcOrd="3" destOrd="0" presId="urn:microsoft.com/office/officeart/2008/layout/VerticalCurvedList"/>
    <dgm:cxn modelId="{72EDFC8C-7220-49BC-8D1D-20D3B9CB9E48}" type="presParOf" srcId="{B50645C5-B270-432B-AB14-E69F2C1DE0FA}" destId="{7004B3EF-9472-4415-8300-9866F9851703}" srcOrd="1" destOrd="0" presId="urn:microsoft.com/office/officeart/2008/layout/VerticalCurvedList"/>
    <dgm:cxn modelId="{83C375E7-7C93-4A55-9C51-49D3F5E7E91B}" type="presParOf" srcId="{B50645C5-B270-432B-AB14-E69F2C1DE0FA}" destId="{F45A09CB-D66E-412A-ADB2-57B340E0466E}" srcOrd="2" destOrd="0" presId="urn:microsoft.com/office/officeart/2008/layout/VerticalCurvedList"/>
    <dgm:cxn modelId="{8F8153A8-076E-424F-8767-F6BE3BF13CE8}" type="presParOf" srcId="{F45A09CB-D66E-412A-ADB2-57B340E0466E}" destId="{7AABA402-DD10-48CD-984B-38B3FBEA69C2}" srcOrd="0" destOrd="0" presId="urn:microsoft.com/office/officeart/2008/layout/VerticalCurvedList"/>
    <dgm:cxn modelId="{0112F2C0-7C6A-4541-8F4C-241A01DB7E25}" type="presParOf" srcId="{B50645C5-B270-432B-AB14-E69F2C1DE0FA}" destId="{C08C17BD-FDFE-4DA0-8DD5-1F3DCF257391}" srcOrd="3" destOrd="0" presId="urn:microsoft.com/office/officeart/2008/layout/VerticalCurvedList"/>
    <dgm:cxn modelId="{E87F9896-63E0-444C-84C9-9D2778F1C7EA}" type="presParOf" srcId="{B50645C5-B270-432B-AB14-E69F2C1DE0FA}" destId="{AB55300E-FB67-47C3-8F18-F159B3B36266}" srcOrd="4" destOrd="0" presId="urn:microsoft.com/office/officeart/2008/layout/VerticalCurvedList"/>
    <dgm:cxn modelId="{2F86752D-58CF-4691-A7FE-688A27E2FA42}" type="presParOf" srcId="{AB55300E-FB67-47C3-8F18-F159B3B36266}" destId="{C5E6C8BE-BF98-427A-AB6A-00E267240A99}" srcOrd="0" destOrd="0" presId="urn:microsoft.com/office/officeart/2008/layout/VerticalCurvedList"/>
    <dgm:cxn modelId="{CA16EB51-AF41-47A4-B64E-239141F1F14C}" type="presParOf" srcId="{B50645C5-B270-432B-AB14-E69F2C1DE0FA}" destId="{1176446A-BC2A-4781-B05E-26475A2C3927}" srcOrd="5" destOrd="0" presId="urn:microsoft.com/office/officeart/2008/layout/VerticalCurvedList"/>
    <dgm:cxn modelId="{60648AE5-38D3-464A-8B08-A91804CCB7D8}" type="presParOf" srcId="{B50645C5-B270-432B-AB14-E69F2C1DE0FA}" destId="{B321D368-7557-4F81-B5CC-249905808651}" srcOrd="6" destOrd="0" presId="urn:microsoft.com/office/officeart/2008/layout/VerticalCurvedList"/>
    <dgm:cxn modelId="{52226152-5C49-48C5-9BE6-3B019248F835}" type="presParOf" srcId="{B321D368-7557-4F81-B5CC-249905808651}" destId="{793012FD-44F8-44B2-AA31-55D820C75E55}" srcOrd="0" destOrd="0" presId="urn:microsoft.com/office/officeart/2008/layout/VerticalCurvedList"/>
    <dgm:cxn modelId="{4A363D60-3A02-4AF7-A37B-404C3AC459B9}" type="presParOf" srcId="{B50645C5-B270-432B-AB14-E69F2C1DE0FA}" destId="{2AD6B2FD-85DD-461E-8F23-DD3DA229A047}" srcOrd="7" destOrd="0" presId="urn:microsoft.com/office/officeart/2008/layout/VerticalCurvedList"/>
    <dgm:cxn modelId="{0763290E-666C-4968-B8B1-CB6863F0A95D}" type="presParOf" srcId="{B50645C5-B270-432B-AB14-E69F2C1DE0FA}" destId="{8A445A70-B2D6-4C26-AE55-3594CC1CD4C8}" srcOrd="8" destOrd="0" presId="urn:microsoft.com/office/officeart/2008/layout/VerticalCurvedList"/>
    <dgm:cxn modelId="{D4BD22C6-132A-4C68-9467-51B4D7793892}" type="presParOf" srcId="{8A445A70-B2D6-4C26-AE55-3594CC1CD4C8}" destId="{01411B21-9E41-4FC9-AFA3-8A95A4B2E24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D991D3B0-2555-4E6A-95E3-38CC40C083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708AC1A-8B1C-46D2-9508-BB72A1C1241D}">
      <dgm:prSet/>
      <dgm:spPr/>
      <dgm:t>
        <a:bodyPr/>
        <a:lstStyle/>
        <a:p>
          <a:r>
            <a:rPr lang="ru-RU" b="0" i="0" dirty="0"/>
            <a:t>шапка з </a:t>
          </a:r>
          <a:r>
            <a:rPr lang="ru-RU" b="0" i="0" dirty="0" err="1"/>
            <a:t>двома</a:t>
          </a:r>
          <a:r>
            <a:rPr lang="ru-RU" b="0" i="0" dirty="0"/>
            <a:t> </a:t>
          </a:r>
          <a:r>
            <a:rPr lang="ru-RU" b="0" i="0" dirty="0" err="1"/>
            <a:t>пір’їнами</a:t>
          </a:r>
          <a:endParaRPr lang="uk-UA" dirty="0"/>
        </a:p>
      </dgm:t>
    </dgm:pt>
    <dgm:pt modelId="{687E4D93-5F41-49C2-B743-FD0FEBAC54E9}" type="parTrans" cxnId="{A873644C-030D-4E67-B557-9C075CD0C031}">
      <dgm:prSet/>
      <dgm:spPr/>
      <dgm:t>
        <a:bodyPr/>
        <a:lstStyle/>
        <a:p>
          <a:endParaRPr lang="uk-UA"/>
        </a:p>
      </dgm:t>
    </dgm:pt>
    <dgm:pt modelId="{2896E5A0-2875-42F8-A025-B53B34F7F903}" type="sibTrans" cxnId="{A873644C-030D-4E67-B557-9C075CD0C031}">
      <dgm:prSet/>
      <dgm:spPr/>
      <dgm:t>
        <a:bodyPr/>
        <a:lstStyle/>
        <a:p>
          <a:endParaRPr lang="uk-UA"/>
        </a:p>
      </dgm:t>
    </dgm:pt>
    <dgm:pt modelId="{390560EF-0984-4BB1-B0BB-2390A0229C21}">
      <dgm:prSet/>
      <dgm:spPr/>
      <dgm:t>
        <a:bodyPr/>
        <a:lstStyle/>
        <a:p>
          <a:r>
            <a:rPr lang="ru-RU" b="0" i="0"/>
            <a:t>хутряна накидка</a:t>
          </a:r>
          <a:endParaRPr lang="uk-UA"/>
        </a:p>
      </dgm:t>
    </dgm:pt>
    <dgm:pt modelId="{34B75A6D-1BB8-44F2-ADEB-7D0C6DBDAC93}" type="parTrans" cxnId="{0D493266-49BB-4117-BFDA-6294A9DDF152}">
      <dgm:prSet/>
      <dgm:spPr/>
      <dgm:t>
        <a:bodyPr/>
        <a:lstStyle/>
        <a:p>
          <a:endParaRPr lang="uk-UA"/>
        </a:p>
      </dgm:t>
    </dgm:pt>
    <dgm:pt modelId="{3EE12BD8-129D-4658-801F-477F78DFFBE6}" type="sibTrans" cxnId="{0D493266-49BB-4117-BFDA-6294A9DDF152}">
      <dgm:prSet/>
      <dgm:spPr/>
      <dgm:t>
        <a:bodyPr/>
        <a:lstStyle/>
        <a:p>
          <a:endParaRPr lang="uk-UA"/>
        </a:p>
      </dgm:t>
    </dgm:pt>
    <dgm:pt modelId="{FD94A2BD-EBC9-4D18-8C56-2F79061E1ABD}">
      <dgm:prSet/>
      <dgm:spPr/>
      <dgm:t>
        <a:bodyPr/>
        <a:lstStyle/>
        <a:p>
          <a:r>
            <a:rPr lang="ru-RU" b="0" i="0"/>
            <a:t>шабля на поясі</a:t>
          </a:r>
          <a:endParaRPr lang="uk-UA"/>
        </a:p>
      </dgm:t>
    </dgm:pt>
    <dgm:pt modelId="{5DD55405-2B72-4498-B45F-8B0D52F33964}" type="parTrans" cxnId="{0C65C138-AD6A-499E-B347-6336003870FA}">
      <dgm:prSet/>
      <dgm:spPr/>
      <dgm:t>
        <a:bodyPr/>
        <a:lstStyle/>
        <a:p>
          <a:endParaRPr lang="uk-UA"/>
        </a:p>
      </dgm:t>
    </dgm:pt>
    <dgm:pt modelId="{BAD88D61-2BB6-4D96-A24C-DF4ACF5DD63C}" type="sibTrans" cxnId="{0C65C138-AD6A-499E-B347-6336003870FA}">
      <dgm:prSet/>
      <dgm:spPr/>
      <dgm:t>
        <a:bodyPr/>
        <a:lstStyle/>
        <a:p>
          <a:endParaRPr lang="uk-UA"/>
        </a:p>
      </dgm:t>
    </dgm:pt>
    <dgm:pt modelId="{CD7C79A7-AEAD-422F-917F-8C72C2EC18F5}">
      <dgm:prSet/>
      <dgm:spPr/>
      <dgm:t>
        <a:bodyPr/>
        <a:lstStyle/>
        <a:p>
          <a:r>
            <a:rPr lang="ru-RU" b="0" i="0" dirty="0"/>
            <a:t>булава в </a:t>
          </a:r>
          <a:r>
            <a:rPr lang="ru-RU" b="0" i="0" dirty="0" err="1"/>
            <a:t>руці</a:t>
          </a:r>
          <a:endParaRPr lang="uk-UA" dirty="0"/>
        </a:p>
      </dgm:t>
    </dgm:pt>
    <dgm:pt modelId="{5A75D396-7EC9-4FED-BFFE-8930785FC2E2}" type="parTrans" cxnId="{E454487C-DD4C-4293-805E-EA376071C3B6}">
      <dgm:prSet/>
      <dgm:spPr/>
      <dgm:t>
        <a:bodyPr/>
        <a:lstStyle/>
        <a:p>
          <a:endParaRPr lang="uk-UA"/>
        </a:p>
      </dgm:t>
    </dgm:pt>
    <dgm:pt modelId="{0594E0AF-1841-4C76-AF77-9D0D9E30D80C}" type="sibTrans" cxnId="{E454487C-DD4C-4293-805E-EA376071C3B6}">
      <dgm:prSet/>
      <dgm:spPr/>
      <dgm:t>
        <a:bodyPr/>
        <a:lstStyle/>
        <a:p>
          <a:endParaRPr lang="uk-UA"/>
        </a:p>
      </dgm:t>
    </dgm:pt>
    <dgm:pt modelId="{0DDF7D5A-0333-44F7-B4E3-28A5E90F03BC}" type="pres">
      <dgm:prSet presAssocID="{D991D3B0-2555-4E6A-95E3-38CC40C0834A}" presName="linear" presStyleCnt="0">
        <dgm:presLayoutVars>
          <dgm:animLvl val="lvl"/>
          <dgm:resizeHandles val="exact"/>
        </dgm:presLayoutVars>
      </dgm:prSet>
      <dgm:spPr/>
    </dgm:pt>
    <dgm:pt modelId="{C92823C6-1132-4D8E-8A1F-B2BBDBA18813}" type="pres">
      <dgm:prSet presAssocID="{5708AC1A-8B1C-46D2-9508-BB72A1C1241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C64BA0-3219-4976-8EDC-87612F19A536}" type="pres">
      <dgm:prSet presAssocID="{2896E5A0-2875-42F8-A025-B53B34F7F903}" presName="spacer" presStyleCnt="0"/>
      <dgm:spPr/>
    </dgm:pt>
    <dgm:pt modelId="{00E79463-23B5-42DA-B9D0-5E1A5253055C}" type="pres">
      <dgm:prSet presAssocID="{390560EF-0984-4BB1-B0BB-2390A0229C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D78271-1A51-4E20-96D0-2EB25525526F}" type="pres">
      <dgm:prSet presAssocID="{3EE12BD8-129D-4658-801F-477F78DFFBE6}" presName="spacer" presStyleCnt="0"/>
      <dgm:spPr/>
    </dgm:pt>
    <dgm:pt modelId="{735AD471-9EED-4744-B0F1-2C902838D7A3}" type="pres">
      <dgm:prSet presAssocID="{FD94A2BD-EBC9-4D18-8C56-2F79061E1A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C81188-0A18-4C59-BB7A-340E63E4FC71}" type="pres">
      <dgm:prSet presAssocID="{BAD88D61-2BB6-4D96-A24C-DF4ACF5DD63C}" presName="spacer" presStyleCnt="0"/>
      <dgm:spPr/>
    </dgm:pt>
    <dgm:pt modelId="{152587E4-F918-4793-8BE0-F11391CF767C}" type="pres">
      <dgm:prSet presAssocID="{CD7C79A7-AEAD-422F-917F-8C72C2EC18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1D82A-0318-4777-A830-BDEFA64417B0}" type="presOf" srcId="{390560EF-0984-4BB1-B0BB-2390A0229C21}" destId="{00E79463-23B5-42DA-B9D0-5E1A5253055C}" srcOrd="0" destOrd="0" presId="urn:microsoft.com/office/officeart/2005/8/layout/vList2"/>
    <dgm:cxn modelId="{3185BC2D-EEE4-4E75-9067-3EC430F702AB}" type="presOf" srcId="{5708AC1A-8B1C-46D2-9508-BB72A1C1241D}" destId="{C92823C6-1132-4D8E-8A1F-B2BBDBA18813}" srcOrd="0" destOrd="0" presId="urn:microsoft.com/office/officeart/2005/8/layout/vList2"/>
    <dgm:cxn modelId="{0C65C138-AD6A-499E-B347-6336003870FA}" srcId="{D991D3B0-2555-4E6A-95E3-38CC40C0834A}" destId="{FD94A2BD-EBC9-4D18-8C56-2F79061E1ABD}" srcOrd="2" destOrd="0" parTransId="{5DD55405-2B72-4498-B45F-8B0D52F33964}" sibTransId="{BAD88D61-2BB6-4D96-A24C-DF4ACF5DD63C}"/>
    <dgm:cxn modelId="{0D493266-49BB-4117-BFDA-6294A9DDF152}" srcId="{D991D3B0-2555-4E6A-95E3-38CC40C0834A}" destId="{390560EF-0984-4BB1-B0BB-2390A0229C21}" srcOrd="1" destOrd="0" parTransId="{34B75A6D-1BB8-44F2-ADEB-7D0C6DBDAC93}" sibTransId="{3EE12BD8-129D-4658-801F-477F78DFFBE6}"/>
    <dgm:cxn modelId="{91FC8769-7354-4E24-9B63-072A362CAA7E}" type="presOf" srcId="{CD7C79A7-AEAD-422F-917F-8C72C2EC18F5}" destId="{152587E4-F918-4793-8BE0-F11391CF767C}" srcOrd="0" destOrd="0" presId="urn:microsoft.com/office/officeart/2005/8/layout/vList2"/>
    <dgm:cxn modelId="{A873644C-030D-4E67-B557-9C075CD0C031}" srcId="{D991D3B0-2555-4E6A-95E3-38CC40C0834A}" destId="{5708AC1A-8B1C-46D2-9508-BB72A1C1241D}" srcOrd="0" destOrd="0" parTransId="{687E4D93-5F41-49C2-B743-FD0FEBAC54E9}" sibTransId="{2896E5A0-2875-42F8-A025-B53B34F7F903}"/>
    <dgm:cxn modelId="{E454487C-DD4C-4293-805E-EA376071C3B6}" srcId="{D991D3B0-2555-4E6A-95E3-38CC40C0834A}" destId="{CD7C79A7-AEAD-422F-917F-8C72C2EC18F5}" srcOrd="3" destOrd="0" parTransId="{5A75D396-7EC9-4FED-BFFE-8930785FC2E2}" sibTransId="{0594E0AF-1841-4C76-AF77-9D0D9E30D80C}"/>
    <dgm:cxn modelId="{8D10FD8B-F166-41B9-854F-A7B7A727810C}" type="presOf" srcId="{FD94A2BD-EBC9-4D18-8C56-2F79061E1ABD}" destId="{735AD471-9EED-4744-B0F1-2C902838D7A3}" srcOrd="0" destOrd="0" presId="urn:microsoft.com/office/officeart/2005/8/layout/vList2"/>
    <dgm:cxn modelId="{92AEA99E-20C9-4DEA-B49C-9AED85801944}" type="presOf" srcId="{D991D3B0-2555-4E6A-95E3-38CC40C0834A}" destId="{0DDF7D5A-0333-44F7-B4E3-28A5E90F03BC}" srcOrd="0" destOrd="0" presId="urn:microsoft.com/office/officeart/2005/8/layout/vList2"/>
    <dgm:cxn modelId="{BB3CEA04-9555-472B-A724-6444890A9AC0}" type="presParOf" srcId="{0DDF7D5A-0333-44F7-B4E3-28A5E90F03BC}" destId="{C92823C6-1132-4D8E-8A1F-B2BBDBA18813}" srcOrd="0" destOrd="0" presId="urn:microsoft.com/office/officeart/2005/8/layout/vList2"/>
    <dgm:cxn modelId="{17338C1E-CC8F-4038-8A9B-85579AFCBA92}" type="presParOf" srcId="{0DDF7D5A-0333-44F7-B4E3-28A5E90F03BC}" destId="{6DC64BA0-3219-4976-8EDC-87612F19A536}" srcOrd="1" destOrd="0" presId="urn:microsoft.com/office/officeart/2005/8/layout/vList2"/>
    <dgm:cxn modelId="{6B965767-D935-4A0F-8190-34C534268687}" type="presParOf" srcId="{0DDF7D5A-0333-44F7-B4E3-28A5E90F03BC}" destId="{00E79463-23B5-42DA-B9D0-5E1A5253055C}" srcOrd="2" destOrd="0" presId="urn:microsoft.com/office/officeart/2005/8/layout/vList2"/>
    <dgm:cxn modelId="{6B139752-30F8-478F-9608-0B80872B681B}" type="presParOf" srcId="{0DDF7D5A-0333-44F7-B4E3-28A5E90F03BC}" destId="{FAD78271-1A51-4E20-96D0-2EB25525526F}" srcOrd="3" destOrd="0" presId="urn:microsoft.com/office/officeart/2005/8/layout/vList2"/>
    <dgm:cxn modelId="{0E19027B-68AC-40FB-B07A-004E798EDE66}" type="presParOf" srcId="{0DDF7D5A-0333-44F7-B4E3-28A5E90F03BC}" destId="{735AD471-9EED-4744-B0F1-2C902838D7A3}" srcOrd="4" destOrd="0" presId="urn:microsoft.com/office/officeart/2005/8/layout/vList2"/>
    <dgm:cxn modelId="{CE8D729C-A9D9-40E8-8D01-6B4231DF6BC8}" type="presParOf" srcId="{0DDF7D5A-0333-44F7-B4E3-28A5E90F03BC}" destId="{C8C81188-0A18-4C59-BB7A-340E63E4FC71}" srcOrd="5" destOrd="0" presId="urn:microsoft.com/office/officeart/2005/8/layout/vList2"/>
    <dgm:cxn modelId="{D340805B-4177-4410-8C33-6D5D03E1BB50}" type="presParOf" srcId="{0DDF7D5A-0333-44F7-B4E3-28A5E90F03BC}" destId="{152587E4-F918-4793-8BE0-F11391CF767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20F75AFB-F2E5-4392-BD2E-8F7A8C2C34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7AAD0B-2020-4189-86C3-B06F03D40DE8}">
      <dgm:prSet/>
      <dgm:spPr/>
      <dgm:t>
        <a:bodyPr/>
        <a:lstStyle/>
        <a:p>
          <a:r>
            <a:rPr lang="ru-RU" b="0" i="0" dirty="0"/>
            <a:t>«Остромирове </a:t>
          </a:r>
          <a:r>
            <a:rPr lang="ru-RU" b="0" i="0" dirty="0" err="1"/>
            <a:t>Євангеліє</a:t>
          </a:r>
          <a:r>
            <a:rPr lang="ru-RU" b="0" i="0" dirty="0"/>
            <a:t>»</a:t>
          </a:r>
          <a:endParaRPr lang="uk-UA" dirty="0"/>
        </a:p>
      </dgm:t>
    </dgm:pt>
    <dgm:pt modelId="{6697678B-26C9-4F9F-8D89-CFE39B3F1324}" type="parTrans" cxnId="{2117B722-C45A-4FAA-8776-3DCDBBBBAAB9}">
      <dgm:prSet/>
      <dgm:spPr/>
      <dgm:t>
        <a:bodyPr/>
        <a:lstStyle/>
        <a:p>
          <a:endParaRPr lang="uk-UA"/>
        </a:p>
      </dgm:t>
    </dgm:pt>
    <dgm:pt modelId="{FC56912D-6564-4F24-B367-0B8801B764CF}" type="sibTrans" cxnId="{2117B722-C45A-4FAA-8776-3DCDBBBBAAB9}">
      <dgm:prSet/>
      <dgm:spPr/>
      <dgm:t>
        <a:bodyPr/>
        <a:lstStyle/>
        <a:p>
          <a:endParaRPr lang="uk-UA"/>
        </a:p>
      </dgm:t>
    </dgm:pt>
    <dgm:pt modelId="{88ED79FD-430C-46D6-87DA-C6B8219C1D55}">
      <dgm:prSet/>
      <dgm:spPr/>
      <dgm:t>
        <a:bodyPr/>
        <a:lstStyle/>
        <a:p>
          <a:r>
            <a:rPr lang="ru-RU" b="0" i="0"/>
            <a:t>«Ізборник Святослава»</a:t>
          </a:r>
          <a:endParaRPr lang="uk-UA"/>
        </a:p>
      </dgm:t>
    </dgm:pt>
    <dgm:pt modelId="{FA8D2213-3DC2-4B88-ABAA-CE466EF167B9}" type="parTrans" cxnId="{7DB1768C-79B7-4B63-9F2F-C219D68E1FEB}">
      <dgm:prSet/>
      <dgm:spPr/>
      <dgm:t>
        <a:bodyPr/>
        <a:lstStyle/>
        <a:p>
          <a:endParaRPr lang="uk-UA"/>
        </a:p>
      </dgm:t>
    </dgm:pt>
    <dgm:pt modelId="{644F2E05-FB79-45F5-8421-AF3657402B35}" type="sibTrans" cxnId="{7DB1768C-79B7-4B63-9F2F-C219D68E1FEB}">
      <dgm:prSet/>
      <dgm:spPr/>
      <dgm:t>
        <a:bodyPr/>
        <a:lstStyle/>
        <a:p>
          <a:endParaRPr lang="uk-UA"/>
        </a:p>
      </dgm:t>
    </dgm:pt>
    <dgm:pt modelId="{54982944-0249-4415-8245-6557FA9E2D50}">
      <dgm:prSet/>
      <dgm:spPr/>
      <dgm:t>
        <a:bodyPr/>
        <a:lstStyle/>
        <a:p>
          <a:r>
            <a:rPr lang="ru-RU" b="0" i="0"/>
            <a:t>«Слово о полку Ігоревім»</a:t>
          </a:r>
          <a:endParaRPr lang="uk-UA"/>
        </a:p>
      </dgm:t>
    </dgm:pt>
    <dgm:pt modelId="{37E8C48B-8247-4975-B168-DEBDCAB66632}" type="parTrans" cxnId="{482483D6-1077-454A-A2DE-D85B56D79852}">
      <dgm:prSet/>
      <dgm:spPr/>
      <dgm:t>
        <a:bodyPr/>
        <a:lstStyle/>
        <a:p>
          <a:endParaRPr lang="uk-UA"/>
        </a:p>
      </dgm:t>
    </dgm:pt>
    <dgm:pt modelId="{D4329E7F-14DC-4B49-B8E1-7909796B9051}" type="sibTrans" cxnId="{482483D6-1077-454A-A2DE-D85B56D79852}">
      <dgm:prSet/>
      <dgm:spPr/>
      <dgm:t>
        <a:bodyPr/>
        <a:lstStyle/>
        <a:p>
          <a:endParaRPr lang="uk-UA"/>
        </a:p>
      </dgm:t>
    </dgm:pt>
    <dgm:pt modelId="{AF6E56A4-8315-4A66-B5C9-CF429DCFCDD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Повчання</a:t>
          </a:r>
          <a:r>
            <a:rPr lang="ru-RU" b="0" i="0" dirty="0"/>
            <a:t> </a:t>
          </a:r>
          <a:r>
            <a:rPr lang="ru-RU" b="0" i="0" dirty="0" err="1"/>
            <a:t>дітям</a:t>
          </a:r>
          <a:r>
            <a:rPr lang="ru-RU" b="0" i="0" dirty="0"/>
            <a:t>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E32F44D6-D2BE-4BB0-8D08-685B05798C9E}" type="parTrans" cxnId="{3017BD8D-27AB-4992-AFF6-0F257BAEA184}">
      <dgm:prSet/>
      <dgm:spPr/>
      <dgm:t>
        <a:bodyPr/>
        <a:lstStyle/>
        <a:p>
          <a:endParaRPr lang="uk-UA"/>
        </a:p>
      </dgm:t>
    </dgm:pt>
    <dgm:pt modelId="{BB63C94B-A5DC-468F-A651-9B53E392F7DA}" type="sibTrans" cxnId="{3017BD8D-27AB-4992-AFF6-0F257BAEA184}">
      <dgm:prSet/>
      <dgm:spPr/>
      <dgm:t>
        <a:bodyPr/>
        <a:lstStyle/>
        <a:p>
          <a:endParaRPr lang="uk-UA"/>
        </a:p>
      </dgm:t>
    </dgm:pt>
    <dgm:pt modelId="{C2CD005C-91EB-43F2-8B12-3619B3112798}" type="pres">
      <dgm:prSet presAssocID="{20F75AFB-F2E5-4392-BD2E-8F7A8C2C342B}" presName="linear" presStyleCnt="0">
        <dgm:presLayoutVars>
          <dgm:animLvl val="lvl"/>
          <dgm:resizeHandles val="exact"/>
        </dgm:presLayoutVars>
      </dgm:prSet>
      <dgm:spPr/>
    </dgm:pt>
    <dgm:pt modelId="{E3A32C9D-8D35-4342-BA0B-FDBD201D135F}" type="pres">
      <dgm:prSet presAssocID="{427AAD0B-2020-4189-86C3-B06F03D40D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F8DC03-E184-4B0D-A243-9793A1C77519}" type="pres">
      <dgm:prSet presAssocID="{FC56912D-6564-4F24-B367-0B8801B764CF}" presName="spacer" presStyleCnt="0"/>
      <dgm:spPr/>
    </dgm:pt>
    <dgm:pt modelId="{FD97F6DE-5C4B-413F-8218-C9F455802DDC}" type="pres">
      <dgm:prSet presAssocID="{88ED79FD-430C-46D6-87DA-C6B8219C1D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0F9533-FE05-4AA6-AC9F-A37927331273}" type="pres">
      <dgm:prSet presAssocID="{644F2E05-FB79-45F5-8421-AF3657402B35}" presName="spacer" presStyleCnt="0"/>
      <dgm:spPr/>
    </dgm:pt>
    <dgm:pt modelId="{DDA11ECF-4D7B-47E9-904D-0D39CE081300}" type="pres">
      <dgm:prSet presAssocID="{54982944-0249-4415-8245-6557FA9E2D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8707FF-74A9-4EC9-991D-992153B3E6A6}" type="pres">
      <dgm:prSet presAssocID="{D4329E7F-14DC-4B49-B8E1-7909796B9051}" presName="spacer" presStyleCnt="0"/>
      <dgm:spPr/>
    </dgm:pt>
    <dgm:pt modelId="{A7D4493D-611B-4803-B9F7-D123093BAACD}" type="pres">
      <dgm:prSet presAssocID="{AF6E56A4-8315-4A66-B5C9-CF429DCFCD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17B722-C45A-4FAA-8776-3DCDBBBBAAB9}" srcId="{20F75AFB-F2E5-4392-BD2E-8F7A8C2C342B}" destId="{427AAD0B-2020-4189-86C3-B06F03D40DE8}" srcOrd="0" destOrd="0" parTransId="{6697678B-26C9-4F9F-8D89-CFE39B3F1324}" sibTransId="{FC56912D-6564-4F24-B367-0B8801B764CF}"/>
    <dgm:cxn modelId="{F4C62E2A-CC70-433F-8C64-F65E645AB343}" type="presOf" srcId="{427AAD0B-2020-4189-86C3-B06F03D40DE8}" destId="{E3A32C9D-8D35-4342-BA0B-FDBD201D135F}" srcOrd="0" destOrd="0" presId="urn:microsoft.com/office/officeart/2005/8/layout/vList2"/>
    <dgm:cxn modelId="{6EC4133A-7E6E-470E-AC81-303AD9FFEBE6}" type="presOf" srcId="{54982944-0249-4415-8245-6557FA9E2D50}" destId="{DDA11ECF-4D7B-47E9-904D-0D39CE081300}" srcOrd="0" destOrd="0" presId="urn:microsoft.com/office/officeart/2005/8/layout/vList2"/>
    <dgm:cxn modelId="{7CA30D58-9E8A-46DB-B7E8-FEDE1BC8ED36}" type="presOf" srcId="{AF6E56A4-8315-4A66-B5C9-CF429DCFCDDE}" destId="{A7D4493D-611B-4803-B9F7-D123093BAACD}" srcOrd="0" destOrd="0" presId="urn:microsoft.com/office/officeart/2005/8/layout/vList2"/>
    <dgm:cxn modelId="{1B09288B-04E2-4C9C-9BEF-04B2E191671E}" type="presOf" srcId="{88ED79FD-430C-46D6-87DA-C6B8219C1D55}" destId="{FD97F6DE-5C4B-413F-8218-C9F455802DDC}" srcOrd="0" destOrd="0" presId="urn:microsoft.com/office/officeart/2005/8/layout/vList2"/>
    <dgm:cxn modelId="{7DB1768C-79B7-4B63-9F2F-C219D68E1FEB}" srcId="{20F75AFB-F2E5-4392-BD2E-8F7A8C2C342B}" destId="{88ED79FD-430C-46D6-87DA-C6B8219C1D55}" srcOrd="1" destOrd="0" parTransId="{FA8D2213-3DC2-4B88-ABAA-CE466EF167B9}" sibTransId="{644F2E05-FB79-45F5-8421-AF3657402B35}"/>
    <dgm:cxn modelId="{3017BD8D-27AB-4992-AFF6-0F257BAEA184}" srcId="{20F75AFB-F2E5-4392-BD2E-8F7A8C2C342B}" destId="{AF6E56A4-8315-4A66-B5C9-CF429DCFCDDE}" srcOrd="3" destOrd="0" parTransId="{E32F44D6-D2BE-4BB0-8D08-685B05798C9E}" sibTransId="{BB63C94B-A5DC-468F-A651-9B53E392F7DA}"/>
    <dgm:cxn modelId="{3E4DA69D-4D8A-49DB-A9AF-EBC8CDE5F0CB}" type="presOf" srcId="{20F75AFB-F2E5-4392-BD2E-8F7A8C2C342B}" destId="{C2CD005C-91EB-43F2-8B12-3619B3112798}" srcOrd="0" destOrd="0" presId="urn:microsoft.com/office/officeart/2005/8/layout/vList2"/>
    <dgm:cxn modelId="{482483D6-1077-454A-A2DE-D85B56D79852}" srcId="{20F75AFB-F2E5-4392-BD2E-8F7A8C2C342B}" destId="{54982944-0249-4415-8245-6557FA9E2D50}" srcOrd="2" destOrd="0" parTransId="{37E8C48B-8247-4975-B168-DEBDCAB66632}" sibTransId="{D4329E7F-14DC-4B49-B8E1-7909796B9051}"/>
    <dgm:cxn modelId="{327E70FB-7250-4476-AF2A-B65FABEA066A}" type="presParOf" srcId="{C2CD005C-91EB-43F2-8B12-3619B3112798}" destId="{E3A32C9D-8D35-4342-BA0B-FDBD201D135F}" srcOrd="0" destOrd="0" presId="urn:microsoft.com/office/officeart/2005/8/layout/vList2"/>
    <dgm:cxn modelId="{D1EFB664-BE6B-4FCD-8E10-9D34B00890E1}" type="presParOf" srcId="{C2CD005C-91EB-43F2-8B12-3619B3112798}" destId="{60F8DC03-E184-4B0D-A243-9793A1C77519}" srcOrd="1" destOrd="0" presId="urn:microsoft.com/office/officeart/2005/8/layout/vList2"/>
    <dgm:cxn modelId="{758E7BAD-39A5-43B8-BB59-85B97DAAF51A}" type="presParOf" srcId="{C2CD005C-91EB-43F2-8B12-3619B3112798}" destId="{FD97F6DE-5C4B-413F-8218-C9F455802DDC}" srcOrd="2" destOrd="0" presId="urn:microsoft.com/office/officeart/2005/8/layout/vList2"/>
    <dgm:cxn modelId="{2874A299-5698-42B2-A1C8-F0CD834577FC}" type="presParOf" srcId="{C2CD005C-91EB-43F2-8B12-3619B3112798}" destId="{130F9533-FE05-4AA6-AC9F-A37927331273}" srcOrd="3" destOrd="0" presId="urn:microsoft.com/office/officeart/2005/8/layout/vList2"/>
    <dgm:cxn modelId="{9E81E5DA-8D38-4538-AD2B-72ACA4CD38DE}" type="presParOf" srcId="{C2CD005C-91EB-43F2-8B12-3619B3112798}" destId="{DDA11ECF-4D7B-47E9-904D-0D39CE081300}" srcOrd="4" destOrd="0" presId="urn:microsoft.com/office/officeart/2005/8/layout/vList2"/>
    <dgm:cxn modelId="{C5A61FB6-9868-4210-92ED-0915BA16C300}" type="presParOf" srcId="{C2CD005C-91EB-43F2-8B12-3619B3112798}" destId="{AF8707FF-74A9-4EC9-991D-992153B3E6A6}" srcOrd="5" destOrd="0" presId="urn:microsoft.com/office/officeart/2005/8/layout/vList2"/>
    <dgm:cxn modelId="{1D85DCB9-BE10-4589-A76E-1A81EEBDF0C8}" type="presParOf" srcId="{C2CD005C-91EB-43F2-8B12-3619B3112798}" destId="{A7D4493D-611B-4803-B9F7-D123093BAA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BC378931-22AC-4A0B-A5CD-B7067C13BA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8500340-5251-415C-8C02-DB5902143249}">
      <dgm:prSet/>
      <dgm:spPr/>
      <dgm:t>
        <a:bodyPr/>
        <a:lstStyle/>
        <a:p>
          <a:r>
            <a:rPr lang="ru-RU" b="0" i="0"/>
            <a:t>«Руську правду».</a:t>
          </a:r>
          <a:endParaRPr lang="uk-UA"/>
        </a:p>
      </dgm:t>
    </dgm:pt>
    <dgm:pt modelId="{75D773BF-2A62-4BEA-82EA-1CA13D197785}" type="parTrans" cxnId="{1B9EF8DC-9D27-4761-AD30-16F49D7C0B81}">
      <dgm:prSet/>
      <dgm:spPr/>
      <dgm:t>
        <a:bodyPr/>
        <a:lstStyle/>
        <a:p>
          <a:endParaRPr lang="uk-UA"/>
        </a:p>
      </dgm:t>
    </dgm:pt>
    <dgm:pt modelId="{7BEE18D2-36D8-4FBD-AFA3-A30AE4D1F89D}" type="sibTrans" cxnId="{1B9EF8DC-9D27-4761-AD30-16F49D7C0B81}">
      <dgm:prSet/>
      <dgm:spPr/>
      <dgm:t>
        <a:bodyPr/>
        <a:lstStyle/>
        <a:p>
          <a:endParaRPr lang="uk-UA"/>
        </a:p>
      </dgm:t>
    </dgm:pt>
    <dgm:pt modelId="{2DCC28A7-382F-4247-881A-66BDF1FFB9D7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Повість</a:t>
          </a:r>
          <a:r>
            <a:rPr lang="ru-RU" b="0" i="0" dirty="0"/>
            <a:t> </a:t>
          </a:r>
          <a:r>
            <a:rPr lang="ru-RU" b="0" i="0" dirty="0" err="1"/>
            <a:t>минулих</a:t>
          </a:r>
          <a:r>
            <a:rPr lang="ru-RU" b="0" i="0" dirty="0"/>
            <a:t> </a:t>
          </a:r>
          <a:r>
            <a:rPr lang="ru-RU" b="0" i="0" dirty="0" err="1"/>
            <a:t>літ</a:t>
          </a:r>
          <a:r>
            <a:rPr lang="ru-RU" b="0" i="0" dirty="0"/>
            <a:t>».</a:t>
          </a:r>
          <a:endParaRPr lang="uk-UA" dirty="0"/>
        </a:p>
      </dgm:t>
    </dgm:pt>
    <dgm:pt modelId="{32C955B7-796B-4EF3-837F-DFBA7D13FA52}" type="parTrans" cxnId="{50ACD8F2-7F86-4AC9-A467-F270CC6DB208}">
      <dgm:prSet/>
      <dgm:spPr/>
      <dgm:t>
        <a:bodyPr/>
        <a:lstStyle/>
        <a:p>
          <a:endParaRPr lang="uk-UA"/>
        </a:p>
      </dgm:t>
    </dgm:pt>
    <dgm:pt modelId="{EE6B739A-B162-452E-89FB-A8BBC7E1BE64}" type="sibTrans" cxnId="{50ACD8F2-7F86-4AC9-A467-F270CC6DB208}">
      <dgm:prSet/>
      <dgm:spPr/>
      <dgm:t>
        <a:bodyPr/>
        <a:lstStyle/>
        <a:p>
          <a:endParaRPr lang="uk-UA"/>
        </a:p>
      </dgm:t>
    </dgm:pt>
    <dgm:pt modelId="{C07B3656-2EF2-44AF-B6AE-D1EA9734D389}">
      <dgm:prSet/>
      <dgm:spPr/>
      <dgm:t>
        <a:bodyPr/>
        <a:lstStyle/>
        <a:p>
          <a:r>
            <a:rPr lang="ru-RU" b="0" i="0"/>
            <a:t>«Остромирове Євангеліє».</a:t>
          </a:r>
          <a:endParaRPr lang="uk-UA"/>
        </a:p>
      </dgm:t>
    </dgm:pt>
    <dgm:pt modelId="{B0E7AC19-6338-4CE7-9366-A4BCBF8644A7}" type="parTrans" cxnId="{6721B969-541A-47F1-BB3C-105FB1964636}">
      <dgm:prSet/>
      <dgm:spPr/>
      <dgm:t>
        <a:bodyPr/>
        <a:lstStyle/>
        <a:p>
          <a:endParaRPr lang="uk-UA"/>
        </a:p>
      </dgm:t>
    </dgm:pt>
    <dgm:pt modelId="{7B3F40E8-964F-4C63-A600-6BE8D0D65614}" type="sibTrans" cxnId="{6721B969-541A-47F1-BB3C-105FB1964636}">
      <dgm:prSet/>
      <dgm:spPr/>
      <dgm:t>
        <a:bodyPr/>
        <a:lstStyle/>
        <a:p>
          <a:endParaRPr lang="uk-UA"/>
        </a:p>
      </dgm:t>
    </dgm:pt>
    <dgm:pt modelId="{F54431F1-86E3-40DD-8F7F-345F1C2061CC}">
      <dgm:prSet/>
      <dgm:spPr/>
      <dgm:t>
        <a:bodyPr/>
        <a:lstStyle/>
        <a:p>
          <a:r>
            <a:rPr lang="ru-RU" b="0" i="0" dirty="0"/>
            <a:t>«Слово о полку </a:t>
          </a:r>
          <a:r>
            <a:rPr lang="ru-RU" b="0" i="0" dirty="0" err="1"/>
            <a:t>Ігоревім</a:t>
          </a:r>
          <a:r>
            <a:rPr lang="ru-RU" b="0" i="0" dirty="0"/>
            <a:t>».</a:t>
          </a:r>
          <a:endParaRPr lang="uk-UA" dirty="0"/>
        </a:p>
      </dgm:t>
    </dgm:pt>
    <dgm:pt modelId="{834064D3-B5B7-49A9-8245-288FC76BF9E5}" type="parTrans" cxnId="{843AD457-CD69-4261-9B08-737D0C626ABB}">
      <dgm:prSet/>
      <dgm:spPr/>
      <dgm:t>
        <a:bodyPr/>
        <a:lstStyle/>
        <a:p>
          <a:endParaRPr lang="uk-UA"/>
        </a:p>
      </dgm:t>
    </dgm:pt>
    <dgm:pt modelId="{3ADBB597-E9FB-4B05-860D-EB993BB3BAB1}" type="sibTrans" cxnId="{843AD457-CD69-4261-9B08-737D0C626ABB}">
      <dgm:prSet/>
      <dgm:spPr/>
      <dgm:t>
        <a:bodyPr/>
        <a:lstStyle/>
        <a:p>
          <a:endParaRPr lang="uk-UA"/>
        </a:p>
      </dgm:t>
    </dgm:pt>
    <dgm:pt modelId="{8A8220D7-F4EF-4AEF-9760-C49D65E61FBD}" type="pres">
      <dgm:prSet presAssocID="{BC378931-22AC-4A0B-A5CD-B7067C13BA30}" presName="linear" presStyleCnt="0">
        <dgm:presLayoutVars>
          <dgm:animLvl val="lvl"/>
          <dgm:resizeHandles val="exact"/>
        </dgm:presLayoutVars>
      </dgm:prSet>
      <dgm:spPr/>
    </dgm:pt>
    <dgm:pt modelId="{575E8809-5E0D-474C-B9C6-3EBF3D7232D5}" type="pres">
      <dgm:prSet presAssocID="{98500340-5251-415C-8C02-DB59021432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D267C8-C183-4662-AB7D-6A873C62E00C}" type="pres">
      <dgm:prSet presAssocID="{7BEE18D2-36D8-4FBD-AFA3-A30AE4D1F89D}" presName="spacer" presStyleCnt="0"/>
      <dgm:spPr/>
    </dgm:pt>
    <dgm:pt modelId="{0EBA9195-CA51-46A0-BBBA-F99ADB5FD4DD}" type="pres">
      <dgm:prSet presAssocID="{2DCC28A7-382F-4247-881A-66BDF1FFB9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C8E879-77BC-4AF2-AA66-F3D201E50924}" type="pres">
      <dgm:prSet presAssocID="{EE6B739A-B162-452E-89FB-A8BBC7E1BE64}" presName="spacer" presStyleCnt="0"/>
      <dgm:spPr/>
    </dgm:pt>
    <dgm:pt modelId="{DFC92014-C07A-49C5-9C39-6D7AE43EEF49}" type="pres">
      <dgm:prSet presAssocID="{C07B3656-2EF2-44AF-B6AE-D1EA9734D3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2B472D-29DB-43E5-A1E9-F454532EB72E}" type="pres">
      <dgm:prSet presAssocID="{7B3F40E8-964F-4C63-A600-6BE8D0D65614}" presName="spacer" presStyleCnt="0"/>
      <dgm:spPr/>
    </dgm:pt>
    <dgm:pt modelId="{E3124C90-DF79-4D59-B165-3FE9237B6B7A}" type="pres">
      <dgm:prSet presAssocID="{F54431F1-86E3-40DD-8F7F-345F1C2061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C9291D-E5B4-4F30-BD24-80823AACE1A4}" type="presOf" srcId="{F54431F1-86E3-40DD-8F7F-345F1C2061CC}" destId="{E3124C90-DF79-4D59-B165-3FE9237B6B7A}" srcOrd="0" destOrd="0" presId="urn:microsoft.com/office/officeart/2005/8/layout/vList2"/>
    <dgm:cxn modelId="{6721B969-541A-47F1-BB3C-105FB1964636}" srcId="{BC378931-22AC-4A0B-A5CD-B7067C13BA30}" destId="{C07B3656-2EF2-44AF-B6AE-D1EA9734D389}" srcOrd="2" destOrd="0" parTransId="{B0E7AC19-6338-4CE7-9366-A4BCBF8644A7}" sibTransId="{7B3F40E8-964F-4C63-A600-6BE8D0D65614}"/>
    <dgm:cxn modelId="{843AD457-CD69-4261-9B08-737D0C626ABB}" srcId="{BC378931-22AC-4A0B-A5CD-B7067C13BA30}" destId="{F54431F1-86E3-40DD-8F7F-345F1C2061CC}" srcOrd="3" destOrd="0" parTransId="{834064D3-B5B7-49A9-8245-288FC76BF9E5}" sibTransId="{3ADBB597-E9FB-4B05-860D-EB993BB3BAB1}"/>
    <dgm:cxn modelId="{27A5879B-34BE-4894-862E-5E47E021EC9E}" type="presOf" srcId="{C07B3656-2EF2-44AF-B6AE-D1EA9734D389}" destId="{DFC92014-C07A-49C5-9C39-6D7AE43EEF49}" srcOrd="0" destOrd="0" presId="urn:microsoft.com/office/officeart/2005/8/layout/vList2"/>
    <dgm:cxn modelId="{075EA5C0-2D94-44F7-AC67-082053062719}" type="presOf" srcId="{BC378931-22AC-4A0B-A5CD-B7067C13BA30}" destId="{8A8220D7-F4EF-4AEF-9760-C49D65E61FBD}" srcOrd="0" destOrd="0" presId="urn:microsoft.com/office/officeart/2005/8/layout/vList2"/>
    <dgm:cxn modelId="{42B5B3C0-791A-4633-BD3C-CF6A8D52D52F}" type="presOf" srcId="{98500340-5251-415C-8C02-DB5902143249}" destId="{575E8809-5E0D-474C-B9C6-3EBF3D7232D5}" srcOrd="0" destOrd="0" presId="urn:microsoft.com/office/officeart/2005/8/layout/vList2"/>
    <dgm:cxn modelId="{1B9EF8DC-9D27-4761-AD30-16F49D7C0B81}" srcId="{BC378931-22AC-4A0B-A5CD-B7067C13BA30}" destId="{98500340-5251-415C-8C02-DB5902143249}" srcOrd="0" destOrd="0" parTransId="{75D773BF-2A62-4BEA-82EA-1CA13D197785}" sibTransId="{7BEE18D2-36D8-4FBD-AFA3-A30AE4D1F89D}"/>
    <dgm:cxn modelId="{50ACD8F2-7F86-4AC9-A467-F270CC6DB208}" srcId="{BC378931-22AC-4A0B-A5CD-B7067C13BA30}" destId="{2DCC28A7-382F-4247-881A-66BDF1FFB9D7}" srcOrd="1" destOrd="0" parTransId="{32C955B7-796B-4EF3-837F-DFBA7D13FA52}" sibTransId="{EE6B739A-B162-452E-89FB-A8BBC7E1BE64}"/>
    <dgm:cxn modelId="{0206D6FA-7D76-4DA3-8057-FBB3F6D28347}" type="presOf" srcId="{2DCC28A7-382F-4247-881A-66BDF1FFB9D7}" destId="{0EBA9195-CA51-46A0-BBBA-F99ADB5FD4DD}" srcOrd="0" destOrd="0" presId="urn:microsoft.com/office/officeart/2005/8/layout/vList2"/>
    <dgm:cxn modelId="{65B8E8EF-0C22-477B-B37F-F4B763EEA821}" type="presParOf" srcId="{8A8220D7-F4EF-4AEF-9760-C49D65E61FBD}" destId="{575E8809-5E0D-474C-B9C6-3EBF3D7232D5}" srcOrd="0" destOrd="0" presId="urn:microsoft.com/office/officeart/2005/8/layout/vList2"/>
    <dgm:cxn modelId="{71148290-4C64-4D24-ABE5-DA18F4873B78}" type="presParOf" srcId="{8A8220D7-F4EF-4AEF-9760-C49D65E61FBD}" destId="{8FD267C8-C183-4662-AB7D-6A873C62E00C}" srcOrd="1" destOrd="0" presId="urn:microsoft.com/office/officeart/2005/8/layout/vList2"/>
    <dgm:cxn modelId="{63E10700-2307-4307-9C01-615DAC745559}" type="presParOf" srcId="{8A8220D7-F4EF-4AEF-9760-C49D65E61FBD}" destId="{0EBA9195-CA51-46A0-BBBA-F99ADB5FD4DD}" srcOrd="2" destOrd="0" presId="urn:microsoft.com/office/officeart/2005/8/layout/vList2"/>
    <dgm:cxn modelId="{0DE97800-5013-4A22-B52D-475018A8B2CD}" type="presParOf" srcId="{8A8220D7-F4EF-4AEF-9760-C49D65E61FBD}" destId="{61C8E879-77BC-4AF2-AA66-F3D201E50924}" srcOrd="3" destOrd="0" presId="urn:microsoft.com/office/officeart/2005/8/layout/vList2"/>
    <dgm:cxn modelId="{932BCF3B-2260-4F95-A3DD-ADFD65B3172B}" type="presParOf" srcId="{8A8220D7-F4EF-4AEF-9760-C49D65E61FBD}" destId="{DFC92014-C07A-49C5-9C39-6D7AE43EEF49}" srcOrd="4" destOrd="0" presId="urn:microsoft.com/office/officeart/2005/8/layout/vList2"/>
    <dgm:cxn modelId="{6B12FFCB-7482-4F91-9F90-A35E05E5E328}" type="presParOf" srcId="{8A8220D7-F4EF-4AEF-9760-C49D65E61FBD}" destId="{DD2B472D-29DB-43E5-A1E9-F454532EB72E}" srcOrd="5" destOrd="0" presId="urn:microsoft.com/office/officeart/2005/8/layout/vList2"/>
    <dgm:cxn modelId="{E83182CC-548A-4032-83E2-8ABF765A3607}" type="presParOf" srcId="{8A8220D7-F4EF-4AEF-9760-C49D65E61FBD}" destId="{E3124C90-DF79-4D59-B165-3FE9237B6B7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089C3B67-519B-4077-B9B9-B25CB481C22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CE7D15-0B78-42F5-A2BD-076DAF2E1F44}">
      <dgm:prSet/>
      <dgm:spPr/>
      <dgm:t>
        <a:bodyPr/>
        <a:lstStyle/>
        <a:p>
          <a:r>
            <a:rPr lang="uk-UA" b="0" i="0" dirty="0"/>
            <a:t>С. Васильківський</a:t>
          </a:r>
          <a:endParaRPr lang="uk-UA" dirty="0"/>
        </a:p>
      </dgm:t>
    </dgm:pt>
    <dgm:pt modelId="{13A95101-F912-4E7E-97E7-86FF9CDF06FB}" type="parTrans" cxnId="{E8B34034-EA23-479D-9726-519F976B76A7}">
      <dgm:prSet/>
      <dgm:spPr/>
      <dgm:t>
        <a:bodyPr/>
        <a:lstStyle/>
        <a:p>
          <a:endParaRPr lang="uk-UA"/>
        </a:p>
      </dgm:t>
    </dgm:pt>
    <dgm:pt modelId="{11725103-8634-4D0D-9234-25440AC2494F}" type="sibTrans" cxnId="{E8B34034-EA23-479D-9726-519F976B76A7}">
      <dgm:prSet/>
      <dgm:spPr/>
      <dgm:t>
        <a:bodyPr/>
        <a:lstStyle/>
        <a:p>
          <a:endParaRPr lang="uk-UA"/>
        </a:p>
      </dgm:t>
    </dgm:pt>
    <dgm:pt modelId="{21A845A0-B6F5-4BC1-8743-3C11C3B58249}">
      <dgm:prSet/>
      <dgm:spPr/>
      <dgm:t>
        <a:bodyPr/>
        <a:lstStyle/>
        <a:p>
          <a:r>
            <a:rPr lang="uk-UA" b="0" i="0"/>
            <a:t>М. Пимоненко</a:t>
          </a:r>
          <a:endParaRPr lang="uk-UA"/>
        </a:p>
      </dgm:t>
    </dgm:pt>
    <dgm:pt modelId="{40C96470-9DA8-45D7-8727-25E2A0065C4E}" type="parTrans" cxnId="{BCD75228-DAF7-4E10-B611-4054258C0519}">
      <dgm:prSet/>
      <dgm:spPr/>
      <dgm:t>
        <a:bodyPr/>
        <a:lstStyle/>
        <a:p>
          <a:endParaRPr lang="uk-UA"/>
        </a:p>
      </dgm:t>
    </dgm:pt>
    <dgm:pt modelId="{B9A3E45A-6DC0-4BB0-ABF2-267B4364F7C7}" type="sibTrans" cxnId="{BCD75228-DAF7-4E10-B611-4054258C0519}">
      <dgm:prSet/>
      <dgm:spPr/>
      <dgm:t>
        <a:bodyPr/>
        <a:lstStyle/>
        <a:p>
          <a:endParaRPr lang="uk-UA"/>
        </a:p>
      </dgm:t>
    </dgm:pt>
    <dgm:pt modelId="{B4729386-3AEA-4438-9F35-65F145031558}">
      <dgm:prSet/>
      <dgm:spPr/>
      <dgm:t>
        <a:bodyPr/>
        <a:lstStyle/>
        <a:p>
          <a:r>
            <a:rPr lang="uk-UA" b="0" i="0"/>
            <a:t>В. Тропінін</a:t>
          </a:r>
          <a:endParaRPr lang="uk-UA"/>
        </a:p>
      </dgm:t>
    </dgm:pt>
    <dgm:pt modelId="{617AAB41-286C-47A9-A72E-32D591CF3FEA}" type="parTrans" cxnId="{0613B50D-5660-4BE5-AB71-AEFDF0842ADC}">
      <dgm:prSet/>
      <dgm:spPr/>
      <dgm:t>
        <a:bodyPr/>
        <a:lstStyle/>
        <a:p>
          <a:endParaRPr lang="uk-UA"/>
        </a:p>
      </dgm:t>
    </dgm:pt>
    <dgm:pt modelId="{1C298376-58AD-44FB-A9AA-05DE1C43CB36}" type="sibTrans" cxnId="{0613B50D-5660-4BE5-AB71-AEFDF0842ADC}">
      <dgm:prSet/>
      <dgm:spPr/>
      <dgm:t>
        <a:bodyPr/>
        <a:lstStyle/>
        <a:p>
          <a:endParaRPr lang="uk-UA"/>
        </a:p>
      </dgm:t>
    </dgm:pt>
    <dgm:pt modelId="{FAFB58AC-3931-4936-A341-3AEBE3F82355}">
      <dgm:prSet/>
      <dgm:spPr/>
      <dgm:t>
        <a:bodyPr/>
        <a:lstStyle/>
        <a:p>
          <a:r>
            <a:rPr lang="uk-UA" b="0" i="0" dirty="0"/>
            <a:t>І. Рєпін</a:t>
          </a:r>
          <a:endParaRPr lang="uk-UA" dirty="0"/>
        </a:p>
      </dgm:t>
    </dgm:pt>
    <dgm:pt modelId="{482DC7A6-BF58-446B-97AC-43A45EC05674}" type="parTrans" cxnId="{BD4868C2-BE88-4559-B697-E07FE78164B2}">
      <dgm:prSet/>
      <dgm:spPr/>
      <dgm:t>
        <a:bodyPr/>
        <a:lstStyle/>
        <a:p>
          <a:endParaRPr lang="uk-UA"/>
        </a:p>
      </dgm:t>
    </dgm:pt>
    <dgm:pt modelId="{7167DE42-5165-4D8A-BD11-B5CBCE2AEF1B}" type="sibTrans" cxnId="{BD4868C2-BE88-4559-B697-E07FE78164B2}">
      <dgm:prSet/>
      <dgm:spPr/>
      <dgm:t>
        <a:bodyPr/>
        <a:lstStyle/>
        <a:p>
          <a:endParaRPr lang="uk-UA"/>
        </a:p>
      </dgm:t>
    </dgm:pt>
    <dgm:pt modelId="{DDF0F23B-B1D0-4256-9EC8-61E1B11121E4}" type="pres">
      <dgm:prSet presAssocID="{089C3B67-519B-4077-B9B9-B25CB481C22D}" presName="linearFlow" presStyleCnt="0">
        <dgm:presLayoutVars>
          <dgm:dir/>
          <dgm:resizeHandles val="exact"/>
        </dgm:presLayoutVars>
      </dgm:prSet>
      <dgm:spPr/>
    </dgm:pt>
    <dgm:pt modelId="{E8DA6D36-B70C-4035-A5E7-8A76A5BCEF52}" type="pres">
      <dgm:prSet presAssocID="{75CE7D15-0B78-42F5-A2BD-076DAF2E1F44}" presName="composite" presStyleCnt="0"/>
      <dgm:spPr/>
    </dgm:pt>
    <dgm:pt modelId="{8EC5C6E7-2FDD-4967-B589-73B31CC0D03F}" type="pres">
      <dgm:prSet presAssocID="{75CE7D15-0B78-42F5-A2BD-076DAF2E1F44}" presName="imgShp" presStyleLbl="fgImgPlace1" presStyleIdx="0" presStyleCnt="4"/>
      <dgm:spPr/>
    </dgm:pt>
    <dgm:pt modelId="{8C82E49A-8B86-4714-82A7-131E995B5F1A}" type="pres">
      <dgm:prSet presAssocID="{75CE7D15-0B78-42F5-A2BD-076DAF2E1F44}" presName="txShp" presStyleLbl="node1" presStyleIdx="0" presStyleCnt="4">
        <dgm:presLayoutVars>
          <dgm:bulletEnabled val="1"/>
        </dgm:presLayoutVars>
      </dgm:prSet>
      <dgm:spPr/>
    </dgm:pt>
    <dgm:pt modelId="{C7D41277-E840-4D9E-9BA1-B7D09608FCD1}" type="pres">
      <dgm:prSet presAssocID="{11725103-8634-4D0D-9234-25440AC2494F}" presName="spacing" presStyleCnt="0"/>
      <dgm:spPr/>
    </dgm:pt>
    <dgm:pt modelId="{61FA65CF-3CB4-4FC4-A878-8A1E837C7F58}" type="pres">
      <dgm:prSet presAssocID="{21A845A0-B6F5-4BC1-8743-3C11C3B58249}" presName="composite" presStyleCnt="0"/>
      <dgm:spPr/>
    </dgm:pt>
    <dgm:pt modelId="{189C7C5B-29A3-4DB8-9F95-9931985CAD14}" type="pres">
      <dgm:prSet presAssocID="{21A845A0-B6F5-4BC1-8743-3C11C3B58249}" presName="imgShp" presStyleLbl="fgImgPlace1" presStyleIdx="1" presStyleCnt="4"/>
      <dgm:spPr/>
    </dgm:pt>
    <dgm:pt modelId="{54C53C57-F45D-49B7-AA9A-8CA1E5F61D18}" type="pres">
      <dgm:prSet presAssocID="{21A845A0-B6F5-4BC1-8743-3C11C3B58249}" presName="txShp" presStyleLbl="node1" presStyleIdx="1" presStyleCnt="4">
        <dgm:presLayoutVars>
          <dgm:bulletEnabled val="1"/>
        </dgm:presLayoutVars>
      </dgm:prSet>
      <dgm:spPr/>
    </dgm:pt>
    <dgm:pt modelId="{DBCEF356-1D6E-432C-A278-7F100996B660}" type="pres">
      <dgm:prSet presAssocID="{B9A3E45A-6DC0-4BB0-ABF2-267B4364F7C7}" presName="spacing" presStyleCnt="0"/>
      <dgm:spPr/>
    </dgm:pt>
    <dgm:pt modelId="{9C5D17E7-C557-4B6D-AAD1-8694B0855C10}" type="pres">
      <dgm:prSet presAssocID="{B4729386-3AEA-4438-9F35-65F145031558}" presName="composite" presStyleCnt="0"/>
      <dgm:spPr/>
    </dgm:pt>
    <dgm:pt modelId="{E49F5BB1-B49E-4575-BB0D-00C52FB5DDCE}" type="pres">
      <dgm:prSet presAssocID="{B4729386-3AEA-4438-9F35-65F145031558}" presName="imgShp" presStyleLbl="fgImgPlace1" presStyleIdx="2" presStyleCnt="4"/>
      <dgm:spPr/>
    </dgm:pt>
    <dgm:pt modelId="{E692B327-600D-4FBA-9AF7-8B9ED819F0A7}" type="pres">
      <dgm:prSet presAssocID="{B4729386-3AEA-4438-9F35-65F145031558}" presName="txShp" presStyleLbl="node1" presStyleIdx="2" presStyleCnt="4">
        <dgm:presLayoutVars>
          <dgm:bulletEnabled val="1"/>
        </dgm:presLayoutVars>
      </dgm:prSet>
      <dgm:spPr/>
    </dgm:pt>
    <dgm:pt modelId="{AC1C3919-5DDB-43D8-82EC-87E0D4AB13F6}" type="pres">
      <dgm:prSet presAssocID="{1C298376-58AD-44FB-A9AA-05DE1C43CB36}" presName="spacing" presStyleCnt="0"/>
      <dgm:spPr/>
    </dgm:pt>
    <dgm:pt modelId="{5AF60982-C3CF-40C5-92D0-A733FED7E89F}" type="pres">
      <dgm:prSet presAssocID="{FAFB58AC-3931-4936-A341-3AEBE3F82355}" presName="composite" presStyleCnt="0"/>
      <dgm:spPr/>
    </dgm:pt>
    <dgm:pt modelId="{92138C8D-C92F-48B2-BC7E-CB06F84F02B6}" type="pres">
      <dgm:prSet presAssocID="{FAFB58AC-3931-4936-A341-3AEBE3F82355}" presName="imgShp" presStyleLbl="fgImgPlace1" presStyleIdx="3" presStyleCnt="4"/>
      <dgm:spPr/>
    </dgm:pt>
    <dgm:pt modelId="{72624363-FF78-4144-B908-2923BB47F3FB}" type="pres">
      <dgm:prSet presAssocID="{FAFB58AC-3931-4936-A341-3AEBE3F82355}" presName="txShp" presStyleLbl="node1" presStyleIdx="3" presStyleCnt="4">
        <dgm:presLayoutVars>
          <dgm:bulletEnabled val="1"/>
        </dgm:presLayoutVars>
      </dgm:prSet>
      <dgm:spPr/>
    </dgm:pt>
  </dgm:ptLst>
  <dgm:cxnLst>
    <dgm:cxn modelId="{AB5F8309-0180-44F9-AE98-62FD9AE21616}" type="presOf" srcId="{75CE7D15-0B78-42F5-A2BD-076DAF2E1F44}" destId="{8C82E49A-8B86-4714-82A7-131E995B5F1A}" srcOrd="0" destOrd="0" presId="urn:microsoft.com/office/officeart/2005/8/layout/vList3"/>
    <dgm:cxn modelId="{0613B50D-5660-4BE5-AB71-AEFDF0842ADC}" srcId="{089C3B67-519B-4077-B9B9-B25CB481C22D}" destId="{B4729386-3AEA-4438-9F35-65F145031558}" srcOrd="2" destOrd="0" parTransId="{617AAB41-286C-47A9-A72E-32D591CF3FEA}" sibTransId="{1C298376-58AD-44FB-A9AA-05DE1C43CB36}"/>
    <dgm:cxn modelId="{16635520-6E35-43EC-BEEC-BEF33FE19FE0}" type="presOf" srcId="{21A845A0-B6F5-4BC1-8743-3C11C3B58249}" destId="{54C53C57-F45D-49B7-AA9A-8CA1E5F61D18}" srcOrd="0" destOrd="0" presId="urn:microsoft.com/office/officeart/2005/8/layout/vList3"/>
    <dgm:cxn modelId="{61431926-248E-415D-B93B-F0DC3274ABA5}" type="presOf" srcId="{089C3B67-519B-4077-B9B9-B25CB481C22D}" destId="{DDF0F23B-B1D0-4256-9EC8-61E1B11121E4}" srcOrd="0" destOrd="0" presId="urn:microsoft.com/office/officeart/2005/8/layout/vList3"/>
    <dgm:cxn modelId="{BCD75228-DAF7-4E10-B611-4054258C0519}" srcId="{089C3B67-519B-4077-B9B9-B25CB481C22D}" destId="{21A845A0-B6F5-4BC1-8743-3C11C3B58249}" srcOrd="1" destOrd="0" parTransId="{40C96470-9DA8-45D7-8727-25E2A0065C4E}" sibTransId="{B9A3E45A-6DC0-4BB0-ABF2-267B4364F7C7}"/>
    <dgm:cxn modelId="{E8B34034-EA23-479D-9726-519F976B76A7}" srcId="{089C3B67-519B-4077-B9B9-B25CB481C22D}" destId="{75CE7D15-0B78-42F5-A2BD-076DAF2E1F44}" srcOrd="0" destOrd="0" parTransId="{13A95101-F912-4E7E-97E7-86FF9CDF06FB}" sibTransId="{11725103-8634-4D0D-9234-25440AC2494F}"/>
    <dgm:cxn modelId="{438D2985-54BA-4E2E-87B6-3092672BDD7A}" type="presOf" srcId="{FAFB58AC-3931-4936-A341-3AEBE3F82355}" destId="{72624363-FF78-4144-B908-2923BB47F3FB}" srcOrd="0" destOrd="0" presId="urn:microsoft.com/office/officeart/2005/8/layout/vList3"/>
    <dgm:cxn modelId="{915D70C0-4EF3-4A17-91DA-73E6D2B0E7F9}" type="presOf" srcId="{B4729386-3AEA-4438-9F35-65F145031558}" destId="{E692B327-600D-4FBA-9AF7-8B9ED819F0A7}" srcOrd="0" destOrd="0" presId="urn:microsoft.com/office/officeart/2005/8/layout/vList3"/>
    <dgm:cxn modelId="{BD4868C2-BE88-4559-B697-E07FE78164B2}" srcId="{089C3B67-519B-4077-B9B9-B25CB481C22D}" destId="{FAFB58AC-3931-4936-A341-3AEBE3F82355}" srcOrd="3" destOrd="0" parTransId="{482DC7A6-BF58-446B-97AC-43A45EC05674}" sibTransId="{7167DE42-5165-4D8A-BD11-B5CBCE2AEF1B}"/>
    <dgm:cxn modelId="{B03B0B23-213C-4150-BFE3-4D87C6614C5A}" type="presParOf" srcId="{DDF0F23B-B1D0-4256-9EC8-61E1B11121E4}" destId="{E8DA6D36-B70C-4035-A5E7-8A76A5BCEF52}" srcOrd="0" destOrd="0" presId="urn:microsoft.com/office/officeart/2005/8/layout/vList3"/>
    <dgm:cxn modelId="{F2F16633-7E4D-4255-8300-632B5CEF3156}" type="presParOf" srcId="{E8DA6D36-B70C-4035-A5E7-8A76A5BCEF52}" destId="{8EC5C6E7-2FDD-4967-B589-73B31CC0D03F}" srcOrd="0" destOrd="0" presId="urn:microsoft.com/office/officeart/2005/8/layout/vList3"/>
    <dgm:cxn modelId="{A4BFB783-4B7F-48B2-91E6-4E16B64B870D}" type="presParOf" srcId="{E8DA6D36-B70C-4035-A5E7-8A76A5BCEF52}" destId="{8C82E49A-8B86-4714-82A7-131E995B5F1A}" srcOrd="1" destOrd="0" presId="urn:microsoft.com/office/officeart/2005/8/layout/vList3"/>
    <dgm:cxn modelId="{496613C3-CE45-48E2-83CB-311FF5139B3D}" type="presParOf" srcId="{DDF0F23B-B1D0-4256-9EC8-61E1B11121E4}" destId="{C7D41277-E840-4D9E-9BA1-B7D09608FCD1}" srcOrd="1" destOrd="0" presId="urn:microsoft.com/office/officeart/2005/8/layout/vList3"/>
    <dgm:cxn modelId="{50A20FD2-2CF7-460D-86AA-34AECE56B875}" type="presParOf" srcId="{DDF0F23B-B1D0-4256-9EC8-61E1B11121E4}" destId="{61FA65CF-3CB4-4FC4-A878-8A1E837C7F58}" srcOrd="2" destOrd="0" presId="urn:microsoft.com/office/officeart/2005/8/layout/vList3"/>
    <dgm:cxn modelId="{5C6AF5E1-5E05-485A-835F-27B41ED74863}" type="presParOf" srcId="{61FA65CF-3CB4-4FC4-A878-8A1E837C7F58}" destId="{189C7C5B-29A3-4DB8-9F95-9931985CAD14}" srcOrd="0" destOrd="0" presId="urn:microsoft.com/office/officeart/2005/8/layout/vList3"/>
    <dgm:cxn modelId="{1D508413-9C6C-420F-B23A-25312D0A7E0D}" type="presParOf" srcId="{61FA65CF-3CB4-4FC4-A878-8A1E837C7F58}" destId="{54C53C57-F45D-49B7-AA9A-8CA1E5F61D18}" srcOrd="1" destOrd="0" presId="urn:microsoft.com/office/officeart/2005/8/layout/vList3"/>
    <dgm:cxn modelId="{75C42036-72BC-4ADD-9E63-031ACA28E040}" type="presParOf" srcId="{DDF0F23B-B1D0-4256-9EC8-61E1B11121E4}" destId="{DBCEF356-1D6E-432C-A278-7F100996B660}" srcOrd="3" destOrd="0" presId="urn:microsoft.com/office/officeart/2005/8/layout/vList3"/>
    <dgm:cxn modelId="{0045AA9D-F846-4BF6-9EA4-4A239AB509A8}" type="presParOf" srcId="{DDF0F23B-B1D0-4256-9EC8-61E1B11121E4}" destId="{9C5D17E7-C557-4B6D-AAD1-8694B0855C10}" srcOrd="4" destOrd="0" presId="urn:microsoft.com/office/officeart/2005/8/layout/vList3"/>
    <dgm:cxn modelId="{F1792B70-BD47-401B-BB48-6A3334834C7A}" type="presParOf" srcId="{9C5D17E7-C557-4B6D-AAD1-8694B0855C10}" destId="{E49F5BB1-B49E-4575-BB0D-00C52FB5DDCE}" srcOrd="0" destOrd="0" presId="urn:microsoft.com/office/officeart/2005/8/layout/vList3"/>
    <dgm:cxn modelId="{9F7A5781-0BD2-4058-A411-54F136763F5B}" type="presParOf" srcId="{9C5D17E7-C557-4B6D-AAD1-8694B0855C10}" destId="{E692B327-600D-4FBA-9AF7-8B9ED819F0A7}" srcOrd="1" destOrd="0" presId="urn:microsoft.com/office/officeart/2005/8/layout/vList3"/>
    <dgm:cxn modelId="{051CB5BB-4191-467D-95CF-BD06F52CC548}" type="presParOf" srcId="{DDF0F23B-B1D0-4256-9EC8-61E1B11121E4}" destId="{AC1C3919-5DDB-43D8-82EC-87E0D4AB13F6}" srcOrd="5" destOrd="0" presId="urn:microsoft.com/office/officeart/2005/8/layout/vList3"/>
    <dgm:cxn modelId="{27097C90-6DE4-4410-82A8-9A945252D8BE}" type="presParOf" srcId="{DDF0F23B-B1D0-4256-9EC8-61E1B11121E4}" destId="{5AF60982-C3CF-40C5-92D0-A733FED7E89F}" srcOrd="6" destOrd="0" presId="urn:microsoft.com/office/officeart/2005/8/layout/vList3"/>
    <dgm:cxn modelId="{885D62FD-0225-4012-8A3A-29AB928A5B01}" type="presParOf" srcId="{5AF60982-C3CF-40C5-92D0-A733FED7E89F}" destId="{92138C8D-C92F-48B2-BC7E-CB06F84F02B6}" srcOrd="0" destOrd="0" presId="urn:microsoft.com/office/officeart/2005/8/layout/vList3"/>
    <dgm:cxn modelId="{39348016-86A5-4455-A327-F9922D4CADBE}" type="presParOf" srcId="{5AF60982-C3CF-40C5-92D0-A733FED7E89F}" destId="{72624363-FF78-4144-B908-2923BB47F3F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B6A6A3F7-73D2-4A71-AC66-FDBB23273C2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8A533C-FE3E-466E-B2A6-B4148F40B84D}">
      <dgm:prSet/>
      <dgm:spPr/>
      <dgm:t>
        <a:bodyPr/>
        <a:lstStyle/>
        <a:p>
          <a:r>
            <a:rPr lang="ru-RU" b="0" i="0" dirty="0"/>
            <a:t>В. </a:t>
          </a:r>
          <a:r>
            <a:rPr lang="ru-RU" b="0" i="0" dirty="0" err="1"/>
            <a:t>Боровиковський</a:t>
          </a:r>
          <a:endParaRPr lang="uk-UA" dirty="0"/>
        </a:p>
      </dgm:t>
    </dgm:pt>
    <dgm:pt modelId="{F818AD17-30ED-4C80-BBB0-147E3DAD4AD2}" type="parTrans" cxnId="{793D202B-DA44-4ED9-9DD3-02A63B9BCCFE}">
      <dgm:prSet/>
      <dgm:spPr/>
      <dgm:t>
        <a:bodyPr/>
        <a:lstStyle/>
        <a:p>
          <a:endParaRPr lang="uk-UA"/>
        </a:p>
      </dgm:t>
    </dgm:pt>
    <dgm:pt modelId="{38A8A870-5D5B-48D6-A5F6-773817B20316}" type="sibTrans" cxnId="{793D202B-DA44-4ED9-9DD3-02A63B9BCCFE}">
      <dgm:prSet/>
      <dgm:spPr/>
      <dgm:t>
        <a:bodyPr/>
        <a:lstStyle/>
        <a:p>
          <a:endParaRPr lang="uk-UA"/>
        </a:p>
      </dgm:t>
    </dgm:pt>
    <dgm:pt modelId="{F0CA72E9-A684-477B-B466-5FB10EDBAFEB}">
      <dgm:prSet/>
      <dgm:spPr/>
      <dgm:t>
        <a:bodyPr/>
        <a:lstStyle/>
        <a:p>
          <a:r>
            <a:rPr lang="ru-RU" b="0" i="0"/>
            <a:t>М. Пимоненко</a:t>
          </a:r>
          <a:endParaRPr lang="uk-UA"/>
        </a:p>
      </dgm:t>
    </dgm:pt>
    <dgm:pt modelId="{E7E5F297-E0A3-41E2-A653-037D38A972B6}" type="parTrans" cxnId="{FF5676FF-221D-421F-A9CF-E6BCCD6C8C53}">
      <dgm:prSet/>
      <dgm:spPr/>
      <dgm:t>
        <a:bodyPr/>
        <a:lstStyle/>
        <a:p>
          <a:endParaRPr lang="uk-UA"/>
        </a:p>
      </dgm:t>
    </dgm:pt>
    <dgm:pt modelId="{BD7C87EB-D4C7-44D2-B4DE-C9EEAF72ACBF}" type="sibTrans" cxnId="{FF5676FF-221D-421F-A9CF-E6BCCD6C8C53}">
      <dgm:prSet/>
      <dgm:spPr/>
      <dgm:t>
        <a:bodyPr/>
        <a:lstStyle/>
        <a:p>
          <a:endParaRPr lang="uk-UA"/>
        </a:p>
      </dgm:t>
    </dgm:pt>
    <dgm:pt modelId="{C7DDCC66-2908-4249-A963-83AD97F026D6}">
      <dgm:prSet/>
      <dgm:spPr/>
      <dgm:t>
        <a:bodyPr/>
        <a:lstStyle/>
        <a:p>
          <a:r>
            <a:rPr lang="ru-RU" b="0" i="0" dirty="0"/>
            <a:t>Т. Шевченко</a:t>
          </a:r>
          <a:endParaRPr lang="uk-UA" dirty="0"/>
        </a:p>
      </dgm:t>
    </dgm:pt>
    <dgm:pt modelId="{230D2CC4-066F-42CD-AD47-2AAA5D0BABDE}" type="parTrans" cxnId="{9C64C278-73E8-47D9-8DD0-385E78605EBE}">
      <dgm:prSet/>
      <dgm:spPr/>
      <dgm:t>
        <a:bodyPr/>
        <a:lstStyle/>
        <a:p>
          <a:endParaRPr lang="uk-UA"/>
        </a:p>
      </dgm:t>
    </dgm:pt>
    <dgm:pt modelId="{EA722FB8-7EFF-4776-B15A-1424B5FCBB77}" type="sibTrans" cxnId="{9C64C278-73E8-47D9-8DD0-385E78605EBE}">
      <dgm:prSet/>
      <dgm:spPr/>
      <dgm:t>
        <a:bodyPr/>
        <a:lstStyle/>
        <a:p>
          <a:endParaRPr lang="uk-UA"/>
        </a:p>
      </dgm:t>
    </dgm:pt>
    <dgm:pt modelId="{BB1615E3-59FD-4E71-AF20-8CF5FF02B793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Рєпін</a:t>
          </a:r>
          <a:endParaRPr lang="uk-UA" dirty="0"/>
        </a:p>
      </dgm:t>
    </dgm:pt>
    <dgm:pt modelId="{10CCFC6C-4F67-42C1-B1FC-CB49BE92248A}" type="parTrans" cxnId="{F5F83017-0778-46BE-BEE0-C0707DEE9102}">
      <dgm:prSet/>
      <dgm:spPr/>
      <dgm:t>
        <a:bodyPr/>
        <a:lstStyle/>
        <a:p>
          <a:endParaRPr lang="uk-UA"/>
        </a:p>
      </dgm:t>
    </dgm:pt>
    <dgm:pt modelId="{227A0C99-C5E6-4035-BB7E-C31A8A229B6F}" type="sibTrans" cxnId="{F5F83017-0778-46BE-BEE0-C0707DEE9102}">
      <dgm:prSet/>
      <dgm:spPr/>
      <dgm:t>
        <a:bodyPr/>
        <a:lstStyle/>
        <a:p>
          <a:endParaRPr lang="uk-UA"/>
        </a:p>
      </dgm:t>
    </dgm:pt>
    <dgm:pt modelId="{7CC0587A-C26C-4E8A-85C1-C6258EBD93A9}" type="pres">
      <dgm:prSet presAssocID="{B6A6A3F7-73D2-4A71-AC66-FDBB23273C22}" presName="Name0" presStyleCnt="0">
        <dgm:presLayoutVars>
          <dgm:chMax val="7"/>
          <dgm:chPref val="7"/>
          <dgm:dir/>
        </dgm:presLayoutVars>
      </dgm:prSet>
      <dgm:spPr/>
    </dgm:pt>
    <dgm:pt modelId="{6B4DE19D-4AD7-43A4-A447-85ACDEE7DF43}" type="pres">
      <dgm:prSet presAssocID="{B6A6A3F7-73D2-4A71-AC66-FDBB23273C22}" presName="Name1" presStyleCnt="0"/>
      <dgm:spPr/>
    </dgm:pt>
    <dgm:pt modelId="{CFAC4C0E-8C41-4C35-BD9D-B2EDAD938633}" type="pres">
      <dgm:prSet presAssocID="{B6A6A3F7-73D2-4A71-AC66-FDBB23273C22}" presName="cycle" presStyleCnt="0"/>
      <dgm:spPr/>
    </dgm:pt>
    <dgm:pt modelId="{B466D62D-CED7-4A85-A766-4D700C7AC862}" type="pres">
      <dgm:prSet presAssocID="{B6A6A3F7-73D2-4A71-AC66-FDBB23273C22}" presName="srcNode" presStyleLbl="node1" presStyleIdx="0" presStyleCnt="4"/>
      <dgm:spPr/>
    </dgm:pt>
    <dgm:pt modelId="{4F66001D-C1C0-4857-903B-CCE4AB743995}" type="pres">
      <dgm:prSet presAssocID="{B6A6A3F7-73D2-4A71-AC66-FDBB23273C22}" presName="conn" presStyleLbl="parChTrans1D2" presStyleIdx="0" presStyleCnt="1"/>
      <dgm:spPr/>
    </dgm:pt>
    <dgm:pt modelId="{BF14FF2F-A56F-40E3-B8B5-FCDCCF7F121F}" type="pres">
      <dgm:prSet presAssocID="{B6A6A3F7-73D2-4A71-AC66-FDBB23273C22}" presName="extraNode" presStyleLbl="node1" presStyleIdx="0" presStyleCnt="4"/>
      <dgm:spPr/>
    </dgm:pt>
    <dgm:pt modelId="{813047F0-8D4F-46F8-9B0C-24FB42E45806}" type="pres">
      <dgm:prSet presAssocID="{B6A6A3F7-73D2-4A71-AC66-FDBB23273C22}" presName="dstNode" presStyleLbl="node1" presStyleIdx="0" presStyleCnt="4"/>
      <dgm:spPr/>
    </dgm:pt>
    <dgm:pt modelId="{6841C0C6-F2AE-40C2-8B90-E26B47801B14}" type="pres">
      <dgm:prSet presAssocID="{B28A533C-FE3E-466E-B2A6-B4148F40B84D}" presName="text_1" presStyleLbl="node1" presStyleIdx="0" presStyleCnt="4">
        <dgm:presLayoutVars>
          <dgm:bulletEnabled val="1"/>
        </dgm:presLayoutVars>
      </dgm:prSet>
      <dgm:spPr/>
    </dgm:pt>
    <dgm:pt modelId="{88E8063B-DC36-4686-B1AF-5C3A094E7025}" type="pres">
      <dgm:prSet presAssocID="{B28A533C-FE3E-466E-B2A6-B4148F40B84D}" presName="accent_1" presStyleCnt="0"/>
      <dgm:spPr/>
    </dgm:pt>
    <dgm:pt modelId="{1D1D214F-C168-4A0E-A8CD-23DD747C1DF3}" type="pres">
      <dgm:prSet presAssocID="{B28A533C-FE3E-466E-B2A6-B4148F40B84D}" presName="accentRepeatNode" presStyleLbl="solidFgAcc1" presStyleIdx="0" presStyleCnt="4"/>
      <dgm:spPr/>
    </dgm:pt>
    <dgm:pt modelId="{65F7992C-487D-4572-BD6C-42098A9BDF55}" type="pres">
      <dgm:prSet presAssocID="{F0CA72E9-A684-477B-B466-5FB10EDBAFEB}" presName="text_2" presStyleLbl="node1" presStyleIdx="1" presStyleCnt="4">
        <dgm:presLayoutVars>
          <dgm:bulletEnabled val="1"/>
        </dgm:presLayoutVars>
      </dgm:prSet>
      <dgm:spPr/>
    </dgm:pt>
    <dgm:pt modelId="{CB3BFE58-AF92-49A8-B643-93F720EFCC32}" type="pres">
      <dgm:prSet presAssocID="{F0CA72E9-A684-477B-B466-5FB10EDBAFEB}" presName="accent_2" presStyleCnt="0"/>
      <dgm:spPr/>
    </dgm:pt>
    <dgm:pt modelId="{E2A910D9-FF8C-4AF5-A17A-243AE34D0626}" type="pres">
      <dgm:prSet presAssocID="{F0CA72E9-A684-477B-B466-5FB10EDBAFEB}" presName="accentRepeatNode" presStyleLbl="solidFgAcc1" presStyleIdx="1" presStyleCnt="4"/>
      <dgm:spPr/>
    </dgm:pt>
    <dgm:pt modelId="{74EF789A-C828-4C9E-9AD5-C6EEAC673FF5}" type="pres">
      <dgm:prSet presAssocID="{C7DDCC66-2908-4249-A963-83AD97F026D6}" presName="text_3" presStyleLbl="node1" presStyleIdx="2" presStyleCnt="4">
        <dgm:presLayoutVars>
          <dgm:bulletEnabled val="1"/>
        </dgm:presLayoutVars>
      </dgm:prSet>
      <dgm:spPr/>
    </dgm:pt>
    <dgm:pt modelId="{B71D0F16-1F29-49CE-AEA2-A1A0E89490FB}" type="pres">
      <dgm:prSet presAssocID="{C7DDCC66-2908-4249-A963-83AD97F026D6}" presName="accent_3" presStyleCnt="0"/>
      <dgm:spPr/>
    </dgm:pt>
    <dgm:pt modelId="{ECD5167B-5AB9-44BD-B2EC-D19210D16D60}" type="pres">
      <dgm:prSet presAssocID="{C7DDCC66-2908-4249-A963-83AD97F026D6}" presName="accentRepeatNode" presStyleLbl="solidFgAcc1" presStyleIdx="2" presStyleCnt="4"/>
      <dgm:spPr/>
    </dgm:pt>
    <dgm:pt modelId="{4B0EF2D8-D3F8-4122-9153-3017814A7D11}" type="pres">
      <dgm:prSet presAssocID="{BB1615E3-59FD-4E71-AF20-8CF5FF02B793}" presName="text_4" presStyleLbl="node1" presStyleIdx="3" presStyleCnt="4">
        <dgm:presLayoutVars>
          <dgm:bulletEnabled val="1"/>
        </dgm:presLayoutVars>
      </dgm:prSet>
      <dgm:spPr/>
    </dgm:pt>
    <dgm:pt modelId="{3E13720B-6F0B-4922-87DA-87D1C437DE6F}" type="pres">
      <dgm:prSet presAssocID="{BB1615E3-59FD-4E71-AF20-8CF5FF02B793}" presName="accent_4" presStyleCnt="0"/>
      <dgm:spPr/>
    </dgm:pt>
    <dgm:pt modelId="{34255C52-3EAD-492F-A60B-39CD740EA4AC}" type="pres">
      <dgm:prSet presAssocID="{BB1615E3-59FD-4E71-AF20-8CF5FF02B793}" presName="accentRepeatNode" presStyleLbl="solidFgAcc1" presStyleIdx="3" presStyleCnt="4"/>
      <dgm:spPr/>
    </dgm:pt>
  </dgm:ptLst>
  <dgm:cxnLst>
    <dgm:cxn modelId="{F5F83017-0778-46BE-BEE0-C0707DEE9102}" srcId="{B6A6A3F7-73D2-4A71-AC66-FDBB23273C22}" destId="{BB1615E3-59FD-4E71-AF20-8CF5FF02B793}" srcOrd="3" destOrd="0" parTransId="{10CCFC6C-4F67-42C1-B1FC-CB49BE92248A}" sibTransId="{227A0C99-C5E6-4035-BB7E-C31A8A229B6F}"/>
    <dgm:cxn modelId="{C7C6A519-A122-44BE-AD73-B8719F610353}" type="presOf" srcId="{B28A533C-FE3E-466E-B2A6-B4148F40B84D}" destId="{6841C0C6-F2AE-40C2-8B90-E26B47801B14}" srcOrd="0" destOrd="0" presId="urn:microsoft.com/office/officeart/2008/layout/VerticalCurvedList"/>
    <dgm:cxn modelId="{6797852A-FD65-4B83-8465-96EB17DF9555}" type="presOf" srcId="{BB1615E3-59FD-4E71-AF20-8CF5FF02B793}" destId="{4B0EF2D8-D3F8-4122-9153-3017814A7D11}" srcOrd="0" destOrd="0" presId="urn:microsoft.com/office/officeart/2008/layout/VerticalCurvedList"/>
    <dgm:cxn modelId="{793D202B-DA44-4ED9-9DD3-02A63B9BCCFE}" srcId="{B6A6A3F7-73D2-4A71-AC66-FDBB23273C22}" destId="{B28A533C-FE3E-466E-B2A6-B4148F40B84D}" srcOrd="0" destOrd="0" parTransId="{F818AD17-30ED-4C80-BBB0-147E3DAD4AD2}" sibTransId="{38A8A870-5D5B-48D6-A5F6-773817B20316}"/>
    <dgm:cxn modelId="{2136426B-C080-4415-967D-FC270B56A254}" type="presOf" srcId="{B6A6A3F7-73D2-4A71-AC66-FDBB23273C22}" destId="{7CC0587A-C26C-4E8A-85C1-C6258EBD93A9}" srcOrd="0" destOrd="0" presId="urn:microsoft.com/office/officeart/2008/layout/VerticalCurvedList"/>
    <dgm:cxn modelId="{058DA776-CA7E-4FD0-AD42-CA0A90849701}" type="presOf" srcId="{F0CA72E9-A684-477B-B466-5FB10EDBAFEB}" destId="{65F7992C-487D-4572-BD6C-42098A9BDF55}" srcOrd="0" destOrd="0" presId="urn:microsoft.com/office/officeart/2008/layout/VerticalCurvedList"/>
    <dgm:cxn modelId="{9C64C278-73E8-47D9-8DD0-385E78605EBE}" srcId="{B6A6A3F7-73D2-4A71-AC66-FDBB23273C22}" destId="{C7DDCC66-2908-4249-A963-83AD97F026D6}" srcOrd="2" destOrd="0" parTransId="{230D2CC4-066F-42CD-AD47-2AAA5D0BABDE}" sibTransId="{EA722FB8-7EFF-4776-B15A-1424B5FCBB77}"/>
    <dgm:cxn modelId="{3064579B-C814-4E1D-990D-9BB3BEC73021}" type="presOf" srcId="{38A8A870-5D5B-48D6-A5F6-773817B20316}" destId="{4F66001D-C1C0-4857-903B-CCE4AB743995}" srcOrd="0" destOrd="0" presId="urn:microsoft.com/office/officeart/2008/layout/VerticalCurvedList"/>
    <dgm:cxn modelId="{4CDA65DD-CCF3-4ADB-9ACF-989407B1A215}" type="presOf" srcId="{C7DDCC66-2908-4249-A963-83AD97F026D6}" destId="{74EF789A-C828-4C9E-9AD5-C6EEAC673FF5}" srcOrd="0" destOrd="0" presId="urn:microsoft.com/office/officeart/2008/layout/VerticalCurvedList"/>
    <dgm:cxn modelId="{FF5676FF-221D-421F-A9CF-E6BCCD6C8C53}" srcId="{B6A6A3F7-73D2-4A71-AC66-FDBB23273C22}" destId="{F0CA72E9-A684-477B-B466-5FB10EDBAFEB}" srcOrd="1" destOrd="0" parTransId="{E7E5F297-E0A3-41E2-A653-037D38A972B6}" sibTransId="{BD7C87EB-D4C7-44D2-B4DE-C9EEAF72ACBF}"/>
    <dgm:cxn modelId="{B304BA5C-9B4F-4BC1-9812-FA7CFBFF6A30}" type="presParOf" srcId="{7CC0587A-C26C-4E8A-85C1-C6258EBD93A9}" destId="{6B4DE19D-4AD7-43A4-A447-85ACDEE7DF43}" srcOrd="0" destOrd="0" presId="urn:microsoft.com/office/officeart/2008/layout/VerticalCurvedList"/>
    <dgm:cxn modelId="{B08F599F-FB37-43BF-B404-747D52D125A2}" type="presParOf" srcId="{6B4DE19D-4AD7-43A4-A447-85ACDEE7DF43}" destId="{CFAC4C0E-8C41-4C35-BD9D-B2EDAD938633}" srcOrd="0" destOrd="0" presId="urn:microsoft.com/office/officeart/2008/layout/VerticalCurvedList"/>
    <dgm:cxn modelId="{1FE7360B-0DD2-4743-A46D-48F98802F9F6}" type="presParOf" srcId="{CFAC4C0E-8C41-4C35-BD9D-B2EDAD938633}" destId="{B466D62D-CED7-4A85-A766-4D700C7AC862}" srcOrd="0" destOrd="0" presId="urn:microsoft.com/office/officeart/2008/layout/VerticalCurvedList"/>
    <dgm:cxn modelId="{DF9FEAF2-0845-4AD6-BE57-5C972128B65B}" type="presParOf" srcId="{CFAC4C0E-8C41-4C35-BD9D-B2EDAD938633}" destId="{4F66001D-C1C0-4857-903B-CCE4AB743995}" srcOrd="1" destOrd="0" presId="urn:microsoft.com/office/officeart/2008/layout/VerticalCurvedList"/>
    <dgm:cxn modelId="{D89E8BBC-86FE-487A-B0E6-DACF6749373D}" type="presParOf" srcId="{CFAC4C0E-8C41-4C35-BD9D-B2EDAD938633}" destId="{BF14FF2F-A56F-40E3-B8B5-FCDCCF7F121F}" srcOrd="2" destOrd="0" presId="urn:microsoft.com/office/officeart/2008/layout/VerticalCurvedList"/>
    <dgm:cxn modelId="{FA1313B0-04BB-4B63-B62C-67F07E8F841F}" type="presParOf" srcId="{CFAC4C0E-8C41-4C35-BD9D-B2EDAD938633}" destId="{813047F0-8D4F-46F8-9B0C-24FB42E45806}" srcOrd="3" destOrd="0" presId="urn:microsoft.com/office/officeart/2008/layout/VerticalCurvedList"/>
    <dgm:cxn modelId="{2047E925-7569-4F7C-829E-CC76825594C1}" type="presParOf" srcId="{6B4DE19D-4AD7-43A4-A447-85ACDEE7DF43}" destId="{6841C0C6-F2AE-40C2-8B90-E26B47801B14}" srcOrd="1" destOrd="0" presId="urn:microsoft.com/office/officeart/2008/layout/VerticalCurvedList"/>
    <dgm:cxn modelId="{7C0A5F17-B81C-469B-8DBF-5A10D7B919C7}" type="presParOf" srcId="{6B4DE19D-4AD7-43A4-A447-85ACDEE7DF43}" destId="{88E8063B-DC36-4686-B1AF-5C3A094E7025}" srcOrd="2" destOrd="0" presId="urn:microsoft.com/office/officeart/2008/layout/VerticalCurvedList"/>
    <dgm:cxn modelId="{48065E28-AA61-4EF9-80DB-A96D474E16A2}" type="presParOf" srcId="{88E8063B-DC36-4686-B1AF-5C3A094E7025}" destId="{1D1D214F-C168-4A0E-A8CD-23DD747C1DF3}" srcOrd="0" destOrd="0" presId="urn:microsoft.com/office/officeart/2008/layout/VerticalCurvedList"/>
    <dgm:cxn modelId="{B1865AF8-F961-48F7-85EC-48AD177DA23C}" type="presParOf" srcId="{6B4DE19D-4AD7-43A4-A447-85ACDEE7DF43}" destId="{65F7992C-487D-4572-BD6C-42098A9BDF55}" srcOrd="3" destOrd="0" presId="urn:microsoft.com/office/officeart/2008/layout/VerticalCurvedList"/>
    <dgm:cxn modelId="{C0BB3E29-AAFB-455D-8A0E-507508C60595}" type="presParOf" srcId="{6B4DE19D-4AD7-43A4-A447-85ACDEE7DF43}" destId="{CB3BFE58-AF92-49A8-B643-93F720EFCC32}" srcOrd="4" destOrd="0" presId="urn:microsoft.com/office/officeart/2008/layout/VerticalCurvedList"/>
    <dgm:cxn modelId="{104DC9BB-1631-4308-A42B-52A21279FE5B}" type="presParOf" srcId="{CB3BFE58-AF92-49A8-B643-93F720EFCC32}" destId="{E2A910D9-FF8C-4AF5-A17A-243AE34D0626}" srcOrd="0" destOrd="0" presId="urn:microsoft.com/office/officeart/2008/layout/VerticalCurvedList"/>
    <dgm:cxn modelId="{4F976933-B21C-49AB-972D-FB58C572C264}" type="presParOf" srcId="{6B4DE19D-4AD7-43A4-A447-85ACDEE7DF43}" destId="{74EF789A-C828-4C9E-9AD5-C6EEAC673FF5}" srcOrd="5" destOrd="0" presId="urn:microsoft.com/office/officeart/2008/layout/VerticalCurvedList"/>
    <dgm:cxn modelId="{F4B09855-57AD-4A32-B5C3-203D5658B557}" type="presParOf" srcId="{6B4DE19D-4AD7-43A4-A447-85ACDEE7DF43}" destId="{B71D0F16-1F29-49CE-AEA2-A1A0E89490FB}" srcOrd="6" destOrd="0" presId="urn:microsoft.com/office/officeart/2008/layout/VerticalCurvedList"/>
    <dgm:cxn modelId="{E03FF01D-CBF5-4A31-BF2D-7F8A6541C7B2}" type="presParOf" srcId="{B71D0F16-1F29-49CE-AEA2-A1A0E89490FB}" destId="{ECD5167B-5AB9-44BD-B2EC-D19210D16D60}" srcOrd="0" destOrd="0" presId="urn:microsoft.com/office/officeart/2008/layout/VerticalCurvedList"/>
    <dgm:cxn modelId="{A2D8231C-0867-4C64-B0ED-4C53AE5D7172}" type="presParOf" srcId="{6B4DE19D-4AD7-43A4-A447-85ACDEE7DF43}" destId="{4B0EF2D8-D3F8-4122-9153-3017814A7D11}" srcOrd="7" destOrd="0" presId="urn:microsoft.com/office/officeart/2008/layout/VerticalCurvedList"/>
    <dgm:cxn modelId="{308487D8-0D10-4837-AD4D-46E19D26D744}" type="presParOf" srcId="{6B4DE19D-4AD7-43A4-A447-85ACDEE7DF43}" destId="{3E13720B-6F0B-4922-87DA-87D1C437DE6F}" srcOrd="8" destOrd="0" presId="urn:microsoft.com/office/officeart/2008/layout/VerticalCurvedList"/>
    <dgm:cxn modelId="{E0A2A654-BC6A-42E5-8E5E-41BE67A3F087}" type="presParOf" srcId="{3E13720B-6F0B-4922-87DA-87D1C437DE6F}" destId="{34255C52-3EAD-492F-A60B-39CD740EA4A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9A9104FF-5D5E-4FFD-8738-9894C8B3CA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3E85C7C-A78E-4E77-86CC-8782C908EF5B}">
      <dgm:prSet/>
      <dgm:spPr/>
      <dgm:t>
        <a:bodyPr/>
        <a:lstStyle/>
        <a:p>
          <a:r>
            <a:rPr lang="uk-UA" b="0" i="0"/>
            <a:t>М. Пимоненко</a:t>
          </a:r>
          <a:endParaRPr lang="uk-UA"/>
        </a:p>
      </dgm:t>
    </dgm:pt>
    <dgm:pt modelId="{0F3176D6-4417-4F67-BA1B-B1518248BBDA}" type="parTrans" cxnId="{AD571780-25B2-49B3-B6AD-A47219F216E6}">
      <dgm:prSet/>
      <dgm:spPr/>
      <dgm:t>
        <a:bodyPr/>
        <a:lstStyle/>
        <a:p>
          <a:endParaRPr lang="uk-UA"/>
        </a:p>
      </dgm:t>
    </dgm:pt>
    <dgm:pt modelId="{37A9BDC6-7162-421C-9519-3F25CCFCA548}" type="sibTrans" cxnId="{AD571780-25B2-49B3-B6AD-A47219F216E6}">
      <dgm:prSet/>
      <dgm:spPr/>
      <dgm:t>
        <a:bodyPr/>
        <a:lstStyle/>
        <a:p>
          <a:endParaRPr lang="uk-UA"/>
        </a:p>
      </dgm:t>
    </dgm:pt>
    <dgm:pt modelId="{9A1CC19C-7712-4B29-BF29-65EEDF942473}">
      <dgm:prSet/>
      <dgm:spPr/>
      <dgm:t>
        <a:bodyPr/>
        <a:lstStyle/>
        <a:p>
          <a:r>
            <a:rPr lang="uk-UA" b="0" i="0" dirty="0"/>
            <a:t>Т. Шевченко</a:t>
          </a:r>
          <a:endParaRPr lang="uk-UA" dirty="0"/>
        </a:p>
      </dgm:t>
    </dgm:pt>
    <dgm:pt modelId="{5D13779A-0D33-4358-9600-58563D237DF3}" type="parTrans" cxnId="{10387975-6E13-40A1-B406-D9D3D494F5F5}">
      <dgm:prSet/>
      <dgm:spPr/>
      <dgm:t>
        <a:bodyPr/>
        <a:lstStyle/>
        <a:p>
          <a:endParaRPr lang="uk-UA"/>
        </a:p>
      </dgm:t>
    </dgm:pt>
    <dgm:pt modelId="{E7C06C2E-5D78-431A-BFCE-FC1DFAE20B8F}" type="sibTrans" cxnId="{10387975-6E13-40A1-B406-D9D3D494F5F5}">
      <dgm:prSet/>
      <dgm:spPr/>
      <dgm:t>
        <a:bodyPr/>
        <a:lstStyle/>
        <a:p>
          <a:endParaRPr lang="uk-UA"/>
        </a:p>
      </dgm:t>
    </dgm:pt>
    <dgm:pt modelId="{85C17EAF-83DE-48BE-A6D8-1A615C302916}">
      <dgm:prSet/>
      <dgm:spPr/>
      <dgm:t>
        <a:bodyPr/>
        <a:lstStyle/>
        <a:p>
          <a:r>
            <a:rPr lang="uk-UA" b="0" i="0"/>
            <a:t>В. Тропінін</a:t>
          </a:r>
          <a:endParaRPr lang="uk-UA"/>
        </a:p>
      </dgm:t>
    </dgm:pt>
    <dgm:pt modelId="{EFF3880D-5673-419A-9DEE-9D2988394823}" type="parTrans" cxnId="{DCCFCC8E-6FA7-4CC9-BAF8-739C5B900BA3}">
      <dgm:prSet/>
      <dgm:spPr/>
      <dgm:t>
        <a:bodyPr/>
        <a:lstStyle/>
        <a:p>
          <a:endParaRPr lang="uk-UA"/>
        </a:p>
      </dgm:t>
    </dgm:pt>
    <dgm:pt modelId="{E5EB13F4-437B-403D-90FA-B3B7D579B2E3}" type="sibTrans" cxnId="{DCCFCC8E-6FA7-4CC9-BAF8-739C5B900BA3}">
      <dgm:prSet/>
      <dgm:spPr/>
      <dgm:t>
        <a:bodyPr/>
        <a:lstStyle/>
        <a:p>
          <a:endParaRPr lang="uk-UA"/>
        </a:p>
      </dgm:t>
    </dgm:pt>
    <dgm:pt modelId="{3F1C4C96-75FE-4D8F-82BA-65E0346654BC}">
      <dgm:prSet/>
      <dgm:spPr/>
      <dgm:t>
        <a:bodyPr/>
        <a:lstStyle/>
        <a:p>
          <a:r>
            <a:rPr lang="uk-UA" b="0" i="0" dirty="0"/>
            <a:t>І. Рєпін</a:t>
          </a:r>
          <a:endParaRPr lang="uk-UA" dirty="0"/>
        </a:p>
      </dgm:t>
    </dgm:pt>
    <dgm:pt modelId="{6A2F06DD-50D5-4FDE-98EC-13001AC7C233}" type="parTrans" cxnId="{8D70703A-BB24-47DE-B3B2-8DDB56B7BF3C}">
      <dgm:prSet/>
      <dgm:spPr/>
      <dgm:t>
        <a:bodyPr/>
        <a:lstStyle/>
        <a:p>
          <a:endParaRPr lang="uk-UA"/>
        </a:p>
      </dgm:t>
    </dgm:pt>
    <dgm:pt modelId="{1A6B9A52-9736-4C89-B31F-A5F6C27E24AA}" type="sibTrans" cxnId="{8D70703A-BB24-47DE-B3B2-8DDB56B7BF3C}">
      <dgm:prSet/>
      <dgm:spPr/>
      <dgm:t>
        <a:bodyPr/>
        <a:lstStyle/>
        <a:p>
          <a:endParaRPr lang="uk-UA"/>
        </a:p>
      </dgm:t>
    </dgm:pt>
    <dgm:pt modelId="{EB3DE729-C5BD-4E7D-B8E0-054EA55940E6}" type="pres">
      <dgm:prSet presAssocID="{9A9104FF-5D5E-4FFD-8738-9894C8B3CAC6}" presName="linear" presStyleCnt="0">
        <dgm:presLayoutVars>
          <dgm:animLvl val="lvl"/>
          <dgm:resizeHandles val="exact"/>
        </dgm:presLayoutVars>
      </dgm:prSet>
      <dgm:spPr/>
    </dgm:pt>
    <dgm:pt modelId="{5143E12C-9449-4BDC-B577-3086812812CE}" type="pres">
      <dgm:prSet presAssocID="{03E85C7C-A78E-4E77-86CC-8782C908EF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1A966E-3973-4476-9D69-3FF510AA81B9}" type="pres">
      <dgm:prSet presAssocID="{37A9BDC6-7162-421C-9519-3F25CCFCA548}" presName="spacer" presStyleCnt="0"/>
      <dgm:spPr/>
    </dgm:pt>
    <dgm:pt modelId="{D9881C80-F0A1-4B8B-965F-63DF230CA79D}" type="pres">
      <dgm:prSet presAssocID="{9A1CC19C-7712-4B29-BF29-65EEDF9424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9F0AFC8-E883-44C9-AF6D-1E7E1F9D648C}" type="pres">
      <dgm:prSet presAssocID="{E7C06C2E-5D78-431A-BFCE-FC1DFAE20B8F}" presName="spacer" presStyleCnt="0"/>
      <dgm:spPr/>
    </dgm:pt>
    <dgm:pt modelId="{64179FAB-D2E9-4DCE-86A6-A543795FF648}" type="pres">
      <dgm:prSet presAssocID="{85C17EAF-83DE-48BE-A6D8-1A615C3029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31FE74-88E9-40E8-9AAD-037C27EC0B9F}" type="pres">
      <dgm:prSet presAssocID="{E5EB13F4-437B-403D-90FA-B3B7D579B2E3}" presName="spacer" presStyleCnt="0"/>
      <dgm:spPr/>
    </dgm:pt>
    <dgm:pt modelId="{2E72CCE3-6C0D-45B9-A868-C4CF8CED56B4}" type="pres">
      <dgm:prSet presAssocID="{3F1C4C96-75FE-4D8F-82BA-65E0346654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46C702-DB4E-4538-BB98-51D76627661F}" type="presOf" srcId="{03E85C7C-A78E-4E77-86CC-8782C908EF5B}" destId="{5143E12C-9449-4BDC-B577-3086812812CE}" srcOrd="0" destOrd="0" presId="urn:microsoft.com/office/officeart/2005/8/layout/vList2"/>
    <dgm:cxn modelId="{F7E4D712-1CE0-4977-83CE-D4D6179ED026}" type="presOf" srcId="{9A9104FF-5D5E-4FFD-8738-9894C8B3CAC6}" destId="{EB3DE729-C5BD-4E7D-B8E0-054EA55940E6}" srcOrd="0" destOrd="0" presId="urn:microsoft.com/office/officeart/2005/8/layout/vList2"/>
    <dgm:cxn modelId="{A6B30D1A-0DFC-4263-A2CD-BBAFB58E37F3}" type="presOf" srcId="{85C17EAF-83DE-48BE-A6D8-1A615C302916}" destId="{64179FAB-D2E9-4DCE-86A6-A543795FF648}" srcOrd="0" destOrd="0" presId="urn:microsoft.com/office/officeart/2005/8/layout/vList2"/>
    <dgm:cxn modelId="{8D70703A-BB24-47DE-B3B2-8DDB56B7BF3C}" srcId="{9A9104FF-5D5E-4FFD-8738-9894C8B3CAC6}" destId="{3F1C4C96-75FE-4D8F-82BA-65E0346654BC}" srcOrd="3" destOrd="0" parTransId="{6A2F06DD-50D5-4FDE-98EC-13001AC7C233}" sibTransId="{1A6B9A52-9736-4C89-B31F-A5F6C27E24AA}"/>
    <dgm:cxn modelId="{10387975-6E13-40A1-B406-D9D3D494F5F5}" srcId="{9A9104FF-5D5E-4FFD-8738-9894C8B3CAC6}" destId="{9A1CC19C-7712-4B29-BF29-65EEDF942473}" srcOrd="1" destOrd="0" parTransId="{5D13779A-0D33-4358-9600-58563D237DF3}" sibTransId="{E7C06C2E-5D78-431A-BFCE-FC1DFAE20B8F}"/>
    <dgm:cxn modelId="{7217F659-7CAD-40D0-8471-4000D5AE9F8C}" type="presOf" srcId="{3F1C4C96-75FE-4D8F-82BA-65E0346654BC}" destId="{2E72CCE3-6C0D-45B9-A868-C4CF8CED56B4}" srcOrd="0" destOrd="0" presId="urn:microsoft.com/office/officeart/2005/8/layout/vList2"/>
    <dgm:cxn modelId="{AD571780-25B2-49B3-B6AD-A47219F216E6}" srcId="{9A9104FF-5D5E-4FFD-8738-9894C8B3CAC6}" destId="{03E85C7C-A78E-4E77-86CC-8782C908EF5B}" srcOrd="0" destOrd="0" parTransId="{0F3176D6-4417-4F67-BA1B-B1518248BBDA}" sibTransId="{37A9BDC6-7162-421C-9519-3F25CCFCA548}"/>
    <dgm:cxn modelId="{DCCFCC8E-6FA7-4CC9-BAF8-739C5B900BA3}" srcId="{9A9104FF-5D5E-4FFD-8738-9894C8B3CAC6}" destId="{85C17EAF-83DE-48BE-A6D8-1A615C302916}" srcOrd="2" destOrd="0" parTransId="{EFF3880D-5673-419A-9DEE-9D2988394823}" sibTransId="{E5EB13F4-437B-403D-90FA-B3B7D579B2E3}"/>
    <dgm:cxn modelId="{D29CC49F-9DDB-44EB-B3CD-69CBFD0B99F5}" type="presOf" srcId="{9A1CC19C-7712-4B29-BF29-65EEDF942473}" destId="{D9881C80-F0A1-4B8B-965F-63DF230CA79D}" srcOrd="0" destOrd="0" presId="urn:microsoft.com/office/officeart/2005/8/layout/vList2"/>
    <dgm:cxn modelId="{110F6114-033F-4951-8DF9-1018DC62D997}" type="presParOf" srcId="{EB3DE729-C5BD-4E7D-B8E0-054EA55940E6}" destId="{5143E12C-9449-4BDC-B577-3086812812CE}" srcOrd="0" destOrd="0" presId="urn:microsoft.com/office/officeart/2005/8/layout/vList2"/>
    <dgm:cxn modelId="{88A9B6D1-CF0A-4DC8-A38C-4593D3BC671C}" type="presParOf" srcId="{EB3DE729-C5BD-4E7D-B8E0-054EA55940E6}" destId="{AE1A966E-3973-4476-9D69-3FF510AA81B9}" srcOrd="1" destOrd="0" presId="urn:microsoft.com/office/officeart/2005/8/layout/vList2"/>
    <dgm:cxn modelId="{C3128A9D-C712-4356-A877-847AF0F73E36}" type="presParOf" srcId="{EB3DE729-C5BD-4E7D-B8E0-054EA55940E6}" destId="{D9881C80-F0A1-4B8B-965F-63DF230CA79D}" srcOrd="2" destOrd="0" presId="urn:microsoft.com/office/officeart/2005/8/layout/vList2"/>
    <dgm:cxn modelId="{4A9ACE8F-BFEC-48F5-9BEF-386CD7B1D03A}" type="presParOf" srcId="{EB3DE729-C5BD-4E7D-B8E0-054EA55940E6}" destId="{59F0AFC8-E883-44C9-AF6D-1E7E1F9D648C}" srcOrd="3" destOrd="0" presId="urn:microsoft.com/office/officeart/2005/8/layout/vList2"/>
    <dgm:cxn modelId="{26C100CA-1A83-4F5C-8189-89B09A480C0C}" type="presParOf" srcId="{EB3DE729-C5BD-4E7D-B8E0-054EA55940E6}" destId="{64179FAB-D2E9-4DCE-86A6-A543795FF648}" srcOrd="4" destOrd="0" presId="urn:microsoft.com/office/officeart/2005/8/layout/vList2"/>
    <dgm:cxn modelId="{499551F3-3302-41EE-8416-894CA72E6E44}" type="presParOf" srcId="{EB3DE729-C5BD-4E7D-B8E0-054EA55940E6}" destId="{AA31FE74-88E9-40E8-9AAD-037C27EC0B9F}" srcOrd="5" destOrd="0" presId="urn:microsoft.com/office/officeart/2005/8/layout/vList2"/>
    <dgm:cxn modelId="{F9CEFDE3-C03C-486B-986E-E636D1CADD96}" type="presParOf" srcId="{EB3DE729-C5BD-4E7D-B8E0-054EA55940E6}" destId="{2E72CCE3-6C0D-45B9-A868-C4CF8CED56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D9C1FA96-D43E-462A-A5BC-E4BC7C6C5B2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C22FA8-2348-4BFC-8050-7A9CF658A682}">
      <dgm:prSet/>
      <dgm:spPr/>
      <dgm:t>
        <a:bodyPr/>
        <a:lstStyle/>
        <a:p>
          <a:r>
            <a:rPr lang="uk-UA" b="0" i="0"/>
            <a:t>А. І. Рєпін</a:t>
          </a:r>
          <a:endParaRPr lang="uk-UA"/>
        </a:p>
      </dgm:t>
    </dgm:pt>
    <dgm:pt modelId="{1F64A1EB-E049-4264-9968-B15FAE54CC5A}" type="parTrans" cxnId="{79F077F1-2925-4E01-8E64-E1C54A48DDC6}">
      <dgm:prSet/>
      <dgm:spPr/>
      <dgm:t>
        <a:bodyPr/>
        <a:lstStyle/>
        <a:p>
          <a:endParaRPr lang="uk-UA"/>
        </a:p>
      </dgm:t>
    </dgm:pt>
    <dgm:pt modelId="{4B16C48D-C7E9-4588-ADA1-BF5FBFE8ADC3}" type="sibTrans" cxnId="{79F077F1-2925-4E01-8E64-E1C54A48DDC6}">
      <dgm:prSet/>
      <dgm:spPr/>
      <dgm:t>
        <a:bodyPr/>
        <a:lstStyle/>
        <a:p>
          <a:endParaRPr lang="uk-UA"/>
        </a:p>
      </dgm:t>
    </dgm:pt>
    <dgm:pt modelId="{EDD8FEC7-B684-4DF1-AD1C-B3131E202060}">
      <dgm:prSet/>
      <dgm:spPr/>
      <dgm:t>
        <a:bodyPr/>
        <a:lstStyle/>
        <a:p>
          <a:r>
            <a:rPr lang="uk-UA" b="0" i="0"/>
            <a:t>Б. С. Васильківський</a:t>
          </a:r>
          <a:endParaRPr lang="uk-UA"/>
        </a:p>
      </dgm:t>
    </dgm:pt>
    <dgm:pt modelId="{0FC87FD3-1FDC-474C-A945-664050BCBFB6}" type="parTrans" cxnId="{F1E584D3-D938-4B71-9091-EC4910541D1C}">
      <dgm:prSet/>
      <dgm:spPr/>
      <dgm:t>
        <a:bodyPr/>
        <a:lstStyle/>
        <a:p>
          <a:endParaRPr lang="uk-UA"/>
        </a:p>
      </dgm:t>
    </dgm:pt>
    <dgm:pt modelId="{1E732713-CD53-497B-BDC0-75595C886F00}" type="sibTrans" cxnId="{F1E584D3-D938-4B71-9091-EC4910541D1C}">
      <dgm:prSet/>
      <dgm:spPr/>
      <dgm:t>
        <a:bodyPr/>
        <a:lstStyle/>
        <a:p>
          <a:endParaRPr lang="uk-UA"/>
        </a:p>
      </dgm:t>
    </dgm:pt>
    <dgm:pt modelId="{21BAEFEB-5FB5-41BC-8263-186A9D4C8DF0}">
      <dgm:prSet/>
      <dgm:spPr/>
      <dgm:t>
        <a:bodyPr/>
        <a:lstStyle/>
        <a:p>
          <a:r>
            <a:rPr lang="uk-UA" b="0" i="0"/>
            <a:t>В. В. Тропінін</a:t>
          </a:r>
          <a:endParaRPr lang="uk-UA"/>
        </a:p>
      </dgm:t>
    </dgm:pt>
    <dgm:pt modelId="{106DF3A7-FB7B-4CE4-B6B4-44033F170EDF}" type="parTrans" cxnId="{2517009C-C232-4244-8BFF-D018D68BB2C3}">
      <dgm:prSet/>
      <dgm:spPr/>
      <dgm:t>
        <a:bodyPr/>
        <a:lstStyle/>
        <a:p>
          <a:endParaRPr lang="uk-UA"/>
        </a:p>
      </dgm:t>
    </dgm:pt>
    <dgm:pt modelId="{70BEC263-6684-42E6-BF6C-6C762048ECAB}" type="sibTrans" cxnId="{2517009C-C232-4244-8BFF-D018D68BB2C3}">
      <dgm:prSet/>
      <dgm:spPr/>
      <dgm:t>
        <a:bodyPr/>
        <a:lstStyle/>
        <a:p>
          <a:endParaRPr lang="uk-UA"/>
        </a:p>
      </dgm:t>
    </dgm:pt>
    <dgm:pt modelId="{2D4D6E2B-20E3-4E4C-868D-2EE00CA0A068}">
      <dgm:prSet/>
      <dgm:spPr/>
      <dgm:t>
        <a:bodyPr/>
        <a:lstStyle/>
        <a:p>
          <a:r>
            <a:rPr lang="uk-UA" b="0" i="0" dirty="0"/>
            <a:t>Г. М. Пимоненко</a:t>
          </a:r>
          <a:endParaRPr lang="uk-UA" dirty="0"/>
        </a:p>
      </dgm:t>
    </dgm:pt>
    <dgm:pt modelId="{D0AD5984-5379-4FD9-A1BE-29A8D2F720E6}" type="parTrans" cxnId="{CFE95A6F-C798-41B2-967D-4966D229FE14}">
      <dgm:prSet/>
      <dgm:spPr/>
      <dgm:t>
        <a:bodyPr/>
        <a:lstStyle/>
        <a:p>
          <a:endParaRPr lang="uk-UA"/>
        </a:p>
      </dgm:t>
    </dgm:pt>
    <dgm:pt modelId="{DA57730E-214C-4AE5-8B2B-B332CDCBDDC8}" type="sibTrans" cxnId="{CFE95A6F-C798-41B2-967D-4966D229FE14}">
      <dgm:prSet/>
      <dgm:spPr/>
      <dgm:t>
        <a:bodyPr/>
        <a:lstStyle/>
        <a:p>
          <a:endParaRPr lang="uk-UA"/>
        </a:p>
      </dgm:t>
    </dgm:pt>
    <dgm:pt modelId="{62701D5A-3EAD-401C-B3EE-03DB30037B94}" type="pres">
      <dgm:prSet presAssocID="{D9C1FA96-D43E-462A-A5BC-E4BC7C6C5B29}" presName="Name0" presStyleCnt="0">
        <dgm:presLayoutVars>
          <dgm:chMax val="7"/>
          <dgm:chPref val="7"/>
          <dgm:dir/>
        </dgm:presLayoutVars>
      </dgm:prSet>
      <dgm:spPr/>
    </dgm:pt>
    <dgm:pt modelId="{480BE6DC-A69F-4CA3-B96B-718F8B630BFA}" type="pres">
      <dgm:prSet presAssocID="{D9C1FA96-D43E-462A-A5BC-E4BC7C6C5B29}" presName="Name1" presStyleCnt="0"/>
      <dgm:spPr/>
    </dgm:pt>
    <dgm:pt modelId="{D77F949A-4004-4BF5-B4FB-C1B9035E0B37}" type="pres">
      <dgm:prSet presAssocID="{D9C1FA96-D43E-462A-A5BC-E4BC7C6C5B29}" presName="cycle" presStyleCnt="0"/>
      <dgm:spPr/>
    </dgm:pt>
    <dgm:pt modelId="{56B884DE-D467-4CCD-83B5-EAE315D3EE47}" type="pres">
      <dgm:prSet presAssocID="{D9C1FA96-D43E-462A-A5BC-E4BC7C6C5B29}" presName="srcNode" presStyleLbl="node1" presStyleIdx="0" presStyleCnt="4"/>
      <dgm:spPr/>
    </dgm:pt>
    <dgm:pt modelId="{C60C1F2D-E17D-4698-947C-504FC42CA3E1}" type="pres">
      <dgm:prSet presAssocID="{D9C1FA96-D43E-462A-A5BC-E4BC7C6C5B29}" presName="conn" presStyleLbl="parChTrans1D2" presStyleIdx="0" presStyleCnt="1"/>
      <dgm:spPr/>
    </dgm:pt>
    <dgm:pt modelId="{D901BA92-D91C-4A5A-A470-BE920E00D005}" type="pres">
      <dgm:prSet presAssocID="{D9C1FA96-D43E-462A-A5BC-E4BC7C6C5B29}" presName="extraNode" presStyleLbl="node1" presStyleIdx="0" presStyleCnt="4"/>
      <dgm:spPr/>
    </dgm:pt>
    <dgm:pt modelId="{C38C0827-B28C-4FE2-8E4A-3EA88BE89FB1}" type="pres">
      <dgm:prSet presAssocID="{D9C1FA96-D43E-462A-A5BC-E4BC7C6C5B29}" presName="dstNode" presStyleLbl="node1" presStyleIdx="0" presStyleCnt="4"/>
      <dgm:spPr/>
    </dgm:pt>
    <dgm:pt modelId="{4E4FA8B1-A0E4-41FE-B209-2F89A293A976}" type="pres">
      <dgm:prSet presAssocID="{54C22FA8-2348-4BFC-8050-7A9CF658A682}" presName="text_1" presStyleLbl="node1" presStyleIdx="0" presStyleCnt="4">
        <dgm:presLayoutVars>
          <dgm:bulletEnabled val="1"/>
        </dgm:presLayoutVars>
      </dgm:prSet>
      <dgm:spPr/>
    </dgm:pt>
    <dgm:pt modelId="{91163F55-8CDA-46DB-BE5B-0675E8F95891}" type="pres">
      <dgm:prSet presAssocID="{54C22FA8-2348-4BFC-8050-7A9CF658A682}" presName="accent_1" presStyleCnt="0"/>
      <dgm:spPr/>
    </dgm:pt>
    <dgm:pt modelId="{62B5DFD3-96BE-4EB6-BB22-BAFA31F47D78}" type="pres">
      <dgm:prSet presAssocID="{54C22FA8-2348-4BFC-8050-7A9CF658A682}" presName="accentRepeatNode" presStyleLbl="solidFgAcc1" presStyleIdx="0" presStyleCnt="4"/>
      <dgm:spPr/>
    </dgm:pt>
    <dgm:pt modelId="{78B41D5A-59E7-4E71-81D7-FD7C992C0DFE}" type="pres">
      <dgm:prSet presAssocID="{EDD8FEC7-B684-4DF1-AD1C-B3131E202060}" presName="text_2" presStyleLbl="node1" presStyleIdx="1" presStyleCnt="4">
        <dgm:presLayoutVars>
          <dgm:bulletEnabled val="1"/>
        </dgm:presLayoutVars>
      </dgm:prSet>
      <dgm:spPr/>
    </dgm:pt>
    <dgm:pt modelId="{3FE9004C-6E46-41D6-B292-1C1740BBA6BC}" type="pres">
      <dgm:prSet presAssocID="{EDD8FEC7-B684-4DF1-AD1C-B3131E202060}" presName="accent_2" presStyleCnt="0"/>
      <dgm:spPr/>
    </dgm:pt>
    <dgm:pt modelId="{93E48554-BDF8-4CE6-A69C-D25DC969A14C}" type="pres">
      <dgm:prSet presAssocID="{EDD8FEC7-B684-4DF1-AD1C-B3131E202060}" presName="accentRepeatNode" presStyleLbl="solidFgAcc1" presStyleIdx="1" presStyleCnt="4"/>
      <dgm:spPr/>
    </dgm:pt>
    <dgm:pt modelId="{BBFE2EE8-9DB3-476A-9F3C-8A89E07BF3F0}" type="pres">
      <dgm:prSet presAssocID="{21BAEFEB-5FB5-41BC-8263-186A9D4C8DF0}" presName="text_3" presStyleLbl="node1" presStyleIdx="2" presStyleCnt="4">
        <dgm:presLayoutVars>
          <dgm:bulletEnabled val="1"/>
        </dgm:presLayoutVars>
      </dgm:prSet>
      <dgm:spPr/>
    </dgm:pt>
    <dgm:pt modelId="{1E441041-FE25-4D22-B70A-C3C09CC5E80A}" type="pres">
      <dgm:prSet presAssocID="{21BAEFEB-5FB5-41BC-8263-186A9D4C8DF0}" presName="accent_3" presStyleCnt="0"/>
      <dgm:spPr/>
    </dgm:pt>
    <dgm:pt modelId="{161357A2-C1DD-48D4-B004-FFD51564896F}" type="pres">
      <dgm:prSet presAssocID="{21BAEFEB-5FB5-41BC-8263-186A9D4C8DF0}" presName="accentRepeatNode" presStyleLbl="solidFgAcc1" presStyleIdx="2" presStyleCnt="4"/>
      <dgm:spPr/>
    </dgm:pt>
    <dgm:pt modelId="{1E6D548D-1515-482A-B59B-868499D03B1B}" type="pres">
      <dgm:prSet presAssocID="{2D4D6E2B-20E3-4E4C-868D-2EE00CA0A068}" presName="text_4" presStyleLbl="node1" presStyleIdx="3" presStyleCnt="4">
        <dgm:presLayoutVars>
          <dgm:bulletEnabled val="1"/>
        </dgm:presLayoutVars>
      </dgm:prSet>
      <dgm:spPr/>
    </dgm:pt>
    <dgm:pt modelId="{CE2D297B-0542-4EEC-8DF0-72EB610710AE}" type="pres">
      <dgm:prSet presAssocID="{2D4D6E2B-20E3-4E4C-868D-2EE00CA0A068}" presName="accent_4" presStyleCnt="0"/>
      <dgm:spPr/>
    </dgm:pt>
    <dgm:pt modelId="{3645170A-7165-4E0D-8E5A-767B72C2DB2E}" type="pres">
      <dgm:prSet presAssocID="{2D4D6E2B-20E3-4E4C-868D-2EE00CA0A068}" presName="accentRepeatNode" presStyleLbl="solidFgAcc1" presStyleIdx="3" presStyleCnt="4"/>
      <dgm:spPr/>
    </dgm:pt>
  </dgm:ptLst>
  <dgm:cxnLst>
    <dgm:cxn modelId="{5FE22A02-A0EE-4E21-98E6-4AA5269B2F6E}" type="presOf" srcId="{4B16C48D-C7E9-4588-ADA1-BF5FBFE8ADC3}" destId="{C60C1F2D-E17D-4698-947C-504FC42CA3E1}" srcOrd="0" destOrd="0" presId="urn:microsoft.com/office/officeart/2008/layout/VerticalCurvedList"/>
    <dgm:cxn modelId="{CFE95A6F-C798-41B2-967D-4966D229FE14}" srcId="{D9C1FA96-D43E-462A-A5BC-E4BC7C6C5B29}" destId="{2D4D6E2B-20E3-4E4C-868D-2EE00CA0A068}" srcOrd="3" destOrd="0" parTransId="{D0AD5984-5379-4FD9-A1BE-29A8D2F720E6}" sibTransId="{DA57730E-214C-4AE5-8B2B-B332CDCBDDC8}"/>
    <dgm:cxn modelId="{A9E99E52-D620-4A16-8119-02D8434E0677}" type="presOf" srcId="{21BAEFEB-5FB5-41BC-8263-186A9D4C8DF0}" destId="{BBFE2EE8-9DB3-476A-9F3C-8A89E07BF3F0}" srcOrd="0" destOrd="0" presId="urn:microsoft.com/office/officeart/2008/layout/VerticalCurvedList"/>
    <dgm:cxn modelId="{2517009C-C232-4244-8BFF-D018D68BB2C3}" srcId="{D9C1FA96-D43E-462A-A5BC-E4BC7C6C5B29}" destId="{21BAEFEB-5FB5-41BC-8263-186A9D4C8DF0}" srcOrd="2" destOrd="0" parTransId="{106DF3A7-FB7B-4CE4-B6B4-44033F170EDF}" sibTransId="{70BEC263-6684-42E6-BF6C-6C762048ECAB}"/>
    <dgm:cxn modelId="{D1E259AA-923A-4309-A344-A21F1DC0797D}" type="presOf" srcId="{EDD8FEC7-B684-4DF1-AD1C-B3131E202060}" destId="{78B41D5A-59E7-4E71-81D7-FD7C992C0DFE}" srcOrd="0" destOrd="0" presId="urn:microsoft.com/office/officeart/2008/layout/VerticalCurvedList"/>
    <dgm:cxn modelId="{275956CA-93A5-436F-897D-9B2A70B97795}" type="presOf" srcId="{D9C1FA96-D43E-462A-A5BC-E4BC7C6C5B29}" destId="{62701D5A-3EAD-401C-B3EE-03DB30037B94}" srcOrd="0" destOrd="0" presId="urn:microsoft.com/office/officeart/2008/layout/VerticalCurvedList"/>
    <dgm:cxn modelId="{F1E584D3-D938-4B71-9091-EC4910541D1C}" srcId="{D9C1FA96-D43E-462A-A5BC-E4BC7C6C5B29}" destId="{EDD8FEC7-B684-4DF1-AD1C-B3131E202060}" srcOrd="1" destOrd="0" parTransId="{0FC87FD3-1FDC-474C-A945-664050BCBFB6}" sibTransId="{1E732713-CD53-497B-BDC0-75595C886F00}"/>
    <dgm:cxn modelId="{2B409FE4-31E4-4471-BE85-E6360F521998}" type="presOf" srcId="{54C22FA8-2348-4BFC-8050-7A9CF658A682}" destId="{4E4FA8B1-A0E4-41FE-B209-2F89A293A976}" srcOrd="0" destOrd="0" presId="urn:microsoft.com/office/officeart/2008/layout/VerticalCurvedList"/>
    <dgm:cxn modelId="{1A7742E9-C00A-4E21-98BD-A89830DADCB4}" type="presOf" srcId="{2D4D6E2B-20E3-4E4C-868D-2EE00CA0A068}" destId="{1E6D548D-1515-482A-B59B-868499D03B1B}" srcOrd="0" destOrd="0" presId="urn:microsoft.com/office/officeart/2008/layout/VerticalCurvedList"/>
    <dgm:cxn modelId="{79F077F1-2925-4E01-8E64-E1C54A48DDC6}" srcId="{D9C1FA96-D43E-462A-A5BC-E4BC7C6C5B29}" destId="{54C22FA8-2348-4BFC-8050-7A9CF658A682}" srcOrd="0" destOrd="0" parTransId="{1F64A1EB-E049-4264-9968-B15FAE54CC5A}" sibTransId="{4B16C48D-C7E9-4588-ADA1-BF5FBFE8ADC3}"/>
    <dgm:cxn modelId="{6F692156-27D3-4F14-A22C-C91565FFC784}" type="presParOf" srcId="{62701D5A-3EAD-401C-B3EE-03DB30037B94}" destId="{480BE6DC-A69F-4CA3-B96B-718F8B630BFA}" srcOrd="0" destOrd="0" presId="urn:microsoft.com/office/officeart/2008/layout/VerticalCurvedList"/>
    <dgm:cxn modelId="{B14079B0-1EDB-4F59-BC6B-E0070E36D607}" type="presParOf" srcId="{480BE6DC-A69F-4CA3-B96B-718F8B630BFA}" destId="{D77F949A-4004-4BF5-B4FB-C1B9035E0B37}" srcOrd="0" destOrd="0" presId="urn:microsoft.com/office/officeart/2008/layout/VerticalCurvedList"/>
    <dgm:cxn modelId="{E5D0B2F4-8717-4E7B-82E3-8983F4D4B53F}" type="presParOf" srcId="{D77F949A-4004-4BF5-B4FB-C1B9035E0B37}" destId="{56B884DE-D467-4CCD-83B5-EAE315D3EE47}" srcOrd="0" destOrd="0" presId="urn:microsoft.com/office/officeart/2008/layout/VerticalCurvedList"/>
    <dgm:cxn modelId="{B8D8582E-643D-4821-BAD0-770337DBE476}" type="presParOf" srcId="{D77F949A-4004-4BF5-B4FB-C1B9035E0B37}" destId="{C60C1F2D-E17D-4698-947C-504FC42CA3E1}" srcOrd="1" destOrd="0" presId="urn:microsoft.com/office/officeart/2008/layout/VerticalCurvedList"/>
    <dgm:cxn modelId="{C196692A-C32E-40D3-B586-C0AD23761806}" type="presParOf" srcId="{D77F949A-4004-4BF5-B4FB-C1B9035E0B37}" destId="{D901BA92-D91C-4A5A-A470-BE920E00D005}" srcOrd="2" destOrd="0" presId="urn:microsoft.com/office/officeart/2008/layout/VerticalCurvedList"/>
    <dgm:cxn modelId="{25ECC797-7A03-40D2-A736-A23053F048AC}" type="presParOf" srcId="{D77F949A-4004-4BF5-B4FB-C1B9035E0B37}" destId="{C38C0827-B28C-4FE2-8E4A-3EA88BE89FB1}" srcOrd="3" destOrd="0" presId="urn:microsoft.com/office/officeart/2008/layout/VerticalCurvedList"/>
    <dgm:cxn modelId="{DF3DC34C-72FD-4344-B08C-E9FAF16E558B}" type="presParOf" srcId="{480BE6DC-A69F-4CA3-B96B-718F8B630BFA}" destId="{4E4FA8B1-A0E4-41FE-B209-2F89A293A976}" srcOrd="1" destOrd="0" presId="urn:microsoft.com/office/officeart/2008/layout/VerticalCurvedList"/>
    <dgm:cxn modelId="{480168DB-0352-486C-B086-DA40164588F8}" type="presParOf" srcId="{480BE6DC-A69F-4CA3-B96B-718F8B630BFA}" destId="{91163F55-8CDA-46DB-BE5B-0675E8F95891}" srcOrd="2" destOrd="0" presId="urn:microsoft.com/office/officeart/2008/layout/VerticalCurvedList"/>
    <dgm:cxn modelId="{E2D87A8A-6CA4-46CF-92C9-8165FF3FEC02}" type="presParOf" srcId="{91163F55-8CDA-46DB-BE5B-0675E8F95891}" destId="{62B5DFD3-96BE-4EB6-BB22-BAFA31F47D78}" srcOrd="0" destOrd="0" presId="urn:microsoft.com/office/officeart/2008/layout/VerticalCurvedList"/>
    <dgm:cxn modelId="{E2FAC6F7-4041-4EF8-8087-48BD1B0273F8}" type="presParOf" srcId="{480BE6DC-A69F-4CA3-B96B-718F8B630BFA}" destId="{78B41D5A-59E7-4E71-81D7-FD7C992C0DFE}" srcOrd="3" destOrd="0" presId="urn:microsoft.com/office/officeart/2008/layout/VerticalCurvedList"/>
    <dgm:cxn modelId="{D030181B-E391-4242-8AF3-99A4169457B6}" type="presParOf" srcId="{480BE6DC-A69F-4CA3-B96B-718F8B630BFA}" destId="{3FE9004C-6E46-41D6-B292-1C1740BBA6BC}" srcOrd="4" destOrd="0" presId="urn:microsoft.com/office/officeart/2008/layout/VerticalCurvedList"/>
    <dgm:cxn modelId="{2EC61FBC-CB2A-4309-A75F-9C78E31326DC}" type="presParOf" srcId="{3FE9004C-6E46-41D6-B292-1C1740BBA6BC}" destId="{93E48554-BDF8-4CE6-A69C-D25DC969A14C}" srcOrd="0" destOrd="0" presId="urn:microsoft.com/office/officeart/2008/layout/VerticalCurvedList"/>
    <dgm:cxn modelId="{9203E079-AD81-401F-8D50-B8CA137F4E86}" type="presParOf" srcId="{480BE6DC-A69F-4CA3-B96B-718F8B630BFA}" destId="{BBFE2EE8-9DB3-476A-9F3C-8A89E07BF3F0}" srcOrd="5" destOrd="0" presId="urn:microsoft.com/office/officeart/2008/layout/VerticalCurvedList"/>
    <dgm:cxn modelId="{3292CE6B-983D-4AED-B346-A1BF87CF01E8}" type="presParOf" srcId="{480BE6DC-A69F-4CA3-B96B-718F8B630BFA}" destId="{1E441041-FE25-4D22-B70A-C3C09CC5E80A}" srcOrd="6" destOrd="0" presId="urn:microsoft.com/office/officeart/2008/layout/VerticalCurvedList"/>
    <dgm:cxn modelId="{FF4B2725-016D-4292-97A5-B8EE93EF6544}" type="presParOf" srcId="{1E441041-FE25-4D22-B70A-C3C09CC5E80A}" destId="{161357A2-C1DD-48D4-B004-FFD51564896F}" srcOrd="0" destOrd="0" presId="urn:microsoft.com/office/officeart/2008/layout/VerticalCurvedList"/>
    <dgm:cxn modelId="{2B298FEF-1AB1-4A14-8DB8-7B505BB67126}" type="presParOf" srcId="{480BE6DC-A69F-4CA3-B96B-718F8B630BFA}" destId="{1E6D548D-1515-482A-B59B-868499D03B1B}" srcOrd="7" destOrd="0" presId="urn:microsoft.com/office/officeart/2008/layout/VerticalCurvedList"/>
    <dgm:cxn modelId="{7D9FD344-E390-4AA2-B924-1B1C3AE6EFF2}" type="presParOf" srcId="{480BE6DC-A69F-4CA3-B96B-718F8B630BFA}" destId="{CE2D297B-0542-4EEC-8DF0-72EB610710AE}" srcOrd="8" destOrd="0" presId="urn:microsoft.com/office/officeart/2008/layout/VerticalCurvedList"/>
    <dgm:cxn modelId="{5846A66F-2EDD-4657-B08C-D470B414EBFC}" type="presParOf" srcId="{CE2D297B-0542-4EEC-8DF0-72EB610710AE}" destId="{3645170A-7165-4E0D-8E5A-767B72C2DB2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4D7FBD3D-1EED-421F-B546-21733B7E00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2BF33C-9EE7-43BB-A4A4-49AAEFC7AC82}">
      <dgm:prSet/>
      <dgm:spPr/>
      <dgm:t>
        <a:bodyPr/>
        <a:lstStyle/>
        <a:p>
          <a:r>
            <a:rPr lang="uk-UA" b="0" i="0" dirty="0"/>
            <a:t>М. Пимоненко</a:t>
          </a:r>
          <a:endParaRPr lang="uk-UA" dirty="0"/>
        </a:p>
      </dgm:t>
    </dgm:pt>
    <dgm:pt modelId="{7A36A8A1-4199-4B53-BFD5-2A12B7C13926}" type="parTrans" cxnId="{F1EA9A78-E2E5-4B72-9255-F0CB3D5FEEB7}">
      <dgm:prSet/>
      <dgm:spPr/>
      <dgm:t>
        <a:bodyPr/>
        <a:lstStyle/>
        <a:p>
          <a:endParaRPr lang="uk-UA"/>
        </a:p>
      </dgm:t>
    </dgm:pt>
    <dgm:pt modelId="{D2865015-078D-47FE-8112-7D38FC1AA435}" type="sibTrans" cxnId="{F1EA9A78-E2E5-4B72-9255-F0CB3D5FEEB7}">
      <dgm:prSet/>
      <dgm:spPr/>
      <dgm:t>
        <a:bodyPr/>
        <a:lstStyle/>
        <a:p>
          <a:endParaRPr lang="uk-UA"/>
        </a:p>
      </dgm:t>
    </dgm:pt>
    <dgm:pt modelId="{CF6C4189-6959-448B-A24B-CEE7A352080E}">
      <dgm:prSet/>
      <dgm:spPr/>
      <dgm:t>
        <a:bodyPr/>
        <a:lstStyle/>
        <a:p>
          <a:r>
            <a:rPr lang="uk-UA" b="0" i="0"/>
            <a:t>В. Тропінін</a:t>
          </a:r>
          <a:endParaRPr lang="uk-UA"/>
        </a:p>
      </dgm:t>
    </dgm:pt>
    <dgm:pt modelId="{DD954E40-2D61-49CC-9567-FD342169AA53}" type="parTrans" cxnId="{0E3BFCDC-7F6E-4DCB-AAF4-74DBD2F92065}">
      <dgm:prSet/>
      <dgm:spPr/>
      <dgm:t>
        <a:bodyPr/>
        <a:lstStyle/>
        <a:p>
          <a:endParaRPr lang="uk-UA"/>
        </a:p>
      </dgm:t>
    </dgm:pt>
    <dgm:pt modelId="{CD756AC4-1478-4E7D-BF45-2B5982CFB849}" type="sibTrans" cxnId="{0E3BFCDC-7F6E-4DCB-AAF4-74DBD2F92065}">
      <dgm:prSet/>
      <dgm:spPr/>
      <dgm:t>
        <a:bodyPr/>
        <a:lstStyle/>
        <a:p>
          <a:endParaRPr lang="uk-UA"/>
        </a:p>
      </dgm:t>
    </dgm:pt>
    <dgm:pt modelId="{1F9049C7-A0B6-4ADD-A645-D85843C88EE9}">
      <dgm:prSet/>
      <dgm:spPr/>
      <dgm:t>
        <a:bodyPr/>
        <a:lstStyle/>
        <a:p>
          <a:r>
            <a:rPr lang="uk-UA" b="0" i="0" dirty="0"/>
            <a:t>І. Рєпін</a:t>
          </a:r>
          <a:endParaRPr lang="uk-UA" dirty="0"/>
        </a:p>
      </dgm:t>
    </dgm:pt>
    <dgm:pt modelId="{C397D9C5-AA4E-4A3C-B1C5-40D17F5B40C8}" type="parTrans" cxnId="{5D614B18-BA27-4F18-9591-1A829620DF40}">
      <dgm:prSet/>
      <dgm:spPr/>
      <dgm:t>
        <a:bodyPr/>
        <a:lstStyle/>
        <a:p>
          <a:endParaRPr lang="uk-UA"/>
        </a:p>
      </dgm:t>
    </dgm:pt>
    <dgm:pt modelId="{B3E1A224-5913-4DB6-9B34-CC17B9A6CB49}" type="sibTrans" cxnId="{5D614B18-BA27-4F18-9591-1A829620DF40}">
      <dgm:prSet/>
      <dgm:spPr/>
      <dgm:t>
        <a:bodyPr/>
        <a:lstStyle/>
        <a:p>
          <a:endParaRPr lang="uk-UA"/>
        </a:p>
      </dgm:t>
    </dgm:pt>
    <dgm:pt modelId="{11D8AF5E-BE12-4296-94E2-100DCE5CDC26}">
      <dgm:prSet/>
      <dgm:spPr/>
      <dgm:t>
        <a:bodyPr/>
        <a:lstStyle/>
        <a:p>
          <a:r>
            <a:rPr lang="uk-UA" b="0" i="0" dirty="0"/>
            <a:t>С. Васильківський</a:t>
          </a:r>
          <a:endParaRPr lang="uk-UA" dirty="0"/>
        </a:p>
      </dgm:t>
    </dgm:pt>
    <dgm:pt modelId="{A7EE7EBA-45E0-46D4-90A0-38948F8C3EDF}" type="parTrans" cxnId="{9F78CADD-BF2F-4210-92B6-B4D7444CAD45}">
      <dgm:prSet/>
      <dgm:spPr/>
      <dgm:t>
        <a:bodyPr/>
        <a:lstStyle/>
        <a:p>
          <a:endParaRPr lang="uk-UA"/>
        </a:p>
      </dgm:t>
    </dgm:pt>
    <dgm:pt modelId="{4CE72D91-E317-40A0-887C-B9864945B489}" type="sibTrans" cxnId="{9F78CADD-BF2F-4210-92B6-B4D7444CAD45}">
      <dgm:prSet/>
      <dgm:spPr/>
      <dgm:t>
        <a:bodyPr/>
        <a:lstStyle/>
        <a:p>
          <a:endParaRPr lang="uk-UA"/>
        </a:p>
      </dgm:t>
    </dgm:pt>
    <dgm:pt modelId="{013CA968-CFE0-4704-B5DD-849991C1600A}" type="pres">
      <dgm:prSet presAssocID="{4D7FBD3D-1EED-421F-B546-21733B7E00F2}" presName="linear" presStyleCnt="0">
        <dgm:presLayoutVars>
          <dgm:animLvl val="lvl"/>
          <dgm:resizeHandles val="exact"/>
        </dgm:presLayoutVars>
      </dgm:prSet>
      <dgm:spPr/>
    </dgm:pt>
    <dgm:pt modelId="{534D86B9-444E-49F2-ABCE-367D1B880D32}" type="pres">
      <dgm:prSet presAssocID="{132BF33C-9EE7-43BB-A4A4-49AAEFC7AC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ADED07-E507-42F9-B50B-8EFAB9F514ED}" type="pres">
      <dgm:prSet presAssocID="{D2865015-078D-47FE-8112-7D38FC1AA435}" presName="spacer" presStyleCnt="0"/>
      <dgm:spPr/>
    </dgm:pt>
    <dgm:pt modelId="{ACFEF51E-25C1-4679-9469-E7110B3F8C20}" type="pres">
      <dgm:prSet presAssocID="{CF6C4189-6959-448B-A24B-CEE7A35208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B112D7-3ED6-472C-BEFE-E81D3038116F}" type="pres">
      <dgm:prSet presAssocID="{CD756AC4-1478-4E7D-BF45-2B5982CFB849}" presName="spacer" presStyleCnt="0"/>
      <dgm:spPr/>
    </dgm:pt>
    <dgm:pt modelId="{6519DD01-4D19-4659-8A72-E3FB50EC9294}" type="pres">
      <dgm:prSet presAssocID="{1F9049C7-A0B6-4ADD-A645-D85843C88E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DD90AE-3CF8-4FD3-BA18-BFAA04E3BC97}" type="pres">
      <dgm:prSet presAssocID="{B3E1A224-5913-4DB6-9B34-CC17B9A6CB49}" presName="spacer" presStyleCnt="0"/>
      <dgm:spPr/>
    </dgm:pt>
    <dgm:pt modelId="{F732AB13-499E-4751-AAC9-3C11657918B5}" type="pres">
      <dgm:prSet presAssocID="{11D8AF5E-BE12-4296-94E2-100DCE5CDC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65AA14-4878-4962-A6AB-3608FF0945E7}" type="presOf" srcId="{11D8AF5E-BE12-4296-94E2-100DCE5CDC26}" destId="{F732AB13-499E-4751-AAC9-3C11657918B5}" srcOrd="0" destOrd="0" presId="urn:microsoft.com/office/officeart/2005/8/layout/vList2"/>
    <dgm:cxn modelId="{5D614B18-BA27-4F18-9591-1A829620DF40}" srcId="{4D7FBD3D-1EED-421F-B546-21733B7E00F2}" destId="{1F9049C7-A0B6-4ADD-A645-D85843C88EE9}" srcOrd="2" destOrd="0" parTransId="{C397D9C5-AA4E-4A3C-B1C5-40D17F5B40C8}" sibTransId="{B3E1A224-5913-4DB6-9B34-CC17B9A6CB49}"/>
    <dgm:cxn modelId="{F2D21F2E-B458-4532-A195-8380A2EB98D2}" type="presOf" srcId="{CF6C4189-6959-448B-A24B-CEE7A352080E}" destId="{ACFEF51E-25C1-4679-9469-E7110B3F8C20}" srcOrd="0" destOrd="0" presId="urn:microsoft.com/office/officeart/2005/8/layout/vList2"/>
    <dgm:cxn modelId="{6A79A82E-58AB-4FAF-BB7E-5673698A3D3C}" type="presOf" srcId="{132BF33C-9EE7-43BB-A4A4-49AAEFC7AC82}" destId="{534D86B9-444E-49F2-ABCE-367D1B880D32}" srcOrd="0" destOrd="0" presId="urn:microsoft.com/office/officeart/2005/8/layout/vList2"/>
    <dgm:cxn modelId="{2E84156B-7294-42E1-AF2E-2C7124A703AA}" type="presOf" srcId="{4D7FBD3D-1EED-421F-B546-21733B7E00F2}" destId="{013CA968-CFE0-4704-B5DD-849991C1600A}" srcOrd="0" destOrd="0" presId="urn:microsoft.com/office/officeart/2005/8/layout/vList2"/>
    <dgm:cxn modelId="{F1EA9A78-E2E5-4B72-9255-F0CB3D5FEEB7}" srcId="{4D7FBD3D-1EED-421F-B546-21733B7E00F2}" destId="{132BF33C-9EE7-43BB-A4A4-49AAEFC7AC82}" srcOrd="0" destOrd="0" parTransId="{7A36A8A1-4199-4B53-BFD5-2A12B7C13926}" sibTransId="{D2865015-078D-47FE-8112-7D38FC1AA435}"/>
    <dgm:cxn modelId="{F9AC7483-414C-47EF-A6D7-F5BAD46D463E}" type="presOf" srcId="{1F9049C7-A0B6-4ADD-A645-D85843C88EE9}" destId="{6519DD01-4D19-4659-8A72-E3FB50EC9294}" srcOrd="0" destOrd="0" presId="urn:microsoft.com/office/officeart/2005/8/layout/vList2"/>
    <dgm:cxn modelId="{0E3BFCDC-7F6E-4DCB-AAF4-74DBD2F92065}" srcId="{4D7FBD3D-1EED-421F-B546-21733B7E00F2}" destId="{CF6C4189-6959-448B-A24B-CEE7A352080E}" srcOrd="1" destOrd="0" parTransId="{DD954E40-2D61-49CC-9567-FD342169AA53}" sibTransId="{CD756AC4-1478-4E7D-BF45-2B5982CFB849}"/>
    <dgm:cxn modelId="{9F78CADD-BF2F-4210-92B6-B4D7444CAD45}" srcId="{4D7FBD3D-1EED-421F-B546-21733B7E00F2}" destId="{11D8AF5E-BE12-4296-94E2-100DCE5CDC26}" srcOrd="3" destOrd="0" parTransId="{A7EE7EBA-45E0-46D4-90A0-38948F8C3EDF}" sibTransId="{4CE72D91-E317-40A0-887C-B9864945B489}"/>
    <dgm:cxn modelId="{EFF6A34A-E98A-4E82-A6F1-EAD2620B7362}" type="presParOf" srcId="{013CA968-CFE0-4704-B5DD-849991C1600A}" destId="{534D86B9-444E-49F2-ABCE-367D1B880D32}" srcOrd="0" destOrd="0" presId="urn:microsoft.com/office/officeart/2005/8/layout/vList2"/>
    <dgm:cxn modelId="{236CA83F-E107-4D69-8638-771A95F069F4}" type="presParOf" srcId="{013CA968-CFE0-4704-B5DD-849991C1600A}" destId="{58ADED07-E507-42F9-B50B-8EFAB9F514ED}" srcOrd="1" destOrd="0" presId="urn:microsoft.com/office/officeart/2005/8/layout/vList2"/>
    <dgm:cxn modelId="{9FE3D720-3D78-4236-A3C9-D0465FFCB980}" type="presParOf" srcId="{013CA968-CFE0-4704-B5DD-849991C1600A}" destId="{ACFEF51E-25C1-4679-9469-E7110B3F8C20}" srcOrd="2" destOrd="0" presId="urn:microsoft.com/office/officeart/2005/8/layout/vList2"/>
    <dgm:cxn modelId="{8B09F2ED-9A39-451F-9E33-0179ABED7697}" type="presParOf" srcId="{013CA968-CFE0-4704-B5DD-849991C1600A}" destId="{6EB112D7-3ED6-472C-BEFE-E81D3038116F}" srcOrd="3" destOrd="0" presId="urn:microsoft.com/office/officeart/2005/8/layout/vList2"/>
    <dgm:cxn modelId="{2F8E5253-5857-4EF8-8D7C-C48FBB43F45E}" type="presParOf" srcId="{013CA968-CFE0-4704-B5DD-849991C1600A}" destId="{6519DD01-4D19-4659-8A72-E3FB50EC9294}" srcOrd="4" destOrd="0" presId="urn:microsoft.com/office/officeart/2005/8/layout/vList2"/>
    <dgm:cxn modelId="{5FB64E16-A131-4BCF-9244-33F84D0FDCBD}" type="presParOf" srcId="{013CA968-CFE0-4704-B5DD-849991C1600A}" destId="{2DDD90AE-3CF8-4FD3-BA18-BFAA04E3BC97}" srcOrd="5" destOrd="0" presId="urn:microsoft.com/office/officeart/2005/8/layout/vList2"/>
    <dgm:cxn modelId="{68F51682-87D8-4D32-9ED7-36663A039061}" type="presParOf" srcId="{013CA968-CFE0-4704-B5DD-849991C1600A}" destId="{F732AB13-499E-4751-AAC9-3C11657918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221584E0-47DF-448C-BF92-D0E681EAED0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C4FC20-10B4-4322-A744-31DD838993E8}">
      <dgm:prSet/>
      <dgm:spPr/>
      <dgm:t>
        <a:bodyPr/>
        <a:lstStyle/>
        <a:p>
          <a:r>
            <a:rPr lang="ru-RU" b="0" i="0" dirty="0"/>
            <a:t>М. </a:t>
          </a:r>
          <a:r>
            <a:rPr lang="ru-RU" b="0" i="0" dirty="0" err="1"/>
            <a:t>Приймаченко</a:t>
          </a:r>
          <a:endParaRPr lang="uk-UA" dirty="0"/>
        </a:p>
      </dgm:t>
    </dgm:pt>
    <dgm:pt modelId="{FA4A970B-ECF1-4108-8F48-B4F3E7522193}" type="parTrans" cxnId="{B1521C65-267E-46B2-8B88-AAF88DE487BB}">
      <dgm:prSet/>
      <dgm:spPr/>
      <dgm:t>
        <a:bodyPr/>
        <a:lstStyle/>
        <a:p>
          <a:endParaRPr lang="uk-UA"/>
        </a:p>
      </dgm:t>
    </dgm:pt>
    <dgm:pt modelId="{0331BCD0-D4E9-4DD0-AE29-11A6B0981DD4}" type="sibTrans" cxnId="{B1521C65-267E-46B2-8B88-AAF88DE487BB}">
      <dgm:prSet/>
      <dgm:spPr/>
      <dgm:t>
        <a:bodyPr/>
        <a:lstStyle/>
        <a:p>
          <a:endParaRPr lang="uk-UA"/>
        </a:p>
      </dgm:t>
    </dgm:pt>
    <dgm:pt modelId="{956DF9CD-19FB-44B5-9FA4-88210FA78EBB}">
      <dgm:prSet/>
      <dgm:spPr/>
      <dgm:t>
        <a:bodyPr/>
        <a:lstStyle/>
        <a:p>
          <a:r>
            <a:rPr lang="ru-RU" b="0" i="0" dirty="0"/>
            <a:t>А. </a:t>
          </a:r>
          <a:r>
            <a:rPr lang="ru-RU" b="0" i="0" dirty="0" err="1"/>
            <a:t>Горська</a:t>
          </a:r>
          <a:endParaRPr lang="uk-UA" dirty="0"/>
        </a:p>
      </dgm:t>
    </dgm:pt>
    <dgm:pt modelId="{C7115CA3-2A50-44A3-8399-C32906EFBA5A}" type="parTrans" cxnId="{C1E28394-5CE1-4E52-B1F6-09A1FE653A6E}">
      <dgm:prSet/>
      <dgm:spPr/>
      <dgm:t>
        <a:bodyPr/>
        <a:lstStyle/>
        <a:p>
          <a:endParaRPr lang="uk-UA"/>
        </a:p>
      </dgm:t>
    </dgm:pt>
    <dgm:pt modelId="{C9AF6567-9425-4BBC-93CB-EF12438543AD}" type="sibTrans" cxnId="{C1E28394-5CE1-4E52-B1F6-09A1FE653A6E}">
      <dgm:prSet/>
      <dgm:spPr/>
      <dgm:t>
        <a:bodyPr/>
        <a:lstStyle/>
        <a:p>
          <a:endParaRPr lang="uk-UA"/>
        </a:p>
      </dgm:t>
    </dgm:pt>
    <dgm:pt modelId="{C93810C1-C3DA-4E7F-BCED-3D17C984D2D5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Білокур</a:t>
          </a:r>
          <a:endParaRPr lang="uk-UA" dirty="0"/>
        </a:p>
      </dgm:t>
    </dgm:pt>
    <dgm:pt modelId="{C7B8053F-0AD7-474B-BF54-391CFE17C1D8}" type="parTrans" cxnId="{AB7F2BE8-3B5C-4B8A-AAD4-215362F46A5C}">
      <dgm:prSet/>
      <dgm:spPr/>
      <dgm:t>
        <a:bodyPr/>
        <a:lstStyle/>
        <a:p>
          <a:endParaRPr lang="uk-UA"/>
        </a:p>
      </dgm:t>
    </dgm:pt>
    <dgm:pt modelId="{7FABB7A5-0927-4CBB-9A79-B25FDF5AA221}" type="sibTrans" cxnId="{AB7F2BE8-3B5C-4B8A-AAD4-215362F46A5C}">
      <dgm:prSet/>
      <dgm:spPr/>
      <dgm:t>
        <a:bodyPr/>
        <a:lstStyle/>
        <a:p>
          <a:endParaRPr lang="uk-UA"/>
        </a:p>
      </dgm:t>
    </dgm:pt>
    <dgm:pt modelId="{ADCCE049-7742-434A-857A-94C2E61EB977}">
      <dgm:prSet/>
      <dgm:spPr/>
      <dgm:t>
        <a:bodyPr/>
        <a:lstStyle/>
        <a:p>
          <a:r>
            <a:rPr lang="ru-RU" b="0" i="0" dirty="0"/>
            <a:t>Т. </a:t>
          </a:r>
          <a:r>
            <a:rPr lang="ru-RU" b="0" i="0" dirty="0" err="1"/>
            <a:t>Яблонська</a:t>
          </a:r>
          <a:endParaRPr lang="uk-UA" dirty="0"/>
        </a:p>
      </dgm:t>
    </dgm:pt>
    <dgm:pt modelId="{0321E9AC-0F53-495E-ABE3-6CEC22A523E3}" type="parTrans" cxnId="{624A70B2-31D5-4B2D-8125-5799B8E385C2}">
      <dgm:prSet/>
      <dgm:spPr/>
      <dgm:t>
        <a:bodyPr/>
        <a:lstStyle/>
        <a:p>
          <a:endParaRPr lang="uk-UA"/>
        </a:p>
      </dgm:t>
    </dgm:pt>
    <dgm:pt modelId="{D2212273-DD01-4966-BCC5-B53BDB3FA272}" type="sibTrans" cxnId="{624A70B2-31D5-4B2D-8125-5799B8E385C2}">
      <dgm:prSet/>
      <dgm:spPr/>
      <dgm:t>
        <a:bodyPr/>
        <a:lstStyle/>
        <a:p>
          <a:endParaRPr lang="uk-UA"/>
        </a:p>
      </dgm:t>
    </dgm:pt>
    <dgm:pt modelId="{B125C22B-69C8-4533-A406-44B01FC48876}" type="pres">
      <dgm:prSet presAssocID="{221584E0-47DF-448C-BF92-D0E681EAED09}" presName="Name0" presStyleCnt="0">
        <dgm:presLayoutVars>
          <dgm:chMax val="7"/>
          <dgm:chPref val="7"/>
          <dgm:dir/>
        </dgm:presLayoutVars>
      </dgm:prSet>
      <dgm:spPr/>
    </dgm:pt>
    <dgm:pt modelId="{146D96E7-6658-41D9-B280-6329627CA7A7}" type="pres">
      <dgm:prSet presAssocID="{221584E0-47DF-448C-BF92-D0E681EAED09}" presName="Name1" presStyleCnt="0"/>
      <dgm:spPr/>
    </dgm:pt>
    <dgm:pt modelId="{CD5AA563-BB74-45DC-97A2-3BD8903E89FD}" type="pres">
      <dgm:prSet presAssocID="{221584E0-47DF-448C-BF92-D0E681EAED09}" presName="cycle" presStyleCnt="0"/>
      <dgm:spPr/>
    </dgm:pt>
    <dgm:pt modelId="{A278F7E5-3CCC-48A3-9D1F-619250F94AE0}" type="pres">
      <dgm:prSet presAssocID="{221584E0-47DF-448C-BF92-D0E681EAED09}" presName="srcNode" presStyleLbl="node1" presStyleIdx="0" presStyleCnt="4"/>
      <dgm:spPr/>
    </dgm:pt>
    <dgm:pt modelId="{740B7B21-0A4F-44C1-A0F6-82765A1A997D}" type="pres">
      <dgm:prSet presAssocID="{221584E0-47DF-448C-BF92-D0E681EAED09}" presName="conn" presStyleLbl="parChTrans1D2" presStyleIdx="0" presStyleCnt="1"/>
      <dgm:spPr/>
    </dgm:pt>
    <dgm:pt modelId="{F5737B42-A576-4647-AF3C-99204160A2C0}" type="pres">
      <dgm:prSet presAssocID="{221584E0-47DF-448C-BF92-D0E681EAED09}" presName="extraNode" presStyleLbl="node1" presStyleIdx="0" presStyleCnt="4"/>
      <dgm:spPr/>
    </dgm:pt>
    <dgm:pt modelId="{AEFAE9BB-FD5C-4B5C-B666-36DF59A49762}" type="pres">
      <dgm:prSet presAssocID="{221584E0-47DF-448C-BF92-D0E681EAED09}" presName="dstNode" presStyleLbl="node1" presStyleIdx="0" presStyleCnt="4"/>
      <dgm:spPr/>
    </dgm:pt>
    <dgm:pt modelId="{4DB9F29E-DF3C-454D-B309-C86389E2AFAA}" type="pres">
      <dgm:prSet presAssocID="{32C4FC20-10B4-4322-A744-31DD838993E8}" presName="text_1" presStyleLbl="node1" presStyleIdx="0" presStyleCnt="4">
        <dgm:presLayoutVars>
          <dgm:bulletEnabled val="1"/>
        </dgm:presLayoutVars>
      </dgm:prSet>
      <dgm:spPr/>
    </dgm:pt>
    <dgm:pt modelId="{D9BAD4A7-4544-4077-841B-52F44E83CB2F}" type="pres">
      <dgm:prSet presAssocID="{32C4FC20-10B4-4322-A744-31DD838993E8}" presName="accent_1" presStyleCnt="0"/>
      <dgm:spPr/>
    </dgm:pt>
    <dgm:pt modelId="{2A62FEED-A5D2-4910-8410-84042A617E88}" type="pres">
      <dgm:prSet presAssocID="{32C4FC20-10B4-4322-A744-31DD838993E8}" presName="accentRepeatNode" presStyleLbl="solidFgAcc1" presStyleIdx="0" presStyleCnt="4"/>
      <dgm:spPr/>
    </dgm:pt>
    <dgm:pt modelId="{D9E4B488-CF36-41C7-A5D2-4A99AC376F13}" type="pres">
      <dgm:prSet presAssocID="{956DF9CD-19FB-44B5-9FA4-88210FA78EBB}" presName="text_2" presStyleLbl="node1" presStyleIdx="1" presStyleCnt="4">
        <dgm:presLayoutVars>
          <dgm:bulletEnabled val="1"/>
        </dgm:presLayoutVars>
      </dgm:prSet>
      <dgm:spPr/>
    </dgm:pt>
    <dgm:pt modelId="{99C22CB4-D9BC-4C3F-B029-F5BAE20FF275}" type="pres">
      <dgm:prSet presAssocID="{956DF9CD-19FB-44B5-9FA4-88210FA78EBB}" presName="accent_2" presStyleCnt="0"/>
      <dgm:spPr/>
    </dgm:pt>
    <dgm:pt modelId="{4ABB6A38-5706-4D07-8FF5-21E982CB6396}" type="pres">
      <dgm:prSet presAssocID="{956DF9CD-19FB-44B5-9FA4-88210FA78EBB}" presName="accentRepeatNode" presStyleLbl="solidFgAcc1" presStyleIdx="1" presStyleCnt="4"/>
      <dgm:spPr/>
    </dgm:pt>
    <dgm:pt modelId="{A57D8B62-B68D-44EA-9837-8322F961625D}" type="pres">
      <dgm:prSet presAssocID="{C93810C1-C3DA-4E7F-BCED-3D17C984D2D5}" presName="text_3" presStyleLbl="node1" presStyleIdx="2" presStyleCnt="4">
        <dgm:presLayoutVars>
          <dgm:bulletEnabled val="1"/>
        </dgm:presLayoutVars>
      </dgm:prSet>
      <dgm:spPr/>
    </dgm:pt>
    <dgm:pt modelId="{CE64C97D-E949-470A-846F-5D2E5AC8D393}" type="pres">
      <dgm:prSet presAssocID="{C93810C1-C3DA-4E7F-BCED-3D17C984D2D5}" presName="accent_3" presStyleCnt="0"/>
      <dgm:spPr/>
    </dgm:pt>
    <dgm:pt modelId="{EA3BD70B-2EF9-4698-B9FB-E9BDBB85DC91}" type="pres">
      <dgm:prSet presAssocID="{C93810C1-C3DA-4E7F-BCED-3D17C984D2D5}" presName="accentRepeatNode" presStyleLbl="solidFgAcc1" presStyleIdx="2" presStyleCnt="4"/>
      <dgm:spPr/>
    </dgm:pt>
    <dgm:pt modelId="{9A4696C4-E3D4-49DB-AF2A-8042AAA9FA5A}" type="pres">
      <dgm:prSet presAssocID="{ADCCE049-7742-434A-857A-94C2E61EB977}" presName="text_4" presStyleLbl="node1" presStyleIdx="3" presStyleCnt="4">
        <dgm:presLayoutVars>
          <dgm:bulletEnabled val="1"/>
        </dgm:presLayoutVars>
      </dgm:prSet>
      <dgm:spPr/>
    </dgm:pt>
    <dgm:pt modelId="{02715E9A-93FD-4FAC-948C-F32825AD0B0B}" type="pres">
      <dgm:prSet presAssocID="{ADCCE049-7742-434A-857A-94C2E61EB977}" presName="accent_4" presStyleCnt="0"/>
      <dgm:spPr/>
    </dgm:pt>
    <dgm:pt modelId="{F2698E5C-D5FF-4933-8C45-FE9C530C6754}" type="pres">
      <dgm:prSet presAssocID="{ADCCE049-7742-434A-857A-94C2E61EB977}" presName="accentRepeatNode" presStyleLbl="solidFgAcc1" presStyleIdx="3" presStyleCnt="4"/>
      <dgm:spPr/>
    </dgm:pt>
  </dgm:ptLst>
  <dgm:cxnLst>
    <dgm:cxn modelId="{A7A17F0B-DB0E-46A8-B1F7-A8535B2A2371}" type="presOf" srcId="{956DF9CD-19FB-44B5-9FA4-88210FA78EBB}" destId="{D9E4B488-CF36-41C7-A5D2-4A99AC376F13}" srcOrd="0" destOrd="0" presId="urn:microsoft.com/office/officeart/2008/layout/VerticalCurvedList"/>
    <dgm:cxn modelId="{4026B928-1F6A-4AE9-957B-FFEDD4C5456A}" type="presOf" srcId="{32C4FC20-10B4-4322-A744-31DD838993E8}" destId="{4DB9F29E-DF3C-454D-B309-C86389E2AFAA}" srcOrd="0" destOrd="0" presId="urn:microsoft.com/office/officeart/2008/layout/VerticalCurvedList"/>
    <dgm:cxn modelId="{B1521C65-267E-46B2-8B88-AAF88DE487BB}" srcId="{221584E0-47DF-448C-BF92-D0E681EAED09}" destId="{32C4FC20-10B4-4322-A744-31DD838993E8}" srcOrd="0" destOrd="0" parTransId="{FA4A970B-ECF1-4108-8F48-B4F3E7522193}" sibTransId="{0331BCD0-D4E9-4DD0-AE29-11A6B0981DD4}"/>
    <dgm:cxn modelId="{A0644F49-D5F8-446F-BA9D-F41B48735293}" type="presOf" srcId="{221584E0-47DF-448C-BF92-D0E681EAED09}" destId="{B125C22B-69C8-4533-A406-44B01FC48876}" srcOrd="0" destOrd="0" presId="urn:microsoft.com/office/officeart/2008/layout/VerticalCurvedList"/>
    <dgm:cxn modelId="{C1E28394-5CE1-4E52-B1F6-09A1FE653A6E}" srcId="{221584E0-47DF-448C-BF92-D0E681EAED09}" destId="{956DF9CD-19FB-44B5-9FA4-88210FA78EBB}" srcOrd="1" destOrd="0" parTransId="{C7115CA3-2A50-44A3-8399-C32906EFBA5A}" sibTransId="{C9AF6567-9425-4BBC-93CB-EF12438543AD}"/>
    <dgm:cxn modelId="{7EC5F69B-9DF2-4454-8495-1AB010CDC899}" type="presOf" srcId="{ADCCE049-7742-434A-857A-94C2E61EB977}" destId="{9A4696C4-E3D4-49DB-AF2A-8042AAA9FA5A}" srcOrd="0" destOrd="0" presId="urn:microsoft.com/office/officeart/2008/layout/VerticalCurvedList"/>
    <dgm:cxn modelId="{624A70B2-31D5-4B2D-8125-5799B8E385C2}" srcId="{221584E0-47DF-448C-BF92-D0E681EAED09}" destId="{ADCCE049-7742-434A-857A-94C2E61EB977}" srcOrd="3" destOrd="0" parTransId="{0321E9AC-0F53-495E-ABE3-6CEC22A523E3}" sibTransId="{D2212273-DD01-4966-BCC5-B53BDB3FA272}"/>
    <dgm:cxn modelId="{FF6037E4-7382-4321-8994-5BA1E5265E28}" type="presOf" srcId="{C93810C1-C3DA-4E7F-BCED-3D17C984D2D5}" destId="{A57D8B62-B68D-44EA-9837-8322F961625D}" srcOrd="0" destOrd="0" presId="urn:microsoft.com/office/officeart/2008/layout/VerticalCurvedList"/>
    <dgm:cxn modelId="{AB7F2BE8-3B5C-4B8A-AAD4-215362F46A5C}" srcId="{221584E0-47DF-448C-BF92-D0E681EAED09}" destId="{C93810C1-C3DA-4E7F-BCED-3D17C984D2D5}" srcOrd="2" destOrd="0" parTransId="{C7B8053F-0AD7-474B-BF54-391CFE17C1D8}" sibTransId="{7FABB7A5-0927-4CBB-9A79-B25FDF5AA221}"/>
    <dgm:cxn modelId="{F5FBF2FA-FFE5-462D-9D21-80B9BFD8322D}" type="presOf" srcId="{0331BCD0-D4E9-4DD0-AE29-11A6B0981DD4}" destId="{740B7B21-0A4F-44C1-A0F6-82765A1A997D}" srcOrd="0" destOrd="0" presId="urn:microsoft.com/office/officeart/2008/layout/VerticalCurvedList"/>
    <dgm:cxn modelId="{CE6F2C0B-7B94-4DC7-BD79-A73AC3C251E9}" type="presParOf" srcId="{B125C22B-69C8-4533-A406-44B01FC48876}" destId="{146D96E7-6658-41D9-B280-6329627CA7A7}" srcOrd="0" destOrd="0" presId="urn:microsoft.com/office/officeart/2008/layout/VerticalCurvedList"/>
    <dgm:cxn modelId="{BEA3552F-274E-416B-A906-F36B8FEDAE4E}" type="presParOf" srcId="{146D96E7-6658-41D9-B280-6329627CA7A7}" destId="{CD5AA563-BB74-45DC-97A2-3BD8903E89FD}" srcOrd="0" destOrd="0" presId="urn:microsoft.com/office/officeart/2008/layout/VerticalCurvedList"/>
    <dgm:cxn modelId="{9189B99B-8362-4BC8-9714-867DD00B3293}" type="presParOf" srcId="{CD5AA563-BB74-45DC-97A2-3BD8903E89FD}" destId="{A278F7E5-3CCC-48A3-9D1F-619250F94AE0}" srcOrd="0" destOrd="0" presId="urn:microsoft.com/office/officeart/2008/layout/VerticalCurvedList"/>
    <dgm:cxn modelId="{A8476011-CFD7-4C79-9543-5982DC3F578A}" type="presParOf" srcId="{CD5AA563-BB74-45DC-97A2-3BD8903E89FD}" destId="{740B7B21-0A4F-44C1-A0F6-82765A1A997D}" srcOrd="1" destOrd="0" presId="urn:microsoft.com/office/officeart/2008/layout/VerticalCurvedList"/>
    <dgm:cxn modelId="{BB48CF9E-2EB9-4200-9783-84C4F2F617C3}" type="presParOf" srcId="{CD5AA563-BB74-45DC-97A2-3BD8903E89FD}" destId="{F5737B42-A576-4647-AF3C-99204160A2C0}" srcOrd="2" destOrd="0" presId="urn:microsoft.com/office/officeart/2008/layout/VerticalCurvedList"/>
    <dgm:cxn modelId="{F7248362-22F5-438D-A406-6764E01F1FD8}" type="presParOf" srcId="{CD5AA563-BB74-45DC-97A2-3BD8903E89FD}" destId="{AEFAE9BB-FD5C-4B5C-B666-36DF59A49762}" srcOrd="3" destOrd="0" presId="urn:microsoft.com/office/officeart/2008/layout/VerticalCurvedList"/>
    <dgm:cxn modelId="{33F502E1-C2B4-4090-B9FE-9AFA5FF2C315}" type="presParOf" srcId="{146D96E7-6658-41D9-B280-6329627CA7A7}" destId="{4DB9F29E-DF3C-454D-B309-C86389E2AFAA}" srcOrd="1" destOrd="0" presId="urn:microsoft.com/office/officeart/2008/layout/VerticalCurvedList"/>
    <dgm:cxn modelId="{A9FBB3BD-D58A-4272-B1D7-3974FC22D03E}" type="presParOf" srcId="{146D96E7-6658-41D9-B280-6329627CA7A7}" destId="{D9BAD4A7-4544-4077-841B-52F44E83CB2F}" srcOrd="2" destOrd="0" presId="urn:microsoft.com/office/officeart/2008/layout/VerticalCurvedList"/>
    <dgm:cxn modelId="{9D5ADE03-5FAC-4732-940C-DED277EF0905}" type="presParOf" srcId="{D9BAD4A7-4544-4077-841B-52F44E83CB2F}" destId="{2A62FEED-A5D2-4910-8410-84042A617E88}" srcOrd="0" destOrd="0" presId="urn:microsoft.com/office/officeart/2008/layout/VerticalCurvedList"/>
    <dgm:cxn modelId="{7384414E-4167-4321-A135-B0C4D67D2C0E}" type="presParOf" srcId="{146D96E7-6658-41D9-B280-6329627CA7A7}" destId="{D9E4B488-CF36-41C7-A5D2-4A99AC376F13}" srcOrd="3" destOrd="0" presId="urn:microsoft.com/office/officeart/2008/layout/VerticalCurvedList"/>
    <dgm:cxn modelId="{5F5A2014-3438-47CA-BD39-C72F419F3913}" type="presParOf" srcId="{146D96E7-6658-41D9-B280-6329627CA7A7}" destId="{99C22CB4-D9BC-4C3F-B029-F5BAE20FF275}" srcOrd="4" destOrd="0" presId="urn:microsoft.com/office/officeart/2008/layout/VerticalCurvedList"/>
    <dgm:cxn modelId="{F3F675EC-0A6F-43C2-AB47-420BD4BCF0F8}" type="presParOf" srcId="{99C22CB4-D9BC-4C3F-B029-F5BAE20FF275}" destId="{4ABB6A38-5706-4D07-8FF5-21E982CB6396}" srcOrd="0" destOrd="0" presId="urn:microsoft.com/office/officeart/2008/layout/VerticalCurvedList"/>
    <dgm:cxn modelId="{3973ABB5-F654-4742-8052-288BFDA3D247}" type="presParOf" srcId="{146D96E7-6658-41D9-B280-6329627CA7A7}" destId="{A57D8B62-B68D-44EA-9837-8322F961625D}" srcOrd="5" destOrd="0" presId="urn:microsoft.com/office/officeart/2008/layout/VerticalCurvedList"/>
    <dgm:cxn modelId="{77DF77A2-1BF1-40F5-AAD2-3D275FE947DF}" type="presParOf" srcId="{146D96E7-6658-41D9-B280-6329627CA7A7}" destId="{CE64C97D-E949-470A-846F-5D2E5AC8D393}" srcOrd="6" destOrd="0" presId="urn:microsoft.com/office/officeart/2008/layout/VerticalCurvedList"/>
    <dgm:cxn modelId="{1A50BE4E-C223-4A63-8288-D7A4F17A3EF8}" type="presParOf" srcId="{CE64C97D-E949-470A-846F-5D2E5AC8D393}" destId="{EA3BD70B-2EF9-4698-B9FB-E9BDBB85DC91}" srcOrd="0" destOrd="0" presId="urn:microsoft.com/office/officeart/2008/layout/VerticalCurvedList"/>
    <dgm:cxn modelId="{9CD79FF1-8671-44B5-A477-1BE86EB54329}" type="presParOf" srcId="{146D96E7-6658-41D9-B280-6329627CA7A7}" destId="{9A4696C4-E3D4-49DB-AF2A-8042AAA9FA5A}" srcOrd="7" destOrd="0" presId="urn:microsoft.com/office/officeart/2008/layout/VerticalCurvedList"/>
    <dgm:cxn modelId="{85EA68ED-0336-4420-8446-7E667A5BE6FF}" type="presParOf" srcId="{146D96E7-6658-41D9-B280-6329627CA7A7}" destId="{02715E9A-93FD-4FAC-948C-F32825AD0B0B}" srcOrd="8" destOrd="0" presId="urn:microsoft.com/office/officeart/2008/layout/VerticalCurvedList"/>
    <dgm:cxn modelId="{471F2C7F-F2D4-4951-924B-FA34ED2E9A53}" type="presParOf" srcId="{02715E9A-93FD-4FAC-948C-F32825AD0B0B}" destId="{F2698E5C-D5FF-4933-8C45-FE9C530C675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78D1A6F1-CC27-4DC4-99FD-C3E522EE9F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7BF567-5C74-4223-9D73-790DA6DA96BF}">
      <dgm:prSet/>
      <dgm:spPr/>
      <dgm:t>
        <a:bodyPr/>
        <a:lstStyle/>
        <a:p>
          <a:r>
            <a:rPr lang="ru-RU" b="0" i="0"/>
            <a:t>М. Пимоненко</a:t>
          </a:r>
          <a:endParaRPr lang="uk-UA"/>
        </a:p>
      </dgm:t>
    </dgm:pt>
    <dgm:pt modelId="{EC7E92A3-35A7-427D-9FF4-2CBBEDE330C4}" type="parTrans" cxnId="{BAA0F09E-CF05-4D9E-BFF9-7663C6720829}">
      <dgm:prSet/>
      <dgm:spPr/>
      <dgm:t>
        <a:bodyPr/>
        <a:lstStyle/>
        <a:p>
          <a:endParaRPr lang="uk-UA"/>
        </a:p>
      </dgm:t>
    </dgm:pt>
    <dgm:pt modelId="{5BB6A7E4-33D4-4305-A6B9-C453ABB1597C}" type="sibTrans" cxnId="{BAA0F09E-CF05-4D9E-BFF9-7663C6720829}">
      <dgm:prSet/>
      <dgm:spPr/>
      <dgm:t>
        <a:bodyPr/>
        <a:lstStyle/>
        <a:p>
          <a:endParaRPr lang="uk-UA"/>
        </a:p>
      </dgm:t>
    </dgm:pt>
    <dgm:pt modelId="{3CB78D83-CEC4-4278-8885-F919FF07E207}">
      <dgm:prSet/>
      <dgm:spPr/>
      <dgm:t>
        <a:bodyPr/>
        <a:lstStyle/>
        <a:p>
          <a:r>
            <a:rPr lang="ru-RU" b="0" i="0"/>
            <a:t>В. Штернберг</a:t>
          </a:r>
          <a:endParaRPr lang="uk-UA"/>
        </a:p>
      </dgm:t>
    </dgm:pt>
    <dgm:pt modelId="{8F8D70D3-1E95-45F1-BD5C-A1BE09536516}" type="parTrans" cxnId="{3997CD70-1D7C-4645-A2B9-39ECCC5D40B2}">
      <dgm:prSet/>
      <dgm:spPr/>
      <dgm:t>
        <a:bodyPr/>
        <a:lstStyle/>
        <a:p>
          <a:endParaRPr lang="uk-UA"/>
        </a:p>
      </dgm:t>
    </dgm:pt>
    <dgm:pt modelId="{950458AE-7AD5-411B-8B33-68503ED09F7C}" type="sibTrans" cxnId="{3997CD70-1D7C-4645-A2B9-39ECCC5D40B2}">
      <dgm:prSet/>
      <dgm:spPr/>
      <dgm:t>
        <a:bodyPr/>
        <a:lstStyle/>
        <a:p>
          <a:endParaRPr lang="uk-UA"/>
        </a:p>
      </dgm:t>
    </dgm:pt>
    <dgm:pt modelId="{FE25A2BB-1120-4224-B7DC-9CEC9885BA72}">
      <dgm:prSet/>
      <dgm:spPr/>
      <dgm:t>
        <a:bodyPr/>
        <a:lstStyle/>
        <a:p>
          <a:r>
            <a:rPr lang="ru-RU" b="0" i="0"/>
            <a:t>Т. Шевченко</a:t>
          </a:r>
          <a:endParaRPr lang="uk-UA"/>
        </a:p>
      </dgm:t>
    </dgm:pt>
    <dgm:pt modelId="{FF7E877C-C3BF-447B-B980-D7617D419F5A}" type="parTrans" cxnId="{A4DB3FA6-AEDE-44DA-8105-AD381AEBBD87}">
      <dgm:prSet/>
      <dgm:spPr/>
      <dgm:t>
        <a:bodyPr/>
        <a:lstStyle/>
        <a:p>
          <a:endParaRPr lang="uk-UA"/>
        </a:p>
      </dgm:t>
    </dgm:pt>
    <dgm:pt modelId="{2DE97DE1-44D0-4B02-B2B8-37DE4B191824}" type="sibTrans" cxnId="{A4DB3FA6-AEDE-44DA-8105-AD381AEBBD87}">
      <dgm:prSet/>
      <dgm:spPr/>
      <dgm:t>
        <a:bodyPr/>
        <a:lstStyle/>
        <a:p>
          <a:endParaRPr lang="uk-UA"/>
        </a:p>
      </dgm:t>
    </dgm:pt>
    <dgm:pt modelId="{7874C459-3905-48AE-979C-1D94DFFCE331}">
      <dgm:prSet/>
      <dgm:spPr/>
      <dgm:t>
        <a:bodyPr/>
        <a:lstStyle/>
        <a:p>
          <a:r>
            <a:rPr lang="ru-RU" b="0" i="0" dirty="0"/>
            <a:t>В. </a:t>
          </a:r>
          <a:r>
            <a:rPr lang="ru-RU" b="0" i="0" dirty="0" err="1"/>
            <a:t>Тропінін</a:t>
          </a:r>
          <a:endParaRPr lang="uk-UA" dirty="0"/>
        </a:p>
      </dgm:t>
    </dgm:pt>
    <dgm:pt modelId="{CEA46317-9B19-4581-A944-2F7FEC090C67}" type="parTrans" cxnId="{4196013F-FF3A-45F1-BD58-0DEB537FA11B}">
      <dgm:prSet/>
      <dgm:spPr/>
      <dgm:t>
        <a:bodyPr/>
        <a:lstStyle/>
        <a:p>
          <a:endParaRPr lang="uk-UA"/>
        </a:p>
      </dgm:t>
    </dgm:pt>
    <dgm:pt modelId="{58AC2D93-7102-4575-90E2-3BB14957B1C9}" type="sibTrans" cxnId="{4196013F-FF3A-45F1-BD58-0DEB537FA11B}">
      <dgm:prSet/>
      <dgm:spPr/>
      <dgm:t>
        <a:bodyPr/>
        <a:lstStyle/>
        <a:p>
          <a:endParaRPr lang="uk-UA"/>
        </a:p>
      </dgm:t>
    </dgm:pt>
    <dgm:pt modelId="{2A97CAAD-E404-4441-B03E-EF896E575380}" type="pres">
      <dgm:prSet presAssocID="{78D1A6F1-CC27-4DC4-99FD-C3E522EE9F48}" presName="linear" presStyleCnt="0">
        <dgm:presLayoutVars>
          <dgm:animLvl val="lvl"/>
          <dgm:resizeHandles val="exact"/>
        </dgm:presLayoutVars>
      </dgm:prSet>
      <dgm:spPr/>
    </dgm:pt>
    <dgm:pt modelId="{F313528B-F80E-457F-8048-FE6853B91143}" type="pres">
      <dgm:prSet presAssocID="{BB7BF567-5C74-4223-9D73-790DA6DA96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ABDE48-7A45-4423-B9D8-B5C3FB3055D0}" type="pres">
      <dgm:prSet presAssocID="{5BB6A7E4-33D4-4305-A6B9-C453ABB1597C}" presName="spacer" presStyleCnt="0"/>
      <dgm:spPr/>
    </dgm:pt>
    <dgm:pt modelId="{796CE3C5-3AF7-4BE1-B808-6E331C01BCBE}" type="pres">
      <dgm:prSet presAssocID="{3CB78D83-CEC4-4278-8885-F919FF07E2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DA578E-45F1-47F9-8CE2-B242801E8C09}" type="pres">
      <dgm:prSet presAssocID="{950458AE-7AD5-411B-8B33-68503ED09F7C}" presName="spacer" presStyleCnt="0"/>
      <dgm:spPr/>
    </dgm:pt>
    <dgm:pt modelId="{7DB2A72B-B4CF-4441-B3A4-9379EF5F3974}" type="pres">
      <dgm:prSet presAssocID="{FE25A2BB-1120-4224-B7DC-9CEC9885BA7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BB9D0E-BD89-4977-9B35-5714453BC7A5}" type="pres">
      <dgm:prSet presAssocID="{2DE97DE1-44D0-4B02-B2B8-37DE4B191824}" presName="spacer" presStyleCnt="0"/>
      <dgm:spPr/>
    </dgm:pt>
    <dgm:pt modelId="{8B65A43E-21FE-4081-96D3-CED67537B3E5}" type="pres">
      <dgm:prSet presAssocID="{7874C459-3905-48AE-979C-1D94DFFCE3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559002-AD35-4186-AB61-3CE500059EFF}" type="presOf" srcId="{7874C459-3905-48AE-979C-1D94DFFCE331}" destId="{8B65A43E-21FE-4081-96D3-CED67537B3E5}" srcOrd="0" destOrd="0" presId="urn:microsoft.com/office/officeart/2005/8/layout/vList2"/>
    <dgm:cxn modelId="{1FD3432B-B635-4A77-A95F-AA11091E2B94}" type="presOf" srcId="{78D1A6F1-CC27-4DC4-99FD-C3E522EE9F48}" destId="{2A97CAAD-E404-4441-B03E-EF896E575380}" srcOrd="0" destOrd="0" presId="urn:microsoft.com/office/officeart/2005/8/layout/vList2"/>
    <dgm:cxn modelId="{928A742D-BA02-498D-8C35-C793F1F86D9D}" type="presOf" srcId="{FE25A2BB-1120-4224-B7DC-9CEC9885BA72}" destId="{7DB2A72B-B4CF-4441-B3A4-9379EF5F3974}" srcOrd="0" destOrd="0" presId="urn:microsoft.com/office/officeart/2005/8/layout/vList2"/>
    <dgm:cxn modelId="{4196013F-FF3A-45F1-BD58-0DEB537FA11B}" srcId="{78D1A6F1-CC27-4DC4-99FD-C3E522EE9F48}" destId="{7874C459-3905-48AE-979C-1D94DFFCE331}" srcOrd="3" destOrd="0" parTransId="{CEA46317-9B19-4581-A944-2F7FEC090C67}" sibTransId="{58AC2D93-7102-4575-90E2-3BB14957B1C9}"/>
    <dgm:cxn modelId="{3997CD70-1D7C-4645-A2B9-39ECCC5D40B2}" srcId="{78D1A6F1-CC27-4DC4-99FD-C3E522EE9F48}" destId="{3CB78D83-CEC4-4278-8885-F919FF07E207}" srcOrd="1" destOrd="0" parTransId="{8F8D70D3-1E95-45F1-BD5C-A1BE09536516}" sibTransId="{950458AE-7AD5-411B-8B33-68503ED09F7C}"/>
    <dgm:cxn modelId="{2A66BF93-0247-4EAE-82B1-3326D68CA7EF}" type="presOf" srcId="{3CB78D83-CEC4-4278-8885-F919FF07E207}" destId="{796CE3C5-3AF7-4BE1-B808-6E331C01BCBE}" srcOrd="0" destOrd="0" presId="urn:microsoft.com/office/officeart/2005/8/layout/vList2"/>
    <dgm:cxn modelId="{BAA0F09E-CF05-4D9E-BFF9-7663C6720829}" srcId="{78D1A6F1-CC27-4DC4-99FD-C3E522EE9F48}" destId="{BB7BF567-5C74-4223-9D73-790DA6DA96BF}" srcOrd="0" destOrd="0" parTransId="{EC7E92A3-35A7-427D-9FF4-2CBBEDE330C4}" sibTransId="{5BB6A7E4-33D4-4305-A6B9-C453ABB1597C}"/>
    <dgm:cxn modelId="{A4DB3FA6-AEDE-44DA-8105-AD381AEBBD87}" srcId="{78D1A6F1-CC27-4DC4-99FD-C3E522EE9F48}" destId="{FE25A2BB-1120-4224-B7DC-9CEC9885BA72}" srcOrd="2" destOrd="0" parTransId="{FF7E877C-C3BF-447B-B980-D7617D419F5A}" sibTransId="{2DE97DE1-44D0-4B02-B2B8-37DE4B191824}"/>
    <dgm:cxn modelId="{930B1FC9-4568-4749-9BCF-AA7FB0F94F24}" type="presOf" srcId="{BB7BF567-5C74-4223-9D73-790DA6DA96BF}" destId="{F313528B-F80E-457F-8048-FE6853B91143}" srcOrd="0" destOrd="0" presId="urn:microsoft.com/office/officeart/2005/8/layout/vList2"/>
    <dgm:cxn modelId="{33C57008-0821-4352-B02D-7C7D6564177B}" type="presParOf" srcId="{2A97CAAD-E404-4441-B03E-EF896E575380}" destId="{F313528B-F80E-457F-8048-FE6853B91143}" srcOrd="0" destOrd="0" presId="urn:microsoft.com/office/officeart/2005/8/layout/vList2"/>
    <dgm:cxn modelId="{91EE2F2E-EF0F-440E-B0FD-911F582A9C48}" type="presParOf" srcId="{2A97CAAD-E404-4441-B03E-EF896E575380}" destId="{C8ABDE48-7A45-4423-B9D8-B5C3FB3055D0}" srcOrd="1" destOrd="0" presId="urn:microsoft.com/office/officeart/2005/8/layout/vList2"/>
    <dgm:cxn modelId="{6CC86B6C-8AC4-4996-8AF9-F0A6FD28C05E}" type="presParOf" srcId="{2A97CAAD-E404-4441-B03E-EF896E575380}" destId="{796CE3C5-3AF7-4BE1-B808-6E331C01BCBE}" srcOrd="2" destOrd="0" presId="urn:microsoft.com/office/officeart/2005/8/layout/vList2"/>
    <dgm:cxn modelId="{DA9DDE23-2EFA-4BE1-882B-6DE9B5574DA2}" type="presParOf" srcId="{2A97CAAD-E404-4441-B03E-EF896E575380}" destId="{BBDA578E-45F1-47F9-8CE2-B242801E8C09}" srcOrd="3" destOrd="0" presId="urn:microsoft.com/office/officeart/2005/8/layout/vList2"/>
    <dgm:cxn modelId="{F4FCAA54-F165-4598-8753-6224F3625696}" type="presParOf" srcId="{2A97CAAD-E404-4441-B03E-EF896E575380}" destId="{7DB2A72B-B4CF-4441-B3A4-9379EF5F3974}" srcOrd="4" destOrd="0" presId="urn:microsoft.com/office/officeart/2005/8/layout/vList2"/>
    <dgm:cxn modelId="{61C4D100-9480-4CE9-9D42-103650CC022C}" type="presParOf" srcId="{2A97CAAD-E404-4441-B03E-EF896E575380}" destId="{3FBB9D0E-BD89-4977-9B35-5714453BC7A5}" srcOrd="5" destOrd="0" presId="urn:microsoft.com/office/officeart/2005/8/layout/vList2"/>
    <dgm:cxn modelId="{355B0EBD-F7A0-454E-8F59-86B1673527F0}" type="presParOf" srcId="{2A97CAAD-E404-4441-B03E-EF896E575380}" destId="{8B65A43E-21FE-4081-96D3-CED67537B3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2198265F-0326-4CE2-8AE0-ADA50EFDC4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C722BDA-EC89-49F2-9E9E-8EF2C43B05C7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E3783D57-D1E8-410E-A2C4-DF8B14A8B2EB}" type="parTrans" cxnId="{91F83192-8F6D-4AE5-966E-7198348E67AC}">
      <dgm:prSet/>
      <dgm:spPr/>
      <dgm:t>
        <a:bodyPr/>
        <a:lstStyle/>
        <a:p>
          <a:endParaRPr lang="uk-UA"/>
        </a:p>
      </dgm:t>
    </dgm:pt>
    <dgm:pt modelId="{0CEBAB5B-8CC0-43B1-A7FA-2F19FFC8FCDF}" type="sibTrans" cxnId="{91F83192-8F6D-4AE5-966E-7198348E67AC}">
      <dgm:prSet/>
      <dgm:spPr/>
      <dgm:t>
        <a:bodyPr/>
        <a:lstStyle/>
        <a:p>
          <a:endParaRPr lang="uk-UA"/>
        </a:p>
      </dgm:t>
    </dgm:pt>
    <dgm:pt modelId="{D2E65AF8-1F67-4E96-A577-C4975BD1ACC8}">
      <dgm:prSet/>
      <dgm:spPr/>
      <dgm:t>
        <a:bodyPr/>
        <a:lstStyle/>
        <a:p>
          <a:r>
            <a:rPr lang="ru-RU" b="0" i="0" dirty="0"/>
            <a:t>К. </a:t>
          </a:r>
          <a:r>
            <a:rPr lang="ru-RU" b="0" i="0" dirty="0" err="1"/>
            <a:t>Гордієнко</a:t>
          </a:r>
          <a:endParaRPr lang="uk-UA" dirty="0"/>
        </a:p>
      </dgm:t>
    </dgm:pt>
    <dgm:pt modelId="{98F06570-C9C9-4EAB-A696-1D539B4C9AC8}" type="parTrans" cxnId="{5E77C5E2-5363-4F2C-A52F-4CDCD4185FCC}">
      <dgm:prSet/>
      <dgm:spPr/>
      <dgm:t>
        <a:bodyPr/>
        <a:lstStyle/>
        <a:p>
          <a:endParaRPr lang="uk-UA"/>
        </a:p>
      </dgm:t>
    </dgm:pt>
    <dgm:pt modelId="{E6A62140-A3DF-4671-BA0E-4E1B4D780AD8}" type="sibTrans" cxnId="{5E77C5E2-5363-4F2C-A52F-4CDCD4185FCC}">
      <dgm:prSet/>
      <dgm:spPr/>
      <dgm:t>
        <a:bodyPr/>
        <a:lstStyle/>
        <a:p>
          <a:endParaRPr lang="uk-UA"/>
        </a:p>
      </dgm:t>
    </dgm:pt>
    <dgm:pt modelId="{4B9FC814-2B9B-465D-86AB-099552EB66D2}">
      <dgm:prSet/>
      <dgm:spPr/>
      <dgm:t>
        <a:bodyPr/>
        <a:lstStyle/>
        <a:p>
          <a:r>
            <a:rPr lang="ru-RU" b="0" i="0" dirty="0"/>
            <a:t>Т. </a:t>
          </a:r>
          <a:r>
            <a:rPr lang="ru-RU" b="0" i="0" dirty="0" err="1"/>
            <a:t>Хмельницький</a:t>
          </a:r>
          <a:endParaRPr lang="uk-UA" dirty="0"/>
        </a:p>
      </dgm:t>
    </dgm:pt>
    <dgm:pt modelId="{D9F9D7B6-7879-4DD6-AFDC-6221756630EE}" type="parTrans" cxnId="{B1659F7A-C284-4F6A-9416-6FE0558678F9}">
      <dgm:prSet/>
      <dgm:spPr/>
      <dgm:t>
        <a:bodyPr/>
        <a:lstStyle/>
        <a:p>
          <a:endParaRPr lang="uk-UA"/>
        </a:p>
      </dgm:t>
    </dgm:pt>
    <dgm:pt modelId="{80D4FD55-B1B6-4C9D-AD54-80249F8D5325}" type="sibTrans" cxnId="{B1659F7A-C284-4F6A-9416-6FE0558678F9}">
      <dgm:prSet/>
      <dgm:spPr/>
      <dgm:t>
        <a:bodyPr/>
        <a:lstStyle/>
        <a:p>
          <a:endParaRPr lang="uk-UA"/>
        </a:p>
      </dgm:t>
    </dgm:pt>
    <dgm:pt modelId="{A6B3724F-BA66-4B3D-943D-E69F9A54C06F}">
      <dgm:prSet/>
      <dgm:spPr/>
      <dgm:t>
        <a:bodyPr/>
        <a:lstStyle/>
        <a:p>
          <a:r>
            <a:rPr lang="ru-RU" b="0" i="0" dirty="0"/>
            <a:t>П. Конашевич-</a:t>
          </a:r>
          <a:r>
            <a:rPr lang="ru-RU" b="0" i="0" dirty="0" err="1"/>
            <a:t>Сагайдачний</a:t>
          </a:r>
          <a:endParaRPr lang="uk-UA" dirty="0"/>
        </a:p>
      </dgm:t>
    </dgm:pt>
    <dgm:pt modelId="{2C206E4A-9E90-468C-9BC5-BCB4E10BAA1B}" type="parTrans" cxnId="{217F67AF-57CD-4769-8F19-F5A3738545F6}">
      <dgm:prSet/>
      <dgm:spPr/>
      <dgm:t>
        <a:bodyPr/>
        <a:lstStyle/>
        <a:p>
          <a:endParaRPr lang="uk-UA"/>
        </a:p>
      </dgm:t>
    </dgm:pt>
    <dgm:pt modelId="{479621D2-89C6-42D5-AAFD-6452EC6A0CF8}" type="sibTrans" cxnId="{217F67AF-57CD-4769-8F19-F5A3738545F6}">
      <dgm:prSet/>
      <dgm:spPr/>
      <dgm:t>
        <a:bodyPr/>
        <a:lstStyle/>
        <a:p>
          <a:endParaRPr lang="uk-UA"/>
        </a:p>
      </dgm:t>
    </dgm:pt>
    <dgm:pt modelId="{2A6077D9-4D43-4BF3-8EE4-6BC76F3070BA}" type="pres">
      <dgm:prSet presAssocID="{2198265F-0326-4CE2-8AE0-ADA50EFDC4DD}" presName="linear" presStyleCnt="0">
        <dgm:presLayoutVars>
          <dgm:animLvl val="lvl"/>
          <dgm:resizeHandles val="exact"/>
        </dgm:presLayoutVars>
      </dgm:prSet>
      <dgm:spPr/>
    </dgm:pt>
    <dgm:pt modelId="{AC2FB7D4-CEAE-42BC-B7EE-F335A5800D9D}" type="pres">
      <dgm:prSet presAssocID="{8C722BDA-EC89-49F2-9E9E-8EF2C43B05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2E645E-7558-485B-86B2-5D37AFB1E83D}" type="pres">
      <dgm:prSet presAssocID="{0CEBAB5B-8CC0-43B1-A7FA-2F19FFC8FCDF}" presName="spacer" presStyleCnt="0"/>
      <dgm:spPr/>
    </dgm:pt>
    <dgm:pt modelId="{7ADC3B94-5F08-47AD-A2D9-BC073F394A26}" type="pres">
      <dgm:prSet presAssocID="{D2E65AF8-1F67-4E96-A577-C4975BD1AC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612CD9-BD3E-497A-BA84-CCE95CFE9E30}" type="pres">
      <dgm:prSet presAssocID="{E6A62140-A3DF-4671-BA0E-4E1B4D780AD8}" presName="spacer" presStyleCnt="0"/>
      <dgm:spPr/>
    </dgm:pt>
    <dgm:pt modelId="{015A5BD6-732B-4AD8-BD1A-A723C003A5CE}" type="pres">
      <dgm:prSet presAssocID="{4B9FC814-2B9B-465D-86AB-099552EB66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BAB56-EC7E-4A6A-866D-B62C957A2614}" type="pres">
      <dgm:prSet presAssocID="{80D4FD55-B1B6-4C9D-AD54-80249F8D5325}" presName="spacer" presStyleCnt="0"/>
      <dgm:spPr/>
    </dgm:pt>
    <dgm:pt modelId="{CB3C5662-1EBE-4572-BE41-07C19B2C1B9E}" type="pres">
      <dgm:prSet presAssocID="{A6B3724F-BA66-4B3D-943D-E69F9A54C0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4BD722-A736-43C6-949E-F663791E5EAD}" type="presOf" srcId="{2198265F-0326-4CE2-8AE0-ADA50EFDC4DD}" destId="{2A6077D9-4D43-4BF3-8EE4-6BC76F3070BA}" srcOrd="0" destOrd="0" presId="urn:microsoft.com/office/officeart/2005/8/layout/vList2"/>
    <dgm:cxn modelId="{B1659F7A-C284-4F6A-9416-6FE0558678F9}" srcId="{2198265F-0326-4CE2-8AE0-ADA50EFDC4DD}" destId="{4B9FC814-2B9B-465D-86AB-099552EB66D2}" srcOrd="2" destOrd="0" parTransId="{D9F9D7B6-7879-4DD6-AFDC-6221756630EE}" sibTransId="{80D4FD55-B1B6-4C9D-AD54-80249F8D5325}"/>
    <dgm:cxn modelId="{42A15684-3785-4522-A476-ED115B065FB8}" type="presOf" srcId="{A6B3724F-BA66-4B3D-943D-E69F9A54C06F}" destId="{CB3C5662-1EBE-4572-BE41-07C19B2C1B9E}" srcOrd="0" destOrd="0" presId="urn:microsoft.com/office/officeart/2005/8/layout/vList2"/>
    <dgm:cxn modelId="{91F83192-8F6D-4AE5-966E-7198348E67AC}" srcId="{2198265F-0326-4CE2-8AE0-ADA50EFDC4DD}" destId="{8C722BDA-EC89-49F2-9E9E-8EF2C43B05C7}" srcOrd="0" destOrd="0" parTransId="{E3783D57-D1E8-410E-A2C4-DF8B14A8B2EB}" sibTransId="{0CEBAB5B-8CC0-43B1-A7FA-2F19FFC8FCDF}"/>
    <dgm:cxn modelId="{217F67AF-57CD-4769-8F19-F5A3738545F6}" srcId="{2198265F-0326-4CE2-8AE0-ADA50EFDC4DD}" destId="{A6B3724F-BA66-4B3D-943D-E69F9A54C06F}" srcOrd="3" destOrd="0" parTransId="{2C206E4A-9E90-468C-9BC5-BCB4E10BAA1B}" sibTransId="{479621D2-89C6-42D5-AAFD-6452EC6A0CF8}"/>
    <dgm:cxn modelId="{9E8698DD-9DC4-493C-A1E7-BF2CC9BF8161}" type="presOf" srcId="{D2E65AF8-1F67-4E96-A577-C4975BD1ACC8}" destId="{7ADC3B94-5F08-47AD-A2D9-BC073F394A26}" srcOrd="0" destOrd="0" presId="urn:microsoft.com/office/officeart/2005/8/layout/vList2"/>
    <dgm:cxn modelId="{5E77C5E2-5363-4F2C-A52F-4CDCD4185FCC}" srcId="{2198265F-0326-4CE2-8AE0-ADA50EFDC4DD}" destId="{D2E65AF8-1F67-4E96-A577-C4975BD1ACC8}" srcOrd="1" destOrd="0" parTransId="{98F06570-C9C9-4EAB-A696-1D539B4C9AC8}" sibTransId="{E6A62140-A3DF-4671-BA0E-4E1B4D780AD8}"/>
    <dgm:cxn modelId="{08C01AE7-D269-4411-B4F8-4AD802E48724}" type="presOf" srcId="{8C722BDA-EC89-49F2-9E9E-8EF2C43B05C7}" destId="{AC2FB7D4-CEAE-42BC-B7EE-F335A5800D9D}" srcOrd="0" destOrd="0" presId="urn:microsoft.com/office/officeart/2005/8/layout/vList2"/>
    <dgm:cxn modelId="{FC877EF6-BC25-4ABC-A621-05180561D87B}" type="presOf" srcId="{4B9FC814-2B9B-465D-86AB-099552EB66D2}" destId="{015A5BD6-732B-4AD8-BD1A-A723C003A5CE}" srcOrd="0" destOrd="0" presId="urn:microsoft.com/office/officeart/2005/8/layout/vList2"/>
    <dgm:cxn modelId="{6C65409C-9703-4A36-B8FC-0DFC9B323E0B}" type="presParOf" srcId="{2A6077D9-4D43-4BF3-8EE4-6BC76F3070BA}" destId="{AC2FB7D4-CEAE-42BC-B7EE-F335A5800D9D}" srcOrd="0" destOrd="0" presId="urn:microsoft.com/office/officeart/2005/8/layout/vList2"/>
    <dgm:cxn modelId="{E0B17826-E348-495D-A8CB-18372A9DB352}" type="presParOf" srcId="{2A6077D9-4D43-4BF3-8EE4-6BC76F3070BA}" destId="{3F2E645E-7558-485B-86B2-5D37AFB1E83D}" srcOrd="1" destOrd="0" presId="urn:microsoft.com/office/officeart/2005/8/layout/vList2"/>
    <dgm:cxn modelId="{B7B0716C-5604-44C1-B911-079D120CD767}" type="presParOf" srcId="{2A6077D9-4D43-4BF3-8EE4-6BC76F3070BA}" destId="{7ADC3B94-5F08-47AD-A2D9-BC073F394A26}" srcOrd="2" destOrd="0" presId="urn:microsoft.com/office/officeart/2005/8/layout/vList2"/>
    <dgm:cxn modelId="{E04A6D9A-6649-4C00-A35F-242326F9881F}" type="presParOf" srcId="{2A6077D9-4D43-4BF3-8EE4-6BC76F3070BA}" destId="{21612CD9-BD3E-497A-BA84-CCE95CFE9E30}" srcOrd="3" destOrd="0" presId="urn:microsoft.com/office/officeart/2005/8/layout/vList2"/>
    <dgm:cxn modelId="{5FFEBC28-2B2C-4BDC-9224-C48D927DB7B5}" type="presParOf" srcId="{2A6077D9-4D43-4BF3-8EE4-6BC76F3070BA}" destId="{015A5BD6-732B-4AD8-BD1A-A723C003A5CE}" srcOrd="4" destOrd="0" presId="urn:microsoft.com/office/officeart/2005/8/layout/vList2"/>
    <dgm:cxn modelId="{E2AC72D5-8AF4-434F-9F7B-E8798C7B6F1B}" type="presParOf" srcId="{2A6077D9-4D43-4BF3-8EE4-6BC76F3070BA}" destId="{0E8BAB56-EC7E-4A6A-866D-B62C957A2614}" srcOrd="5" destOrd="0" presId="urn:microsoft.com/office/officeart/2005/8/layout/vList2"/>
    <dgm:cxn modelId="{283FC9E6-24AA-42D7-B10D-193ACDF48DED}" type="presParOf" srcId="{2A6077D9-4D43-4BF3-8EE4-6BC76F3070BA}" destId="{CB3C5662-1EBE-4572-BE41-07C19B2C1B9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1F047460-2B0A-46D1-AA54-74F7F6EB75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6FE72F-6433-4D76-8B94-63D036E2726B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 dirty="0"/>
        </a:p>
      </dgm:t>
    </dgm:pt>
    <dgm:pt modelId="{DCF1F414-24E4-4F63-BDCC-AA288368150B}" type="parTrans" cxnId="{DB4F2E9C-0A4C-4C48-B133-0E21BFCD8DE3}">
      <dgm:prSet/>
      <dgm:spPr/>
      <dgm:t>
        <a:bodyPr/>
        <a:lstStyle/>
        <a:p>
          <a:endParaRPr lang="uk-UA"/>
        </a:p>
      </dgm:t>
    </dgm:pt>
    <dgm:pt modelId="{72AA75ED-AFF1-403A-87CA-C78388AF139C}" type="sibTrans" cxnId="{DB4F2E9C-0A4C-4C48-B133-0E21BFCD8DE3}">
      <dgm:prSet/>
      <dgm:spPr/>
      <dgm:t>
        <a:bodyPr/>
        <a:lstStyle/>
        <a:p>
          <a:endParaRPr lang="uk-UA"/>
        </a:p>
      </dgm:t>
    </dgm:pt>
    <dgm:pt modelId="{EB6769BA-8646-4D16-8F3C-EDB971CA4428}">
      <dgm:prSet/>
      <dgm:spPr/>
      <dgm:t>
        <a:bodyPr/>
        <a:lstStyle/>
        <a:p>
          <a:r>
            <a:rPr lang="uk-UA" b="0" i="0" dirty="0"/>
            <a:t>армії Османської імперії.</a:t>
          </a:r>
          <a:endParaRPr lang="uk-UA" dirty="0"/>
        </a:p>
      </dgm:t>
    </dgm:pt>
    <dgm:pt modelId="{1D111BA5-4143-473C-A329-383D562EE50D}" type="sibTrans" cxnId="{07F01ECF-8577-4B43-9B18-8D5B2E08B7A1}">
      <dgm:prSet/>
      <dgm:spPr/>
      <dgm:t>
        <a:bodyPr/>
        <a:lstStyle/>
        <a:p>
          <a:endParaRPr lang="uk-UA"/>
        </a:p>
      </dgm:t>
    </dgm:pt>
    <dgm:pt modelId="{437CC355-F1CE-4E0E-9BB3-5121E18B01DA}" type="parTrans" cxnId="{07F01ECF-8577-4B43-9B18-8D5B2E08B7A1}">
      <dgm:prSet/>
      <dgm:spPr/>
      <dgm:t>
        <a:bodyPr/>
        <a:lstStyle/>
        <a:p>
          <a:endParaRPr lang="uk-UA"/>
        </a:p>
      </dgm:t>
    </dgm:pt>
    <dgm:pt modelId="{A3E71D3D-FCB2-4C92-B0C5-A28B30643A8E}">
      <dgm:prSet/>
      <dgm:spPr/>
      <dgm:t>
        <a:bodyPr/>
        <a:lstStyle/>
        <a:p>
          <a:r>
            <a:rPr lang="uk-UA" b="0" i="0" dirty="0"/>
            <a:t>загонів Кримського ханства.</a:t>
          </a:r>
          <a:endParaRPr lang="uk-UA" dirty="0"/>
        </a:p>
      </dgm:t>
    </dgm:pt>
    <dgm:pt modelId="{2A585E36-BAD1-4E76-94EA-E1119E1A41BD}" type="sibTrans" cxnId="{EE49CB6C-E856-4C92-9628-721B1A56B6E7}">
      <dgm:prSet/>
      <dgm:spPr/>
      <dgm:t>
        <a:bodyPr/>
        <a:lstStyle/>
        <a:p>
          <a:endParaRPr lang="uk-UA"/>
        </a:p>
      </dgm:t>
    </dgm:pt>
    <dgm:pt modelId="{3F126518-2105-4BBC-BAA8-D7E444ADA189}" type="parTrans" cxnId="{EE49CB6C-E856-4C92-9628-721B1A56B6E7}">
      <dgm:prSet/>
      <dgm:spPr/>
      <dgm:t>
        <a:bodyPr/>
        <a:lstStyle/>
        <a:p>
          <a:endParaRPr lang="uk-UA"/>
        </a:p>
      </dgm:t>
    </dgm:pt>
    <dgm:pt modelId="{2331F53B-ECCF-4794-A33F-A121622F7DC0}">
      <dgm:prSet/>
      <dgm:spPr/>
      <dgm:t>
        <a:bodyPr/>
        <a:lstStyle/>
        <a:p>
          <a:r>
            <a:rPr lang="uk-UA" b="0" i="0" dirty="0"/>
            <a:t>полків Московського царства.</a:t>
          </a:r>
          <a:endParaRPr lang="uk-UA" dirty="0"/>
        </a:p>
      </dgm:t>
    </dgm:pt>
    <dgm:pt modelId="{8FBE6274-04F4-4BF5-B520-E9E712E1F507}" type="sibTrans" cxnId="{EDAB7BF8-B692-46B6-BFCD-4C7B7B28CB49}">
      <dgm:prSet/>
      <dgm:spPr/>
      <dgm:t>
        <a:bodyPr/>
        <a:lstStyle/>
        <a:p>
          <a:endParaRPr lang="uk-UA"/>
        </a:p>
      </dgm:t>
    </dgm:pt>
    <dgm:pt modelId="{0B575584-B6EB-4672-BAA9-617D87D33B16}" type="parTrans" cxnId="{EDAB7BF8-B692-46B6-BFCD-4C7B7B28CB49}">
      <dgm:prSet/>
      <dgm:spPr/>
      <dgm:t>
        <a:bodyPr/>
        <a:lstStyle/>
        <a:p>
          <a:endParaRPr lang="uk-UA"/>
        </a:p>
      </dgm:t>
    </dgm:pt>
    <dgm:pt modelId="{8816BB39-35C7-455A-BB78-CCDFB3E2444B}" type="pres">
      <dgm:prSet presAssocID="{1F047460-2B0A-46D1-AA54-74F7F6EB75D2}" presName="linear" presStyleCnt="0">
        <dgm:presLayoutVars>
          <dgm:animLvl val="lvl"/>
          <dgm:resizeHandles val="exact"/>
        </dgm:presLayoutVars>
      </dgm:prSet>
      <dgm:spPr/>
    </dgm:pt>
    <dgm:pt modelId="{54DA96D0-B74B-4B79-B1D1-514F047DC518}" type="pres">
      <dgm:prSet presAssocID="{B66FE72F-6433-4D76-8B94-63D036E272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2F5F89E-A54B-44D6-B47E-C748B3316A6C}" type="pres">
      <dgm:prSet presAssocID="{72AA75ED-AFF1-403A-87CA-C78388AF139C}" presName="spacer" presStyleCnt="0"/>
      <dgm:spPr/>
    </dgm:pt>
    <dgm:pt modelId="{40F55B0E-06CF-4894-BF2F-6B15490A265F}" type="pres">
      <dgm:prSet presAssocID="{EB6769BA-8646-4D16-8F3C-EDB971CA44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D5068AA-E142-4D4E-A253-67DA62C53CE0}" type="pres">
      <dgm:prSet presAssocID="{1D111BA5-4143-473C-A329-383D562EE50D}" presName="spacer" presStyleCnt="0"/>
      <dgm:spPr/>
    </dgm:pt>
    <dgm:pt modelId="{B970CD77-96ED-4BE9-BEAB-0433C069A530}" type="pres">
      <dgm:prSet presAssocID="{A3E71D3D-FCB2-4C92-B0C5-A28B30643A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4FB806-CB19-4F2A-A624-C61993827F5B}" type="pres">
      <dgm:prSet presAssocID="{2A585E36-BAD1-4E76-94EA-E1119E1A41BD}" presName="spacer" presStyleCnt="0"/>
      <dgm:spPr/>
    </dgm:pt>
    <dgm:pt modelId="{B7C18D71-7D6E-4451-A59A-0EA6E3205935}" type="pres">
      <dgm:prSet presAssocID="{2331F53B-ECCF-4794-A33F-A121622F7D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FCF25C-4D3D-435D-A573-8FC7C2C5FA6A}" type="presOf" srcId="{2331F53B-ECCF-4794-A33F-A121622F7DC0}" destId="{B7C18D71-7D6E-4451-A59A-0EA6E3205935}" srcOrd="0" destOrd="0" presId="urn:microsoft.com/office/officeart/2005/8/layout/vList2"/>
    <dgm:cxn modelId="{EE49CB6C-E856-4C92-9628-721B1A56B6E7}" srcId="{1F047460-2B0A-46D1-AA54-74F7F6EB75D2}" destId="{A3E71D3D-FCB2-4C92-B0C5-A28B30643A8E}" srcOrd="2" destOrd="0" parTransId="{3F126518-2105-4BBC-BAA8-D7E444ADA189}" sibTransId="{2A585E36-BAD1-4E76-94EA-E1119E1A41BD}"/>
    <dgm:cxn modelId="{7096B481-087A-4D1C-A9A8-31D914510B31}" type="presOf" srcId="{1F047460-2B0A-46D1-AA54-74F7F6EB75D2}" destId="{8816BB39-35C7-455A-BB78-CCDFB3E2444B}" srcOrd="0" destOrd="0" presId="urn:microsoft.com/office/officeart/2005/8/layout/vList2"/>
    <dgm:cxn modelId="{DB4F2E9C-0A4C-4C48-B133-0E21BFCD8DE3}" srcId="{1F047460-2B0A-46D1-AA54-74F7F6EB75D2}" destId="{B66FE72F-6433-4D76-8B94-63D036E2726B}" srcOrd="0" destOrd="0" parTransId="{DCF1F414-24E4-4F63-BDCC-AA288368150B}" sibTransId="{72AA75ED-AFF1-403A-87CA-C78388AF139C}"/>
    <dgm:cxn modelId="{07F01ECF-8577-4B43-9B18-8D5B2E08B7A1}" srcId="{1F047460-2B0A-46D1-AA54-74F7F6EB75D2}" destId="{EB6769BA-8646-4D16-8F3C-EDB971CA4428}" srcOrd="1" destOrd="0" parTransId="{437CC355-F1CE-4E0E-9BB3-5121E18B01DA}" sibTransId="{1D111BA5-4143-473C-A329-383D562EE50D}"/>
    <dgm:cxn modelId="{7FD0EBE3-BEBB-458F-A1E2-904ACC2E34FB}" type="presOf" srcId="{A3E71D3D-FCB2-4C92-B0C5-A28B30643A8E}" destId="{B970CD77-96ED-4BE9-BEAB-0433C069A530}" srcOrd="0" destOrd="0" presId="urn:microsoft.com/office/officeart/2005/8/layout/vList2"/>
    <dgm:cxn modelId="{CF354EF7-E5AA-487B-8ECC-A03174060D82}" type="presOf" srcId="{EB6769BA-8646-4D16-8F3C-EDB971CA4428}" destId="{40F55B0E-06CF-4894-BF2F-6B15490A265F}" srcOrd="0" destOrd="0" presId="urn:microsoft.com/office/officeart/2005/8/layout/vList2"/>
    <dgm:cxn modelId="{EDAB7BF8-B692-46B6-BFCD-4C7B7B28CB49}" srcId="{1F047460-2B0A-46D1-AA54-74F7F6EB75D2}" destId="{2331F53B-ECCF-4794-A33F-A121622F7DC0}" srcOrd="3" destOrd="0" parTransId="{0B575584-B6EB-4672-BAA9-617D87D33B16}" sibTransId="{8FBE6274-04F4-4BF5-B520-E9E712E1F507}"/>
    <dgm:cxn modelId="{A1E7E4FE-F646-47B6-AEFC-451116E2C88F}" type="presOf" srcId="{B66FE72F-6433-4D76-8B94-63D036E2726B}" destId="{54DA96D0-B74B-4B79-B1D1-514F047DC518}" srcOrd="0" destOrd="0" presId="urn:microsoft.com/office/officeart/2005/8/layout/vList2"/>
    <dgm:cxn modelId="{16BDD07F-241F-4C19-AE32-BDEF96E081E0}" type="presParOf" srcId="{8816BB39-35C7-455A-BB78-CCDFB3E2444B}" destId="{54DA96D0-B74B-4B79-B1D1-514F047DC518}" srcOrd="0" destOrd="0" presId="urn:microsoft.com/office/officeart/2005/8/layout/vList2"/>
    <dgm:cxn modelId="{E0CC32AA-A593-4866-A165-F4A397F56E48}" type="presParOf" srcId="{8816BB39-35C7-455A-BB78-CCDFB3E2444B}" destId="{D2F5F89E-A54B-44D6-B47E-C748B3316A6C}" srcOrd="1" destOrd="0" presId="urn:microsoft.com/office/officeart/2005/8/layout/vList2"/>
    <dgm:cxn modelId="{86ECED3C-3C6E-46D1-92EB-D9A606C601B6}" type="presParOf" srcId="{8816BB39-35C7-455A-BB78-CCDFB3E2444B}" destId="{40F55B0E-06CF-4894-BF2F-6B15490A265F}" srcOrd="2" destOrd="0" presId="urn:microsoft.com/office/officeart/2005/8/layout/vList2"/>
    <dgm:cxn modelId="{AC894932-0063-459E-9054-EAB988BF30D6}" type="presParOf" srcId="{8816BB39-35C7-455A-BB78-CCDFB3E2444B}" destId="{AD5068AA-E142-4D4E-A253-67DA62C53CE0}" srcOrd="3" destOrd="0" presId="urn:microsoft.com/office/officeart/2005/8/layout/vList2"/>
    <dgm:cxn modelId="{5375D014-C65B-4C3E-8377-E692C5FDFC42}" type="presParOf" srcId="{8816BB39-35C7-455A-BB78-CCDFB3E2444B}" destId="{B970CD77-96ED-4BE9-BEAB-0433C069A530}" srcOrd="4" destOrd="0" presId="urn:microsoft.com/office/officeart/2005/8/layout/vList2"/>
    <dgm:cxn modelId="{860019DE-0582-4584-B4A0-9C347BF35BF1}" type="presParOf" srcId="{8816BB39-35C7-455A-BB78-CCDFB3E2444B}" destId="{F94FB806-CB19-4F2A-A624-C61993827F5B}" srcOrd="5" destOrd="0" presId="urn:microsoft.com/office/officeart/2005/8/layout/vList2"/>
    <dgm:cxn modelId="{4CB3512F-A8A1-4C33-91F3-F44DFABF75EF}" type="presParOf" srcId="{8816BB39-35C7-455A-BB78-CCDFB3E2444B}" destId="{B7C18D71-7D6E-4451-A59A-0EA6E32059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5B18BFDC-825F-4487-9955-9495E69C06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F03C83-211C-4DCD-ABC5-9FE3ABEDB509}">
      <dgm:prSet/>
      <dgm:spPr/>
      <dgm:t>
        <a:bodyPr/>
        <a:lstStyle/>
        <a:p>
          <a:r>
            <a:rPr lang="ru-RU" b="0" i="0"/>
            <a:t>доби «Руїни»</a:t>
          </a:r>
          <a:endParaRPr lang="uk-UA"/>
        </a:p>
      </dgm:t>
    </dgm:pt>
    <dgm:pt modelId="{CAEA3164-44DE-41C7-9B23-882F706BD40A}" type="parTrans" cxnId="{7B1C4590-8FEA-486B-BC4B-19568F5DE6F6}">
      <dgm:prSet/>
      <dgm:spPr/>
      <dgm:t>
        <a:bodyPr/>
        <a:lstStyle/>
        <a:p>
          <a:endParaRPr lang="uk-UA"/>
        </a:p>
      </dgm:t>
    </dgm:pt>
    <dgm:pt modelId="{972B1FD1-3DFB-4876-B563-E80758287E44}" type="sibTrans" cxnId="{7B1C4590-8FEA-486B-BC4B-19568F5DE6F6}">
      <dgm:prSet/>
      <dgm:spPr/>
      <dgm:t>
        <a:bodyPr/>
        <a:lstStyle/>
        <a:p>
          <a:endParaRPr lang="uk-UA"/>
        </a:p>
      </dgm:t>
    </dgm:pt>
    <dgm:pt modelId="{25A72BE5-DF5D-4694-BBA7-3D1E1C3CEBAE}">
      <dgm:prSet/>
      <dgm:spPr/>
      <dgm:t>
        <a:bodyPr/>
        <a:lstStyle/>
        <a:p>
          <a:r>
            <a:rPr lang="ru-RU" b="0" i="0" dirty="0" err="1"/>
            <a:t>московсько-литовських</a:t>
          </a:r>
          <a:r>
            <a:rPr lang="ru-RU" b="0" i="0" dirty="0"/>
            <a:t> </a:t>
          </a:r>
          <a:r>
            <a:rPr lang="ru-RU" b="0" i="0" dirty="0" err="1"/>
            <a:t>війн</a:t>
          </a:r>
          <a:endParaRPr lang="uk-UA" dirty="0"/>
        </a:p>
      </dgm:t>
    </dgm:pt>
    <dgm:pt modelId="{44FE32E1-FAFA-4D87-981C-7216B21F8B18}" type="parTrans" cxnId="{7E5C00F4-5E8E-4AFF-95AB-8DC5927C9AAD}">
      <dgm:prSet/>
      <dgm:spPr/>
      <dgm:t>
        <a:bodyPr/>
        <a:lstStyle/>
        <a:p>
          <a:endParaRPr lang="uk-UA"/>
        </a:p>
      </dgm:t>
    </dgm:pt>
    <dgm:pt modelId="{67BD9A31-9AA6-448E-BC42-94DACDEE44B2}" type="sibTrans" cxnId="{7E5C00F4-5E8E-4AFF-95AB-8DC5927C9AAD}">
      <dgm:prSet/>
      <dgm:spPr/>
      <dgm:t>
        <a:bodyPr/>
        <a:lstStyle/>
        <a:p>
          <a:endParaRPr lang="uk-UA"/>
        </a:p>
      </dgm:t>
    </dgm:pt>
    <dgm:pt modelId="{12B0A210-F74F-456F-B5EA-C2FD63B542BD}">
      <dgm:prSet/>
      <dgm:spPr/>
      <dgm:t>
        <a:bodyPr/>
        <a:lstStyle/>
        <a:p>
          <a:r>
            <a:rPr lang="ru-RU" b="0" i="0" dirty="0" err="1"/>
            <a:t>Національно-визвольної</a:t>
          </a:r>
          <a:r>
            <a:rPr lang="ru-RU" b="0" i="0" dirty="0"/>
            <a:t> </a:t>
          </a:r>
          <a:r>
            <a:rPr lang="ru-RU" b="0" i="0" dirty="0" err="1"/>
            <a:t>війни</a:t>
          </a:r>
          <a:endParaRPr lang="uk-UA" dirty="0"/>
        </a:p>
      </dgm:t>
    </dgm:pt>
    <dgm:pt modelId="{CB1FAE55-9EA5-4159-83EE-8B3F15051C0E}" type="parTrans" cxnId="{1F4D065D-87C2-4816-BF19-9DFC41278571}">
      <dgm:prSet/>
      <dgm:spPr/>
      <dgm:t>
        <a:bodyPr/>
        <a:lstStyle/>
        <a:p>
          <a:endParaRPr lang="uk-UA"/>
        </a:p>
      </dgm:t>
    </dgm:pt>
    <dgm:pt modelId="{A4E2057C-8CF0-4435-8A95-4130CA5F7D1C}" type="sibTrans" cxnId="{1F4D065D-87C2-4816-BF19-9DFC41278571}">
      <dgm:prSet/>
      <dgm:spPr/>
      <dgm:t>
        <a:bodyPr/>
        <a:lstStyle/>
        <a:p>
          <a:endParaRPr lang="uk-UA"/>
        </a:p>
      </dgm:t>
    </dgm:pt>
    <dgm:pt modelId="{C2C2725B-06C1-4E94-9A10-CB803891B5EF}">
      <dgm:prSet/>
      <dgm:spPr/>
      <dgm:t>
        <a:bodyPr/>
        <a:lstStyle/>
        <a:p>
          <a:r>
            <a:rPr lang="ru-RU" b="0" i="0" dirty="0" err="1"/>
            <a:t>доби</a:t>
          </a:r>
          <a:r>
            <a:rPr lang="ru-RU" b="0" i="0" dirty="0"/>
            <a:t> «</a:t>
          </a:r>
          <a:r>
            <a:rPr lang="ru-RU" b="0" i="0" dirty="0" err="1"/>
            <a:t>героїчних</a:t>
          </a:r>
          <a:r>
            <a:rPr lang="ru-RU" b="0" i="0" dirty="0"/>
            <a:t> </a:t>
          </a:r>
          <a:r>
            <a:rPr lang="ru-RU" b="0" i="0" dirty="0" err="1"/>
            <a:t>походів</a:t>
          </a:r>
          <a:r>
            <a:rPr lang="ru-RU" b="0" i="0" dirty="0"/>
            <a:t>» </a:t>
          </a:r>
          <a:r>
            <a:rPr lang="ru-RU" b="0" i="0" dirty="0" err="1"/>
            <a:t>козацтва</a:t>
          </a:r>
          <a:endParaRPr lang="uk-UA" dirty="0"/>
        </a:p>
      </dgm:t>
    </dgm:pt>
    <dgm:pt modelId="{39A1D2A1-2FFE-4A9E-8E4E-6AEA7F18442F}" type="parTrans" cxnId="{AD023ED1-3315-4B22-89BC-4B7D311C3A42}">
      <dgm:prSet/>
      <dgm:spPr/>
      <dgm:t>
        <a:bodyPr/>
        <a:lstStyle/>
        <a:p>
          <a:endParaRPr lang="uk-UA"/>
        </a:p>
      </dgm:t>
    </dgm:pt>
    <dgm:pt modelId="{6C83DD4C-7C6A-4210-9863-BA3D00DE5321}" type="sibTrans" cxnId="{AD023ED1-3315-4B22-89BC-4B7D311C3A42}">
      <dgm:prSet/>
      <dgm:spPr/>
      <dgm:t>
        <a:bodyPr/>
        <a:lstStyle/>
        <a:p>
          <a:endParaRPr lang="uk-UA"/>
        </a:p>
      </dgm:t>
    </dgm:pt>
    <dgm:pt modelId="{F0410F54-F0A6-4069-9CBA-9FB7A75CE28E}" type="pres">
      <dgm:prSet presAssocID="{5B18BFDC-825F-4487-9955-9495E69C0654}" presName="linear" presStyleCnt="0">
        <dgm:presLayoutVars>
          <dgm:animLvl val="lvl"/>
          <dgm:resizeHandles val="exact"/>
        </dgm:presLayoutVars>
      </dgm:prSet>
      <dgm:spPr/>
    </dgm:pt>
    <dgm:pt modelId="{4035E316-C99D-4482-B006-D26285300AA1}" type="pres">
      <dgm:prSet presAssocID="{D5F03C83-211C-4DCD-ABC5-9FE3ABEDB5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46AA12-B6FE-4D58-BD43-D5CD52467445}" type="pres">
      <dgm:prSet presAssocID="{972B1FD1-3DFB-4876-B563-E80758287E44}" presName="spacer" presStyleCnt="0"/>
      <dgm:spPr/>
    </dgm:pt>
    <dgm:pt modelId="{102B1EA2-1401-4B1C-ADF1-08079D4F5388}" type="pres">
      <dgm:prSet presAssocID="{25A72BE5-DF5D-4694-BBA7-3D1E1C3CEB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2E118E-9D8E-4C65-835B-A5CD01FC929E}" type="pres">
      <dgm:prSet presAssocID="{67BD9A31-9AA6-448E-BC42-94DACDEE44B2}" presName="spacer" presStyleCnt="0"/>
      <dgm:spPr/>
    </dgm:pt>
    <dgm:pt modelId="{C9A08614-F7E5-4459-AA7A-B042C42FB3E5}" type="pres">
      <dgm:prSet presAssocID="{12B0A210-F74F-456F-B5EA-C2FD63B542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A1BCA3-93F2-4F8B-A07D-F1C0FA490931}" type="pres">
      <dgm:prSet presAssocID="{A4E2057C-8CF0-4435-8A95-4130CA5F7D1C}" presName="spacer" presStyleCnt="0"/>
      <dgm:spPr/>
    </dgm:pt>
    <dgm:pt modelId="{1EF4B828-D01F-45BF-936E-B42A5CF484FE}" type="pres">
      <dgm:prSet presAssocID="{C2C2725B-06C1-4E94-9A10-CB803891B5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228A336-91EB-4D4F-9DBF-25182D3EB053}" type="presOf" srcId="{D5F03C83-211C-4DCD-ABC5-9FE3ABEDB509}" destId="{4035E316-C99D-4482-B006-D26285300AA1}" srcOrd="0" destOrd="0" presId="urn:microsoft.com/office/officeart/2005/8/layout/vList2"/>
    <dgm:cxn modelId="{1F4D065D-87C2-4816-BF19-9DFC41278571}" srcId="{5B18BFDC-825F-4487-9955-9495E69C0654}" destId="{12B0A210-F74F-456F-B5EA-C2FD63B542BD}" srcOrd="2" destOrd="0" parTransId="{CB1FAE55-9EA5-4159-83EE-8B3F15051C0E}" sibTransId="{A4E2057C-8CF0-4435-8A95-4130CA5F7D1C}"/>
    <dgm:cxn modelId="{535F6364-EFF1-4F10-B76F-28FA037FA6BF}" type="presOf" srcId="{C2C2725B-06C1-4E94-9A10-CB803891B5EF}" destId="{1EF4B828-D01F-45BF-936E-B42A5CF484FE}" srcOrd="0" destOrd="0" presId="urn:microsoft.com/office/officeart/2005/8/layout/vList2"/>
    <dgm:cxn modelId="{7B1C4590-8FEA-486B-BC4B-19568F5DE6F6}" srcId="{5B18BFDC-825F-4487-9955-9495E69C0654}" destId="{D5F03C83-211C-4DCD-ABC5-9FE3ABEDB509}" srcOrd="0" destOrd="0" parTransId="{CAEA3164-44DE-41C7-9B23-882F706BD40A}" sibTransId="{972B1FD1-3DFB-4876-B563-E80758287E44}"/>
    <dgm:cxn modelId="{580250C3-0F27-4F0C-99E3-405FC3C8EB79}" type="presOf" srcId="{12B0A210-F74F-456F-B5EA-C2FD63B542BD}" destId="{C9A08614-F7E5-4459-AA7A-B042C42FB3E5}" srcOrd="0" destOrd="0" presId="urn:microsoft.com/office/officeart/2005/8/layout/vList2"/>
    <dgm:cxn modelId="{6A430FC7-8344-4444-B4DB-828002C365C0}" type="presOf" srcId="{5B18BFDC-825F-4487-9955-9495E69C0654}" destId="{F0410F54-F0A6-4069-9CBA-9FB7A75CE28E}" srcOrd="0" destOrd="0" presId="urn:microsoft.com/office/officeart/2005/8/layout/vList2"/>
    <dgm:cxn modelId="{AD023ED1-3315-4B22-89BC-4B7D311C3A42}" srcId="{5B18BFDC-825F-4487-9955-9495E69C0654}" destId="{C2C2725B-06C1-4E94-9A10-CB803891B5EF}" srcOrd="3" destOrd="0" parTransId="{39A1D2A1-2FFE-4A9E-8E4E-6AEA7F18442F}" sibTransId="{6C83DD4C-7C6A-4210-9863-BA3D00DE5321}"/>
    <dgm:cxn modelId="{E13370DD-856E-44A9-B120-36CD86BD6636}" type="presOf" srcId="{25A72BE5-DF5D-4694-BBA7-3D1E1C3CEBAE}" destId="{102B1EA2-1401-4B1C-ADF1-08079D4F5388}" srcOrd="0" destOrd="0" presId="urn:microsoft.com/office/officeart/2005/8/layout/vList2"/>
    <dgm:cxn modelId="{7E5C00F4-5E8E-4AFF-95AB-8DC5927C9AAD}" srcId="{5B18BFDC-825F-4487-9955-9495E69C0654}" destId="{25A72BE5-DF5D-4694-BBA7-3D1E1C3CEBAE}" srcOrd="1" destOrd="0" parTransId="{44FE32E1-FAFA-4D87-981C-7216B21F8B18}" sibTransId="{67BD9A31-9AA6-448E-BC42-94DACDEE44B2}"/>
    <dgm:cxn modelId="{9D7A8211-578D-497C-A31E-C6BE6FAE0910}" type="presParOf" srcId="{F0410F54-F0A6-4069-9CBA-9FB7A75CE28E}" destId="{4035E316-C99D-4482-B006-D26285300AA1}" srcOrd="0" destOrd="0" presId="urn:microsoft.com/office/officeart/2005/8/layout/vList2"/>
    <dgm:cxn modelId="{63F406AC-E322-48B4-B329-92E708DFB47D}" type="presParOf" srcId="{F0410F54-F0A6-4069-9CBA-9FB7A75CE28E}" destId="{D046AA12-B6FE-4D58-BD43-D5CD52467445}" srcOrd="1" destOrd="0" presId="urn:microsoft.com/office/officeart/2005/8/layout/vList2"/>
    <dgm:cxn modelId="{C5079975-4C01-4501-B41A-BE09776FDCEF}" type="presParOf" srcId="{F0410F54-F0A6-4069-9CBA-9FB7A75CE28E}" destId="{102B1EA2-1401-4B1C-ADF1-08079D4F5388}" srcOrd="2" destOrd="0" presId="urn:microsoft.com/office/officeart/2005/8/layout/vList2"/>
    <dgm:cxn modelId="{A608229B-437C-41FA-8FDB-EE7EA259491E}" type="presParOf" srcId="{F0410F54-F0A6-4069-9CBA-9FB7A75CE28E}" destId="{362E118E-9D8E-4C65-835B-A5CD01FC929E}" srcOrd="3" destOrd="0" presId="urn:microsoft.com/office/officeart/2005/8/layout/vList2"/>
    <dgm:cxn modelId="{548E72A8-525D-4EF0-BBE7-B93D7ECE5CEB}" type="presParOf" srcId="{F0410F54-F0A6-4069-9CBA-9FB7A75CE28E}" destId="{C9A08614-F7E5-4459-AA7A-B042C42FB3E5}" srcOrd="4" destOrd="0" presId="urn:microsoft.com/office/officeart/2005/8/layout/vList2"/>
    <dgm:cxn modelId="{47B055CD-F140-4B59-BCB4-2139AE28034D}" type="presParOf" srcId="{F0410F54-F0A6-4069-9CBA-9FB7A75CE28E}" destId="{3CA1BCA3-93F2-4F8B-A07D-F1C0FA490931}" srcOrd="5" destOrd="0" presId="urn:microsoft.com/office/officeart/2005/8/layout/vList2"/>
    <dgm:cxn modelId="{62ECA26A-FD3D-4B38-9511-179919DFA6B7}" type="presParOf" srcId="{F0410F54-F0A6-4069-9CBA-9FB7A75CE28E}" destId="{1EF4B828-D01F-45BF-936E-B42A5CF484F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566066B5-0026-47D5-9191-130E0A94DA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16A93F-DB63-419E-B2BD-82C6089BDA45}">
      <dgm:prSet/>
      <dgm:spPr/>
      <dgm:t>
        <a:bodyPr/>
        <a:lstStyle/>
        <a:p>
          <a:r>
            <a:rPr lang="ru-RU" b="0" i="0" dirty="0" err="1"/>
            <a:t>Обидві</a:t>
          </a:r>
          <a:r>
            <a:rPr lang="ru-RU" b="0" i="0" dirty="0"/>
            <a:t> </a:t>
          </a:r>
          <a:r>
            <a:rPr lang="ru-RU" b="0" i="0" dirty="0" err="1"/>
            <a:t>картини</a:t>
          </a:r>
          <a:r>
            <a:rPr lang="ru-RU" b="0" i="0" dirty="0"/>
            <a:t> </a:t>
          </a:r>
          <a:r>
            <a:rPr lang="ru-RU" b="0" i="0" dirty="0" err="1"/>
            <a:t>створені</a:t>
          </a:r>
          <a:r>
            <a:rPr lang="ru-RU" b="0" i="0" dirty="0"/>
            <a:t> </a:t>
          </a:r>
          <a:r>
            <a:rPr lang="ru-RU" b="0" i="0" dirty="0" err="1"/>
            <a:t>українськими</a:t>
          </a:r>
          <a:r>
            <a:rPr lang="ru-RU" b="0" i="0" dirty="0"/>
            <a:t> </a:t>
          </a:r>
          <a:r>
            <a:rPr lang="ru-RU" b="0" i="0" dirty="0" err="1"/>
            <a:t>живописцями</a:t>
          </a:r>
          <a:r>
            <a:rPr lang="ru-RU" b="0" i="0" dirty="0"/>
            <a:t>.</a:t>
          </a:r>
          <a:endParaRPr lang="uk-UA" dirty="0"/>
        </a:p>
      </dgm:t>
    </dgm:pt>
    <dgm:pt modelId="{C607D0CD-FB1C-4B71-9245-9E244CD35FBC}" type="parTrans" cxnId="{C7828996-50C7-40D0-BE25-4355536772DB}">
      <dgm:prSet/>
      <dgm:spPr/>
      <dgm:t>
        <a:bodyPr/>
        <a:lstStyle/>
        <a:p>
          <a:endParaRPr lang="uk-UA"/>
        </a:p>
      </dgm:t>
    </dgm:pt>
    <dgm:pt modelId="{39CD47B3-38AF-41C8-92D3-9C36B5830E64}" type="sibTrans" cxnId="{C7828996-50C7-40D0-BE25-4355536772DB}">
      <dgm:prSet/>
      <dgm:spPr/>
      <dgm:t>
        <a:bodyPr/>
        <a:lstStyle/>
        <a:p>
          <a:endParaRPr lang="uk-UA"/>
        </a:p>
      </dgm:t>
    </dgm:pt>
    <dgm:pt modelId="{3B28BF1F-0271-471E-834C-CF109B179566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портрети</a:t>
          </a:r>
          <a:r>
            <a:rPr lang="ru-RU" b="0" i="0" dirty="0"/>
            <a:t> належать до </a:t>
          </a:r>
          <a:r>
            <a:rPr lang="ru-RU" b="0" i="0" dirty="0" err="1"/>
            <a:t>мистецької</a:t>
          </a:r>
          <a:r>
            <a:rPr lang="ru-RU" b="0" i="0" dirty="0"/>
            <a:t> </a:t>
          </a:r>
          <a:r>
            <a:rPr lang="ru-RU" b="0" i="0" dirty="0" err="1"/>
            <a:t>течії</a:t>
          </a:r>
          <a:r>
            <a:rPr lang="ru-RU" b="0" i="0" dirty="0"/>
            <a:t> </a:t>
          </a:r>
          <a:r>
            <a:rPr lang="ru-RU" b="0" i="0" dirty="0" err="1"/>
            <a:t>імпресіонізму</a:t>
          </a:r>
          <a:r>
            <a:rPr lang="ru-RU" b="0" i="0" dirty="0"/>
            <a:t>.</a:t>
          </a:r>
          <a:endParaRPr lang="uk-UA" dirty="0"/>
        </a:p>
      </dgm:t>
    </dgm:pt>
    <dgm:pt modelId="{CA054B8F-DBC7-42A7-8868-750329A6CAD6}" type="parTrans" cxnId="{FB7A90FB-FCA7-4358-8AFF-5675224EF594}">
      <dgm:prSet/>
      <dgm:spPr/>
      <dgm:t>
        <a:bodyPr/>
        <a:lstStyle/>
        <a:p>
          <a:endParaRPr lang="uk-UA"/>
        </a:p>
      </dgm:t>
    </dgm:pt>
    <dgm:pt modelId="{FD65AB4D-14E8-4AD1-81B7-88FE65BFE422}" type="sibTrans" cxnId="{FB7A90FB-FCA7-4358-8AFF-5675224EF594}">
      <dgm:prSet/>
      <dgm:spPr/>
      <dgm:t>
        <a:bodyPr/>
        <a:lstStyle/>
        <a:p>
          <a:endParaRPr lang="uk-UA"/>
        </a:p>
      </dgm:t>
    </dgm:pt>
    <dgm:pt modelId="{FA07719D-E5F7-4184-A7FD-F5A91171D9AE}">
      <dgm:prSet/>
      <dgm:spPr/>
      <dgm:t>
        <a:bodyPr/>
        <a:lstStyle/>
        <a:p>
          <a:r>
            <a:rPr lang="ru-RU" b="0" i="0"/>
            <a:t>На обох картинах зображено портрети українських поетес.</a:t>
          </a:r>
          <a:endParaRPr lang="uk-UA"/>
        </a:p>
      </dgm:t>
    </dgm:pt>
    <dgm:pt modelId="{7CD6D97A-9012-4DE7-8A05-8E54B9F1C74E}" type="parTrans" cxnId="{39FFBC36-BFA0-45D4-A95D-D23EC63B88B9}">
      <dgm:prSet/>
      <dgm:spPr/>
      <dgm:t>
        <a:bodyPr/>
        <a:lstStyle/>
        <a:p>
          <a:endParaRPr lang="uk-UA"/>
        </a:p>
      </dgm:t>
    </dgm:pt>
    <dgm:pt modelId="{498A4198-3665-4BF4-90D5-C855F3646731}" type="sibTrans" cxnId="{39FFBC36-BFA0-45D4-A95D-D23EC63B88B9}">
      <dgm:prSet/>
      <dgm:spPr/>
      <dgm:t>
        <a:bodyPr/>
        <a:lstStyle/>
        <a:p>
          <a:endParaRPr lang="uk-UA"/>
        </a:p>
      </dgm:t>
    </dgm:pt>
    <dgm:pt modelId="{2B673A83-76CD-4AB1-9BBD-BF5893CC25C7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полотна належать </a:t>
          </a:r>
          <a:r>
            <a:rPr lang="ru-RU" b="0" i="0" dirty="0" err="1"/>
            <a:t>пензлю</a:t>
          </a:r>
          <a:r>
            <a:rPr lang="ru-RU" b="0" i="0" dirty="0"/>
            <a:t> одного художника.</a:t>
          </a:r>
          <a:endParaRPr lang="uk-UA" dirty="0"/>
        </a:p>
      </dgm:t>
    </dgm:pt>
    <dgm:pt modelId="{AD5E6B2E-6FCC-4044-A904-65816CD725A3}" type="parTrans" cxnId="{1226E1DD-F660-4E73-AB5D-D0EDC41DCD7B}">
      <dgm:prSet/>
      <dgm:spPr/>
      <dgm:t>
        <a:bodyPr/>
        <a:lstStyle/>
        <a:p>
          <a:endParaRPr lang="uk-UA"/>
        </a:p>
      </dgm:t>
    </dgm:pt>
    <dgm:pt modelId="{1C62929C-2070-4868-82CB-4F8167D54AFA}" type="sibTrans" cxnId="{1226E1DD-F660-4E73-AB5D-D0EDC41DCD7B}">
      <dgm:prSet/>
      <dgm:spPr/>
      <dgm:t>
        <a:bodyPr/>
        <a:lstStyle/>
        <a:p>
          <a:endParaRPr lang="uk-UA"/>
        </a:p>
      </dgm:t>
    </dgm:pt>
    <dgm:pt modelId="{98FEC026-5170-4C4A-AD89-BDDD1CA458A6}" type="pres">
      <dgm:prSet presAssocID="{566066B5-0026-47D5-9191-130E0A94DA6B}" presName="linear" presStyleCnt="0">
        <dgm:presLayoutVars>
          <dgm:animLvl val="lvl"/>
          <dgm:resizeHandles val="exact"/>
        </dgm:presLayoutVars>
      </dgm:prSet>
      <dgm:spPr/>
    </dgm:pt>
    <dgm:pt modelId="{37F1CA63-5BE9-4F7D-8A60-95DBC0B2A688}" type="pres">
      <dgm:prSet presAssocID="{C616A93F-DB63-419E-B2BD-82C6089BDA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65A713-24DC-4E1B-9855-88A76EB2037D}" type="pres">
      <dgm:prSet presAssocID="{39CD47B3-38AF-41C8-92D3-9C36B5830E64}" presName="spacer" presStyleCnt="0"/>
      <dgm:spPr/>
    </dgm:pt>
    <dgm:pt modelId="{7CD99353-715E-4D85-83EE-6A8AE047C89B}" type="pres">
      <dgm:prSet presAssocID="{3B28BF1F-0271-471E-834C-CF109B1795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E88D8A-3623-4A80-8C33-050A57F78D9A}" type="pres">
      <dgm:prSet presAssocID="{FD65AB4D-14E8-4AD1-81B7-88FE65BFE422}" presName="spacer" presStyleCnt="0"/>
      <dgm:spPr/>
    </dgm:pt>
    <dgm:pt modelId="{224F6658-EDC3-4229-80B7-28ED94C087B3}" type="pres">
      <dgm:prSet presAssocID="{FA07719D-E5F7-4184-A7FD-F5A91171D9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325062B-89B0-4243-82C7-70419DACC5EC}" type="pres">
      <dgm:prSet presAssocID="{498A4198-3665-4BF4-90D5-C855F3646731}" presName="spacer" presStyleCnt="0"/>
      <dgm:spPr/>
    </dgm:pt>
    <dgm:pt modelId="{5430A2AF-3CBF-45ED-8D62-C3431BF4C520}" type="pres">
      <dgm:prSet presAssocID="{2B673A83-76CD-4AB1-9BBD-BF5893CC25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CB18916-99E0-4BA2-9056-FB6AF1C9358B}" type="presOf" srcId="{C616A93F-DB63-419E-B2BD-82C6089BDA45}" destId="{37F1CA63-5BE9-4F7D-8A60-95DBC0B2A688}" srcOrd="0" destOrd="0" presId="urn:microsoft.com/office/officeart/2005/8/layout/vList2"/>
    <dgm:cxn modelId="{39FFBC36-BFA0-45D4-A95D-D23EC63B88B9}" srcId="{566066B5-0026-47D5-9191-130E0A94DA6B}" destId="{FA07719D-E5F7-4184-A7FD-F5A91171D9AE}" srcOrd="2" destOrd="0" parTransId="{7CD6D97A-9012-4DE7-8A05-8E54B9F1C74E}" sibTransId="{498A4198-3665-4BF4-90D5-C855F3646731}"/>
    <dgm:cxn modelId="{C7828996-50C7-40D0-BE25-4355536772DB}" srcId="{566066B5-0026-47D5-9191-130E0A94DA6B}" destId="{C616A93F-DB63-419E-B2BD-82C6089BDA45}" srcOrd="0" destOrd="0" parTransId="{C607D0CD-FB1C-4B71-9245-9E244CD35FBC}" sibTransId="{39CD47B3-38AF-41C8-92D3-9C36B5830E64}"/>
    <dgm:cxn modelId="{2B2B5BBC-A545-45A0-92A1-4BE81DCAFEE4}" type="presOf" srcId="{566066B5-0026-47D5-9191-130E0A94DA6B}" destId="{98FEC026-5170-4C4A-AD89-BDDD1CA458A6}" srcOrd="0" destOrd="0" presId="urn:microsoft.com/office/officeart/2005/8/layout/vList2"/>
    <dgm:cxn modelId="{68798ABC-156C-45F8-9E5B-173C798651F6}" type="presOf" srcId="{FA07719D-E5F7-4184-A7FD-F5A91171D9AE}" destId="{224F6658-EDC3-4229-80B7-28ED94C087B3}" srcOrd="0" destOrd="0" presId="urn:microsoft.com/office/officeart/2005/8/layout/vList2"/>
    <dgm:cxn modelId="{D4CF6DC1-20CB-44D6-93B7-6C8A139E257D}" type="presOf" srcId="{2B673A83-76CD-4AB1-9BBD-BF5893CC25C7}" destId="{5430A2AF-3CBF-45ED-8D62-C3431BF4C520}" srcOrd="0" destOrd="0" presId="urn:microsoft.com/office/officeart/2005/8/layout/vList2"/>
    <dgm:cxn modelId="{1226E1DD-F660-4E73-AB5D-D0EDC41DCD7B}" srcId="{566066B5-0026-47D5-9191-130E0A94DA6B}" destId="{2B673A83-76CD-4AB1-9BBD-BF5893CC25C7}" srcOrd="3" destOrd="0" parTransId="{AD5E6B2E-6FCC-4044-A904-65816CD725A3}" sibTransId="{1C62929C-2070-4868-82CB-4F8167D54AFA}"/>
    <dgm:cxn modelId="{81EA97F2-CDEB-41EB-BFB4-0BB3ED045D2D}" type="presOf" srcId="{3B28BF1F-0271-471E-834C-CF109B179566}" destId="{7CD99353-715E-4D85-83EE-6A8AE047C89B}" srcOrd="0" destOrd="0" presId="urn:microsoft.com/office/officeart/2005/8/layout/vList2"/>
    <dgm:cxn modelId="{FB7A90FB-FCA7-4358-8AFF-5675224EF594}" srcId="{566066B5-0026-47D5-9191-130E0A94DA6B}" destId="{3B28BF1F-0271-471E-834C-CF109B179566}" srcOrd="1" destOrd="0" parTransId="{CA054B8F-DBC7-42A7-8868-750329A6CAD6}" sibTransId="{FD65AB4D-14E8-4AD1-81B7-88FE65BFE422}"/>
    <dgm:cxn modelId="{F7851B6D-EF54-4E3B-A4CC-9308400D1055}" type="presParOf" srcId="{98FEC026-5170-4C4A-AD89-BDDD1CA458A6}" destId="{37F1CA63-5BE9-4F7D-8A60-95DBC0B2A688}" srcOrd="0" destOrd="0" presId="urn:microsoft.com/office/officeart/2005/8/layout/vList2"/>
    <dgm:cxn modelId="{C2060E6B-F701-485E-8E63-A486C785DA39}" type="presParOf" srcId="{98FEC026-5170-4C4A-AD89-BDDD1CA458A6}" destId="{3E65A713-24DC-4E1B-9855-88A76EB2037D}" srcOrd="1" destOrd="0" presId="urn:microsoft.com/office/officeart/2005/8/layout/vList2"/>
    <dgm:cxn modelId="{AB89C553-E9D6-45F0-AD27-B5A4A705FB9E}" type="presParOf" srcId="{98FEC026-5170-4C4A-AD89-BDDD1CA458A6}" destId="{7CD99353-715E-4D85-83EE-6A8AE047C89B}" srcOrd="2" destOrd="0" presId="urn:microsoft.com/office/officeart/2005/8/layout/vList2"/>
    <dgm:cxn modelId="{48E1D4BB-1079-4773-9B8B-806601150528}" type="presParOf" srcId="{98FEC026-5170-4C4A-AD89-BDDD1CA458A6}" destId="{E4E88D8A-3623-4A80-8C33-050A57F78D9A}" srcOrd="3" destOrd="0" presId="urn:microsoft.com/office/officeart/2005/8/layout/vList2"/>
    <dgm:cxn modelId="{A9DAFEEB-0E89-41D0-AEA5-A4BF70FCB15F}" type="presParOf" srcId="{98FEC026-5170-4C4A-AD89-BDDD1CA458A6}" destId="{224F6658-EDC3-4229-80B7-28ED94C087B3}" srcOrd="4" destOrd="0" presId="urn:microsoft.com/office/officeart/2005/8/layout/vList2"/>
    <dgm:cxn modelId="{236A8034-2E84-4063-9DFB-5C588CDD1A0A}" type="presParOf" srcId="{98FEC026-5170-4C4A-AD89-BDDD1CA458A6}" destId="{C325062B-89B0-4243-82C7-70419DACC5EC}" srcOrd="5" destOrd="0" presId="urn:microsoft.com/office/officeart/2005/8/layout/vList2"/>
    <dgm:cxn modelId="{8E2428FB-EBC2-45A6-8E38-8270E6A380C3}" type="presParOf" srcId="{98FEC026-5170-4C4A-AD89-BDDD1CA458A6}" destId="{5430A2AF-3CBF-45ED-8D62-C3431BF4C5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44E36DA8-6DD8-4223-B10E-C832E0BBF1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DF93E7-755E-456D-8381-805DF96401EC}">
      <dgm:prSet/>
      <dgm:spPr/>
      <dgm:t>
        <a:bodyPr/>
        <a:lstStyle/>
        <a:p>
          <a:r>
            <a:rPr lang="ru-RU" b="0" i="0" dirty="0"/>
            <a:t>Автор </a:t>
          </a:r>
          <a:r>
            <a:rPr lang="ru-RU" b="0" i="0" dirty="0" err="1"/>
            <a:t>художніми</a:t>
          </a:r>
          <a:r>
            <a:rPr lang="ru-RU" b="0" i="0" dirty="0"/>
            <a:t> </a:t>
          </a:r>
          <a:r>
            <a:rPr lang="ru-RU" b="0" i="0" dirty="0" err="1"/>
            <a:t>засобами</a:t>
          </a:r>
          <a:r>
            <a:rPr lang="ru-RU" b="0" i="0" dirty="0"/>
            <a:t> </a:t>
          </a:r>
          <a:r>
            <a:rPr lang="ru-RU" b="0" i="0" dirty="0" err="1"/>
            <a:t>відобразив</a:t>
          </a:r>
          <a:r>
            <a:rPr lang="ru-RU" b="0" i="0" dirty="0"/>
            <a:t> </a:t>
          </a:r>
          <a:r>
            <a:rPr lang="ru-RU" b="0" i="0" dirty="0" err="1"/>
            <a:t>трагізм</a:t>
          </a:r>
          <a:r>
            <a:rPr lang="ru-RU" b="0" i="0" dirty="0"/>
            <a:t> </a:t>
          </a:r>
          <a:r>
            <a:rPr lang="ru-RU" b="0" i="0" dirty="0" err="1"/>
            <a:t>подій</a:t>
          </a:r>
          <a:endParaRPr lang="uk-UA" dirty="0"/>
        </a:p>
      </dgm:t>
    </dgm:pt>
    <dgm:pt modelId="{CE1C277B-6B30-4A29-A47A-D168D5BB641B}" type="parTrans" cxnId="{73322BD4-8CE5-4EA4-822B-5A4166306EB0}">
      <dgm:prSet/>
      <dgm:spPr/>
      <dgm:t>
        <a:bodyPr/>
        <a:lstStyle/>
        <a:p>
          <a:endParaRPr lang="uk-UA"/>
        </a:p>
      </dgm:t>
    </dgm:pt>
    <dgm:pt modelId="{09E15258-4641-4098-A0A1-CB14B6A5B829}" type="sibTrans" cxnId="{73322BD4-8CE5-4EA4-822B-5A4166306EB0}">
      <dgm:prSet/>
      <dgm:spPr/>
      <dgm:t>
        <a:bodyPr/>
        <a:lstStyle/>
        <a:p>
          <a:endParaRPr lang="uk-UA"/>
        </a:p>
      </dgm:t>
    </dgm:pt>
    <dgm:pt modelId="{D1C3EE74-E5B2-4693-B78C-E6A86C1049DB}">
      <dgm:prSet/>
      <dgm:spPr/>
      <dgm:t>
        <a:bodyPr/>
        <a:lstStyle/>
        <a:p>
          <a:r>
            <a:rPr lang="uk-UA" b="0" i="0" dirty="0"/>
            <a:t>Першої світової війни (1914–1918 рр.).</a:t>
          </a:r>
          <a:endParaRPr lang="uk-UA" dirty="0"/>
        </a:p>
      </dgm:t>
    </dgm:pt>
    <dgm:pt modelId="{334FA529-3C0D-456D-A900-3F363281ACE3}" type="parTrans" cxnId="{1893D8E0-1AC1-4930-810A-179B763EFA2A}">
      <dgm:prSet/>
      <dgm:spPr/>
      <dgm:t>
        <a:bodyPr/>
        <a:lstStyle/>
        <a:p>
          <a:endParaRPr lang="uk-UA"/>
        </a:p>
      </dgm:t>
    </dgm:pt>
    <dgm:pt modelId="{1A8B06AB-1F88-4CCF-B622-DE49ACFCBE11}" type="sibTrans" cxnId="{1893D8E0-1AC1-4930-810A-179B763EFA2A}">
      <dgm:prSet/>
      <dgm:spPr/>
      <dgm:t>
        <a:bodyPr/>
        <a:lstStyle/>
        <a:p>
          <a:endParaRPr lang="uk-UA"/>
        </a:p>
      </dgm:t>
    </dgm:pt>
    <dgm:pt modelId="{60AEB72D-4BD3-47A2-BC35-6E8B5A542E3D}">
      <dgm:prSet/>
      <dgm:spPr/>
      <dgm:t>
        <a:bodyPr/>
        <a:lstStyle/>
        <a:p>
          <a:r>
            <a:rPr lang="uk-UA" b="0" i="0" dirty="0"/>
            <a:t>масового голоду (1921–1923 рр.).</a:t>
          </a:r>
          <a:endParaRPr lang="uk-UA" dirty="0"/>
        </a:p>
      </dgm:t>
    </dgm:pt>
    <dgm:pt modelId="{137AC244-37B7-447A-8109-C0D24EBF0D8B}" type="parTrans" cxnId="{92122D7F-FBA3-45BB-B613-790ECE72F2EB}">
      <dgm:prSet/>
      <dgm:spPr/>
      <dgm:t>
        <a:bodyPr/>
        <a:lstStyle/>
        <a:p>
          <a:endParaRPr lang="uk-UA"/>
        </a:p>
      </dgm:t>
    </dgm:pt>
    <dgm:pt modelId="{56F7B010-0F02-48D0-BA2D-B7BE114EC935}" type="sibTrans" cxnId="{92122D7F-FBA3-45BB-B613-790ECE72F2EB}">
      <dgm:prSet/>
      <dgm:spPr/>
      <dgm:t>
        <a:bodyPr/>
        <a:lstStyle/>
        <a:p>
          <a:endParaRPr lang="uk-UA"/>
        </a:p>
      </dgm:t>
    </dgm:pt>
    <dgm:pt modelId="{11287918-26EE-4B6D-9A8B-0E400F818AB1}">
      <dgm:prSet/>
      <dgm:spPr/>
      <dgm:t>
        <a:bodyPr/>
        <a:lstStyle/>
        <a:p>
          <a:r>
            <a:rPr lang="uk-UA" b="0" i="0" dirty="0"/>
            <a:t>акції «пацифікації» (1930 р.).</a:t>
          </a:r>
          <a:endParaRPr lang="uk-UA" dirty="0"/>
        </a:p>
      </dgm:t>
    </dgm:pt>
    <dgm:pt modelId="{57BF1658-0067-4708-A8C0-1A3DF956E039}" type="parTrans" cxnId="{099F28B4-D351-4A9D-8689-A0A4E9052B1D}">
      <dgm:prSet/>
      <dgm:spPr/>
      <dgm:t>
        <a:bodyPr/>
        <a:lstStyle/>
        <a:p>
          <a:endParaRPr lang="uk-UA"/>
        </a:p>
      </dgm:t>
    </dgm:pt>
    <dgm:pt modelId="{6922A918-AE27-411F-AEE1-9852233A2ECB}" type="sibTrans" cxnId="{099F28B4-D351-4A9D-8689-A0A4E9052B1D}">
      <dgm:prSet/>
      <dgm:spPr/>
      <dgm:t>
        <a:bodyPr/>
        <a:lstStyle/>
        <a:p>
          <a:endParaRPr lang="uk-UA"/>
        </a:p>
      </dgm:t>
    </dgm:pt>
    <dgm:pt modelId="{A33D1ADC-82D0-4CA1-B08F-D99AAA8062E1}">
      <dgm:prSet/>
      <dgm:spPr/>
      <dgm:t>
        <a:bodyPr/>
        <a:lstStyle/>
        <a:p>
          <a:r>
            <a:rPr lang="uk-UA" b="0" i="0" dirty="0"/>
            <a:t>насильницької колективізації (1929–1937 рр.).</a:t>
          </a:r>
          <a:endParaRPr lang="uk-UA" dirty="0"/>
        </a:p>
      </dgm:t>
    </dgm:pt>
    <dgm:pt modelId="{F1D52B4F-6BC7-4852-ACF6-D2A701F92CB3}" type="parTrans" cxnId="{8D20F664-18B3-4C71-992A-C8522CEFA3AA}">
      <dgm:prSet/>
      <dgm:spPr/>
      <dgm:t>
        <a:bodyPr/>
        <a:lstStyle/>
        <a:p>
          <a:endParaRPr lang="uk-UA"/>
        </a:p>
      </dgm:t>
    </dgm:pt>
    <dgm:pt modelId="{0106D8EA-EE44-4C98-B84B-23B9A982F1E3}" type="sibTrans" cxnId="{8D20F664-18B3-4C71-992A-C8522CEFA3AA}">
      <dgm:prSet/>
      <dgm:spPr/>
      <dgm:t>
        <a:bodyPr/>
        <a:lstStyle/>
        <a:p>
          <a:endParaRPr lang="uk-UA"/>
        </a:p>
      </dgm:t>
    </dgm:pt>
    <dgm:pt modelId="{0B9CC6D3-E581-4890-84FA-4A0391783658}" type="pres">
      <dgm:prSet presAssocID="{44E36DA8-6DD8-4223-B10E-C832E0BBF146}" presName="linear" presStyleCnt="0">
        <dgm:presLayoutVars>
          <dgm:animLvl val="lvl"/>
          <dgm:resizeHandles val="exact"/>
        </dgm:presLayoutVars>
      </dgm:prSet>
      <dgm:spPr/>
    </dgm:pt>
    <dgm:pt modelId="{EB0D92B8-CF51-4779-BF75-CAA7920A227D}" type="pres">
      <dgm:prSet presAssocID="{F1DF93E7-755E-456D-8381-805DF96401E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47BA9F9-8326-4E73-9CC6-DE25EB41468C}" type="pres">
      <dgm:prSet presAssocID="{F1DF93E7-755E-456D-8381-805DF96401E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111E401-F6E6-471C-8476-A12C6ACE7C91}" type="presOf" srcId="{D1C3EE74-E5B2-4693-B78C-E6A86C1049DB}" destId="{D47BA9F9-8326-4E73-9CC6-DE25EB41468C}" srcOrd="0" destOrd="0" presId="urn:microsoft.com/office/officeart/2005/8/layout/vList2"/>
    <dgm:cxn modelId="{CD3A5C27-A922-4FFC-8C2D-AB58DACC8BFC}" type="presOf" srcId="{A33D1ADC-82D0-4CA1-B08F-D99AAA8062E1}" destId="{D47BA9F9-8326-4E73-9CC6-DE25EB41468C}" srcOrd="0" destOrd="3" presId="urn:microsoft.com/office/officeart/2005/8/layout/vList2"/>
    <dgm:cxn modelId="{23B95F3D-F56F-418B-8B1C-F9CE42288777}" type="presOf" srcId="{44E36DA8-6DD8-4223-B10E-C832E0BBF146}" destId="{0B9CC6D3-E581-4890-84FA-4A0391783658}" srcOrd="0" destOrd="0" presId="urn:microsoft.com/office/officeart/2005/8/layout/vList2"/>
    <dgm:cxn modelId="{2E2E9761-8E85-44DF-8415-63CF13CEC299}" type="presOf" srcId="{11287918-26EE-4B6D-9A8B-0E400F818AB1}" destId="{D47BA9F9-8326-4E73-9CC6-DE25EB41468C}" srcOrd="0" destOrd="2" presId="urn:microsoft.com/office/officeart/2005/8/layout/vList2"/>
    <dgm:cxn modelId="{8D20F664-18B3-4C71-992A-C8522CEFA3AA}" srcId="{F1DF93E7-755E-456D-8381-805DF96401EC}" destId="{A33D1ADC-82D0-4CA1-B08F-D99AAA8062E1}" srcOrd="3" destOrd="0" parTransId="{F1D52B4F-6BC7-4852-ACF6-D2A701F92CB3}" sibTransId="{0106D8EA-EE44-4C98-B84B-23B9A982F1E3}"/>
    <dgm:cxn modelId="{92122D7F-FBA3-45BB-B613-790ECE72F2EB}" srcId="{F1DF93E7-755E-456D-8381-805DF96401EC}" destId="{60AEB72D-4BD3-47A2-BC35-6E8B5A542E3D}" srcOrd="1" destOrd="0" parTransId="{137AC244-37B7-447A-8109-C0D24EBF0D8B}" sibTransId="{56F7B010-0F02-48D0-BA2D-B7BE114EC935}"/>
    <dgm:cxn modelId="{099F28B4-D351-4A9D-8689-A0A4E9052B1D}" srcId="{F1DF93E7-755E-456D-8381-805DF96401EC}" destId="{11287918-26EE-4B6D-9A8B-0E400F818AB1}" srcOrd="2" destOrd="0" parTransId="{57BF1658-0067-4708-A8C0-1A3DF956E039}" sibTransId="{6922A918-AE27-411F-AEE1-9852233A2ECB}"/>
    <dgm:cxn modelId="{8D6021C5-7831-476A-9FFF-ECF3DEA81AB0}" type="presOf" srcId="{F1DF93E7-755E-456D-8381-805DF96401EC}" destId="{EB0D92B8-CF51-4779-BF75-CAA7920A227D}" srcOrd="0" destOrd="0" presId="urn:microsoft.com/office/officeart/2005/8/layout/vList2"/>
    <dgm:cxn modelId="{73322BD4-8CE5-4EA4-822B-5A4166306EB0}" srcId="{44E36DA8-6DD8-4223-B10E-C832E0BBF146}" destId="{F1DF93E7-755E-456D-8381-805DF96401EC}" srcOrd="0" destOrd="0" parTransId="{CE1C277B-6B30-4A29-A47A-D168D5BB641B}" sibTransId="{09E15258-4641-4098-A0A1-CB14B6A5B829}"/>
    <dgm:cxn modelId="{1893D8E0-1AC1-4930-810A-179B763EFA2A}" srcId="{F1DF93E7-755E-456D-8381-805DF96401EC}" destId="{D1C3EE74-E5B2-4693-B78C-E6A86C1049DB}" srcOrd="0" destOrd="0" parTransId="{334FA529-3C0D-456D-A900-3F363281ACE3}" sibTransId="{1A8B06AB-1F88-4CCF-B622-DE49ACFCBE11}"/>
    <dgm:cxn modelId="{564F49E7-A2C6-4A39-85B8-3CDEF9469ED4}" type="presOf" srcId="{60AEB72D-4BD3-47A2-BC35-6E8B5A542E3D}" destId="{D47BA9F9-8326-4E73-9CC6-DE25EB41468C}" srcOrd="0" destOrd="1" presId="urn:microsoft.com/office/officeart/2005/8/layout/vList2"/>
    <dgm:cxn modelId="{FB684F81-8A90-4EFE-A1AB-AC4C2543B571}" type="presParOf" srcId="{0B9CC6D3-E581-4890-84FA-4A0391783658}" destId="{EB0D92B8-CF51-4779-BF75-CAA7920A227D}" srcOrd="0" destOrd="0" presId="urn:microsoft.com/office/officeart/2005/8/layout/vList2"/>
    <dgm:cxn modelId="{8DBB83BF-4F1E-4D4A-8C01-A3C397077CAF}" type="presParOf" srcId="{0B9CC6D3-E581-4890-84FA-4A0391783658}" destId="{D47BA9F9-8326-4E73-9CC6-DE25EB41468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C31345BA-01BF-45A9-AE95-F7C20085EF5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243D13-0C94-460A-895F-1694391B95E3}">
      <dgm:prSet/>
      <dgm:spPr/>
      <dgm:t>
        <a:bodyPr/>
        <a:lstStyle/>
        <a:p>
          <a:r>
            <a:rPr lang="ru-RU" b="0" i="0"/>
            <a:t>М. Примаченко</a:t>
          </a:r>
          <a:endParaRPr lang="uk-UA"/>
        </a:p>
      </dgm:t>
    </dgm:pt>
    <dgm:pt modelId="{DE55D8A8-43F0-470A-9410-9FADD805797F}" type="parTrans" cxnId="{B975C9C1-A211-421C-9454-4696A1119272}">
      <dgm:prSet/>
      <dgm:spPr/>
      <dgm:t>
        <a:bodyPr/>
        <a:lstStyle/>
        <a:p>
          <a:endParaRPr lang="uk-UA"/>
        </a:p>
      </dgm:t>
    </dgm:pt>
    <dgm:pt modelId="{3136E372-4F75-43E5-8AC4-28C3D06194CD}" type="sibTrans" cxnId="{B975C9C1-A211-421C-9454-4696A1119272}">
      <dgm:prSet/>
      <dgm:spPr/>
      <dgm:t>
        <a:bodyPr/>
        <a:lstStyle/>
        <a:p>
          <a:endParaRPr lang="uk-UA"/>
        </a:p>
      </dgm:t>
    </dgm:pt>
    <dgm:pt modelId="{327D69AD-213E-45F0-A7B7-C6D68E994A9B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37247CCB-1477-45CA-B007-07833B007A7E}" type="parTrans" cxnId="{5D36A4D5-517B-4F6E-8AF0-D7ED58E6CC7B}">
      <dgm:prSet/>
      <dgm:spPr/>
      <dgm:t>
        <a:bodyPr/>
        <a:lstStyle/>
        <a:p>
          <a:endParaRPr lang="uk-UA"/>
        </a:p>
      </dgm:t>
    </dgm:pt>
    <dgm:pt modelId="{805BF784-9877-47E4-A27C-86ECB1A0E2E6}" type="sibTrans" cxnId="{5D36A4D5-517B-4F6E-8AF0-D7ED58E6CC7B}">
      <dgm:prSet/>
      <dgm:spPr/>
      <dgm:t>
        <a:bodyPr/>
        <a:lstStyle/>
        <a:p>
          <a:endParaRPr lang="uk-UA"/>
        </a:p>
      </dgm:t>
    </dgm:pt>
    <dgm:pt modelId="{6165D1CC-64D7-49C7-B608-805ED6CC25EC}">
      <dgm:prSet/>
      <dgm:spPr/>
      <dgm:t>
        <a:bodyPr/>
        <a:lstStyle/>
        <a:p>
          <a:r>
            <a:rPr lang="ru-RU" b="0" i="0"/>
            <a:t>М. Самокиш</a:t>
          </a:r>
          <a:endParaRPr lang="uk-UA"/>
        </a:p>
      </dgm:t>
    </dgm:pt>
    <dgm:pt modelId="{15BE541C-A562-428B-97CB-A4EA5C88E6E2}" type="parTrans" cxnId="{CE79D604-4A3D-462A-AB87-9886AD319EA6}">
      <dgm:prSet/>
      <dgm:spPr/>
      <dgm:t>
        <a:bodyPr/>
        <a:lstStyle/>
        <a:p>
          <a:endParaRPr lang="uk-UA"/>
        </a:p>
      </dgm:t>
    </dgm:pt>
    <dgm:pt modelId="{61EFA5DE-333A-4F98-A825-1BBE762E536A}" type="sibTrans" cxnId="{CE79D604-4A3D-462A-AB87-9886AD319EA6}">
      <dgm:prSet/>
      <dgm:spPr/>
      <dgm:t>
        <a:bodyPr/>
        <a:lstStyle/>
        <a:p>
          <a:endParaRPr lang="uk-UA"/>
        </a:p>
      </dgm:t>
    </dgm:pt>
    <dgm:pt modelId="{E29D16D5-FF9E-4E3D-8E03-B3734F3FD6FF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923510F3-C140-4FBD-B8E0-02EFEBBB9877}" type="parTrans" cxnId="{A571D466-7FCD-4CA8-BBC8-20D09E11A956}">
      <dgm:prSet/>
      <dgm:spPr/>
      <dgm:t>
        <a:bodyPr/>
        <a:lstStyle/>
        <a:p>
          <a:endParaRPr lang="uk-UA"/>
        </a:p>
      </dgm:t>
    </dgm:pt>
    <dgm:pt modelId="{0B394637-DFEB-466A-9B35-E5C3A647CF46}" type="sibTrans" cxnId="{A571D466-7FCD-4CA8-BBC8-20D09E11A956}">
      <dgm:prSet/>
      <dgm:spPr/>
      <dgm:t>
        <a:bodyPr/>
        <a:lstStyle/>
        <a:p>
          <a:endParaRPr lang="uk-UA"/>
        </a:p>
      </dgm:t>
    </dgm:pt>
    <dgm:pt modelId="{C0DDD248-95C0-417F-B61C-4DEA0D9029F5}">
      <dgm:prSet/>
      <dgm:spPr/>
      <dgm:t>
        <a:bodyPr/>
        <a:lstStyle/>
        <a:p>
          <a:r>
            <a:rPr lang="ru-RU" b="0" i="0"/>
            <a:t>В. Касіян</a:t>
          </a:r>
          <a:endParaRPr lang="uk-UA"/>
        </a:p>
      </dgm:t>
    </dgm:pt>
    <dgm:pt modelId="{EE988672-F53B-485B-B84C-A14750AF3004}" type="parTrans" cxnId="{7CF94D27-A44E-4ECA-A408-EBCE15AB386B}">
      <dgm:prSet/>
      <dgm:spPr/>
      <dgm:t>
        <a:bodyPr/>
        <a:lstStyle/>
        <a:p>
          <a:endParaRPr lang="uk-UA"/>
        </a:p>
      </dgm:t>
    </dgm:pt>
    <dgm:pt modelId="{2310376F-49AC-4C8E-A636-3166FD631A19}" type="sibTrans" cxnId="{7CF94D27-A44E-4ECA-A408-EBCE15AB386B}">
      <dgm:prSet/>
      <dgm:spPr/>
      <dgm:t>
        <a:bodyPr/>
        <a:lstStyle/>
        <a:p>
          <a:endParaRPr lang="uk-UA"/>
        </a:p>
      </dgm:t>
    </dgm:pt>
    <dgm:pt modelId="{CA01237E-E084-4D77-A3B6-56911B28FB46}" type="pres">
      <dgm:prSet presAssocID="{C31345BA-01BF-45A9-AE95-F7C20085EF58}" presName="Name0" presStyleCnt="0">
        <dgm:presLayoutVars>
          <dgm:chMax val="7"/>
          <dgm:chPref val="7"/>
          <dgm:dir/>
        </dgm:presLayoutVars>
      </dgm:prSet>
      <dgm:spPr/>
    </dgm:pt>
    <dgm:pt modelId="{E56CBDCF-7024-4853-BDE6-F50BE361BC16}" type="pres">
      <dgm:prSet presAssocID="{C31345BA-01BF-45A9-AE95-F7C20085EF58}" presName="Name1" presStyleCnt="0"/>
      <dgm:spPr/>
    </dgm:pt>
    <dgm:pt modelId="{9923938F-57BE-4B0A-9842-F71F67437F16}" type="pres">
      <dgm:prSet presAssocID="{C31345BA-01BF-45A9-AE95-F7C20085EF58}" presName="cycle" presStyleCnt="0"/>
      <dgm:spPr/>
    </dgm:pt>
    <dgm:pt modelId="{CEB8F426-E8AF-4017-90D7-F653CC4D3675}" type="pres">
      <dgm:prSet presAssocID="{C31345BA-01BF-45A9-AE95-F7C20085EF58}" presName="srcNode" presStyleLbl="node1" presStyleIdx="0" presStyleCnt="5"/>
      <dgm:spPr/>
    </dgm:pt>
    <dgm:pt modelId="{14615C22-A247-477D-A52B-E17DD77703E8}" type="pres">
      <dgm:prSet presAssocID="{C31345BA-01BF-45A9-AE95-F7C20085EF58}" presName="conn" presStyleLbl="parChTrans1D2" presStyleIdx="0" presStyleCnt="1"/>
      <dgm:spPr/>
    </dgm:pt>
    <dgm:pt modelId="{1D3883E2-7AE6-46B0-ADCB-0194B82F5942}" type="pres">
      <dgm:prSet presAssocID="{C31345BA-01BF-45A9-AE95-F7C20085EF58}" presName="extraNode" presStyleLbl="node1" presStyleIdx="0" presStyleCnt="5"/>
      <dgm:spPr/>
    </dgm:pt>
    <dgm:pt modelId="{9DA3A814-F5D9-4C2B-AD40-5751C02A37CF}" type="pres">
      <dgm:prSet presAssocID="{C31345BA-01BF-45A9-AE95-F7C20085EF58}" presName="dstNode" presStyleLbl="node1" presStyleIdx="0" presStyleCnt="5"/>
      <dgm:spPr/>
    </dgm:pt>
    <dgm:pt modelId="{8CB16594-CABF-4CDF-A970-AC8726B3F022}" type="pres">
      <dgm:prSet presAssocID="{74243D13-0C94-460A-895F-1694391B95E3}" presName="text_1" presStyleLbl="node1" presStyleIdx="0" presStyleCnt="5">
        <dgm:presLayoutVars>
          <dgm:bulletEnabled val="1"/>
        </dgm:presLayoutVars>
      </dgm:prSet>
      <dgm:spPr/>
    </dgm:pt>
    <dgm:pt modelId="{070FE81A-4EF3-4FC2-B717-42FD092070FA}" type="pres">
      <dgm:prSet presAssocID="{74243D13-0C94-460A-895F-1694391B95E3}" presName="accent_1" presStyleCnt="0"/>
      <dgm:spPr/>
    </dgm:pt>
    <dgm:pt modelId="{C27FDB06-31C2-48E0-93D2-F1629A9ADD37}" type="pres">
      <dgm:prSet presAssocID="{74243D13-0C94-460A-895F-1694391B95E3}" presName="accentRepeatNode" presStyleLbl="solidFgAcc1" presStyleIdx="0" presStyleCnt="5"/>
      <dgm:spPr/>
    </dgm:pt>
    <dgm:pt modelId="{ECE2613B-7CE8-439C-A24D-E0998F3DF418}" type="pres">
      <dgm:prSet presAssocID="{327D69AD-213E-45F0-A7B7-C6D68E994A9B}" presName="text_2" presStyleLbl="node1" presStyleIdx="1" presStyleCnt="5">
        <dgm:presLayoutVars>
          <dgm:bulletEnabled val="1"/>
        </dgm:presLayoutVars>
      </dgm:prSet>
      <dgm:spPr/>
    </dgm:pt>
    <dgm:pt modelId="{3254CB48-53DB-40FC-A883-F5FBD0A66A1A}" type="pres">
      <dgm:prSet presAssocID="{327D69AD-213E-45F0-A7B7-C6D68E994A9B}" presName="accent_2" presStyleCnt="0"/>
      <dgm:spPr/>
    </dgm:pt>
    <dgm:pt modelId="{71C8BB02-B6A3-4A71-849F-B2DD2AF56F8C}" type="pres">
      <dgm:prSet presAssocID="{327D69AD-213E-45F0-A7B7-C6D68E994A9B}" presName="accentRepeatNode" presStyleLbl="solidFgAcc1" presStyleIdx="1" presStyleCnt="5"/>
      <dgm:spPr/>
    </dgm:pt>
    <dgm:pt modelId="{A033F4E0-2DE0-40C0-9F71-2177701C1B9C}" type="pres">
      <dgm:prSet presAssocID="{6165D1CC-64D7-49C7-B608-805ED6CC25EC}" presName="text_3" presStyleLbl="node1" presStyleIdx="2" presStyleCnt="5">
        <dgm:presLayoutVars>
          <dgm:bulletEnabled val="1"/>
        </dgm:presLayoutVars>
      </dgm:prSet>
      <dgm:spPr/>
    </dgm:pt>
    <dgm:pt modelId="{910F350C-1E84-4ADA-933A-8B97A3FF14CD}" type="pres">
      <dgm:prSet presAssocID="{6165D1CC-64D7-49C7-B608-805ED6CC25EC}" presName="accent_3" presStyleCnt="0"/>
      <dgm:spPr/>
    </dgm:pt>
    <dgm:pt modelId="{071919BA-C07B-4FB7-ADB7-9AEF096DB2BF}" type="pres">
      <dgm:prSet presAssocID="{6165D1CC-64D7-49C7-B608-805ED6CC25EC}" presName="accentRepeatNode" presStyleLbl="solidFgAcc1" presStyleIdx="2" presStyleCnt="5"/>
      <dgm:spPr/>
    </dgm:pt>
    <dgm:pt modelId="{25C7276D-0883-4F9E-B7B0-B2B795D9F63D}" type="pres">
      <dgm:prSet presAssocID="{E29D16D5-FF9E-4E3D-8E03-B3734F3FD6FF}" presName="text_4" presStyleLbl="node1" presStyleIdx="3" presStyleCnt="5">
        <dgm:presLayoutVars>
          <dgm:bulletEnabled val="1"/>
        </dgm:presLayoutVars>
      </dgm:prSet>
      <dgm:spPr/>
    </dgm:pt>
    <dgm:pt modelId="{F8111806-7BD0-4084-8370-60CEE7615458}" type="pres">
      <dgm:prSet presAssocID="{E29D16D5-FF9E-4E3D-8E03-B3734F3FD6FF}" presName="accent_4" presStyleCnt="0"/>
      <dgm:spPr/>
    </dgm:pt>
    <dgm:pt modelId="{8712BF41-84AC-4BF5-A7D7-470E8892A046}" type="pres">
      <dgm:prSet presAssocID="{E29D16D5-FF9E-4E3D-8E03-B3734F3FD6FF}" presName="accentRepeatNode" presStyleLbl="solidFgAcc1" presStyleIdx="3" presStyleCnt="5"/>
      <dgm:spPr/>
    </dgm:pt>
    <dgm:pt modelId="{23EEA1BA-DCA4-46A3-A8E3-22BC33907916}" type="pres">
      <dgm:prSet presAssocID="{C0DDD248-95C0-417F-B61C-4DEA0D9029F5}" presName="text_5" presStyleLbl="node1" presStyleIdx="4" presStyleCnt="5">
        <dgm:presLayoutVars>
          <dgm:bulletEnabled val="1"/>
        </dgm:presLayoutVars>
      </dgm:prSet>
      <dgm:spPr/>
    </dgm:pt>
    <dgm:pt modelId="{4B0D299D-5897-446A-A8C7-40CE08D407A4}" type="pres">
      <dgm:prSet presAssocID="{C0DDD248-95C0-417F-B61C-4DEA0D9029F5}" presName="accent_5" presStyleCnt="0"/>
      <dgm:spPr/>
    </dgm:pt>
    <dgm:pt modelId="{7260E6CD-BB53-4124-A910-7617F1BDDDA8}" type="pres">
      <dgm:prSet presAssocID="{C0DDD248-95C0-417F-B61C-4DEA0D9029F5}" presName="accentRepeatNode" presStyleLbl="solidFgAcc1" presStyleIdx="4" presStyleCnt="5"/>
      <dgm:spPr/>
    </dgm:pt>
  </dgm:ptLst>
  <dgm:cxnLst>
    <dgm:cxn modelId="{CE79D604-4A3D-462A-AB87-9886AD319EA6}" srcId="{C31345BA-01BF-45A9-AE95-F7C20085EF58}" destId="{6165D1CC-64D7-49C7-B608-805ED6CC25EC}" srcOrd="2" destOrd="0" parTransId="{15BE541C-A562-428B-97CB-A4EA5C88E6E2}" sibTransId="{61EFA5DE-333A-4F98-A825-1BBE762E536A}"/>
    <dgm:cxn modelId="{F1F8B715-28F0-467D-821A-A4BB8820D027}" type="presOf" srcId="{327D69AD-213E-45F0-A7B7-C6D68E994A9B}" destId="{ECE2613B-7CE8-439C-A24D-E0998F3DF418}" srcOrd="0" destOrd="0" presId="urn:microsoft.com/office/officeart/2008/layout/VerticalCurvedList"/>
    <dgm:cxn modelId="{C7822B1C-EC2A-4BA5-A9B9-6DEFA334AD6F}" type="presOf" srcId="{3136E372-4F75-43E5-8AC4-28C3D06194CD}" destId="{14615C22-A247-477D-A52B-E17DD77703E8}" srcOrd="0" destOrd="0" presId="urn:microsoft.com/office/officeart/2008/layout/VerticalCurvedList"/>
    <dgm:cxn modelId="{7CF94D27-A44E-4ECA-A408-EBCE15AB386B}" srcId="{C31345BA-01BF-45A9-AE95-F7C20085EF58}" destId="{C0DDD248-95C0-417F-B61C-4DEA0D9029F5}" srcOrd="4" destOrd="0" parTransId="{EE988672-F53B-485B-B84C-A14750AF3004}" sibTransId="{2310376F-49AC-4C8E-A636-3166FD631A19}"/>
    <dgm:cxn modelId="{506E312D-738A-488A-95DD-78DAD329D104}" type="presOf" srcId="{E29D16D5-FF9E-4E3D-8E03-B3734F3FD6FF}" destId="{25C7276D-0883-4F9E-B7B0-B2B795D9F63D}" srcOrd="0" destOrd="0" presId="urn:microsoft.com/office/officeart/2008/layout/VerticalCurvedList"/>
    <dgm:cxn modelId="{8C55383F-7974-4D10-81FA-47B192CF49DC}" type="presOf" srcId="{C31345BA-01BF-45A9-AE95-F7C20085EF58}" destId="{CA01237E-E084-4D77-A3B6-56911B28FB46}" srcOrd="0" destOrd="0" presId="urn:microsoft.com/office/officeart/2008/layout/VerticalCurvedList"/>
    <dgm:cxn modelId="{A571D466-7FCD-4CA8-BBC8-20D09E11A956}" srcId="{C31345BA-01BF-45A9-AE95-F7C20085EF58}" destId="{E29D16D5-FF9E-4E3D-8E03-B3734F3FD6FF}" srcOrd="3" destOrd="0" parTransId="{923510F3-C140-4FBD-B8E0-02EFEBBB9877}" sibTransId="{0B394637-DFEB-466A-9B35-E5C3A647CF46}"/>
    <dgm:cxn modelId="{493DDC4D-0517-4599-99C7-350F85CAF282}" type="presOf" srcId="{74243D13-0C94-460A-895F-1694391B95E3}" destId="{8CB16594-CABF-4CDF-A970-AC8726B3F022}" srcOrd="0" destOrd="0" presId="urn:microsoft.com/office/officeart/2008/layout/VerticalCurvedList"/>
    <dgm:cxn modelId="{F7FC7494-DE93-4D94-A055-CBB77AE02EEF}" type="presOf" srcId="{6165D1CC-64D7-49C7-B608-805ED6CC25EC}" destId="{A033F4E0-2DE0-40C0-9F71-2177701C1B9C}" srcOrd="0" destOrd="0" presId="urn:microsoft.com/office/officeart/2008/layout/VerticalCurvedList"/>
    <dgm:cxn modelId="{B975C9C1-A211-421C-9454-4696A1119272}" srcId="{C31345BA-01BF-45A9-AE95-F7C20085EF58}" destId="{74243D13-0C94-460A-895F-1694391B95E3}" srcOrd="0" destOrd="0" parTransId="{DE55D8A8-43F0-470A-9410-9FADD805797F}" sibTransId="{3136E372-4F75-43E5-8AC4-28C3D06194CD}"/>
    <dgm:cxn modelId="{5D36A4D5-517B-4F6E-8AF0-D7ED58E6CC7B}" srcId="{C31345BA-01BF-45A9-AE95-F7C20085EF58}" destId="{327D69AD-213E-45F0-A7B7-C6D68E994A9B}" srcOrd="1" destOrd="0" parTransId="{37247CCB-1477-45CA-B007-07833B007A7E}" sibTransId="{805BF784-9877-47E4-A27C-86ECB1A0E2E6}"/>
    <dgm:cxn modelId="{9D949FFC-124A-4AD0-95DD-25FC71B10118}" type="presOf" srcId="{C0DDD248-95C0-417F-B61C-4DEA0D9029F5}" destId="{23EEA1BA-DCA4-46A3-A8E3-22BC33907916}" srcOrd="0" destOrd="0" presId="urn:microsoft.com/office/officeart/2008/layout/VerticalCurvedList"/>
    <dgm:cxn modelId="{0E505305-59A9-40A3-BF9D-611EC9AD0FFF}" type="presParOf" srcId="{CA01237E-E084-4D77-A3B6-56911B28FB46}" destId="{E56CBDCF-7024-4853-BDE6-F50BE361BC16}" srcOrd="0" destOrd="0" presId="urn:microsoft.com/office/officeart/2008/layout/VerticalCurvedList"/>
    <dgm:cxn modelId="{5F01F665-F002-4F9D-B13B-A9FAEB4249A8}" type="presParOf" srcId="{E56CBDCF-7024-4853-BDE6-F50BE361BC16}" destId="{9923938F-57BE-4B0A-9842-F71F67437F16}" srcOrd="0" destOrd="0" presId="urn:microsoft.com/office/officeart/2008/layout/VerticalCurvedList"/>
    <dgm:cxn modelId="{78A9D805-2236-4096-B5B2-4C0CDF2F165A}" type="presParOf" srcId="{9923938F-57BE-4B0A-9842-F71F67437F16}" destId="{CEB8F426-E8AF-4017-90D7-F653CC4D3675}" srcOrd="0" destOrd="0" presId="urn:microsoft.com/office/officeart/2008/layout/VerticalCurvedList"/>
    <dgm:cxn modelId="{9A67EA54-67A0-4926-AE85-BD1B7DD99CD0}" type="presParOf" srcId="{9923938F-57BE-4B0A-9842-F71F67437F16}" destId="{14615C22-A247-477D-A52B-E17DD77703E8}" srcOrd="1" destOrd="0" presId="urn:microsoft.com/office/officeart/2008/layout/VerticalCurvedList"/>
    <dgm:cxn modelId="{CF7C18FC-548D-4E49-BAEC-DC7D8132E437}" type="presParOf" srcId="{9923938F-57BE-4B0A-9842-F71F67437F16}" destId="{1D3883E2-7AE6-46B0-ADCB-0194B82F5942}" srcOrd="2" destOrd="0" presId="urn:microsoft.com/office/officeart/2008/layout/VerticalCurvedList"/>
    <dgm:cxn modelId="{6CC1DD81-6DAA-429A-AD73-0C45E3C23E41}" type="presParOf" srcId="{9923938F-57BE-4B0A-9842-F71F67437F16}" destId="{9DA3A814-F5D9-4C2B-AD40-5751C02A37CF}" srcOrd="3" destOrd="0" presId="urn:microsoft.com/office/officeart/2008/layout/VerticalCurvedList"/>
    <dgm:cxn modelId="{890F7637-BFDA-475F-890D-846F25AF7AC8}" type="presParOf" srcId="{E56CBDCF-7024-4853-BDE6-F50BE361BC16}" destId="{8CB16594-CABF-4CDF-A970-AC8726B3F022}" srcOrd="1" destOrd="0" presId="urn:microsoft.com/office/officeart/2008/layout/VerticalCurvedList"/>
    <dgm:cxn modelId="{58D7AC07-7E7A-4D65-B499-336FCDFA4A88}" type="presParOf" srcId="{E56CBDCF-7024-4853-BDE6-F50BE361BC16}" destId="{070FE81A-4EF3-4FC2-B717-42FD092070FA}" srcOrd="2" destOrd="0" presId="urn:microsoft.com/office/officeart/2008/layout/VerticalCurvedList"/>
    <dgm:cxn modelId="{22F268F3-7424-44E8-8986-2C89B611115A}" type="presParOf" srcId="{070FE81A-4EF3-4FC2-B717-42FD092070FA}" destId="{C27FDB06-31C2-48E0-93D2-F1629A9ADD37}" srcOrd="0" destOrd="0" presId="urn:microsoft.com/office/officeart/2008/layout/VerticalCurvedList"/>
    <dgm:cxn modelId="{ADD2FCC3-5631-451E-B5B7-A56AB0851ABB}" type="presParOf" srcId="{E56CBDCF-7024-4853-BDE6-F50BE361BC16}" destId="{ECE2613B-7CE8-439C-A24D-E0998F3DF418}" srcOrd="3" destOrd="0" presId="urn:microsoft.com/office/officeart/2008/layout/VerticalCurvedList"/>
    <dgm:cxn modelId="{98F042F6-27E2-4F9A-AF51-9487ACA97E50}" type="presParOf" srcId="{E56CBDCF-7024-4853-BDE6-F50BE361BC16}" destId="{3254CB48-53DB-40FC-A883-F5FBD0A66A1A}" srcOrd="4" destOrd="0" presId="urn:microsoft.com/office/officeart/2008/layout/VerticalCurvedList"/>
    <dgm:cxn modelId="{2B13D45E-E76C-461C-B7ED-1A4EC807BAFB}" type="presParOf" srcId="{3254CB48-53DB-40FC-A883-F5FBD0A66A1A}" destId="{71C8BB02-B6A3-4A71-849F-B2DD2AF56F8C}" srcOrd="0" destOrd="0" presId="urn:microsoft.com/office/officeart/2008/layout/VerticalCurvedList"/>
    <dgm:cxn modelId="{37B4A002-5525-453A-B7C0-97B4D5202FF9}" type="presParOf" srcId="{E56CBDCF-7024-4853-BDE6-F50BE361BC16}" destId="{A033F4E0-2DE0-40C0-9F71-2177701C1B9C}" srcOrd="5" destOrd="0" presId="urn:microsoft.com/office/officeart/2008/layout/VerticalCurvedList"/>
    <dgm:cxn modelId="{738B77FE-D37B-44C4-9C81-D0B65686FD18}" type="presParOf" srcId="{E56CBDCF-7024-4853-BDE6-F50BE361BC16}" destId="{910F350C-1E84-4ADA-933A-8B97A3FF14CD}" srcOrd="6" destOrd="0" presId="urn:microsoft.com/office/officeart/2008/layout/VerticalCurvedList"/>
    <dgm:cxn modelId="{5DC022F6-BAC1-4457-9C2B-6499573C4DAF}" type="presParOf" srcId="{910F350C-1E84-4ADA-933A-8B97A3FF14CD}" destId="{071919BA-C07B-4FB7-ADB7-9AEF096DB2BF}" srcOrd="0" destOrd="0" presId="urn:microsoft.com/office/officeart/2008/layout/VerticalCurvedList"/>
    <dgm:cxn modelId="{87244E28-3FCD-4642-8CD8-E9D56283AA5B}" type="presParOf" srcId="{E56CBDCF-7024-4853-BDE6-F50BE361BC16}" destId="{25C7276D-0883-4F9E-B7B0-B2B795D9F63D}" srcOrd="7" destOrd="0" presId="urn:microsoft.com/office/officeart/2008/layout/VerticalCurvedList"/>
    <dgm:cxn modelId="{B5C726AC-313C-4EAB-A1D7-27C3839F2FA2}" type="presParOf" srcId="{E56CBDCF-7024-4853-BDE6-F50BE361BC16}" destId="{F8111806-7BD0-4084-8370-60CEE7615458}" srcOrd="8" destOrd="0" presId="urn:microsoft.com/office/officeart/2008/layout/VerticalCurvedList"/>
    <dgm:cxn modelId="{6BC908CC-64A9-4341-9AC8-3EEB08B8DEF1}" type="presParOf" srcId="{F8111806-7BD0-4084-8370-60CEE7615458}" destId="{8712BF41-84AC-4BF5-A7D7-470E8892A046}" srcOrd="0" destOrd="0" presId="urn:microsoft.com/office/officeart/2008/layout/VerticalCurvedList"/>
    <dgm:cxn modelId="{33226F4C-A42D-4391-B080-DB4844A199B3}" type="presParOf" srcId="{E56CBDCF-7024-4853-BDE6-F50BE361BC16}" destId="{23EEA1BA-DCA4-46A3-A8E3-22BC33907916}" srcOrd="9" destOrd="0" presId="urn:microsoft.com/office/officeart/2008/layout/VerticalCurvedList"/>
    <dgm:cxn modelId="{3CB7D12F-FAE1-4366-A8BA-EBF388A2420C}" type="presParOf" srcId="{E56CBDCF-7024-4853-BDE6-F50BE361BC16}" destId="{4B0D299D-5897-446A-A8C7-40CE08D407A4}" srcOrd="10" destOrd="0" presId="urn:microsoft.com/office/officeart/2008/layout/VerticalCurvedList"/>
    <dgm:cxn modelId="{CE6A9319-8BEB-480E-878E-B626F377DDC5}" type="presParOf" srcId="{4B0D299D-5897-446A-A8C7-40CE08D407A4}" destId="{7260E6CD-BB53-4124-A910-7617F1BDDDA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86B66248-A2DD-45E0-BB1E-353E4055718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D9D1390-7C1D-4DBF-8273-EC1C61C8B087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BF6B4F46-D7A7-477D-B90A-3EF2B59AA216}" type="parTrans" cxnId="{EE3E1D7A-C5BD-4ED5-A5F1-FE44CDEAAAFB}">
      <dgm:prSet/>
      <dgm:spPr/>
      <dgm:t>
        <a:bodyPr/>
        <a:lstStyle/>
        <a:p>
          <a:endParaRPr lang="uk-UA"/>
        </a:p>
      </dgm:t>
    </dgm:pt>
    <dgm:pt modelId="{F41E4274-FAD1-4901-818E-B8341027AC7A}" type="sibTrans" cxnId="{EE3E1D7A-C5BD-4ED5-A5F1-FE44CDEAAAFB}">
      <dgm:prSet/>
      <dgm:spPr/>
      <dgm:t>
        <a:bodyPr/>
        <a:lstStyle/>
        <a:p>
          <a:endParaRPr lang="uk-UA"/>
        </a:p>
      </dgm:t>
    </dgm:pt>
    <dgm:pt modelId="{FE0D9199-819F-4E4F-98F3-3D4D5CB118E2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CA50ECEC-C75D-4153-A05B-042DF2EA6FCD}" type="parTrans" cxnId="{C1AA587F-9BD9-47A3-B21E-CB92F64C816B}">
      <dgm:prSet/>
      <dgm:spPr/>
      <dgm:t>
        <a:bodyPr/>
        <a:lstStyle/>
        <a:p>
          <a:endParaRPr lang="uk-UA"/>
        </a:p>
      </dgm:t>
    </dgm:pt>
    <dgm:pt modelId="{B31F427F-E928-42A5-8988-95D37FDDC0DB}" type="sibTrans" cxnId="{C1AA587F-9BD9-47A3-B21E-CB92F64C816B}">
      <dgm:prSet/>
      <dgm:spPr/>
      <dgm:t>
        <a:bodyPr/>
        <a:lstStyle/>
        <a:p>
          <a:endParaRPr lang="uk-UA"/>
        </a:p>
      </dgm:t>
    </dgm:pt>
    <dgm:pt modelId="{ED3717D9-52F8-446B-88CC-FB07F695FFBF}">
      <dgm:prSet/>
      <dgm:spPr/>
      <dgm:t>
        <a:bodyPr/>
        <a:lstStyle/>
        <a:p>
          <a:r>
            <a:rPr lang="ru-RU" b="0" i="0"/>
            <a:t>М. Примаченко</a:t>
          </a:r>
          <a:endParaRPr lang="uk-UA"/>
        </a:p>
      </dgm:t>
    </dgm:pt>
    <dgm:pt modelId="{12449CC1-C4E4-4037-8D85-F1187DCF5CEF}" type="parTrans" cxnId="{5F290494-C3D1-43F5-9E3F-A7CE5779FB3B}">
      <dgm:prSet/>
      <dgm:spPr/>
      <dgm:t>
        <a:bodyPr/>
        <a:lstStyle/>
        <a:p>
          <a:endParaRPr lang="uk-UA"/>
        </a:p>
      </dgm:t>
    </dgm:pt>
    <dgm:pt modelId="{BCDD8283-03E3-4A23-B699-625948EA7636}" type="sibTrans" cxnId="{5F290494-C3D1-43F5-9E3F-A7CE5779FB3B}">
      <dgm:prSet/>
      <dgm:spPr/>
      <dgm:t>
        <a:bodyPr/>
        <a:lstStyle/>
        <a:p>
          <a:endParaRPr lang="uk-UA"/>
        </a:p>
      </dgm:t>
    </dgm:pt>
    <dgm:pt modelId="{4E3D7DC6-7FC5-44D6-9237-72AE700E7711}">
      <dgm:prSet/>
      <dgm:spPr/>
      <dgm:t>
        <a:bodyPr/>
        <a:lstStyle/>
        <a:p>
          <a:r>
            <a:rPr lang="ru-RU" b="0" i="0"/>
            <a:t>В. Касіян</a:t>
          </a:r>
          <a:endParaRPr lang="uk-UA"/>
        </a:p>
      </dgm:t>
    </dgm:pt>
    <dgm:pt modelId="{B5DCF3FA-431D-453F-8126-20989CC980B6}" type="parTrans" cxnId="{CE79A175-0EFB-4BC3-958F-5326341DBD77}">
      <dgm:prSet/>
      <dgm:spPr/>
      <dgm:t>
        <a:bodyPr/>
        <a:lstStyle/>
        <a:p>
          <a:endParaRPr lang="uk-UA"/>
        </a:p>
      </dgm:t>
    </dgm:pt>
    <dgm:pt modelId="{23350E20-E083-4AEB-9758-DBA2C6C6043D}" type="sibTrans" cxnId="{CE79A175-0EFB-4BC3-958F-5326341DBD77}">
      <dgm:prSet/>
      <dgm:spPr/>
      <dgm:t>
        <a:bodyPr/>
        <a:lstStyle/>
        <a:p>
          <a:endParaRPr lang="uk-UA"/>
        </a:p>
      </dgm:t>
    </dgm:pt>
    <dgm:pt modelId="{920DC510-E2E1-4AE3-8954-D2B30EF90F90}">
      <dgm:prSet/>
      <dgm:spPr/>
      <dgm:t>
        <a:bodyPr/>
        <a:lstStyle/>
        <a:p>
          <a:r>
            <a:rPr lang="ru-RU" b="0" i="0"/>
            <a:t>Г. Нарбут</a:t>
          </a:r>
          <a:endParaRPr lang="uk-UA"/>
        </a:p>
      </dgm:t>
    </dgm:pt>
    <dgm:pt modelId="{AE01B6F7-CA66-406C-AFA9-7625622AF2D8}" type="parTrans" cxnId="{442CA7EF-1E13-40AB-A9DC-700A568E1255}">
      <dgm:prSet/>
      <dgm:spPr/>
      <dgm:t>
        <a:bodyPr/>
        <a:lstStyle/>
        <a:p>
          <a:endParaRPr lang="uk-UA"/>
        </a:p>
      </dgm:t>
    </dgm:pt>
    <dgm:pt modelId="{216764A5-CB22-46FD-AF4D-608F2FA19BE4}" type="sibTrans" cxnId="{442CA7EF-1E13-40AB-A9DC-700A568E1255}">
      <dgm:prSet/>
      <dgm:spPr/>
      <dgm:t>
        <a:bodyPr/>
        <a:lstStyle/>
        <a:p>
          <a:endParaRPr lang="uk-UA"/>
        </a:p>
      </dgm:t>
    </dgm:pt>
    <dgm:pt modelId="{B8EE48BB-0356-4B34-9ACB-4AB681C7628E}" type="pres">
      <dgm:prSet presAssocID="{86B66248-A2DD-45E0-BB1E-353E40557189}" presName="compositeShape" presStyleCnt="0">
        <dgm:presLayoutVars>
          <dgm:chMax val="7"/>
          <dgm:dir/>
          <dgm:resizeHandles val="exact"/>
        </dgm:presLayoutVars>
      </dgm:prSet>
      <dgm:spPr/>
    </dgm:pt>
    <dgm:pt modelId="{500E5831-CED6-4A26-BBAA-DF8BD8BE3090}" type="pres">
      <dgm:prSet presAssocID="{5D9D1390-7C1D-4DBF-8273-EC1C61C8B087}" presName="circ1" presStyleLbl="vennNode1" presStyleIdx="0" presStyleCnt="5"/>
      <dgm:spPr/>
    </dgm:pt>
    <dgm:pt modelId="{F55DDD31-950C-41A3-8A2D-509D9F54CACD}" type="pres">
      <dgm:prSet presAssocID="{5D9D1390-7C1D-4DBF-8273-EC1C61C8B08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F7ECDF6-0EB1-4547-BF87-380F7F348B20}" type="pres">
      <dgm:prSet presAssocID="{FE0D9199-819F-4E4F-98F3-3D4D5CB118E2}" presName="circ2" presStyleLbl="vennNode1" presStyleIdx="1" presStyleCnt="5"/>
      <dgm:spPr/>
    </dgm:pt>
    <dgm:pt modelId="{D86212C1-047D-44F4-AAD3-E5CB0326DB73}" type="pres">
      <dgm:prSet presAssocID="{FE0D9199-819F-4E4F-98F3-3D4D5CB118E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8232B26-626F-4A60-B359-E3E519566D65}" type="pres">
      <dgm:prSet presAssocID="{ED3717D9-52F8-446B-88CC-FB07F695FFBF}" presName="circ3" presStyleLbl="vennNode1" presStyleIdx="2" presStyleCnt="5"/>
      <dgm:spPr/>
    </dgm:pt>
    <dgm:pt modelId="{9EFF788E-4B87-418E-AE33-77B8D29A58F1}" type="pres">
      <dgm:prSet presAssocID="{ED3717D9-52F8-446B-88CC-FB07F695FFB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E44DFEF-F62F-41F7-81D0-DDA423F49D66}" type="pres">
      <dgm:prSet presAssocID="{4E3D7DC6-7FC5-44D6-9237-72AE700E7711}" presName="circ4" presStyleLbl="vennNode1" presStyleIdx="3" presStyleCnt="5"/>
      <dgm:spPr/>
    </dgm:pt>
    <dgm:pt modelId="{62BCA427-4925-4306-9F24-D11D71333081}" type="pres">
      <dgm:prSet presAssocID="{4E3D7DC6-7FC5-44D6-9237-72AE700E7711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EE35544-7B58-4836-8CBC-113D01D3D4FD}" type="pres">
      <dgm:prSet presAssocID="{920DC510-E2E1-4AE3-8954-D2B30EF90F90}" presName="circ5" presStyleLbl="vennNode1" presStyleIdx="4" presStyleCnt="5"/>
      <dgm:spPr/>
    </dgm:pt>
    <dgm:pt modelId="{31D3D71A-93CC-4DE6-BE00-03F00883E40D}" type="pres">
      <dgm:prSet presAssocID="{920DC510-E2E1-4AE3-8954-D2B30EF90F90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3E2291F-C532-47D1-AE22-753DA622111C}" type="presOf" srcId="{4E3D7DC6-7FC5-44D6-9237-72AE700E7711}" destId="{62BCA427-4925-4306-9F24-D11D71333081}" srcOrd="0" destOrd="0" presId="urn:microsoft.com/office/officeart/2005/8/layout/venn1"/>
    <dgm:cxn modelId="{57059B2F-1CCC-4372-9A82-D17807FA3B4B}" type="presOf" srcId="{5D9D1390-7C1D-4DBF-8273-EC1C61C8B087}" destId="{F55DDD31-950C-41A3-8A2D-509D9F54CACD}" srcOrd="0" destOrd="0" presId="urn:microsoft.com/office/officeart/2005/8/layout/venn1"/>
    <dgm:cxn modelId="{CE79A175-0EFB-4BC3-958F-5326341DBD77}" srcId="{86B66248-A2DD-45E0-BB1E-353E40557189}" destId="{4E3D7DC6-7FC5-44D6-9237-72AE700E7711}" srcOrd="3" destOrd="0" parTransId="{B5DCF3FA-431D-453F-8126-20989CC980B6}" sibTransId="{23350E20-E083-4AEB-9758-DBA2C6C6043D}"/>
    <dgm:cxn modelId="{EE3E1D7A-C5BD-4ED5-A5F1-FE44CDEAAAFB}" srcId="{86B66248-A2DD-45E0-BB1E-353E40557189}" destId="{5D9D1390-7C1D-4DBF-8273-EC1C61C8B087}" srcOrd="0" destOrd="0" parTransId="{BF6B4F46-D7A7-477D-B90A-3EF2B59AA216}" sibTransId="{F41E4274-FAD1-4901-818E-B8341027AC7A}"/>
    <dgm:cxn modelId="{C1AA587F-9BD9-47A3-B21E-CB92F64C816B}" srcId="{86B66248-A2DD-45E0-BB1E-353E40557189}" destId="{FE0D9199-819F-4E4F-98F3-3D4D5CB118E2}" srcOrd="1" destOrd="0" parTransId="{CA50ECEC-C75D-4153-A05B-042DF2EA6FCD}" sibTransId="{B31F427F-E928-42A5-8988-95D37FDDC0DB}"/>
    <dgm:cxn modelId="{4164578A-8460-411F-8F0B-2F005602B135}" type="presOf" srcId="{ED3717D9-52F8-446B-88CC-FB07F695FFBF}" destId="{9EFF788E-4B87-418E-AE33-77B8D29A58F1}" srcOrd="0" destOrd="0" presId="urn:microsoft.com/office/officeart/2005/8/layout/venn1"/>
    <dgm:cxn modelId="{5F290494-C3D1-43F5-9E3F-A7CE5779FB3B}" srcId="{86B66248-A2DD-45E0-BB1E-353E40557189}" destId="{ED3717D9-52F8-446B-88CC-FB07F695FFBF}" srcOrd="2" destOrd="0" parTransId="{12449CC1-C4E4-4037-8D85-F1187DCF5CEF}" sibTransId="{BCDD8283-03E3-4A23-B699-625948EA7636}"/>
    <dgm:cxn modelId="{6BBFA4B2-C32D-4052-A2EE-9DEA1D42BDA7}" type="presOf" srcId="{86B66248-A2DD-45E0-BB1E-353E40557189}" destId="{B8EE48BB-0356-4B34-9ACB-4AB681C7628E}" srcOrd="0" destOrd="0" presId="urn:microsoft.com/office/officeart/2005/8/layout/venn1"/>
    <dgm:cxn modelId="{EACCF5CF-C462-4A63-961F-6D8D3367F6C4}" type="presOf" srcId="{920DC510-E2E1-4AE3-8954-D2B30EF90F90}" destId="{31D3D71A-93CC-4DE6-BE00-03F00883E40D}" srcOrd="0" destOrd="0" presId="urn:microsoft.com/office/officeart/2005/8/layout/venn1"/>
    <dgm:cxn modelId="{442CA7EF-1E13-40AB-A9DC-700A568E1255}" srcId="{86B66248-A2DD-45E0-BB1E-353E40557189}" destId="{920DC510-E2E1-4AE3-8954-D2B30EF90F90}" srcOrd="4" destOrd="0" parTransId="{AE01B6F7-CA66-406C-AFA9-7625622AF2D8}" sibTransId="{216764A5-CB22-46FD-AF4D-608F2FA19BE4}"/>
    <dgm:cxn modelId="{9CB948FA-CE02-444E-B28E-BDB0C41F9ABC}" type="presOf" srcId="{FE0D9199-819F-4E4F-98F3-3D4D5CB118E2}" destId="{D86212C1-047D-44F4-AAD3-E5CB0326DB73}" srcOrd="0" destOrd="0" presId="urn:microsoft.com/office/officeart/2005/8/layout/venn1"/>
    <dgm:cxn modelId="{72C9C857-1914-4370-80DC-F73438232E44}" type="presParOf" srcId="{B8EE48BB-0356-4B34-9ACB-4AB681C7628E}" destId="{500E5831-CED6-4A26-BBAA-DF8BD8BE3090}" srcOrd="0" destOrd="0" presId="urn:microsoft.com/office/officeart/2005/8/layout/venn1"/>
    <dgm:cxn modelId="{F54446E2-4C9E-4396-996A-7E55D9D7711E}" type="presParOf" srcId="{B8EE48BB-0356-4B34-9ACB-4AB681C7628E}" destId="{F55DDD31-950C-41A3-8A2D-509D9F54CACD}" srcOrd="1" destOrd="0" presId="urn:microsoft.com/office/officeart/2005/8/layout/venn1"/>
    <dgm:cxn modelId="{238DD733-8D9E-41BF-B3FD-B39A61FFC1FC}" type="presParOf" srcId="{B8EE48BB-0356-4B34-9ACB-4AB681C7628E}" destId="{6F7ECDF6-0EB1-4547-BF87-380F7F348B20}" srcOrd="2" destOrd="0" presId="urn:microsoft.com/office/officeart/2005/8/layout/venn1"/>
    <dgm:cxn modelId="{301945FC-D51C-43D2-81F9-5862FA37C82F}" type="presParOf" srcId="{B8EE48BB-0356-4B34-9ACB-4AB681C7628E}" destId="{D86212C1-047D-44F4-AAD3-E5CB0326DB73}" srcOrd="3" destOrd="0" presId="urn:microsoft.com/office/officeart/2005/8/layout/venn1"/>
    <dgm:cxn modelId="{F698F738-82C0-4496-8155-545B30B41BAB}" type="presParOf" srcId="{B8EE48BB-0356-4B34-9ACB-4AB681C7628E}" destId="{48232B26-626F-4A60-B359-E3E519566D65}" srcOrd="4" destOrd="0" presId="urn:microsoft.com/office/officeart/2005/8/layout/venn1"/>
    <dgm:cxn modelId="{34914A43-8D5D-49E2-8109-07D13652D0CB}" type="presParOf" srcId="{B8EE48BB-0356-4B34-9ACB-4AB681C7628E}" destId="{9EFF788E-4B87-418E-AE33-77B8D29A58F1}" srcOrd="5" destOrd="0" presId="urn:microsoft.com/office/officeart/2005/8/layout/venn1"/>
    <dgm:cxn modelId="{F8C81B8C-E6D6-40E3-A588-5D81056FD5BB}" type="presParOf" srcId="{B8EE48BB-0356-4B34-9ACB-4AB681C7628E}" destId="{EE44DFEF-F62F-41F7-81D0-DDA423F49D66}" srcOrd="6" destOrd="0" presId="urn:microsoft.com/office/officeart/2005/8/layout/venn1"/>
    <dgm:cxn modelId="{FB65BC1B-6C27-48B7-901B-ED013A171F55}" type="presParOf" srcId="{B8EE48BB-0356-4B34-9ACB-4AB681C7628E}" destId="{62BCA427-4925-4306-9F24-D11D71333081}" srcOrd="7" destOrd="0" presId="urn:microsoft.com/office/officeart/2005/8/layout/venn1"/>
    <dgm:cxn modelId="{013907DB-8D6C-4CB2-A426-3718BC28FA04}" type="presParOf" srcId="{B8EE48BB-0356-4B34-9ACB-4AB681C7628E}" destId="{8EE35544-7B58-4836-8CBC-113D01D3D4FD}" srcOrd="8" destOrd="0" presId="urn:microsoft.com/office/officeart/2005/8/layout/venn1"/>
    <dgm:cxn modelId="{CDA23E91-5563-4E10-8ADE-5B29960DB4A3}" type="presParOf" srcId="{B8EE48BB-0356-4B34-9ACB-4AB681C7628E}" destId="{31D3D71A-93CC-4DE6-BE00-03F00883E40D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46D7D-E51D-4BD4-B67C-5CCBEAFFBFD1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Володимирський</a:t>
          </a:r>
          <a:r>
            <a:rPr lang="ru-RU" sz="2500" b="0" i="0" kern="1200" dirty="0"/>
            <a:t> собор у </a:t>
          </a:r>
          <a:r>
            <a:rPr lang="ru-RU" sz="2500" b="0" i="0" kern="1200" dirty="0" err="1"/>
            <a:t>Києві</a:t>
          </a:r>
          <a:endParaRPr lang="uk-UA" sz="2500" kern="1200" dirty="0"/>
        </a:p>
      </dsp:txBody>
      <dsp:txXfrm>
        <a:off x="48481" y="57660"/>
        <a:ext cx="4657600" cy="896166"/>
      </dsp:txXfrm>
    </dsp:sp>
    <dsp:sp modelId="{161BBF87-E2EF-4E20-B2E8-445896708462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Покровський собор у Харкові</a:t>
          </a:r>
          <a:endParaRPr lang="uk-UA" sz="2500" kern="1200"/>
        </a:p>
      </dsp:txBody>
      <dsp:txXfrm>
        <a:off x="48481" y="1122789"/>
        <a:ext cx="4657600" cy="896166"/>
      </dsp:txXfrm>
    </dsp:sp>
    <dsp:sp modelId="{944385E3-EBF9-46E8-A334-DF8ABF75F812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Успенський</a:t>
          </a:r>
          <a:r>
            <a:rPr lang="ru-RU" sz="2500" b="0" i="0" kern="1200" dirty="0"/>
            <a:t> собор у </a:t>
          </a:r>
          <a:r>
            <a:rPr lang="ru-RU" sz="2500" b="0" i="0" kern="1200" dirty="0" err="1"/>
            <a:t>Почаєві</a:t>
          </a:r>
          <a:endParaRPr lang="uk-UA" sz="2500" kern="1200" dirty="0"/>
        </a:p>
      </dsp:txBody>
      <dsp:txXfrm>
        <a:off x="48481" y="2187918"/>
        <a:ext cx="4657600" cy="896166"/>
      </dsp:txXfrm>
    </dsp:sp>
    <dsp:sp modelId="{3D563F18-D8A4-4B71-AAFA-935AE7CD5943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Троїцький</a:t>
          </a:r>
          <a:r>
            <a:rPr lang="ru-RU" sz="2500" b="0" i="0" kern="1200" dirty="0"/>
            <a:t> собор у </a:t>
          </a:r>
          <a:r>
            <a:rPr lang="ru-RU" sz="2500" b="0" i="0" kern="1200" dirty="0" err="1"/>
            <a:t>Новомосковську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67901-2D0F-474D-9017-1F6CD6BD1A8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76E54-E56D-4263-AAAB-C384AD13DA17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Б. Хмельницького.</a:t>
          </a:r>
          <a:endParaRPr lang="uk-UA" sz="3200" kern="1200"/>
        </a:p>
      </dsp:txBody>
      <dsp:txXfrm>
        <a:off x="475988" y="323424"/>
        <a:ext cx="4221130" cy="647185"/>
      </dsp:txXfrm>
    </dsp:sp>
    <dsp:sp modelId="{9D9F0360-957B-4FCD-8019-F3300AD0CAD1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EB85E-D686-4DB2-A8C7-5AE976961119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І. Брюховецького.</a:t>
          </a:r>
          <a:endParaRPr lang="uk-UA" sz="3200" kern="1200"/>
        </a:p>
      </dsp:txBody>
      <dsp:txXfrm>
        <a:off x="847034" y="1294371"/>
        <a:ext cx="3850083" cy="647185"/>
      </dsp:txXfrm>
    </dsp:sp>
    <dsp:sp modelId="{4D99ECE1-045E-4E67-9014-5B427CE419F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FCD66-EE24-4ADE-BC59-2061B76B0EFE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К. </a:t>
          </a:r>
          <a:r>
            <a:rPr lang="ru-RU" sz="3200" b="0" i="0" kern="1200" dirty="0" err="1"/>
            <a:t>Розумовського</a:t>
          </a:r>
          <a:r>
            <a:rPr lang="ru-RU" sz="3200" b="0" i="0" kern="1200" dirty="0"/>
            <a:t>.</a:t>
          </a:r>
          <a:endParaRPr lang="uk-UA" sz="3200" kern="1200" dirty="0"/>
        </a:p>
      </dsp:txBody>
      <dsp:txXfrm>
        <a:off x="847034" y="2265318"/>
        <a:ext cx="3850083" cy="647185"/>
      </dsp:txXfrm>
    </dsp:sp>
    <dsp:sp modelId="{AC36521B-CB3C-4EB7-9A52-27336B579CB1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3738D-9697-4087-B1C0-5A7633C22B6C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П. Дорошенка.</a:t>
          </a:r>
          <a:endParaRPr lang="uk-UA" sz="3200" kern="1200" dirty="0"/>
        </a:p>
      </dsp:txBody>
      <dsp:txXfrm>
        <a:off x="475988" y="3236264"/>
        <a:ext cx="4221130" cy="647185"/>
      </dsp:txXfrm>
    </dsp:sp>
    <dsp:sp modelId="{2FD675BF-8B79-40BC-B651-C468CE25D841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174D9-7186-4C7D-A8E5-F4C74221A675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A0088-06BC-4A9B-A9EF-DF686F116F49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бароко.</a:t>
          </a:r>
          <a:endParaRPr lang="uk-UA" sz="1900" kern="1200" dirty="0"/>
        </a:p>
      </dsp:txBody>
      <dsp:txXfrm>
        <a:off x="753587" y="479744"/>
        <a:ext cx="1480499" cy="1480499"/>
      </dsp:txXfrm>
    </dsp:sp>
    <dsp:sp modelId="{2EEEBEAB-2DF7-437B-B49E-5DB253C541F3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класицизму.</a:t>
          </a:r>
          <a:endParaRPr lang="uk-UA" sz="1900" kern="1200"/>
        </a:p>
      </dsp:txBody>
      <dsp:txXfrm>
        <a:off x="2520475" y="479744"/>
        <a:ext cx="1480499" cy="1480499"/>
      </dsp:txXfrm>
    </dsp:sp>
    <dsp:sp modelId="{685ECFE4-94F1-4AF7-8536-4DF83A36BA17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модерну.</a:t>
          </a:r>
          <a:endParaRPr lang="uk-UA" sz="1900" kern="1200"/>
        </a:p>
      </dsp:txBody>
      <dsp:txXfrm>
        <a:off x="753587" y="2246631"/>
        <a:ext cx="1480499" cy="1480499"/>
      </dsp:txXfrm>
    </dsp:sp>
    <dsp:sp modelId="{D3208D1C-4753-44A9-888D-1FB16C1A5A65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готики.</a:t>
          </a:r>
          <a:endParaRPr lang="uk-UA" sz="1900" kern="1200" dirty="0"/>
        </a:p>
      </dsp:txBody>
      <dsp:txXfrm>
        <a:off x="2520475" y="2246631"/>
        <a:ext cx="1480499" cy="14804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01284-62C6-4443-A9FC-BED5682C9F0F}">
      <dsp:nvSpPr>
        <dsp:cNvPr id="0" name=""/>
        <dsp:cNvSpPr/>
      </dsp:nvSpPr>
      <dsp:spPr>
        <a:xfrm rot="5400000">
          <a:off x="1550352" y="581977"/>
          <a:ext cx="3365500" cy="30429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0" i="0" kern="1200" dirty="0"/>
            <a:t>періодичні козацько-селянські повстання</a:t>
          </a: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0" i="0" kern="1200" dirty="0"/>
            <a:t>наслідування візантійської архітектурної традиції</a:t>
          </a: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0" i="0" kern="1200" dirty="0"/>
            <a:t>постійна небезпека спустошливих татарських набігів</a:t>
          </a:r>
          <a:endParaRPr lang="uk-U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800" b="0" i="0" kern="1200" dirty="0"/>
            <a:t>запозичення мусульманських канонів будівництва храмів</a:t>
          </a:r>
          <a:endParaRPr lang="uk-UA" sz="1800" kern="1200" dirty="0"/>
        </a:p>
      </dsp:txBody>
      <dsp:txXfrm rot="-5400000">
        <a:off x="1711643" y="569230"/>
        <a:ext cx="2894376" cy="3068414"/>
      </dsp:txXfrm>
    </dsp:sp>
    <dsp:sp modelId="{713BEB1C-E855-46A4-B051-DC8FB9B68CEB}">
      <dsp:nvSpPr>
        <dsp:cNvPr id="0" name=""/>
        <dsp:cNvSpPr/>
      </dsp:nvSpPr>
      <dsp:spPr>
        <a:xfrm>
          <a:off x="0" y="0"/>
          <a:ext cx="1711642" cy="4206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Що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зумовило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будівництво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цих</a:t>
          </a:r>
          <a:r>
            <a:rPr lang="ru-RU" sz="2000" b="0" i="0" kern="1200" dirty="0"/>
            <a:t> і </a:t>
          </a:r>
          <a:r>
            <a:rPr lang="ru-RU" sz="2000" b="0" i="0" kern="1200" dirty="0" err="1"/>
            <a:t>подібних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церков</a:t>
          </a:r>
          <a:r>
            <a:rPr lang="ru-RU" sz="2000" b="0" i="0" kern="1200" dirty="0"/>
            <a:t> на </a:t>
          </a:r>
          <a:r>
            <a:rPr lang="ru-RU" sz="2000" b="0" i="0" kern="1200" dirty="0" err="1"/>
            <a:t>українських</a:t>
          </a:r>
          <a:r>
            <a:rPr lang="ru-RU" sz="2000" b="0" i="0" kern="1200" dirty="0"/>
            <a:t> землях?</a:t>
          </a:r>
          <a:endParaRPr lang="uk-UA" sz="2000" kern="1200" dirty="0"/>
        </a:p>
      </dsp:txBody>
      <dsp:txXfrm>
        <a:off x="83555" y="83555"/>
        <a:ext cx="1544532" cy="40397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8C508-FC94-4966-85C1-10528EBE581B}">
      <dsp:nvSpPr>
        <dsp:cNvPr id="0" name=""/>
        <dsp:cNvSpPr/>
      </dsp:nvSpPr>
      <dsp:spPr>
        <a:xfrm>
          <a:off x="0" y="1152525"/>
          <a:ext cx="2852737" cy="28527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5A8E0-52F5-47B9-A8B9-96DB93E10710}">
      <dsp:nvSpPr>
        <dsp:cNvPr id="0" name=""/>
        <dsp:cNvSpPr/>
      </dsp:nvSpPr>
      <dsp:spPr>
        <a:xfrm>
          <a:off x="407703" y="1560228"/>
          <a:ext cx="2037329" cy="20373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916BF-29C7-4AC6-A75D-E53BE57744FB}">
      <dsp:nvSpPr>
        <dsp:cNvPr id="0" name=""/>
        <dsp:cNvSpPr/>
      </dsp:nvSpPr>
      <dsp:spPr>
        <a:xfrm>
          <a:off x="815169" y="1967694"/>
          <a:ext cx="1222397" cy="12223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DB332-F5E8-4AF7-8D31-D70BAF20F61B}">
      <dsp:nvSpPr>
        <dsp:cNvPr id="0" name=""/>
        <dsp:cNvSpPr/>
      </dsp:nvSpPr>
      <dsp:spPr>
        <a:xfrm>
          <a:off x="1222635" y="2375160"/>
          <a:ext cx="407465" cy="4074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D923E-BF9E-466A-AD28-2B330293BCF5}">
      <dsp:nvSpPr>
        <dsp:cNvPr id="0" name=""/>
        <dsp:cNvSpPr/>
      </dsp:nvSpPr>
      <dsp:spPr>
        <a:xfrm>
          <a:off x="3328193" y="201612"/>
          <a:ext cx="1426368" cy="68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бароко.</a:t>
          </a:r>
          <a:endParaRPr lang="uk-UA" sz="1800" kern="1200" dirty="0"/>
        </a:p>
      </dsp:txBody>
      <dsp:txXfrm>
        <a:off x="3328193" y="201612"/>
        <a:ext cx="1426368" cy="682279"/>
      </dsp:txXfrm>
    </dsp:sp>
    <dsp:sp modelId="{2CA55090-EE36-46BC-8D3B-BFFE00ADEC2E}">
      <dsp:nvSpPr>
        <dsp:cNvPr id="0" name=""/>
        <dsp:cNvSpPr/>
      </dsp:nvSpPr>
      <dsp:spPr>
        <a:xfrm>
          <a:off x="2971601" y="542752"/>
          <a:ext cx="356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A5595-245A-4239-9848-86DAF331D7C1}">
      <dsp:nvSpPr>
        <dsp:cNvPr id="0" name=""/>
        <dsp:cNvSpPr/>
      </dsp:nvSpPr>
      <dsp:spPr>
        <a:xfrm rot="5400000">
          <a:off x="1179131" y="767405"/>
          <a:ext cx="2015934" cy="156900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810E9-F8F0-4AE0-896A-C07FF21BE792}">
      <dsp:nvSpPr>
        <dsp:cNvPr id="0" name=""/>
        <dsp:cNvSpPr/>
      </dsp:nvSpPr>
      <dsp:spPr>
        <a:xfrm>
          <a:off x="3328193" y="883892"/>
          <a:ext cx="1426368" cy="68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класицизму.</a:t>
          </a:r>
          <a:endParaRPr lang="uk-UA" sz="1800" kern="1200"/>
        </a:p>
      </dsp:txBody>
      <dsp:txXfrm>
        <a:off x="3328193" y="883892"/>
        <a:ext cx="1426368" cy="682279"/>
      </dsp:txXfrm>
    </dsp:sp>
    <dsp:sp modelId="{32AE5DD3-CC8E-4F99-94D4-8A40E64215E6}">
      <dsp:nvSpPr>
        <dsp:cNvPr id="0" name=""/>
        <dsp:cNvSpPr/>
      </dsp:nvSpPr>
      <dsp:spPr>
        <a:xfrm>
          <a:off x="2971601" y="1225032"/>
          <a:ext cx="356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B126D-3B95-4C1B-B80B-8FFFD1383F5B}">
      <dsp:nvSpPr>
        <dsp:cNvPr id="0" name=""/>
        <dsp:cNvSpPr/>
      </dsp:nvSpPr>
      <dsp:spPr>
        <a:xfrm rot="5400000">
          <a:off x="1528116" y="1438512"/>
          <a:ext cx="1655538" cy="122905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EC3F8-760E-4E52-8A5B-4C40253EC029}">
      <dsp:nvSpPr>
        <dsp:cNvPr id="0" name=""/>
        <dsp:cNvSpPr/>
      </dsp:nvSpPr>
      <dsp:spPr>
        <a:xfrm>
          <a:off x="3328193" y="1566171"/>
          <a:ext cx="1426368" cy="68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модерну.</a:t>
          </a:r>
          <a:endParaRPr lang="uk-UA" sz="1800" kern="1200"/>
        </a:p>
      </dsp:txBody>
      <dsp:txXfrm>
        <a:off x="3328193" y="1566171"/>
        <a:ext cx="1426368" cy="682279"/>
      </dsp:txXfrm>
    </dsp:sp>
    <dsp:sp modelId="{A00571DE-B3F2-4251-A79E-5375BF022203}">
      <dsp:nvSpPr>
        <dsp:cNvPr id="0" name=""/>
        <dsp:cNvSpPr/>
      </dsp:nvSpPr>
      <dsp:spPr>
        <a:xfrm>
          <a:off x="2971601" y="1907311"/>
          <a:ext cx="356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5146A-36DF-4D8C-AEC8-EB1A8C844749}">
      <dsp:nvSpPr>
        <dsp:cNvPr id="0" name=""/>
        <dsp:cNvSpPr/>
      </dsp:nvSpPr>
      <dsp:spPr>
        <a:xfrm rot="5400000">
          <a:off x="1865927" y="2063974"/>
          <a:ext cx="1262811" cy="94853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691B9-BEB1-4B17-9E68-CA3E3F9DAE2C}">
      <dsp:nvSpPr>
        <dsp:cNvPr id="0" name=""/>
        <dsp:cNvSpPr/>
      </dsp:nvSpPr>
      <dsp:spPr>
        <a:xfrm>
          <a:off x="3328193" y="2248451"/>
          <a:ext cx="1426368" cy="682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готики</a:t>
          </a:r>
          <a:endParaRPr lang="uk-UA" sz="1800" kern="1200" dirty="0"/>
        </a:p>
      </dsp:txBody>
      <dsp:txXfrm>
        <a:off x="3328193" y="2248451"/>
        <a:ext cx="1426368" cy="682279"/>
      </dsp:txXfrm>
    </dsp:sp>
    <dsp:sp modelId="{86262844-6686-4A78-A54E-820D8097ED81}">
      <dsp:nvSpPr>
        <dsp:cNvPr id="0" name=""/>
        <dsp:cNvSpPr/>
      </dsp:nvSpPr>
      <dsp:spPr>
        <a:xfrm>
          <a:off x="2971601" y="2589591"/>
          <a:ext cx="356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04DBD-DE3B-4E21-A196-376FCDC16F8F}">
      <dsp:nvSpPr>
        <dsp:cNvPr id="0" name=""/>
        <dsp:cNvSpPr/>
      </dsp:nvSpPr>
      <dsp:spPr>
        <a:xfrm rot="5400000">
          <a:off x="2204547" y="2691909"/>
          <a:ext cx="867992" cy="66278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24526-A45E-4EB9-A40C-2BCE8E28F0CC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Ханський</a:t>
          </a:r>
          <a:r>
            <a:rPr lang="ru-RU" sz="2500" b="0" i="0" kern="1200" dirty="0"/>
            <a:t> палац у </a:t>
          </a:r>
          <a:r>
            <a:rPr lang="ru-RU" sz="2500" b="0" i="0" kern="1200" dirty="0" err="1"/>
            <a:t>Бахчисараї</a:t>
          </a:r>
          <a:endParaRPr lang="uk-UA" sz="2500" kern="1200" dirty="0"/>
        </a:p>
      </dsp:txBody>
      <dsp:txXfrm>
        <a:off x="48481" y="57660"/>
        <a:ext cx="4657600" cy="896166"/>
      </dsp:txXfrm>
    </dsp:sp>
    <dsp:sp modelId="{6940D29A-B72B-40B9-B2CE-1CD8ECD606E7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Ансамбль </a:t>
          </a:r>
          <a:r>
            <a:rPr lang="ru-RU" sz="2500" b="0" i="0" kern="1200" dirty="0" err="1"/>
            <a:t>історичного</a:t>
          </a:r>
          <a:r>
            <a:rPr lang="ru-RU" sz="2500" b="0" i="0" kern="1200" dirty="0"/>
            <a:t> центру Львова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2D8EE968-69C8-427D-8046-1C118449728F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Стару фортецю Кам'янець-Подільського замку</a:t>
          </a:r>
          <a:endParaRPr lang="uk-UA" sz="2500" kern="1200"/>
        </a:p>
      </dsp:txBody>
      <dsp:txXfrm>
        <a:off x="48481" y="2187918"/>
        <a:ext cx="4657600" cy="896166"/>
      </dsp:txXfrm>
    </dsp:sp>
    <dsp:sp modelId="{66E11C4D-B163-4565-87D6-254580047F3E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Резиденцію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Буковинських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митрополитів</a:t>
          </a:r>
          <a:r>
            <a:rPr lang="ru-RU" sz="2500" b="0" i="0" kern="1200" dirty="0"/>
            <a:t> у </a:t>
          </a:r>
          <a:r>
            <a:rPr lang="ru-RU" sz="2500" b="0" i="0" kern="1200" dirty="0" err="1"/>
            <a:t>Чернівцях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5DC17-D24E-4227-8A2F-9797E295E9C4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Чернігова</a:t>
          </a:r>
          <a:endParaRPr lang="uk-UA" sz="4000" kern="1200"/>
        </a:p>
      </dsp:txBody>
      <dsp:txXfrm>
        <a:off x="46834" y="58671"/>
        <a:ext cx="4660894" cy="865732"/>
      </dsp:txXfrm>
    </dsp:sp>
    <dsp:sp modelId="{26523681-BB71-4925-B80E-53B17C3F6FBD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Переяслава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676899BF-589B-411D-8E12-EA721EF149A5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Києва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22980630-3A41-4FC5-9B77-030836935491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Галича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BA3D6-466B-41E4-9B6E-CFB4440F12F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F31A7-6C93-4843-BF51-405CF2AD410D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Києва.</a:t>
          </a:r>
          <a:endParaRPr lang="uk-UA" sz="2600" kern="1200" dirty="0"/>
        </a:p>
      </dsp:txBody>
      <dsp:txXfrm>
        <a:off x="753587" y="479744"/>
        <a:ext cx="1480499" cy="1480499"/>
      </dsp:txXfrm>
    </dsp:sp>
    <dsp:sp modelId="{BD469D28-2664-4E6E-8D6F-672B912A7191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Харкова.</a:t>
          </a:r>
          <a:endParaRPr lang="uk-UA" sz="2600" kern="1200"/>
        </a:p>
      </dsp:txBody>
      <dsp:txXfrm>
        <a:off x="2520475" y="479744"/>
        <a:ext cx="1480499" cy="1480499"/>
      </dsp:txXfrm>
    </dsp:sp>
    <dsp:sp modelId="{02EAF346-153B-4C88-9D9A-9121E3564414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Луцька.</a:t>
          </a:r>
          <a:endParaRPr lang="uk-UA" sz="2600" kern="1200" dirty="0"/>
        </a:p>
      </dsp:txBody>
      <dsp:txXfrm>
        <a:off x="753587" y="2246631"/>
        <a:ext cx="1480499" cy="1480499"/>
      </dsp:txXfrm>
    </dsp:sp>
    <dsp:sp modelId="{F9A4EDB0-0767-410A-BA53-08856429C5B1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Львова.</a:t>
          </a:r>
          <a:endParaRPr lang="uk-UA" sz="2600" kern="1200" dirty="0"/>
        </a:p>
      </dsp:txBody>
      <dsp:txXfrm>
        <a:off x="2520475" y="2246631"/>
        <a:ext cx="1480499" cy="14804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455DB-2641-4503-BE3A-327A3ADE4EB6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Києва.</a:t>
          </a:r>
          <a:endParaRPr lang="uk-UA" sz="4000" kern="1200"/>
        </a:p>
      </dsp:txBody>
      <dsp:txXfrm>
        <a:off x="46834" y="58671"/>
        <a:ext cx="4660894" cy="865732"/>
      </dsp:txXfrm>
    </dsp:sp>
    <dsp:sp modelId="{F8667AD0-85D4-4E5E-9CAE-BB02627C47EA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Харкова.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475DC244-4E89-4D7E-8092-07908D41E901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Одеси.</a:t>
          </a:r>
          <a:endParaRPr lang="uk-UA" sz="4000" kern="1200"/>
        </a:p>
      </dsp:txBody>
      <dsp:txXfrm>
        <a:off x="46834" y="2207871"/>
        <a:ext cx="4660894" cy="865732"/>
      </dsp:txXfrm>
    </dsp:sp>
    <dsp:sp modelId="{8274B713-E62D-4A7D-8785-3A490F7AFB7B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Львова.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7E35A-3E90-4F5D-B005-1917E7A8CF35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класичному</a:t>
          </a:r>
          <a:endParaRPr lang="uk-UA" sz="4000" kern="1200"/>
        </a:p>
      </dsp:txBody>
      <dsp:txXfrm>
        <a:off x="46834" y="58671"/>
        <a:ext cx="4660894" cy="865732"/>
      </dsp:txXfrm>
    </dsp:sp>
    <dsp:sp modelId="{132CA2F7-CE87-4741-9E04-215A396A586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романському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C886FBED-5BF6-4A2A-A3B3-90D9CFC72316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готичному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9F5895FB-BB16-46FE-A71D-F2D5B43620E6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бароко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D919D-7089-4BA1-985E-5DF0892C5C35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вірмен.</a:t>
          </a:r>
          <a:endParaRPr lang="uk-UA" sz="4000" kern="1200"/>
        </a:p>
      </dsp:txBody>
      <dsp:txXfrm>
        <a:off x="46834" y="58671"/>
        <a:ext cx="4660894" cy="865732"/>
      </dsp:txXfrm>
    </dsp:sp>
    <dsp:sp modelId="{13469937-C7FE-4B70-B4F8-8763B1689D71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німців.</a:t>
          </a:r>
          <a:endParaRPr lang="uk-UA" sz="4000" kern="1200"/>
        </a:p>
      </dsp:txBody>
      <dsp:txXfrm>
        <a:off x="46834" y="1133271"/>
        <a:ext cx="4660894" cy="865732"/>
      </dsp:txXfrm>
    </dsp:sp>
    <dsp:sp modelId="{1BDD2D90-4C7A-4A78-A5E7-3E6FA3E8094E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поляків.</a:t>
          </a:r>
          <a:endParaRPr lang="uk-UA" sz="4000" kern="1200"/>
        </a:p>
      </dsp:txBody>
      <dsp:txXfrm>
        <a:off x="46834" y="2207871"/>
        <a:ext cx="4660894" cy="865732"/>
      </dsp:txXfrm>
    </dsp:sp>
    <dsp:sp modelId="{D86963EC-C1CC-4443-86BF-EB7D2712F100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євреїв.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D784B-4E95-447E-BFD0-2BD15DA712D1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Львова.</a:t>
          </a:r>
          <a:endParaRPr lang="uk-UA" sz="4000" kern="1200" dirty="0"/>
        </a:p>
      </dsp:txBody>
      <dsp:txXfrm>
        <a:off x="46834" y="58671"/>
        <a:ext cx="4660894" cy="865732"/>
      </dsp:txXfrm>
    </dsp:sp>
    <dsp:sp modelId="{C14552B0-EC80-48F9-AF3C-6ACB290E756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Одеси.</a:t>
          </a:r>
          <a:endParaRPr lang="uk-UA" sz="4000" kern="1200"/>
        </a:p>
      </dsp:txBody>
      <dsp:txXfrm>
        <a:off x="46834" y="1133271"/>
        <a:ext cx="4660894" cy="865732"/>
      </dsp:txXfrm>
    </dsp:sp>
    <dsp:sp modelId="{94BB6155-E81A-491B-A4F2-7F2B03458100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Харкова.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1508D2A0-5133-479D-887D-2594F37C0854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Києва.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10D1C-5DBE-44E2-849D-E102C83EEF3E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Іллінську</a:t>
          </a:r>
          <a:r>
            <a:rPr lang="ru-RU" sz="2500" b="0" i="0" kern="1200" dirty="0"/>
            <a:t> церкву в </a:t>
          </a:r>
          <a:r>
            <a:rPr lang="ru-RU" sz="2500" b="0" i="0" kern="1200" dirty="0" err="1"/>
            <a:t>Суботові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57660"/>
        <a:ext cx="4657600" cy="896166"/>
      </dsp:txXfrm>
    </dsp:sp>
    <dsp:sp modelId="{6C1FE2F2-5FF0-46EF-83A4-24ADFB13C9D9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церкву </a:t>
          </a:r>
          <a:r>
            <a:rPr lang="ru-RU" sz="2500" b="0" i="0" kern="1200" dirty="0" err="1"/>
            <a:t>Зішестя</a:t>
          </a:r>
          <a:r>
            <a:rPr lang="ru-RU" sz="2500" b="0" i="0" kern="1200" dirty="0"/>
            <a:t> Святого Духа в </a:t>
          </a:r>
          <a:r>
            <a:rPr lang="ru-RU" sz="2500" b="0" i="0" kern="1200" dirty="0" err="1"/>
            <a:t>Потеличі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93244EB6-5669-4485-86C0-D41EB846B6D9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Покровську церкву-фортецю в Сутківцях.</a:t>
          </a:r>
          <a:endParaRPr lang="uk-UA" sz="2500" kern="1200"/>
        </a:p>
      </dsp:txBody>
      <dsp:txXfrm>
        <a:off x="48481" y="2187918"/>
        <a:ext cx="4657600" cy="896166"/>
      </dsp:txXfrm>
    </dsp:sp>
    <dsp:sp modelId="{ECF899A2-0EFD-4769-8AF4-21BEB0B848B2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Преображенську</a:t>
          </a:r>
          <a:r>
            <a:rPr lang="ru-RU" sz="2500" b="0" i="0" kern="1200" dirty="0"/>
            <a:t> церкву у Великих </a:t>
          </a:r>
          <a:r>
            <a:rPr lang="ru-RU" sz="2500" b="0" i="0" kern="1200" dirty="0" err="1"/>
            <a:t>Сорочинцях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68D281-55B5-4115-A800-4CE845488034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Хотина.</a:t>
          </a:r>
          <a:endParaRPr lang="uk-UA" sz="4000" kern="1200"/>
        </a:p>
      </dsp:txBody>
      <dsp:txXfrm>
        <a:off x="46834" y="58671"/>
        <a:ext cx="4660894" cy="865732"/>
      </dsp:txXfrm>
    </dsp:sp>
    <dsp:sp modelId="{0EFFA642-2D23-4B48-B4F9-1A2E24DFB42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Дрогобича.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48E8BC6B-4D90-4B81-A645-3EDC469869B7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Луцька.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2423E5A4-548E-4998-BCD4-7776DAD1FB66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Львова.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59D1F-FC2B-4DAC-BBA1-A54015CA8787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київської</a:t>
          </a:r>
          <a:endParaRPr lang="uk-UA" sz="4000" kern="1200"/>
        </a:p>
      </dsp:txBody>
      <dsp:txXfrm>
        <a:off x="46834" y="58671"/>
        <a:ext cx="4660894" cy="865732"/>
      </dsp:txXfrm>
    </dsp:sp>
    <dsp:sp modelId="{118701BE-C624-4FCF-9B8B-76E01517390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переяславської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1D515BBF-A6A3-4089-A9B5-EC588A157C2C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чернігівської</a:t>
          </a:r>
          <a:endParaRPr lang="uk-UA" sz="4000" kern="1200"/>
        </a:p>
      </dsp:txBody>
      <dsp:txXfrm>
        <a:off x="46834" y="2207871"/>
        <a:ext cx="4660894" cy="865732"/>
      </dsp:txXfrm>
    </dsp:sp>
    <dsp:sp modelId="{E691A441-E241-41C4-A35E-733EB2EA914B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галицької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AF133-18DB-4212-ADA4-98BA9897999D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П’ятницька церква в Чернігові</a:t>
          </a:r>
          <a:endParaRPr lang="uk-UA" sz="2500" kern="1200"/>
        </a:p>
      </dsp:txBody>
      <dsp:txXfrm>
        <a:off x="48481" y="57660"/>
        <a:ext cx="4657600" cy="896166"/>
      </dsp:txXfrm>
    </dsp:sp>
    <dsp:sp modelId="{FA8B70F0-6E68-4953-B4A6-8A362285578F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Іллінська</a:t>
          </a:r>
          <a:r>
            <a:rPr lang="ru-RU" sz="2500" b="0" i="0" kern="1200" dirty="0"/>
            <a:t> церква в </a:t>
          </a:r>
          <a:r>
            <a:rPr lang="ru-RU" sz="2500" b="0" i="0" kern="1200" dirty="0" err="1"/>
            <a:t>Суботові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C1EB9A50-3B99-4566-9FFB-A69A78C699AF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Покровська церква в Києві</a:t>
          </a:r>
          <a:endParaRPr lang="uk-UA" sz="2500" kern="1200"/>
        </a:p>
      </dsp:txBody>
      <dsp:txXfrm>
        <a:off x="48481" y="2187918"/>
        <a:ext cx="4657600" cy="896166"/>
      </dsp:txXfrm>
    </dsp:sp>
    <dsp:sp modelId="{9629A0AE-37C9-431C-804B-1DFADD667F27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Церква Св. Пантелеймона </a:t>
          </a:r>
          <a:r>
            <a:rPr lang="ru-RU" sz="2500" b="0" i="0" kern="1200" dirty="0" err="1"/>
            <a:t>під</a:t>
          </a:r>
          <a:r>
            <a:rPr lang="ru-RU" sz="2500" b="0" i="0" kern="1200" dirty="0"/>
            <a:t> Галичем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4546C-4572-4795-9BD2-CA6E4298E4E9}">
      <dsp:nvSpPr>
        <dsp:cNvPr id="0" name=""/>
        <dsp:cNvSpPr/>
      </dsp:nvSpPr>
      <dsp:spPr>
        <a:xfrm>
          <a:off x="0" y="35944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Споруда була першим кам’яним храмом Київської держави.</a:t>
          </a:r>
          <a:endParaRPr lang="uk-UA" sz="1400" kern="1200"/>
        </a:p>
      </dsp:txBody>
      <dsp:txXfrm>
        <a:off x="27149" y="63093"/>
        <a:ext cx="4700264" cy="501854"/>
      </dsp:txXfrm>
    </dsp:sp>
    <dsp:sp modelId="{480DEBBE-720C-4873-8FB5-1F8FF275449B}">
      <dsp:nvSpPr>
        <dsp:cNvPr id="0" name=""/>
        <dsp:cNvSpPr/>
      </dsp:nvSpPr>
      <dsp:spPr>
        <a:xfrm>
          <a:off x="0" y="632417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Спорудження храму було завершено за князювання Ярослава Мудрого.</a:t>
          </a:r>
          <a:endParaRPr lang="uk-UA" sz="1400" kern="1200" dirty="0"/>
        </a:p>
      </dsp:txBody>
      <dsp:txXfrm>
        <a:off x="27149" y="659566"/>
        <a:ext cx="4700264" cy="501854"/>
      </dsp:txXfrm>
    </dsp:sp>
    <dsp:sp modelId="{D751AC2B-EF25-4825-A20D-814E8E35FC1F}">
      <dsp:nvSpPr>
        <dsp:cNvPr id="0" name=""/>
        <dsp:cNvSpPr/>
      </dsp:nvSpPr>
      <dsp:spPr>
        <a:xfrm>
          <a:off x="0" y="1228889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До наших днів пам’ятка збереглася у своєму первісному вигляді.</a:t>
          </a:r>
          <a:endParaRPr lang="uk-UA" sz="1400" kern="1200"/>
        </a:p>
      </dsp:txBody>
      <dsp:txXfrm>
        <a:off x="27149" y="1256038"/>
        <a:ext cx="4700264" cy="501854"/>
      </dsp:txXfrm>
    </dsp:sp>
    <dsp:sp modelId="{47738E52-EE5A-4A5D-B1AA-6117BB2738DF}">
      <dsp:nvSpPr>
        <dsp:cNvPr id="0" name=""/>
        <dsp:cNvSpPr/>
      </dsp:nvSpPr>
      <dsp:spPr>
        <a:xfrm>
          <a:off x="0" y="1825361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Згідно з «Повістю минулих літ» храм було зведено на честь перемоги над печенігами.</a:t>
          </a:r>
          <a:endParaRPr lang="uk-UA" sz="1400" kern="1200"/>
        </a:p>
      </dsp:txBody>
      <dsp:txXfrm>
        <a:off x="27149" y="1852510"/>
        <a:ext cx="4700264" cy="501854"/>
      </dsp:txXfrm>
    </dsp:sp>
    <dsp:sp modelId="{20C11863-F198-4B8C-9543-25E357F86327}">
      <dsp:nvSpPr>
        <dsp:cNvPr id="0" name=""/>
        <dsp:cNvSpPr/>
      </dsp:nvSpPr>
      <dsp:spPr>
        <a:xfrm>
          <a:off x="0" y="2421833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При храмі було створено першу відому бібліотеку на Русі.</a:t>
          </a:r>
          <a:endParaRPr lang="uk-UA" sz="1400" kern="1200"/>
        </a:p>
      </dsp:txBody>
      <dsp:txXfrm>
        <a:off x="27149" y="2448982"/>
        <a:ext cx="4700264" cy="501854"/>
      </dsp:txXfrm>
    </dsp:sp>
    <dsp:sp modelId="{06586D95-ABA7-4A4C-9BA1-D70ED4506504}">
      <dsp:nvSpPr>
        <dsp:cNvPr id="0" name=""/>
        <dsp:cNvSpPr/>
      </dsp:nvSpPr>
      <dsp:spPr>
        <a:xfrm>
          <a:off x="0" y="3018305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Споруду було зведено з дотриманням канону та традицій готичної архітектури.</a:t>
          </a:r>
          <a:endParaRPr lang="uk-UA" sz="1400" kern="1200"/>
        </a:p>
      </dsp:txBody>
      <dsp:txXfrm>
        <a:off x="27149" y="3045454"/>
        <a:ext cx="4700264" cy="501854"/>
      </dsp:txXfrm>
    </dsp:sp>
    <dsp:sp modelId="{508D80C4-BAF7-4E03-9E3A-82241964411C}">
      <dsp:nvSpPr>
        <dsp:cNvPr id="0" name=""/>
        <dsp:cNvSpPr/>
      </dsp:nvSpPr>
      <dsp:spPr>
        <a:xfrm>
          <a:off x="0" y="3614777"/>
          <a:ext cx="4754562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dirty="0"/>
            <a:t>Храм поєднував у собі функції культової споруди та дитинця.</a:t>
          </a:r>
          <a:endParaRPr lang="uk-UA" sz="1400" kern="1200" dirty="0"/>
        </a:p>
      </dsp:txBody>
      <dsp:txXfrm>
        <a:off x="27149" y="3641926"/>
        <a:ext cx="4700264" cy="50185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7B73D-20B8-4D03-86B5-0703022094A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CD05B-AF3B-4841-832D-67791A484C72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Львова.</a:t>
          </a:r>
          <a:endParaRPr lang="uk-UA" sz="1800" kern="1200"/>
        </a:p>
      </dsp:txBody>
      <dsp:txXfrm>
        <a:off x="753587" y="479744"/>
        <a:ext cx="1480499" cy="1480499"/>
      </dsp:txXfrm>
    </dsp:sp>
    <dsp:sp modelId="{9251B690-3382-4DA6-8D3C-4E2562A6E64E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Чернігова.</a:t>
          </a:r>
          <a:endParaRPr lang="uk-UA" sz="1800" kern="1200" dirty="0"/>
        </a:p>
      </dsp:txBody>
      <dsp:txXfrm>
        <a:off x="2520475" y="479744"/>
        <a:ext cx="1480499" cy="1480499"/>
      </dsp:txXfrm>
    </dsp:sp>
    <dsp:sp modelId="{1BEB5056-6C24-4CD7-91DF-CC3C09FED233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Дрогобича.</a:t>
          </a:r>
          <a:endParaRPr lang="uk-UA" sz="1800" kern="1200"/>
        </a:p>
      </dsp:txBody>
      <dsp:txXfrm>
        <a:off x="753587" y="2246631"/>
        <a:ext cx="1480499" cy="1480499"/>
      </dsp:txXfrm>
    </dsp:sp>
    <dsp:sp modelId="{818A4803-B5C9-49B0-AD31-B0318653BAE4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Володимира.</a:t>
          </a:r>
          <a:endParaRPr lang="uk-UA" sz="1800" kern="1200" dirty="0"/>
        </a:p>
      </dsp:txBody>
      <dsp:txXfrm>
        <a:off x="2520475" y="2246631"/>
        <a:ext cx="1480499" cy="148049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7E7E7-57DF-48E5-81A3-AA08D978AB97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0CC32-AFFE-499E-8C12-DB661B30E62E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вірмен.</a:t>
          </a:r>
          <a:endParaRPr lang="uk-UA" sz="2800" kern="1200" dirty="0"/>
        </a:p>
      </dsp:txBody>
      <dsp:txXfrm>
        <a:off x="753587" y="479744"/>
        <a:ext cx="1480499" cy="1480499"/>
      </dsp:txXfrm>
    </dsp:sp>
    <dsp:sp modelId="{4CCCFCE8-4D7F-40F4-A716-EDA8F96B4A50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німців.</a:t>
          </a:r>
          <a:endParaRPr lang="uk-UA" sz="2800" kern="1200"/>
        </a:p>
      </dsp:txBody>
      <dsp:txXfrm>
        <a:off x="2520475" y="479744"/>
        <a:ext cx="1480499" cy="1480499"/>
      </dsp:txXfrm>
    </dsp:sp>
    <dsp:sp modelId="{0BFF701E-2401-4BE3-93C9-1591746B78A1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євреїв.</a:t>
          </a:r>
          <a:endParaRPr lang="uk-UA" sz="2800" kern="1200" dirty="0"/>
        </a:p>
      </dsp:txBody>
      <dsp:txXfrm>
        <a:off x="753587" y="2246631"/>
        <a:ext cx="1480499" cy="1480499"/>
      </dsp:txXfrm>
    </dsp:sp>
    <dsp:sp modelId="{FF500465-F434-4074-8D74-D86157F71D3B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поляків.</a:t>
          </a:r>
          <a:endParaRPr lang="uk-UA" sz="2800" kern="1200" dirty="0"/>
        </a:p>
      </dsp:txBody>
      <dsp:txXfrm>
        <a:off x="2520475" y="2246631"/>
        <a:ext cx="1480499" cy="148049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2AFDE-4935-47B6-BF17-55450CF95806}">
      <dsp:nvSpPr>
        <dsp:cNvPr id="0" name=""/>
        <dsp:cNvSpPr/>
      </dsp:nvSpPr>
      <dsp:spPr>
        <a:xfrm>
          <a:off x="0" y="90317"/>
          <a:ext cx="475456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Троїцьку</a:t>
          </a:r>
          <a:r>
            <a:rPr lang="ru-RU" sz="2400" b="0" i="0" kern="1200" dirty="0"/>
            <a:t> </a:t>
          </a:r>
          <a:r>
            <a:rPr lang="ru-RU" sz="2400" b="0" i="0" kern="1200" dirty="0" err="1"/>
            <a:t>соборну</a:t>
          </a:r>
          <a:r>
            <a:rPr lang="ru-RU" sz="2400" b="0" i="0" kern="1200" dirty="0"/>
            <a:t> церкву в </a:t>
          </a:r>
          <a:r>
            <a:rPr lang="ru-RU" sz="2400" b="0" i="0" kern="1200" dirty="0" err="1"/>
            <a:t>Новомосковську</a:t>
          </a:r>
          <a:endParaRPr lang="uk-UA" sz="2400" kern="1200" dirty="0"/>
        </a:p>
      </dsp:txBody>
      <dsp:txXfrm>
        <a:off x="46606" y="136923"/>
        <a:ext cx="4661350" cy="861507"/>
      </dsp:txXfrm>
    </dsp:sp>
    <dsp:sp modelId="{9651261B-A748-4143-86E9-5AD7C916DBB4}">
      <dsp:nvSpPr>
        <dsp:cNvPr id="0" name=""/>
        <dsp:cNvSpPr/>
      </dsp:nvSpPr>
      <dsp:spPr>
        <a:xfrm>
          <a:off x="0" y="1114157"/>
          <a:ext cx="475456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Георгіївську</a:t>
          </a:r>
          <a:r>
            <a:rPr lang="ru-RU" sz="2400" b="0" i="0" kern="1200" dirty="0"/>
            <a:t> церкву </a:t>
          </a:r>
          <a:r>
            <a:rPr lang="ru-RU" sz="2400" b="0" i="0" kern="1200" dirty="0" err="1"/>
            <a:t>Видубицького</a:t>
          </a:r>
          <a:r>
            <a:rPr lang="ru-RU" sz="2400" b="0" i="0" kern="1200" dirty="0"/>
            <a:t> </a:t>
          </a:r>
          <a:r>
            <a:rPr lang="ru-RU" sz="2400" b="0" i="0" kern="1200" dirty="0" err="1"/>
            <a:t>монастиря</a:t>
          </a:r>
          <a:r>
            <a:rPr lang="ru-RU" sz="2400" b="0" i="0" kern="1200" dirty="0"/>
            <a:t> в </a:t>
          </a:r>
          <a:r>
            <a:rPr lang="ru-RU" sz="2400" b="0" i="0" kern="1200" dirty="0" err="1"/>
            <a:t>Києві</a:t>
          </a:r>
          <a:endParaRPr lang="uk-UA" sz="2400" kern="1200" dirty="0"/>
        </a:p>
      </dsp:txBody>
      <dsp:txXfrm>
        <a:off x="46606" y="1160763"/>
        <a:ext cx="4661350" cy="861507"/>
      </dsp:txXfrm>
    </dsp:sp>
    <dsp:sp modelId="{44CBBD38-5B62-4131-852B-4A5F766FE744}">
      <dsp:nvSpPr>
        <dsp:cNvPr id="0" name=""/>
        <dsp:cNvSpPr/>
      </dsp:nvSpPr>
      <dsp:spPr>
        <a:xfrm>
          <a:off x="0" y="2137997"/>
          <a:ext cx="475456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Успенську соборну церкву в Почаєві</a:t>
          </a:r>
          <a:endParaRPr lang="uk-UA" sz="2400" kern="1200"/>
        </a:p>
      </dsp:txBody>
      <dsp:txXfrm>
        <a:off x="46606" y="2184603"/>
        <a:ext cx="4661350" cy="861507"/>
      </dsp:txXfrm>
    </dsp:sp>
    <dsp:sp modelId="{B2A0DD57-C8BD-43C6-A78E-F46A978FFB69}">
      <dsp:nvSpPr>
        <dsp:cNvPr id="0" name=""/>
        <dsp:cNvSpPr/>
      </dsp:nvSpPr>
      <dsp:spPr>
        <a:xfrm>
          <a:off x="0" y="3161837"/>
          <a:ext cx="475456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Покровський</a:t>
          </a:r>
          <a:r>
            <a:rPr lang="ru-RU" sz="2400" b="0" i="0" kern="1200" dirty="0"/>
            <a:t> собор у </a:t>
          </a:r>
          <a:r>
            <a:rPr lang="ru-RU" sz="2400" b="0" i="0" kern="1200" dirty="0" err="1"/>
            <a:t>Харкові</a:t>
          </a:r>
          <a:endParaRPr lang="uk-UA" sz="2400" kern="1200" dirty="0"/>
        </a:p>
      </dsp:txBody>
      <dsp:txXfrm>
        <a:off x="46606" y="3208443"/>
        <a:ext cx="4661350" cy="86150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E7E4A-6C2E-4329-9AC8-542556F6959F}">
      <dsp:nvSpPr>
        <dsp:cNvPr id="0" name=""/>
        <dsp:cNvSpPr/>
      </dsp:nvSpPr>
      <dsp:spPr>
        <a:xfrm>
          <a:off x="0" y="325577"/>
          <a:ext cx="47545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Василя Липківського.</a:t>
          </a:r>
          <a:endParaRPr lang="uk-UA" sz="3400" kern="1200"/>
        </a:p>
      </dsp:txBody>
      <dsp:txXfrm>
        <a:off x="39809" y="365386"/>
        <a:ext cx="4674944" cy="735872"/>
      </dsp:txXfrm>
    </dsp:sp>
    <dsp:sp modelId="{13E4E5DB-8A19-4536-90A9-ECB884670EA7}">
      <dsp:nvSpPr>
        <dsp:cNvPr id="0" name=""/>
        <dsp:cNvSpPr/>
      </dsp:nvSpPr>
      <dsp:spPr>
        <a:xfrm>
          <a:off x="0" y="1238987"/>
          <a:ext cx="47545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Петра </a:t>
          </a:r>
          <a:r>
            <a:rPr lang="ru-RU" sz="3400" b="0" i="0" kern="1200" dirty="0" err="1"/>
            <a:t>Могили</a:t>
          </a:r>
          <a:r>
            <a:rPr lang="ru-RU" sz="3400" b="0" i="0" kern="1200" dirty="0"/>
            <a:t>.</a:t>
          </a:r>
          <a:endParaRPr lang="uk-UA" sz="3400" kern="1200" dirty="0"/>
        </a:p>
      </dsp:txBody>
      <dsp:txXfrm>
        <a:off x="39809" y="1278796"/>
        <a:ext cx="4674944" cy="735872"/>
      </dsp:txXfrm>
    </dsp:sp>
    <dsp:sp modelId="{CCBD4B1D-FE74-4487-9BE9-4CA8082B6AF3}">
      <dsp:nvSpPr>
        <dsp:cNvPr id="0" name=""/>
        <dsp:cNvSpPr/>
      </dsp:nvSpPr>
      <dsp:spPr>
        <a:xfrm>
          <a:off x="0" y="2152397"/>
          <a:ext cx="47545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Феофана Прокоповича.</a:t>
          </a:r>
          <a:endParaRPr lang="uk-UA" sz="3400" kern="1200"/>
        </a:p>
      </dsp:txBody>
      <dsp:txXfrm>
        <a:off x="39809" y="2192206"/>
        <a:ext cx="4674944" cy="735872"/>
      </dsp:txXfrm>
    </dsp:sp>
    <dsp:sp modelId="{C18B9F46-319C-44A7-BDB4-1565888999CD}">
      <dsp:nvSpPr>
        <dsp:cNvPr id="0" name=""/>
        <dsp:cNvSpPr/>
      </dsp:nvSpPr>
      <dsp:spPr>
        <a:xfrm>
          <a:off x="0" y="3065807"/>
          <a:ext cx="47545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Андрея </a:t>
          </a:r>
          <a:r>
            <a:rPr lang="ru-RU" sz="3400" b="0" i="0" kern="1200" dirty="0" err="1"/>
            <a:t>Шептицького</a:t>
          </a:r>
          <a:r>
            <a:rPr lang="ru-RU" sz="3400" b="0" i="0" kern="1200" dirty="0"/>
            <a:t>.</a:t>
          </a:r>
          <a:endParaRPr lang="uk-UA" sz="3400" kern="1200" dirty="0"/>
        </a:p>
      </dsp:txBody>
      <dsp:txXfrm>
        <a:off x="39809" y="3105616"/>
        <a:ext cx="4674944" cy="73587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2D620-45A7-427D-A800-30049B825AD1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Хотинську фортецю.</a:t>
          </a:r>
          <a:endParaRPr lang="uk-UA" sz="2500" kern="1200"/>
        </a:p>
      </dsp:txBody>
      <dsp:txXfrm>
        <a:off x="48481" y="57660"/>
        <a:ext cx="4657600" cy="896166"/>
      </dsp:txXfrm>
    </dsp:sp>
    <dsp:sp modelId="{473ACEA3-9A41-44B6-817A-C4618913B464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Меджибізький замок.</a:t>
          </a:r>
          <a:endParaRPr lang="uk-UA" sz="2500" kern="1200"/>
        </a:p>
      </dsp:txBody>
      <dsp:txXfrm>
        <a:off x="48481" y="1122789"/>
        <a:ext cx="4657600" cy="896166"/>
      </dsp:txXfrm>
    </dsp:sp>
    <dsp:sp modelId="{B82369D7-525B-47EF-AC60-C0685FB8BFE1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Межиріцький монастир-фортецю.</a:t>
          </a:r>
          <a:endParaRPr lang="uk-UA" sz="2500" kern="1200"/>
        </a:p>
      </dsp:txBody>
      <dsp:txXfrm>
        <a:off x="48481" y="2187918"/>
        <a:ext cx="4657600" cy="896166"/>
      </dsp:txXfrm>
    </dsp:sp>
    <dsp:sp modelId="{1AAE6DF4-965A-43A6-B0A7-C985F2E7D3C8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замок у Підгірцях.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7DDF3-D5A1-4898-BD22-D009D4FCCC37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Меджибі́зький замок.</a:t>
          </a:r>
          <a:endParaRPr lang="uk-UA" sz="2500" kern="1200"/>
        </a:p>
      </dsp:txBody>
      <dsp:txXfrm>
        <a:off x="48481" y="57660"/>
        <a:ext cx="4657600" cy="896166"/>
      </dsp:txXfrm>
    </dsp:sp>
    <dsp:sp modelId="{0EE8D737-3551-4803-ABCF-EEA63493FB5D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Верхній замок у Луцьку.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72CC48F3-82C4-4B3F-AC3F-0B83DED2C474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Кам’янець-Подільську фортецю.</a:t>
          </a:r>
          <a:endParaRPr lang="uk-UA" sz="2500" kern="1200" dirty="0"/>
        </a:p>
      </dsp:txBody>
      <dsp:txXfrm>
        <a:off x="48481" y="2187918"/>
        <a:ext cx="4657600" cy="896166"/>
      </dsp:txXfrm>
    </dsp:sp>
    <dsp:sp modelId="{FDB1C9F9-4F74-4D22-96BF-2AD665424248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Хотинську фортецю.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A15E6-7B06-4FA9-B84E-556B8A2DC8B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24D85B-0406-43BD-BC05-155E5BF19DCE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Кам'янець-Подільську фортецю.</a:t>
          </a:r>
          <a:endParaRPr lang="uk-UA" sz="2000" kern="1200" dirty="0"/>
        </a:p>
      </dsp:txBody>
      <dsp:txXfrm>
        <a:off x="475988" y="323424"/>
        <a:ext cx="4221130" cy="647185"/>
      </dsp:txXfrm>
    </dsp:sp>
    <dsp:sp modelId="{CB8F880F-5F22-48C0-9C57-F3E482F50BC4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06979-0E2C-41E6-BD95-A0D1DE4A59F0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Верхній замок у Луцьку.</a:t>
          </a:r>
          <a:endParaRPr lang="uk-UA" sz="2000" kern="1200" dirty="0"/>
        </a:p>
      </dsp:txBody>
      <dsp:txXfrm>
        <a:off x="847034" y="1294371"/>
        <a:ext cx="3850083" cy="647185"/>
      </dsp:txXfrm>
    </dsp:sp>
    <dsp:sp modelId="{34666A2F-C4E2-464E-89E6-CAE87A370345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A2D9B-C7C1-434F-922F-DBFCFDC68BB8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Меджибізький замок.</a:t>
          </a:r>
          <a:endParaRPr lang="uk-UA" sz="2000" kern="1200"/>
        </a:p>
      </dsp:txBody>
      <dsp:txXfrm>
        <a:off x="847034" y="2265318"/>
        <a:ext cx="3850083" cy="647185"/>
      </dsp:txXfrm>
    </dsp:sp>
    <dsp:sp modelId="{C5BE97C1-C8EA-461D-9063-B496BC829AD4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5A955-AFB2-4135-B781-D3D9D2AA91E8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Хотинську фортецю.</a:t>
          </a:r>
          <a:endParaRPr lang="uk-UA" sz="2000" kern="1200" dirty="0"/>
        </a:p>
      </dsp:txBody>
      <dsp:txXfrm>
        <a:off x="475988" y="3236264"/>
        <a:ext cx="4221130" cy="647185"/>
      </dsp:txXfrm>
    </dsp:sp>
    <dsp:sp modelId="{6CD48F4D-2526-4D49-B6F6-DCD581E8DE56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1EE9D-02DE-44F6-B516-CFBA2F0F6071}">
      <dsp:nvSpPr>
        <dsp:cNvPr id="0" name=""/>
        <dsp:cNvSpPr/>
      </dsp:nvSpPr>
      <dsp:spPr>
        <a:xfrm>
          <a:off x="0" y="796187"/>
          <a:ext cx="475456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/>
            <a:t>Хотинської фортеці.</a:t>
          </a:r>
        </a:p>
      </dsp:txBody>
      <dsp:txXfrm>
        <a:off x="29271" y="825458"/>
        <a:ext cx="4696020" cy="541083"/>
      </dsp:txXfrm>
    </dsp:sp>
    <dsp:sp modelId="{712643EB-3381-49AC-876D-69E33C17354C}">
      <dsp:nvSpPr>
        <dsp:cNvPr id="0" name=""/>
        <dsp:cNvSpPr/>
      </dsp:nvSpPr>
      <dsp:spPr>
        <a:xfrm>
          <a:off x="0" y="1467812"/>
          <a:ext cx="475456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 err="1"/>
            <a:t>Меджибізького</a:t>
          </a:r>
          <a:r>
            <a:rPr lang="uk-UA" sz="2500" kern="1200" dirty="0"/>
            <a:t> замку.</a:t>
          </a:r>
        </a:p>
      </dsp:txBody>
      <dsp:txXfrm>
        <a:off x="29271" y="1497083"/>
        <a:ext cx="4696020" cy="541083"/>
      </dsp:txXfrm>
    </dsp:sp>
    <dsp:sp modelId="{7FC27411-EFF2-42B3-BC0E-298A27231211}">
      <dsp:nvSpPr>
        <dsp:cNvPr id="0" name=""/>
        <dsp:cNvSpPr/>
      </dsp:nvSpPr>
      <dsp:spPr>
        <a:xfrm>
          <a:off x="0" y="2139437"/>
          <a:ext cx="475456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/>
            <a:t>Острозького замку.</a:t>
          </a:r>
        </a:p>
      </dsp:txBody>
      <dsp:txXfrm>
        <a:off x="29271" y="2168708"/>
        <a:ext cx="4696020" cy="541083"/>
      </dsp:txXfrm>
    </dsp:sp>
    <dsp:sp modelId="{801B7C88-73F4-4344-B5AD-36474FA2AF1F}">
      <dsp:nvSpPr>
        <dsp:cNvPr id="0" name=""/>
        <dsp:cNvSpPr/>
      </dsp:nvSpPr>
      <dsp:spPr>
        <a:xfrm>
          <a:off x="0" y="2811062"/>
          <a:ext cx="475456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Кам’янець-Подільської фортеці.</a:t>
          </a:r>
        </a:p>
      </dsp:txBody>
      <dsp:txXfrm>
        <a:off x="29271" y="2840333"/>
        <a:ext cx="4696020" cy="541083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1ED36-C24B-4B31-9379-98FA84C9776D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Острозький замок.</a:t>
          </a:r>
          <a:endParaRPr lang="uk-UA" sz="2500" kern="1200"/>
        </a:p>
      </dsp:txBody>
      <dsp:txXfrm>
        <a:off x="48481" y="57660"/>
        <a:ext cx="4657600" cy="896166"/>
      </dsp:txXfrm>
    </dsp:sp>
    <dsp:sp modelId="{6865A5FE-CCFF-44CF-BBEB-D5DD8E1ED7A0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Генуезьку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фортецю</a:t>
          </a:r>
          <a:r>
            <a:rPr lang="ru-RU" sz="2500" b="0" i="0" kern="1200" dirty="0"/>
            <a:t> в Судаку.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D31C2035-CDFF-4374-89DC-3343322EC6F7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замок </a:t>
          </a:r>
          <a:r>
            <a:rPr lang="ru-RU" sz="2500" b="0" i="0" kern="1200" dirty="0" err="1"/>
            <a:t>Любарта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Луцьку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2187918"/>
        <a:ext cx="4657600" cy="896166"/>
      </dsp:txXfrm>
    </dsp:sp>
    <dsp:sp modelId="{4E3ADFCD-C7B3-445F-953B-0FC4EC5AE7D1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Кам’янець-Подільську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фортецю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68A87-E1AE-452B-A373-F788197ED1A9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A517E-2D50-4D1B-84D0-5A4F45504376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Волині.</a:t>
          </a:r>
          <a:endParaRPr lang="uk-UA" sz="2000" kern="1200" dirty="0"/>
        </a:p>
      </dsp:txBody>
      <dsp:txXfrm>
        <a:off x="753587" y="479744"/>
        <a:ext cx="1480499" cy="1480499"/>
      </dsp:txXfrm>
    </dsp:sp>
    <dsp:sp modelId="{A7B86870-E946-4173-8D19-012A008F8208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Закарпаття.</a:t>
          </a:r>
          <a:endParaRPr lang="uk-UA" sz="2000" kern="1200"/>
        </a:p>
      </dsp:txBody>
      <dsp:txXfrm>
        <a:off x="2520475" y="479744"/>
        <a:ext cx="1480499" cy="1480499"/>
      </dsp:txXfrm>
    </dsp:sp>
    <dsp:sp modelId="{3588EB64-4841-4730-87CB-3EDA1E0DB0C3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Галичини.</a:t>
          </a:r>
          <a:endParaRPr lang="uk-UA" sz="2000" kern="1200" dirty="0"/>
        </a:p>
      </dsp:txBody>
      <dsp:txXfrm>
        <a:off x="753587" y="2246631"/>
        <a:ext cx="1480499" cy="1480499"/>
      </dsp:txXfrm>
    </dsp:sp>
    <dsp:sp modelId="{2CFF1D1B-F731-4A19-8CCF-77AE32650ACA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Буковини.</a:t>
          </a:r>
          <a:endParaRPr lang="uk-UA" sz="2000" kern="1200" dirty="0"/>
        </a:p>
      </dsp:txBody>
      <dsp:txXfrm>
        <a:off x="2520475" y="2246631"/>
        <a:ext cx="1480499" cy="148049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02B67-F051-43A0-9255-D911C1207BAE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колонії Генуезької республіки в Криму.</a:t>
          </a:r>
          <a:endParaRPr lang="uk-UA" sz="2500" kern="1200" dirty="0"/>
        </a:p>
      </dsp:txBody>
      <dsp:txXfrm>
        <a:off x="48547" y="54984"/>
        <a:ext cx="4657468" cy="897406"/>
      </dsp:txXfrm>
    </dsp:sp>
    <dsp:sp modelId="{09E4E575-F33E-4FF4-90C5-A0A9C5491F1D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маєтків сімей литовських магнатів на Волині.</a:t>
          </a:r>
          <a:endParaRPr lang="uk-UA" sz="2500" kern="1200"/>
        </a:p>
      </dsp:txBody>
      <dsp:txXfrm>
        <a:off x="48547" y="1121484"/>
        <a:ext cx="4657468" cy="897406"/>
      </dsp:txXfrm>
    </dsp:sp>
    <dsp:sp modelId="{0A57B8DA-9CC2-48E4-9323-EF684AD7816A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володінь Османської імперії на Буковині.</a:t>
          </a:r>
          <a:endParaRPr lang="uk-UA" sz="2500" kern="1200"/>
        </a:p>
      </dsp:txBody>
      <dsp:txXfrm>
        <a:off x="48547" y="2187984"/>
        <a:ext cx="4657468" cy="897406"/>
      </dsp:txXfrm>
    </dsp:sp>
    <dsp:sp modelId="{6E0CC515-33B9-4043-99CF-9DDA7B2FA24F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земель польської шляхти на Поділлі.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B5CCF-64E3-4B2D-A8BD-524081B41909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Київського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університету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57660"/>
        <a:ext cx="4657600" cy="896166"/>
      </dsp:txXfrm>
    </dsp:sp>
    <dsp:sp modelId="{BF327031-BCCF-4DD7-8EBC-C54F6C279FF0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Полтавського</a:t>
          </a:r>
          <a:r>
            <a:rPr lang="ru-RU" sz="2500" b="0" i="0" kern="1200" dirty="0"/>
            <a:t> земства.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FFF6BEA5-CC53-49E2-9C32-D35A3E89F72D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резиденції митрополита Буковини в Чернівцях.</a:t>
          </a:r>
          <a:endParaRPr lang="uk-UA" sz="2500" kern="1200"/>
        </a:p>
      </dsp:txBody>
      <dsp:txXfrm>
        <a:off x="48481" y="2187918"/>
        <a:ext cx="4657600" cy="896166"/>
      </dsp:txXfrm>
    </dsp:sp>
    <dsp:sp modelId="{2725B556-A949-4555-A02F-F25E0AF630EE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банку «</a:t>
          </a:r>
          <a:r>
            <a:rPr lang="ru-RU" sz="2500" b="0" i="0" kern="1200" dirty="0" err="1"/>
            <a:t>Дністер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0233B-2591-4CA7-8AC6-C26726B144C1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готики.</a:t>
          </a:r>
          <a:endParaRPr lang="uk-UA" sz="4000" kern="1200"/>
        </a:p>
      </dsp:txBody>
      <dsp:txXfrm>
        <a:off x="46834" y="58671"/>
        <a:ext cx="4660894" cy="865732"/>
      </dsp:txXfrm>
    </dsp:sp>
    <dsp:sp modelId="{4B0FD20E-1120-4BCF-9849-A3E5F3DB310A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класицизму.</a:t>
          </a:r>
          <a:endParaRPr lang="uk-UA" sz="4000" kern="1200"/>
        </a:p>
      </dsp:txBody>
      <dsp:txXfrm>
        <a:off x="46834" y="1133271"/>
        <a:ext cx="4660894" cy="865732"/>
      </dsp:txXfrm>
    </dsp:sp>
    <dsp:sp modelId="{17925F8B-4D46-43A8-B390-FEBE87C841FD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модерну.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A1CDCCF1-A935-44D4-8E49-688B0C6C925C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бароко.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0C918-AADA-4C17-AFC9-2D7B4660D138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конструктивізму.</a:t>
          </a:r>
          <a:endParaRPr lang="uk-UA" sz="2000" kern="1200" dirty="0"/>
        </a:p>
      </dsp:txBody>
      <dsp:txXfrm rot="10800000">
        <a:off x="1225692" y="1772"/>
        <a:ext cx="2947131" cy="858607"/>
      </dsp:txXfrm>
    </dsp:sp>
    <dsp:sp modelId="{68F033E3-1468-44BD-B8DA-686C8C6A4AEB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8F2CE-2AF9-4A4E-BEE1-B2A473D5186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класицизму.</a:t>
          </a:r>
          <a:endParaRPr lang="uk-UA" sz="2000" kern="1200"/>
        </a:p>
      </dsp:txBody>
      <dsp:txXfrm rot="10800000">
        <a:off x="1225692" y="1116680"/>
        <a:ext cx="2947131" cy="858607"/>
      </dsp:txXfrm>
    </dsp:sp>
    <dsp:sp modelId="{99D87286-2B56-4A24-9039-959105BE79BB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A95CC-7970-4587-9AA3-BFC9CD1558B3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модерну.</a:t>
          </a:r>
          <a:endParaRPr lang="uk-UA" sz="2000" kern="1200"/>
        </a:p>
      </dsp:txBody>
      <dsp:txXfrm rot="10800000">
        <a:off x="1225692" y="2231587"/>
        <a:ext cx="2947131" cy="858607"/>
      </dsp:txXfrm>
    </dsp:sp>
    <dsp:sp modelId="{875B292D-6629-4264-AA2A-44FA310FFB8D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5550C-BF4B-42E6-B952-24289F17F319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бароко</a:t>
          </a:r>
          <a:endParaRPr lang="uk-UA" sz="2000" kern="1200" dirty="0"/>
        </a:p>
      </dsp:txBody>
      <dsp:txXfrm rot="10800000">
        <a:off x="1225692" y="3346495"/>
        <a:ext cx="2947131" cy="858607"/>
      </dsp:txXfrm>
    </dsp:sp>
    <dsp:sp modelId="{06918296-4185-4691-93D7-CC00D9C02845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07B91-59D5-4E29-AF2A-009373C2A6D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F9E83-321E-4BB2-8D8C-9028FE421D72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Івана Мазепи.</a:t>
          </a:r>
          <a:endParaRPr lang="uk-UA" sz="2700" kern="1200"/>
        </a:p>
      </dsp:txBody>
      <dsp:txXfrm>
        <a:off x="475988" y="323424"/>
        <a:ext cx="4221130" cy="647185"/>
      </dsp:txXfrm>
    </dsp:sp>
    <dsp:sp modelId="{2C925A68-4FEF-4461-8C68-DD8B95905C5E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B33CD-2B56-48CF-BDC1-EEC65322BAFD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/>
            <a:t>Петра Дорошенка.</a:t>
          </a:r>
          <a:endParaRPr lang="uk-UA" sz="2700" kern="1200" dirty="0"/>
        </a:p>
      </dsp:txBody>
      <dsp:txXfrm>
        <a:off x="847034" y="1294371"/>
        <a:ext cx="3850083" cy="647185"/>
      </dsp:txXfrm>
    </dsp:sp>
    <dsp:sp modelId="{89BD092D-8C13-4C2B-B79A-73A784CF37FF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D896D-D42D-422A-9BC2-B6F3EB1261A1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Івана Самойловича.</a:t>
          </a:r>
          <a:endParaRPr lang="uk-UA" sz="2700" kern="1200"/>
        </a:p>
      </dsp:txBody>
      <dsp:txXfrm>
        <a:off x="847034" y="2265318"/>
        <a:ext cx="3850083" cy="647185"/>
      </dsp:txXfrm>
    </dsp:sp>
    <dsp:sp modelId="{E46590AD-37DD-48B0-A811-DA44D6DD90B1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1EEA1-5799-4AC1-9F06-CF2B22B8E960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 err="1"/>
            <a:t>Кирила</a:t>
          </a:r>
          <a:r>
            <a:rPr lang="ru-RU" sz="2700" b="0" i="0" kern="1200" dirty="0"/>
            <a:t> </a:t>
          </a:r>
          <a:r>
            <a:rPr lang="ru-RU" sz="2700" b="0" i="0" kern="1200" dirty="0" err="1"/>
            <a:t>Розумовського</a:t>
          </a:r>
          <a:r>
            <a:rPr lang="ru-RU" sz="2700" b="0" i="0" kern="1200" dirty="0"/>
            <a:t>.</a:t>
          </a:r>
          <a:endParaRPr lang="uk-UA" sz="2700" kern="1200" dirty="0"/>
        </a:p>
      </dsp:txBody>
      <dsp:txXfrm>
        <a:off x="475988" y="3236264"/>
        <a:ext cx="4221130" cy="647185"/>
      </dsp:txXfrm>
    </dsp:sp>
    <dsp:sp modelId="{E7815CE2-C02F-4CC9-9E8D-81298D244D56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D8C3A-AA5F-4021-9B47-84DF12E54002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Києва.</a:t>
          </a:r>
          <a:endParaRPr lang="uk-UA" sz="3600" kern="1200"/>
        </a:p>
      </dsp:txBody>
      <dsp:txXfrm rot="10800000">
        <a:off x="1225692" y="1772"/>
        <a:ext cx="2947131" cy="858607"/>
      </dsp:txXfrm>
    </dsp:sp>
    <dsp:sp modelId="{C1AC2E23-7BC6-477B-8B34-F87E1299E18E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0843C-A722-4CAF-99A2-492280C4EBC7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Одеси.</a:t>
          </a:r>
          <a:endParaRPr lang="uk-UA" sz="3600" kern="1200" dirty="0"/>
        </a:p>
      </dsp:txBody>
      <dsp:txXfrm rot="10800000">
        <a:off x="1225692" y="1116680"/>
        <a:ext cx="2947131" cy="858607"/>
      </dsp:txXfrm>
    </dsp:sp>
    <dsp:sp modelId="{112283AA-1C10-43BB-B52E-26E35A680820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AFEC8-C55C-45E7-896C-45D8C922E00A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Львова.</a:t>
          </a:r>
          <a:endParaRPr lang="uk-UA" sz="3600" kern="1200"/>
        </a:p>
      </dsp:txBody>
      <dsp:txXfrm rot="10800000">
        <a:off x="1225692" y="2231587"/>
        <a:ext cx="2947131" cy="858607"/>
      </dsp:txXfrm>
    </dsp:sp>
    <dsp:sp modelId="{C9A684BE-CEE5-4F51-8C92-4ADFCDCEF36D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965C3-A64C-4493-8C8B-506C441EB606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Харкова.</a:t>
          </a:r>
          <a:endParaRPr lang="uk-UA" sz="3600" kern="1200" dirty="0"/>
        </a:p>
      </dsp:txBody>
      <dsp:txXfrm rot="10800000">
        <a:off x="1225692" y="3346495"/>
        <a:ext cx="2947131" cy="858607"/>
      </dsp:txXfrm>
    </dsp:sp>
    <dsp:sp modelId="{E567F2BD-BAFE-47FF-9F20-DEC345FC146C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2800B-0061-4610-A65E-3E9FB46A1799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35B5A-E474-458F-A3C0-44F199BF9D44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Харкова.</a:t>
          </a:r>
          <a:endParaRPr lang="uk-UA" sz="2600" kern="1200" dirty="0"/>
        </a:p>
      </dsp:txBody>
      <dsp:txXfrm>
        <a:off x="753587" y="479744"/>
        <a:ext cx="1480499" cy="1480499"/>
      </dsp:txXfrm>
    </dsp:sp>
    <dsp:sp modelId="{A5207C26-B333-433B-A56A-A8EEA5536F81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Одеси.</a:t>
          </a:r>
          <a:endParaRPr lang="uk-UA" sz="2600" kern="1200"/>
        </a:p>
      </dsp:txBody>
      <dsp:txXfrm>
        <a:off x="2520475" y="479744"/>
        <a:ext cx="1480499" cy="1480499"/>
      </dsp:txXfrm>
    </dsp:sp>
    <dsp:sp modelId="{F12F834C-D327-4C0A-82D8-D9C211ACA5A6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Києва.</a:t>
          </a:r>
          <a:endParaRPr lang="uk-UA" sz="2600" kern="1200" dirty="0"/>
        </a:p>
      </dsp:txBody>
      <dsp:txXfrm>
        <a:off x="753587" y="2246631"/>
        <a:ext cx="1480499" cy="1480499"/>
      </dsp:txXfrm>
    </dsp:sp>
    <dsp:sp modelId="{3EBAF6F4-49A8-4BC7-BACF-546D7EAEEDC7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Львова.</a:t>
          </a:r>
          <a:endParaRPr lang="uk-UA" sz="2600" kern="1200" dirty="0"/>
        </a:p>
      </dsp:txBody>
      <dsp:txXfrm>
        <a:off x="2520475" y="2246631"/>
        <a:ext cx="1480499" cy="148049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89B53-B98D-4F50-9444-DE923921593A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ратушу в Бучачі.</a:t>
          </a:r>
          <a:endParaRPr lang="uk-UA" sz="1900" kern="1200"/>
        </a:p>
      </dsp:txBody>
      <dsp:txXfrm rot="10800000">
        <a:off x="1225692" y="1772"/>
        <a:ext cx="2947131" cy="858607"/>
      </dsp:txXfrm>
    </dsp:sp>
    <dsp:sp modelId="{2060DC68-4296-4BB8-902E-F84C1D8B3692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2320B-A068-45E0-883E-7DD54F3B6D56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синагогу в Жовкві.</a:t>
          </a:r>
          <a:endParaRPr lang="uk-UA" sz="1900" kern="1200"/>
        </a:p>
      </dsp:txBody>
      <dsp:txXfrm rot="10800000">
        <a:off x="1225692" y="1116680"/>
        <a:ext cx="2947131" cy="858607"/>
      </dsp:txXfrm>
    </dsp:sp>
    <dsp:sp modelId="{AC370CDB-3B58-4B3F-A998-4C095893086E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16270-C304-411D-94C4-7210C2E77A0D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вежу </a:t>
          </a:r>
          <a:r>
            <a:rPr lang="ru-RU" sz="1900" b="0" i="0" kern="1200" dirty="0" err="1"/>
            <a:t>Корнякта</a:t>
          </a:r>
          <a:r>
            <a:rPr lang="ru-RU" sz="1900" b="0" i="0" kern="1200" dirty="0"/>
            <a:t> у </a:t>
          </a:r>
          <a:r>
            <a:rPr lang="ru-RU" sz="1900" b="0" i="0" kern="1200" dirty="0" err="1"/>
            <a:t>Львові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 rot="10800000">
        <a:off x="1225692" y="2231587"/>
        <a:ext cx="2947131" cy="858607"/>
      </dsp:txXfrm>
    </dsp:sp>
    <dsp:sp modelId="{17D19B9A-9DC2-4180-AC5B-33A0617A5606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02A5B-7691-44B6-92C6-AD898C2874C4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костел Св. </a:t>
          </a:r>
          <a:r>
            <a:rPr lang="ru-RU" sz="1900" b="0" i="0" kern="1200" dirty="0" err="1"/>
            <a:t>Варфоломія</a:t>
          </a:r>
          <a:r>
            <a:rPr lang="ru-RU" sz="1900" b="0" i="0" kern="1200" dirty="0"/>
            <a:t> в </a:t>
          </a:r>
          <a:r>
            <a:rPr lang="ru-RU" sz="1900" b="0" i="0" kern="1200" dirty="0" err="1"/>
            <a:t>Дрогобичі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 rot="10800000">
        <a:off x="1225692" y="3346495"/>
        <a:ext cx="2947131" cy="858607"/>
      </dsp:txXfrm>
    </dsp:sp>
    <dsp:sp modelId="{6B64589F-31B7-4F74-86A6-AA752CD5D8F3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D1EE6-90BF-4963-9A6A-5E72BF28BC9C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B0E10-B3FF-4148-8B2A-8A22812543BD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Львова.</a:t>
          </a:r>
          <a:endParaRPr lang="uk-UA" sz="2600" kern="1200" dirty="0"/>
        </a:p>
      </dsp:txBody>
      <dsp:txXfrm>
        <a:off x="753587" y="479744"/>
        <a:ext cx="1480499" cy="1480499"/>
      </dsp:txXfrm>
    </dsp:sp>
    <dsp:sp modelId="{1D90013A-3B58-4622-8758-A97E0624CF2B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Києва.</a:t>
          </a:r>
          <a:endParaRPr lang="uk-UA" sz="2600" kern="1200"/>
        </a:p>
      </dsp:txBody>
      <dsp:txXfrm>
        <a:off x="2520475" y="479744"/>
        <a:ext cx="1480499" cy="1480499"/>
      </dsp:txXfrm>
    </dsp:sp>
    <dsp:sp modelId="{7049A967-A1BC-4021-A80C-23A2B9FF5B36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Харкова.</a:t>
          </a:r>
          <a:endParaRPr lang="uk-UA" sz="2600" kern="1200"/>
        </a:p>
      </dsp:txBody>
      <dsp:txXfrm>
        <a:off x="753587" y="2246631"/>
        <a:ext cx="1480499" cy="1480499"/>
      </dsp:txXfrm>
    </dsp:sp>
    <dsp:sp modelId="{19097AA9-7640-410E-A0AE-4FA61BDFA75A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Одеси.</a:t>
          </a:r>
          <a:endParaRPr lang="uk-UA" sz="2600" kern="1200" dirty="0"/>
        </a:p>
      </dsp:txBody>
      <dsp:txXfrm>
        <a:off x="2520475" y="2246631"/>
        <a:ext cx="1480499" cy="148049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8FEAE-4FD5-4F38-A439-AF648676D55B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з метою розвитку культурного життя.</a:t>
          </a:r>
          <a:endParaRPr lang="uk-UA" sz="2500" kern="1200"/>
        </a:p>
      </dsp:txBody>
      <dsp:txXfrm>
        <a:off x="48547" y="54984"/>
        <a:ext cx="4657468" cy="897406"/>
      </dsp:txXfrm>
    </dsp:sp>
    <dsp:sp modelId="{6B64CC03-051A-430E-BF26-5EA9F6D2ADA3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як </a:t>
          </a:r>
          <a:r>
            <a:rPr lang="ru-RU" sz="2500" b="0" i="0" kern="1200" dirty="0" err="1"/>
            <a:t>сучасні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житлові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комплекси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21484"/>
        <a:ext cx="4657468" cy="897406"/>
      </dsp:txXfrm>
    </dsp:sp>
    <dsp:sp modelId="{0EF83CE6-7D6F-4817-A190-8F6C1FBDB792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 єдиному архітектурному стилі.</a:t>
          </a:r>
          <a:endParaRPr lang="uk-UA" sz="2500" kern="1200"/>
        </a:p>
      </dsp:txBody>
      <dsp:txXfrm>
        <a:off x="48547" y="2187984"/>
        <a:ext cx="4657468" cy="897406"/>
      </dsp:txXfrm>
    </dsp:sp>
    <dsp:sp modelId="{DE832DF9-F687-4CF5-9E9D-BAFB483CD3AD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для </a:t>
          </a:r>
          <a:r>
            <a:rPr lang="ru-RU" sz="2500" b="0" i="0" kern="1200" dirty="0" err="1"/>
            <a:t>розміщення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органів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державної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24A8E-275B-4709-8D4B-BFC6F959A77C}">
      <dsp:nvSpPr>
        <dsp:cNvPr id="0" name=""/>
        <dsp:cNvSpPr/>
      </dsp:nvSpPr>
      <dsp:spPr>
        <a:xfrm>
          <a:off x="0" y="0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6F23A-BCD3-4FCD-A2EA-4305830E0DFB}">
      <dsp:nvSpPr>
        <dsp:cNvPr id="0" name=""/>
        <dsp:cNvSpPr/>
      </dsp:nvSpPr>
      <dsp:spPr>
        <a:xfrm>
          <a:off x="0" y="0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відновлення радянської влади на всій території УСРР</a:t>
          </a:r>
          <a:endParaRPr lang="uk-UA" sz="2600" kern="1200" dirty="0"/>
        </a:p>
      </dsp:txBody>
      <dsp:txXfrm>
        <a:off x="0" y="0"/>
        <a:ext cx="4754562" cy="1051718"/>
      </dsp:txXfrm>
    </dsp:sp>
    <dsp:sp modelId="{CD31C120-6AE7-41C3-BAF6-574D87B7A527}">
      <dsp:nvSpPr>
        <dsp:cNvPr id="0" name=""/>
        <dsp:cNvSpPr/>
      </dsp:nvSpPr>
      <dsp:spPr>
        <a:xfrm>
          <a:off x="0" y="1051718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C9D82-B108-4CC3-86AD-9B41368D99AE}">
      <dsp:nvSpPr>
        <dsp:cNvPr id="0" name=""/>
        <dsp:cNvSpPr/>
      </dsp:nvSpPr>
      <dsp:spPr>
        <a:xfrm>
          <a:off x="0" y="1051718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входження УСРР до складу новоствореного Союзу РСР</a:t>
          </a:r>
          <a:endParaRPr lang="uk-UA" sz="2600" kern="1200"/>
        </a:p>
      </dsp:txBody>
      <dsp:txXfrm>
        <a:off x="0" y="1051718"/>
        <a:ext cx="4754562" cy="1051718"/>
      </dsp:txXfrm>
    </dsp:sp>
    <dsp:sp modelId="{D73C93B9-C8D3-494C-8E8C-EF76839926FA}">
      <dsp:nvSpPr>
        <dsp:cNvPr id="0" name=""/>
        <dsp:cNvSpPr/>
      </dsp:nvSpPr>
      <dsp:spPr>
        <a:xfrm>
          <a:off x="0" y="2103437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63D8D-56E9-4F6C-A25D-F2656F1E5986}">
      <dsp:nvSpPr>
        <dsp:cNvPr id="0" name=""/>
        <dsp:cNvSpPr/>
      </dsp:nvSpPr>
      <dsp:spPr>
        <a:xfrm>
          <a:off x="0" y="2103437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ухвалення першої, «робітничо-селянської» Конституції УСРР</a:t>
          </a:r>
          <a:endParaRPr lang="uk-UA" sz="2600" kern="1200" dirty="0"/>
        </a:p>
      </dsp:txBody>
      <dsp:txXfrm>
        <a:off x="0" y="2103437"/>
        <a:ext cx="4754562" cy="1051718"/>
      </dsp:txXfrm>
    </dsp:sp>
    <dsp:sp modelId="{2A20EB0D-D0EA-43EA-8B72-F1E919F6A5C9}">
      <dsp:nvSpPr>
        <dsp:cNvPr id="0" name=""/>
        <dsp:cNvSpPr/>
      </dsp:nvSpPr>
      <dsp:spPr>
        <a:xfrm>
          <a:off x="0" y="3155156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2930A-C494-4952-B207-5C6C13F4B79F}">
      <dsp:nvSpPr>
        <dsp:cNvPr id="0" name=""/>
        <dsp:cNvSpPr/>
      </dsp:nvSpPr>
      <dsp:spPr>
        <a:xfrm>
          <a:off x="0" y="3155156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перенесення столиці УСРР з Харкова до Києва</a:t>
          </a:r>
          <a:endParaRPr lang="uk-UA" sz="2600" kern="1200" dirty="0"/>
        </a:p>
      </dsp:txBody>
      <dsp:txXfrm>
        <a:off x="0" y="3155156"/>
        <a:ext cx="4754562" cy="105171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910DF-0EC3-4F46-B507-6266DF9E7172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99A48-281A-45FF-9365-4E50A08648B7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І. Мартос.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050AC2FF-C8E7-4FFD-9B75-BA2200D96F00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02BB0-BFBD-4FC0-AD0B-0F6C6E3BF51F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В. Бородай.</a:t>
          </a:r>
          <a:endParaRPr lang="uk-UA" sz="3400" kern="1200" dirty="0"/>
        </a:p>
      </dsp:txBody>
      <dsp:txXfrm>
        <a:off x="847034" y="1294371"/>
        <a:ext cx="3850083" cy="647185"/>
      </dsp:txXfrm>
    </dsp:sp>
    <dsp:sp modelId="{490AEE65-D36F-4AEC-B526-058E9593320A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C7120-43D4-4B78-87D2-35BB2BEB3A60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М. Микешин.</a:t>
          </a:r>
          <a:endParaRPr lang="uk-UA" sz="3400" kern="1200"/>
        </a:p>
      </dsp:txBody>
      <dsp:txXfrm>
        <a:off x="847034" y="2265318"/>
        <a:ext cx="3850083" cy="647185"/>
      </dsp:txXfrm>
    </dsp:sp>
    <dsp:sp modelId="{96701F55-A6B4-489B-8EC0-533FDE15E20F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68800-EF23-4719-850D-DB6427A93C57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І. </a:t>
          </a:r>
          <a:r>
            <a:rPr lang="ru-RU" sz="3400" b="0" i="0" kern="1200" dirty="0" err="1"/>
            <a:t>Кавалерідзе</a:t>
          </a:r>
          <a:r>
            <a:rPr lang="ru-RU" sz="3400" b="0" i="0" kern="1200" dirty="0"/>
            <a:t>.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487A24EE-3F8E-410F-8C01-F24D9EADDD5D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BA358-EF1B-4F6C-ADDD-318F312D1A4F}">
      <dsp:nvSpPr>
        <dsp:cNvPr id="0" name=""/>
        <dsp:cNvSpPr/>
      </dsp:nvSpPr>
      <dsp:spPr>
        <a:xfrm>
          <a:off x="0" y="0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83E99-EAB0-4432-B101-A6A50D0C9907}">
      <dsp:nvSpPr>
        <dsp:cNvPr id="0" name=""/>
        <dsp:cNvSpPr/>
      </dsp:nvSpPr>
      <dsp:spPr>
        <a:xfrm>
          <a:off x="0" y="0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запровадження християнства як державної релігії.</a:t>
          </a:r>
          <a:endParaRPr lang="uk-UA" sz="2700" kern="1200" dirty="0"/>
        </a:p>
      </dsp:txBody>
      <dsp:txXfrm>
        <a:off x="0" y="0"/>
        <a:ext cx="4754562" cy="1051718"/>
      </dsp:txXfrm>
    </dsp:sp>
    <dsp:sp modelId="{AA574ABC-1B41-4DD4-9FBD-6041475AAF3F}">
      <dsp:nvSpPr>
        <dsp:cNvPr id="0" name=""/>
        <dsp:cNvSpPr/>
      </dsp:nvSpPr>
      <dsp:spPr>
        <a:xfrm>
          <a:off x="0" y="1051718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944CC-AF68-4424-891A-8B48639D8380}">
      <dsp:nvSpPr>
        <dsp:cNvPr id="0" name=""/>
        <dsp:cNvSpPr/>
      </dsp:nvSpPr>
      <dsp:spPr>
        <a:xfrm>
          <a:off x="0" y="1051718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висвячення першого київського митрополита.</a:t>
          </a:r>
          <a:endParaRPr lang="uk-UA" sz="2700" kern="1200"/>
        </a:p>
      </dsp:txBody>
      <dsp:txXfrm>
        <a:off x="0" y="1051718"/>
        <a:ext cx="4754562" cy="1051718"/>
      </dsp:txXfrm>
    </dsp:sp>
    <dsp:sp modelId="{50669D71-15B1-4F83-9436-CF878A18F1AE}">
      <dsp:nvSpPr>
        <dsp:cNvPr id="0" name=""/>
        <dsp:cNvSpPr/>
      </dsp:nvSpPr>
      <dsp:spPr>
        <a:xfrm>
          <a:off x="0" y="2103437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57DE8-1E28-4D72-9C55-C0ECAF615CBA}">
      <dsp:nvSpPr>
        <dsp:cNvPr id="0" name=""/>
        <dsp:cNvSpPr/>
      </dsp:nvSpPr>
      <dsp:spPr>
        <a:xfrm>
          <a:off x="0" y="2103437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об’єднання північних і південних руських земель.</a:t>
          </a:r>
          <a:endParaRPr lang="uk-UA" sz="2700" kern="1200"/>
        </a:p>
      </dsp:txBody>
      <dsp:txXfrm>
        <a:off x="0" y="2103437"/>
        <a:ext cx="4754562" cy="1051718"/>
      </dsp:txXfrm>
    </dsp:sp>
    <dsp:sp modelId="{9A7325C5-48D0-49D8-94DC-0A3AD0920B3E}">
      <dsp:nvSpPr>
        <dsp:cNvPr id="0" name=""/>
        <dsp:cNvSpPr/>
      </dsp:nvSpPr>
      <dsp:spPr>
        <a:xfrm>
          <a:off x="0" y="3155156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58456-BE20-4296-81FD-49E286690D5E}">
      <dsp:nvSpPr>
        <dsp:cNvPr id="0" name=""/>
        <dsp:cNvSpPr/>
      </dsp:nvSpPr>
      <dsp:spPr>
        <a:xfrm>
          <a:off x="0" y="3155156"/>
          <a:ext cx="4754562" cy="105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укладення першого писаного збірника руських законів.</a:t>
          </a:r>
          <a:endParaRPr lang="uk-UA" sz="2700" kern="1200" dirty="0"/>
        </a:p>
      </dsp:txBody>
      <dsp:txXfrm>
        <a:off x="0" y="3155156"/>
        <a:ext cx="4754562" cy="105171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F9B52-E3D5-40E0-9071-1C5B82E60C57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DE06DA-EAA2-4928-8D9C-2666B33BB86A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Києва.</a:t>
          </a:r>
          <a:endParaRPr lang="uk-UA" sz="2600" kern="1200"/>
        </a:p>
      </dsp:txBody>
      <dsp:txXfrm>
        <a:off x="753587" y="479744"/>
        <a:ext cx="1480499" cy="1480499"/>
      </dsp:txXfrm>
    </dsp:sp>
    <dsp:sp modelId="{CE365A55-EEBB-4548-9978-AECDB89946BF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Львова.</a:t>
          </a:r>
          <a:endParaRPr lang="uk-UA" sz="2600" kern="1200"/>
        </a:p>
      </dsp:txBody>
      <dsp:txXfrm>
        <a:off x="2520475" y="479744"/>
        <a:ext cx="1480499" cy="1480499"/>
      </dsp:txXfrm>
    </dsp:sp>
    <dsp:sp modelId="{330084EC-E73B-4826-973B-D46C71BFA154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Одеси.</a:t>
          </a:r>
          <a:endParaRPr lang="uk-UA" sz="2600" kern="1200" dirty="0"/>
        </a:p>
      </dsp:txBody>
      <dsp:txXfrm>
        <a:off x="753587" y="2246631"/>
        <a:ext cx="1480499" cy="1480499"/>
      </dsp:txXfrm>
    </dsp:sp>
    <dsp:sp modelId="{6C24CDC1-3EDE-4575-A738-12F35CBB377D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Харкова.</a:t>
          </a:r>
          <a:endParaRPr lang="uk-UA" sz="2600" kern="1200" dirty="0"/>
        </a:p>
      </dsp:txBody>
      <dsp:txXfrm>
        <a:off x="2520475" y="2246631"/>
        <a:ext cx="1480499" cy="1480499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D39131-A7D7-4462-AB66-B3E8A0D8FC36}">
      <dsp:nvSpPr>
        <dsp:cNvPr id="0" name=""/>
        <dsp:cNvSpPr/>
      </dsp:nvSpPr>
      <dsp:spPr>
        <a:xfrm>
          <a:off x="0" y="74389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«Руська правда»</a:t>
          </a:r>
          <a:endParaRPr lang="uk-UA" sz="2600" kern="1200"/>
        </a:p>
      </dsp:txBody>
      <dsp:txXfrm>
        <a:off x="30442" y="774339"/>
        <a:ext cx="4693678" cy="562726"/>
      </dsp:txXfrm>
    </dsp:sp>
    <dsp:sp modelId="{C4E9E18F-6EAD-4C25-96F8-7F40CC7DC200}">
      <dsp:nvSpPr>
        <dsp:cNvPr id="0" name=""/>
        <dsp:cNvSpPr/>
      </dsp:nvSpPr>
      <dsp:spPr>
        <a:xfrm>
          <a:off x="0" y="144238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«Повчання дітям»</a:t>
          </a:r>
          <a:endParaRPr lang="uk-UA" sz="2600" kern="1200"/>
        </a:p>
      </dsp:txBody>
      <dsp:txXfrm>
        <a:off x="30442" y="1472829"/>
        <a:ext cx="4693678" cy="562726"/>
      </dsp:txXfrm>
    </dsp:sp>
    <dsp:sp modelId="{12836935-688C-4C55-852D-7494448359C1}">
      <dsp:nvSpPr>
        <dsp:cNvPr id="0" name=""/>
        <dsp:cNvSpPr/>
      </dsp:nvSpPr>
      <dsp:spPr>
        <a:xfrm>
          <a:off x="0" y="214087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/>
            <a:t>«</a:t>
          </a:r>
          <a:r>
            <a:rPr lang="ru-RU" sz="2600" b="0" i="0" kern="1200" dirty="0" err="1"/>
            <a:t>Повість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минулих</a:t>
          </a:r>
          <a:r>
            <a:rPr lang="ru-RU" sz="2600" b="0" i="0" kern="1200" dirty="0"/>
            <a:t> </a:t>
          </a:r>
          <a:r>
            <a:rPr lang="ru-RU" sz="2600" b="0" i="0" kern="1200" dirty="0" err="1"/>
            <a:t>літ</a:t>
          </a:r>
          <a:r>
            <a:rPr lang="ru-RU" sz="2600" b="0" i="0" kern="1200" dirty="0"/>
            <a:t>»</a:t>
          </a:r>
          <a:endParaRPr lang="uk-UA" sz="2600" kern="1200" dirty="0"/>
        </a:p>
      </dsp:txBody>
      <dsp:txXfrm>
        <a:off x="30442" y="2171319"/>
        <a:ext cx="4693678" cy="562726"/>
      </dsp:txXfrm>
    </dsp:sp>
    <dsp:sp modelId="{24E50C58-AEDC-4490-B6FD-030E30E8D6DB}">
      <dsp:nvSpPr>
        <dsp:cNvPr id="0" name=""/>
        <dsp:cNvSpPr/>
      </dsp:nvSpPr>
      <dsp:spPr>
        <a:xfrm>
          <a:off x="0" y="283936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/>
            <a:t>«Слово про Закон і Благодать»</a:t>
          </a:r>
          <a:endParaRPr lang="uk-UA" sz="2600" kern="1200" dirty="0"/>
        </a:p>
      </dsp:txBody>
      <dsp:txXfrm>
        <a:off x="30442" y="2869809"/>
        <a:ext cx="4693678" cy="562726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411BE-C478-4506-9370-206A86DAFE26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/>
            <a:t>В. </a:t>
          </a:r>
          <a:r>
            <a:rPr lang="ru-RU" sz="2600" b="0" i="0" kern="1200" dirty="0" err="1"/>
            <a:t>Городецький</a:t>
          </a:r>
          <a:endParaRPr lang="uk-UA" sz="2600" kern="1200" dirty="0"/>
        </a:p>
      </dsp:txBody>
      <dsp:txXfrm rot="10800000">
        <a:off x="1225692" y="1772"/>
        <a:ext cx="2947131" cy="858607"/>
      </dsp:txXfrm>
    </dsp:sp>
    <dsp:sp modelId="{01F1C7C4-3A5C-40F4-A12C-413BF8CE98EC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59177-2FE4-449A-AA28-4B5B3E14BCCC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М. Микешин</a:t>
          </a:r>
          <a:endParaRPr lang="uk-UA" sz="2600" kern="1200"/>
        </a:p>
      </dsp:txBody>
      <dsp:txXfrm rot="10800000">
        <a:off x="1225692" y="1116680"/>
        <a:ext cx="2947131" cy="858607"/>
      </dsp:txXfrm>
    </dsp:sp>
    <dsp:sp modelId="{34254437-EB6E-4794-9FB6-7C848AE2EDB4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99172-AAEC-4C31-A017-CC314A365FCD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Я. Погребняк</a:t>
          </a:r>
          <a:endParaRPr lang="uk-UA" sz="2600" kern="1200"/>
        </a:p>
      </dsp:txBody>
      <dsp:txXfrm rot="10800000">
        <a:off x="1225692" y="2231587"/>
        <a:ext cx="2947131" cy="858607"/>
      </dsp:txXfrm>
    </dsp:sp>
    <dsp:sp modelId="{81507339-5920-4D45-A7EB-6218D9D5BF12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AD68E-B52B-470F-8BC7-4FABB8DCCFD7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dirty="0"/>
            <a:t>Й. </a:t>
          </a:r>
          <a:r>
            <a:rPr lang="ru-RU" sz="2600" b="0" i="0" kern="1200" dirty="0" err="1"/>
            <a:t>Пінзель</a:t>
          </a:r>
          <a:endParaRPr lang="uk-UA" sz="2600" kern="1200" dirty="0"/>
        </a:p>
      </dsp:txBody>
      <dsp:txXfrm rot="10800000">
        <a:off x="1225692" y="3346495"/>
        <a:ext cx="2947131" cy="858607"/>
      </dsp:txXfrm>
    </dsp:sp>
    <dsp:sp modelId="{31FDD933-A06D-4061-9EBC-CC4251FEA33A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E3F7D-CA3E-4CE9-9FFF-048AE0DBDA8D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6C1CEA-CAC4-4E00-BF0C-3BDC0EF39D3B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О. </a:t>
          </a:r>
          <a:r>
            <a:rPr lang="ru-RU" sz="3400" b="0" i="0" kern="1200" dirty="0" err="1"/>
            <a:t>Беретті</a:t>
          </a:r>
          <a:r>
            <a:rPr lang="ru-RU" sz="3400" b="0" i="0" kern="1200" dirty="0"/>
            <a:t>.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15F8711C-A79E-43E2-A8DD-68B9DB111610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FCB15-D285-4E13-A601-3B9F23C494D1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В. Городецького.</a:t>
          </a:r>
          <a:endParaRPr lang="uk-UA" sz="3400" kern="1200"/>
        </a:p>
      </dsp:txBody>
      <dsp:txXfrm>
        <a:off x="847034" y="1294371"/>
        <a:ext cx="3850083" cy="647185"/>
      </dsp:txXfrm>
    </dsp:sp>
    <dsp:sp modelId="{8E47664C-A10D-451E-923E-C94C65774AB5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48FF0-FFD5-460C-8415-E947C59402E0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М. Микешина.</a:t>
          </a:r>
          <a:endParaRPr lang="uk-UA" sz="3400" kern="1200"/>
        </a:p>
      </dsp:txBody>
      <dsp:txXfrm>
        <a:off x="847034" y="2265318"/>
        <a:ext cx="3850083" cy="647185"/>
      </dsp:txXfrm>
    </dsp:sp>
    <dsp:sp modelId="{5ADBC405-7440-4F12-ABA4-D898B20D2CA3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4F804-CC1E-4614-A53C-1BB60A316542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О. Бекетова.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A3455246-8656-44E5-B4F2-9EAE2810E04A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773B7-2ECD-4E9C-9DFB-B6049059A415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Спасо-Преображенського</a:t>
          </a:r>
          <a:r>
            <a:rPr lang="ru-RU" sz="2500" b="0" i="0" kern="1200" dirty="0"/>
            <a:t> собору в </a:t>
          </a:r>
          <a:r>
            <a:rPr lang="ru-RU" sz="2500" b="0" i="0" kern="1200" dirty="0" err="1"/>
            <a:t>Чернігові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54984"/>
        <a:ext cx="4657468" cy="897406"/>
      </dsp:txXfrm>
    </dsp:sp>
    <dsp:sp modelId="{9A20BA41-3546-4229-9575-2DFC648141A2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церкви святого Пантелеймона </a:t>
          </a:r>
          <a:r>
            <a:rPr lang="ru-RU" sz="2500" b="0" i="0" kern="1200" dirty="0" err="1"/>
            <a:t>поблизу</a:t>
          </a:r>
          <a:r>
            <a:rPr lang="ru-RU" sz="2500" b="0" i="0" kern="1200" dirty="0"/>
            <a:t> Галича.</a:t>
          </a:r>
          <a:endParaRPr lang="uk-UA" sz="2500" kern="1200" dirty="0"/>
        </a:p>
      </dsp:txBody>
      <dsp:txXfrm>
        <a:off x="48547" y="1121484"/>
        <a:ext cx="4657468" cy="897406"/>
      </dsp:txXfrm>
    </dsp:sp>
    <dsp:sp modelId="{D277DEFE-3438-41F3-848E-54C92718EB70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П’ятницької церкви в Чернігові.</a:t>
          </a:r>
          <a:endParaRPr lang="uk-UA" sz="2500" kern="1200"/>
        </a:p>
      </dsp:txBody>
      <dsp:txXfrm>
        <a:off x="48547" y="2187984"/>
        <a:ext cx="4657468" cy="897406"/>
      </dsp:txXfrm>
    </dsp:sp>
    <dsp:sp modelId="{25380F91-203E-47D6-98BD-48C2D1CCB7E2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Софійського</a:t>
          </a:r>
          <a:r>
            <a:rPr lang="ru-RU" sz="2500" b="0" i="0" kern="1200" dirty="0"/>
            <a:t> собору в </a:t>
          </a:r>
          <a:r>
            <a:rPr lang="ru-RU" sz="2500" b="0" i="0" kern="1200" dirty="0" err="1"/>
            <a:t>Києві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D77596-84BD-4DF5-A406-1B139E932A1F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М. Петрахнович</a:t>
          </a:r>
          <a:endParaRPr lang="uk-UA" sz="4000" kern="1200"/>
        </a:p>
      </dsp:txBody>
      <dsp:txXfrm>
        <a:off x="46834" y="58671"/>
        <a:ext cx="4660894" cy="865732"/>
      </dsp:txXfrm>
    </dsp:sp>
    <dsp:sp modelId="{F394A9D9-A253-4DAF-8A4E-0BC515940A40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І. </a:t>
          </a:r>
          <a:r>
            <a:rPr lang="ru-RU" sz="4000" b="0" i="0" kern="1200" dirty="0" err="1"/>
            <a:t>Руткович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954AEC6E-30DC-4E16-AA0A-A117854540FA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Й. Кондзелевич</a:t>
          </a:r>
          <a:endParaRPr lang="uk-UA" sz="4000" kern="1200"/>
        </a:p>
      </dsp:txBody>
      <dsp:txXfrm>
        <a:off x="46834" y="2207871"/>
        <a:ext cx="4660894" cy="865732"/>
      </dsp:txXfrm>
    </dsp:sp>
    <dsp:sp modelId="{8661F389-7274-4286-A41E-49F5B8C4A021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О. </a:t>
          </a:r>
          <a:r>
            <a:rPr lang="ru-RU" sz="4000" b="0" i="0" kern="1200" dirty="0" err="1"/>
            <a:t>Горошкович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DB0C3-6321-4B62-A97E-491D1C7AF555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Б. </a:t>
          </a:r>
          <a:r>
            <a:rPr lang="ru-RU" sz="2100" b="0" i="0" kern="1200" dirty="0" err="1"/>
            <a:t>Хмельницького</a:t>
          </a:r>
          <a:endParaRPr lang="uk-UA" sz="2100" kern="1200" dirty="0"/>
        </a:p>
      </dsp:txBody>
      <dsp:txXfrm rot="10800000">
        <a:off x="1225692" y="1772"/>
        <a:ext cx="2947131" cy="858607"/>
      </dsp:txXfrm>
    </dsp:sp>
    <dsp:sp modelId="{7D9AE6FB-3D0A-4E7A-8688-6ACB0EDF8F71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97CE3-F192-447E-8D18-CB354BCA6B4C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І. Виговського</a:t>
          </a:r>
          <a:endParaRPr lang="uk-UA" sz="2100" kern="1200"/>
        </a:p>
      </dsp:txBody>
      <dsp:txXfrm rot="10800000">
        <a:off x="1225692" y="1116680"/>
        <a:ext cx="2947131" cy="858607"/>
      </dsp:txXfrm>
    </dsp:sp>
    <dsp:sp modelId="{44BAE57F-EFC7-44A6-842C-2DDB04B2FEF1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BC06D-D06F-4D8F-AB82-BC1ADCC654F8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П. Дорошенко</a:t>
          </a:r>
          <a:endParaRPr lang="uk-UA" sz="2100" kern="1200"/>
        </a:p>
      </dsp:txBody>
      <dsp:txXfrm rot="10800000">
        <a:off x="1225692" y="2231587"/>
        <a:ext cx="2947131" cy="858607"/>
      </dsp:txXfrm>
    </dsp:sp>
    <dsp:sp modelId="{B0D7DE28-FE0A-4487-A252-3972CDA500CD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7C3F6-D949-493D-BCBD-F30E8B758F93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І. </a:t>
          </a:r>
          <a:r>
            <a:rPr lang="ru-RU" sz="2100" b="0" i="0" kern="1200" dirty="0" err="1"/>
            <a:t>Мазепи</a:t>
          </a:r>
          <a:endParaRPr lang="uk-UA" sz="2100" kern="1200" dirty="0"/>
        </a:p>
      </dsp:txBody>
      <dsp:txXfrm rot="10800000">
        <a:off x="1225692" y="3346495"/>
        <a:ext cx="2947131" cy="858607"/>
      </dsp:txXfrm>
    </dsp:sp>
    <dsp:sp modelId="{B23C56C7-9D4A-4A1C-84A2-20FAC439E241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2B83F-F25D-4086-A5F1-CB14D6C43C61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CFA76-AFDD-43D9-BE97-A965E76B6B49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ікону Успіння Богородиці маляра О. Горошковича.</a:t>
          </a:r>
          <a:endParaRPr lang="uk-UA" sz="1900" kern="1200"/>
        </a:p>
      </dsp:txBody>
      <dsp:txXfrm>
        <a:off x="475988" y="323424"/>
        <a:ext cx="4221130" cy="647185"/>
      </dsp:txXfrm>
    </dsp:sp>
    <dsp:sp modelId="{622A6E9B-77AC-461D-B6DE-2E0A7E80E831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D95BC-C2A0-4427-A39F-E5FFC7A5CC0C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Дорогобузьку ікону Богородиці.</a:t>
          </a:r>
          <a:endParaRPr lang="uk-UA" sz="1900" kern="1200" dirty="0"/>
        </a:p>
      </dsp:txBody>
      <dsp:txXfrm>
        <a:off x="847034" y="1294371"/>
        <a:ext cx="3850083" cy="647185"/>
      </dsp:txXfrm>
    </dsp:sp>
    <dsp:sp modelId="{46FC66F8-4991-4EA0-965A-40460D858AE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E6EA9-9F94-4165-896C-F81D991C597B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Вишгородську ікону Богородиці.</a:t>
          </a:r>
          <a:endParaRPr lang="uk-UA" sz="1900" kern="1200"/>
        </a:p>
      </dsp:txBody>
      <dsp:txXfrm>
        <a:off x="847034" y="2265318"/>
        <a:ext cx="3850083" cy="647185"/>
      </dsp:txXfrm>
    </dsp:sp>
    <dsp:sp modelId="{A0DC58EE-A037-4A77-8FD4-735C5F6C1B7F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DC803-61C2-42C8-9322-65EC62A8972C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Холмську ікону Богородиці.</a:t>
          </a:r>
          <a:endParaRPr lang="uk-UA" sz="1900" kern="1200" dirty="0"/>
        </a:p>
      </dsp:txBody>
      <dsp:txXfrm>
        <a:off x="475988" y="3236264"/>
        <a:ext cx="4221130" cy="647185"/>
      </dsp:txXfrm>
    </dsp:sp>
    <dsp:sp modelId="{8BAFCA70-423A-42A2-B22E-BCC6024A9252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F8FB8-1028-428F-BB73-B7137663D529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І. </a:t>
          </a:r>
          <a:r>
            <a:rPr lang="ru-RU" sz="2500" b="0" i="0" kern="1200" dirty="0" err="1"/>
            <a:t>Руткович</a:t>
          </a:r>
          <a:endParaRPr lang="uk-UA" sz="2500" kern="1200" dirty="0"/>
        </a:p>
      </dsp:txBody>
      <dsp:txXfrm rot="10800000">
        <a:off x="1225692" y="1772"/>
        <a:ext cx="2947131" cy="858607"/>
      </dsp:txXfrm>
    </dsp:sp>
    <dsp:sp modelId="{33FEE8B3-71B6-41BC-B861-4B00BA53E24F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9CDA7-BB10-48FA-A850-5AD801852C0F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О. Горошкович</a:t>
          </a:r>
          <a:endParaRPr lang="uk-UA" sz="2500" kern="1200"/>
        </a:p>
      </dsp:txBody>
      <dsp:txXfrm rot="10800000">
        <a:off x="1225692" y="1116680"/>
        <a:ext cx="2947131" cy="858607"/>
      </dsp:txXfrm>
    </dsp:sp>
    <dsp:sp modelId="{4255098C-D3DA-4354-94A2-49EA6FA6FA4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F1E32-6D3D-4D1B-B51E-54DD21E5868B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Й. Кондзелевич</a:t>
          </a:r>
          <a:endParaRPr lang="uk-UA" sz="2500" kern="1200"/>
        </a:p>
      </dsp:txBody>
      <dsp:txXfrm rot="10800000">
        <a:off x="1225692" y="2231587"/>
        <a:ext cx="2947131" cy="858607"/>
      </dsp:txXfrm>
    </dsp:sp>
    <dsp:sp modelId="{94B1513E-8E3E-48A5-821F-5F0582DF95C2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16E39-23D8-4C0F-BF82-F08130DBEDD8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М. </a:t>
          </a:r>
          <a:r>
            <a:rPr lang="ru-RU" sz="2500" b="0" i="0" kern="1200" dirty="0" err="1"/>
            <a:t>Петрахнович</a:t>
          </a:r>
          <a:endParaRPr lang="uk-UA" sz="2500" kern="1200" dirty="0"/>
        </a:p>
      </dsp:txBody>
      <dsp:txXfrm rot="10800000">
        <a:off x="1225692" y="3346495"/>
        <a:ext cx="2947131" cy="858607"/>
      </dsp:txXfrm>
    </dsp:sp>
    <dsp:sp modelId="{42A9C4B7-016A-45EB-A69D-B5F86FA7FC77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C3C77-5A82-4AD1-9F33-F558E07DB3C2}">
      <dsp:nvSpPr>
        <dsp:cNvPr id="0" name=""/>
        <dsp:cNvSpPr/>
      </dsp:nvSpPr>
      <dsp:spPr>
        <a:xfrm>
          <a:off x="0" y="116417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візантійської</a:t>
          </a:r>
          <a:endParaRPr lang="uk-UA" sz="3800" kern="1200"/>
        </a:p>
      </dsp:txBody>
      <dsp:txXfrm>
        <a:off x="44492" y="160909"/>
        <a:ext cx="4665578" cy="822446"/>
      </dsp:txXfrm>
    </dsp:sp>
    <dsp:sp modelId="{5DFB6898-FDCC-431E-872F-E60051DA4D68}">
      <dsp:nvSpPr>
        <dsp:cNvPr id="0" name=""/>
        <dsp:cNvSpPr/>
      </dsp:nvSpPr>
      <dsp:spPr>
        <a:xfrm>
          <a:off x="0" y="1137287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мусульманської</a:t>
          </a:r>
          <a:endParaRPr lang="uk-UA" sz="3800" kern="1200" dirty="0"/>
        </a:p>
      </dsp:txBody>
      <dsp:txXfrm>
        <a:off x="44492" y="1181779"/>
        <a:ext cx="4665578" cy="822446"/>
      </dsp:txXfrm>
    </dsp:sp>
    <dsp:sp modelId="{86E63E1F-9D7C-4388-90B3-A61AF06A7E06}">
      <dsp:nvSpPr>
        <dsp:cNvPr id="0" name=""/>
        <dsp:cNvSpPr/>
      </dsp:nvSpPr>
      <dsp:spPr>
        <a:xfrm>
          <a:off x="0" y="2158157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західноєвропейської</a:t>
          </a:r>
          <a:endParaRPr lang="uk-UA" sz="3800" kern="1200"/>
        </a:p>
      </dsp:txBody>
      <dsp:txXfrm>
        <a:off x="44492" y="2202649"/>
        <a:ext cx="4665578" cy="822446"/>
      </dsp:txXfrm>
    </dsp:sp>
    <dsp:sp modelId="{D64C92E4-EA02-455C-AB0E-598C69EA9748}">
      <dsp:nvSpPr>
        <dsp:cNvPr id="0" name=""/>
        <dsp:cNvSpPr/>
      </dsp:nvSpPr>
      <dsp:spPr>
        <a:xfrm>
          <a:off x="0" y="3179027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іудейської</a:t>
          </a:r>
          <a:endParaRPr lang="uk-UA" sz="3800" kern="1200" dirty="0"/>
        </a:p>
      </dsp:txBody>
      <dsp:txXfrm>
        <a:off x="44492" y="3223519"/>
        <a:ext cx="4665578" cy="822446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69306-D9A1-48D3-8A94-8DD9D244A9E7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C582-678A-4A7C-B783-647DF28C9CA3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бароко</a:t>
          </a:r>
          <a:endParaRPr lang="uk-UA" sz="1900" kern="1200" dirty="0"/>
        </a:p>
      </dsp:txBody>
      <dsp:txXfrm>
        <a:off x="753587" y="479744"/>
        <a:ext cx="1480499" cy="1480499"/>
      </dsp:txXfrm>
    </dsp:sp>
    <dsp:sp modelId="{869A69B1-9789-42AE-9EB6-49F1FCFBC87F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реалізму</a:t>
          </a:r>
          <a:endParaRPr lang="uk-UA" sz="1900" kern="1200"/>
        </a:p>
      </dsp:txBody>
      <dsp:txXfrm>
        <a:off x="2520475" y="479744"/>
        <a:ext cx="1480499" cy="1480499"/>
      </dsp:txXfrm>
    </dsp:sp>
    <dsp:sp modelId="{E88B7E3D-AA80-44DC-80E3-223BEF97813C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класицизму</a:t>
          </a:r>
          <a:endParaRPr lang="uk-UA" sz="1900" kern="1200" dirty="0"/>
        </a:p>
      </dsp:txBody>
      <dsp:txXfrm>
        <a:off x="753587" y="2246631"/>
        <a:ext cx="1480499" cy="1480499"/>
      </dsp:txXfrm>
    </dsp:sp>
    <dsp:sp modelId="{4A44F8C3-1615-43A7-BA0F-CCB70B3DB5E4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романтизму</a:t>
          </a:r>
          <a:endParaRPr lang="uk-UA" sz="1900" kern="1200" dirty="0"/>
        </a:p>
      </dsp:txBody>
      <dsp:txXfrm>
        <a:off x="2520475" y="2246631"/>
        <a:ext cx="1480499" cy="1480499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D6BC0-F13F-4E54-AC58-B7EDE37E44AB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Холмську</a:t>
          </a:r>
          <a:endParaRPr lang="uk-UA" sz="2300" kern="1200" dirty="0"/>
        </a:p>
      </dsp:txBody>
      <dsp:txXfrm rot="10800000">
        <a:off x="1225692" y="1772"/>
        <a:ext cx="2947131" cy="858607"/>
      </dsp:txXfrm>
    </dsp:sp>
    <dsp:sp modelId="{55D33770-26F4-4031-929F-06BED4C21444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B8934-D25F-4B49-8ABE-819B3C5A4BA6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Дорогобузьку</a:t>
          </a:r>
          <a:endParaRPr lang="uk-UA" sz="2300" kern="1200"/>
        </a:p>
      </dsp:txBody>
      <dsp:txXfrm rot="10800000">
        <a:off x="1225692" y="1116680"/>
        <a:ext cx="2947131" cy="858607"/>
      </dsp:txXfrm>
    </dsp:sp>
    <dsp:sp modelId="{3D165C19-4FA6-4EDB-B617-C96C05E1E8AA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6EBB2-DD12-41B0-8161-C5E9B271E912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Вишгородську</a:t>
          </a:r>
          <a:endParaRPr lang="uk-UA" sz="2300" kern="1200"/>
        </a:p>
      </dsp:txBody>
      <dsp:txXfrm rot="10800000">
        <a:off x="1225692" y="2231587"/>
        <a:ext cx="2947131" cy="858607"/>
      </dsp:txXfrm>
    </dsp:sp>
    <dsp:sp modelId="{C179099B-53DA-4E7C-AB00-AAAD61DD824A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1DA67-3946-4339-B8C7-535C4DAB54B6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 err="1"/>
            <a:t>Свенську</a:t>
          </a:r>
          <a:endParaRPr lang="uk-UA" sz="2300" kern="1200" dirty="0"/>
        </a:p>
      </dsp:txBody>
      <dsp:txXfrm rot="10800000">
        <a:off x="1225692" y="3346495"/>
        <a:ext cx="2947131" cy="858607"/>
      </dsp:txXfrm>
    </dsp:sp>
    <dsp:sp modelId="{97FA8706-D768-42EE-A7C4-55D33C5AC786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3CE98-0C3F-47A1-A31E-E565D6ACC801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7E1BA-B4C6-4BB6-BC67-5CEC9A91EF75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П. Орлика</a:t>
          </a:r>
          <a:endParaRPr lang="uk-UA" sz="2000" kern="1200" dirty="0"/>
        </a:p>
      </dsp:txBody>
      <dsp:txXfrm>
        <a:off x="753587" y="479744"/>
        <a:ext cx="1480499" cy="1480499"/>
      </dsp:txXfrm>
    </dsp:sp>
    <dsp:sp modelId="{F8145219-1CBF-4E64-BB3F-4AFA0B490F35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П. Дорошенка</a:t>
          </a:r>
          <a:endParaRPr lang="uk-UA" sz="2000" kern="1200"/>
        </a:p>
      </dsp:txBody>
      <dsp:txXfrm>
        <a:off x="2520475" y="479744"/>
        <a:ext cx="1480499" cy="1480499"/>
      </dsp:txXfrm>
    </dsp:sp>
    <dsp:sp modelId="{D769475D-6CA5-4ADB-AE5D-99BD70A740A7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Д. Апостола</a:t>
          </a:r>
          <a:endParaRPr lang="uk-UA" sz="2000" kern="1200" dirty="0"/>
        </a:p>
      </dsp:txBody>
      <dsp:txXfrm>
        <a:off x="753587" y="2246631"/>
        <a:ext cx="1480499" cy="1480499"/>
      </dsp:txXfrm>
    </dsp:sp>
    <dsp:sp modelId="{BFD89393-7023-4371-83EF-C10D063B3395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І. </a:t>
          </a:r>
          <a:r>
            <a:rPr lang="ru-RU" sz="2000" b="0" i="0" kern="1200" dirty="0" err="1"/>
            <a:t>Мазепи</a:t>
          </a:r>
          <a:endParaRPr lang="uk-UA" sz="2000" kern="1200" dirty="0"/>
        </a:p>
      </dsp:txBody>
      <dsp:txXfrm>
        <a:off x="2520475" y="2246631"/>
        <a:ext cx="1480499" cy="1480499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F15FE-E167-404B-8DD4-886A35DB62F9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фрески.</a:t>
          </a:r>
          <a:endParaRPr lang="uk-UA" sz="4000" kern="1200"/>
        </a:p>
      </dsp:txBody>
      <dsp:txXfrm>
        <a:off x="46834" y="58671"/>
        <a:ext cx="4660894" cy="865732"/>
      </dsp:txXfrm>
    </dsp:sp>
    <dsp:sp modelId="{8F50FFC6-CADE-489C-88B6-28CB816502E2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мозаїки.</a:t>
          </a:r>
          <a:endParaRPr lang="uk-UA" sz="4000" kern="1200"/>
        </a:p>
      </dsp:txBody>
      <dsp:txXfrm>
        <a:off x="46834" y="1133271"/>
        <a:ext cx="4660894" cy="865732"/>
      </dsp:txXfrm>
    </dsp:sp>
    <dsp:sp modelId="{F63796D5-EE21-4AC6-AD10-42D063F4203C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гравюри.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A0FEA656-E898-45A2-A879-26B00E22B3A1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мініатюри.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83066-CA2F-406B-83BE-96E89792BB5E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/>
            <a:t>П. Орлика.</a:t>
          </a:r>
          <a:endParaRPr lang="uk-UA" sz="2700" kern="1200" dirty="0"/>
        </a:p>
      </dsp:txBody>
      <dsp:txXfrm rot="10800000">
        <a:off x="1225692" y="1772"/>
        <a:ext cx="2947131" cy="858607"/>
      </dsp:txXfrm>
    </dsp:sp>
    <dsp:sp modelId="{C39BBB7E-F7EA-4704-8073-0C7EB215B148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FE07C-98FE-44FA-AD87-8297ADF8AB8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П. Дорошенка.</a:t>
          </a:r>
          <a:endParaRPr lang="uk-UA" sz="2700" kern="1200"/>
        </a:p>
      </dsp:txBody>
      <dsp:txXfrm rot="10800000">
        <a:off x="1225692" y="1116680"/>
        <a:ext cx="2947131" cy="858607"/>
      </dsp:txXfrm>
    </dsp:sp>
    <dsp:sp modelId="{8777C3EA-E849-4CC1-85BF-61F003399DD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EEF5F-17A6-4077-95C1-7256986D07B1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Д. Апостола.</a:t>
          </a:r>
          <a:endParaRPr lang="uk-UA" sz="2700" kern="1200"/>
        </a:p>
      </dsp:txBody>
      <dsp:txXfrm rot="10800000">
        <a:off x="1225692" y="2231587"/>
        <a:ext cx="2947131" cy="858607"/>
      </dsp:txXfrm>
    </dsp:sp>
    <dsp:sp modelId="{C95464B2-318B-49F8-A54D-BE9A09741827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9A0DE-626F-44E0-8FF5-D462580977E3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dirty="0"/>
            <a:t>І. </a:t>
          </a:r>
          <a:r>
            <a:rPr lang="ru-RU" sz="2700" b="0" i="0" kern="1200" dirty="0" err="1"/>
            <a:t>Мазепи</a:t>
          </a:r>
          <a:r>
            <a:rPr lang="ru-RU" sz="2700" b="0" i="0" kern="1200" dirty="0"/>
            <a:t>.</a:t>
          </a:r>
          <a:endParaRPr lang="uk-UA" sz="2700" kern="1200" dirty="0"/>
        </a:p>
      </dsp:txBody>
      <dsp:txXfrm rot="10800000">
        <a:off x="1225692" y="3346495"/>
        <a:ext cx="2947131" cy="858607"/>
      </dsp:txXfrm>
    </dsp:sp>
    <dsp:sp modelId="{9A852DA7-91EC-4B7F-80A1-E24BD88B98BF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6BFA9-B423-4657-BC94-304E0B756020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4B3EF-9472-4415-8300-9866F9851703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соціально-економічній політиці.</a:t>
          </a:r>
          <a:endParaRPr lang="uk-UA" sz="1900" kern="1200" dirty="0"/>
        </a:p>
      </dsp:txBody>
      <dsp:txXfrm>
        <a:off x="475988" y="323424"/>
        <a:ext cx="4221130" cy="647185"/>
      </dsp:txXfrm>
    </dsp:sp>
    <dsp:sp modelId="{7AABA402-DD10-48CD-984B-38B3FBEA69C2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C17BD-FDFE-4DA0-8DD5-1F3DCF257391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державно-політичній діяльності.</a:t>
          </a:r>
          <a:endParaRPr lang="uk-UA" sz="1900" kern="1200" dirty="0"/>
        </a:p>
      </dsp:txBody>
      <dsp:txXfrm>
        <a:off x="847034" y="1294371"/>
        <a:ext cx="3850083" cy="647185"/>
      </dsp:txXfrm>
    </dsp:sp>
    <dsp:sp modelId="{C5E6C8BE-BF98-427A-AB6A-00E267240A99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6446A-BC2A-4781-B05E-26475A2C3927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зовнішньополітичній царині.</a:t>
          </a:r>
          <a:endParaRPr lang="uk-UA" sz="1900" kern="1200"/>
        </a:p>
      </dsp:txBody>
      <dsp:txXfrm>
        <a:off x="847034" y="2265318"/>
        <a:ext cx="3850083" cy="647185"/>
      </dsp:txXfrm>
    </dsp:sp>
    <dsp:sp modelId="{793012FD-44F8-44B2-AA31-55D820C75E55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6B2FD-85DD-461E-8F23-DD3DA229A047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культурно-просвітницькій сфері.</a:t>
          </a:r>
          <a:endParaRPr lang="uk-UA" sz="1900" kern="1200" dirty="0"/>
        </a:p>
      </dsp:txBody>
      <dsp:txXfrm>
        <a:off x="475988" y="3236264"/>
        <a:ext cx="4221130" cy="647185"/>
      </dsp:txXfrm>
    </dsp:sp>
    <dsp:sp modelId="{01411B21-9E41-4FC9-AFA3-8A95A4B2E24E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2823C6-1132-4D8E-8A1F-B2BBDBA18813}">
      <dsp:nvSpPr>
        <dsp:cNvPr id="0" name=""/>
        <dsp:cNvSpPr/>
      </dsp:nvSpPr>
      <dsp:spPr>
        <a:xfrm>
          <a:off x="0" y="377867"/>
          <a:ext cx="475456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шапка з </a:t>
          </a:r>
          <a:r>
            <a:rPr lang="ru-RU" sz="3300" b="0" i="0" kern="1200" dirty="0" err="1"/>
            <a:t>двома</a:t>
          </a:r>
          <a:r>
            <a:rPr lang="ru-RU" sz="3300" b="0" i="0" kern="1200" dirty="0"/>
            <a:t> </a:t>
          </a:r>
          <a:r>
            <a:rPr lang="ru-RU" sz="3300" b="0" i="0" kern="1200" dirty="0" err="1"/>
            <a:t>пір’їнами</a:t>
          </a:r>
          <a:endParaRPr lang="uk-UA" sz="3300" kern="1200" dirty="0"/>
        </a:p>
      </dsp:txBody>
      <dsp:txXfrm>
        <a:off x="38638" y="416505"/>
        <a:ext cx="4677286" cy="714229"/>
      </dsp:txXfrm>
    </dsp:sp>
    <dsp:sp modelId="{00E79463-23B5-42DA-B9D0-5E1A5253055C}">
      <dsp:nvSpPr>
        <dsp:cNvPr id="0" name=""/>
        <dsp:cNvSpPr/>
      </dsp:nvSpPr>
      <dsp:spPr>
        <a:xfrm>
          <a:off x="0" y="1264412"/>
          <a:ext cx="475456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хутряна накидка</a:t>
          </a:r>
          <a:endParaRPr lang="uk-UA" sz="3300" kern="1200"/>
        </a:p>
      </dsp:txBody>
      <dsp:txXfrm>
        <a:off x="38638" y="1303050"/>
        <a:ext cx="4677286" cy="714229"/>
      </dsp:txXfrm>
    </dsp:sp>
    <dsp:sp modelId="{735AD471-9EED-4744-B0F1-2C902838D7A3}">
      <dsp:nvSpPr>
        <dsp:cNvPr id="0" name=""/>
        <dsp:cNvSpPr/>
      </dsp:nvSpPr>
      <dsp:spPr>
        <a:xfrm>
          <a:off x="0" y="2150957"/>
          <a:ext cx="475456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шабля на поясі</a:t>
          </a:r>
          <a:endParaRPr lang="uk-UA" sz="3300" kern="1200"/>
        </a:p>
      </dsp:txBody>
      <dsp:txXfrm>
        <a:off x="38638" y="2189595"/>
        <a:ext cx="4677286" cy="714229"/>
      </dsp:txXfrm>
    </dsp:sp>
    <dsp:sp modelId="{152587E4-F918-4793-8BE0-F11391CF767C}">
      <dsp:nvSpPr>
        <dsp:cNvPr id="0" name=""/>
        <dsp:cNvSpPr/>
      </dsp:nvSpPr>
      <dsp:spPr>
        <a:xfrm>
          <a:off x="0" y="3037502"/>
          <a:ext cx="475456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dirty="0"/>
            <a:t>булава в </a:t>
          </a:r>
          <a:r>
            <a:rPr lang="ru-RU" sz="3300" b="0" i="0" kern="1200" dirty="0" err="1"/>
            <a:t>руці</a:t>
          </a:r>
          <a:endParaRPr lang="uk-UA" sz="3300" kern="1200" dirty="0"/>
        </a:p>
      </dsp:txBody>
      <dsp:txXfrm>
        <a:off x="38638" y="3076140"/>
        <a:ext cx="4677286" cy="714229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32C9D-8D35-4342-BA0B-FDBD201D135F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«Остромирове </a:t>
          </a:r>
          <a:r>
            <a:rPr lang="ru-RU" sz="2500" b="0" i="0" kern="1200" dirty="0" err="1"/>
            <a:t>Євангеліє</a:t>
          </a:r>
          <a:r>
            <a:rPr lang="ru-RU" sz="2500" b="0" i="0" kern="1200" dirty="0"/>
            <a:t>»</a:t>
          </a:r>
          <a:endParaRPr lang="uk-UA" sz="2500" kern="1200" dirty="0"/>
        </a:p>
      </dsp:txBody>
      <dsp:txXfrm>
        <a:off x="48481" y="57660"/>
        <a:ext cx="4657600" cy="896166"/>
      </dsp:txXfrm>
    </dsp:sp>
    <dsp:sp modelId="{FD97F6DE-5C4B-413F-8218-C9F455802DDC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«Ізборник Святослава»</a:t>
          </a:r>
          <a:endParaRPr lang="uk-UA" sz="2500" kern="1200"/>
        </a:p>
      </dsp:txBody>
      <dsp:txXfrm>
        <a:off x="48481" y="1122789"/>
        <a:ext cx="4657600" cy="896166"/>
      </dsp:txXfrm>
    </dsp:sp>
    <dsp:sp modelId="{DDA11ECF-4D7B-47E9-904D-0D39CE081300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«Слово о полку Ігоревім»</a:t>
          </a:r>
          <a:endParaRPr lang="uk-UA" sz="2500" kern="1200"/>
        </a:p>
      </dsp:txBody>
      <dsp:txXfrm>
        <a:off x="48481" y="2187918"/>
        <a:ext cx="4657600" cy="896166"/>
      </dsp:txXfrm>
    </dsp:sp>
    <dsp:sp modelId="{A7D4493D-611B-4803-B9F7-D123093BAACD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«</a:t>
          </a:r>
          <a:r>
            <a:rPr lang="ru-RU" sz="2500" b="0" i="0" kern="1200" dirty="0" err="1"/>
            <a:t>Повчання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дітям</a:t>
          </a:r>
          <a:r>
            <a:rPr lang="ru-RU" sz="2500" b="0" i="0" kern="1200" dirty="0"/>
            <a:t>» </a:t>
          </a:r>
          <a:r>
            <a:rPr lang="ru-RU" sz="2500" b="0" i="0" kern="1200" dirty="0" err="1"/>
            <a:t>Володимира</a:t>
          </a:r>
          <a:r>
            <a:rPr lang="ru-RU" sz="2500" b="0" i="0" kern="1200" dirty="0"/>
            <a:t> Мономаха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5E8809-5E0D-474C-B9C6-3EBF3D7232D5}">
      <dsp:nvSpPr>
        <dsp:cNvPr id="0" name=""/>
        <dsp:cNvSpPr/>
      </dsp:nvSpPr>
      <dsp:spPr>
        <a:xfrm>
          <a:off x="0" y="534737"/>
          <a:ext cx="475456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«Руську правду».</a:t>
          </a:r>
          <a:endParaRPr lang="uk-UA" sz="3000" kern="1200"/>
        </a:p>
      </dsp:txBody>
      <dsp:txXfrm>
        <a:off x="35125" y="569862"/>
        <a:ext cx="4684312" cy="649299"/>
      </dsp:txXfrm>
    </dsp:sp>
    <dsp:sp modelId="{0EBA9195-CA51-46A0-BBBA-F99ADB5FD4DD}">
      <dsp:nvSpPr>
        <dsp:cNvPr id="0" name=""/>
        <dsp:cNvSpPr/>
      </dsp:nvSpPr>
      <dsp:spPr>
        <a:xfrm>
          <a:off x="0" y="1340687"/>
          <a:ext cx="475456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«</a:t>
          </a:r>
          <a:r>
            <a:rPr lang="ru-RU" sz="3000" b="0" i="0" kern="1200" dirty="0" err="1"/>
            <a:t>Повість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минулих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літ</a:t>
          </a:r>
          <a:r>
            <a:rPr lang="ru-RU" sz="3000" b="0" i="0" kern="1200" dirty="0"/>
            <a:t>».</a:t>
          </a:r>
          <a:endParaRPr lang="uk-UA" sz="3000" kern="1200" dirty="0"/>
        </a:p>
      </dsp:txBody>
      <dsp:txXfrm>
        <a:off x="35125" y="1375812"/>
        <a:ext cx="4684312" cy="649299"/>
      </dsp:txXfrm>
    </dsp:sp>
    <dsp:sp modelId="{DFC92014-C07A-49C5-9C39-6D7AE43EEF49}">
      <dsp:nvSpPr>
        <dsp:cNvPr id="0" name=""/>
        <dsp:cNvSpPr/>
      </dsp:nvSpPr>
      <dsp:spPr>
        <a:xfrm>
          <a:off x="0" y="2146637"/>
          <a:ext cx="475456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«Остромирове Євангеліє».</a:t>
          </a:r>
          <a:endParaRPr lang="uk-UA" sz="3000" kern="1200"/>
        </a:p>
      </dsp:txBody>
      <dsp:txXfrm>
        <a:off x="35125" y="2181762"/>
        <a:ext cx="4684312" cy="649299"/>
      </dsp:txXfrm>
    </dsp:sp>
    <dsp:sp modelId="{E3124C90-DF79-4D59-B165-3FE9237B6B7A}">
      <dsp:nvSpPr>
        <dsp:cNvPr id="0" name=""/>
        <dsp:cNvSpPr/>
      </dsp:nvSpPr>
      <dsp:spPr>
        <a:xfrm>
          <a:off x="0" y="2952587"/>
          <a:ext cx="475456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«Слово о полку </a:t>
          </a:r>
          <a:r>
            <a:rPr lang="ru-RU" sz="3000" b="0" i="0" kern="1200" dirty="0" err="1"/>
            <a:t>Ігоревім</a:t>
          </a:r>
          <a:r>
            <a:rPr lang="ru-RU" sz="3000" b="0" i="0" kern="1200" dirty="0"/>
            <a:t>».</a:t>
          </a:r>
          <a:endParaRPr lang="uk-UA" sz="3000" kern="1200" dirty="0"/>
        </a:p>
      </dsp:txBody>
      <dsp:txXfrm>
        <a:off x="35125" y="2987712"/>
        <a:ext cx="4684312" cy="649299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2E49A-8B86-4714-82A7-131E995B5F1A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С. Васильківський</a:t>
          </a:r>
          <a:endParaRPr lang="uk-UA" sz="2200" kern="1200" dirty="0"/>
        </a:p>
      </dsp:txBody>
      <dsp:txXfrm rot="10800000">
        <a:off x="1225692" y="1772"/>
        <a:ext cx="2947131" cy="858607"/>
      </dsp:txXfrm>
    </dsp:sp>
    <dsp:sp modelId="{8EC5C6E7-2FDD-4967-B589-73B31CC0D03F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53C57-F45D-49B7-AA9A-8CA1E5F61D18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М. Пимоненко</a:t>
          </a:r>
          <a:endParaRPr lang="uk-UA" sz="2200" kern="1200"/>
        </a:p>
      </dsp:txBody>
      <dsp:txXfrm rot="10800000">
        <a:off x="1225692" y="1116680"/>
        <a:ext cx="2947131" cy="858607"/>
      </dsp:txXfrm>
    </dsp:sp>
    <dsp:sp modelId="{189C7C5B-29A3-4DB8-9F95-9931985CAD14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2B327-600D-4FBA-9AF7-8B9ED819F0A7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В. Тропінін</a:t>
          </a:r>
          <a:endParaRPr lang="uk-UA" sz="2200" kern="1200"/>
        </a:p>
      </dsp:txBody>
      <dsp:txXfrm rot="10800000">
        <a:off x="1225692" y="2231587"/>
        <a:ext cx="2947131" cy="858607"/>
      </dsp:txXfrm>
    </dsp:sp>
    <dsp:sp modelId="{E49F5BB1-B49E-4575-BB0D-00C52FB5DDCE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24363-FF78-4144-B908-2923BB47F3FB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І. Рєпін</a:t>
          </a:r>
          <a:endParaRPr lang="uk-UA" sz="2200" kern="1200" dirty="0"/>
        </a:p>
      </dsp:txBody>
      <dsp:txXfrm rot="10800000">
        <a:off x="1225692" y="3346495"/>
        <a:ext cx="2947131" cy="858607"/>
      </dsp:txXfrm>
    </dsp:sp>
    <dsp:sp modelId="{92138C8D-C92F-48B2-BC7E-CB06F84F02B6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6001D-C1C0-4857-903B-CCE4AB74399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1C0C6-F2AE-40C2-8B90-E26B47801B14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В. </a:t>
          </a:r>
          <a:r>
            <a:rPr lang="ru-RU" sz="3400" b="0" i="0" kern="1200" dirty="0" err="1"/>
            <a:t>Боровиковський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1D1D214F-C168-4A0E-A8CD-23DD747C1DF3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7992C-487D-4572-BD6C-42098A9BDF55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М. Пимоненко</a:t>
          </a:r>
          <a:endParaRPr lang="uk-UA" sz="3400" kern="1200"/>
        </a:p>
      </dsp:txBody>
      <dsp:txXfrm>
        <a:off x="847034" y="1294371"/>
        <a:ext cx="3850083" cy="647185"/>
      </dsp:txXfrm>
    </dsp:sp>
    <dsp:sp modelId="{E2A910D9-FF8C-4AF5-A17A-243AE34D0626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F789A-C828-4C9E-9AD5-C6EEAC673FF5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Т. Шевченко</a:t>
          </a:r>
          <a:endParaRPr lang="uk-UA" sz="3400" kern="1200" dirty="0"/>
        </a:p>
      </dsp:txBody>
      <dsp:txXfrm>
        <a:off x="847034" y="2265318"/>
        <a:ext cx="3850083" cy="647185"/>
      </dsp:txXfrm>
    </dsp:sp>
    <dsp:sp modelId="{ECD5167B-5AB9-44BD-B2EC-D19210D16D60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EF2D8-D3F8-4122-9153-3017814A7D11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І. </a:t>
          </a:r>
          <a:r>
            <a:rPr lang="ru-RU" sz="3400" b="0" i="0" kern="1200" dirty="0" err="1"/>
            <a:t>Рєпін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34255C52-3EAD-492F-A60B-39CD740EA4AC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3E12C-9449-4BDC-B577-3086812812CE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М. Пимоненко</a:t>
          </a:r>
          <a:endParaRPr lang="uk-UA" sz="4000" kern="1200"/>
        </a:p>
      </dsp:txBody>
      <dsp:txXfrm>
        <a:off x="46834" y="58671"/>
        <a:ext cx="4660894" cy="865732"/>
      </dsp:txXfrm>
    </dsp:sp>
    <dsp:sp modelId="{D9881C80-F0A1-4B8B-965F-63DF230CA79D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Т. Шевченко</a:t>
          </a:r>
          <a:endParaRPr lang="uk-UA" sz="4000" kern="1200" dirty="0"/>
        </a:p>
      </dsp:txBody>
      <dsp:txXfrm>
        <a:off x="46834" y="1133271"/>
        <a:ext cx="4660894" cy="865732"/>
      </dsp:txXfrm>
    </dsp:sp>
    <dsp:sp modelId="{64179FAB-D2E9-4DCE-86A6-A543795FF648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В. Тропінін</a:t>
          </a:r>
          <a:endParaRPr lang="uk-UA" sz="4000" kern="1200"/>
        </a:p>
      </dsp:txBody>
      <dsp:txXfrm>
        <a:off x="46834" y="2207871"/>
        <a:ext cx="4660894" cy="865732"/>
      </dsp:txXfrm>
    </dsp:sp>
    <dsp:sp modelId="{2E72CCE3-6C0D-45B9-A868-C4CF8CED56B4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І. Рєпін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C1F2D-E17D-4698-947C-504FC42CA3E1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4FA8B1-A0E4-41FE-B209-2F89A293A976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А. І. Рєпін</a:t>
          </a:r>
          <a:endParaRPr lang="uk-UA" sz="2800" kern="1200"/>
        </a:p>
      </dsp:txBody>
      <dsp:txXfrm>
        <a:off x="475988" y="323424"/>
        <a:ext cx="4221130" cy="647185"/>
      </dsp:txXfrm>
    </dsp:sp>
    <dsp:sp modelId="{62B5DFD3-96BE-4EB6-BB22-BAFA31F47D78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41D5A-59E7-4E71-81D7-FD7C992C0DFE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Б. С. Васильківський</a:t>
          </a:r>
          <a:endParaRPr lang="uk-UA" sz="2800" kern="1200"/>
        </a:p>
      </dsp:txBody>
      <dsp:txXfrm>
        <a:off x="847034" y="1294371"/>
        <a:ext cx="3850083" cy="647185"/>
      </dsp:txXfrm>
    </dsp:sp>
    <dsp:sp modelId="{93E48554-BDF8-4CE6-A69C-D25DC969A14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E2EE8-9DB3-476A-9F3C-8A89E07BF3F0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В. В. Тропінін</a:t>
          </a:r>
          <a:endParaRPr lang="uk-UA" sz="2800" kern="1200"/>
        </a:p>
      </dsp:txBody>
      <dsp:txXfrm>
        <a:off x="847034" y="2265318"/>
        <a:ext cx="3850083" cy="647185"/>
      </dsp:txXfrm>
    </dsp:sp>
    <dsp:sp modelId="{161357A2-C1DD-48D4-B004-FFD51564896F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D548D-1515-482A-B59B-868499D03B1B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 dirty="0"/>
            <a:t>Г. М. Пимоненко</a:t>
          </a:r>
          <a:endParaRPr lang="uk-UA" sz="2800" kern="1200" dirty="0"/>
        </a:p>
      </dsp:txBody>
      <dsp:txXfrm>
        <a:off x="475988" y="3236264"/>
        <a:ext cx="4221130" cy="647185"/>
      </dsp:txXfrm>
    </dsp:sp>
    <dsp:sp modelId="{3645170A-7165-4E0D-8E5A-767B72C2DB2E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D86B9-444E-49F2-ABCE-367D1B880D32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М. Пимоненко</a:t>
          </a:r>
          <a:endParaRPr lang="uk-UA" sz="4000" kern="1200" dirty="0"/>
        </a:p>
      </dsp:txBody>
      <dsp:txXfrm>
        <a:off x="46834" y="58671"/>
        <a:ext cx="4660894" cy="865732"/>
      </dsp:txXfrm>
    </dsp:sp>
    <dsp:sp modelId="{ACFEF51E-25C1-4679-9469-E7110B3F8C20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В. Тропінін</a:t>
          </a:r>
          <a:endParaRPr lang="uk-UA" sz="4000" kern="1200"/>
        </a:p>
      </dsp:txBody>
      <dsp:txXfrm>
        <a:off x="46834" y="1133271"/>
        <a:ext cx="4660894" cy="865732"/>
      </dsp:txXfrm>
    </dsp:sp>
    <dsp:sp modelId="{6519DD01-4D19-4659-8A72-E3FB50EC9294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І. Рєпін</a:t>
          </a:r>
          <a:endParaRPr lang="uk-UA" sz="4000" kern="1200" dirty="0"/>
        </a:p>
      </dsp:txBody>
      <dsp:txXfrm>
        <a:off x="46834" y="2207871"/>
        <a:ext cx="4660894" cy="865732"/>
      </dsp:txXfrm>
    </dsp:sp>
    <dsp:sp modelId="{F732AB13-499E-4751-AAC9-3C11657918B5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 dirty="0"/>
            <a:t>С. Васильківський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B7B21-0A4F-44C1-A0F6-82765A1A997D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B9F29E-DF3C-454D-B309-C86389E2AFAA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М. </a:t>
          </a:r>
          <a:r>
            <a:rPr lang="ru-RU" sz="3400" b="0" i="0" kern="1200" dirty="0" err="1"/>
            <a:t>Приймаченко</a:t>
          </a:r>
          <a:endParaRPr lang="uk-UA" sz="3400" kern="1200" dirty="0"/>
        </a:p>
      </dsp:txBody>
      <dsp:txXfrm>
        <a:off x="475988" y="323424"/>
        <a:ext cx="4221130" cy="647185"/>
      </dsp:txXfrm>
    </dsp:sp>
    <dsp:sp modelId="{2A62FEED-A5D2-4910-8410-84042A617E88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4B488-CF36-41C7-A5D2-4A99AC376F13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А. </a:t>
          </a:r>
          <a:r>
            <a:rPr lang="ru-RU" sz="3400" b="0" i="0" kern="1200" dirty="0" err="1"/>
            <a:t>Горська</a:t>
          </a:r>
          <a:endParaRPr lang="uk-UA" sz="3400" kern="1200" dirty="0"/>
        </a:p>
      </dsp:txBody>
      <dsp:txXfrm>
        <a:off x="847034" y="1294371"/>
        <a:ext cx="3850083" cy="647185"/>
      </dsp:txXfrm>
    </dsp:sp>
    <dsp:sp modelId="{4ABB6A38-5706-4D07-8FF5-21E982CB6396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D8B62-B68D-44EA-9837-8322F961625D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К. </a:t>
          </a:r>
          <a:r>
            <a:rPr lang="ru-RU" sz="3400" b="0" i="0" kern="1200" dirty="0" err="1"/>
            <a:t>Білокур</a:t>
          </a:r>
          <a:endParaRPr lang="uk-UA" sz="3400" kern="1200" dirty="0"/>
        </a:p>
      </dsp:txBody>
      <dsp:txXfrm>
        <a:off x="847034" y="2265318"/>
        <a:ext cx="3850083" cy="647185"/>
      </dsp:txXfrm>
    </dsp:sp>
    <dsp:sp modelId="{EA3BD70B-2EF9-4698-B9FB-E9BDBB85DC91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696C4-E3D4-49DB-AF2A-8042AAA9FA5A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 dirty="0"/>
            <a:t>Т. </a:t>
          </a:r>
          <a:r>
            <a:rPr lang="ru-RU" sz="3400" b="0" i="0" kern="1200" dirty="0" err="1"/>
            <a:t>Яблонська</a:t>
          </a:r>
          <a:endParaRPr lang="uk-UA" sz="3400" kern="1200" dirty="0"/>
        </a:p>
      </dsp:txBody>
      <dsp:txXfrm>
        <a:off x="475988" y="3236264"/>
        <a:ext cx="4221130" cy="647185"/>
      </dsp:txXfrm>
    </dsp:sp>
    <dsp:sp modelId="{F2698E5C-D5FF-4933-8C45-FE9C530C6754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3528B-F80E-457F-8048-FE6853B91143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М. Пимоненко</a:t>
          </a:r>
          <a:endParaRPr lang="uk-UA" sz="4000" kern="1200"/>
        </a:p>
      </dsp:txBody>
      <dsp:txXfrm>
        <a:off x="46834" y="58671"/>
        <a:ext cx="4660894" cy="865732"/>
      </dsp:txXfrm>
    </dsp:sp>
    <dsp:sp modelId="{796CE3C5-3AF7-4BE1-B808-6E331C01BCBE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В. Штернберг</a:t>
          </a:r>
          <a:endParaRPr lang="uk-UA" sz="4000" kern="1200"/>
        </a:p>
      </dsp:txBody>
      <dsp:txXfrm>
        <a:off x="46834" y="1133271"/>
        <a:ext cx="4660894" cy="865732"/>
      </dsp:txXfrm>
    </dsp:sp>
    <dsp:sp modelId="{7DB2A72B-B4CF-4441-B3A4-9379EF5F3974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Т. Шевченко</a:t>
          </a:r>
          <a:endParaRPr lang="uk-UA" sz="4000" kern="1200"/>
        </a:p>
      </dsp:txBody>
      <dsp:txXfrm>
        <a:off x="46834" y="2207871"/>
        <a:ext cx="4660894" cy="865732"/>
      </dsp:txXfrm>
    </dsp:sp>
    <dsp:sp modelId="{8B65A43E-21FE-4081-96D3-CED67537B3E5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dirty="0"/>
            <a:t>В. </a:t>
          </a:r>
          <a:r>
            <a:rPr lang="ru-RU" sz="4000" b="0" i="0" kern="1200" dirty="0" err="1"/>
            <a:t>Тропінін</a:t>
          </a:r>
          <a:endParaRPr lang="uk-UA" sz="4000" kern="1200" dirty="0"/>
        </a:p>
      </dsp:txBody>
      <dsp:txXfrm>
        <a:off x="46834" y="3282471"/>
        <a:ext cx="4660894" cy="865732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FB7D4-CEAE-42BC-B7EE-F335A5800D9D}">
      <dsp:nvSpPr>
        <dsp:cNvPr id="0" name=""/>
        <dsp:cNvSpPr/>
      </dsp:nvSpPr>
      <dsp:spPr>
        <a:xfrm>
          <a:off x="0" y="587027"/>
          <a:ext cx="475456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І. Богун</a:t>
          </a:r>
          <a:endParaRPr lang="uk-UA" sz="2900" kern="1200"/>
        </a:p>
      </dsp:txBody>
      <dsp:txXfrm>
        <a:off x="33955" y="620982"/>
        <a:ext cx="4686652" cy="627655"/>
      </dsp:txXfrm>
    </dsp:sp>
    <dsp:sp modelId="{7ADC3B94-5F08-47AD-A2D9-BC073F394A26}">
      <dsp:nvSpPr>
        <dsp:cNvPr id="0" name=""/>
        <dsp:cNvSpPr/>
      </dsp:nvSpPr>
      <dsp:spPr>
        <a:xfrm>
          <a:off x="0" y="1366112"/>
          <a:ext cx="475456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К. </a:t>
          </a:r>
          <a:r>
            <a:rPr lang="ru-RU" sz="2900" b="0" i="0" kern="1200" dirty="0" err="1"/>
            <a:t>Гордієнко</a:t>
          </a:r>
          <a:endParaRPr lang="uk-UA" sz="2900" kern="1200" dirty="0"/>
        </a:p>
      </dsp:txBody>
      <dsp:txXfrm>
        <a:off x="33955" y="1400067"/>
        <a:ext cx="4686652" cy="627655"/>
      </dsp:txXfrm>
    </dsp:sp>
    <dsp:sp modelId="{015A5BD6-732B-4AD8-BD1A-A723C003A5CE}">
      <dsp:nvSpPr>
        <dsp:cNvPr id="0" name=""/>
        <dsp:cNvSpPr/>
      </dsp:nvSpPr>
      <dsp:spPr>
        <a:xfrm>
          <a:off x="0" y="2145197"/>
          <a:ext cx="475456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Т. </a:t>
          </a:r>
          <a:r>
            <a:rPr lang="ru-RU" sz="2900" b="0" i="0" kern="1200" dirty="0" err="1"/>
            <a:t>Хмельницький</a:t>
          </a:r>
          <a:endParaRPr lang="uk-UA" sz="2900" kern="1200" dirty="0"/>
        </a:p>
      </dsp:txBody>
      <dsp:txXfrm>
        <a:off x="33955" y="2179152"/>
        <a:ext cx="4686652" cy="627655"/>
      </dsp:txXfrm>
    </dsp:sp>
    <dsp:sp modelId="{CB3C5662-1EBE-4572-BE41-07C19B2C1B9E}">
      <dsp:nvSpPr>
        <dsp:cNvPr id="0" name=""/>
        <dsp:cNvSpPr/>
      </dsp:nvSpPr>
      <dsp:spPr>
        <a:xfrm>
          <a:off x="0" y="2924282"/>
          <a:ext cx="475456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/>
            <a:t>П. Конашевич-</a:t>
          </a:r>
          <a:r>
            <a:rPr lang="ru-RU" sz="2900" b="0" i="0" kern="1200" dirty="0" err="1"/>
            <a:t>Сагайдачний</a:t>
          </a:r>
          <a:endParaRPr lang="uk-UA" sz="2900" kern="1200" dirty="0"/>
        </a:p>
      </dsp:txBody>
      <dsp:txXfrm>
        <a:off x="33955" y="2958237"/>
        <a:ext cx="4686652" cy="627655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A96D0-B74B-4B79-B1D1-514F047DC518}">
      <dsp:nvSpPr>
        <dsp:cNvPr id="0" name=""/>
        <dsp:cNvSpPr/>
      </dsp:nvSpPr>
      <dsp:spPr>
        <a:xfrm>
          <a:off x="0" y="691607"/>
          <a:ext cx="475456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військ Речі Посполитої.</a:t>
          </a:r>
          <a:endParaRPr lang="uk-UA" sz="2700" kern="1200" dirty="0"/>
        </a:p>
      </dsp:txBody>
      <dsp:txXfrm>
        <a:off x="31613" y="723220"/>
        <a:ext cx="4691336" cy="584369"/>
      </dsp:txXfrm>
    </dsp:sp>
    <dsp:sp modelId="{40F55B0E-06CF-4894-BF2F-6B15490A265F}">
      <dsp:nvSpPr>
        <dsp:cNvPr id="0" name=""/>
        <dsp:cNvSpPr/>
      </dsp:nvSpPr>
      <dsp:spPr>
        <a:xfrm>
          <a:off x="0" y="1416962"/>
          <a:ext cx="475456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армії Османської імперії.</a:t>
          </a:r>
          <a:endParaRPr lang="uk-UA" sz="2700" kern="1200" dirty="0"/>
        </a:p>
      </dsp:txBody>
      <dsp:txXfrm>
        <a:off x="31613" y="1448575"/>
        <a:ext cx="4691336" cy="584369"/>
      </dsp:txXfrm>
    </dsp:sp>
    <dsp:sp modelId="{B970CD77-96ED-4BE9-BEAB-0433C069A530}">
      <dsp:nvSpPr>
        <dsp:cNvPr id="0" name=""/>
        <dsp:cNvSpPr/>
      </dsp:nvSpPr>
      <dsp:spPr>
        <a:xfrm>
          <a:off x="0" y="2142317"/>
          <a:ext cx="475456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загонів Кримського ханства.</a:t>
          </a:r>
          <a:endParaRPr lang="uk-UA" sz="2700" kern="1200" dirty="0"/>
        </a:p>
      </dsp:txBody>
      <dsp:txXfrm>
        <a:off x="31613" y="2173930"/>
        <a:ext cx="4691336" cy="584369"/>
      </dsp:txXfrm>
    </dsp:sp>
    <dsp:sp modelId="{B7C18D71-7D6E-4451-A59A-0EA6E3205935}">
      <dsp:nvSpPr>
        <dsp:cNvPr id="0" name=""/>
        <dsp:cNvSpPr/>
      </dsp:nvSpPr>
      <dsp:spPr>
        <a:xfrm>
          <a:off x="0" y="2867672"/>
          <a:ext cx="4754562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полків Московського царства.</a:t>
          </a:r>
          <a:endParaRPr lang="uk-UA" sz="2700" kern="1200" dirty="0"/>
        </a:p>
      </dsp:txBody>
      <dsp:txXfrm>
        <a:off x="31613" y="2899285"/>
        <a:ext cx="4691336" cy="584369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5E316-C99D-4482-B006-D26285300AA1}">
      <dsp:nvSpPr>
        <dsp:cNvPr id="0" name=""/>
        <dsp:cNvSpPr/>
      </dsp:nvSpPr>
      <dsp:spPr>
        <a:xfrm>
          <a:off x="0" y="9179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доби «Руїни»</a:t>
          </a:r>
          <a:endParaRPr lang="uk-UA" sz="2500" kern="1200"/>
        </a:p>
      </dsp:txBody>
      <dsp:txXfrm>
        <a:off x="48481" y="57660"/>
        <a:ext cx="4657600" cy="896166"/>
      </dsp:txXfrm>
    </dsp:sp>
    <dsp:sp modelId="{102B1EA2-1401-4B1C-ADF1-08079D4F5388}">
      <dsp:nvSpPr>
        <dsp:cNvPr id="0" name=""/>
        <dsp:cNvSpPr/>
      </dsp:nvSpPr>
      <dsp:spPr>
        <a:xfrm>
          <a:off x="0" y="1074308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московсько-литовських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війн</a:t>
          </a:r>
          <a:endParaRPr lang="uk-UA" sz="2500" kern="1200" dirty="0"/>
        </a:p>
      </dsp:txBody>
      <dsp:txXfrm>
        <a:off x="48481" y="1122789"/>
        <a:ext cx="4657600" cy="896166"/>
      </dsp:txXfrm>
    </dsp:sp>
    <dsp:sp modelId="{C9A08614-F7E5-4459-AA7A-B042C42FB3E5}">
      <dsp:nvSpPr>
        <dsp:cNvPr id="0" name=""/>
        <dsp:cNvSpPr/>
      </dsp:nvSpPr>
      <dsp:spPr>
        <a:xfrm>
          <a:off x="0" y="2139437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Національно-визвольної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війни</a:t>
          </a:r>
          <a:endParaRPr lang="uk-UA" sz="2500" kern="1200" dirty="0"/>
        </a:p>
      </dsp:txBody>
      <dsp:txXfrm>
        <a:off x="48481" y="2187918"/>
        <a:ext cx="4657600" cy="896166"/>
      </dsp:txXfrm>
    </dsp:sp>
    <dsp:sp modelId="{1EF4B828-D01F-45BF-936E-B42A5CF484FE}">
      <dsp:nvSpPr>
        <dsp:cNvPr id="0" name=""/>
        <dsp:cNvSpPr/>
      </dsp:nvSpPr>
      <dsp:spPr>
        <a:xfrm>
          <a:off x="0" y="3204566"/>
          <a:ext cx="4754562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доби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героїчних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походів</a:t>
          </a:r>
          <a:r>
            <a:rPr lang="ru-RU" sz="2500" b="0" i="0" kern="1200" dirty="0"/>
            <a:t>» </a:t>
          </a:r>
          <a:r>
            <a:rPr lang="ru-RU" sz="2500" b="0" i="0" kern="1200" dirty="0" err="1"/>
            <a:t>козацтва</a:t>
          </a:r>
          <a:endParaRPr lang="uk-UA" sz="2500" kern="1200" dirty="0"/>
        </a:p>
      </dsp:txBody>
      <dsp:txXfrm>
        <a:off x="48481" y="3253047"/>
        <a:ext cx="4657600" cy="896166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1CA63-5BE9-4F7D-8A60-95DBC0B2A688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Обидві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картини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створені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українськими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живописцями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54984"/>
        <a:ext cx="4657468" cy="897406"/>
      </dsp:txXfrm>
    </dsp:sp>
    <dsp:sp modelId="{7CD99353-715E-4D85-83EE-6A8AE047C89B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Обидва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портрети</a:t>
          </a:r>
          <a:r>
            <a:rPr lang="ru-RU" sz="2500" b="0" i="0" kern="1200" dirty="0"/>
            <a:t> належать до </a:t>
          </a:r>
          <a:r>
            <a:rPr lang="ru-RU" sz="2500" b="0" i="0" kern="1200" dirty="0" err="1"/>
            <a:t>мистецької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течії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імпресіонізму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21484"/>
        <a:ext cx="4657468" cy="897406"/>
      </dsp:txXfrm>
    </dsp:sp>
    <dsp:sp modelId="{224F6658-EDC3-4229-80B7-28ED94C087B3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На обох картинах зображено портрети українських поетес.</a:t>
          </a:r>
          <a:endParaRPr lang="uk-UA" sz="2500" kern="1200"/>
        </a:p>
      </dsp:txBody>
      <dsp:txXfrm>
        <a:off x="48547" y="2187984"/>
        <a:ext cx="4657468" cy="897406"/>
      </dsp:txXfrm>
    </dsp:sp>
    <dsp:sp modelId="{5430A2AF-3CBF-45ED-8D62-C3431BF4C520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Обидва</a:t>
          </a:r>
          <a:r>
            <a:rPr lang="ru-RU" sz="2500" b="0" i="0" kern="1200" dirty="0"/>
            <a:t> полотна належать </a:t>
          </a:r>
          <a:r>
            <a:rPr lang="ru-RU" sz="2500" b="0" i="0" kern="1200" dirty="0" err="1"/>
            <a:t>пензлю</a:t>
          </a:r>
          <a:r>
            <a:rPr lang="ru-RU" sz="2500" b="0" i="0" kern="1200" dirty="0"/>
            <a:t> одного художника.</a:t>
          </a:r>
          <a:endParaRPr lang="uk-UA" sz="2500" kern="1200" dirty="0"/>
        </a:p>
      </dsp:txBody>
      <dsp:txXfrm>
        <a:off x="48547" y="3254484"/>
        <a:ext cx="4657468" cy="897406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D92B8-CF51-4779-BF75-CAA7920A227D}">
      <dsp:nvSpPr>
        <dsp:cNvPr id="0" name=""/>
        <dsp:cNvSpPr/>
      </dsp:nvSpPr>
      <dsp:spPr>
        <a:xfrm>
          <a:off x="0" y="5537"/>
          <a:ext cx="4754562" cy="164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Автор </a:t>
          </a:r>
          <a:r>
            <a:rPr lang="ru-RU" sz="3000" b="0" i="0" kern="1200" dirty="0" err="1"/>
            <a:t>художніми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засобами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відобразив</a:t>
          </a:r>
          <a:r>
            <a:rPr lang="ru-RU" sz="3000" b="0" i="0" kern="1200" dirty="0"/>
            <a:t> </a:t>
          </a:r>
          <a:r>
            <a:rPr lang="ru-RU" sz="3000" b="0" i="0" kern="1200" dirty="0" err="1"/>
            <a:t>трагізм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подій</a:t>
          </a:r>
          <a:endParaRPr lang="uk-UA" sz="3000" kern="1200" dirty="0"/>
        </a:p>
      </dsp:txBody>
      <dsp:txXfrm>
        <a:off x="80532" y="86069"/>
        <a:ext cx="4593498" cy="1488636"/>
      </dsp:txXfrm>
    </dsp:sp>
    <dsp:sp modelId="{D47BA9F9-8326-4E73-9CC6-DE25EB41468C}">
      <dsp:nvSpPr>
        <dsp:cNvPr id="0" name=""/>
        <dsp:cNvSpPr/>
      </dsp:nvSpPr>
      <dsp:spPr>
        <a:xfrm>
          <a:off x="0" y="1655237"/>
          <a:ext cx="4754562" cy="254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57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 dirty="0"/>
            <a:t>Першої світової війни (1914–1918 рр.).</a:t>
          </a:r>
          <a:endParaRPr lang="uk-UA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 dirty="0"/>
            <a:t>масового голоду (1921–1923 рр.).</a:t>
          </a:r>
          <a:endParaRPr lang="uk-UA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 dirty="0"/>
            <a:t>акції «пацифікації» (1930 р.).</a:t>
          </a:r>
          <a:endParaRPr lang="uk-UA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 dirty="0"/>
            <a:t>насильницької колективізації (1929–1937 рр.).</a:t>
          </a:r>
          <a:endParaRPr lang="uk-UA" sz="2300" kern="1200" dirty="0"/>
        </a:p>
      </dsp:txBody>
      <dsp:txXfrm>
        <a:off x="0" y="1655237"/>
        <a:ext cx="4754562" cy="254610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15C22-A247-477D-A52B-E17DD77703E8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B16594-CABF-4CDF-A970-AC8726B3F022}">
      <dsp:nvSpPr>
        <dsp:cNvPr id="0" name=""/>
        <dsp:cNvSpPr/>
      </dsp:nvSpPr>
      <dsp:spPr>
        <a:xfrm>
          <a:off x="397740" y="262845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М. Примаченко</a:t>
          </a:r>
          <a:endParaRPr lang="uk-UA" sz="2700" kern="1200"/>
        </a:p>
      </dsp:txBody>
      <dsp:txXfrm>
        <a:off x="397740" y="262845"/>
        <a:ext cx="4299378" cy="526027"/>
      </dsp:txXfrm>
    </dsp:sp>
    <dsp:sp modelId="{C27FDB06-31C2-48E0-93D2-F1629A9ADD37}">
      <dsp:nvSpPr>
        <dsp:cNvPr id="0" name=""/>
        <dsp:cNvSpPr/>
      </dsp:nvSpPr>
      <dsp:spPr>
        <a:xfrm>
          <a:off x="68973" y="197092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2613B-7CE8-439C-A24D-E0998F3DF418}">
      <dsp:nvSpPr>
        <dsp:cNvPr id="0" name=""/>
        <dsp:cNvSpPr/>
      </dsp:nvSpPr>
      <dsp:spPr>
        <a:xfrm>
          <a:off x="774676" y="1051634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Т. Яблонська</a:t>
          </a:r>
          <a:endParaRPr lang="uk-UA" sz="2700" kern="1200"/>
        </a:p>
      </dsp:txBody>
      <dsp:txXfrm>
        <a:off x="774676" y="1051634"/>
        <a:ext cx="3922442" cy="526027"/>
      </dsp:txXfrm>
    </dsp:sp>
    <dsp:sp modelId="{71C8BB02-B6A3-4A71-849F-B2DD2AF56F8C}">
      <dsp:nvSpPr>
        <dsp:cNvPr id="0" name=""/>
        <dsp:cNvSpPr/>
      </dsp:nvSpPr>
      <dsp:spPr>
        <a:xfrm>
          <a:off x="445909" y="985881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3F4E0-2DE0-40C0-9F71-2177701C1B9C}">
      <dsp:nvSpPr>
        <dsp:cNvPr id="0" name=""/>
        <dsp:cNvSpPr/>
      </dsp:nvSpPr>
      <dsp:spPr>
        <a:xfrm>
          <a:off x="890365" y="1840423"/>
          <a:ext cx="3806753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М. Самокиш</a:t>
          </a:r>
          <a:endParaRPr lang="uk-UA" sz="2700" kern="1200"/>
        </a:p>
      </dsp:txBody>
      <dsp:txXfrm>
        <a:off x="890365" y="1840423"/>
        <a:ext cx="3806753" cy="526027"/>
      </dsp:txXfrm>
    </dsp:sp>
    <dsp:sp modelId="{071919BA-C07B-4FB7-ADB7-9AEF096DB2BF}">
      <dsp:nvSpPr>
        <dsp:cNvPr id="0" name=""/>
        <dsp:cNvSpPr/>
      </dsp:nvSpPr>
      <dsp:spPr>
        <a:xfrm>
          <a:off x="561598" y="1774670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7276D-0883-4F9E-B7B0-B2B795D9F63D}">
      <dsp:nvSpPr>
        <dsp:cNvPr id="0" name=""/>
        <dsp:cNvSpPr/>
      </dsp:nvSpPr>
      <dsp:spPr>
        <a:xfrm>
          <a:off x="774676" y="2629212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К. Білокур</a:t>
          </a:r>
          <a:endParaRPr lang="uk-UA" sz="2700" kern="1200"/>
        </a:p>
      </dsp:txBody>
      <dsp:txXfrm>
        <a:off x="774676" y="2629212"/>
        <a:ext cx="3922442" cy="526027"/>
      </dsp:txXfrm>
    </dsp:sp>
    <dsp:sp modelId="{8712BF41-84AC-4BF5-A7D7-470E8892A046}">
      <dsp:nvSpPr>
        <dsp:cNvPr id="0" name=""/>
        <dsp:cNvSpPr/>
      </dsp:nvSpPr>
      <dsp:spPr>
        <a:xfrm>
          <a:off x="445909" y="2563459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EA1BA-DCA4-46A3-A8E3-22BC33907916}">
      <dsp:nvSpPr>
        <dsp:cNvPr id="0" name=""/>
        <dsp:cNvSpPr/>
      </dsp:nvSpPr>
      <dsp:spPr>
        <a:xfrm>
          <a:off x="397740" y="3418001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В. Касіян</a:t>
          </a:r>
          <a:endParaRPr lang="uk-UA" sz="2700" kern="1200"/>
        </a:p>
      </dsp:txBody>
      <dsp:txXfrm>
        <a:off x="397740" y="3418001"/>
        <a:ext cx="4299378" cy="526027"/>
      </dsp:txXfrm>
    </dsp:sp>
    <dsp:sp modelId="{7260E6CD-BB53-4124-A910-7617F1BDDDA8}">
      <dsp:nvSpPr>
        <dsp:cNvPr id="0" name=""/>
        <dsp:cNvSpPr/>
      </dsp:nvSpPr>
      <dsp:spPr>
        <a:xfrm>
          <a:off x="68973" y="3352248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E5831-CED6-4A26-BBAA-DF8BD8BE3090}">
      <dsp:nvSpPr>
        <dsp:cNvPr id="0" name=""/>
        <dsp:cNvSpPr/>
      </dsp:nvSpPr>
      <dsp:spPr>
        <a:xfrm>
          <a:off x="1782960" y="1373272"/>
          <a:ext cx="1188640" cy="11886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55DDD31-950C-41A3-8A2D-509D9F54CACD}">
      <dsp:nvSpPr>
        <dsp:cNvPr id="0" name=""/>
        <dsp:cNvSpPr/>
      </dsp:nvSpPr>
      <dsp:spPr>
        <a:xfrm>
          <a:off x="1687869" y="405379"/>
          <a:ext cx="1378822" cy="7980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Т. Яблонська</a:t>
          </a:r>
          <a:endParaRPr lang="uk-UA" sz="1800" kern="1200"/>
        </a:p>
      </dsp:txBody>
      <dsp:txXfrm>
        <a:off x="1687869" y="405379"/>
        <a:ext cx="1378822" cy="798087"/>
      </dsp:txXfrm>
    </dsp:sp>
    <dsp:sp modelId="{6F7ECDF6-0EB1-4547-BF87-380F7F348B20}">
      <dsp:nvSpPr>
        <dsp:cNvPr id="0" name=""/>
        <dsp:cNvSpPr/>
      </dsp:nvSpPr>
      <dsp:spPr>
        <a:xfrm>
          <a:off x="2235119" y="1701677"/>
          <a:ext cx="1188640" cy="11886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86212C1-047D-44F4-AAD3-E5CB0326DB73}">
      <dsp:nvSpPr>
        <dsp:cNvPr id="0" name=""/>
        <dsp:cNvSpPr/>
      </dsp:nvSpPr>
      <dsp:spPr>
        <a:xfrm>
          <a:off x="3518375" y="1458175"/>
          <a:ext cx="1236186" cy="86600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К. Білокур</a:t>
          </a:r>
          <a:endParaRPr lang="uk-UA" sz="1800" kern="1200"/>
        </a:p>
      </dsp:txBody>
      <dsp:txXfrm>
        <a:off x="3518375" y="1458175"/>
        <a:ext cx="1236186" cy="866009"/>
      </dsp:txXfrm>
    </dsp:sp>
    <dsp:sp modelId="{48232B26-626F-4A60-B359-E3E519566D65}">
      <dsp:nvSpPr>
        <dsp:cNvPr id="0" name=""/>
        <dsp:cNvSpPr/>
      </dsp:nvSpPr>
      <dsp:spPr>
        <a:xfrm>
          <a:off x="2062528" y="2233508"/>
          <a:ext cx="1188640" cy="11886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EFF788E-4B87-418E-AE33-77B8D29A58F1}">
      <dsp:nvSpPr>
        <dsp:cNvPr id="0" name=""/>
        <dsp:cNvSpPr/>
      </dsp:nvSpPr>
      <dsp:spPr>
        <a:xfrm>
          <a:off x="3328193" y="2935485"/>
          <a:ext cx="1236186" cy="86600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М. Примаченко</a:t>
          </a:r>
          <a:endParaRPr lang="uk-UA" sz="1800" kern="1200"/>
        </a:p>
      </dsp:txBody>
      <dsp:txXfrm>
        <a:off x="3328193" y="2935485"/>
        <a:ext cx="1236186" cy="866009"/>
      </dsp:txXfrm>
    </dsp:sp>
    <dsp:sp modelId="{EE44DFEF-F62F-41F7-81D0-DDA423F49D66}">
      <dsp:nvSpPr>
        <dsp:cNvPr id="0" name=""/>
        <dsp:cNvSpPr/>
      </dsp:nvSpPr>
      <dsp:spPr>
        <a:xfrm>
          <a:off x="1503392" y="2233508"/>
          <a:ext cx="1188640" cy="11886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2BCA427-4925-4306-9F24-D11D71333081}">
      <dsp:nvSpPr>
        <dsp:cNvPr id="0" name=""/>
        <dsp:cNvSpPr/>
      </dsp:nvSpPr>
      <dsp:spPr>
        <a:xfrm>
          <a:off x="190182" y="2935485"/>
          <a:ext cx="1236186" cy="86600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В. Касіян</a:t>
          </a:r>
          <a:endParaRPr lang="uk-UA" sz="1800" kern="1200"/>
        </a:p>
      </dsp:txBody>
      <dsp:txXfrm>
        <a:off x="190182" y="2935485"/>
        <a:ext cx="1236186" cy="866009"/>
      </dsp:txXfrm>
    </dsp:sp>
    <dsp:sp modelId="{8EE35544-7B58-4836-8CBC-113D01D3D4FD}">
      <dsp:nvSpPr>
        <dsp:cNvPr id="0" name=""/>
        <dsp:cNvSpPr/>
      </dsp:nvSpPr>
      <dsp:spPr>
        <a:xfrm>
          <a:off x="1330801" y="1701677"/>
          <a:ext cx="1188640" cy="118864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1D3D71A-93CC-4DE6-BE00-03F00883E40D}">
      <dsp:nvSpPr>
        <dsp:cNvPr id="0" name=""/>
        <dsp:cNvSpPr/>
      </dsp:nvSpPr>
      <dsp:spPr>
        <a:xfrm>
          <a:off x="0" y="1458175"/>
          <a:ext cx="1236186" cy="86600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Г. Нарбут</a:t>
          </a:r>
          <a:endParaRPr lang="uk-UA" sz="1800" kern="1200"/>
        </a:p>
      </dsp:txBody>
      <dsp:txXfrm>
        <a:off x="0" y="1458175"/>
        <a:ext cx="1236186" cy="866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050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232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727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030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75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139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430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530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930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121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384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C8DD0CA-F4AD-4F73-B61F-4B517585C5B1}" type="datetimeFigureOut">
              <a:rPr lang="uk-UA" smtClean="0"/>
              <a:t>12.12.2024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9F07149-E631-4EAA-BEDC-6252023CFCF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774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46.jpe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3.xml"/><Relationship Id="rId7" Type="http://schemas.microsoft.com/office/2007/relationships/diagramDrawing" Target="../diagrams/drawing43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3.xml"/><Relationship Id="rId5" Type="http://schemas.openxmlformats.org/officeDocument/2006/relationships/diagramQuickStyle" Target="../diagrams/quickStyle43.xml"/><Relationship Id="rId4" Type="http://schemas.openxmlformats.org/officeDocument/2006/relationships/diagramLayout" Target="../diagrams/layout4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7.xml"/><Relationship Id="rId5" Type="http://schemas.openxmlformats.org/officeDocument/2006/relationships/diagramQuickStyle" Target="../diagrams/quickStyle47.xml"/><Relationship Id="rId4" Type="http://schemas.openxmlformats.org/officeDocument/2006/relationships/diagramLayout" Target="../diagrams/layout4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8.xml"/><Relationship Id="rId5" Type="http://schemas.openxmlformats.org/officeDocument/2006/relationships/diagramQuickStyle" Target="../diagrams/quickStyle48.xml"/><Relationship Id="rId4" Type="http://schemas.openxmlformats.org/officeDocument/2006/relationships/diagramLayout" Target="../diagrams/layout4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9.xml"/><Relationship Id="rId7" Type="http://schemas.microsoft.com/office/2007/relationships/diagramDrawing" Target="../diagrams/drawing49.xml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9.xml"/><Relationship Id="rId5" Type="http://schemas.openxmlformats.org/officeDocument/2006/relationships/diagramQuickStyle" Target="../diagrams/quickStyle49.xml"/><Relationship Id="rId4" Type="http://schemas.openxmlformats.org/officeDocument/2006/relationships/diagramLayout" Target="../diagrams/layout4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0.xml"/><Relationship Id="rId5" Type="http://schemas.openxmlformats.org/officeDocument/2006/relationships/diagramQuickStyle" Target="../diagrams/quickStyle50.xml"/><Relationship Id="rId4" Type="http://schemas.openxmlformats.org/officeDocument/2006/relationships/diagramLayout" Target="../diagrams/layout50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2.xml"/><Relationship Id="rId5" Type="http://schemas.openxmlformats.org/officeDocument/2006/relationships/diagramQuickStyle" Target="../diagrams/quickStyle52.xml"/><Relationship Id="rId4" Type="http://schemas.openxmlformats.org/officeDocument/2006/relationships/diagramLayout" Target="../diagrams/layout5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6.xml"/><Relationship Id="rId7" Type="http://schemas.microsoft.com/office/2007/relationships/diagramDrawing" Target="../diagrams/drawing56.xml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6.xml"/><Relationship Id="rId5" Type="http://schemas.openxmlformats.org/officeDocument/2006/relationships/diagramQuickStyle" Target="../diagrams/quickStyle56.xml"/><Relationship Id="rId4" Type="http://schemas.openxmlformats.org/officeDocument/2006/relationships/diagramLayout" Target="../diagrams/layout5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7.xml"/><Relationship Id="rId7" Type="http://schemas.microsoft.com/office/2007/relationships/diagramDrawing" Target="../diagrams/drawing57.xml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7.xml"/><Relationship Id="rId5" Type="http://schemas.openxmlformats.org/officeDocument/2006/relationships/diagramQuickStyle" Target="../diagrams/quickStyle57.xml"/><Relationship Id="rId4" Type="http://schemas.openxmlformats.org/officeDocument/2006/relationships/diagramLayout" Target="../diagrams/layout5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8.xml"/><Relationship Id="rId7" Type="http://schemas.microsoft.com/office/2007/relationships/diagramDrawing" Target="../diagrams/drawing58.xml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8.xml"/><Relationship Id="rId5" Type="http://schemas.openxmlformats.org/officeDocument/2006/relationships/diagramQuickStyle" Target="../diagrams/quickStyle58.xml"/><Relationship Id="rId4" Type="http://schemas.openxmlformats.org/officeDocument/2006/relationships/diagramLayout" Target="../diagrams/layout5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.jpeg"/><Relationship Id="rId4" Type="http://schemas.openxmlformats.org/officeDocument/2006/relationships/image" Target="../media/image109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0.xml"/><Relationship Id="rId7" Type="http://schemas.microsoft.com/office/2007/relationships/diagramDrawing" Target="../diagrams/drawing60.xml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0.xml"/><Relationship Id="rId5" Type="http://schemas.openxmlformats.org/officeDocument/2006/relationships/diagramQuickStyle" Target="../diagrams/quickStyle60.xml"/><Relationship Id="rId4" Type="http://schemas.openxmlformats.org/officeDocument/2006/relationships/diagramLayout" Target="../diagrams/layout6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1.xml"/><Relationship Id="rId7" Type="http://schemas.microsoft.com/office/2007/relationships/diagramDrawing" Target="../diagrams/drawing61.xml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1.xml"/><Relationship Id="rId5" Type="http://schemas.openxmlformats.org/officeDocument/2006/relationships/diagramQuickStyle" Target="../diagrams/quickStyle61.xml"/><Relationship Id="rId4" Type="http://schemas.openxmlformats.org/officeDocument/2006/relationships/diagramLayout" Target="../diagrams/layout6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2.xml"/><Relationship Id="rId7" Type="http://schemas.microsoft.com/office/2007/relationships/diagramDrawing" Target="../diagrams/drawing62.xml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2.xml"/><Relationship Id="rId5" Type="http://schemas.openxmlformats.org/officeDocument/2006/relationships/diagramQuickStyle" Target="../diagrams/quickStyle62.xml"/><Relationship Id="rId4" Type="http://schemas.openxmlformats.org/officeDocument/2006/relationships/diagramLayout" Target="../diagrams/layout6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3.xml"/><Relationship Id="rId7" Type="http://schemas.microsoft.com/office/2007/relationships/diagramDrawing" Target="../diagrams/drawing63.xml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3.xml"/><Relationship Id="rId5" Type="http://schemas.openxmlformats.org/officeDocument/2006/relationships/diagramQuickStyle" Target="../diagrams/quickStyle63.xml"/><Relationship Id="rId4" Type="http://schemas.openxmlformats.org/officeDocument/2006/relationships/diagramLayout" Target="../diagrams/layout6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5.xml"/><Relationship Id="rId7" Type="http://schemas.microsoft.com/office/2007/relationships/diagramDrawing" Target="../diagrams/drawing65.xml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5.xml"/><Relationship Id="rId5" Type="http://schemas.openxmlformats.org/officeDocument/2006/relationships/diagramQuickStyle" Target="../diagrams/quickStyle65.xml"/><Relationship Id="rId4" Type="http://schemas.openxmlformats.org/officeDocument/2006/relationships/diagramLayout" Target="../diagrams/layout6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0.jpeg"/><Relationship Id="rId4" Type="http://schemas.openxmlformats.org/officeDocument/2006/relationships/image" Target="../media/image119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6.xml"/><Relationship Id="rId7" Type="http://schemas.microsoft.com/office/2007/relationships/diagramDrawing" Target="../diagrams/drawing66.xml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6.xml"/><Relationship Id="rId5" Type="http://schemas.openxmlformats.org/officeDocument/2006/relationships/diagramQuickStyle" Target="../diagrams/quickStyle66.xml"/><Relationship Id="rId4" Type="http://schemas.openxmlformats.org/officeDocument/2006/relationships/diagramLayout" Target="../diagrams/layout6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7.xml"/><Relationship Id="rId7" Type="http://schemas.microsoft.com/office/2007/relationships/diagramDrawing" Target="../diagrams/drawing67.xml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7.xml"/><Relationship Id="rId5" Type="http://schemas.openxmlformats.org/officeDocument/2006/relationships/diagramQuickStyle" Target="../diagrams/quickStyle67.xml"/><Relationship Id="rId4" Type="http://schemas.openxmlformats.org/officeDocument/2006/relationships/diagramLayout" Target="../diagrams/layout6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8.xml"/><Relationship Id="rId5" Type="http://schemas.openxmlformats.org/officeDocument/2006/relationships/diagramQuickStyle" Target="../diagrams/quickStyle68.xml"/><Relationship Id="rId4" Type="http://schemas.openxmlformats.org/officeDocument/2006/relationships/diagramLayout" Target="../diagrams/layout6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9.xml"/><Relationship Id="rId7" Type="http://schemas.microsoft.com/office/2007/relationships/diagramDrawing" Target="../diagrams/drawing69.xml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9.xml"/><Relationship Id="rId5" Type="http://schemas.openxmlformats.org/officeDocument/2006/relationships/diagramQuickStyle" Target="../diagrams/quickStyle69.xml"/><Relationship Id="rId4" Type="http://schemas.openxmlformats.org/officeDocument/2006/relationships/diagramLayout" Target="../diagrams/layout6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0.xml"/><Relationship Id="rId7" Type="http://schemas.microsoft.com/office/2007/relationships/diagramDrawing" Target="../diagrams/drawing70.xml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0.xml"/><Relationship Id="rId5" Type="http://schemas.openxmlformats.org/officeDocument/2006/relationships/diagramQuickStyle" Target="../diagrams/quickStyle70.xml"/><Relationship Id="rId4" Type="http://schemas.openxmlformats.org/officeDocument/2006/relationships/diagramLayout" Target="../diagrams/layout70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1.xml"/><Relationship Id="rId7" Type="http://schemas.microsoft.com/office/2007/relationships/diagramDrawing" Target="../diagrams/drawing71.xml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1.xml"/><Relationship Id="rId5" Type="http://schemas.openxmlformats.org/officeDocument/2006/relationships/diagramQuickStyle" Target="../diagrams/quickStyle71.xml"/><Relationship Id="rId4" Type="http://schemas.openxmlformats.org/officeDocument/2006/relationships/diagramLayout" Target="../diagrams/layout71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jpeg"/><Relationship Id="rId3" Type="http://schemas.openxmlformats.org/officeDocument/2006/relationships/diagramData" Target="../diagrams/data72.xml"/><Relationship Id="rId7" Type="http://schemas.microsoft.com/office/2007/relationships/diagramDrawing" Target="../diagrams/drawing72.xml"/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2.xml"/><Relationship Id="rId5" Type="http://schemas.openxmlformats.org/officeDocument/2006/relationships/diagramQuickStyle" Target="../diagrams/quickStyle72.xml"/><Relationship Id="rId10" Type="http://schemas.openxmlformats.org/officeDocument/2006/relationships/image" Target="../media/image129.jpeg"/><Relationship Id="rId4" Type="http://schemas.openxmlformats.org/officeDocument/2006/relationships/diagramLayout" Target="../diagrams/layout72.xml"/><Relationship Id="rId9" Type="http://schemas.openxmlformats.org/officeDocument/2006/relationships/image" Target="../media/image128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diagramData" Target="../diagrams/data73.xml"/><Relationship Id="rId7" Type="http://schemas.microsoft.com/office/2007/relationships/diagramDrawing" Target="../diagrams/drawing73.xml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3.xml"/><Relationship Id="rId5" Type="http://schemas.openxmlformats.org/officeDocument/2006/relationships/diagramQuickStyle" Target="../diagrams/quickStyle73.xml"/><Relationship Id="rId10" Type="http://schemas.openxmlformats.org/officeDocument/2006/relationships/image" Target="../media/image135.png"/><Relationship Id="rId4" Type="http://schemas.openxmlformats.org/officeDocument/2006/relationships/diagramLayout" Target="../diagrams/layout73.xml"/><Relationship Id="rId9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A4F14-D440-EFF5-572E-29E6F83B6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Архітектура та мистецтво 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D2E3AD7-84C4-0BDD-E4C1-035041FF4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698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420E0-C74F-D5A3-1954-044CFCA7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Культові споруди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9A1393B-2D03-2D57-4748-181B1177F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346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687A4-00F9-F7DB-A952-D21E7D46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, </a:t>
            </a:r>
            <a:r>
              <a:rPr lang="ru-RU" dirty="0" err="1"/>
              <a:t>зображену</a:t>
            </a:r>
            <a:r>
              <a:rPr lang="ru-RU" dirty="0"/>
              <a:t> на фото початку ХХ ст.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5B7F7D-8A38-2207-3508-55A9E23EB79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744" y="2178050"/>
            <a:ext cx="4660900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EB1CA0B-3138-5FDC-6864-4BDACE1A62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569092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809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21CCA-E816-1177-7B9D-CEC771BC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зображеному</a:t>
            </a:r>
            <a:r>
              <a:rPr lang="ru-RU" dirty="0"/>
              <a:t> </a:t>
            </a:r>
            <a:r>
              <a:rPr lang="ru-RU" dirty="0" err="1"/>
              <a:t>малюнку</a:t>
            </a:r>
            <a:r>
              <a:rPr lang="ru-RU" dirty="0"/>
              <a:t> Т. Шевченка </a:t>
            </a:r>
            <a:r>
              <a:rPr lang="ru-RU" dirty="0" err="1"/>
              <a:t>відтворено</a:t>
            </a:r>
            <a:r>
              <a:rPr lang="ru-RU" dirty="0"/>
              <a:t> образ </a:t>
            </a:r>
            <a:r>
              <a:rPr lang="ru-RU" dirty="0" err="1"/>
              <a:t>родинної</a:t>
            </a:r>
            <a:r>
              <a:rPr lang="ru-RU" dirty="0"/>
              <a:t> церкви-</a:t>
            </a:r>
            <a:r>
              <a:rPr lang="ru-RU" dirty="0" err="1"/>
              <a:t>усипальниці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2B2EC6-6AD1-CBD9-D317-C3C537F7E3C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94437"/>
            <a:ext cx="4754562" cy="324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6ADD67-1309-2D14-D567-20EDE72D22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863274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573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81A1C-3602-7137-B4DE-0A8BA1AC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стильовими</a:t>
            </a:r>
            <a:r>
              <a:rPr lang="ru-RU" sz="3200" dirty="0"/>
              <a:t> </a:t>
            </a:r>
            <a:r>
              <a:rPr lang="ru-RU" sz="3200" dirty="0" err="1"/>
              <a:t>ознаками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встановити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зображена</a:t>
            </a:r>
            <a:r>
              <a:rPr lang="ru-RU" sz="3200" dirty="0"/>
              <a:t> </a:t>
            </a:r>
            <a:r>
              <a:rPr lang="ru-RU" sz="3200" dirty="0" err="1"/>
              <a:t>пам’ятка</a:t>
            </a:r>
            <a:r>
              <a:rPr lang="ru-RU" sz="3200" dirty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є прикладом </a:t>
            </a:r>
            <a:r>
              <a:rPr lang="ru-RU" sz="3200" dirty="0" err="1"/>
              <a:t>архітектури</a:t>
            </a:r>
            <a:endParaRPr lang="uk-U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C9E244-FB57-87AA-1DBE-9A0AB68543A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1644" y="2324100"/>
            <a:ext cx="3721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E22558F-7A72-F4A2-1942-36D3F1CB375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215308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955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DA3C3-663D-00D0-5BD6-CAA446E2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Покровську</a:t>
            </a:r>
            <a:r>
              <a:rPr lang="ru-RU" dirty="0"/>
              <a:t> церкву с. </a:t>
            </a:r>
            <a:r>
              <a:rPr lang="ru-RU" dirty="0" err="1"/>
              <a:t>Сутківці</a:t>
            </a:r>
            <a:r>
              <a:rPr lang="ru-RU" dirty="0"/>
              <a:t> на </a:t>
            </a:r>
            <a:r>
              <a:rPr lang="ru-RU" dirty="0" err="1"/>
              <a:t>Поділлі</a:t>
            </a:r>
            <a:r>
              <a:rPr lang="ru-RU" dirty="0"/>
              <a:t> та </a:t>
            </a:r>
            <a:r>
              <a:rPr lang="ru-RU" dirty="0" err="1"/>
              <a:t>Троїцьку</a:t>
            </a:r>
            <a:r>
              <a:rPr lang="ru-RU" dirty="0"/>
              <a:t> церкву с. </a:t>
            </a:r>
            <a:r>
              <a:rPr lang="ru-RU" dirty="0" err="1"/>
              <a:t>Зимне</a:t>
            </a:r>
            <a:r>
              <a:rPr lang="ru-RU" dirty="0"/>
              <a:t> на </a:t>
            </a:r>
            <a:r>
              <a:rPr lang="ru-RU" dirty="0" err="1"/>
              <a:t>Волині</a:t>
            </a:r>
            <a:r>
              <a:rPr lang="ru-RU" dirty="0"/>
              <a:t> (XV ст.).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B34729-D331-754C-ECAC-8ADB7BA2C0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4944" y="2711450"/>
            <a:ext cx="4254500" cy="28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3CCE5D-1B75-E4AC-83F9-6DDD766863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284676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951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6063-FE26-235E-08F2-3E32F177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Спасо-Преображенськии</a:t>
            </a:r>
            <a:r>
              <a:rPr lang="ru-RU" dirty="0"/>
              <a:t>̆ собор у </a:t>
            </a:r>
            <a:r>
              <a:rPr lang="ru-RU" dirty="0" err="1"/>
              <a:t>Чернігові</a:t>
            </a:r>
            <a:r>
              <a:rPr lang="ru-RU" dirty="0"/>
              <a:t>, </a:t>
            </a:r>
            <a:r>
              <a:rPr lang="ru-RU" dirty="0" err="1"/>
              <a:t>збудовании</a:t>
            </a:r>
            <a:r>
              <a:rPr lang="ru-RU" dirty="0"/>
              <a:t>̆ у ХІ ст.,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BD6C0F6-52AB-C9FA-3EC6-E37532B368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6" y="2380488"/>
            <a:ext cx="2472705" cy="336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F7FDF3C-AECA-D553-6B4D-99BBB5AC72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624" y="2319624"/>
            <a:ext cx="3018325" cy="336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3BD1DB8-BF97-3762-AE72-CB094469E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2235323"/>
            <a:ext cx="2825749" cy="353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C75658B-DB83-D1A1-B152-B298E99BC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4" y="2249096"/>
            <a:ext cx="2825750" cy="352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7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05A90-0D67-7A4E-AC27-E0082201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стильовими</a:t>
            </a:r>
            <a:r>
              <a:rPr lang="ru-RU" sz="3200" dirty="0"/>
              <a:t> </a:t>
            </a:r>
            <a:r>
              <a:rPr lang="ru-RU" sz="3200" dirty="0" err="1"/>
              <a:t>ознаками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встановити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зображені</a:t>
            </a:r>
            <a:r>
              <a:rPr lang="ru-RU" sz="3200" dirty="0"/>
              <a:t> </a:t>
            </a:r>
            <a:r>
              <a:rPr lang="ru-RU" sz="3200" dirty="0" err="1"/>
              <a:t>пам’ятки</a:t>
            </a:r>
            <a:r>
              <a:rPr lang="ru-RU" sz="3200" dirty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є прикладами </a:t>
            </a:r>
            <a:r>
              <a:rPr lang="ru-RU" sz="3200" dirty="0" err="1"/>
              <a:t>архітектури</a:t>
            </a:r>
            <a:endParaRPr lang="uk-UA"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11BBCB0-AA4D-4CC4-4BCA-82A44F2097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721944"/>
            <a:ext cx="4754562" cy="278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DF62697-C537-AB79-F97C-105C418322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1450306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7641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ECDB8-0B0E-96F5-4E5E-17558D82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Давньоруську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1F45462-48E4-4F52-BADF-2EFAD730703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1" y="2466107"/>
            <a:ext cx="2817813" cy="332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85411FD-9315-2F2C-1E71-A1D5E5FDDC7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559" y="2440653"/>
            <a:ext cx="2817813" cy="332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D4649611-46E2-C73A-2267-AAEE737CE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957" y="2466107"/>
            <a:ext cx="2601615" cy="340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9B941A83-B7F0-39D4-44EE-64DB746E0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440653"/>
            <a:ext cx="2489200" cy="337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57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5D261-DF3B-B43F-1FE4-B05CBB57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</a:t>
            </a:r>
            <a:r>
              <a:rPr lang="ru-RU" dirty="0" err="1"/>
              <a:t>пам'ятку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списку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r>
              <a:rPr lang="ru-RU" dirty="0"/>
              <a:t> ЮНЕСКО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214640C-7536-4403-1098-4FF703BB4B8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10" y="2715768"/>
            <a:ext cx="5868048" cy="227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734A8D-656A-681B-B5CF-9B42CD796B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909530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144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8D324-9263-45ED-B7B1-E0220020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Зображені</a:t>
            </a:r>
            <a:r>
              <a:rPr lang="ru-RU" dirty="0"/>
              <a:t> на фото </a:t>
            </a:r>
            <a:r>
              <a:rPr lang="ru-RU" dirty="0" err="1"/>
              <a:t>шедеври</a:t>
            </a:r>
            <a:r>
              <a:rPr lang="ru-RU" dirty="0"/>
              <a:t> </a:t>
            </a:r>
            <a:r>
              <a:rPr lang="ru-RU" dirty="0" err="1"/>
              <a:t>давньоруського</a:t>
            </a:r>
            <a:r>
              <a:rPr lang="ru-RU" dirty="0"/>
              <a:t> зодчества є </a:t>
            </a:r>
            <a:r>
              <a:rPr lang="ru-RU" dirty="0" err="1"/>
              <a:t>пам’ятками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9BC6780-5250-9364-27D5-EDCA6E2236F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4781" y="2947988"/>
            <a:ext cx="43148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B7DCCE5-4556-B737-62B6-55663DB9E0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5795941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4875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E52D8-8046-7519-9DE4-05593607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на фото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4208FE5-EDEF-4DB5-D03A-93CD368FB70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07389"/>
            <a:ext cx="4754562" cy="341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455F670-2A3C-7A8F-A795-EAB4903711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897251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400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2D2DD-37D6-D612-DE24-893B50DE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Пам'ятка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F729E6C-54BA-1F14-A267-62EC78386F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52830"/>
            <a:ext cx="3394346" cy="429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6CFFC44-A757-FDE5-6999-8D138138A4F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002797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046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92EB4-9459-5A29-7D8F-E7C1942A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архітектурному</a:t>
            </a:r>
            <a:r>
              <a:rPr lang="ru-RU" dirty="0"/>
              <a:t> </a:t>
            </a:r>
            <a:r>
              <a:rPr lang="ru-RU" dirty="0" err="1"/>
              <a:t>стилі</a:t>
            </a:r>
            <a:r>
              <a:rPr lang="ru-RU" dirty="0"/>
              <a:t> </a:t>
            </a:r>
            <a:r>
              <a:rPr lang="ru-RU" dirty="0" err="1"/>
              <a:t>збудовано</a:t>
            </a:r>
            <a:r>
              <a:rPr lang="ru-RU" dirty="0"/>
              <a:t> </a:t>
            </a:r>
            <a:r>
              <a:rPr lang="ru-RU" dirty="0" err="1"/>
              <a:t>Успенський</a:t>
            </a:r>
            <a:r>
              <a:rPr lang="ru-RU" dirty="0"/>
              <a:t> собор Свято-</a:t>
            </a:r>
            <a:r>
              <a:rPr lang="ru-RU" dirty="0" err="1"/>
              <a:t>Успенської</a:t>
            </a:r>
            <a:r>
              <a:rPr lang="ru-RU" dirty="0"/>
              <a:t> </a:t>
            </a:r>
            <a:r>
              <a:rPr lang="ru-RU" dirty="0" err="1"/>
              <a:t>Києво-Печерської</a:t>
            </a:r>
            <a:r>
              <a:rPr lang="ru-RU" dirty="0"/>
              <a:t> </a:t>
            </a:r>
            <a:r>
              <a:rPr lang="ru-RU" dirty="0" err="1"/>
              <a:t>лаври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954CAF8-D92E-8FC4-C122-97461580C3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13724"/>
            <a:ext cx="4754562" cy="340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96FBEE-B99E-A80D-EF1B-C97660DC8C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10794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327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1C7DF-0B03-84F2-7EDF-548E7451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храм,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використовувався</a:t>
            </a:r>
            <a:r>
              <a:rPr lang="ru-RU" dirty="0"/>
              <a:t> в ХVІІ ст. як </a:t>
            </a:r>
            <a:r>
              <a:rPr lang="ru-RU" dirty="0" err="1"/>
              <a:t>фортифікаційна</a:t>
            </a:r>
            <a:r>
              <a:rPr lang="ru-RU" dirty="0"/>
              <a:t> </a:t>
            </a:r>
            <a:r>
              <a:rPr lang="ru-RU" dirty="0" err="1"/>
              <a:t>споруда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B09FE8C-650A-2E84-4EDF-E9B912431BF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6" y="2642394"/>
            <a:ext cx="2870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8C6162E7-1DF6-1FB6-20BA-F6D49C23EA1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188" y="2642394"/>
            <a:ext cx="2552700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EBF7C92D-9722-5EF4-C435-C23B321F1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160" y="2642394"/>
            <a:ext cx="228805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>
            <a:extLst>
              <a:ext uri="{FF2B5EF4-FFF2-40B4-BE49-F238E27FC236}">
                <a16:creationId xmlns:a16="http://schemas.microsoft.com/office/drawing/2014/main" id="{DADCEF93-9F5E-2E7A-61E7-1C5AF4B99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615" y="2642394"/>
            <a:ext cx="295139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203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4A08-1549-90D3-DF5A-D1499F96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архітектури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Львова,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фото,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життєдіяльністю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громади</a:t>
            </a:r>
            <a:endParaRPr lang="uk-UA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70D1E61-3FE2-A7B1-5FA5-F3BDE73909D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3077700"/>
            <a:ext cx="4754562" cy="207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A271D9-A152-3D14-6376-5C88325207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517981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030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A7B18-E2D4-06D5-F02E-47FE5CB9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AB655A3-7BA5-759E-3C4A-5CEC584A886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6719" y="2762250"/>
            <a:ext cx="379095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6E189C-B837-F108-F224-579BE79B84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483490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3608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BEDA0-5559-8C15-AE3E-D935D233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стала «</a:t>
            </a:r>
            <a:r>
              <a:rPr lang="ru-RU" dirty="0" err="1"/>
              <a:t>центральним</a:t>
            </a:r>
            <a:r>
              <a:rPr lang="ru-RU" dirty="0"/>
              <a:t> образом роману».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4C2927-CCFE-7A77-C00D-BDB7EF4ED4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Цей славнозвісний і водночас “багатостраждальний” твір мало не скинув з п’єдесталу вже визнаного класика соціалістичного реалізму. Центральний образ роману – пам’ятка козацької минувшини… Основна увага в ньому приділена викриттю негативних явищ радянської дійсності, таких як бюрократія, кар’єризм, безправ’я селян, чиновницьке недбальство, зневажливе ставлення до довкілля й пам’яток історії та культури...»</a:t>
            </a:r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BCD74C4-9E75-5F62-A8D6-2BBD799DDC8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36" b="50000"/>
          <a:stretch/>
        </p:blipFill>
        <p:spPr bwMode="auto">
          <a:xfrm>
            <a:off x="6175075" y="1978400"/>
            <a:ext cx="2549825" cy="20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4FEAFF0-506D-E081-7B5C-AD27F6662C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6" b="50000"/>
          <a:stretch/>
        </p:blipFill>
        <p:spPr bwMode="auto">
          <a:xfrm>
            <a:off x="8700637" y="1999642"/>
            <a:ext cx="2549825" cy="20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3908ECC-7C02-5327-0C1D-FAFDF92FA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50" r="51361"/>
          <a:stretch/>
        </p:blipFill>
        <p:spPr bwMode="auto">
          <a:xfrm>
            <a:off x="6191250" y="4001292"/>
            <a:ext cx="2517474" cy="206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020D7DE-92FC-0311-B7C0-B91589C7E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1" t="48950"/>
          <a:stretch/>
        </p:blipFill>
        <p:spPr bwMode="auto">
          <a:xfrm>
            <a:off x="8708724" y="4001291"/>
            <a:ext cx="2517474" cy="206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894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0AAA7-EC09-4BAA-BAC7-3005B2B4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4A7EE2A-CB60-8690-6FF9-5C44F1E19DA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323915"/>
            <a:ext cx="4754562" cy="35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7440F33-A08A-CD50-A3F5-B82BE15142C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281537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324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26CEB-D419-3BED-80C6-FBC47D03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A5E87EC2-A29B-167D-8674-634893B3189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025094"/>
            <a:ext cx="4754562" cy="417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305A5E-EF21-D794-7C19-9E3644A392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144073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012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D77C6-3D08-3589-1F42-052EF7A9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Прикладом </a:t>
            </a:r>
            <a:r>
              <a:rPr lang="ru-RU" sz="3200" dirty="0" err="1"/>
              <a:t>якої</a:t>
            </a:r>
            <a:r>
              <a:rPr lang="ru-RU" sz="3200" dirty="0"/>
              <a:t> </a:t>
            </a:r>
            <a:r>
              <a:rPr lang="ru-RU" sz="3200" dirty="0" err="1"/>
              <a:t>школи</a:t>
            </a:r>
            <a:r>
              <a:rPr lang="ru-RU" sz="3200" dirty="0"/>
              <a:t> </a:t>
            </a:r>
            <a:r>
              <a:rPr lang="ru-RU" sz="3200" dirty="0" err="1"/>
              <a:t>давньоруського</a:t>
            </a:r>
            <a:r>
              <a:rPr lang="ru-RU" sz="3200" dirty="0"/>
              <a:t> зодчества є </a:t>
            </a:r>
            <a:r>
              <a:rPr lang="ru-RU" sz="3200" dirty="0" err="1"/>
              <a:t>зображена</a:t>
            </a:r>
            <a:r>
              <a:rPr lang="ru-RU" sz="3200" dirty="0"/>
              <a:t> на фото </a:t>
            </a:r>
            <a:r>
              <a:rPr lang="ru-RU" sz="3200" dirty="0" err="1"/>
              <a:t>пам’ятка</a:t>
            </a:r>
            <a:r>
              <a:rPr lang="ru-RU" sz="3200" dirty="0"/>
              <a:t> </a:t>
            </a:r>
            <a:r>
              <a:rPr lang="ru-RU" sz="3200" dirty="0" err="1"/>
              <a:t>архітектури</a:t>
            </a:r>
            <a:r>
              <a:rPr lang="ru-RU" sz="3200" dirty="0"/>
              <a:t>?</a:t>
            </a:r>
            <a:endParaRPr lang="uk-UA" sz="3200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FDC455AD-1B05-0975-2043-086089DF3EF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0975" y="2011363"/>
            <a:ext cx="330243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244358-C5CF-DCE9-CD74-E9EF6F1169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223584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798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B93E4-A1F8-B4B5-B103-516C1137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зображену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DDD32EFC-0899-858D-1FE4-4E4D5F56FC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2297" y="2523903"/>
            <a:ext cx="2819794" cy="318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063C76-E81F-8808-D3AA-0F885C86E2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2103654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1433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8842A-44A2-FBEF-254F-958121F1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Які</a:t>
            </a:r>
            <a:r>
              <a:rPr lang="ru-RU" sz="3200" dirty="0"/>
              <a:t> з </a:t>
            </a:r>
            <a:r>
              <a:rPr lang="ru-RU" sz="3200" dirty="0" err="1"/>
              <a:t>наведених</a:t>
            </a:r>
            <a:r>
              <a:rPr lang="ru-RU" sz="3200" dirty="0"/>
              <a:t> </a:t>
            </a:r>
            <a:r>
              <a:rPr lang="ru-RU" sz="3200" dirty="0" err="1"/>
              <a:t>тверджень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використати</a:t>
            </a:r>
            <a:r>
              <a:rPr lang="ru-RU" sz="3200" dirty="0"/>
              <a:t> для характеристики </a:t>
            </a:r>
            <a:r>
              <a:rPr lang="ru-RU" sz="3200" dirty="0" err="1"/>
              <a:t>пам’ятки</a:t>
            </a:r>
            <a:r>
              <a:rPr lang="ru-RU" sz="3200" dirty="0"/>
              <a:t> </a:t>
            </a:r>
            <a:r>
              <a:rPr lang="ru-RU" sz="3200" dirty="0" err="1"/>
              <a:t>архітектури</a:t>
            </a:r>
            <a:r>
              <a:rPr lang="ru-RU" sz="3200" dirty="0"/>
              <a:t>, </a:t>
            </a:r>
            <a:r>
              <a:rPr lang="ru-RU" sz="3200" dirty="0" err="1"/>
              <a:t>зображеної</a:t>
            </a:r>
            <a:r>
              <a:rPr lang="ru-RU" sz="3200" dirty="0"/>
              <a:t> на фото?</a:t>
            </a:r>
            <a:endParaRPr lang="uk-UA" sz="32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4D5359FB-1999-8F48-0B0B-538F8C34D95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028874"/>
            <a:ext cx="4754562" cy="417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B03A88-DA39-EF2F-F646-70C9B78F66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825390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5985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2ECCF-0A23-C4C4-3427-7B0D302EB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будівництво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 </a:t>
            </a:r>
            <a:r>
              <a:rPr lang="ru-RU" dirty="0" err="1"/>
              <a:t>храмів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3E81D09-ED22-5A57-6619-147F400658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Century Gothic" panose="020B0502020202020204" pitchFamily="34" charset="0"/>
              </a:rPr>
              <a:t> «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Заснована ж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божественна церква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Богородична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літо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1073.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дні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благовірного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князя Святослава,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сина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Ярославового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своїми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руками став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рів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копати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почали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будувати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церкву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цю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100E6D0-7639-4713-3894-8620533DD7D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921" y="2004798"/>
            <a:ext cx="2376747" cy="198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>
            <a:extLst>
              <a:ext uri="{FF2B5EF4-FFF2-40B4-BE49-F238E27FC236}">
                <a16:creationId xmlns:a16="http://schemas.microsoft.com/office/drawing/2014/main" id="{F682CE9F-5058-B55E-AC84-D0FF3F39F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995" y="3959010"/>
            <a:ext cx="2407219" cy="198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7DF39FE5-A9D2-D283-5713-534055C79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214" y="2004798"/>
            <a:ext cx="2445914" cy="198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>
            <a:extLst>
              <a:ext uri="{FF2B5EF4-FFF2-40B4-BE49-F238E27FC236}">
                <a16:creationId xmlns:a16="http://schemas.microsoft.com/office/drawing/2014/main" id="{38F47A8C-3CB2-6458-82A2-D7675DB8C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150" y="3947510"/>
            <a:ext cx="2533650" cy="203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181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10FBB-3927-9858-C7AA-E8AC39FCC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перлиною</a:t>
            </a:r>
            <a:r>
              <a:rPr lang="ru-RU" dirty="0"/>
              <a:t> </a:t>
            </a:r>
            <a:r>
              <a:rPr lang="ru-RU" dirty="0" err="1"/>
              <a:t>архітектурної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endParaRPr lang="uk-UA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C2ABB36-B552-ABFE-454C-3C61F874278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2956" y="2019300"/>
            <a:ext cx="303847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8DDC4F-A7CA-408F-BDEB-CE7F01AA13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659287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6099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11CF0-7051-3504-5177-CC617A53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Пам’ятка архітектури Жовкви, зображена на фото початку ХХ ст., пов’язана з життєдіяльністю міської громади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FDAAD737-B82B-D439-40EB-BEA5C119400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794" y="2566988"/>
            <a:ext cx="41148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F8D4D8-DC43-4AE8-0E9A-9F451629DD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848864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4425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8BE13-777F-A50F-C660-3D7B3EF2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Яку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CA8005A9-0BF1-9EE9-D573-06B0F7B4D45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7962" y="2011363"/>
            <a:ext cx="376846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C47CDD-F387-27F8-520D-56A624056D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018187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7816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958CF-9503-EF66-87DD-6B12F2E0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споруд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є прикладом </a:t>
            </a:r>
            <a:r>
              <a:rPr lang="ru-RU" dirty="0" err="1"/>
              <a:t>ісламської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3E773548-6DE9-A488-9A1D-6C65D5C351F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63" y="3078299"/>
            <a:ext cx="3736093" cy="252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2" name="Picture 8">
            <a:extLst>
              <a:ext uri="{FF2B5EF4-FFF2-40B4-BE49-F238E27FC236}">
                <a16:creationId xmlns:a16="http://schemas.microsoft.com/office/drawing/2014/main" id="{BD9C4A79-6646-299B-CDFD-0A0F7F9DD1E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3612" y="3281246"/>
            <a:ext cx="2429214" cy="166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>
            <a:extLst>
              <a:ext uri="{FF2B5EF4-FFF2-40B4-BE49-F238E27FC236}">
                <a16:creationId xmlns:a16="http://schemas.microsoft.com/office/drawing/2014/main" id="{B0B5C8AD-7A04-BF61-D7B1-CD1737BA5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279" y="1690688"/>
            <a:ext cx="3633428" cy="25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>
            <a:extLst>
              <a:ext uri="{FF2B5EF4-FFF2-40B4-BE49-F238E27FC236}">
                <a16:creationId xmlns:a16="http://schemas.microsoft.com/office/drawing/2014/main" id="{42DE893C-37B9-1452-176D-D31C4BAD5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280" y="4271170"/>
            <a:ext cx="3633428" cy="242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958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7C258-E90D-BFCF-FC2F-60600251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зображеним</a:t>
            </a:r>
            <a:r>
              <a:rPr lang="ru-RU" dirty="0"/>
              <a:t> на фото собором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</a:t>
            </a:r>
            <a:r>
              <a:rPr lang="ru-RU" dirty="0" err="1"/>
              <a:t>діяльність</a:t>
            </a:r>
            <a:r>
              <a:rPr lang="ru-RU" dirty="0"/>
              <a:t> митрополита</a:t>
            </a:r>
            <a:endParaRPr lang="uk-UA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4468EF9B-0462-0542-716A-FB8FAAA32AD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31685"/>
            <a:ext cx="4754562" cy="336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DC45ABE-F871-9A20-AC76-FD6ADC1F81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9846495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3222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25C3041-631B-0167-5B6A-A10B8FAE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Оборонні споруди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D42A805B-83BA-1FF7-E0FC-ADBD8D7E8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6814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9635E-3F09-24C9-304B-ABA3BC30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AF2A5A-2448-5BB9-C780-23A337433C1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849965"/>
            <a:ext cx="4754562" cy="252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294754E-6A2A-16FC-7AE6-974C8A72F06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6844499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5354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FCFA5-7E84-72FE-FA8A-43F2BD6F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AF4656A4-5229-CD51-5B0F-63265EF749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04913" y="2565706"/>
            <a:ext cx="4754562" cy="3098189"/>
          </a:xfrm>
          <a:prstGeom prst="rect">
            <a:avLst/>
          </a:prstGeom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D137810-B111-8D91-9C8B-AA1641B0ED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3915459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503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374B5-AC28-28FE-7453-18E99FED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49CFC4-3735-4C16-9417-D1BFAE67A6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86302525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AFA77F9-80CA-ADE3-5270-A4E3DB4253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667" y="2211185"/>
            <a:ext cx="5722010" cy="31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132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3B320-A957-D8CD-8CF2-03CF96DA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 башти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FD776D-34F6-FD2A-C100-736D58D89A4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357" y="1825625"/>
            <a:ext cx="2847975" cy="22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BF67F0A-A2AB-A71B-0DD8-AB9A158762F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94028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6" name="Picture 4">
            <a:extLst>
              <a:ext uri="{FF2B5EF4-FFF2-40B4-BE49-F238E27FC236}">
                <a16:creationId xmlns:a16="http://schemas.microsoft.com/office/drawing/2014/main" id="{5B9B6FDE-F10D-EA31-0ABA-577546C41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15" y="2957513"/>
            <a:ext cx="284797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125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13525-9199-B60D-4FF6-78F97017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DF9A1E-1382-0AEA-FD19-49A9299FE94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209013"/>
            <a:ext cx="4754562" cy="381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7B367DD-CBFA-17E0-CC64-89F4CE23FA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155626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5420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6417A-C31B-38EC-6D5D-95B5186E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перлиною</a:t>
            </a:r>
            <a:r>
              <a:rPr lang="ru-RU" dirty="0"/>
              <a:t> </a:t>
            </a:r>
            <a:r>
              <a:rPr lang="ru-RU" dirty="0" err="1"/>
              <a:t>історико-архітектурної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AAA28C7-60BA-D09A-E5A1-FBF47EAC6C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3034951"/>
            <a:ext cx="4754562" cy="215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F0F7DF-9624-66F5-153F-04A5D483B7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819317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7403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14909-F0E1-75BA-5FA2-1D7BC9A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перлиною</a:t>
            </a:r>
            <a:r>
              <a:rPr lang="ru-RU" dirty="0"/>
              <a:t> </a:t>
            </a:r>
            <a:r>
              <a:rPr lang="ru-RU" dirty="0" err="1"/>
              <a:t>історично-архітектурної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r>
              <a:rPr lang="ru-RU" dirty="0"/>
              <a:t> </a:t>
            </a:r>
            <a:r>
              <a:rPr lang="ru-RU" dirty="0" err="1"/>
              <a:t>Волині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80094C7-C82C-3EE9-1DAB-108A3968C9D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63044"/>
            <a:ext cx="28575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ECCEFE79-B1EA-49D0-7DA4-5A9E4A6840C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9469" y="2876550"/>
            <a:ext cx="2857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DB117AE7-01C0-404C-497F-7B6CE6971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378" y="4453629"/>
            <a:ext cx="3800744" cy="225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257E124D-6A25-D7FE-BE06-2A2CCEFF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378" y="1969943"/>
            <a:ext cx="3800743" cy="220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683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E41B7-7563-D43F-FC33-1A566480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Фортифікаційну</a:t>
            </a:r>
            <a:r>
              <a:rPr lang="ru-RU" dirty="0"/>
              <a:t> </a:t>
            </a:r>
            <a:r>
              <a:rPr lang="ru-RU" dirty="0" err="1"/>
              <a:t>споруду</a:t>
            </a:r>
            <a:r>
              <a:rPr lang="ru-RU" dirty="0"/>
              <a:t>, </a:t>
            </a:r>
            <a:r>
              <a:rPr lang="ru-RU" dirty="0" err="1"/>
              <a:t>зображену</a:t>
            </a:r>
            <a:r>
              <a:rPr lang="ru-RU" dirty="0"/>
              <a:t> на фото, </a:t>
            </a:r>
            <a:r>
              <a:rPr lang="ru-RU" dirty="0" err="1"/>
              <a:t>зведено</a:t>
            </a:r>
            <a:r>
              <a:rPr lang="ru-RU" dirty="0"/>
              <a:t> з метою </a:t>
            </a:r>
            <a:r>
              <a:rPr lang="ru-RU" dirty="0" err="1"/>
              <a:t>захисту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AB38B2F-422A-DDD9-DB23-05B8FD3AE6E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561517"/>
            <a:ext cx="4754562" cy="310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03D397-1024-4FCF-FDDA-7B47121DB0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558411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2854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49A2BF9-3E55-39B5-59BF-DBDA5580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Світська архітектура. Містобудування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16129000-FC55-D9C8-CA2F-52FFF811E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0657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01FB3-1B5F-463C-A409-0F1248FB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 будівлю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10E3167-E65D-6F19-C7C9-69955A51C86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4281" y="2952750"/>
            <a:ext cx="469582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7E1841-95B6-9967-F001-1F2DDF0CE4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047269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756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28E28-6B1D-3CF3-5AD0-6D571741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стильовими</a:t>
            </a:r>
            <a:r>
              <a:rPr lang="ru-RU" sz="3200" dirty="0"/>
              <a:t> </a:t>
            </a:r>
            <a:r>
              <a:rPr lang="ru-RU" sz="3200" dirty="0" err="1"/>
              <a:t>ознаками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встановити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зображена</a:t>
            </a:r>
            <a:r>
              <a:rPr lang="ru-RU" sz="3200" dirty="0"/>
              <a:t> </a:t>
            </a:r>
            <a:r>
              <a:rPr lang="ru-RU" sz="3200" dirty="0" err="1"/>
              <a:t>пам’ятка</a:t>
            </a:r>
            <a:r>
              <a:rPr lang="ru-RU" sz="3200" dirty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є прикладом </a:t>
            </a:r>
            <a:r>
              <a:rPr lang="ru-RU" sz="3200" dirty="0" err="1"/>
              <a:t>архітектури</a:t>
            </a:r>
            <a:endParaRPr lang="uk-UA" sz="32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43A3DA4-3AC1-9B19-4254-321F92B127D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3036609"/>
            <a:ext cx="4754562" cy="215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6A9B0C-EF5C-8AD3-1360-DE36990102D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965956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678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59D88-F5FF-DC27-D059-2B173F7D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 </a:t>
            </a:r>
            <a:r>
              <a:rPr lang="ru-RU" dirty="0" err="1"/>
              <a:t>стильовими</a:t>
            </a:r>
            <a:r>
              <a:rPr lang="ru-RU" dirty="0"/>
              <a:t> </a:t>
            </a:r>
            <a:r>
              <a:rPr lang="ru-RU" dirty="0" err="1"/>
              <a:t>ознаками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встановити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є </a:t>
            </a:r>
            <a:r>
              <a:rPr lang="ru-RU" dirty="0" err="1"/>
              <a:t>зразком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36F1BEC-C69F-F4DB-A7EC-C14D5C6857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86" y="2394065"/>
            <a:ext cx="5376782" cy="29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1EE778E-5084-7A7B-8881-504B38A26A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613359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8378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4AF82-3702-F152-96E2-A1AAD4B1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E92CC9F-7B6F-E328-2574-97DF29D04F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331840"/>
            <a:ext cx="4754562" cy="356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795246-6E55-49F7-514B-D60CE380D5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319508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1193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6CC64-0641-5E95-2606-0547F034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один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символів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E862926-45B7-B143-931D-7A594413DB3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3203510"/>
            <a:ext cx="4754562" cy="182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F6592E-6353-B4BA-1E5A-F0087FB010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433041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8374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950C9-5BEC-C96B-2C9A-717684B5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міської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endParaRPr lang="uk-U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6EA520C8-D5F2-5291-15E4-A154589183A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512513"/>
            <a:ext cx="4754562" cy="320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D254457-C219-AE7B-5DC6-B0064A40BCE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686623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03173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CD6E6-2B71-B20F-27A8-FDF50956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F05AEDB-A53F-683F-DBDF-D1EC7FF915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7324" y="2011363"/>
            <a:ext cx="2989740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D1E51E-4E72-04F8-A378-5B0E671DCC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087597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8169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82846-3B35-57B3-0B6E-83FF3FA9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є прикладом </a:t>
            </a:r>
            <a:r>
              <a:rPr lang="ru-RU" dirty="0" err="1"/>
              <a:t>архітектури</a:t>
            </a:r>
            <a:r>
              <a:rPr lang="ru-RU" dirty="0"/>
              <a:t> модерн.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C6EB79A-0077-0D7A-E7B2-AA9FAFCE897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0"/>
            <a:ext cx="28575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E4C60103-EFB3-9749-AB0B-35B5D15C96D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2" y="1866120"/>
            <a:ext cx="28575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C0B51148-6A3D-160C-D999-BDDFB88E5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6" y="1866120"/>
            <a:ext cx="28575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8C2BBF19-55F1-58E9-7567-2DBF3418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840" y="4279927"/>
            <a:ext cx="28575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383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31387-31C3-11D4-0A5D-53142E7D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на фото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DB38A7DE-EB07-0901-6D79-F5FA931F8C8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2138" y="2585824"/>
            <a:ext cx="4020111" cy="305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7086E21-7820-4899-9D97-B6DFB6EFE82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610948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68069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87FF1-6860-DDC6-76CF-E2089B1A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На </a:t>
            </a:r>
            <a:r>
              <a:rPr lang="ru-RU" sz="2800" dirty="0" err="1"/>
              <a:t>якому</a:t>
            </a:r>
            <a:r>
              <a:rPr lang="ru-RU" sz="2800" dirty="0"/>
              <a:t> фото </a:t>
            </a:r>
            <a:r>
              <a:rPr lang="ru-RU" sz="2800" dirty="0" err="1"/>
              <a:t>зображено</a:t>
            </a:r>
            <a:r>
              <a:rPr lang="ru-RU" sz="2800" dirty="0"/>
              <a:t> </a:t>
            </a:r>
            <a:r>
              <a:rPr lang="ru-RU" sz="2800" dirty="0" err="1"/>
              <a:t>будівлю</a:t>
            </a:r>
            <a:r>
              <a:rPr lang="ru-RU" sz="2800" dirty="0"/>
              <a:t>, у </a:t>
            </a:r>
            <a:r>
              <a:rPr lang="ru-RU" sz="2800" dirty="0" err="1"/>
              <a:t>зовнішньому</a:t>
            </a:r>
            <a:r>
              <a:rPr lang="ru-RU" sz="2800" dirty="0"/>
              <a:t> </a:t>
            </a:r>
            <a:r>
              <a:rPr lang="ru-RU" sz="2800" dirty="0" err="1"/>
              <a:t>вигляді</a:t>
            </a:r>
            <a:r>
              <a:rPr lang="ru-RU" sz="2800" dirty="0"/>
              <a:t> </a:t>
            </a:r>
            <a:r>
              <a:rPr lang="ru-RU" sz="2800" dirty="0" err="1"/>
              <a:t>якої</a:t>
            </a:r>
            <a:r>
              <a:rPr lang="ru-RU" sz="2800" dirty="0"/>
              <a:t> </a:t>
            </a:r>
            <a:r>
              <a:rPr lang="ru-RU" sz="2800" dirty="0" err="1"/>
              <a:t>можна</a:t>
            </a:r>
            <a:r>
              <a:rPr lang="ru-RU" sz="2800" dirty="0"/>
              <a:t> </a:t>
            </a:r>
            <a:r>
              <a:rPr lang="ru-RU" sz="2800" dirty="0" err="1"/>
              <a:t>виявити</a:t>
            </a:r>
            <a:r>
              <a:rPr lang="ru-RU" sz="2800" dirty="0"/>
              <a:t> </a:t>
            </a:r>
            <a:r>
              <a:rPr lang="ru-RU" sz="2800" dirty="0" err="1"/>
              <a:t>мотиви</a:t>
            </a:r>
            <a:r>
              <a:rPr lang="ru-RU" sz="2800" dirty="0"/>
              <a:t> й </a:t>
            </a:r>
            <a:r>
              <a:rPr lang="ru-RU" sz="2800" dirty="0" err="1"/>
              <a:t>форми</a:t>
            </a:r>
            <a:r>
              <a:rPr lang="ru-RU" sz="2800" dirty="0"/>
              <a:t> </a:t>
            </a:r>
            <a:r>
              <a:rPr lang="ru-RU" sz="2800" dirty="0" err="1"/>
              <a:t>української</a:t>
            </a:r>
            <a:r>
              <a:rPr lang="ru-RU" sz="2800" dirty="0"/>
              <a:t> </a:t>
            </a:r>
            <a:r>
              <a:rPr lang="ru-RU" sz="2800" dirty="0" err="1"/>
              <a:t>народної</a:t>
            </a:r>
            <a:r>
              <a:rPr lang="ru-RU" sz="2800" dirty="0"/>
              <a:t> </a:t>
            </a:r>
            <a:r>
              <a:rPr lang="ru-RU" sz="2800" dirty="0" err="1"/>
              <a:t>архітектури</a:t>
            </a:r>
            <a:r>
              <a:rPr lang="ru-RU" sz="2800" dirty="0"/>
              <a:t> й декоративного </a:t>
            </a:r>
            <a:r>
              <a:rPr lang="ru-RU" sz="2800" dirty="0" err="1"/>
              <a:t>мистецтва</a:t>
            </a:r>
            <a:r>
              <a:rPr lang="ru-RU" sz="2800" dirty="0"/>
              <a:t>?</a:t>
            </a:r>
            <a:endParaRPr lang="uk-UA" sz="28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10E101B-DA9E-86E8-D101-422B19F1FE3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078" y="1779820"/>
            <a:ext cx="3073156" cy="243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49AABF49-05ED-353D-6AEB-FE3CC88865D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153" y="4304282"/>
            <a:ext cx="4653222" cy="242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D94D470E-2CDE-8F65-4774-0E8D3B517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237" y="1754724"/>
            <a:ext cx="4493138" cy="224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EE1735DC-5664-9BE5-E9BB-961218BBA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61" y="4304282"/>
            <a:ext cx="3203173" cy="218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276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48F48-B8DF-3C34-109B-BE1582F0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Пам'ятки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епохи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фото, </a:t>
            </a:r>
            <a:r>
              <a:rPr lang="ru-RU" dirty="0" err="1"/>
              <a:t>зведені</a:t>
            </a:r>
            <a:endParaRPr lang="uk-UA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4E3C6F92-9D9F-5919-A54D-10FFC860A54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3280093"/>
            <a:ext cx="4754562" cy="16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9ADD2F2-2257-7E1B-A12C-0E33BF53DE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115463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67139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A663F-634C-993E-85C0-91E605EA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Яка </a:t>
            </a:r>
            <a:r>
              <a:rPr lang="ru-RU" sz="3200" dirty="0" err="1"/>
              <a:t>архітектурна</a:t>
            </a:r>
            <a:r>
              <a:rPr lang="ru-RU" sz="3200" dirty="0"/>
              <a:t> </a:t>
            </a:r>
            <a:r>
              <a:rPr lang="ru-RU" sz="3200" dirty="0" err="1"/>
              <a:t>пам'ятка</a:t>
            </a:r>
            <a:r>
              <a:rPr lang="ru-RU" sz="3200" dirty="0"/>
              <a:t> з-</a:t>
            </a:r>
            <a:r>
              <a:rPr lang="ru-RU" sz="3200" dirty="0" err="1"/>
              <a:t>поміж</a:t>
            </a:r>
            <a:r>
              <a:rPr lang="ru-RU" sz="3200" dirty="0"/>
              <a:t> </a:t>
            </a:r>
            <a:r>
              <a:rPr lang="ru-RU" sz="3200" dirty="0" err="1"/>
              <a:t>зображених</a:t>
            </a:r>
            <a:r>
              <a:rPr lang="ru-RU" sz="3200" dirty="0"/>
              <a:t> на фото є </a:t>
            </a:r>
            <a:r>
              <a:rPr lang="ru-RU" sz="3200" dirty="0" err="1"/>
              <a:t>свідченням</a:t>
            </a:r>
            <a:r>
              <a:rPr lang="ru-RU" sz="3200" dirty="0"/>
              <a:t> </a:t>
            </a:r>
            <a:r>
              <a:rPr lang="ru-RU" sz="3200" dirty="0" err="1"/>
              <a:t>існування</a:t>
            </a:r>
            <a:r>
              <a:rPr lang="ru-RU" sz="3200" dirty="0"/>
              <a:t> </a:t>
            </a:r>
            <a:r>
              <a:rPr lang="ru-RU" sz="3200" dirty="0" err="1"/>
              <a:t>міського</a:t>
            </a:r>
            <a:r>
              <a:rPr lang="ru-RU" sz="3200" dirty="0"/>
              <a:t> </a:t>
            </a:r>
            <a:r>
              <a:rPr lang="ru-RU" sz="3200" dirty="0" err="1"/>
              <a:t>самоврядування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землях?</a:t>
            </a:r>
            <a:endParaRPr lang="uk-UA" sz="3200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B093142-876C-D308-2440-50C5C417EB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02" y="2171524"/>
            <a:ext cx="1914792" cy="251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401E73F5-F71A-6C09-9941-65823B441C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224" y="2181050"/>
            <a:ext cx="3486637" cy="25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FE88DC4B-3BA3-9C0D-4D68-53FE50012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030" y="4243648"/>
            <a:ext cx="33432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>
            <a:extLst>
              <a:ext uri="{FF2B5EF4-FFF2-40B4-BE49-F238E27FC236}">
                <a16:creationId xmlns:a16="http://schemas.microsoft.com/office/drawing/2014/main" id="{D25AB8DA-6C10-A01B-75DC-09CE12CC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141" y="4138527"/>
            <a:ext cx="20574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726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AB9B6-A352-78D8-C132-6EC122DF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зумовило</a:t>
            </a:r>
            <a:r>
              <a:rPr lang="ru-RU" dirty="0"/>
              <a:t> </a:t>
            </a:r>
            <a:r>
              <a:rPr lang="ru-RU" dirty="0" err="1"/>
              <a:t>спорудження</a:t>
            </a:r>
            <a:r>
              <a:rPr lang="ru-RU" dirty="0"/>
              <a:t> </a:t>
            </a:r>
            <a:r>
              <a:rPr lang="ru-RU" dirty="0" err="1"/>
              <a:t>будівлі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33BE8280-9960-5D44-95BB-E67367FDFC4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8823" y="2690614"/>
            <a:ext cx="3886742" cy="284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985E63-8CE4-F5C5-F6C8-3950B5067B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8710882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85891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DC19249-AA20-4970-4174-117CE3C6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Образотворче мистецтво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81A4819B-2CEF-B547-C3A5-D0DC7E5F4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15764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9F831-D189-B47A-9DD8-F1D93684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Автором </a:t>
            </a:r>
            <a:r>
              <a:rPr lang="ru-RU" dirty="0" err="1"/>
              <a:t>пам’ятника</a:t>
            </a:r>
            <a:r>
              <a:rPr lang="ru-RU" dirty="0"/>
              <a:t>, </a:t>
            </a:r>
            <a:r>
              <a:rPr lang="ru-RU" dirty="0" err="1"/>
              <a:t>зображеного</a:t>
            </a:r>
            <a:r>
              <a:rPr lang="ru-RU" dirty="0"/>
              <a:t> на фото, є</a:t>
            </a:r>
            <a:endParaRPr lang="uk-UA" dirty="0"/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15B79B6B-0FC0-74AC-2BB9-A1478B7230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9069" y="2438400"/>
            <a:ext cx="42862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1B517DC-30FB-6E0E-FB7E-D841CBBD67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555593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1424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4D584-A24E-E295-B897-D9644249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Пам’ятником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листівці</a:t>
            </a:r>
            <a:r>
              <a:rPr lang="ru-RU" dirty="0"/>
              <a:t> початку ХХ ст., </a:t>
            </a:r>
            <a:r>
              <a:rPr lang="ru-RU" dirty="0" err="1"/>
              <a:t>увічнено</a:t>
            </a:r>
            <a:endParaRPr lang="uk-UA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8317710B-EDA4-CF59-139C-6ADC3C3ABAA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8907" y="2011363"/>
            <a:ext cx="286657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2326134-78D1-5995-7761-2F518C6CDC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381353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76886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40CCC-3E63-47A5-8951-22ADDF096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</a:t>
            </a:r>
            <a:r>
              <a:rPr lang="ru-RU" dirty="0" err="1"/>
              <a:t>листівці</a:t>
            </a:r>
            <a:r>
              <a:rPr lang="ru-RU" dirty="0"/>
              <a:t> початку XX ст.,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BD7068AF-666D-2AD1-9CA9-8C3C0180C6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3819" y="3005138"/>
            <a:ext cx="447675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4CA6B19-2D71-76DC-C41E-E0A12DBEF7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0772722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10077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641BE-7FE3-2C41-1346-3C01FFD1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</a:t>
            </a:r>
            <a:r>
              <a:rPr lang="ru-RU" sz="3200" dirty="0" err="1"/>
              <a:t>історичне</a:t>
            </a:r>
            <a:r>
              <a:rPr lang="ru-RU" sz="3200" dirty="0"/>
              <a:t> </a:t>
            </a:r>
            <a:r>
              <a:rPr lang="ru-RU" sz="3200" dirty="0" err="1"/>
              <a:t>джерело</a:t>
            </a:r>
            <a:r>
              <a:rPr lang="ru-RU" sz="3200" dirty="0"/>
              <a:t>, </a:t>
            </a:r>
            <a:r>
              <a:rPr lang="ru-RU" sz="3200" dirty="0" err="1"/>
              <a:t>ілюстрацією</a:t>
            </a:r>
            <a:r>
              <a:rPr lang="ru-RU" sz="3200" dirty="0"/>
              <a:t> до </a:t>
            </a:r>
            <a:r>
              <a:rPr lang="ru-RU" sz="3200" dirty="0" err="1"/>
              <a:t>змісту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може</a:t>
            </a:r>
            <a:r>
              <a:rPr lang="ru-RU" sz="3200" dirty="0"/>
              <a:t> </a:t>
            </a:r>
            <a:r>
              <a:rPr lang="ru-RU" sz="3200" dirty="0" err="1"/>
              <a:t>слугувати</a:t>
            </a:r>
            <a:r>
              <a:rPr lang="ru-RU" sz="3200" dirty="0"/>
              <a:t> </a:t>
            </a:r>
            <a:r>
              <a:rPr lang="ru-RU" sz="3200" dirty="0" err="1"/>
              <a:t>скульптурна</a:t>
            </a:r>
            <a:r>
              <a:rPr lang="ru-RU" sz="3200" dirty="0"/>
              <a:t> </a:t>
            </a:r>
            <a:r>
              <a:rPr lang="ru-RU" sz="3200" dirty="0" err="1"/>
              <a:t>композиція</a:t>
            </a:r>
            <a:r>
              <a:rPr lang="ru-RU" sz="3200" dirty="0"/>
              <a:t>, </a:t>
            </a:r>
            <a:r>
              <a:rPr lang="ru-RU" sz="3200" dirty="0" err="1"/>
              <a:t>зображена</a:t>
            </a:r>
            <a:r>
              <a:rPr lang="ru-RU" sz="3200" dirty="0"/>
              <a:t> на фото.</a:t>
            </a:r>
            <a:endParaRPr lang="uk-UA" sz="3200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FBB94275-EC8A-3479-E9BD-78390C8153D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2931" y="2686050"/>
            <a:ext cx="34385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6193B5-82A4-B0C0-5F7B-DEF30744844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276259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5912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F0490-6D5B-8842-25AB-301A2C9E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скульптурної</a:t>
            </a:r>
            <a:r>
              <a:rPr lang="ru-RU" dirty="0"/>
              <a:t> </a:t>
            </a:r>
            <a:r>
              <a:rPr lang="ru-RU" dirty="0" err="1"/>
              <a:t>композиції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1475936D-837D-3FFB-445F-9987891B857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278881"/>
            <a:ext cx="4754562" cy="367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505C2E-80E5-DEA5-FDC2-39298C4199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2685524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03813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3BA67-0608-B470-65B5-90EBA266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Спорудження</a:t>
            </a:r>
            <a:r>
              <a:rPr lang="ru-RU" dirty="0"/>
              <a:t> </a:t>
            </a:r>
            <a:r>
              <a:rPr lang="ru-RU" dirty="0" err="1"/>
              <a:t>пам’ятки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</a:t>
            </a:r>
            <a:r>
              <a:rPr lang="ru-RU" dirty="0" err="1"/>
              <a:t>листівці</a:t>
            </a:r>
            <a:r>
              <a:rPr lang="ru-RU" dirty="0"/>
              <a:t> початку ХХ ст., </a:t>
            </a:r>
            <a:r>
              <a:rPr lang="ru-RU" dirty="0" err="1"/>
              <a:t>пов’язано</a:t>
            </a:r>
            <a:r>
              <a:rPr lang="ru-RU" dirty="0"/>
              <a:t> з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архітектора</a:t>
            </a:r>
            <a:endParaRPr lang="uk-UA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D05D1252-4E33-A839-7FFD-B07AA3D45B0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521333"/>
            <a:ext cx="4754562" cy="318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1FC4DA8-4DE1-4355-B92B-56A3354B12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189486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3841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F59B5-4FF5-052F-4CEE-4A291F9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Який пам’ятник, що увічнює одну з подій історії України, було створено в радянську епоху?</a:t>
            </a: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E8EF8EF1-8BFB-AC65-27CA-04FF6CF4A86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2" y="2575230"/>
            <a:ext cx="3474790" cy="245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F4EA0D6A-F133-23EE-748E-3BF3354E9D9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010" y="2575230"/>
            <a:ext cx="3429808" cy="247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>
            <a:extLst>
              <a:ext uri="{FF2B5EF4-FFF2-40B4-BE49-F238E27FC236}">
                <a16:creationId xmlns:a16="http://schemas.microsoft.com/office/drawing/2014/main" id="{329AA3DB-52CB-EE46-85EB-0FBE0F268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582" y="1690688"/>
            <a:ext cx="3451817" cy="245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6" name="Picture 8">
            <a:extLst>
              <a:ext uri="{FF2B5EF4-FFF2-40B4-BE49-F238E27FC236}">
                <a16:creationId xmlns:a16="http://schemas.microsoft.com/office/drawing/2014/main" id="{DBAB076B-27FF-D38D-30E9-E8314AAE4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826" y="4220542"/>
            <a:ext cx="3429330" cy="245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583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624B7-0E19-3F3A-F91D-1EABABBB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Давньоруські</a:t>
            </a:r>
            <a:r>
              <a:rPr lang="ru-RU" dirty="0"/>
              <a:t> </a:t>
            </a:r>
            <a:r>
              <a:rPr lang="ru-RU" dirty="0" err="1"/>
              <a:t>мозаїки</a:t>
            </a:r>
            <a:r>
              <a:rPr lang="ru-RU" dirty="0"/>
              <a:t>,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фото, є </a:t>
            </a:r>
            <a:r>
              <a:rPr lang="ru-RU" dirty="0" err="1"/>
              <a:t>елементом</a:t>
            </a:r>
            <a:r>
              <a:rPr lang="ru-RU" dirty="0"/>
              <a:t> </a:t>
            </a:r>
            <a:r>
              <a:rPr lang="ru-RU" dirty="0" err="1"/>
              <a:t>оздоблення</a:t>
            </a:r>
            <a:endParaRPr lang="uk-UA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615C0391-BA2A-F186-E2B3-C2E53B5BC0A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763873"/>
            <a:ext cx="4754562" cy="270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6D35B8B-3A09-831F-BDAD-BE517DC65D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070531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81151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6FA7F-5EC0-A8A0-DC69-0F59E6F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7A54BA53-FAD1-C9A5-0605-2F7F4AA975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3271" y="2011363"/>
            <a:ext cx="2457846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7D1A244-F855-B655-EDDE-3EB6AA61E7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891373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31329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8E384-4668-12F5-EFFC-4AC46422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Дохристиянську</a:t>
            </a:r>
            <a:r>
              <a:rPr lang="ru-RU" dirty="0"/>
              <a:t> </a:t>
            </a:r>
            <a:r>
              <a:rPr lang="ru-RU" dirty="0" err="1"/>
              <a:t>давньоруську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C3942AAB-6577-F196-DC63-5A236DEA17B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67" y="2172494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>
            <a:extLst>
              <a:ext uri="{FF2B5EF4-FFF2-40B4-BE49-F238E27FC236}">
                <a16:creationId xmlns:a16="http://schemas.microsoft.com/office/drawing/2014/main" id="{2EA53E6F-3687-A46E-1131-1F8E74549A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740" y="2266008"/>
            <a:ext cx="23622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6" name="Picture 6">
            <a:extLst>
              <a:ext uri="{FF2B5EF4-FFF2-40B4-BE49-F238E27FC236}">
                <a16:creationId xmlns:a16="http://schemas.microsoft.com/office/drawing/2014/main" id="{B09102E0-0644-2C86-3419-19264526A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475" y="2266008"/>
            <a:ext cx="2302787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8" name="Picture 8">
            <a:extLst>
              <a:ext uri="{FF2B5EF4-FFF2-40B4-BE49-F238E27FC236}">
                <a16:creationId xmlns:a16="http://schemas.microsoft.com/office/drawing/2014/main" id="{5B74B07E-956F-3EE2-9B82-A5F340FB8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56" y="2219251"/>
            <a:ext cx="2513194" cy="347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651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EAE1A-B036-CD50-322F-D6FCEC8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Портрет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є </a:t>
            </a:r>
            <a:r>
              <a:rPr lang="ru-RU" dirty="0" err="1"/>
              <a:t>елементом</a:t>
            </a:r>
            <a:r>
              <a:rPr lang="ru-RU" dirty="0"/>
              <a:t> </a:t>
            </a:r>
            <a:r>
              <a:rPr lang="ru-RU" dirty="0" err="1"/>
              <a:t>композиції</a:t>
            </a:r>
            <a:r>
              <a:rPr lang="ru-RU" dirty="0"/>
              <a:t> </a:t>
            </a:r>
            <a:r>
              <a:rPr lang="ru-RU" dirty="0" err="1"/>
              <a:t>зображеної</a:t>
            </a:r>
            <a:r>
              <a:rPr lang="ru-RU" dirty="0"/>
              <a:t> </a:t>
            </a:r>
            <a:r>
              <a:rPr lang="ru-RU" dirty="0" err="1"/>
              <a:t>ікони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7BC5C395-2D6A-7F01-5196-0B63578A0B4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6144" y="2095500"/>
            <a:ext cx="28321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F4CEABE-CE5E-F2F2-2EBF-23BAAD54D8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218976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0699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40E45-9321-1F9B-45A1-EC1F62CF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endParaRPr lang="uk-UA" dirty="0"/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33A53436-B30B-D9EE-58AA-AEA56496B72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3998" y="2011363"/>
            <a:ext cx="2816392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18CE4A0-F477-38B1-FC15-2FCFDBB730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571172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07572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33A12-4A76-1B16-325C-6AF972FF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3661AE70-8F77-3CD6-AEBD-BB2FDB0D9D2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425" y="1721711"/>
            <a:ext cx="3175462" cy="454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2F5EA46-0FEB-CE2B-ABA4-B5323AD67D8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0872262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40500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A1CB8-5720-334C-D798-B414C0C7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з </a:t>
            </a:r>
            <a:r>
              <a:rPr lang="ru-RU" dirty="0" err="1"/>
              <a:t>ікон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належить</a:t>
            </a:r>
            <a:r>
              <a:rPr lang="ru-RU" dirty="0"/>
              <a:t> </a:t>
            </a:r>
            <a:r>
              <a:rPr lang="ru-RU" dirty="0" err="1"/>
              <a:t>пензлю</a:t>
            </a:r>
            <a:r>
              <a:rPr lang="ru-RU" dirty="0"/>
              <a:t> О. </a:t>
            </a:r>
            <a:r>
              <a:rPr lang="ru-RU" dirty="0" err="1"/>
              <a:t>Горошковича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01B7B6EF-AC75-66C5-83F5-0418E390FE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204913" y="3249470"/>
            <a:ext cx="4754562" cy="173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5620574-D74C-F02A-1A73-236A5EC7B6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00"/>
          <a:stretch/>
        </p:blipFill>
        <p:spPr bwMode="auto">
          <a:xfrm>
            <a:off x="584613" y="2071331"/>
            <a:ext cx="2736501" cy="409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9D6EE50-3D84-CF32-166E-327A9E802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00"/>
          <a:stretch/>
        </p:blipFill>
        <p:spPr bwMode="auto">
          <a:xfrm>
            <a:off x="8798717" y="2071330"/>
            <a:ext cx="2927933" cy="409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4031A0C-2ABC-CB49-613F-B33BADF3A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9" r="50601"/>
          <a:stretch/>
        </p:blipFill>
        <p:spPr bwMode="auto">
          <a:xfrm>
            <a:off x="3138871" y="2071330"/>
            <a:ext cx="2927937" cy="40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3761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B746D-C5CB-7F82-A6C9-408EE196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Проявом</a:t>
            </a:r>
            <a:r>
              <a:rPr lang="ru-RU" dirty="0"/>
              <a:t> </a:t>
            </a:r>
            <a:r>
              <a:rPr lang="ru-RU" dirty="0" err="1"/>
              <a:t>впливу</a:t>
            </a:r>
            <a:r>
              <a:rPr lang="ru-RU" dirty="0"/>
              <a:t> на Русь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є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8E272190-4097-D2B0-05F7-4AADEE615F9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4356" y="2919413"/>
            <a:ext cx="349567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2C24B38-C51D-A66F-8CED-E9DB34858D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665522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5115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389B4-8812-4023-A51F-BF581C3A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стилі</a:t>
            </a:r>
            <a:r>
              <a:rPr lang="ru-RU" dirty="0"/>
              <a:t> створено </a:t>
            </a:r>
            <a:r>
              <a:rPr lang="ru-RU" dirty="0" err="1"/>
              <a:t>шедеври</a:t>
            </a:r>
            <a:r>
              <a:rPr lang="ru-RU" dirty="0"/>
              <a:t> </a:t>
            </a:r>
            <a:r>
              <a:rPr lang="ru-RU" dirty="0" err="1"/>
              <a:t>художнього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4E5F0F29-21A5-EAD3-C902-24FFDBCFD6E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77" y="1825625"/>
            <a:ext cx="156804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3C610AC-FFBB-ED3F-D459-AF112AE60C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659378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5844" name="Picture 4">
            <a:extLst>
              <a:ext uri="{FF2B5EF4-FFF2-40B4-BE49-F238E27FC236}">
                <a16:creationId xmlns:a16="http://schemas.microsoft.com/office/drawing/2014/main" id="{4B531372-0A9C-7CEF-3DFE-D72067102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699" y="1825625"/>
            <a:ext cx="2373355" cy="408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2196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A6811-C53F-C8F4-4F53-AE9CFAFF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Яку </a:t>
            </a:r>
            <a:r>
              <a:rPr lang="ru-RU" dirty="0" err="1"/>
              <a:t>ікону</a:t>
            </a:r>
            <a:r>
              <a:rPr lang="ru-RU" dirty="0"/>
              <a:t> </a:t>
            </a:r>
            <a:r>
              <a:rPr lang="ru-RU" dirty="0" err="1"/>
              <a:t>Богородиці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0F989B7E-89F8-2ACA-9310-211F7183477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421" y="1744313"/>
            <a:ext cx="3424843" cy="452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ED72D70-EBA0-A886-D5A9-890B62C8F8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0952862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62299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56679-DC3D-826C-8947-5172CBAA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</a:t>
            </a:r>
            <a:r>
              <a:rPr lang="ru-RU" dirty="0" err="1"/>
              <a:t>уславлено</a:t>
            </a:r>
            <a:r>
              <a:rPr lang="ru-RU" dirty="0"/>
              <a:t> на </a:t>
            </a:r>
            <a:r>
              <a:rPr lang="ru-RU" dirty="0" err="1"/>
              <a:t>зображеній</a:t>
            </a:r>
            <a:r>
              <a:rPr lang="ru-RU" dirty="0"/>
              <a:t> </a:t>
            </a:r>
            <a:r>
              <a:rPr lang="ru-RU" dirty="0" err="1"/>
              <a:t>гравюрі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17417DD1-AD52-E2F4-E918-D3098B6159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72670" y="2648134"/>
            <a:ext cx="2019048" cy="29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506C21-1734-0443-BB0A-305D3CE3BF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682409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15954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2D8DA-A980-E97A-A055-317149E6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Пам’ятка є яскравим прикладом</a:t>
            </a: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E1860067-CCC3-E131-1888-667A6C962A2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672" y="2011363"/>
            <a:ext cx="285104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6B04B63-3C1F-C7BC-57D2-A4AC43C214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6259718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98265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DA080-324B-2765-EE11-9FFD9739C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Пам’ятку присвячено діяльності гетьмана</a:t>
            </a:r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1CE378B2-9B35-8657-E49A-22FEE62C009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672" y="2011363"/>
            <a:ext cx="285104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97BCD9-A01D-7E40-3C7F-C8A7FAAD64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58874773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96668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F933D-454B-D554-0CD0-1EEA307E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пам’ятці</a:t>
            </a:r>
            <a:r>
              <a:rPr lang="ru-RU" dirty="0"/>
              <a:t> </a:t>
            </a:r>
            <a:r>
              <a:rPr lang="ru-RU" dirty="0" err="1"/>
              <a:t>уславлено</a:t>
            </a:r>
            <a:r>
              <a:rPr lang="ru-RU" dirty="0"/>
              <a:t> </a:t>
            </a:r>
            <a:r>
              <a:rPr lang="ru-RU" dirty="0" err="1"/>
              <a:t>здобутки</a:t>
            </a:r>
            <a:r>
              <a:rPr lang="ru-RU" dirty="0"/>
              <a:t> та </a:t>
            </a:r>
            <a:r>
              <a:rPr lang="ru-RU" dirty="0" err="1"/>
              <a:t>успіхи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в</a:t>
            </a:r>
            <a:endParaRPr lang="uk-UA" dirty="0"/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203B2EED-1FC9-41AF-254E-B3760B00360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672" y="2011363"/>
            <a:ext cx="285104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9C3BD0-0D74-DD37-AD95-5A644E4063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800064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32686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5ACED-6B2C-51EE-968C-C5E9F2C2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Який</a:t>
            </a:r>
            <a:r>
              <a:rPr lang="ru-RU" sz="3200" dirty="0"/>
              <a:t> атрибут, </a:t>
            </a:r>
            <a:r>
              <a:rPr lang="ru-RU" sz="3200" dirty="0" err="1"/>
              <a:t>зображений</a:t>
            </a:r>
            <a:r>
              <a:rPr lang="ru-RU" sz="3200" dirty="0"/>
              <a:t> на </a:t>
            </a:r>
            <a:r>
              <a:rPr lang="ru-RU" sz="3200" dirty="0" err="1"/>
              <a:t>портреті</a:t>
            </a:r>
            <a:r>
              <a:rPr lang="ru-RU" sz="3200" dirty="0"/>
              <a:t>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діяча</a:t>
            </a:r>
            <a:r>
              <a:rPr lang="ru-RU" sz="3200" dirty="0"/>
              <a:t>, </a:t>
            </a:r>
            <a:r>
              <a:rPr lang="ru-RU" sz="3200" dirty="0" err="1"/>
              <a:t>указує</a:t>
            </a:r>
            <a:r>
              <a:rPr lang="ru-RU" sz="3200" dirty="0"/>
              <a:t> на те,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він</a:t>
            </a:r>
            <a:r>
              <a:rPr lang="ru-RU" sz="3200" dirty="0"/>
              <a:t> </a:t>
            </a:r>
            <a:r>
              <a:rPr lang="ru-RU" sz="3200" dirty="0" err="1"/>
              <a:t>обіймав</a:t>
            </a:r>
            <a:r>
              <a:rPr lang="ru-RU" sz="3200" dirty="0"/>
              <a:t> </a:t>
            </a:r>
            <a:r>
              <a:rPr lang="ru-RU" sz="3200" dirty="0" err="1"/>
              <a:t>найвищу</a:t>
            </a:r>
            <a:r>
              <a:rPr lang="ru-RU" sz="3200" dirty="0"/>
              <a:t> посаду у </a:t>
            </a:r>
            <a:r>
              <a:rPr lang="ru-RU" sz="3200" dirty="0" err="1"/>
              <a:t>Війську</a:t>
            </a:r>
            <a:r>
              <a:rPr lang="ru-RU" sz="3200" dirty="0"/>
              <a:t> </a:t>
            </a:r>
            <a:r>
              <a:rPr lang="ru-RU" sz="3200" dirty="0" err="1"/>
              <a:t>Запорозькому</a:t>
            </a:r>
            <a:r>
              <a:rPr lang="ru-RU" sz="3200" dirty="0"/>
              <a:t>?</a:t>
            </a:r>
            <a:endParaRPr lang="uk-UA" sz="3200" dirty="0"/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7CD9FBE1-4D05-5678-AABC-83B9B9ABB3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794" y="2349500"/>
            <a:ext cx="25908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1BB0C7B-8D1D-747C-6E88-DBA1CCFDFD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800640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9265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533B1-9294-2A3F-C660-68B8CAE0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Дохристиянську</a:t>
            </a:r>
            <a:r>
              <a:rPr lang="ru-RU" dirty="0"/>
              <a:t> </a:t>
            </a:r>
            <a:r>
              <a:rPr lang="ru-RU" dirty="0" err="1"/>
              <a:t>давньоруську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</a:t>
            </a:r>
            <a:endParaRPr lang="uk-UA" dirty="0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EEB09252-FFDC-B8E5-86E7-CD2DB03AC70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51" y="2172494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F2870138-15CF-25B3-CB0F-66E9A1B71A3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205" y="2172494"/>
            <a:ext cx="2762539" cy="362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>
            <a:extLst>
              <a:ext uri="{FF2B5EF4-FFF2-40B4-BE49-F238E27FC236}">
                <a16:creationId xmlns:a16="http://schemas.microsoft.com/office/drawing/2014/main" id="{F9F7AC36-4E32-B553-D044-F1C1E5531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757" y="2172494"/>
            <a:ext cx="249324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8" name="Picture 8">
            <a:extLst>
              <a:ext uri="{FF2B5EF4-FFF2-40B4-BE49-F238E27FC236}">
                <a16:creationId xmlns:a16="http://schemas.microsoft.com/office/drawing/2014/main" id="{E7668182-FB12-4DB8-B8B1-4A0ACCAE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949" y="2204130"/>
            <a:ext cx="2623417" cy="362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807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D18E3-780B-FEA2-71D6-FE0F3F05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пам'ятка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зображений</a:t>
            </a:r>
            <a:r>
              <a:rPr lang="ru-RU" dirty="0"/>
              <a:t> портрет </a:t>
            </a:r>
            <a:r>
              <a:rPr lang="ru-RU" dirty="0" err="1"/>
              <a:t>князівської</a:t>
            </a:r>
            <a:r>
              <a:rPr lang="ru-RU" dirty="0"/>
              <a:t> </a:t>
            </a:r>
            <a:r>
              <a:rPr lang="ru-RU" dirty="0" err="1"/>
              <a:t>родини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0D8050D0-53B4-6FDA-A615-820D3F6C98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9544" y="2011363"/>
            <a:ext cx="2905300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758204-D8ED-530E-6E7E-16921527B5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2940372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21095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5C091-81A6-4608-AF14-2163F555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Мініатюра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прикрашає</a:t>
            </a:r>
            <a:endParaRPr lang="uk-UA" dirty="0"/>
          </a:p>
        </p:txBody>
      </p:sp>
      <p:pic>
        <p:nvPicPr>
          <p:cNvPr id="43010" name="Picture 2">
            <a:extLst>
              <a:ext uri="{FF2B5EF4-FFF2-40B4-BE49-F238E27FC236}">
                <a16:creationId xmlns:a16="http://schemas.microsoft.com/office/drawing/2014/main" id="{4114CB7F-C77D-B5C8-C5EF-75B08B988E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3492" y="2011363"/>
            <a:ext cx="3997404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9E56B8-5418-AA59-3076-6FA94D83FE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8972341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13436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1C733-1547-25A8-A4D4-4494D4C6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зображення, що стало першою графічною ілюстрацією в українській друкованій книжці.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86596F2A-A28C-84FF-7BC4-5DDFA6DE5AD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53" y="2282031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8" name="Picture 4">
            <a:extLst>
              <a:ext uri="{FF2B5EF4-FFF2-40B4-BE49-F238E27FC236}">
                <a16:creationId xmlns:a16="http://schemas.microsoft.com/office/drawing/2014/main" id="{2C661284-CC2A-466A-B734-3519798D43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98" y="2243286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>
            <a:extLst>
              <a:ext uri="{FF2B5EF4-FFF2-40B4-BE49-F238E27FC236}">
                <a16:creationId xmlns:a16="http://schemas.microsoft.com/office/drawing/2014/main" id="{CD8FAD2A-D7ED-F9D1-FF83-1E3BD93CF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9" y="2243286"/>
            <a:ext cx="2538153" cy="347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2" name="Picture 8">
            <a:extLst>
              <a:ext uri="{FF2B5EF4-FFF2-40B4-BE49-F238E27FC236}">
                <a16:creationId xmlns:a16="http://schemas.microsoft.com/office/drawing/2014/main" id="{BA27F0CE-AD88-3A80-AD46-F472E948A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244" y="2282031"/>
            <a:ext cx="2538153" cy="346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9511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06FD9-E98D-2B5C-1877-74EC4DD9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подано </a:t>
            </a:r>
            <a:r>
              <a:rPr lang="ru-RU" dirty="0" err="1"/>
              <a:t>нижче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8130" name="Picture 2">
            <a:extLst>
              <a:ext uri="{FF2B5EF4-FFF2-40B4-BE49-F238E27FC236}">
                <a16:creationId xmlns:a16="http://schemas.microsoft.com/office/drawing/2014/main" id="{18774678-33DA-D6D7-FD3A-9BE3A669545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697361"/>
            <a:ext cx="4754562" cy="283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2BBA57-FF8D-2C41-33E1-0E35BFA4B9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883707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42896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0EE39-2D52-2A90-6ECB-AD9BAB54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</a:t>
            </a:r>
            <a:r>
              <a:rPr lang="ru-RU" dirty="0" err="1"/>
              <a:t>репродукції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9154" name="Picture 2">
            <a:extLst>
              <a:ext uri="{FF2B5EF4-FFF2-40B4-BE49-F238E27FC236}">
                <a16:creationId xmlns:a16="http://schemas.microsoft.com/office/drawing/2014/main" id="{FEC77F72-1AE1-AC49-BAA7-995013F45F6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4744" y="2381250"/>
            <a:ext cx="23749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254727-F496-5C42-6CB0-6CE341ABE0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6540979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78389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1BCA0-C154-6121-25BC-2EFCDC31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офортів</a:t>
            </a:r>
            <a:r>
              <a:rPr lang="ru-RU" dirty="0"/>
              <a:t>,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подано </a:t>
            </a:r>
            <a:r>
              <a:rPr lang="ru-RU" dirty="0" err="1"/>
              <a:t>нижче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68A0BE80-3396-B8A0-BD6B-4AC32EC00D4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38"/>
          <a:stretch/>
        </p:blipFill>
        <p:spPr bwMode="auto">
          <a:xfrm>
            <a:off x="1203484" y="1825625"/>
            <a:ext cx="3670922" cy="240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76F02A7-A387-E858-9AA3-1359FBD86D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435760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BC71BF3B-37CF-A787-1AD4-00D0FC7D4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33"/>
          <a:stretch/>
        </p:blipFill>
        <p:spPr bwMode="auto">
          <a:xfrm>
            <a:off x="1203484" y="4363621"/>
            <a:ext cx="3584171" cy="240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7127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53E34-C3A6-69E2-7A5D-D8999AA0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51202" name="Picture 2">
            <a:extLst>
              <a:ext uri="{FF2B5EF4-FFF2-40B4-BE49-F238E27FC236}">
                <a16:creationId xmlns:a16="http://schemas.microsoft.com/office/drawing/2014/main" id="{1205FC79-F4B7-EEBA-8C9B-C583A1E412B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669" y="1809917"/>
            <a:ext cx="3659078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F17496-4B39-FC12-669B-7BC8C69D1A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8964135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60491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CB0BC-B0DC-58DD-F8A4-B9F8E355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0876E8C0-4E0F-6A02-B99D-DC04E0F1CC4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912231"/>
            <a:ext cx="4754562" cy="240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CB0A5F-F081-543F-193D-474A04879B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9645114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41979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8CF75-EE3D-EBF4-B4E6-1FB7BE45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53250" name="Picture 2">
            <a:extLst>
              <a:ext uri="{FF2B5EF4-FFF2-40B4-BE49-F238E27FC236}">
                <a16:creationId xmlns:a16="http://schemas.microsoft.com/office/drawing/2014/main" id="{A9C617FF-A76B-3682-96B8-15FADD560DC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597303"/>
            <a:ext cx="4754562" cy="303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C4A0BA-252D-518A-C038-BACAE44871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362940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27690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B6AD3-F1C6-D6E5-E8E1-4D06EC7E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картини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К. </a:t>
            </a:r>
            <a:r>
              <a:rPr lang="ru-RU" dirty="0" err="1"/>
              <a:t>Білокур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12F3BDEE-F53D-6443-F74A-0ED9255ED7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10" y="2073275"/>
            <a:ext cx="3225331" cy="225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00" name="Picture 4">
            <a:extLst>
              <a:ext uri="{FF2B5EF4-FFF2-40B4-BE49-F238E27FC236}">
                <a16:creationId xmlns:a16="http://schemas.microsoft.com/office/drawing/2014/main" id="{9C3A65A4-007A-53A1-D036-33AD9DDEA4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073" y="1690688"/>
            <a:ext cx="2576434" cy="226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02" name="Picture 6">
            <a:extLst>
              <a:ext uri="{FF2B5EF4-FFF2-40B4-BE49-F238E27FC236}">
                <a16:creationId xmlns:a16="http://schemas.microsoft.com/office/drawing/2014/main" id="{36EBB887-49F6-A4EC-5B38-386A393EB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038" y="3478760"/>
            <a:ext cx="2970911" cy="298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04" name="Picture 8">
            <a:extLst>
              <a:ext uri="{FF2B5EF4-FFF2-40B4-BE49-F238E27FC236}">
                <a16:creationId xmlns:a16="http://schemas.microsoft.com/office/drawing/2014/main" id="{B8303EE1-F985-7A32-BCFF-3E28F51C4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631" y="3200785"/>
            <a:ext cx="2376634" cy="298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4725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9B60A-BFE2-584B-918D-EADE5207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автопортрети</a:t>
            </a:r>
            <a:r>
              <a:rPr lang="ru-RU" dirty="0"/>
              <a:t> Тараса Шевченка, </a:t>
            </a:r>
            <a:r>
              <a:rPr lang="ru-RU" dirty="0" err="1"/>
              <a:t>написані</a:t>
            </a:r>
            <a:r>
              <a:rPr lang="ru-RU" dirty="0"/>
              <a:t> в </a:t>
            </a:r>
            <a:r>
              <a:rPr lang="ru-RU" dirty="0" err="1"/>
              <a:t>різний</a:t>
            </a:r>
            <a:r>
              <a:rPr lang="ru-RU" dirty="0"/>
              <a:t> час.</a:t>
            </a:r>
            <a:endParaRPr lang="uk-UA" dirty="0"/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8A08AD7B-8D10-F95B-4FB0-51C03E8A923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67"/>
          <a:stretch/>
        </p:blipFill>
        <p:spPr bwMode="auto">
          <a:xfrm>
            <a:off x="1426459" y="1625525"/>
            <a:ext cx="1688312" cy="246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5F826E-196B-98AE-DD49-455C18C58C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0" i="0" dirty="0" err="1"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автопортрет,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створений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митцем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одразу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викупу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кріпацтва</a:t>
            </a:r>
            <a:endParaRPr lang="uk-U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C1FF56-2FBC-7C39-1542-00FE2D1960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5" r="26203"/>
          <a:stretch/>
        </p:blipFill>
        <p:spPr bwMode="auto">
          <a:xfrm>
            <a:off x="3369705" y="4160210"/>
            <a:ext cx="1688311" cy="24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535D06C-8F74-B71C-907E-519955434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67"/>
          <a:stretch/>
        </p:blipFill>
        <p:spPr bwMode="auto">
          <a:xfrm>
            <a:off x="3400183" y="1625525"/>
            <a:ext cx="1688311" cy="24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D6AB096-C981-AAFA-6367-DE44EECC8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3" r="50374"/>
          <a:stretch/>
        </p:blipFill>
        <p:spPr bwMode="auto">
          <a:xfrm>
            <a:off x="1381990" y="4160210"/>
            <a:ext cx="1688312" cy="246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4076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66063-03BB-072D-CD04-4C523706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картини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DF865056-806A-933D-5921-1FD384B477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417886"/>
            <a:ext cx="4754562" cy="339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94EA38-C040-2814-406A-DE3C232BFB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027341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34147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014F7-C476-7FE3-A4CB-9EF5155A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з </a:t>
            </a:r>
            <a:r>
              <a:rPr lang="ru-RU" dirty="0" err="1"/>
              <a:t>козацьких</a:t>
            </a:r>
            <a:r>
              <a:rPr lang="ru-RU" dirty="0"/>
              <a:t> </a:t>
            </a:r>
            <a:r>
              <a:rPr lang="ru-RU" dirty="0" err="1"/>
              <a:t>ватажків</a:t>
            </a:r>
            <a:r>
              <a:rPr lang="ru-RU" dirty="0"/>
              <a:t> є прототипом головного героя </a:t>
            </a:r>
            <a:r>
              <a:rPr lang="ru-RU" dirty="0" err="1"/>
              <a:t>картини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7C18A376-8A7D-EDCF-FD62-EE964FE2C4B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9180" y="2011363"/>
            <a:ext cx="31860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D1C153-B381-9C77-940A-27FE7C9827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2933201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89372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F17D6-BFD4-4B0F-5075-C00D2834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відображені</a:t>
            </a:r>
            <a:r>
              <a:rPr lang="ru-RU" dirty="0"/>
              <a:t> на </a:t>
            </a:r>
            <a:r>
              <a:rPr lang="ru-RU" dirty="0" err="1"/>
              <a:t>картині</a:t>
            </a:r>
            <a:r>
              <a:rPr lang="ru-RU" dirty="0"/>
              <a:t>, </a:t>
            </a:r>
            <a:r>
              <a:rPr lang="ru-RU" dirty="0" err="1"/>
              <a:t>відбувалися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бойових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 </a:t>
            </a:r>
            <a:r>
              <a:rPr lang="ru-RU" dirty="0" err="1"/>
              <a:t>козаків</a:t>
            </a:r>
            <a:r>
              <a:rPr lang="ru-RU" dirty="0"/>
              <a:t> </a:t>
            </a:r>
            <a:r>
              <a:rPr lang="ru-RU" dirty="0" err="1"/>
              <a:t>проти</a:t>
            </a:r>
            <a:endParaRPr lang="uk-UA" dirty="0"/>
          </a:p>
        </p:txBody>
      </p:sp>
      <p:pic>
        <p:nvPicPr>
          <p:cNvPr id="58370" name="Picture 2">
            <a:extLst>
              <a:ext uri="{FF2B5EF4-FFF2-40B4-BE49-F238E27FC236}">
                <a16:creationId xmlns:a16="http://schemas.microsoft.com/office/drawing/2014/main" id="{E1AFBB57-1454-5DC3-22C1-E0435A94219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9180" y="2011363"/>
            <a:ext cx="31860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3205AE3-57E9-B870-1AE5-C903C63761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4170549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91901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2B88-404E-129A-1C0F-08ECF536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D36FA-625C-88EA-736C-43A1092F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Ілюстрацією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слугувати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картина?</a:t>
            </a:r>
            <a:endParaRPr lang="uk-UA" dirty="0"/>
          </a:p>
        </p:txBody>
      </p:sp>
      <p:pic>
        <p:nvPicPr>
          <p:cNvPr id="58370" name="Picture 2">
            <a:extLst>
              <a:ext uri="{FF2B5EF4-FFF2-40B4-BE49-F238E27FC236}">
                <a16:creationId xmlns:a16="http://schemas.microsoft.com/office/drawing/2014/main" id="{2F3A5D96-BD6B-F272-C40D-E536DADF0C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9180" y="2011363"/>
            <a:ext cx="31860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0C2365A-D269-77E1-3089-281F5547BB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2893896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83628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3B1CD-3AF9-09C3-7A6A-699BB27A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спільну</a:t>
            </a:r>
            <a:r>
              <a:rPr lang="ru-RU" dirty="0"/>
              <a:t> </a:t>
            </a:r>
            <a:r>
              <a:rPr lang="ru-RU" dirty="0" err="1"/>
              <a:t>ознаку</a:t>
            </a:r>
            <a:r>
              <a:rPr lang="ru-RU" dirty="0"/>
              <a:t> картин,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наведено.</a:t>
            </a:r>
            <a:endParaRPr lang="uk-UA" dirty="0"/>
          </a:p>
        </p:txBody>
      </p:sp>
      <p:pic>
        <p:nvPicPr>
          <p:cNvPr id="59394" name="Picture 2">
            <a:extLst>
              <a:ext uri="{FF2B5EF4-FFF2-40B4-BE49-F238E27FC236}">
                <a16:creationId xmlns:a16="http://schemas.microsoft.com/office/drawing/2014/main" id="{BF1312F3-37C9-35A5-478E-2ACEBBDA2D9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539348"/>
            <a:ext cx="4754562" cy="315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256EC3B-F56E-8940-7D68-93C1C4F836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530576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53736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DAB26-37F2-6042-E40E-74C41830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Розгляньте</a:t>
            </a:r>
            <a:r>
              <a:rPr lang="ru-RU" dirty="0"/>
              <a:t> </a:t>
            </a:r>
            <a:r>
              <a:rPr lang="ru-RU" dirty="0" err="1"/>
              <a:t>репродукцію</a:t>
            </a:r>
            <a:r>
              <a:rPr lang="ru-RU" dirty="0"/>
              <a:t> триптиха Ф. </a:t>
            </a:r>
            <a:r>
              <a:rPr lang="ru-RU" dirty="0" err="1"/>
              <a:t>Кричевського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DBD63251-9F8A-CB4E-257D-E2E1B2C58D0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4913" y="2861325"/>
            <a:ext cx="4754562" cy="250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2524C4-D359-BF23-DC22-FD91C35DB7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8264720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15239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963DE-620C-C25D-EA87-E1F6552C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авторство </a:t>
            </a:r>
            <a:r>
              <a:rPr lang="ru-RU" dirty="0" err="1"/>
              <a:t>зображених</a:t>
            </a:r>
            <a:r>
              <a:rPr lang="ru-RU" dirty="0"/>
              <a:t> на фото картин.</a:t>
            </a:r>
            <a:endParaRPr lang="uk-UA" dirty="0"/>
          </a:p>
        </p:txBody>
      </p:sp>
      <p:pic>
        <p:nvPicPr>
          <p:cNvPr id="62466" name="Picture 2">
            <a:extLst>
              <a:ext uri="{FF2B5EF4-FFF2-40B4-BE49-F238E27FC236}">
                <a16:creationId xmlns:a16="http://schemas.microsoft.com/office/drawing/2014/main" id="{DDD67405-10B0-576B-784D-3BC32BC25E7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2" y="1690688"/>
            <a:ext cx="1801957" cy="266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4170DE-B81F-4725-55E3-C50FD7820C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596389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2468" name="Picture 4">
            <a:extLst>
              <a:ext uri="{FF2B5EF4-FFF2-40B4-BE49-F238E27FC236}">
                <a16:creationId xmlns:a16="http://schemas.microsoft.com/office/drawing/2014/main" id="{689B525B-E397-8621-0035-2541298DD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2" y="4725960"/>
            <a:ext cx="28575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0" name="Picture 6">
            <a:extLst>
              <a:ext uri="{FF2B5EF4-FFF2-40B4-BE49-F238E27FC236}">
                <a16:creationId xmlns:a16="http://schemas.microsoft.com/office/drawing/2014/main" id="{BE83DEE9-E862-0BDB-734B-62EA387B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82" y="1690636"/>
            <a:ext cx="2857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72" name="Picture 8">
            <a:extLst>
              <a:ext uri="{FF2B5EF4-FFF2-40B4-BE49-F238E27FC236}">
                <a16:creationId xmlns:a16="http://schemas.microsoft.com/office/drawing/2014/main" id="{F257F861-601A-34B2-9F13-FB663E751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625" y="4732841"/>
            <a:ext cx="198926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9500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A4A4D-F786-6F7C-DD12-D89B2BC6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картину, де Т. Шевченко </a:t>
            </a:r>
            <a:r>
              <a:rPr lang="ru-RU" dirty="0" err="1"/>
              <a:t>втілив</a:t>
            </a:r>
            <a:r>
              <a:rPr lang="ru-RU" dirty="0"/>
              <a:t> </a:t>
            </a:r>
            <a:r>
              <a:rPr lang="ru-RU" dirty="0" err="1"/>
              <a:t>центральний</a:t>
            </a:r>
            <a:r>
              <a:rPr lang="ru-RU" dirty="0"/>
              <a:t> образ одного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поетичних</a:t>
            </a:r>
            <a:r>
              <a:rPr lang="ru-RU" dirty="0"/>
              <a:t> </a:t>
            </a:r>
            <a:r>
              <a:rPr lang="ru-RU" dirty="0" err="1"/>
              <a:t>творів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F0F762A0-005F-7090-61B9-6092B5F3C96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49"/>
          <a:stretch/>
        </p:blipFill>
        <p:spPr bwMode="auto">
          <a:xfrm>
            <a:off x="237604" y="2345786"/>
            <a:ext cx="2913556" cy="395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2" name="Picture 4">
            <a:extLst>
              <a:ext uri="{FF2B5EF4-FFF2-40B4-BE49-F238E27FC236}">
                <a16:creationId xmlns:a16="http://schemas.microsoft.com/office/drawing/2014/main" id="{DBFAF24D-AF51-7EBA-0E05-8C7E592474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230938" y="3333118"/>
            <a:ext cx="4754562" cy="156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4" name="Picture 6">
            <a:extLst>
              <a:ext uri="{FF2B5EF4-FFF2-40B4-BE49-F238E27FC236}">
                <a16:creationId xmlns:a16="http://schemas.microsoft.com/office/drawing/2014/main" id="{2FC85B79-1C79-BE07-92F3-AC43C54C2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9" r="54635"/>
          <a:stretch/>
        </p:blipFill>
        <p:spPr bwMode="auto">
          <a:xfrm>
            <a:off x="3624797" y="2345786"/>
            <a:ext cx="2168076" cy="395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6" name="Picture 8">
            <a:extLst>
              <a:ext uri="{FF2B5EF4-FFF2-40B4-BE49-F238E27FC236}">
                <a16:creationId xmlns:a16="http://schemas.microsoft.com/office/drawing/2014/main" id="{D83FC4B5-8605-64BB-8648-D6CA3446A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8" r="27418"/>
          <a:stretch/>
        </p:blipFill>
        <p:spPr bwMode="auto">
          <a:xfrm>
            <a:off x="5941856" y="2345786"/>
            <a:ext cx="2950002" cy="395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0033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2BC81-DD56-FAC8-8996-E2B1BBE1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з картин,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належить</a:t>
            </a:r>
            <a:r>
              <a:rPr lang="ru-RU" dirty="0"/>
              <a:t> </a:t>
            </a:r>
            <a:r>
              <a:rPr lang="ru-RU" dirty="0" err="1"/>
              <a:t>пензлю</a:t>
            </a:r>
            <a:r>
              <a:rPr lang="ru-RU" dirty="0"/>
              <a:t> О. Мурашка?</a:t>
            </a:r>
            <a:endParaRPr lang="uk-UA" dirty="0"/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5A235299-A3D8-3325-2A7B-00D1EC2B47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8"/>
          <a:stretch/>
        </p:blipFill>
        <p:spPr bwMode="auto">
          <a:xfrm>
            <a:off x="171797" y="2652726"/>
            <a:ext cx="2703022" cy="363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6" name="Picture 4">
            <a:extLst>
              <a:ext uri="{FF2B5EF4-FFF2-40B4-BE49-F238E27FC236}">
                <a16:creationId xmlns:a16="http://schemas.microsoft.com/office/drawing/2014/main" id="{D9F90ED0-E897-39D7-65D9-3CB8B73AA3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7" r="50160"/>
          <a:stretch/>
        </p:blipFill>
        <p:spPr bwMode="auto">
          <a:xfrm>
            <a:off x="6095999" y="2652726"/>
            <a:ext cx="2703022" cy="363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8" name="Picture 6">
            <a:extLst>
              <a:ext uri="{FF2B5EF4-FFF2-40B4-BE49-F238E27FC236}">
                <a16:creationId xmlns:a16="http://schemas.microsoft.com/office/drawing/2014/main" id="{471F9CFB-C201-994B-7E2D-5E2ACDC00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7" r="26230"/>
          <a:stretch/>
        </p:blipFill>
        <p:spPr bwMode="auto">
          <a:xfrm>
            <a:off x="3133897" y="2652726"/>
            <a:ext cx="2703024" cy="363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20" name="Picture 8">
            <a:extLst>
              <a:ext uri="{FF2B5EF4-FFF2-40B4-BE49-F238E27FC236}">
                <a16:creationId xmlns:a16="http://schemas.microsoft.com/office/drawing/2014/main" id="{390B3ADD-EE37-2DB8-70A8-590C219B1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74"/>
          <a:stretch/>
        </p:blipFill>
        <p:spPr bwMode="auto">
          <a:xfrm>
            <a:off x="9058099" y="2652726"/>
            <a:ext cx="2708903" cy="363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96688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F3ABC-AB97-B45D-A423-B41A257A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Визначте</a:t>
            </a:r>
            <a:r>
              <a:rPr lang="ru-RU" dirty="0"/>
              <a:t> авторство (А – Д) </a:t>
            </a:r>
            <a:r>
              <a:rPr lang="ru-RU" dirty="0" err="1"/>
              <a:t>зображених</a:t>
            </a:r>
            <a:r>
              <a:rPr lang="ru-RU" dirty="0"/>
              <a:t> на фото картин (1–4).</a:t>
            </a:r>
            <a:endParaRPr lang="uk-UA" dirty="0"/>
          </a:p>
        </p:txBody>
      </p:sp>
      <p:pic>
        <p:nvPicPr>
          <p:cNvPr id="65538" name="Picture 2">
            <a:extLst>
              <a:ext uri="{FF2B5EF4-FFF2-40B4-BE49-F238E27FC236}">
                <a16:creationId xmlns:a16="http://schemas.microsoft.com/office/drawing/2014/main" id="{9D7C07EE-2831-C51D-61C1-C28F95987CF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1" y="1982895"/>
            <a:ext cx="1394594" cy="174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F96AD2F-2159-43C4-E8AC-26B186A544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153538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5540" name="Picture 4">
            <a:extLst>
              <a:ext uri="{FF2B5EF4-FFF2-40B4-BE49-F238E27FC236}">
                <a16:creationId xmlns:a16="http://schemas.microsoft.com/office/drawing/2014/main" id="{B4C10215-5E4F-9B4F-0774-7ECCC6347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51155"/>
            <a:ext cx="4669672" cy="254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2" name="Picture 6">
            <a:extLst>
              <a:ext uri="{FF2B5EF4-FFF2-40B4-BE49-F238E27FC236}">
                <a16:creationId xmlns:a16="http://schemas.microsoft.com/office/drawing/2014/main" id="{2E904B78-FE1A-7E04-A19F-35BED06F8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329" y="1947969"/>
            <a:ext cx="1924434" cy="176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4" name="Picture 8">
            <a:extLst>
              <a:ext uri="{FF2B5EF4-FFF2-40B4-BE49-F238E27FC236}">
                <a16:creationId xmlns:a16="http://schemas.microsoft.com/office/drawing/2014/main" id="{096A3F29-1985-4983-A32A-7F85375EE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230" y="1947969"/>
            <a:ext cx="2046750" cy="174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837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троката">
  <a:themeElements>
    <a:clrScheme name="Строката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Строката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рокат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Строката</Template>
  <TotalTime>449</TotalTime>
  <Words>2145</Words>
  <Application>Microsoft Office PowerPoint</Application>
  <PresentationFormat>Широкий екран</PresentationFormat>
  <Paragraphs>399</Paragraphs>
  <Slides>97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97</vt:i4>
      </vt:variant>
    </vt:vector>
  </HeadingPairs>
  <TitlesOfParts>
    <vt:vector size="101" baseType="lpstr">
      <vt:lpstr>Century Gothic</vt:lpstr>
      <vt:lpstr>Corbel</vt:lpstr>
      <vt:lpstr>Wingdings</vt:lpstr>
      <vt:lpstr>Строката</vt:lpstr>
      <vt:lpstr>Архітектура та мистецтво </vt:lpstr>
      <vt:lpstr>Культові споруди</vt:lpstr>
      <vt:lpstr>Укажіть пам’ятку архітектури України, зображену на фото початку ХХ ст.</vt:lpstr>
      <vt:lpstr>На зображеному малюнку Т. Шевченка відтворено образ родинної церкви-усипальниці гетьмана</vt:lpstr>
      <vt:lpstr>За стильовими ознаками можна встановити, що зображена пам’ятка культури України є прикладом архітектури</vt:lpstr>
      <vt:lpstr>На фото зображено Покровську церкву с. Сутківці на Поділлі та Троїцьку церкву с. Зимне на Волині (XV ст.).</vt:lpstr>
      <vt:lpstr>Спасо-Преображенський собор у Чернігові, збудований у ХІ ст., зображено на фото</vt:lpstr>
      <vt:lpstr>За стильовими ознаками можна встановити, що зображені пам’ятки культури України є прикладами архітектури</vt:lpstr>
      <vt:lpstr>Давньоруську пам’ятку архітектури зображено на фото</vt:lpstr>
      <vt:lpstr>Яку пам'ятку архітектури України зі списку Світової спадщини ЮНЕСКО зображено на фото?</vt:lpstr>
      <vt:lpstr>Зображені на фото шедеври давньоруського зодчества є пам’ятками архітектури</vt:lpstr>
      <vt:lpstr>Зображена на фото пам’ятка архітектури є окрасою міста</vt:lpstr>
      <vt:lpstr>Пам'ятка архітектури, зображена на фото, є окрасою міста</vt:lpstr>
      <vt:lpstr>У якому архітектурному стилі збудовано Успенський собор Свято-Успенської Києво-Печерської лаври?</vt:lpstr>
      <vt:lpstr>Який храм, із зображених на фото, використовувався в ХVІІ ст. як фортифікаційна споруда?</vt:lpstr>
      <vt:lpstr>Пам’ятка архітектури Львова, зображена на фото, пов’язана із життєдіяльністю міської громади</vt:lpstr>
      <vt:lpstr>Пам’ятка архітектури, зображена на фото, є окрасою міста</vt:lpstr>
      <vt:lpstr>Укажіть фото, на якому зображено пам’ятку, що стала «центральним образом роману».</vt:lpstr>
      <vt:lpstr>На фото зображено</vt:lpstr>
      <vt:lpstr>Пам’ятка архітектури, зображена на фото, є окрасою міста</vt:lpstr>
      <vt:lpstr>Прикладом якої школи давньоруського зодчества є зображена на фото пам’ятка архітектури?</vt:lpstr>
      <vt:lpstr>Укажіть пам’ятку архітектури, зображену на фото</vt:lpstr>
      <vt:lpstr>Які з наведених тверджень можна використати для характеристики пам’ятки архітектури, зображеної на фото?</vt:lpstr>
      <vt:lpstr>Про будівництво якого із зображених на фото храмів ідеться в уривку з історичного джерела:</vt:lpstr>
      <vt:lpstr>Пам’ятка, зображена на фото, є перлиною архітектурної спадщини</vt:lpstr>
      <vt:lpstr>Пам’ятка архітектури Жовкви, зображена на фото початку ХХ ст., пов’язана з життєдіяльністю міської громади</vt:lpstr>
      <vt:lpstr>Яку пам’ятку архітектури України зображено на фото?</vt:lpstr>
      <vt:lpstr>Яка зі споруд, зображених на фото, є прикладом ісламської архітектури?</vt:lpstr>
      <vt:lpstr>Із зображеним на фото собором тісно пов’язана діяльність митрополита</vt:lpstr>
      <vt:lpstr>Оборонні споруди</vt:lpstr>
      <vt:lpstr>На фото зображено</vt:lpstr>
      <vt:lpstr>На фото зображено</vt:lpstr>
      <vt:lpstr>На фото зображено</vt:lpstr>
      <vt:lpstr>На фото зображено башти</vt:lpstr>
      <vt:lpstr>На фото зображено</vt:lpstr>
      <vt:lpstr>Пам’ятка, зображена на фото, є перлиною історико-архітектурної спадщини</vt:lpstr>
      <vt:lpstr>Яка пам’ятка, зображена на фото, є перлиною історично-архітектурної спадщини Волині?</vt:lpstr>
      <vt:lpstr>Фортифікаційну споруду, зображену на фото, зведено з метою захисту</vt:lpstr>
      <vt:lpstr>Світська архітектура. Містобудування</vt:lpstr>
      <vt:lpstr>На фото зображено будівлю</vt:lpstr>
      <vt:lpstr>За стильовими ознаками можна встановити, що зображена пам’ятка культури України є прикладом архітектури</vt:lpstr>
      <vt:lpstr>За стильовими ознаками можна встановити, що зображена пам’ятка культури України є зразком архітектури</vt:lpstr>
      <vt:lpstr>Пам’ятка архітектури, зображена на фото, пов’язана з іменем гетьмана</vt:lpstr>
      <vt:lpstr>На фото зображено один із символів міста</vt:lpstr>
      <vt:lpstr>Пам’ятка, зображена на фото, є частиною міської архітектури</vt:lpstr>
      <vt:lpstr>На фото зображено</vt:lpstr>
      <vt:lpstr>Укажіть пам’ятку, що є прикладом архітектури модерн.</vt:lpstr>
      <vt:lpstr>Зображена на фото пам’ятка архітектури є окрасою міста</vt:lpstr>
      <vt:lpstr>На якому фото зображено будівлю, у зовнішньому вигляді якої можна виявити мотиви й форми української народної архітектури й декоративного мистецтва?</vt:lpstr>
      <vt:lpstr>Пам'ятки архітектури України радянської епохи, зображені на фото, зведені</vt:lpstr>
      <vt:lpstr>Яка архітектурна пам'ятка з-поміж зображених на фото є свідченням існування міського самоврядування на українських землях?</vt:lpstr>
      <vt:lpstr>Що зумовило спорудження будівлі, зображеної на фото?</vt:lpstr>
      <vt:lpstr>Образотворче мистецтво</vt:lpstr>
      <vt:lpstr>Автором пам’ятника, зображеного на фото, є</vt:lpstr>
      <vt:lpstr>Пам’ятником, зображеним на листівці початку ХХ ст., увічнено</vt:lpstr>
      <vt:lpstr>Пам’ятка архітектури, зображена на листівці початку XX ст., є окрасою міста</vt:lpstr>
      <vt:lpstr>Укажіть історичне джерело, ілюстрацією до змісту якого може слугувати скульптурна композиція, зображена на фото.</vt:lpstr>
      <vt:lpstr>Хто є автором скульптурної композиції, зображеної на фото?</vt:lpstr>
      <vt:lpstr>Спорудження пам’ятки мистецтва, зображеної на листівці початку ХХ ст., пов’язано з іменем архітектора</vt:lpstr>
      <vt:lpstr>Який пам’ятник, що увічнює одну з подій історії України, було створено в радянську епоху?</vt:lpstr>
      <vt:lpstr>Давньоруські мозаїки, фрагменти яких зображено на фото, є елементом оздоблення</vt:lpstr>
      <vt:lpstr>Хто є автором ікони, зображеної на фото?</vt:lpstr>
      <vt:lpstr>Дохристиянську давньоруську пам’ятку культури зображено на фото</vt:lpstr>
      <vt:lpstr>Портрет якого гетьмана є елементом композиції зображеної ікони?</vt:lpstr>
      <vt:lpstr>На фото зображено</vt:lpstr>
      <vt:lpstr>Хто є автором ікони, репродукцію якої зображено на фото?</vt:lpstr>
      <vt:lpstr>Яка з ікон, зображених на фото, належить пензлю О. Горошковича?</vt:lpstr>
      <vt:lpstr>Проявом впливу на Русь якої культури є ікони, зображені на фото?</vt:lpstr>
      <vt:lpstr>У якому стилі створено шедеври художнього мистецтва, зображені на фото?</vt:lpstr>
      <vt:lpstr>Яку ікону Богородиці зображено на фото?</vt:lpstr>
      <vt:lpstr>Діяльність якого гетьмана уславлено на зображеній гравюрі?</vt:lpstr>
      <vt:lpstr>Пам’ятка є яскравим прикладом</vt:lpstr>
      <vt:lpstr>Пам’ятку присвячено діяльності гетьмана</vt:lpstr>
      <vt:lpstr>У пам’ятці уславлено здобутки та успіхи гетьмана в</vt:lpstr>
      <vt:lpstr>Який атрибут, зображений на портреті історичного діяча, указує на те, що він обіймав найвищу посаду у Війську Запорозькому?</vt:lpstr>
      <vt:lpstr>Дохристиянську давньоруську пам’ятку культури зображено на фото</vt:lpstr>
      <vt:lpstr>Яка пам'ятка часів Київської Русі містить зображений портрет князівської родини?</vt:lpstr>
      <vt:lpstr>Мініатюра, зображена на фото, прикрашає</vt:lpstr>
      <vt:lpstr>Укажіть зображення, що стало першою графічною ілюстрацією в українській друкованій книжці.</vt:lpstr>
      <vt:lpstr>Хто є автором картини, репродукцію якої подано нижче?</vt:lpstr>
      <vt:lpstr>Хто є автором картини, зображеної на репродукції?</vt:lpstr>
      <vt:lpstr>Хто є автором офортів, репродукції яких подано нижче?</vt:lpstr>
      <vt:lpstr>Хто є автором картини, репродукцію якої зображено?</vt:lpstr>
      <vt:lpstr>Хто є автором картини, репродукцію якої зображено?</vt:lpstr>
      <vt:lpstr>Хто є автором картини, репродукцію якої зображено на фото?</vt:lpstr>
      <vt:lpstr>Укажіть репродукцію картини роботи К. Білокур.</vt:lpstr>
      <vt:lpstr>На фото зображено автопортрети Тараса Шевченка, написані в різний час.</vt:lpstr>
      <vt:lpstr>Хто є автором картини, репродукцію якої зображено на фото?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Ілюстрацією якого періоду історії України може слугувати зображена картина?</vt:lpstr>
      <vt:lpstr>Укажіть спільну ознаку картин, репродукції яких наведено.</vt:lpstr>
      <vt:lpstr>Розгляньте репродукцію триптиха Ф. Кричевського та виконайте завдання.</vt:lpstr>
      <vt:lpstr>Установіть авторство зображених на фото картин.</vt:lpstr>
      <vt:lpstr>Укажіть картину, де Т. Шевченко втілив центральний образ одного зі своїх поетичних творів.</vt:lpstr>
      <vt:lpstr>Яка з картин, зображених на фото, належить пензлю О. Мурашка?</vt:lpstr>
      <vt:lpstr>Визначте авторство (А – Д) зображених на фото картин (1–4).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8</cp:revision>
  <dcterms:created xsi:type="dcterms:W3CDTF">2024-12-10T10:54:07Z</dcterms:created>
  <dcterms:modified xsi:type="dcterms:W3CDTF">2024-12-12T14:30:52Z</dcterms:modified>
</cp:coreProperties>
</file>