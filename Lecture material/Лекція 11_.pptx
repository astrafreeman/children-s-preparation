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09" r:id="rId3"/>
    <p:sldId id="310" r:id="rId4"/>
    <p:sldId id="257" r:id="rId5"/>
    <p:sldId id="321" r:id="rId6"/>
    <p:sldId id="261" r:id="rId7"/>
    <p:sldId id="317" r:id="rId8"/>
    <p:sldId id="324" r:id="rId9"/>
    <p:sldId id="267" r:id="rId10"/>
    <p:sldId id="271" r:id="rId11"/>
    <p:sldId id="281" r:id="rId12"/>
    <p:sldId id="337" r:id="rId13"/>
    <p:sldId id="331" r:id="rId14"/>
    <p:sldId id="300" r:id="rId15"/>
    <p:sldId id="326" r:id="rId16"/>
    <p:sldId id="289" r:id="rId17"/>
    <p:sldId id="283" r:id="rId18"/>
    <p:sldId id="262" r:id="rId19"/>
    <p:sldId id="298" r:id="rId20"/>
    <p:sldId id="328" r:id="rId21"/>
    <p:sldId id="316" r:id="rId22"/>
    <p:sldId id="270" r:id="rId23"/>
    <p:sldId id="266" r:id="rId24"/>
    <p:sldId id="272" r:id="rId25"/>
    <p:sldId id="273" r:id="rId26"/>
    <p:sldId id="282" r:id="rId27"/>
    <p:sldId id="327" r:id="rId28"/>
    <p:sldId id="302" r:id="rId29"/>
    <p:sldId id="284" r:id="rId30"/>
    <p:sldId id="304" r:id="rId31"/>
    <p:sldId id="292" r:id="rId32"/>
    <p:sldId id="287" r:id="rId33"/>
    <p:sldId id="334" r:id="rId34"/>
    <p:sldId id="299" r:id="rId35"/>
    <p:sldId id="277" r:id="rId36"/>
    <p:sldId id="278" r:id="rId37"/>
    <p:sldId id="318" r:id="rId38"/>
    <p:sldId id="293" r:id="rId39"/>
    <p:sldId id="264" r:id="rId40"/>
    <p:sldId id="335" r:id="rId41"/>
    <p:sldId id="336" r:id="rId42"/>
    <p:sldId id="325" r:id="rId43"/>
    <p:sldId id="263" r:id="rId44"/>
    <p:sldId id="333" r:id="rId45"/>
    <p:sldId id="290" r:id="rId46"/>
    <p:sldId id="276" r:id="rId47"/>
    <p:sldId id="330" r:id="rId48"/>
    <p:sldId id="329" r:id="rId49"/>
    <p:sldId id="319" r:id="rId50"/>
    <p:sldId id="306" r:id="rId51"/>
    <p:sldId id="307" r:id="rId52"/>
    <p:sldId id="323" r:id="rId53"/>
    <p:sldId id="308" r:id="rId54"/>
    <p:sldId id="305" r:id="rId55"/>
    <p:sldId id="303" r:id="rId56"/>
    <p:sldId id="274" r:id="rId57"/>
    <p:sldId id="297" r:id="rId58"/>
    <p:sldId id="294" r:id="rId59"/>
    <p:sldId id="280" r:id="rId60"/>
    <p:sldId id="275" r:id="rId61"/>
    <p:sldId id="285" r:id="rId62"/>
    <p:sldId id="269" r:id="rId63"/>
    <p:sldId id="265" r:id="rId64"/>
    <p:sldId id="320" r:id="rId65"/>
    <p:sldId id="322" r:id="rId66"/>
    <p:sldId id="315" r:id="rId67"/>
    <p:sldId id="260" r:id="rId68"/>
    <p:sldId id="313" r:id="rId69"/>
    <p:sldId id="312" r:id="rId70"/>
    <p:sldId id="314" r:id="rId71"/>
    <p:sldId id="311" r:id="rId72"/>
    <p:sldId id="291" r:id="rId73"/>
    <p:sldId id="268" r:id="rId74"/>
    <p:sldId id="288"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49F4E6AF-6FBF-46AF-9D83-58D617AB49C9}">
          <p14:sldIdLst>
            <p14:sldId id="256"/>
            <p14:sldId id="309"/>
            <p14:sldId id="310"/>
          </p14:sldIdLst>
        </p14:section>
        <p14:section name="Особистості" id="{9AC4C0E3-39F9-472B-9777-6912F7185841}">
          <p14:sldIdLst>
            <p14:sldId id="257"/>
            <p14:sldId id="321"/>
            <p14:sldId id="261"/>
            <p14:sldId id="317"/>
            <p14:sldId id="324"/>
            <p14:sldId id="267"/>
            <p14:sldId id="271"/>
            <p14:sldId id="281"/>
            <p14:sldId id="337"/>
            <p14:sldId id="331"/>
            <p14:sldId id="300"/>
            <p14:sldId id="326"/>
            <p14:sldId id="289"/>
            <p14:sldId id="283"/>
            <p14:sldId id="262"/>
            <p14:sldId id="298"/>
          </p14:sldIdLst>
        </p14:section>
        <p14:section name="Політика" id="{D0DCE754-4E50-46A2-B55C-BA4E839D11E5}">
          <p14:sldIdLst>
            <p14:sldId id="328"/>
            <p14:sldId id="316"/>
            <p14:sldId id="270"/>
            <p14:sldId id="266"/>
            <p14:sldId id="272"/>
            <p14:sldId id="273"/>
            <p14:sldId id="282"/>
            <p14:sldId id="327"/>
            <p14:sldId id="302"/>
            <p14:sldId id="284"/>
            <p14:sldId id="304"/>
            <p14:sldId id="292"/>
            <p14:sldId id="287"/>
            <p14:sldId id="334"/>
            <p14:sldId id="299"/>
            <p14:sldId id="277"/>
            <p14:sldId id="278"/>
            <p14:sldId id="318"/>
            <p14:sldId id="293"/>
            <p14:sldId id="264"/>
            <p14:sldId id="335"/>
            <p14:sldId id="336"/>
          </p14:sldIdLst>
        </p14:section>
        <p14:section name="Договори" id="{3193A391-F444-4012-9502-A0B93401999B}">
          <p14:sldIdLst>
            <p14:sldId id="325"/>
            <p14:sldId id="263"/>
            <p14:sldId id="333"/>
            <p14:sldId id="290"/>
            <p14:sldId id="276"/>
            <p14:sldId id="330"/>
            <p14:sldId id="329"/>
            <p14:sldId id="319"/>
            <p14:sldId id="306"/>
            <p14:sldId id="307"/>
            <p14:sldId id="323"/>
            <p14:sldId id="308"/>
            <p14:sldId id="305"/>
            <p14:sldId id="303"/>
            <p14:sldId id="274"/>
            <p14:sldId id="297"/>
            <p14:sldId id="294"/>
            <p14:sldId id="280"/>
            <p14:sldId id="275"/>
            <p14:sldId id="285"/>
            <p14:sldId id="269"/>
            <p14:sldId id="265"/>
          </p14:sldIdLst>
        </p14:section>
        <p14:section name="Війна" id="{A25DBE45-585C-402D-82C9-D498B72D8CB7}">
          <p14:sldIdLst>
            <p14:sldId id="320"/>
            <p14:sldId id="322"/>
            <p14:sldId id="315"/>
            <p14:sldId id="260"/>
            <p14:sldId id="313"/>
            <p14:sldId id="312"/>
            <p14:sldId id="314"/>
            <p14:sldId id="311"/>
            <p14:sldId id="291"/>
            <p14:sldId id="268"/>
          </p14:sldIdLst>
        </p14:section>
        <p14:section name="Культура" id="{2772320A-0266-4CCC-86F2-2BECC7D1D95C}">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208D43-A0DC-459A-841F-D904056AD0AC}"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DFE5681-477E-416F-8CF8-AC1E2BDF1824}">
      <dgm:prSet/>
      <dgm:spPr/>
      <dgm:t>
        <a:bodyPr/>
        <a:lstStyle/>
        <a:p>
          <a:r>
            <a:rPr lang="ru-RU" b="0" i="0"/>
            <a:t>Павла Тетері.</a:t>
          </a:r>
          <a:endParaRPr lang="uk-UA"/>
        </a:p>
      </dgm:t>
    </dgm:pt>
    <dgm:pt modelId="{A5AB4E87-EFDB-4C88-864A-293EED1C3880}" type="parTrans" cxnId="{AB478C63-6EB5-4ABE-928A-70D90646B878}">
      <dgm:prSet/>
      <dgm:spPr/>
      <dgm:t>
        <a:bodyPr/>
        <a:lstStyle/>
        <a:p>
          <a:endParaRPr lang="uk-UA"/>
        </a:p>
      </dgm:t>
    </dgm:pt>
    <dgm:pt modelId="{67D94CBF-9927-4BE9-93B6-ECDB5D45B5D3}" type="sibTrans" cxnId="{AB478C63-6EB5-4ABE-928A-70D90646B878}">
      <dgm:prSet/>
      <dgm:spPr/>
      <dgm:t>
        <a:bodyPr/>
        <a:lstStyle/>
        <a:p>
          <a:endParaRPr lang="uk-UA"/>
        </a:p>
      </dgm:t>
    </dgm:pt>
    <dgm:pt modelId="{15A54D64-5CF6-45FD-878D-1C988F2AE601}">
      <dgm:prSet/>
      <dgm:spPr/>
      <dgm:t>
        <a:bodyPr/>
        <a:lstStyle/>
        <a:p>
          <a:r>
            <a:rPr lang="ru-RU" b="0" i="0" dirty="0" err="1"/>
            <a:t>Івана</a:t>
          </a:r>
          <a:r>
            <a:rPr lang="ru-RU" b="0" i="0" dirty="0"/>
            <a:t> </a:t>
          </a:r>
          <a:r>
            <a:rPr lang="ru-RU" b="0" i="0" dirty="0" err="1"/>
            <a:t>Виговського</a:t>
          </a:r>
          <a:r>
            <a:rPr lang="ru-RU" b="0" i="0" dirty="0"/>
            <a:t>.</a:t>
          </a:r>
          <a:endParaRPr lang="uk-UA" dirty="0"/>
        </a:p>
      </dgm:t>
    </dgm:pt>
    <dgm:pt modelId="{2AA1A658-9064-4878-93F1-1E405852E301}" type="parTrans" cxnId="{0B5A7660-8612-49FD-AC59-8966BDC79E0F}">
      <dgm:prSet/>
      <dgm:spPr/>
      <dgm:t>
        <a:bodyPr/>
        <a:lstStyle/>
        <a:p>
          <a:endParaRPr lang="uk-UA"/>
        </a:p>
      </dgm:t>
    </dgm:pt>
    <dgm:pt modelId="{E382D2DD-C2E7-4C07-AA6E-C09E16EED187}" type="sibTrans" cxnId="{0B5A7660-8612-49FD-AC59-8966BDC79E0F}">
      <dgm:prSet/>
      <dgm:spPr/>
      <dgm:t>
        <a:bodyPr/>
        <a:lstStyle/>
        <a:p>
          <a:endParaRPr lang="uk-UA"/>
        </a:p>
      </dgm:t>
    </dgm:pt>
    <dgm:pt modelId="{2A6C2EFC-D42F-4446-91CE-10264B2707E1}">
      <dgm:prSet/>
      <dgm:spPr/>
      <dgm:t>
        <a:bodyPr/>
        <a:lstStyle/>
        <a:p>
          <a:r>
            <a:rPr lang="ru-RU" b="0" i="0"/>
            <a:t>Івана Брюховецького.</a:t>
          </a:r>
          <a:endParaRPr lang="uk-UA"/>
        </a:p>
      </dgm:t>
    </dgm:pt>
    <dgm:pt modelId="{E025CD15-96EC-4329-AFEA-2306AF58D8D7}" type="parTrans" cxnId="{DCFF6F78-BB22-4E6B-8E8E-87339147AAD4}">
      <dgm:prSet/>
      <dgm:spPr/>
      <dgm:t>
        <a:bodyPr/>
        <a:lstStyle/>
        <a:p>
          <a:endParaRPr lang="uk-UA"/>
        </a:p>
      </dgm:t>
    </dgm:pt>
    <dgm:pt modelId="{129AD5F4-439D-43E4-8178-E87EE66BDE73}" type="sibTrans" cxnId="{DCFF6F78-BB22-4E6B-8E8E-87339147AAD4}">
      <dgm:prSet/>
      <dgm:spPr/>
      <dgm:t>
        <a:bodyPr/>
        <a:lstStyle/>
        <a:p>
          <a:endParaRPr lang="uk-UA"/>
        </a:p>
      </dgm:t>
    </dgm:pt>
    <dgm:pt modelId="{82DA2212-914F-49D1-AF83-0DE1A7055626}">
      <dgm:prSet/>
      <dgm:spPr/>
      <dgm:t>
        <a:bodyPr/>
        <a:lstStyle/>
        <a:p>
          <a:r>
            <a:rPr lang="ru-RU" b="0" i="0" dirty="0" err="1"/>
            <a:t>Дем’яна</a:t>
          </a:r>
          <a:r>
            <a:rPr lang="ru-RU" b="0" i="0" dirty="0"/>
            <a:t> </a:t>
          </a:r>
          <a:r>
            <a:rPr lang="ru-RU" b="0" i="0" dirty="0" err="1"/>
            <a:t>Многогрішного</a:t>
          </a:r>
          <a:r>
            <a:rPr lang="ru-RU" b="0" i="0" dirty="0"/>
            <a:t>.</a:t>
          </a:r>
          <a:endParaRPr lang="uk-UA" dirty="0"/>
        </a:p>
      </dgm:t>
    </dgm:pt>
    <dgm:pt modelId="{68C19FB2-EDD4-431F-87FF-A2FFADD09918}" type="parTrans" cxnId="{1F6589C9-3DF5-487F-B788-3F94EC338939}">
      <dgm:prSet/>
      <dgm:spPr/>
      <dgm:t>
        <a:bodyPr/>
        <a:lstStyle/>
        <a:p>
          <a:endParaRPr lang="uk-UA"/>
        </a:p>
      </dgm:t>
    </dgm:pt>
    <dgm:pt modelId="{CD826A85-CE7D-4711-9C9B-621E93B0E849}" type="sibTrans" cxnId="{1F6589C9-3DF5-487F-B788-3F94EC338939}">
      <dgm:prSet/>
      <dgm:spPr/>
      <dgm:t>
        <a:bodyPr/>
        <a:lstStyle/>
        <a:p>
          <a:endParaRPr lang="uk-UA"/>
        </a:p>
      </dgm:t>
    </dgm:pt>
    <dgm:pt modelId="{782F43EE-3BEB-49B1-ABB5-C32B76F37F7B}" type="pres">
      <dgm:prSet presAssocID="{62208D43-A0DC-459A-841F-D904056AD0AC}" presName="linearFlow" presStyleCnt="0">
        <dgm:presLayoutVars>
          <dgm:dir/>
          <dgm:resizeHandles val="exact"/>
        </dgm:presLayoutVars>
      </dgm:prSet>
      <dgm:spPr/>
    </dgm:pt>
    <dgm:pt modelId="{A0821568-C530-4BAC-93D3-B6E4D1C541B6}" type="pres">
      <dgm:prSet presAssocID="{FDFE5681-477E-416F-8CF8-AC1E2BDF1824}" presName="composite" presStyleCnt="0"/>
      <dgm:spPr/>
    </dgm:pt>
    <dgm:pt modelId="{5CD757F5-42AF-41D7-9F1D-2776E19A74AA}" type="pres">
      <dgm:prSet presAssocID="{FDFE5681-477E-416F-8CF8-AC1E2BDF1824}" presName="imgShp" presStyleLbl="fgImgPlace1" presStyleIdx="0" presStyleCnt="4"/>
      <dgm:spPr/>
    </dgm:pt>
    <dgm:pt modelId="{774FDB90-3495-4F41-9D5E-C600CDB9104E}" type="pres">
      <dgm:prSet presAssocID="{FDFE5681-477E-416F-8CF8-AC1E2BDF1824}" presName="txShp" presStyleLbl="node1" presStyleIdx="0" presStyleCnt="4">
        <dgm:presLayoutVars>
          <dgm:bulletEnabled val="1"/>
        </dgm:presLayoutVars>
      </dgm:prSet>
      <dgm:spPr/>
    </dgm:pt>
    <dgm:pt modelId="{05B9BAFB-1476-4D87-9996-D45B7A7A6584}" type="pres">
      <dgm:prSet presAssocID="{67D94CBF-9927-4BE9-93B6-ECDB5D45B5D3}" presName="spacing" presStyleCnt="0"/>
      <dgm:spPr/>
    </dgm:pt>
    <dgm:pt modelId="{20AF9699-C531-4E52-B33C-FFCC3E287B77}" type="pres">
      <dgm:prSet presAssocID="{15A54D64-5CF6-45FD-878D-1C988F2AE601}" presName="composite" presStyleCnt="0"/>
      <dgm:spPr/>
    </dgm:pt>
    <dgm:pt modelId="{D1DE89BA-4833-400A-803E-958CBF8AFE9C}" type="pres">
      <dgm:prSet presAssocID="{15A54D64-5CF6-45FD-878D-1C988F2AE601}" presName="imgShp" presStyleLbl="fgImgPlace1" presStyleIdx="1" presStyleCnt="4"/>
      <dgm:spPr/>
    </dgm:pt>
    <dgm:pt modelId="{72D6DDD8-10A8-4D0B-ACE9-0077137036E2}" type="pres">
      <dgm:prSet presAssocID="{15A54D64-5CF6-45FD-878D-1C988F2AE601}" presName="txShp" presStyleLbl="node1" presStyleIdx="1" presStyleCnt="4">
        <dgm:presLayoutVars>
          <dgm:bulletEnabled val="1"/>
        </dgm:presLayoutVars>
      </dgm:prSet>
      <dgm:spPr/>
    </dgm:pt>
    <dgm:pt modelId="{A66B5A37-7842-421B-9E27-EB35BD594DD3}" type="pres">
      <dgm:prSet presAssocID="{E382D2DD-C2E7-4C07-AA6E-C09E16EED187}" presName="spacing" presStyleCnt="0"/>
      <dgm:spPr/>
    </dgm:pt>
    <dgm:pt modelId="{E4423A35-1D1B-4DB8-BC49-DF70FDB1B6BD}" type="pres">
      <dgm:prSet presAssocID="{2A6C2EFC-D42F-4446-91CE-10264B2707E1}" presName="composite" presStyleCnt="0"/>
      <dgm:spPr/>
    </dgm:pt>
    <dgm:pt modelId="{FEC1A262-BC4A-4C27-BD74-5053C47CF615}" type="pres">
      <dgm:prSet presAssocID="{2A6C2EFC-D42F-4446-91CE-10264B2707E1}" presName="imgShp" presStyleLbl="fgImgPlace1" presStyleIdx="2" presStyleCnt="4"/>
      <dgm:spPr/>
    </dgm:pt>
    <dgm:pt modelId="{89DEB118-A5D6-447F-93F8-7959495FAC04}" type="pres">
      <dgm:prSet presAssocID="{2A6C2EFC-D42F-4446-91CE-10264B2707E1}" presName="txShp" presStyleLbl="node1" presStyleIdx="2" presStyleCnt="4">
        <dgm:presLayoutVars>
          <dgm:bulletEnabled val="1"/>
        </dgm:presLayoutVars>
      </dgm:prSet>
      <dgm:spPr/>
    </dgm:pt>
    <dgm:pt modelId="{43283A41-1FDC-4993-8E29-2466BB0830D6}" type="pres">
      <dgm:prSet presAssocID="{129AD5F4-439D-43E4-8178-E87EE66BDE73}" presName="spacing" presStyleCnt="0"/>
      <dgm:spPr/>
    </dgm:pt>
    <dgm:pt modelId="{65F76F8F-B9E9-4E6F-88C5-31A87C629E41}" type="pres">
      <dgm:prSet presAssocID="{82DA2212-914F-49D1-AF83-0DE1A7055626}" presName="composite" presStyleCnt="0"/>
      <dgm:spPr/>
    </dgm:pt>
    <dgm:pt modelId="{E7D2BAD6-2473-4921-8FCE-3EEB74C32533}" type="pres">
      <dgm:prSet presAssocID="{82DA2212-914F-49D1-AF83-0DE1A7055626}" presName="imgShp" presStyleLbl="fgImgPlace1" presStyleIdx="3" presStyleCnt="4"/>
      <dgm:spPr/>
    </dgm:pt>
    <dgm:pt modelId="{6EF8F414-CD0C-4709-9EEB-35F1850F7EEA}" type="pres">
      <dgm:prSet presAssocID="{82DA2212-914F-49D1-AF83-0DE1A7055626}" presName="txShp" presStyleLbl="node1" presStyleIdx="3" presStyleCnt="4">
        <dgm:presLayoutVars>
          <dgm:bulletEnabled val="1"/>
        </dgm:presLayoutVars>
      </dgm:prSet>
      <dgm:spPr/>
    </dgm:pt>
  </dgm:ptLst>
  <dgm:cxnLst>
    <dgm:cxn modelId="{29BE210C-17F5-45E0-AD2E-12C7A4D71ED5}" type="presOf" srcId="{FDFE5681-477E-416F-8CF8-AC1E2BDF1824}" destId="{774FDB90-3495-4F41-9D5E-C600CDB9104E}" srcOrd="0" destOrd="0" presId="urn:microsoft.com/office/officeart/2005/8/layout/vList3"/>
    <dgm:cxn modelId="{47453416-D8F1-45D0-9F82-FA376564462B}" type="presOf" srcId="{2A6C2EFC-D42F-4446-91CE-10264B2707E1}" destId="{89DEB118-A5D6-447F-93F8-7959495FAC04}" srcOrd="0" destOrd="0" presId="urn:microsoft.com/office/officeart/2005/8/layout/vList3"/>
    <dgm:cxn modelId="{0B5A7660-8612-49FD-AC59-8966BDC79E0F}" srcId="{62208D43-A0DC-459A-841F-D904056AD0AC}" destId="{15A54D64-5CF6-45FD-878D-1C988F2AE601}" srcOrd="1" destOrd="0" parTransId="{2AA1A658-9064-4878-93F1-1E405852E301}" sibTransId="{E382D2DD-C2E7-4C07-AA6E-C09E16EED187}"/>
    <dgm:cxn modelId="{AB478C63-6EB5-4ABE-928A-70D90646B878}" srcId="{62208D43-A0DC-459A-841F-D904056AD0AC}" destId="{FDFE5681-477E-416F-8CF8-AC1E2BDF1824}" srcOrd="0" destOrd="0" parTransId="{A5AB4E87-EFDB-4C88-864A-293EED1C3880}" sibTransId="{67D94CBF-9927-4BE9-93B6-ECDB5D45B5D3}"/>
    <dgm:cxn modelId="{BCE45B46-D322-4B13-B0EA-B59F81E9AA23}" type="presOf" srcId="{15A54D64-5CF6-45FD-878D-1C988F2AE601}" destId="{72D6DDD8-10A8-4D0B-ACE9-0077137036E2}" srcOrd="0" destOrd="0" presId="urn:microsoft.com/office/officeart/2005/8/layout/vList3"/>
    <dgm:cxn modelId="{DCFF6F78-BB22-4E6B-8E8E-87339147AAD4}" srcId="{62208D43-A0DC-459A-841F-D904056AD0AC}" destId="{2A6C2EFC-D42F-4446-91CE-10264B2707E1}" srcOrd="2" destOrd="0" parTransId="{E025CD15-96EC-4329-AFEA-2306AF58D8D7}" sibTransId="{129AD5F4-439D-43E4-8178-E87EE66BDE73}"/>
    <dgm:cxn modelId="{1F6589C9-3DF5-487F-B788-3F94EC338939}" srcId="{62208D43-A0DC-459A-841F-D904056AD0AC}" destId="{82DA2212-914F-49D1-AF83-0DE1A7055626}" srcOrd="3" destOrd="0" parTransId="{68C19FB2-EDD4-431F-87FF-A2FFADD09918}" sibTransId="{CD826A85-CE7D-4711-9C9B-621E93B0E849}"/>
    <dgm:cxn modelId="{8DF9A6E5-3D9A-429A-9823-E621D565F2EE}" type="presOf" srcId="{62208D43-A0DC-459A-841F-D904056AD0AC}" destId="{782F43EE-3BEB-49B1-ABB5-C32B76F37F7B}" srcOrd="0" destOrd="0" presId="urn:microsoft.com/office/officeart/2005/8/layout/vList3"/>
    <dgm:cxn modelId="{9BF796F6-927A-41EE-8019-803AAC8518C7}" type="presOf" srcId="{82DA2212-914F-49D1-AF83-0DE1A7055626}" destId="{6EF8F414-CD0C-4709-9EEB-35F1850F7EEA}" srcOrd="0" destOrd="0" presId="urn:microsoft.com/office/officeart/2005/8/layout/vList3"/>
    <dgm:cxn modelId="{93C7522E-C26F-4AAE-B7F6-F56AEAE4C314}" type="presParOf" srcId="{782F43EE-3BEB-49B1-ABB5-C32B76F37F7B}" destId="{A0821568-C530-4BAC-93D3-B6E4D1C541B6}" srcOrd="0" destOrd="0" presId="urn:microsoft.com/office/officeart/2005/8/layout/vList3"/>
    <dgm:cxn modelId="{6676DDC1-CB23-4BCF-B3BB-98038ABD70EF}" type="presParOf" srcId="{A0821568-C530-4BAC-93D3-B6E4D1C541B6}" destId="{5CD757F5-42AF-41D7-9F1D-2776E19A74AA}" srcOrd="0" destOrd="0" presId="urn:microsoft.com/office/officeart/2005/8/layout/vList3"/>
    <dgm:cxn modelId="{6C34295A-50A6-4244-9D72-1B00C2428BE8}" type="presParOf" srcId="{A0821568-C530-4BAC-93D3-B6E4D1C541B6}" destId="{774FDB90-3495-4F41-9D5E-C600CDB9104E}" srcOrd="1" destOrd="0" presId="urn:microsoft.com/office/officeart/2005/8/layout/vList3"/>
    <dgm:cxn modelId="{3075587C-0201-4877-885D-5B398306EF2F}" type="presParOf" srcId="{782F43EE-3BEB-49B1-ABB5-C32B76F37F7B}" destId="{05B9BAFB-1476-4D87-9996-D45B7A7A6584}" srcOrd="1" destOrd="0" presId="urn:microsoft.com/office/officeart/2005/8/layout/vList3"/>
    <dgm:cxn modelId="{31FC1895-55B9-4974-809B-C4D7A5C36039}" type="presParOf" srcId="{782F43EE-3BEB-49B1-ABB5-C32B76F37F7B}" destId="{20AF9699-C531-4E52-B33C-FFCC3E287B77}" srcOrd="2" destOrd="0" presId="urn:microsoft.com/office/officeart/2005/8/layout/vList3"/>
    <dgm:cxn modelId="{849EFB2A-9280-444B-A9B5-0CFC912B0E5C}" type="presParOf" srcId="{20AF9699-C531-4E52-B33C-FFCC3E287B77}" destId="{D1DE89BA-4833-400A-803E-958CBF8AFE9C}" srcOrd="0" destOrd="0" presId="urn:microsoft.com/office/officeart/2005/8/layout/vList3"/>
    <dgm:cxn modelId="{EB6E1FBF-DF08-4971-B726-933B21016EC2}" type="presParOf" srcId="{20AF9699-C531-4E52-B33C-FFCC3E287B77}" destId="{72D6DDD8-10A8-4D0B-ACE9-0077137036E2}" srcOrd="1" destOrd="0" presId="urn:microsoft.com/office/officeart/2005/8/layout/vList3"/>
    <dgm:cxn modelId="{2A0FC536-1A83-4968-A4F9-6F431F293AA3}" type="presParOf" srcId="{782F43EE-3BEB-49B1-ABB5-C32B76F37F7B}" destId="{A66B5A37-7842-421B-9E27-EB35BD594DD3}" srcOrd="3" destOrd="0" presId="urn:microsoft.com/office/officeart/2005/8/layout/vList3"/>
    <dgm:cxn modelId="{1543663B-7A85-4ED6-8E57-8505E6B33A32}" type="presParOf" srcId="{782F43EE-3BEB-49B1-ABB5-C32B76F37F7B}" destId="{E4423A35-1D1B-4DB8-BC49-DF70FDB1B6BD}" srcOrd="4" destOrd="0" presId="urn:microsoft.com/office/officeart/2005/8/layout/vList3"/>
    <dgm:cxn modelId="{F22E6D88-1751-45A5-8C37-2A0921ADFD58}" type="presParOf" srcId="{E4423A35-1D1B-4DB8-BC49-DF70FDB1B6BD}" destId="{FEC1A262-BC4A-4C27-BD74-5053C47CF615}" srcOrd="0" destOrd="0" presId="urn:microsoft.com/office/officeart/2005/8/layout/vList3"/>
    <dgm:cxn modelId="{42E4E31B-3BB5-41B2-A558-BB10B6F4CA3B}" type="presParOf" srcId="{E4423A35-1D1B-4DB8-BC49-DF70FDB1B6BD}" destId="{89DEB118-A5D6-447F-93F8-7959495FAC04}" srcOrd="1" destOrd="0" presId="urn:microsoft.com/office/officeart/2005/8/layout/vList3"/>
    <dgm:cxn modelId="{79E06CC0-F135-479F-A1DA-C7209FE6D6B2}" type="presParOf" srcId="{782F43EE-3BEB-49B1-ABB5-C32B76F37F7B}" destId="{43283A41-1FDC-4993-8E29-2466BB0830D6}" srcOrd="5" destOrd="0" presId="urn:microsoft.com/office/officeart/2005/8/layout/vList3"/>
    <dgm:cxn modelId="{7B315F23-4170-47BB-B5B0-3094883ED9E1}" type="presParOf" srcId="{782F43EE-3BEB-49B1-ABB5-C32B76F37F7B}" destId="{65F76F8F-B9E9-4E6F-88C5-31A87C629E41}" srcOrd="6" destOrd="0" presId="urn:microsoft.com/office/officeart/2005/8/layout/vList3"/>
    <dgm:cxn modelId="{4C4A4E59-32DF-440A-8138-AF62EF3E9E19}" type="presParOf" srcId="{65F76F8F-B9E9-4E6F-88C5-31A87C629E41}" destId="{E7D2BAD6-2473-4921-8FCE-3EEB74C32533}" srcOrd="0" destOrd="0" presId="urn:microsoft.com/office/officeart/2005/8/layout/vList3"/>
    <dgm:cxn modelId="{099C95B4-849D-4D70-8521-EE7FFB8DDB1A}" type="presParOf" srcId="{65F76F8F-B9E9-4E6F-88C5-31A87C629E41}" destId="{6EF8F414-CD0C-4709-9EEB-35F1850F7EE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3B8871-7E8B-441B-AE5B-E75D6C15F52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125760C-1134-4B3D-9408-E574E8C64402}">
      <dgm:prSet/>
      <dgm:spPr/>
      <dgm:t>
        <a:bodyPr/>
        <a:lstStyle/>
        <a:p>
          <a:r>
            <a:rPr lang="uk-UA" b="0" i="0"/>
            <a:t>переходу Слобідської України під владу гетьмана.</a:t>
          </a:r>
          <a:endParaRPr lang="uk-UA"/>
        </a:p>
      </dgm:t>
    </dgm:pt>
    <dgm:pt modelId="{0048378F-6270-4FB7-8AEC-3A019AF15BCF}" type="parTrans" cxnId="{B4132D9A-35EF-4FE6-AEFD-AF39619FF8FE}">
      <dgm:prSet/>
      <dgm:spPr/>
      <dgm:t>
        <a:bodyPr/>
        <a:lstStyle/>
        <a:p>
          <a:endParaRPr lang="uk-UA"/>
        </a:p>
      </dgm:t>
    </dgm:pt>
    <dgm:pt modelId="{29720117-3E2B-44B2-8B2F-7C1AF5B332E2}" type="sibTrans" cxnId="{B4132D9A-35EF-4FE6-AEFD-AF39619FF8FE}">
      <dgm:prSet/>
      <dgm:spPr/>
      <dgm:t>
        <a:bodyPr/>
        <a:lstStyle/>
        <a:p>
          <a:endParaRPr lang="uk-UA"/>
        </a:p>
      </dgm:t>
    </dgm:pt>
    <dgm:pt modelId="{552806F0-B8CD-48B0-828E-FEB168EC8B4F}">
      <dgm:prSet/>
      <dgm:spPr/>
      <dgm:t>
        <a:bodyPr/>
        <a:lstStyle/>
        <a:p>
          <a:r>
            <a:rPr lang="uk-UA" b="0" i="0" dirty="0"/>
            <a:t>об’єднанню Правобережної і Лівобережної Гетьманщини.</a:t>
          </a:r>
          <a:endParaRPr lang="uk-UA" dirty="0"/>
        </a:p>
      </dgm:t>
    </dgm:pt>
    <dgm:pt modelId="{880422B8-9559-4A80-A230-2D7FAD18C34D}" type="parTrans" cxnId="{BD2791F0-FF35-491B-9577-BB572C6D548C}">
      <dgm:prSet/>
      <dgm:spPr/>
      <dgm:t>
        <a:bodyPr/>
        <a:lstStyle/>
        <a:p>
          <a:endParaRPr lang="uk-UA"/>
        </a:p>
      </dgm:t>
    </dgm:pt>
    <dgm:pt modelId="{7792420E-53DB-4219-BE33-EDB7367898E8}" type="sibTrans" cxnId="{BD2791F0-FF35-491B-9577-BB572C6D548C}">
      <dgm:prSet/>
      <dgm:spPr/>
      <dgm:t>
        <a:bodyPr/>
        <a:lstStyle/>
        <a:p>
          <a:endParaRPr lang="uk-UA"/>
        </a:p>
      </dgm:t>
    </dgm:pt>
    <dgm:pt modelId="{A6DE1B46-EF5E-4175-BD06-F29170495A34}">
      <dgm:prSet/>
      <dgm:spPr/>
      <dgm:t>
        <a:bodyPr/>
        <a:lstStyle/>
        <a:p>
          <a:r>
            <a:rPr lang="uk-UA" b="0" i="0"/>
            <a:t>розгортанню боротьби козацької старшини за гетьманську булаву.</a:t>
          </a:r>
          <a:endParaRPr lang="uk-UA"/>
        </a:p>
      </dgm:t>
    </dgm:pt>
    <dgm:pt modelId="{ECBA10AC-EC29-4759-BB33-2C1CFCC8FEED}" type="parTrans" cxnId="{5BCDE812-89A6-4C83-B25E-5B784D211498}">
      <dgm:prSet/>
      <dgm:spPr/>
      <dgm:t>
        <a:bodyPr/>
        <a:lstStyle/>
        <a:p>
          <a:endParaRPr lang="uk-UA"/>
        </a:p>
      </dgm:t>
    </dgm:pt>
    <dgm:pt modelId="{6C993238-4480-4283-B81E-3706427BF1CE}" type="sibTrans" cxnId="{5BCDE812-89A6-4C83-B25E-5B784D211498}">
      <dgm:prSet/>
      <dgm:spPr/>
      <dgm:t>
        <a:bodyPr/>
        <a:lstStyle/>
        <a:p>
          <a:endParaRPr lang="uk-UA"/>
        </a:p>
      </dgm:t>
    </dgm:pt>
    <dgm:pt modelId="{9262E51E-1F8F-469F-A67B-30AD08370A61}">
      <dgm:prSet/>
      <dgm:spPr/>
      <dgm:t>
        <a:bodyPr/>
        <a:lstStyle/>
        <a:p>
          <a:r>
            <a:rPr lang="uk-UA" b="0" i="0" dirty="0"/>
            <a:t>втраті Запорозькою Січчю автономних прав і привілеїв.</a:t>
          </a:r>
          <a:endParaRPr lang="uk-UA" dirty="0"/>
        </a:p>
      </dgm:t>
    </dgm:pt>
    <dgm:pt modelId="{BA571A89-7F9B-4A26-9B0A-41CA514F37B4}" type="parTrans" cxnId="{56ADAEB3-D872-40B5-897A-8A369950649E}">
      <dgm:prSet/>
      <dgm:spPr/>
      <dgm:t>
        <a:bodyPr/>
        <a:lstStyle/>
        <a:p>
          <a:endParaRPr lang="uk-UA"/>
        </a:p>
      </dgm:t>
    </dgm:pt>
    <dgm:pt modelId="{14F45D92-A7F1-451E-8499-8A27EA9BF690}" type="sibTrans" cxnId="{56ADAEB3-D872-40B5-897A-8A369950649E}">
      <dgm:prSet/>
      <dgm:spPr/>
      <dgm:t>
        <a:bodyPr/>
        <a:lstStyle/>
        <a:p>
          <a:endParaRPr lang="uk-UA"/>
        </a:p>
      </dgm:t>
    </dgm:pt>
    <dgm:pt modelId="{584E0D35-220F-4F0E-95FA-678DF2CFC968}" type="pres">
      <dgm:prSet presAssocID="{4C3B8871-7E8B-441B-AE5B-E75D6C15F52B}" presName="linear" presStyleCnt="0">
        <dgm:presLayoutVars>
          <dgm:animLvl val="lvl"/>
          <dgm:resizeHandles val="exact"/>
        </dgm:presLayoutVars>
      </dgm:prSet>
      <dgm:spPr/>
    </dgm:pt>
    <dgm:pt modelId="{34515454-6798-46D7-8E2A-72FE8A697A31}" type="pres">
      <dgm:prSet presAssocID="{D125760C-1134-4B3D-9408-E574E8C64402}" presName="parentText" presStyleLbl="node1" presStyleIdx="0" presStyleCnt="4">
        <dgm:presLayoutVars>
          <dgm:chMax val="0"/>
          <dgm:bulletEnabled val="1"/>
        </dgm:presLayoutVars>
      </dgm:prSet>
      <dgm:spPr/>
    </dgm:pt>
    <dgm:pt modelId="{B231B116-2E89-40D1-A6BE-85E2B6E258EC}" type="pres">
      <dgm:prSet presAssocID="{29720117-3E2B-44B2-8B2F-7C1AF5B332E2}" presName="spacer" presStyleCnt="0"/>
      <dgm:spPr/>
    </dgm:pt>
    <dgm:pt modelId="{CECB068D-7BF1-4D48-A5C6-6A9EFB0377C3}" type="pres">
      <dgm:prSet presAssocID="{552806F0-B8CD-48B0-828E-FEB168EC8B4F}" presName="parentText" presStyleLbl="node1" presStyleIdx="1" presStyleCnt="4">
        <dgm:presLayoutVars>
          <dgm:chMax val="0"/>
          <dgm:bulletEnabled val="1"/>
        </dgm:presLayoutVars>
      </dgm:prSet>
      <dgm:spPr/>
    </dgm:pt>
    <dgm:pt modelId="{DFCC1CDF-8B31-4F8A-9A68-241554785AC7}" type="pres">
      <dgm:prSet presAssocID="{7792420E-53DB-4219-BE33-EDB7367898E8}" presName="spacer" presStyleCnt="0"/>
      <dgm:spPr/>
    </dgm:pt>
    <dgm:pt modelId="{E442A1C5-DBC2-483F-A190-7075FDCA5C5C}" type="pres">
      <dgm:prSet presAssocID="{A6DE1B46-EF5E-4175-BD06-F29170495A34}" presName="parentText" presStyleLbl="node1" presStyleIdx="2" presStyleCnt="4">
        <dgm:presLayoutVars>
          <dgm:chMax val="0"/>
          <dgm:bulletEnabled val="1"/>
        </dgm:presLayoutVars>
      </dgm:prSet>
      <dgm:spPr/>
    </dgm:pt>
    <dgm:pt modelId="{37D20101-CB19-45FB-9A2E-FB00B4E08349}" type="pres">
      <dgm:prSet presAssocID="{6C993238-4480-4283-B81E-3706427BF1CE}" presName="spacer" presStyleCnt="0"/>
      <dgm:spPr/>
    </dgm:pt>
    <dgm:pt modelId="{737516C0-7452-419D-8798-F44E1E0F17E8}" type="pres">
      <dgm:prSet presAssocID="{9262E51E-1F8F-469F-A67B-30AD08370A61}" presName="parentText" presStyleLbl="node1" presStyleIdx="3" presStyleCnt="4">
        <dgm:presLayoutVars>
          <dgm:chMax val="0"/>
          <dgm:bulletEnabled val="1"/>
        </dgm:presLayoutVars>
      </dgm:prSet>
      <dgm:spPr/>
    </dgm:pt>
  </dgm:ptLst>
  <dgm:cxnLst>
    <dgm:cxn modelId="{5BCDE812-89A6-4C83-B25E-5B784D211498}" srcId="{4C3B8871-7E8B-441B-AE5B-E75D6C15F52B}" destId="{A6DE1B46-EF5E-4175-BD06-F29170495A34}" srcOrd="2" destOrd="0" parTransId="{ECBA10AC-EC29-4759-BB33-2C1CFCC8FEED}" sibTransId="{6C993238-4480-4283-B81E-3706427BF1CE}"/>
    <dgm:cxn modelId="{3CA74C1E-094F-4A44-8B36-902B70597BB2}" type="presOf" srcId="{A6DE1B46-EF5E-4175-BD06-F29170495A34}" destId="{E442A1C5-DBC2-483F-A190-7075FDCA5C5C}" srcOrd="0" destOrd="0" presId="urn:microsoft.com/office/officeart/2005/8/layout/vList2"/>
    <dgm:cxn modelId="{C19F1673-B426-4B3D-A33C-A3A614998655}" type="presOf" srcId="{D125760C-1134-4B3D-9408-E574E8C64402}" destId="{34515454-6798-46D7-8E2A-72FE8A697A31}" srcOrd="0" destOrd="0" presId="urn:microsoft.com/office/officeart/2005/8/layout/vList2"/>
    <dgm:cxn modelId="{8444C354-85F2-4E77-AE07-1B171D4EC908}" type="presOf" srcId="{552806F0-B8CD-48B0-828E-FEB168EC8B4F}" destId="{CECB068D-7BF1-4D48-A5C6-6A9EFB0377C3}" srcOrd="0" destOrd="0" presId="urn:microsoft.com/office/officeart/2005/8/layout/vList2"/>
    <dgm:cxn modelId="{747F1D96-1F01-4A7C-BE0A-B735FC8146EE}" type="presOf" srcId="{9262E51E-1F8F-469F-A67B-30AD08370A61}" destId="{737516C0-7452-419D-8798-F44E1E0F17E8}" srcOrd="0" destOrd="0" presId="urn:microsoft.com/office/officeart/2005/8/layout/vList2"/>
    <dgm:cxn modelId="{B4132D9A-35EF-4FE6-AEFD-AF39619FF8FE}" srcId="{4C3B8871-7E8B-441B-AE5B-E75D6C15F52B}" destId="{D125760C-1134-4B3D-9408-E574E8C64402}" srcOrd="0" destOrd="0" parTransId="{0048378F-6270-4FB7-8AEC-3A019AF15BCF}" sibTransId="{29720117-3E2B-44B2-8B2F-7C1AF5B332E2}"/>
    <dgm:cxn modelId="{56ADAEB3-D872-40B5-897A-8A369950649E}" srcId="{4C3B8871-7E8B-441B-AE5B-E75D6C15F52B}" destId="{9262E51E-1F8F-469F-A67B-30AD08370A61}" srcOrd="3" destOrd="0" parTransId="{BA571A89-7F9B-4A26-9B0A-41CA514F37B4}" sibTransId="{14F45D92-A7F1-451E-8499-8A27EA9BF690}"/>
    <dgm:cxn modelId="{AA181AC7-D2CC-46A7-9701-CB67CCBF7B2D}" type="presOf" srcId="{4C3B8871-7E8B-441B-AE5B-E75D6C15F52B}" destId="{584E0D35-220F-4F0E-95FA-678DF2CFC968}" srcOrd="0" destOrd="0" presId="urn:microsoft.com/office/officeart/2005/8/layout/vList2"/>
    <dgm:cxn modelId="{BD2791F0-FF35-491B-9577-BB572C6D548C}" srcId="{4C3B8871-7E8B-441B-AE5B-E75D6C15F52B}" destId="{552806F0-B8CD-48B0-828E-FEB168EC8B4F}" srcOrd="1" destOrd="0" parTransId="{880422B8-9559-4A80-A230-2D7FAD18C34D}" sibTransId="{7792420E-53DB-4219-BE33-EDB7367898E8}"/>
    <dgm:cxn modelId="{2384E901-334A-485D-886D-DC6DC220DB96}" type="presParOf" srcId="{584E0D35-220F-4F0E-95FA-678DF2CFC968}" destId="{34515454-6798-46D7-8E2A-72FE8A697A31}" srcOrd="0" destOrd="0" presId="urn:microsoft.com/office/officeart/2005/8/layout/vList2"/>
    <dgm:cxn modelId="{68DE1DEC-1807-42B2-BBA5-C509CAF75E73}" type="presParOf" srcId="{584E0D35-220F-4F0E-95FA-678DF2CFC968}" destId="{B231B116-2E89-40D1-A6BE-85E2B6E258EC}" srcOrd="1" destOrd="0" presId="urn:microsoft.com/office/officeart/2005/8/layout/vList2"/>
    <dgm:cxn modelId="{D220958C-7342-4523-9A32-9D419C5615B3}" type="presParOf" srcId="{584E0D35-220F-4F0E-95FA-678DF2CFC968}" destId="{CECB068D-7BF1-4D48-A5C6-6A9EFB0377C3}" srcOrd="2" destOrd="0" presId="urn:microsoft.com/office/officeart/2005/8/layout/vList2"/>
    <dgm:cxn modelId="{757B01E0-9DEB-4096-912E-5E384E67D5F7}" type="presParOf" srcId="{584E0D35-220F-4F0E-95FA-678DF2CFC968}" destId="{DFCC1CDF-8B31-4F8A-9A68-241554785AC7}" srcOrd="3" destOrd="0" presId="urn:microsoft.com/office/officeart/2005/8/layout/vList2"/>
    <dgm:cxn modelId="{4E00C18F-1F60-44FE-97C6-9E8C045180D1}" type="presParOf" srcId="{584E0D35-220F-4F0E-95FA-678DF2CFC968}" destId="{E442A1C5-DBC2-483F-A190-7075FDCA5C5C}" srcOrd="4" destOrd="0" presId="urn:microsoft.com/office/officeart/2005/8/layout/vList2"/>
    <dgm:cxn modelId="{E9BD2F2B-77A0-4699-AE55-3B164318F49B}" type="presParOf" srcId="{584E0D35-220F-4F0E-95FA-678DF2CFC968}" destId="{37D20101-CB19-45FB-9A2E-FB00B4E08349}" srcOrd="5" destOrd="0" presId="urn:microsoft.com/office/officeart/2005/8/layout/vList2"/>
    <dgm:cxn modelId="{635A8F00-A63B-4A65-BAB9-95086015C616}" type="presParOf" srcId="{584E0D35-220F-4F0E-95FA-678DF2CFC968}" destId="{737516C0-7452-419D-8798-F44E1E0F17E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5651B5-6405-4781-BE24-59C27D596C0C}"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41A1327-9C27-4D21-BC0C-6FD9AF289A82}">
      <dgm:prSet/>
      <dgm:spPr/>
      <dgm:t>
        <a:bodyPr/>
        <a:lstStyle/>
        <a:p>
          <a:r>
            <a:rPr lang="ru-RU" b="0" i="0" dirty="0"/>
            <a:t>І. </a:t>
          </a:r>
          <a:r>
            <a:rPr lang="ru-RU" b="0" i="0" dirty="0" err="1"/>
            <a:t>Сірка</a:t>
          </a:r>
          <a:endParaRPr lang="uk-UA" dirty="0"/>
        </a:p>
      </dgm:t>
    </dgm:pt>
    <dgm:pt modelId="{1D6E4E70-1AF1-4D4F-927D-A20CE16328C0}" type="parTrans" cxnId="{979ED255-22B7-4338-920F-3635B2B9E12A}">
      <dgm:prSet/>
      <dgm:spPr/>
      <dgm:t>
        <a:bodyPr/>
        <a:lstStyle/>
        <a:p>
          <a:endParaRPr lang="uk-UA"/>
        </a:p>
      </dgm:t>
    </dgm:pt>
    <dgm:pt modelId="{42D51B10-7A60-460B-86B8-9B617242F4AC}" type="sibTrans" cxnId="{979ED255-22B7-4338-920F-3635B2B9E12A}">
      <dgm:prSet/>
      <dgm:spPr/>
      <dgm:t>
        <a:bodyPr/>
        <a:lstStyle/>
        <a:p>
          <a:endParaRPr lang="uk-UA"/>
        </a:p>
      </dgm:t>
    </dgm:pt>
    <dgm:pt modelId="{92AF5C5B-95A8-4214-AFA4-442D7998A1E7}">
      <dgm:prSet/>
      <dgm:spPr/>
      <dgm:t>
        <a:bodyPr/>
        <a:lstStyle/>
        <a:p>
          <a:r>
            <a:rPr lang="ru-RU" b="0" i="0" dirty="0"/>
            <a:t>П. Тетерю</a:t>
          </a:r>
          <a:endParaRPr lang="uk-UA" dirty="0"/>
        </a:p>
      </dgm:t>
    </dgm:pt>
    <dgm:pt modelId="{AAEE1947-5755-494E-BFFF-F9193BB5874F}" type="parTrans" cxnId="{90EBDF75-A4FE-46B9-8BCC-CE330658220B}">
      <dgm:prSet/>
      <dgm:spPr/>
      <dgm:t>
        <a:bodyPr/>
        <a:lstStyle/>
        <a:p>
          <a:endParaRPr lang="uk-UA"/>
        </a:p>
      </dgm:t>
    </dgm:pt>
    <dgm:pt modelId="{B13ACCC6-324D-4C30-A7C0-8ECC08EAC14A}" type="sibTrans" cxnId="{90EBDF75-A4FE-46B9-8BCC-CE330658220B}">
      <dgm:prSet/>
      <dgm:spPr/>
      <dgm:t>
        <a:bodyPr/>
        <a:lstStyle/>
        <a:p>
          <a:endParaRPr lang="uk-UA"/>
        </a:p>
      </dgm:t>
    </dgm:pt>
    <dgm:pt modelId="{5969B080-EF22-4BA5-B71A-D38288E60563}">
      <dgm:prSet/>
      <dgm:spPr/>
      <dgm:t>
        <a:bodyPr/>
        <a:lstStyle/>
        <a:p>
          <a:r>
            <a:rPr lang="ru-RU" b="0" i="0"/>
            <a:t>М. Ханенка</a:t>
          </a:r>
          <a:endParaRPr lang="uk-UA"/>
        </a:p>
      </dgm:t>
    </dgm:pt>
    <dgm:pt modelId="{5140202B-CFD9-4E6B-8B3A-32BD55958153}" type="parTrans" cxnId="{E9FCE3FB-2EAE-4319-9EF4-9E96E441F671}">
      <dgm:prSet/>
      <dgm:spPr/>
      <dgm:t>
        <a:bodyPr/>
        <a:lstStyle/>
        <a:p>
          <a:endParaRPr lang="uk-UA"/>
        </a:p>
      </dgm:t>
    </dgm:pt>
    <dgm:pt modelId="{9E71745C-1A1C-4F28-8D03-1244522361D1}" type="sibTrans" cxnId="{E9FCE3FB-2EAE-4319-9EF4-9E96E441F671}">
      <dgm:prSet/>
      <dgm:spPr/>
      <dgm:t>
        <a:bodyPr/>
        <a:lstStyle/>
        <a:p>
          <a:endParaRPr lang="uk-UA"/>
        </a:p>
      </dgm:t>
    </dgm:pt>
    <dgm:pt modelId="{6175BFA5-2900-4072-AD78-6DBD1C993257}">
      <dgm:prSet/>
      <dgm:spPr/>
      <dgm:t>
        <a:bodyPr/>
        <a:lstStyle/>
        <a:p>
          <a:r>
            <a:rPr lang="ru-RU" b="0" i="0" dirty="0"/>
            <a:t>І. Самойловича</a:t>
          </a:r>
          <a:endParaRPr lang="uk-UA" dirty="0"/>
        </a:p>
      </dgm:t>
    </dgm:pt>
    <dgm:pt modelId="{38072A20-5CB0-4161-932B-B22A5D840F16}" type="parTrans" cxnId="{48C25952-BF69-4914-95D2-F560E5A2888B}">
      <dgm:prSet/>
      <dgm:spPr/>
      <dgm:t>
        <a:bodyPr/>
        <a:lstStyle/>
        <a:p>
          <a:endParaRPr lang="uk-UA"/>
        </a:p>
      </dgm:t>
    </dgm:pt>
    <dgm:pt modelId="{389F71E4-CFB8-4AB8-B0C7-ADE2A72961F3}" type="sibTrans" cxnId="{48C25952-BF69-4914-95D2-F560E5A2888B}">
      <dgm:prSet/>
      <dgm:spPr/>
      <dgm:t>
        <a:bodyPr/>
        <a:lstStyle/>
        <a:p>
          <a:endParaRPr lang="uk-UA"/>
        </a:p>
      </dgm:t>
    </dgm:pt>
    <dgm:pt modelId="{5CB4FFBB-E3BF-4D63-87F0-5F5880977AF4}" type="pres">
      <dgm:prSet presAssocID="{BA5651B5-6405-4781-BE24-59C27D596C0C}" presName="linearFlow" presStyleCnt="0">
        <dgm:presLayoutVars>
          <dgm:dir/>
          <dgm:resizeHandles val="exact"/>
        </dgm:presLayoutVars>
      </dgm:prSet>
      <dgm:spPr/>
    </dgm:pt>
    <dgm:pt modelId="{772AF95B-4ABA-4A25-ACFF-74CDD9FF9487}" type="pres">
      <dgm:prSet presAssocID="{441A1327-9C27-4D21-BC0C-6FD9AF289A82}" presName="composite" presStyleCnt="0"/>
      <dgm:spPr/>
    </dgm:pt>
    <dgm:pt modelId="{E088B7CA-C868-4E4E-9E38-DCE41776F6F6}" type="pres">
      <dgm:prSet presAssocID="{441A1327-9C27-4D21-BC0C-6FD9AF289A82}" presName="imgShp" presStyleLbl="fgImgPlace1" presStyleIdx="0" presStyleCnt="4"/>
      <dgm:spPr/>
    </dgm:pt>
    <dgm:pt modelId="{2D4D38B6-5293-45EA-9583-B1F799054B32}" type="pres">
      <dgm:prSet presAssocID="{441A1327-9C27-4D21-BC0C-6FD9AF289A82}" presName="txShp" presStyleLbl="node1" presStyleIdx="0" presStyleCnt="4">
        <dgm:presLayoutVars>
          <dgm:bulletEnabled val="1"/>
        </dgm:presLayoutVars>
      </dgm:prSet>
      <dgm:spPr/>
    </dgm:pt>
    <dgm:pt modelId="{B2C7A70F-A38F-4D74-9E6E-53B951B03339}" type="pres">
      <dgm:prSet presAssocID="{42D51B10-7A60-460B-86B8-9B617242F4AC}" presName="spacing" presStyleCnt="0"/>
      <dgm:spPr/>
    </dgm:pt>
    <dgm:pt modelId="{2FC0FCFB-5E04-4439-B98C-B66FEA806F3E}" type="pres">
      <dgm:prSet presAssocID="{92AF5C5B-95A8-4214-AFA4-442D7998A1E7}" presName="composite" presStyleCnt="0"/>
      <dgm:spPr/>
    </dgm:pt>
    <dgm:pt modelId="{4F3904B6-B1D6-4642-978C-0168F0EEDEE0}" type="pres">
      <dgm:prSet presAssocID="{92AF5C5B-95A8-4214-AFA4-442D7998A1E7}" presName="imgShp" presStyleLbl="fgImgPlace1" presStyleIdx="1" presStyleCnt="4"/>
      <dgm:spPr/>
    </dgm:pt>
    <dgm:pt modelId="{46ED07AF-9E44-4337-BA33-6F549B494037}" type="pres">
      <dgm:prSet presAssocID="{92AF5C5B-95A8-4214-AFA4-442D7998A1E7}" presName="txShp" presStyleLbl="node1" presStyleIdx="1" presStyleCnt="4">
        <dgm:presLayoutVars>
          <dgm:bulletEnabled val="1"/>
        </dgm:presLayoutVars>
      </dgm:prSet>
      <dgm:spPr/>
    </dgm:pt>
    <dgm:pt modelId="{E26E77F8-7474-4785-83EC-B1F552A0E44C}" type="pres">
      <dgm:prSet presAssocID="{B13ACCC6-324D-4C30-A7C0-8ECC08EAC14A}" presName="spacing" presStyleCnt="0"/>
      <dgm:spPr/>
    </dgm:pt>
    <dgm:pt modelId="{F349F447-22E9-40C0-95B3-A02D7B47A504}" type="pres">
      <dgm:prSet presAssocID="{5969B080-EF22-4BA5-B71A-D38288E60563}" presName="composite" presStyleCnt="0"/>
      <dgm:spPr/>
    </dgm:pt>
    <dgm:pt modelId="{F57D4A53-EA67-4DB2-BE7E-44285B618A3D}" type="pres">
      <dgm:prSet presAssocID="{5969B080-EF22-4BA5-B71A-D38288E60563}" presName="imgShp" presStyleLbl="fgImgPlace1" presStyleIdx="2" presStyleCnt="4"/>
      <dgm:spPr/>
    </dgm:pt>
    <dgm:pt modelId="{6B066BD4-12BE-4841-B65C-56C9A1752080}" type="pres">
      <dgm:prSet presAssocID="{5969B080-EF22-4BA5-B71A-D38288E60563}" presName="txShp" presStyleLbl="node1" presStyleIdx="2" presStyleCnt="4">
        <dgm:presLayoutVars>
          <dgm:bulletEnabled val="1"/>
        </dgm:presLayoutVars>
      </dgm:prSet>
      <dgm:spPr/>
    </dgm:pt>
    <dgm:pt modelId="{524F723B-B188-4F37-B773-3A01CA625FEF}" type="pres">
      <dgm:prSet presAssocID="{9E71745C-1A1C-4F28-8D03-1244522361D1}" presName="spacing" presStyleCnt="0"/>
      <dgm:spPr/>
    </dgm:pt>
    <dgm:pt modelId="{7DA8E802-E5B8-445B-ABE8-7B7E1099F38F}" type="pres">
      <dgm:prSet presAssocID="{6175BFA5-2900-4072-AD78-6DBD1C993257}" presName="composite" presStyleCnt="0"/>
      <dgm:spPr/>
    </dgm:pt>
    <dgm:pt modelId="{70D3275D-A570-4796-9B87-93538E1852AF}" type="pres">
      <dgm:prSet presAssocID="{6175BFA5-2900-4072-AD78-6DBD1C993257}" presName="imgShp" presStyleLbl="fgImgPlace1" presStyleIdx="3" presStyleCnt="4"/>
      <dgm:spPr/>
    </dgm:pt>
    <dgm:pt modelId="{C0F6B169-0C5C-4EFE-ABA4-931F84456B5A}" type="pres">
      <dgm:prSet presAssocID="{6175BFA5-2900-4072-AD78-6DBD1C993257}" presName="txShp" presStyleLbl="node1" presStyleIdx="3" presStyleCnt="4">
        <dgm:presLayoutVars>
          <dgm:bulletEnabled val="1"/>
        </dgm:presLayoutVars>
      </dgm:prSet>
      <dgm:spPr/>
    </dgm:pt>
  </dgm:ptLst>
  <dgm:cxnLst>
    <dgm:cxn modelId="{9422910F-56E1-4762-A176-9F4735C64AD2}" type="presOf" srcId="{6175BFA5-2900-4072-AD78-6DBD1C993257}" destId="{C0F6B169-0C5C-4EFE-ABA4-931F84456B5A}" srcOrd="0" destOrd="0" presId="urn:microsoft.com/office/officeart/2005/8/layout/vList3"/>
    <dgm:cxn modelId="{A631B240-CCD8-44D6-8A86-3E7033C8D62B}" type="presOf" srcId="{441A1327-9C27-4D21-BC0C-6FD9AF289A82}" destId="{2D4D38B6-5293-45EA-9583-B1F799054B32}" srcOrd="0" destOrd="0" presId="urn:microsoft.com/office/officeart/2005/8/layout/vList3"/>
    <dgm:cxn modelId="{48C25952-BF69-4914-95D2-F560E5A2888B}" srcId="{BA5651B5-6405-4781-BE24-59C27D596C0C}" destId="{6175BFA5-2900-4072-AD78-6DBD1C993257}" srcOrd="3" destOrd="0" parTransId="{38072A20-5CB0-4161-932B-B22A5D840F16}" sibTransId="{389F71E4-CFB8-4AB8-B0C7-ADE2A72961F3}"/>
    <dgm:cxn modelId="{979ED255-22B7-4338-920F-3635B2B9E12A}" srcId="{BA5651B5-6405-4781-BE24-59C27D596C0C}" destId="{441A1327-9C27-4D21-BC0C-6FD9AF289A82}" srcOrd="0" destOrd="0" parTransId="{1D6E4E70-1AF1-4D4F-927D-A20CE16328C0}" sibTransId="{42D51B10-7A60-460B-86B8-9B617242F4AC}"/>
    <dgm:cxn modelId="{90EBDF75-A4FE-46B9-8BCC-CE330658220B}" srcId="{BA5651B5-6405-4781-BE24-59C27D596C0C}" destId="{92AF5C5B-95A8-4214-AFA4-442D7998A1E7}" srcOrd="1" destOrd="0" parTransId="{AAEE1947-5755-494E-BFFF-F9193BB5874F}" sibTransId="{B13ACCC6-324D-4C30-A7C0-8ECC08EAC14A}"/>
    <dgm:cxn modelId="{AEA99A93-C3B1-42C2-9616-F609ACADCC16}" type="presOf" srcId="{5969B080-EF22-4BA5-B71A-D38288E60563}" destId="{6B066BD4-12BE-4841-B65C-56C9A1752080}" srcOrd="0" destOrd="0" presId="urn:microsoft.com/office/officeart/2005/8/layout/vList3"/>
    <dgm:cxn modelId="{08E04BBE-006F-48C9-AFBB-D4B42055645C}" type="presOf" srcId="{92AF5C5B-95A8-4214-AFA4-442D7998A1E7}" destId="{46ED07AF-9E44-4337-BA33-6F549B494037}" srcOrd="0" destOrd="0" presId="urn:microsoft.com/office/officeart/2005/8/layout/vList3"/>
    <dgm:cxn modelId="{4EC882FA-8933-4EF4-A1FD-3F989A2ECDD5}" type="presOf" srcId="{BA5651B5-6405-4781-BE24-59C27D596C0C}" destId="{5CB4FFBB-E3BF-4D63-87F0-5F5880977AF4}" srcOrd="0" destOrd="0" presId="urn:microsoft.com/office/officeart/2005/8/layout/vList3"/>
    <dgm:cxn modelId="{E9FCE3FB-2EAE-4319-9EF4-9E96E441F671}" srcId="{BA5651B5-6405-4781-BE24-59C27D596C0C}" destId="{5969B080-EF22-4BA5-B71A-D38288E60563}" srcOrd="2" destOrd="0" parTransId="{5140202B-CFD9-4E6B-8B3A-32BD55958153}" sibTransId="{9E71745C-1A1C-4F28-8D03-1244522361D1}"/>
    <dgm:cxn modelId="{198DC0C0-06AE-45CB-995D-49B09F838DDD}" type="presParOf" srcId="{5CB4FFBB-E3BF-4D63-87F0-5F5880977AF4}" destId="{772AF95B-4ABA-4A25-ACFF-74CDD9FF9487}" srcOrd="0" destOrd="0" presId="urn:microsoft.com/office/officeart/2005/8/layout/vList3"/>
    <dgm:cxn modelId="{964EE7BF-EBE3-4176-B89E-7100CA3AA475}" type="presParOf" srcId="{772AF95B-4ABA-4A25-ACFF-74CDD9FF9487}" destId="{E088B7CA-C868-4E4E-9E38-DCE41776F6F6}" srcOrd="0" destOrd="0" presId="urn:microsoft.com/office/officeart/2005/8/layout/vList3"/>
    <dgm:cxn modelId="{7D17F6FA-3929-4106-8CBF-3C36A566C197}" type="presParOf" srcId="{772AF95B-4ABA-4A25-ACFF-74CDD9FF9487}" destId="{2D4D38B6-5293-45EA-9583-B1F799054B32}" srcOrd="1" destOrd="0" presId="urn:microsoft.com/office/officeart/2005/8/layout/vList3"/>
    <dgm:cxn modelId="{D152707F-4032-4A39-82B7-6C8FD2E342E1}" type="presParOf" srcId="{5CB4FFBB-E3BF-4D63-87F0-5F5880977AF4}" destId="{B2C7A70F-A38F-4D74-9E6E-53B951B03339}" srcOrd="1" destOrd="0" presId="urn:microsoft.com/office/officeart/2005/8/layout/vList3"/>
    <dgm:cxn modelId="{9F69E7C6-3524-4459-B5F8-EBFD2F596653}" type="presParOf" srcId="{5CB4FFBB-E3BF-4D63-87F0-5F5880977AF4}" destId="{2FC0FCFB-5E04-4439-B98C-B66FEA806F3E}" srcOrd="2" destOrd="0" presId="urn:microsoft.com/office/officeart/2005/8/layout/vList3"/>
    <dgm:cxn modelId="{F1701E4C-B98F-4203-878D-C3C6D6E430AD}" type="presParOf" srcId="{2FC0FCFB-5E04-4439-B98C-B66FEA806F3E}" destId="{4F3904B6-B1D6-4642-978C-0168F0EEDEE0}" srcOrd="0" destOrd="0" presId="urn:microsoft.com/office/officeart/2005/8/layout/vList3"/>
    <dgm:cxn modelId="{FE641206-6D9C-4AA9-B90A-98731EF04351}" type="presParOf" srcId="{2FC0FCFB-5E04-4439-B98C-B66FEA806F3E}" destId="{46ED07AF-9E44-4337-BA33-6F549B494037}" srcOrd="1" destOrd="0" presId="urn:microsoft.com/office/officeart/2005/8/layout/vList3"/>
    <dgm:cxn modelId="{81B1BAC7-CD0D-4A5A-B437-ADADE4E1A1E0}" type="presParOf" srcId="{5CB4FFBB-E3BF-4D63-87F0-5F5880977AF4}" destId="{E26E77F8-7474-4785-83EC-B1F552A0E44C}" srcOrd="3" destOrd="0" presId="urn:microsoft.com/office/officeart/2005/8/layout/vList3"/>
    <dgm:cxn modelId="{63E8AA33-085F-4412-9381-7A92C85D30F3}" type="presParOf" srcId="{5CB4FFBB-E3BF-4D63-87F0-5F5880977AF4}" destId="{F349F447-22E9-40C0-95B3-A02D7B47A504}" srcOrd="4" destOrd="0" presId="urn:microsoft.com/office/officeart/2005/8/layout/vList3"/>
    <dgm:cxn modelId="{D41856CF-98FB-4699-AD8E-A87AADCC33C7}" type="presParOf" srcId="{F349F447-22E9-40C0-95B3-A02D7B47A504}" destId="{F57D4A53-EA67-4DB2-BE7E-44285B618A3D}" srcOrd="0" destOrd="0" presId="urn:microsoft.com/office/officeart/2005/8/layout/vList3"/>
    <dgm:cxn modelId="{A7F7281A-0AE0-4781-82A3-3F2CCF7773D6}" type="presParOf" srcId="{F349F447-22E9-40C0-95B3-A02D7B47A504}" destId="{6B066BD4-12BE-4841-B65C-56C9A1752080}" srcOrd="1" destOrd="0" presId="urn:microsoft.com/office/officeart/2005/8/layout/vList3"/>
    <dgm:cxn modelId="{C326D625-12D5-42AA-9843-5AEB2B7B5DDC}" type="presParOf" srcId="{5CB4FFBB-E3BF-4D63-87F0-5F5880977AF4}" destId="{524F723B-B188-4F37-B773-3A01CA625FEF}" srcOrd="5" destOrd="0" presId="urn:microsoft.com/office/officeart/2005/8/layout/vList3"/>
    <dgm:cxn modelId="{05329E6B-19BE-4962-A094-72C611B89BFD}" type="presParOf" srcId="{5CB4FFBB-E3BF-4D63-87F0-5F5880977AF4}" destId="{7DA8E802-E5B8-445B-ABE8-7B7E1099F38F}" srcOrd="6" destOrd="0" presId="urn:microsoft.com/office/officeart/2005/8/layout/vList3"/>
    <dgm:cxn modelId="{2100096D-4DC1-4A6B-BD27-CBB18496E399}" type="presParOf" srcId="{7DA8E802-E5B8-445B-ABE8-7B7E1099F38F}" destId="{70D3275D-A570-4796-9B87-93538E1852AF}" srcOrd="0" destOrd="0" presId="urn:microsoft.com/office/officeart/2005/8/layout/vList3"/>
    <dgm:cxn modelId="{D5DE1532-1373-4ED3-AC24-2EAB0092AE08}" type="presParOf" srcId="{7DA8E802-E5B8-445B-ABE8-7B7E1099F38F}" destId="{C0F6B169-0C5C-4EFE-ABA4-931F84456B5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3DFCC49-DC91-48FC-8798-4E2F086E595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DF977CC-D2B4-4BAB-B81B-221127976148}">
      <dgm:prSet/>
      <dgm:spPr/>
      <dgm:t>
        <a:bodyPr/>
        <a:lstStyle/>
        <a:p>
          <a:r>
            <a:rPr lang="ru-RU" b="0" i="0"/>
            <a:t>І. Виговського та Ю. Хмельницького</a:t>
          </a:r>
          <a:endParaRPr lang="uk-UA"/>
        </a:p>
      </dgm:t>
    </dgm:pt>
    <dgm:pt modelId="{A4698B25-F206-4EA5-8CCE-A51D43E98E4C}" type="parTrans" cxnId="{C96DF07C-60D0-4DAB-8A92-663AA1124E57}">
      <dgm:prSet/>
      <dgm:spPr/>
      <dgm:t>
        <a:bodyPr/>
        <a:lstStyle/>
        <a:p>
          <a:endParaRPr lang="uk-UA"/>
        </a:p>
      </dgm:t>
    </dgm:pt>
    <dgm:pt modelId="{890B376A-2C66-43DD-8066-4AB4A1ED373D}" type="sibTrans" cxnId="{C96DF07C-60D0-4DAB-8A92-663AA1124E57}">
      <dgm:prSet/>
      <dgm:spPr/>
      <dgm:t>
        <a:bodyPr/>
        <a:lstStyle/>
        <a:p>
          <a:endParaRPr lang="uk-UA"/>
        </a:p>
      </dgm:t>
    </dgm:pt>
    <dgm:pt modelId="{1E7A57BA-13C8-41CB-85E2-356F574AAE31}">
      <dgm:prSet/>
      <dgm:spPr/>
      <dgm:t>
        <a:bodyPr/>
        <a:lstStyle/>
        <a:p>
          <a:r>
            <a:rPr lang="ru-RU" b="0" i="0" dirty="0"/>
            <a:t>П. </a:t>
          </a:r>
          <a:r>
            <a:rPr lang="ru-RU" b="0" i="0" dirty="0" err="1"/>
            <a:t>Тетері</a:t>
          </a:r>
          <a:r>
            <a:rPr lang="ru-RU" b="0" i="0" dirty="0"/>
            <a:t> та І. </a:t>
          </a:r>
          <a:r>
            <a:rPr lang="ru-RU" b="0" i="0" dirty="0" err="1"/>
            <a:t>Брюховецького</a:t>
          </a:r>
          <a:endParaRPr lang="uk-UA" dirty="0"/>
        </a:p>
      </dgm:t>
    </dgm:pt>
    <dgm:pt modelId="{0B1C5E6F-149E-4B3A-B673-781A36AA40E5}" type="parTrans" cxnId="{58A05439-0193-4B8D-ACD7-C36DEC8D9B79}">
      <dgm:prSet/>
      <dgm:spPr/>
      <dgm:t>
        <a:bodyPr/>
        <a:lstStyle/>
        <a:p>
          <a:endParaRPr lang="uk-UA"/>
        </a:p>
      </dgm:t>
    </dgm:pt>
    <dgm:pt modelId="{FCD981BD-B487-4A34-881F-8396CD06255E}" type="sibTrans" cxnId="{58A05439-0193-4B8D-ACD7-C36DEC8D9B79}">
      <dgm:prSet/>
      <dgm:spPr/>
      <dgm:t>
        <a:bodyPr/>
        <a:lstStyle/>
        <a:p>
          <a:endParaRPr lang="uk-UA"/>
        </a:p>
      </dgm:t>
    </dgm:pt>
    <dgm:pt modelId="{0EAC756E-A0ED-43EA-86FC-64A709899376}">
      <dgm:prSet/>
      <dgm:spPr/>
      <dgm:t>
        <a:bodyPr/>
        <a:lstStyle/>
        <a:p>
          <a:r>
            <a:rPr lang="ru-RU" b="0" i="0"/>
            <a:t>І. Самойловича та Д. Многогрішного</a:t>
          </a:r>
          <a:endParaRPr lang="uk-UA"/>
        </a:p>
      </dgm:t>
    </dgm:pt>
    <dgm:pt modelId="{6D3ACCF5-1B3D-4E77-9A75-0D247F192DFE}" type="parTrans" cxnId="{2954BFB9-18F9-44AB-BB86-0B81BD245988}">
      <dgm:prSet/>
      <dgm:spPr/>
      <dgm:t>
        <a:bodyPr/>
        <a:lstStyle/>
        <a:p>
          <a:endParaRPr lang="uk-UA"/>
        </a:p>
      </dgm:t>
    </dgm:pt>
    <dgm:pt modelId="{97C81101-4713-4679-A1BF-6AAC5CB303A8}" type="sibTrans" cxnId="{2954BFB9-18F9-44AB-BB86-0B81BD245988}">
      <dgm:prSet/>
      <dgm:spPr/>
      <dgm:t>
        <a:bodyPr/>
        <a:lstStyle/>
        <a:p>
          <a:endParaRPr lang="uk-UA"/>
        </a:p>
      </dgm:t>
    </dgm:pt>
    <dgm:pt modelId="{65402BEE-F6D1-429D-AC30-56CEF6F88C6C}">
      <dgm:prSet/>
      <dgm:spPr/>
      <dgm:t>
        <a:bodyPr/>
        <a:lstStyle/>
        <a:p>
          <a:r>
            <a:rPr lang="ru-RU" b="0" i="0" dirty="0"/>
            <a:t>І. </a:t>
          </a:r>
          <a:r>
            <a:rPr lang="ru-RU" b="0" i="0" dirty="0" err="1"/>
            <a:t>Мазепи</a:t>
          </a:r>
          <a:r>
            <a:rPr lang="ru-RU" b="0" i="0" dirty="0"/>
            <a:t> та І. </a:t>
          </a:r>
          <a:r>
            <a:rPr lang="ru-RU" b="0" i="0" dirty="0" err="1"/>
            <a:t>Скоропадського</a:t>
          </a:r>
          <a:endParaRPr lang="uk-UA" dirty="0"/>
        </a:p>
      </dgm:t>
    </dgm:pt>
    <dgm:pt modelId="{DA5E2593-9451-4D59-BC09-B80CD5B6630C}" type="parTrans" cxnId="{19745F3B-603A-4BAE-9D1D-ABA339C2B735}">
      <dgm:prSet/>
      <dgm:spPr/>
      <dgm:t>
        <a:bodyPr/>
        <a:lstStyle/>
        <a:p>
          <a:endParaRPr lang="uk-UA"/>
        </a:p>
      </dgm:t>
    </dgm:pt>
    <dgm:pt modelId="{3270E4D8-8324-41DB-844F-77128560018F}" type="sibTrans" cxnId="{19745F3B-603A-4BAE-9D1D-ABA339C2B735}">
      <dgm:prSet/>
      <dgm:spPr/>
      <dgm:t>
        <a:bodyPr/>
        <a:lstStyle/>
        <a:p>
          <a:endParaRPr lang="uk-UA"/>
        </a:p>
      </dgm:t>
    </dgm:pt>
    <dgm:pt modelId="{8F804E27-E818-4528-8E29-448C7BC14953}" type="pres">
      <dgm:prSet presAssocID="{23DFCC49-DC91-48FC-8798-4E2F086E595A}" presName="linear" presStyleCnt="0">
        <dgm:presLayoutVars>
          <dgm:animLvl val="lvl"/>
          <dgm:resizeHandles val="exact"/>
        </dgm:presLayoutVars>
      </dgm:prSet>
      <dgm:spPr/>
    </dgm:pt>
    <dgm:pt modelId="{D01FE39D-D331-4C8B-829D-AC1DFFEDE8BC}" type="pres">
      <dgm:prSet presAssocID="{1DF977CC-D2B4-4BAB-B81B-221127976148}" presName="parentText" presStyleLbl="node1" presStyleIdx="0" presStyleCnt="4">
        <dgm:presLayoutVars>
          <dgm:chMax val="0"/>
          <dgm:bulletEnabled val="1"/>
        </dgm:presLayoutVars>
      </dgm:prSet>
      <dgm:spPr/>
    </dgm:pt>
    <dgm:pt modelId="{AFD3A080-0253-4530-AD77-1D8231B05D46}" type="pres">
      <dgm:prSet presAssocID="{890B376A-2C66-43DD-8066-4AB4A1ED373D}" presName="spacer" presStyleCnt="0"/>
      <dgm:spPr/>
    </dgm:pt>
    <dgm:pt modelId="{5889A856-EE1E-4946-9716-FD3C4168370C}" type="pres">
      <dgm:prSet presAssocID="{1E7A57BA-13C8-41CB-85E2-356F574AAE31}" presName="parentText" presStyleLbl="node1" presStyleIdx="1" presStyleCnt="4">
        <dgm:presLayoutVars>
          <dgm:chMax val="0"/>
          <dgm:bulletEnabled val="1"/>
        </dgm:presLayoutVars>
      </dgm:prSet>
      <dgm:spPr/>
    </dgm:pt>
    <dgm:pt modelId="{E89F3C47-D8F5-436E-9685-B087F1222988}" type="pres">
      <dgm:prSet presAssocID="{FCD981BD-B487-4A34-881F-8396CD06255E}" presName="spacer" presStyleCnt="0"/>
      <dgm:spPr/>
    </dgm:pt>
    <dgm:pt modelId="{66149B10-2AE4-4A7E-909F-BDCD42957EEE}" type="pres">
      <dgm:prSet presAssocID="{0EAC756E-A0ED-43EA-86FC-64A709899376}" presName="parentText" presStyleLbl="node1" presStyleIdx="2" presStyleCnt="4">
        <dgm:presLayoutVars>
          <dgm:chMax val="0"/>
          <dgm:bulletEnabled val="1"/>
        </dgm:presLayoutVars>
      </dgm:prSet>
      <dgm:spPr/>
    </dgm:pt>
    <dgm:pt modelId="{376A0DC2-71AE-4AF4-A14F-6C9C3CD3A21F}" type="pres">
      <dgm:prSet presAssocID="{97C81101-4713-4679-A1BF-6AAC5CB303A8}" presName="spacer" presStyleCnt="0"/>
      <dgm:spPr/>
    </dgm:pt>
    <dgm:pt modelId="{49F976CE-27F2-4B01-81D3-8B193FEE5F42}" type="pres">
      <dgm:prSet presAssocID="{65402BEE-F6D1-429D-AC30-56CEF6F88C6C}" presName="parentText" presStyleLbl="node1" presStyleIdx="3" presStyleCnt="4">
        <dgm:presLayoutVars>
          <dgm:chMax val="0"/>
          <dgm:bulletEnabled val="1"/>
        </dgm:presLayoutVars>
      </dgm:prSet>
      <dgm:spPr/>
    </dgm:pt>
  </dgm:ptLst>
  <dgm:cxnLst>
    <dgm:cxn modelId="{7691CD1A-EC6F-4523-BFA8-971C0F91C2AD}" type="presOf" srcId="{23DFCC49-DC91-48FC-8798-4E2F086E595A}" destId="{8F804E27-E818-4528-8E29-448C7BC14953}" srcOrd="0" destOrd="0" presId="urn:microsoft.com/office/officeart/2005/8/layout/vList2"/>
    <dgm:cxn modelId="{58A05439-0193-4B8D-ACD7-C36DEC8D9B79}" srcId="{23DFCC49-DC91-48FC-8798-4E2F086E595A}" destId="{1E7A57BA-13C8-41CB-85E2-356F574AAE31}" srcOrd="1" destOrd="0" parTransId="{0B1C5E6F-149E-4B3A-B673-781A36AA40E5}" sibTransId="{FCD981BD-B487-4A34-881F-8396CD06255E}"/>
    <dgm:cxn modelId="{19745F3B-603A-4BAE-9D1D-ABA339C2B735}" srcId="{23DFCC49-DC91-48FC-8798-4E2F086E595A}" destId="{65402BEE-F6D1-429D-AC30-56CEF6F88C6C}" srcOrd="3" destOrd="0" parTransId="{DA5E2593-9451-4D59-BC09-B80CD5B6630C}" sibTransId="{3270E4D8-8324-41DB-844F-77128560018F}"/>
    <dgm:cxn modelId="{C96DF07C-60D0-4DAB-8A92-663AA1124E57}" srcId="{23DFCC49-DC91-48FC-8798-4E2F086E595A}" destId="{1DF977CC-D2B4-4BAB-B81B-221127976148}" srcOrd="0" destOrd="0" parTransId="{A4698B25-F206-4EA5-8CCE-A51D43E98E4C}" sibTransId="{890B376A-2C66-43DD-8066-4AB4A1ED373D}"/>
    <dgm:cxn modelId="{F7284F8D-4D2A-4E21-9EF6-43B0C08DE882}" type="presOf" srcId="{1DF977CC-D2B4-4BAB-B81B-221127976148}" destId="{D01FE39D-D331-4C8B-829D-AC1DFFEDE8BC}" srcOrd="0" destOrd="0" presId="urn:microsoft.com/office/officeart/2005/8/layout/vList2"/>
    <dgm:cxn modelId="{F3FE7095-9571-44E6-AFB9-5BB5D25B1DBD}" type="presOf" srcId="{0EAC756E-A0ED-43EA-86FC-64A709899376}" destId="{66149B10-2AE4-4A7E-909F-BDCD42957EEE}" srcOrd="0" destOrd="0" presId="urn:microsoft.com/office/officeart/2005/8/layout/vList2"/>
    <dgm:cxn modelId="{E9E1E9A0-3C5A-4CE0-9B6A-8897E4F1853C}" type="presOf" srcId="{1E7A57BA-13C8-41CB-85E2-356F574AAE31}" destId="{5889A856-EE1E-4946-9716-FD3C4168370C}" srcOrd="0" destOrd="0" presId="urn:microsoft.com/office/officeart/2005/8/layout/vList2"/>
    <dgm:cxn modelId="{728EF9B3-F195-4EC7-8DB8-52B7C49F144A}" type="presOf" srcId="{65402BEE-F6D1-429D-AC30-56CEF6F88C6C}" destId="{49F976CE-27F2-4B01-81D3-8B193FEE5F42}" srcOrd="0" destOrd="0" presId="urn:microsoft.com/office/officeart/2005/8/layout/vList2"/>
    <dgm:cxn modelId="{2954BFB9-18F9-44AB-BB86-0B81BD245988}" srcId="{23DFCC49-DC91-48FC-8798-4E2F086E595A}" destId="{0EAC756E-A0ED-43EA-86FC-64A709899376}" srcOrd="2" destOrd="0" parTransId="{6D3ACCF5-1B3D-4E77-9A75-0D247F192DFE}" sibTransId="{97C81101-4713-4679-A1BF-6AAC5CB303A8}"/>
    <dgm:cxn modelId="{F1BE369F-34B6-4B29-BB2E-98CCA21E5CCC}" type="presParOf" srcId="{8F804E27-E818-4528-8E29-448C7BC14953}" destId="{D01FE39D-D331-4C8B-829D-AC1DFFEDE8BC}" srcOrd="0" destOrd="0" presId="urn:microsoft.com/office/officeart/2005/8/layout/vList2"/>
    <dgm:cxn modelId="{130BFE7C-703B-4DD6-9BA3-36D90747AE41}" type="presParOf" srcId="{8F804E27-E818-4528-8E29-448C7BC14953}" destId="{AFD3A080-0253-4530-AD77-1D8231B05D46}" srcOrd="1" destOrd="0" presId="urn:microsoft.com/office/officeart/2005/8/layout/vList2"/>
    <dgm:cxn modelId="{A0B879C0-CC06-41C6-9631-0B63A388BFED}" type="presParOf" srcId="{8F804E27-E818-4528-8E29-448C7BC14953}" destId="{5889A856-EE1E-4946-9716-FD3C4168370C}" srcOrd="2" destOrd="0" presId="urn:microsoft.com/office/officeart/2005/8/layout/vList2"/>
    <dgm:cxn modelId="{18E1ADCF-0738-446C-8182-0DEF9664F9C2}" type="presParOf" srcId="{8F804E27-E818-4528-8E29-448C7BC14953}" destId="{E89F3C47-D8F5-436E-9685-B087F1222988}" srcOrd="3" destOrd="0" presId="urn:microsoft.com/office/officeart/2005/8/layout/vList2"/>
    <dgm:cxn modelId="{48A5FFEF-1B1C-4308-8767-E65F54775233}" type="presParOf" srcId="{8F804E27-E818-4528-8E29-448C7BC14953}" destId="{66149B10-2AE4-4A7E-909F-BDCD42957EEE}" srcOrd="4" destOrd="0" presId="urn:microsoft.com/office/officeart/2005/8/layout/vList2"/>
    <dgm:cxn modelId="{04381689-C3B4-48E1-BB49-2186E4A819AE}" type="presParOf" srcId="{8F804E27-E818-4528-8E29-448C7BC14953}" destId="{376A0DC2-71AE-4AF4-A14F-6C9C3CD3A21F}" srcOrd="5" destOrd="0" presId="urn:microsoft.com/office/officeart/2005/8/layout/vList2"/>
    <dgm:cxn modelId="{D6B52561-CAB0-4C39-9179-5E62425C5A82}" type="presParOf" srcId="{8F804E27-E818-4528-8E29-448C7BC14953}" destId="{49F976CE-27F2-4B01-81D3-8B193FEE5F4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CD5B8C-CE94-4CE0-9987-0014B726670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81E1E67-9086-4C61-80B0-716580A20611}">
      <dgm:prSet/>
      <dgm:spPr/>
      <dgm:t>
        <a:bodyPr/>
        <a:lstStyle/>
        <a:p>
          <a:r>
            <a:rPr lang="ru-RU" b="0" i="0"/>
            <a:t>І. Брюховецького</a:t>
          </a:r>
          <a:endParaRPr lang="uk-UA"/>
        </a:p>
      </dgm:t>
    </dgm:pt>
    <dgm:pt modelId="{90839CAD-81D8-4945-ACD1-68B2DAAB5E12}" type="parTrans" cxnId="{608E502B-186A-4C9D-90B4-E5C51017977B}">
      <dgm:prSet/>
      <dgm:spPr/>
      <dgm:t>
        <a:bodyPr/>
        <a:lstStyle/>
        <a:p>
          <a:endParaRPr lang="uk-UA"/>
        </a:p>
      </dgm:t>
    </dgm:pt>
    <dgm:pt modelId="{8D150EFA-ECD9-4B49-A67E-723DDC9A9300}" type="sibTrans" cxnId="{608E502B-186A-4C9D-90B4-E5C51017977B}">
      <dgm:prSet/>
      <dgm:spPr/>
      <dgm:t>
        <a:bodyPr/>
        <a:lstStyle/>
        <a:p>
          <a:endParaRPr lang="uk-UA"/>
        </a:p>
      </dgm:t>
    </dgm:pt>
    <dgm:pt modelId="{176F63D3-69F8-4CE3-9F70-10987DBA1124}">
      <dgm:prSet/>
      <dgm:spPr/>
      <dgm:t>
        <a:bodyPr/>
        <a:lstStyle/>
        <a:p>
          <a:r>
            <a:rPr lang="ru-RU" b="0" i="0" dirty="0"/>
            <a:t>П. Дорошенка</a:t>
          </a:r>
          <a:endParaRPr lang="uk-UA" dirty="0"/>
        </a:p>
      </dgm:t>
    </dgm:pt>
    <dgm:pt modelId="{1A9DF300-D42D-42CD-86A6-A5F47474F151}" type="parTrans" cxnId="{E92F1CA9-0327-4962-9FA2-5467DD3117F6}">
      <dgm:prSet/>
      <dgm:spPr/>
      <dgm:t>
        <a:bodyPr/>
        <a:lstStyle/>
        <a:p>
          <a:endParaRPr lang="uk-UA"/>
        </a:p>
      </dgm:t>
    </dgm:pt>
    <dgm:pt modelId="{288E85F0-DF8C-49AC-86D0-87D6F49FAE90}" type="sibTrans" cxnId="{E92F1CA9-0327-4962-9FA2-5467DD3117F6}">
      <dgm:prSet/>
      <dgm:spPr/>
      <dgm:t>
        <a:bodyPr/>
        <a:lstStyle/>
        <a:p>
          <a:endParaRPr lang="uk-UA"/>
        </a:p>
      </dgm:t>
    </dgm:pt>
    <dgm:pt modelId="{B7E8E279-9BCE-486C-AED1-204E47AEAC4E}">
      <dgm:prSet/>
      <dgm:spPr/>
      <dgm:t>
        <a:bodyPr/>
        <a:lstStyle/>
        <a:p>
          <a:r>
            <a:rPr lang="ru-RU" b="0" i="0" dirty="0"/>
            <a:t>М. Ханенка</a:t>
          </a:r>
          <a:endParaRPr lang="uk-UA" dirty="0"/>
        </a:p>
      </dgm:t>
    </dgm:pt>
    <dgm:pt modelId="{2F8D74A9-64A0-4FBF-A9EF-FE3E66870AA0}" type="parTrans" cxnId="{7047CCB6-5B7A-4674-AA93-597A2F11F40A}">
      <dgm:prSet/>
      <dgm:spPr/>
      <dgm:t>
        <a:bodyPr/>
        <a:lstStyle/>
        <a:p>
          <a:endParaRPr lang="uk-UA"/>
        </a:p>
      </dgm:t>
    </dgm:pt>
    <dgm:pt modelId="{877442E3-4CF2-44EC-A1CC-AF2C3D7D98DB}" type="sibTrans" cxnId="{7047CCB6-5B7A-4674-AA93-597A2F11F40A}">
      <dgm:prSet/>
      <dgm:spPr/>
      <dgm:t>
        <a:bodyPr/>
        <a:lstStyle/>
        <a:p>
          <a:endParaRPr lang="uk-UA"/>
        </a:p>
      </dgm:t>
    </dgm:pt>
    <dgm:pt modelId="{62C63020-F474-436D-90C2-1E04A120845C}">
      <dgm:prSet/>
      <dgm:spPr/>
      <dgm:t>
        <a:bodyPr/>
        <a:lstStyle/>
        <a:p>
          <a:r>
            <a:rPr lang="ru-RU" b="0" i="0" dirty="0"/>
            <a:t>І. Богуна</a:t>
          </a:r>
          <a:endParaRPr lang="uk-UA" dirty="0"/>
        </a:p>
      </dgm:t>
    </dgm:pt>
    <dgm:pt modelId="{7EE18B58-E911-47FB-9891-F4B7B4802783}" type="parTrans" cxnId="{A136D024-93F9-48C0-A664-2AB5774EFD8C}">
      <dgm:prSet/>
      <dgm:spPr/>
      <dgm:t>
        <a:bodyPr/>
        <a:lstStyle/>
        <a:p>
          <a:endParaRPr lang="uk-UA"/>
        </a:p>
      </dgm:t>
    </dgm:pt>
    <dgm:pt modelId="{71FA479B-9643-42AF-863E-20CF3BDEC656}" type="sibTrans" cxnId="{A136D024-93F9-48C0-A664-2AB5774EFD8C}">
      <dgm:prSet/>
      <dgm:spPr/>
      <dgm:t>
        <a:bodyPr/>
        <a:lstStyle/>
        <a:p>
          <a:endParaRPr lang="uk-UA"/>
        </a:p>
      </dgm:t>
    </dgm:pt>
    <dgm:pt modelId="{6BB8AC52-C68C-448A-B272-25AE7689F8A5}" type="pres">
      <dgm:prSet presAssocID="{47CD5B8C-CE94-4CE0-9987-0014B7266707}" presName="linear" presStyleCnt="0">
        <dgm:presLayoutVars>
          <dgm:animLvl val="lvl"/>
          <dgm:resizeHandles val="exact"/>
        </dgm:presLayoutVars>
      </dgm:prSet>
      <dgm:spPr/>
    </dgm:pt>
    <dgm:pt modelId="{3C107526-6C9B-4EC1-BF1A-21FFAACD6936}" type="pres">
      <dgm:prSet presAssocID="{C81E1E67-9086-4C61-80B0-716580A20611}" presName="parentText" presStyleLbl="node1" presStyleIdx="0" presStyleCnt="4">
        <dgm:presLayoutVars>
          <dgm:chMax val="0"/>
          <dgm:bulletEnabled val="1"/>
        </dgm:presLayoutVars>
      </dgm:prSet>
      <dgm:spPr/>
    </dgm:pt>
    <dgm:pt modelId="{59D45197-9CB5-456A-847A-24B259760E91}" type="pres">
      <dgm:prSet presAssocID="{8D150EFA-ECD9-4B49-A67E-723DDC9A9300}" presName="spacer" presStyleCnt="0"/>
      <dgm:spPr/>
    </dgm:pt>
    <dgm:pt modelId="{DF1DDA90-FC7C-43AA-9E82-46C155B90329}" type="pres">
      <dgm:prSet presAssocID="{176F63D3-69F8-4CE3-9F70-10987DBA1124}" presName="parentText" presStyleLbl="node1" presStyleIdx="1" presStyleCnt="4">
        <dgm:presLayoutVars>
          <dgm:chMax val="0"/>
          <dgm:bulletEnabled val="1"/>
        </dgm:presLayoutVars>
      </dgm:prSet>
      <dgm:spPr/>
    </dgm:pt>
    <dgm:pt modelId="{0DB64982-94E5-4BF9-B9BF-83CF891FF340}" type="pres">
      <dgm:prSet presAssocID="{288E85F0-DF8C-49AC-86D0-87D6F49FAE90}" presName="spacer" presStyleCnt="0"/>
      <dgm:spPr/>
    </dgm:pt>
    <dgm:pt modelId="{78C970F7-93FF-43E7-B274-3B2986D8503B}" type="pres">
      <dgm:prSet presAssocID="{B7E8E279-9BCE-486C-AED1-204E47AEAC4E}" presName="parentText" presStyleLbl="node1" presStyleIdx="2" presStyleCnt="4">
        <dgm:presLayoutVars>
          <dgm:chMax val="0"/>
          <dgm:bulletEnabled val="1"/>
        </dgm:presLayoutVars>
      </dgm:prSet>
      <dgm:spPr/>
    </dgm:pt>
    <dgm:pt modelId="{DE71D8E8-1ADB-442C-A135-DFC4DC04A79D}" type="pres">
      <dgm:prSet presAssocID="{877442E3-4CF2-44EC-A1CC-AF2C3D7D98DB}" presName="spacer" presStyleCnt="0"/>
      <dgm:spPr/>
    </dgm:pt>
    <dgm:pt modelId="{B9C54665-6A8E-4AFD-A118-084AF66B80E7}" type="pres">
      <dgm:prSet presAssocID="{62C63020-F474-436D-90C2-1E04A120845C}" presName="parentText" presStyleLbl="node1" presStyleIdx="3" presStyleCnt="4">
        <dgm:presLayoutVars>
          <dgm:chMax val="0"/>
          <dgm:bulletEnabled val="1"/>
        </dgm:presLayoutVars>
      </dgm:prSet>
      <dgm:spPr/>
    </dgm:pt>
  </dgm:ptLst>
  <dgm:cxnLst>
    <dgm:cxn modelId="{A136D024-93F9-48C0-A664-2AB5774EFD8C}" srcId="{47CD5B8C-CE94-4CE0-9987-0014B7266707}" destId="{62C63020-F474-436D-90C2-1E04A120845C}" srcOrd="3" destOrd="0" parTransId="{7EE18B58-E911-47FB-9891-F4B7B4802783}" sibTransId="{71FA479B-9643-42AF-863E-20CF3BDEC656}"/>
    <dgm:cxn modelId="{A34D9927-9E1F-4D1A-940B-2C796F64CF48}" type="presOf" srcId="{62C63020-F474-436D-90C2-1E04A120845C}" destId="{B9C54665-6A8E-4AFD-A118-084AF66B80E7}" srcOrd="0" destOrd="0" presId="urn:microsoft.com/office/officeart/2005/8/layout/vList2"/>
    <dgm:cxn modelId="{608E502B-186A-4C9D-90B4-E5C51017977B}" srcId="{47CD5B8C-CE94-4CE0-9987-0014B7266707}" destId="{C81E1E67-9086-4C61-80B0-716580A20611}" srcOrd="0" destOrd="0" parTransId="{90839CAD-81D8-4945-ACD1-68B2DAAB5E12}" sibTransId="{8D150EFA-ECD9-4B49-A67E-723DDC9A9300}"/>
    <dgm:cxn modelId="{CA803937-41E9-4863-9262-8D8707DF77ED}" type="presOf" srcId="{B7E8E279-9BCE-486C-AED1-204E47AEAC4E}" destId="{78C970F7-93FF-43E7-B274-3B2986D8503B}" srcOrd="0" destOrd="0" presId="urn:microsoft.com/office/officeart/2005/8/layout/vList2"/>
    <dgm:cxn modelId="{CA34546B-449D-4053-A2EA-8DF0025B24F1}" type="presOf" srcId="{176F63D3-69F8-4CE3-9F70-10987DBA1124}" destId="{DF1DDA90-FC7C-43AA-9E82-46C155B90329}" srcOrd="0" destOrd="0" presId="urn:microsoft.com/office/officeart/2005/8/layout/vList2"/>
    <dgm:cxn modelId="{27F98C6B-3931-4FA6-A27C-1BAAC04F8916}" type="presOf" srcId="{C81E1E67-9086-4C61-80B0-716580A20611}" destId="{3C107526-6C9B-4EC1-BF1A-21FFAACD6936}" srcOrd="0" destOrd="0" presId="urn:microsoft.com/office/officeart/2005/8/layout/vList2"/>
    <dgm:cxn modelId="{68A1599F-B4E2-4C2D-BF12-301FDA11A1D9}" type="presOf" srcId="{47CD5B8C-CE94-4CE0-9987-0014B7266707}" destId="{6BB8AC52-C68C-448A-B272-25AE7689F8A5}" srcOrd="0" destOrd="0" presId="urn:microsoft.com/office/officeart/2005/8/layout/vList2"/>
    <dgm:cxn modelId="{E92F1CA9-0327-4962-9FA2-5467DD3117F6}" srcId="{47CD5B8C-CE94-4CE0-9987-0014B7266707}" destId="{176F63D3-69F8-4CE3-9F70-10987DBA1124}" srcOrd="1" destOrd="0" parTransId="{1A9DF300-D42D-42CD-86A6-A5F47474F151}" sibTransId="{288E85F0-DF8C-49AC-86D0-87D6F49FAE90}"/>
    <dgm:cxn modelId="{7047CCB6-5B7A-4674-AA93-597A2F11F40A}" srcId="{47CD5B8C-CE94-4CE0-9987-0014B7266707}" destId="{B7E8E279-9BCE-486C-AED1-204E47AEAC4E}" srcOrd="2" destOrd="0" parTransId="{2F8D74A9-64A0-4FBF-A9EF-FE3E66870AA0}" sibTransId="{877442E3-4CF2-44EC-A1CC-AF2C3D7D98DB}"/>
    <dgm:cxn modelId="{BA743B40-9FC1-4803-A867-A1744EF924A2}" type="presParOf" srcId="{6BB8AC52-C68C-448A-B272-25AE7689F8A5}" destId="{3C107526-6C9B-4EC1-BF1A-21FFAACD6936}" srcOrd="0" destOrd="0" presId="urn:microsoft.com/office/officeart/2005/8/layout/vList2"/>
    <dgm:cxn modelId="{7DCE82D1-8C6F-49AB-A7BC-5B327EE6A621}" type="presParOf" srcId="{6BB8AC52-C68C-448A-B272-25AE7689F8A5}" destId="{59D45197-9CB5-456A-847A-24B259760E91}" srcOrd="1" destOrd="0" presId="urn:microsoft.com/office/officeart/2005/8/layout/vList2"/>
    <dgm:cxn modelId="{06431471-00B3-4310-9132-90EB59FA14CF}" type="presParOf" srcId="{6BB8AC52-C68C-448A-B272-25AE7689F8A5}" destId="{DF1DDA90-FC7C-43AA-9E82-46C155B90329}" srcOrd="2" destOrd="0" presId="urn:microsoft.com/office/officeart/2005/8/layout/vList2"/>
    <dgm:cxn modelId="{CC6B38F3-D03E-4EFE-A055-1A1A9AD528FC}" type="presParOf" srcId="{6BB8AC52-C68C-448A-B272-25AE7689F8A5}" destId="{0DB64982-94E5-4BF9-B9BF-83CF891FF340}" srcOrd="3" destOrd="0" presId="urn:microsoft.com/office/officeart/2005/8/layout/vList2"/>
    <dgm:cxn modelId="{12AF04D6-0832-4D74-9112-9733F058EFE4}" type="presParOf" srcId="{6BB8AC52-C68C-448A-B272-25AE7689F8A5}" destId="{78C970F7-93FF-43E7-B274-3B2986D8503B}" srcOrd="4" destOrd="0" presId="urn:microsoft.com/office/officeart/2005/8/layout/vList2"/>
    <dgm:cxn modelId="{BA152BFC-03FB-4CC6-BD78-8971C427A97D}" type="presParOf" srcId="{6BB8AC52-C68C-448A-B272-25AE7689F8A5}" destId="{DE71D8E8-1ADB-442C-A135-DFC4DC04A79D}" srcOrd="5" destOrd="0" presId="urn:microsoft.com/office/officeart/2005/8/layout/vList2"/>
    <dgm:cxn modelId="{F7BBF719-EA5C-4815-96B0-16663F215265}" type="presParOf" srcId="{6BB8AC52-C68C-448A-B272-25AE7689F8A5}" destId="{B9C54665-6A8E-4AFD-A118-084AF66B80E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FFB3E20-84CD-494D-A9D3-B378670C8C7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B706F45-5A3E-46CB-AF1A-247BCA833BCD}">
      <dgm:prSet/>
      <dgm:spPr/>
      <dgm:t>
        <a:bodyPr/>
        <a:lstStyle/>
        <a:p>
          <a:r>
            <a:rPr lang="ru-RU" b="0" i="0"/>
            <a:t>Московське царство</a:t>
          </a:r>
          <a:endParaRPr lang="uk-UA"/>
        </a:p>
      </dgm:t>
    </dgm:pt>
    <dgm:pt modelId="{E293CC12-40AE-4D33-A109-6C1E79946ACD}" type="parTrans" cxnId="{E9177DB3-7570-4018-B98A-722AE2B56858}">
      <dgm:prSet/>
      <dgm:spPr/>
      <dgm:t>
        <a:bodyPr/>
        <a:lstStyle/>
        <a:p>
          <a:endParaRPr lang="uk-UA"/>
        </a:p>
      </dgm:t>
    </dgm:pt>
    <dgm:pt modelId="{68224236-775C-4BB1-BF21-BA469D417E9C}" type="sibTrans" cxnId="{E9177DB3-7570-4018-B98A-722AE2B56858}">
      <dgm:prSet/>
      <dgm:spPr/>
      <dgm:t>
        <a:bodyPr/>
        <a:lstStyle/>
        <a:p>
          <a:endParaRPr lang="uk-UA"/>
        </a:p>
      </dgm:t>
    </dgm:pt>
    <dgm:pt modelId="{57D11190-4980-4DE8-8CE0-EFD22B5FA6DE}">
      <dgm:prSet/>
      <dgm:spPr/>
      <dgm:t>
        <a:bodyPr/>
        <a:lstStyle/>
        <a:p>
          <a:r>
            <a:rPr lang="ru-RU" b="0" i="0"/>
            <a:t>Річ Посполита</a:t>
          </a:r>
          <a:endParaRPr lang="uk-UA"/>
        </a:p>
      </dgm:t>
    </dgm:pt>
    <dgm:pt modelId="{DCD3FECD-B5A6-487C-BE52-0C560D752E0D}" type="parTrans" cxnId="{48B4771F-6CAD-4336-9F90-8FB479DF1719}">
      <dgm:prSet/>
      <dgm:spPr/>
      <dgm:t>
        <a:bodyPr/>
        <a:lstStyle/>
        <a:p>
          <a:endParaRPr lang="uk-UA"/>
        </a:p>
      </dgm:t>
    </dgm:pt>
    <dgm:pt modelId="{4E7A3698-A3D0-4923-87FB-F6E6307A4B45}" type="sibTrans" cxnId="{48B4771F-6CAD-4336-9F90-8FB479DF1719}">
      <dgm:prSet/>
      <dgm:spPr/>
      <dgm:t>
        <a:bodyPr/>
        <a:lstStyle/>
        <a:p>
          <a:endParaRPr lang="uk-UA"/>
        </a:p>
      </dgm:t>
    </dgm:pt>
    <dgm:pt modelId="{3AB08AC3-0A59-474E-A35D-B06C49B87D98}">
      <dgm:prSet/>
      <dgm:spPr/>
      <dgm:t>
        <a:bodyPr/>
        <a:lstStyle/>
        <a:p>
          <a:r>
            <a:rPr lang="ru-RU" b="0" i="0" dirty="0" err="1"/>
            <a:t>Кримське</a:t>
          </a:r>
          <a:r>
            <a:rPr lang="ru-RU" b="0" i="0" dirty="0"/>
            <a:t> ханство</a:t>
          </a:r>
          <a:endParaRPr lang="uk-UA" dirty="0"/>
        </a:p>
      </dgm:t>
    </dgm:pt>
    <dgm:pt modelId="{DF247F5D-ADB2-4D8A-BE7E-49B45BCD53FD}" type="parTrans" cxnId="{7FBCC502-5D56-4B7A-B8D2-66CA90302DF0}">
      <dgm:prSet/>
      <dgm:spPr/>
      <dgm:t>
        <a:bodyPr/>
        <a:lstStyle/>
        <a:p>
          <a:endParaRPr lang="uk-UA"/>
        </a:p>
      </dgm:t>
    </dgm:pt>
    <dgm:pt modelId="{FA3C2DA7-C2B1-4675-91E6-5522F77202A3}" type="sibTrans" cxnId="{7FBCC502-5D56-4B7A-B8D2-66CA90302DF0}">
      <dgm:prSet/>
      <dgm:spPr/>
      <dgm:t>
        <a:bodyPr/>
        <a:lstStyle/>
        <a:p>
          <a:endParaRPr lang="uk-UA"/>
        </a:p>
      </dgm:t>
    </dgm:pt>
    <dgm:pt modelId="{2709D8BB-90D2-497F-8C3E-DE8AEA21A262}">
      <dgm:prSet/>
      <dgm:spPr/>
      <dgm:t>
        <a:bodyPr/>
        <a:lstStyle/>
        <a:p>
          <a:r>
            <a:rPr lang="ru-RU" b="0" i="0" dirty="0" err="1"/>
            <a:t>Шведське</a:t>
          </a:r>
          <a:r>
            <a:rPr lang="ru-RU" b="0" i="0" dirty="0"/>
            <a:t> </a:t>
          </a:r>
          <a:r>
            <a:rPr lang="ru-RU" b="0" i="0" dirty="0" err="1"/>
            <a:t>королівство</a:t>
          </a:r>
          <a:endParaRPr lang="uk-UA" dirty="0"/>
        </a:p>
      </dgm:t>
    </dgm:pt>
    <dgm:pt modelId="{D0353FFD-F2F4-4D0B-B545-28A5222459BF}" type="parTrans" cxnId="{72433021-FE23-4691-BABD-0E9926B97197}">
      <dgm:prSet/>
      <dgm:spPr/>
      <dgm:t>
        <a:bodyPr/>
        <a:lstStyle/>
        <a:p>
          <a:endParaRPr lang="uk-UA"/>
        </a:p>
      </dgm:t>
    </dgm:pt>
    <dgm:pt modelId="{B4DAD9F5-44B7-4CC4-9CC5-697AFA4D8912}" type="sibTrans" cxnId="{72433021-FE23-4691-BABD-0E9926B97197}">
      <dgm:prSet/>
      <dgm:spPr/>
      <dgm:t>
        <a:bodyPr/>
        <a:lstStyle/>
        <a:p>
          <a:endParaRPr lang="uk-UA"/>
        </a:p>
      </dgm:t>
    </dgm:pt>
    <dgm:pt modelId="{15C95624-7E53-40D7-B9EF-CCA12E3EAF49}" type="pres">
      <dgm:prSet presAssocID="{5FFB3E20-84CD-494D-A9D3-B378670C8C79}" presName="linear" presStyleCnt="0">
        <dgm:presLayoutVars>
          <dgm:animLvl val="lvl"/>
          <dgm:resizeHandles val="exact"/>
        </dgm:presLayoutVars>
      </dgm:prSet>
      <dgm:spPr/>
    </dgm:pt>
    <dgm:pt modelId="{089C23A9-C932-4E98-B916-AD554AE469BC}" type="pres">
      <dgm:prSet presAssocID="{2B706F45-5A3E-46CB-AF1A-247BCA833BCD}" presName="parentText" presStyleLbl="node1" presStyleIdx="0" presStyleCnt="4">
        <dgm:presLayoutVars>
          <dgm:chMax val="0"/>
          <dgm:bulletEnabled val="1"/>
        </dgm:presLayoutVars>
      </dgm:prSet>
      <dgm:spPr/>
    </dgm:pt>
    <dgm:pt modelId="{4A4BE3F5-22B1-4B0F-A45C-339D0F4B1965}" type="pres">
      <dgm:prSet presAssocID="{68224236-775C-4BB1-BF21-BA469D417E9C}" presName="spacer" presStyleCnt="0"/>
      <dgm:spPr/>
    </dgm:pt>
    <dgm:pt modelId="{470F01DA-0566-47C8-AD6A-0ABF9C1B811E}" type="pres">
      <dgm:prSet presAssocID="{57D11190-4980-4DE8-8CE0-EFD22B5FA6DE}" presName="parentText" presStyleLbl="node1" presStyleIdx="1" presStyleCnt="4">
        <dgm:presLayoutVars>
          <dgm:chMax val="0"/>
          <dgm:bulletEnabled val="1"/>
        </dgm:presLayoutVars>
      </dgm:prSet>
      <dgm:spPr/>
    </dgm:pt>
    <dgm:pt modelId="{3B184A35-087B-4FB6-8866-79493CF5B379}" type="pres">
      <dgm:prSet presAssocID="{4E7A3698-A3D0-4923-87FB-F6E6307A4B45}" presName="spacer" presStyleCnt="0"/>
      <dgm:spPr/>
    </dgm:pt>
    <dgm:pt modelId="{3FCEEC29-B16D-4077-91A4-A07CAC72740C}" type="pres">
      <dgm:prSet presAssocID="{3AB08AC3-0A59-474E-A35D-B06C49B87D98}" presName="parentText" presStyleLbl="node1" presStyleIdx="2" presStyleCnt="4">
        <dgm:presLayoutVars>
          <dgm:chMax val="0"/>
          <dgm:bulletEnabled val="1"/>
        </dgm:presLayoutVars>
      </dgm:prSet>
      <dgm:spPr/>
    </dgm:pt>
    <dgm:pt modelId="{24CE69FA-1831-4CEA-9E65-827AC98A4BB8}" type="pres">
      <dgm:prSet presAssocID="{FA3C2DA7-C2B1-4675-91E6-5522F77202A3}" presName="spacer" presStyleCnt="0"/>
      <dgm:spPr/>
    </dgm:pt>
    <dgm:pt modelId="{2DF2D15D-E867-4DF9-88BF-9D861EE88B4D}" type="pres">
      <dgm:prSet presAssocID="{2709D8BB-90D2-497F-8C3E-DE8AEA21A262}" presName="parentText" presStyleLbl="node1" presStyleIdx="3" presStyleCnt="4">
        <dgm:presLayoutVars>
          <dgm:chMax val="0"/>
          <dgm:bulletEnabled val="1"/>
        </dgm:presLayoutVars>
      </dgm:prSet>
      <dgm:spPr/>
    </dgm:pt>
  </dgm:ptLst>
  <dgm:cxnLst>
    <dgm:cxn modelId="{7FBCC502-5D56-4B7A-B8D2-66CA90302DF0}" srcId="{5FFB3E20-84CD-494D-A9D3-B378670C8C79}" destId="{3AB08AC3-0A59-474E-A35D-B06C49B87D98}" srcOrd="2" destOrd="0" parTransId="{DF247F5D-ADB2-4D8A-BE7E-49B45BCD53FD}" sibTransId="{FA3C2DA7-C2B1-4675-91E6-5522F77202A3}"/>
    <dgm:cxn modelId="{474F9B0A-D675-4AC1-BD9C-5596CB5AABC6}" type="presOf" srcId="{2B706F45-5A3E-46CB-AF1A-247BCA833BCD}" destId="{089C23A9-C932-4E98-B916-AD554AE469BC}" srcOrd="0" destOrd="0" presId="urn:microsoft.com/office/officeart/2005/8/layout/vList2"/>
    <dgm:cxn modelId="{16A2AD0B-9E4A-412F-9E00-FF8E202222F3}" type="presOf" srcId="{5FFB3E20-84CD-494D-A9D3-B378670C8C79}" destId="{15C95624-7E53-40D7-B9EF-CCA12E3EAF49}" srcOrd="0" destOrd="0" presId="urn:microsoft.com/office/officeart/2005/8/layout/vList2"/>
    <dgm:cxn modelId="{2FEE0F12-91A5-4CA2-BB9E-774D98D0F011}" type="presOf" srcId="{57D11190-4980-4DE8-8CE0-EFD22B5FA6DE}" destId="{470F01DA-0566-47C8-AD6A-0ABF9C1B811E}" srcOrd="0" destOrd="0" presId="urn:microsoft.com/office/officeart/2005/8/layout/vList2"/>
    <dgm:cxn modelId="{48B4771F-6CAD-4336-9F90-8FB479DF1719}" srcId="{5FFB3E20-84CD-494D-A9D3-B378670C8C79}" destId="{57D11190-4980-4DE8-8CE0-EFD22B5FA6DE}" srcOrd="1" destOrd="0" parTransId="{DCD3FECD-B5A6-487C-BE52-0C560D752E0D}" sibTransId="{4E7A3698-A3D0-4923-87FB-F6E6307A4B45}"/>
    <dgm:cxn modelId="{72433021-FE23-4691-BABD-0E9926B97197}" srcId="{5FFB3E20-84CD-494D-A9D3-B378670C8C79}" destId="{2709D8BB-90D2-497F-8C3E-DE8AEA21A262}" srcOrd="3" destOrd="0" parTransId="{D0353FFD-F2F4-4D0B-B545-28A5222459BF}" sibTransId="{B4DAD9F5-44B7-4CC4-9CC5-697AFA4D8912}"/>
    <dgm:cxn modelId="{D512FE7A-0F5F-43A8-AA32-5CA18C762BA3}" type="presOf" srcId="{2709D8BB-90D2-497F-8C3E-DE8AEA21A262}" destId="{2DF2D15D-E867-4DF9-88BF-9D861EE88B4D}" srcOrd="0" destOrd="0" presId="urn:microsoft.com/office/officeart/2005/8/layout/vList2"/>
    <dgm:cxn modelId="{E9177DB3-7570-4018-B98A-722AE2B56858}" srcId="{5FFB3E20-84CD-494D-A9D3-B378670C8C79}" destId="{2B706F45-5A3E-46CB-AF1A-247BCA833BCD}" srcOrd="0" destOrd="0" parTransId="{E293CC12-40AE-4D33-A109-6C1E79946ACD}" sibTransId="{68224236-775C-4BB1-BF21-BA469D417E9C}"/>
    <dgm:cxn modelId="{C7528EB8-BBCC-4BD3-BF7F-A70AEE47EE0E}" type="presOf" srcId="{3AB08AC3-0A59-474E-A35D-B06C49B87D98}" destId="{3FCEEC29-B16D-4077-91A4-A07CAC72740C}" srcOrd="0" destOrd="0" presId="urn:microsoft.com/office/officeart/2005/8/layout/vList2"/>
    <dgm:cxn modelId="{151A52FF-A2A3-47F8-9363-AADA72CD2E9B}" type="presParOf" srcId="{15C95624-7E53-40D7-B9EF-CCA12E3EAF49}" destId="{089C23A9-C932-4E98-B916-AD554AE469BC}" srcOrd="0" destOrd="0" presId="urn:microsoft.com/office/officeart/2005/8/layout/vList2"/>
    <dgm:cxn modelId="{3D0438AE-DE3D-48F5-B344-348660541FA8}" type="presParOf" srcId="{15C95624-7E53-40D7-B9EF-CCA12E3EAF49}" destId="{4A4BE3F5-22B1-4B0F-A45C-339D0F4B1965}" srcOrd="1" destOrd="0" presId="urn:microsoft.com/office/officeart/2005/8/layout/vList2"/>
    <dgm:cxn modelId="{82B1A520-5FF8-4384-AE51-F69E08E861CC}" type="presParOf" srcId="{15C95624-7E53-40D7-B9EF-CCA12E3EAF49}" destId="{470F01DA-0566-47C8-AD6A-0ABF9C1B811E}" srcOrd="2" destOrd="0" presId="urn:microsoft.com/office/officeart/2005/8/layout/vList2"/>
    <dgm:cxn modelId="{1AEABE7D-834D-4058-A5D3-168305ECE5B5}" type="presParOf" srcId="{15C95624-7E53-40D7-B9EF-CCA12E3EAF49}" destId="{3B184A35-087B-4FB6-8866-79493CF5B379}" srcOrd="3" destOrd="0" presId="urn:microsoft.com/office/officeart/2005/8/layout/vList2"/>
    <dgm:cxn modelId="{C4231433-912F-433E-8619-1237D5CBE1F5}" type="presParOf" srcId="{15C95624-7E53-40D7-B9EF-CCA12E3EAF49}" destId="{3FCEEC29-B16D-4077-91A4-A07CAC72740C}" srcOrd="4" destOrd="0" presId="urn:microsoft.com/office/officeart/2005/8/layout/vList2"/>
    <dgm:cxn modelId="{5F3BE3A4-1334-43A8-98A3-AC7C1F3DF994}" type="presParOf" srcId="{15C95624-7E53-40D7-B9EF-CCA12E3EAF49}" destId="{24CE69FA-1831-4CEA-9E65-827AC98A4BB8}" srcOrd="5" destOrd="0" presId="urn:microsoft.com/office/officeart/2005/8/layout/vList2"/>
    <dgm:cxn modelId="{0A1829FE-2328-4FD2-AF51-48A8BF183D96}" type="presParOf" srcId="{15C95624-7E53-40D7-B9EF-CCA12E3EAF49}" destId="{2DF2D15D-E867-4DF9-88BF-9D861EE88B4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63D7AC9-83CF-4F3A-B73B-0C4DD43C3BA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395D41D-2189-4A86-A18A-D1332E5865AC}">
      <dgm:prSet/>
      <dgm:spPr/>
      <dgm:t>
        <a:bodyPr/>
        <a:lstStyle/>
        <a:p>
          <a:r>
            <a:rPr lang="ru-RU" b="0" i="0"/>
            <a:t>Білоцерківського договору (1651 р.)</a:t>
          </a:r>
          <a:endParaRPr lang="uk-UA"/>
        </a:p>
      </dgm:t>
    </dgm:pt>
    <dgm:pt modelId="{D344796F-BED2-4A57-A17E-EFB10C32C81A}" type="parTrans" cxnId="{88A5E657-D49C-4FE4-AF0F-335B93162467}">
      <dgm:prSet/>
      <dgm:spPr/>
      <dgm:t>
        <a:bodyPr/>
        <a:lstStyle/>
        <a:p>
          <a:endParaRPr lang="uk-UA"/>
        </a:p>
      </dgm:t>
    </dgm:pt>
    <dgm:pt modelId="{A1ADBAEF-2C50-4D54-B027-FE0376EB3FA4}" type="sibTrans" cxnId="{88A5E657-D49C-4FE4-AF0F-335B93162467}">
      <dgm:prSet/>
      <dgm:spPr/>
      <dgm:t>
        <a:bodyPr/>
        <a:lstStyle/>
        <a:p>
          <a:endParaRPr lang="uk-UA"/>
        </a:p>
      </dgm:t>
    </dgm:pt>
    <dgm:pt modelId="{EC2BC3F4-DDA0-4833-A769-13AD4D7CFF6E}">
      <dgm:prSet/>
      <dgm:spPr/>
      <dgm:t>
        <a:bodyPr/>
        <a:lstStyle/>
        <a:p>
          <a:r>
            <a:rPr lang="ru-RU" b="0" i="0"/>
            <a:t>Віленського перемир'я (1656 р.)</a:t>
          </a:r>
          <a:endParaRPr lang="uk-UA"/>
        </a:p>
      </dgm:t>
    </dgm:pt>
    <dgm:pt modelId="{78BF9EB8-026F-4A51-986D-8F84728D0C1A}" type="parTrans" cxnId="{B56794E3-FCD2-497A-8C26-A9C9B53E483E}">
      <dgm:prSet/>
      <dgm:spPr/>
      <dgm:t>
        <a:bodyPr/>
        <a:lstStyle/>
        <a:p>
          <a:endParaRPr lang="uk-UA"/>
        </a:p>
      </dgm:t>
    </dgm:pt>
    <dgm:pt modelId="{4177E670-2D8C-45AE-AA86-F272D1843367}" type="sibTrans" cxnId="{B56794E3-FCD2-497A-8C26-A9C9B53E483E}">
      <dgm:prSet/>
      <dgm:spPr/>
      <dgm:t>
        <a:bodyPr/>
        <a:lstStyle/>
        <a:p>
          <a:endParaRPr lang="uk-UA"/>
        </a:p>
      </dgm:t>
    </dgm:pt>
    <dgm:pt modelId="{8AB68857-C04D-4950-B2D0-61DF714817BC}">
      <dgm:prSet/>
      <dgm:spPr/>
      <dgm:t>
        <a:bodyPr/>
        <a:lstStyle/>
        <a:p>
          <a:r>
            <a:rPr lang="ru-RU" b="0" i="0" dirty="0" err="1"/>
            <a:t>Бахчисарайського</a:t>
          </a:r>
          <a:r>
            <a:rPr lang="ru-RU" b="0" i="0" dirty="0"/>
            <a:t> миру (1681 р.)</a:t>
          </a:r>
          <a:endParaRPr lang="uk-UA" dirty="0"/>
        </a:p>
      </dgm:t>
    </dgm:pt>
    <dgm:pt modelId="{512FCE36-4310-4BA3-8AE6-263128B21B72}" type="parTrans" cxnId="{56B3D9CC-0C48-4F1B-A530-95C008503959}">
      <dgm:prSet/>
      <dgm:spPr/>
      <dgm:t>
        <a:bodyPr/>
        <a:lstStyle/>
        <a:p>
          <a:endParaRPr lang="uk-UA"/>
        </a:p>
      </dgm:t>
    </dgm:pt>
    <dgm:pt modelId="{6A5DA22D-FC49-49B5-94E8-905E2D084A8A}" type="sibTrans" cxnId="{56B3D9CC-0C48-4F1B-A530-95C008503959}">
      <dgm:prSet/>
      <dgm:spPr/>
      <dgm:t>
        <a:bodyPr/>
        <a:lstStyle/>
        <a:p>
          <a:endParaRPr lang="uk-UA"/>
        </a:p>
      </dgm:t>
    </dgm:pt>
    <dgm:pt modelId="{17B07DA5-E559-4962-B8FA-BC6662969B55}">
      <dgm:prSet/>
      <dgm:spPr/>
      <dgm:t>
        <a:bodyPr/>
        <a:lstStyle/>
        <a:p>
          <a:r>
            <a:rPr lang="ru-RU" b="0" i="0" dirty="0" err="1"/>
            <a:t>Вічного</a:t>
          </a:r>
          <a:r>
            <a:rPr lang="ru-RU" b="0" i="0" dirty="0"/>
            <a:t> миру (1686 р.)</a:t>
          </a:r>
          <a:endParaRPr lang="uk-UA" dirty="0"/>
        </a:p>
      </dgm:t>
    </dgm:pt>
    <dgm:pt modelId="{D961DB74-2A22-4DE3-A630-7D48FA823017}" type="parTrans" cxnId="{3AAA26A4-E611-4648-BE1A-FF8275CA4E86}">
      <dgm:prSet/>
      <dgm:spPr/>
      <dgm:t>
        <a:bodyPr/>
        <a:lstStyle/>
        <a:p>
          <a:endParaRPr lang="uk-UA"/>
        </a:p>
      </dgm:t>
    </dgm:pt>
    <dgm:pt modelId="{B16FFB38-5584-44CC-8514-605E42093A17}" type="sibTrans" cxnId="{3AAA26A4-E611-4648-BE1A-FF8275CA4E86}">
      <dgm:prSet/>
      <dgm:spPr/>
      <dgm:t>
        <a:bodyPr/>
        <a:lstStyle/>
        <a:p>
          <a:endParaRPr lang="uk-UA"/>
        </a:p>
      </dgm:t>
    </dgm:pt>
    <dgm:pt modelId="{501EDDE9-758C-4AC2-B3ED-9B4B6EFEFCF1}" type="pres">
      <dgm:prSet presAssocID="{D63D7AC9-83CF-4F3A-B73B-0C4DD43C3BA3}" presName="linear" presStyleCnt="0">
        <dgm:presLayoutVars>
          <dgm:animLvl val="lvl"/>
          <dgm:resizeHandles val="exact"/>
        </dgm:presLayoutVars>
      </dgm:prSet>
      <dgm:spPr/>
    </dgm:pt>
    <dgm:pt modelId="{991A021D-5359-4997-9367-693608C97333}" type="pres">
      <dgm:prSet presAssocID="{1395D41D-2189-4A86-A18A-D1332E5865AC}" presName="parentText" presStyleLbl="node1" presStyleIdx="0" presStyleCnt="4">
        <dgm:presLayoutVars>
          <dgm:chMax val="0"/>
          <dgm:bulletEnabled val="1"/>
        </dgm:presLayoutVars>
      </dgm:prSet>
      <dgm:spPr/>
    </dgm:pt>
    <dgm:pt modelId="{CB9D382F-1982-40E9-B0A3-923335F79933}" type="pres">
      <dgm:prSet presAssocID="{A1ADBAEF-2C50-4D54-B027-FE0376EB3FA4}" presName="spacer" presStyleCnt="0"/>
      <dgm:spPr/>
    </dgm:pt>
    <dgm:pt modelId="{3E01D990-C11D-4391-B509-AF1AE6E85F44}" type="pres">
      <dgm:prSet presAssocID="{EC2BC3F4-DDA0-4833-A769-13AD4D7CFF6E}" presName="parentText" presStyleLbl="node1" presStyleIdx="1" presStyleCnt="4">
        <dgm:presLayoutVars>
          <dgm:chMax val="0"/>
          <dgm:bulletEnabled val="1"/>
        </dgm:presLayoutVars>
      </dgm:prSet>
      <dgm:spPr/>
    </dgm:pt>
    <dgm:pt modelId="{AA2B2864-2B48-451D-A630-49408BDF1D57}" type="pres">
      <dgm:prSet presAssocID="{4177E670-2D8C-45AE-AA86-F272D1843367}" presName="spacer" presStyleCnt="0"/>
      <dgm:spPr/>
    </dgm:pt>
    <dgm:pt modelId="{D851035E-CC9A-48DF-9680-2E3A251EEF06}" type="pres">
      <dgm:prSet presAssocID="{8AB68857-C04D-4950-B2D0-61DF714817BC}" presName="parentText" presStyleLbl="node1" presStyleIdx="2" presStyleCnt="4">
        <dgm:presLayoutVars>
          <dgm:chMax val="0"/>
          <dgm:bulletEnabled val="1"/>
        </dgm:presLayoutVars>
      </dgm:prSet>
      <dgm:spPr/>
    </dgm:pt>
    <dgm:pt modelId="{571F7F93-7FCB-419E-BE21-B1F093B18DEF}" type="pres">
      <dgm:prSet presAssocID="{6A5DA22D-FC49-49B5-94E8-905E2D084A8A}" presName="spacer" presStyleCnt="0"/>
      <dgm:spPr/>
    </dgm:pt>
    <dgm:pt modelId="{2BCFBCEA-E3FA-495B-8BA6-E20B0C131A59}" type="pres">
      <dgm:prSet presAssocID="{17B07DA5-E559-4962-B8FA-BC6662969B55}" presName="parentText" presStyleLbl="node1" presStyleIdx="3" presStyleCnt="4">
        <dgm:presLayoutVars>
          <dgm:chMax val="0"/>
          <dgm:bulletEnabled val="1"/>
        </dgm:presLayoutVars>
      </dgm:prSet>
      <dgm:spPr/>
    </dgm:pt>
  </dgm:ptLst>
  <dgm:cxnLst>
    <dgm:cxn modelId="{88A5E657-D49C-4FE4-AF0F-335B93162467}" srcId="{D63D7AC9-83CF-4F3A-B73B-0C4DD43C3BA3}" destId="{1395D41D-2189-4A86-A18A-D1332E5865AC}" srcOrd="0" destOrd="0" parTransId="{D344796F-BED2-4A57-A17E-EFB10C32C81A}" sibTransId="{A1ADBAEF-2C50-4D54-B027-FE0376EB3FA4}"/>
    <dgm:cxn modelId="{D843317B-4E74-40C9-A6FC-91D8A716D769}" type="presOf" srcId="{D63D7AC9-83CF-4F3A-B73B-0C4DD43C3BA3}" destId="{501EDDE9-758C-4AC2-B3ED-9B4B6EFEFCF1}" srcOrd="0" destOrd="0" presId="urn:microsoft.com/office/officeart/2005/8/layout/vList2"/>
    <dgm:cxn modelId="{93B59D8C-BD38-461D-93EA-8BD19273424D}" type="presOf" srcId="{17B07DA5-E559-4962-B8FA-BC6662969B55}" destId="{2BCFBCEA-E3FA-495B-8BA6-E20B0C131A59}" srcOrd="0" destOrd="0" presId="urn:microsoft.com/office/officeart/2005/8/layout/vList2"/>
    <dgm:cxn modelId="{3AAA26A4-E611-4648-BE1A-FF8275CA4E86}" srcId="{D63D7AC9-83CF-4F3A-B73B-0C4DD43C3BA3}" destId="{17B07DA5-E559-4962-B8FA-BC6662969B55}" srcOrd="3" destOrd="0" parTransId="{D961DB74-2A22-4DE3-A630-7D48FA823017}" sibTransId="{B16FFB38-5584-44CC-8514-605E42093A17}"/>
    <dgm:cxn modelId="{56B3D9CC-0C48-4F1B-A530-95C008503959}" srcId="{D63D7AC9-83CF-4F3A-B73B-0C4DD43C3BA3}" destId="{8AB68857-C04D-4950-B2D0-61DF714817BC}" srcOrd="2" destOrd="0" parTransId="{512FCE36-4310-4BA3-8AE6-263128B21B72}" sibTransId="{6A5DA22D-FC49-49B5-94E8-905E2D084A8A}"/>
    <dgm:cxn modelId="{F025C6CF-EF30-4224-8B6B-762D0CC93440}" type="presOf" srcId="{EC2BC3F4-DDA0-4833-A769-13AD4D7CFF6E}" destId="{3E01D990-C11D-4391-B509-AF1AE6E85F44}" srcOrd="0" destOrd="0" presId="urn:microsoft.com/office/officeart/2005/8/layout/vList2"/>
    <dgm:cxn modelId="{578D90DF-3DB1-4B7F-BBF8-6086457961AA}" type="presOf" srcId="{1395D41D-2189-4A86-A18A-D1332E5865AC}" destId="{991A021D-5359-4997-9367-693608C97333}" srcOrd="0" destOrd="0" presId="urn:microsoft.com/office/officeart/2005/8/layout/vList2"/>
    <dgm:cxn modelId="{B56794E3-FCD2-497A-8C26-A9C9B53E483E}" srcId="{D63D7AC9-83CF-4F3A-B73B-0C4DD43C3BA3}" destId="{EC2BC3F4-DDA0-4833-A769-13AD4D7CFF6E}" srcOrd="1" destOrd="0" parTransId="{78BF9EB8-026F-4A51-986D-8F84728D0C1A}" sibTransId="{4177E670-2D8C-45AE-AA86-F272D1843367}"/>
    <dgm:cxn modelId="{A9E583EA-2327-484D-B329-E1E004746774}" type="presOf" srcId="{8AB68857-C04D-4950-B2D0-61DF714817BC}" destId="{D851035E-CC9A-48DF-9680-2E3A251EEF06}" srcOrd="0" destOrd="0" presId="urn:microsoft.com/office/officeart/2005/8/layout/vList2"/>
    <dgm:cxn modelId="{96EDC8CB-0B70-4EE6-972E-860978DACFA8}" type="presParOf" srcId="{501EDDE9-758C-4AC2-B3ED-9B4B6EFEFCF1}" destId="{991A021D-5359-4997-9367-693608C97333}" srcOrd="0" destOrd="0" presId="urn:microsoft.com/office/officeart/2005/8/layout/vList2"/>
    <dgm:cxn modelId="{9924B0C2-5384-49DA-BF0F-4E8A327405AC}" type="presParOf" srcId="{501EDDE9-758C-4AC2-B3ED-9B4B6EFEFCF1}" destId="{CB9D382F-1982-40E9-B0A3-923335F79933}" srcOrd="1" destOrd="0" presId="urn:microsoft.com/office/officeart/2005/8/layout/vList2"/>
    <dgm:cxn modelId="{4B3CFE06-E640-47CF-82F4-FF1DA0D25F4A}" type="presParOf" srcId="{501EDDE9-758C-4AC2-B3ED-9B4B6EFEFCF1}" destId="{3E01D990-C11D-4391-B509-AF1AE6E85F44}" srcOrd="2" destOrd="0" presId="urn:microsoft.com/office/officeart/2005/8/layout/vList2"/>
    <dgm:cxn modelId="{5C1FBAE1-002B-4598-9FB5-D2FF051F538E}" type="presParOf" srcId="{501EDDE9-758C-4AC2-B3ED-9B4B6EFEFCF1}" destId="{AA2B2864-2B48-451D-A630-49408BDF1D57}" srcOrd="3" destOrd="0" presId="urn:microsoft.com/office/officeart/2005/8/layout/vList2"/>
    <dgm:cxn modelId="{9EE17455-96C0-4E4C-9793-F82D41571740}" type="presParOf" srcId="{501EDDE9-758C-4AC2-B3ED-9B4B6EFEFCF1}" destId="{D851035E-CC9A-48DF-9680-2E3A251EEF06}" srcOrd="4" destOrd="0" presId="urn:microsoft.com/office/officeart/2005/8/layout/vList2"/>
    <dgm:cxn modelId="{29738A7D-C43B-4124-9098-65130D7D1855}" type="presParOf" srcId="{501EDDE9-758C-4AC2-B3ED-9B4B6EFEFCF1}" destId="{571F7F93-7FCB-419E-BE21-B1F093B18DEF}" srcOrd="5" destOrd="0" presId="urn:microsoft.com/office/officeart/2005/8/layout/vList2"/>
    <dgm:cxn modelId="{E3FDCC08-50FE-46BC-95EC-68A11FFCA93E}" type="presParOf" srcId="{501EDDE9-758C-4AC2-B3ED-9B4B6EFEFCF1}" destId="{2BCFBCEA-E3FA-495B-8BA6-E20B0C131A5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F8DA230-C103-4A24-A73E-356F5E90E7F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94A3D90-1FBF-4EF9-85CB-609CCABCD2CD}">
      <dgm:prSet/>
      <dgm:spPr/>
      <dgm:t>
        <a:bodyPr/>
        <a:lstStyle/>
        <a:p>
          <a:r>
            <a:rPr lang="ru-RU" b="0" i="0"/>
            <a:t>Іван Брюховецький</a:t>
          </a:r>
          <a:endParaRPr lang="uk-UA"/>
        </a:p>
      </dgm:t>
    </dgm:pt>
    <dgm:pt modelId="{F4ABF4EC-ACAC-4218-8511-7EFDF0F1E8DB}" type="parTrans" cxnId="{8E6CBDB7-684E-4BC6-BE3E-2F65975696A7}">
      <dgm:prSet/>
      <dgm:spPr/>
      <dgm:t>
        <a:bodyPr/>
        <a:lstStyle/>
        <a:p>
          <a:endParaRPr lang="uk-UA"/>
        </a:p>
      </dgm:t>
    </dgm:pt>
    <dgm:pt modelId="{E52BDCBB-7617-4F28-BEEE-082BF2823453}" type="sibTrans" cxnId="{8E6CBDB7-684E-4BC6-BE3E-2F65975696A7}">
      <dgm:prSet/>
      <dgm:spPr/>
      <dgm:t>
        <a:bodyPr/>
        <a:lstStyle/>
        <a:p>
          <a:endParaRPr lang="uk-UA"/>
        </a:p>
      </dgm:t>
    </dgm:pt>
    <dgm:pt modelId="{707B9E09-49DC-4B1D-BDF0-391C521C509E}">
      <dgm:prSet/>
      <dgm:spPr/>
      <dgm:t>
        <a:bodyPr/>
        <a:lstStyle/>
        <a:p>
          <a:r>
            <a:rPr lang="ru-RU" b="0" i="0"/>
            <a:t>Юрій Хмельницький</a:t>
          </a:r>
          <a:endParaRPr lang="uk-UA"/>
        </a:p>
      </dgm:t>
    </dgm:pt>
    <dgm:pt modelId="{4F1A8914-BA13-4E6E-82E0-CDEAFAF8E8C4}" type="parTrans" cxnId="{ECB952E2-31F6-435F-B326-CBE0BEB8D93D}">
      <dgm:prSet/>
      <dgm:spPr/>
      <dgm:t>
        <a:bodyPr/>
        <a:lstStyle/>
        <a:p>
          <a:endParaRPr lang="uk-UA"/>
        </a:p>
      </dgm:t>
    </dgm:pt>
    <dgm:pt modelId="{59CE0739-54D3-43CA-A769-DE0792AD3682}" type="sibTrans" cxnId="{ECB952E2-31F6-435F-B326-CBE0BEB8D93D}">
      <dgm:prSet/>
      <dgm:spPr/>
      <dgm:t>
        <a:bodyPr/>
        <a:lstStyle/>
        <a:p>
          <a:endParaRPr lang="uk-UA"/>
        </a:p>
      </dgm:t>
    </dgm:pt>
    <dgm:pt modelId="{505284F3-2B1D-467F-82C8-87E973120C8E}">
      <dgm:prSet/>
      <dgm:spPr/>
      <dgm:t>
        <a:bodyPr/>
        <a:lstStyle/>
        <a:p>
          <a:r>
            <a:rPr lang="ru-RU" b="0" i="0"/>
            <a:t>Дем’ян Многогрішний</a:t>
          </a:r>
          <a:endParaRPr lang="uk-UA"/>
        </a:p>
      </dgm:t>
    </dgm:pt>
    <dgm:pt modelId="{62B2A361-C737-4FE6-8047-C0E59AECD323}" type="parTrans" cxnId="{FCF48545-D1E5-4886-BFD2-4A9D74FED93E}">
      <dgm:prSet/>
      <dgm:spPr/>
      <dgm:t>
        <a:bodyPr/>
        <a:lstStyle/>
        <a:p>
          <a:endParaRPr lang="uk-UA"/>
        </a:p>
      </dgm:t>
    </dgm:pt>
    <dgm:pt modelId="{F0D7D0AD-6B24-4ABF-B266-92978A81054A}" type="sibTrans" cxnId="{FCF48545-D1E5-4886-BFD2-4A9D74FED93E}">
      <dgm:prSet/>
      <dgm:spPr/>
      <dgm:t>
        <a:bodyPr/>
        <a:lstStyle/>
        <a:p>
          <a:endParaRPr lang="uk-UA"/>
        </a:p>
      </dgm:t>
    </dgm:pt>
    <dgm:pt modelId="{80651E17-79C0-48FB-909D-568A4A305B32}">
      <dgm:prSet/>
      <dgm:spPr/>
      <dgm:t>
        <a:bodyPr/>
        <a:lstStyle/>
        <a:p>
          <a:r>
            <a:rPr lang="ru-RU" b="0" i="0"/>
            <a:t>Пилип Орлик</a:t>
          </a:r>
          <a:endParaRPr lang="uk-UA"/>
        </a:p>
      </dgm:t>
    </dgm:pt>
    <dgm:pt modelId="{AAF904D5-9C27-4046-8882-F1F0FF41615D}" type="parTrans" cxnId="{4855CCF0-12BB-4D77-B39F-618B3FE63C98}">
      <dgm:prSet/>
      <dgm:spPr/>
      <dgm:t>
        <a:bodyPr/>
        <a:lstStyle/>
        <a:p>
          <a:endParaRPr lang="uk-UA"/>
        </a:p>
      </dgm:t>
    </dgm:pt>
    <dgm:pt modelId="{573069CA-A8F1-4E60-9BCE-B00316D25262}" type="sibTrans" cxnId="{4855CCF0-12BB-4D77-B39F-618B3FE63C98}">
      <dgm:prSet/>
      <dgm:spPr/>
      <dgm:t>
        <a:bodyPr/>
        <a:lstStyle/>
        <a:p>
          <a:endParaRPr lang="uk-UA"/>
        </a:p>
      </dgm:t>
    </dgm:pt>
    <dgm:pt modelId="{D2889269-53E5-4A4C-AC92-BEE40A57EE24}">
      <dgm:prSet/>
      <dgm:spPr/>
      <dgm:t>
        <a:bodyPr/>
        <a:lstStyle/>
        <a:p>
          <a:r>
            <a:rPr lang="ru-RU" b="0" i="0"/>
            <a:t>Іван Скоропадський</a:t>
          </a:r>
          <a:endParaRPr lang="uk-UA"/>
        </a:p>
      </dgm:t>
    </dgm:pt>
    <dgm:pt modelId="{12E68390-87E3-419E-B1CA-1A46A0BD0D97}" type="parTrans" cxnId="{184523C7-5C54-49D2-9A51-982A743A6684}">
      <dgm:prSet/>
      <dgm:spPr/>
      <dgm:t>
        <a:bodyPr/>
        <a:lstStyle/>
        <a:p>
          <a:endParaRPr lang="uk-UA"/>
        </a:p>
      </dgm:t>
    </dgm:pt>
    <dgm:pt modelId="{7CB8C18B-A0DA-4047-9A1D-C413E9A3A257}" type="sibTrans" cxnId="{184523C7-5C54-49D2-9A51-982A743A6684}">
      <dgm:prSet/>
      <dgm:spPr/>
      <dgm:t>
        <a:bodyPr/>
        <a:lstStyle/>
        <a:p>
          <a:endParaRPr lang="uk-UA"/>
        </a:p>
      </dgm:t>
    </dgm:pt>
    <dgm:pt modelId="{B8590DB9-18AF-49EE-B359-809012079EF8}">
      <dgm:prSet/>
      <dgm:spPr/>
      <dgm:t>
        <a:bodyPr/>
        <a:lstStyle/>
        <a:p>
          <a:r>
            <a:rPr lang="ru-RU" b="0" i="0"/>
            <a:t>Данило Апостол</a:t>
          </a:r>
          <a:endParaRPr lang="uk-UA"/>
        </a:p>
      </dgm:t>
    </dgm:pt>
    <dgm:pt modelId="{6FB7B1CB-FFDD-4A7A-9066-8FBEC2BD4D88}" type="parTrans" cxnId="{E6E39170-1B5C-4544-B6EE-2C470B03A988}">
      <dgm:prSet/>
      <dgm:spPr/>
      <dgm:t>
        <a:bodyPr/>
        <a:lstStyle/>
        <a:p>
          <a:endParaRPr lang="uk-UA"/>
        </a:p>
      </dgm:t>
    </dgm:pt>
    <dgm:pt modelId="{D8A125B9-FF50-471A-B509-51A820967DEE}" type="sibTrans" cxnId="{E6E39170-1B5C-4544-B6EE-2C470B03A988}">
      <dgm:prSet/>
      <dgm:spPr/>
      <dgm:t>
        <a:bodyPr/>
        <a:lstStyle/>
        <a:p>
          <a:endParaRPr lang="uk-UA"/>
        </a:p>
      </dgm:t>
    </dgm:pt>
    <dgm:pt modelId="{515848E0-07E7-4E1A-ADE4-33D6A0618ACC}">
      <dgm:prSet/>
      <dgm:spPr/>
      <dgm:t>
        <a:bodyPr/>
        <a:lstStyle/>
        <a:p>
          <a:r>
            <a:rPr lang="ru-RU" b="0" i="0"/>
            <a:t>Кирило Розумовський</a:t>
          </a:r>
          <a:endParaRPr lang="uk-UA"/>
        </a:p>
      </dgm:t>
    </dgm:pt>
    <dgm:pt modelId="{C790CEEB-DA42-4611-97F7-7279AC47F92B}" type="parTrans" cxnId="{371C9AC3-B7F9-43CF-A940-34C3BA1DCCD3}">
      <dgm:prSet/>
      <dgm:spPr/>
      <dgm:t>
        <a:bodyPr/>
        <a:lstStyle/>
        <a:p>
          <a:endParaRPr lang="uk-UA"/>
        </a:p>
      </dgm:t>
    </dgm:pt>
    <dgm:pt modelId="{DEDAA233-6702-47E0-814B-F34DF4B0885B}" type="sibTrans" cxnId="{371C9AC3-B7F9-43CF-A940-34C3BA1DCCD3}">
      <dgm:prSet/>
      <dgm:spPr/>
      <dgm:t>
        <a:bodyPr/>
        <a:lstStyle/>
        <a:p>
          <a:endParaRPr lang="uk-UA"/>
        </a:p>
      </dgm:t>
    </dgm:pt>
    <dgm:pt modelId="{374FE319-592D-4FB7-81FA-87D45C558402}" type="pres">
      <dgm:prSet presAssocID="{0F8DA230-C103-4A24-A73E-356F5E90E7F5}" presName="linear" presStyleCnt="0">
        <dgm:presLayoutVars>
          <dgm:animLvl val="lvl"/>
          <dgm:resizeHandles val="exact"/>
        </dgm:presLayoutVars>
      </dgm:prSet>
      <dgm:spPr/>
    </dgm:pt>
    <dgm:pt modelId="{8ED4A858-747D-448D-A406-DD8176249B43}" type="pres">
      <dgm:prSet presAssocID="{694A3D90-1FBF-4EF9-85CB-609CCABCD2CD}" presName="parentText" presStyleLbl="node1" presStyleIdx="0" presStyleCnt="7">
        <dgm:presLayoutVars>
          <dgm:chMax val="0"/>
          <dgm:bulletEnabled val="1"/>
        </dgm:presLayoutVars>
      </dgm:prSet>
      <dgm:spPr/>
    </dgm:pt>
    <dgm:pt modelId="{C5D84050-43DD-4036-8B13-05D690BDD47E}" type="pres">
      <dgm:prSet presAssocID="{E52BDCBB-7617-4F28-BEEE-082BF2823453}" presName="spacer" presStyleCnt="0"/>
      <dgm:spPr/>
    </dgm:pt>
    <dgm:pt modelId="{5A731B26-FF82-4888-BDF2-7DD81411F12F}" type="pres">
      <dgm:prSet presAssocID="{707B9E09-49DC-4B1D-BDF0-391C521C509E}" presName="parentText" presStyleLbl="node1" presStyleIdx="1" presStyleCnt="7">
        <dgm:presLayoutVars>
          <dgm:chMax val="0"/>
          <dgm:bulletEnabled val="1"/>
        </dgm:presLayoutVars>
      </dgm:prSet>
      <dgm:spPr/>
    </dgm:pt>
    <dgm:pt modelId="{A49AD145-C786-40AF-87E5-14EA68CCE8C3}" type="pres">
      <dgm:prSet presAssocID="{59CE0739-54D3-43CA-A769-DE0792AD3682}" presName="spacer" presStyleCnt="0"/>
      <dgm:spPr/>
    </dgm:pt>
    <dgm:pt modelId="{004D4DA4-786C-4885-A4F6-D688F9716BDC}" type="pres">
      <dgm:prSet presAssocID="{505284F3-2B1D-467F-82C8-87E973120C8E}" presName="parentText" presStyleLbl="node1" presStyleIdx="2" presStyleCnt="7">
        <dgm:presLayoutVars>
          <dgm:chMax val="0"/>
          <dgm:bulletEnabled val="1"/>
        </dgm:presLayoutVars>
      </dgm:prSet>
      <dgm:spPr/>
    </dgm:pt>
    <dgm:pt modelId="{D7DE8114-7213-440C-ACA3-262021892A88}" type="pres">
      <dgm:prSet presAssocID="{F0D7D0AD-6B24-4ABF-B266-92978A81054A}" presName="spacer" presStyleCnt="0"/>
      <dgm:spPr/>
    </dgm:pt>
    <dgm:pt modelId="{0BD456E9-E3A5-4BA1-8569-44AEEF85314F}" type="pres">
      <dgm:prSet presAssocID="{80651E17-79C0-48FB-909D-568A4A305B32}" presName="parentText" presStyleLbl="node1" presStyleIdx="3" presStyleCnt="7">
        <dgm:presLayoutVars>
          <dgm:chMax val="0"/>
          <dgm:bulletEnabled val="1"/>
        </dgm:presLayoutVars>
      </dgm:prSet>
      <dgm:spPr/>
    </dgm:pt>
    <dgm:pt modelId="{1E23E728-76E4-4A8B-BD07-EEC419B41E7D}" type="pres">
      <dgm:prSet presAssocID="{573069CA-A8F1-4E60-9BCE-B00316D25262}" presName="spacer" presStyleCnt="0"/>
      <dgm:spPr/>
    </dgm:pt>
    <dgm:pt modelId="{2CCBF2B5-35C9-4F19-9B69-447B22577AE4}" type="pres">
      <dgm:prSet presAssocID="{D2889269-53E5-4A4C-AC92-BEE40A57EE24}" presName="parentText" presStyleLbl="node1" presStyleIdx="4" presStyleCnt="7">
        <dgm:presLayoutVars>
          <dgm:chMax val="0"/>
          <dgm:bulletEnabled val="1"/>
        </dgm:presLayoutVars>
      </dgm:prSet>
      <dgm:spPr/>
    </dgm:pt>
    <dgm:pt modelId="{3FF9DD19-2C3D-420F-8312-FAB2588E40A6}" type="pres">
      <dgm:prSet presAssocID="{7CB8C18B-A0DA-4047-9A1D-C413E9A3A257}" presName="spacer" presStyleCnt="0"/>
      <dgm:spPr/>
    </dgm:pt>
    <dgm:pt modelId="{48980F43-6DA0-4A03-BDF2-93223A9DBF1E}" type="pres">
      <dgm:prSet presAssocID="{B8590DB9-18AF-49EE-B359-809012079EF8}" presName="parentText" presStyleLbl="node1" presStyleIdx="5" presStyleCnt="7">
        <dgm:presLayoutVars>
          <dgm:chMax val="0"/>
          <dgm:bulletEnabled val="1"/>
        </dgm:presLayoutVars>
      </dgm:prSet>
      <dgm:spPr/>
    </dgm:pt>
    <dgm:pt modelId="{C02ADA4E-3FA4-4FD8-A08C-0329E961CC1D}" type="pres">
      <dgm:prSet presAssocID="{D8A125B9-FF50-471A-B509-51A820967DEE}" presName="spacer" presStyleCnt="0"/>
      <dgm:spPr/>
    </dgm:pt>
    <dgm:pt modelId="{DE77B627-D176-4B72-AB6C-284621591A6F}" type="pres">
      <dgm:prSet presAssocID="{515848E0-07E7-4E1A-ADE4-33D6A0618ACC}" presName="parentText" presStyleLbl="node1" presStyleIdx="6" presStyleCnt="7">
        <dgm:presLayoutVars>
          <dgm:chMax val="0"/>
          <dgm:bulletEnabled val="1"/>
        </dgm:presLayoutVars>
      </dgm:prSet>
      <dgm:spPr/>
    </dgm:pt>
  </dgm:ptLst>
  <dgm:cxnLst>
    <dgm:cxn modelId="{D133290F-52BB-4D7C-90B1-83BBA76270C5}" type="presOf" srcId="{80651E17-79C0-48FB-909D-568A4A305B32}" destId="{0BD456E9-E3A5-4BA1-8569-44AEEF85314F}" srcOrd="0" destOrd="0" presId="urn:microsoft.com/office/officeart/2005/8/layout/vList2"/>
    <dgm:cxn modelId="{2D3AEC40-9C6F-4980-B829-A4200F01E4AB}" type="presOf" srcId="{515848E0-07E7-4E1A-ADE4-33D6A0618ACC}" destId="{DE77B627-D176-4B72-AB6C-284621591A6F}" srcOrd="0" destOrd="0" presId="urn:microsoft.com/office/officeart/2005/8/layout/vList2"/>
    <dgm:cxn modelId="{8D549D63-C5BD-4E13-B6C8-D628C5255205}" type="presOf" srcId="{D2889269-53E5-4A4C-AC92-BEE40A57EE24}" destId="{2CCBF2B5-35C9-4F19-9B69-447B22577AE4}" srcOrd="0" destOrd="0" presId="urn:microsoft.com/office/officeart/2005/8/layout/vList2"/>
    <dgm:cxn modelId="{FCF48545-D1E5-4886-BFD2-4A9D74FED93E}" srcId="{0F8DA230-C103-4A24-A73E-356F5E90E7F5}" destId="{505284F3-2B1D-467F-82C8-87E973120C8E}" srcOrd="2" destOrd="0" parTransId="{62B2A361-C737-4FE6-8047-C0E59AECD323}" sibTransId="{F0D7D0AD-6B24-4ABF-B266-92978A81054A}"/>
    <dgm:cxn modelId="{E6E39170-1B5C-4544-B6EE-2C470B03A988}" srcId="{0F8DA230-C103-4A24-A73E-356F5E90E7F5}" destId="{B8590DB9-18AF-49EE-B359-809012079EF8}" srcOrd="5" destOrd="0" parTransId="{6FB7B1CB-FFDD-4A7A-9066-8FBEC2BD4D88}" sibTransId="{D8A125B9-FF50-471A-B509-51A820967DEE}"/>
    <dgm:cxn modelId="{C005147D-14EC-497A-AEA2-88CF751A232F}" type="presOf" srcId="{707B9E09-49DC-4B1D-BDF0-391C521C509E}" destId="{5A731B26-FF82-4888-BDF2-7DD81411F12F}" srcOrd="0" destOrd="0" presId="urn:microsoft.com/office/officeart/2005/8/layout/vList2"/>
    <dgm:cxn modelId="{24363F99-B32D-42AE-9497-727850CE4CB6}" type="presOf" srcId="{694A3D90-1FBF-4EF9-85CB-609CCABCD2CD}" destId="{8ED4A858-747D-448D-A406-DD8176249B43}" srcOrd="0" destOrd="0" presId="urn:microsoft.com/office/officeart/2005/8/layout/vList2"/>
    <dgm:cxn modelId="{8E6CBDB7-684E-4BC6-BE3E-2F65975696A7}" srcId="{0F8DA230-C103-4A24-A73E-356F5E90E7F5}" destId="{694A3D90-1FBF-4EF9-85CB-609CCABCD2CD}" srcOrd="0" destOrd="0" parTransId="{F4ABF4EC-ACAC-4218-8511-7EFDF0F1E8DB}" sibTransId="{E52BDCBB-7617-4F28-BEEE-082BF2823453}"/>
    <dgm:cxn modelId="{371C9AC3-B7F9-43CF-A940-34C3BA1DCCD3}" srcId="{0F8DA230-C103-4A24-A73E-356F5E90E7F5}" destId="{515848E0-07E7-4E1A-ADE4-33D6A0618ACC}" srcOrd="6" destOrd="0" parTransId="{C790CEEB-DA42-4611-97F7-7279AC47F92B}" sibTransId="{DEDAA233-6702-47E0-814B-F34DF4B0885B}"/>
    <dgm:cxn modelId="{184523C7-5C54-49D2-9A51-982A743A6684}" srcId="{0F8DA230-C103-4A24-A73E-356F5E90E7F5}" destId="{D2889269-53E5-4A4C-AC92-BEE40A57EE24}" srcOrd="4" destOrd="0" parTransId="{12E68390-87E3-419E-B1CA-1A46A0BD0D97}" sibTransId="{7CB8C18B-A0DA-4047-9A1D-C413E9A3A257}"/>
    <dgm:cxn modelId="{B48002CC-6E25-451D-8F3F-F1267FF25BB6}" type="presOf" srcId="{0F8DA230-C103-4A24-A73E-356F5E90E7F5}" destId="{374FE319-592D-4FB7-81FA-87D45C558402}" srcOrd="0" destOrd="0" presId="urn:microsoft.com/office/officeart/2005/8/layout/vList2"/>
    <dgm:cxn modelId="{6D9004D8-33F9-4531-AA11-4EF6058D3AD7}" type="presOf" srcId="{B8590DB9-18AF-49EE-B359-809012079EF8}" destId="{48980F43-6DA0-4A03-BDF2-93223A9DBF1E}" srcOrd="0" destOrd="0" presId="urn:microsoft.com/office/officeart/2005/8/layout/vList2"/>
    <dgm:cxn modelId="{ECB952E2-31F6-435F-B326-CBE0BEB8D93D}" srcId="{0F8DA230-C103-4A24-A73E-356F5E90E7F5}" destId="{707B9E09-49DC-4B1D-BDF0-391C521C509E}" srcOrd="1" destOrd="0" parTransId="{4F1A8914-BA13-4E6E-82E0-CDEAFAF8E8C4}" sibTransId="{59CE0739-54D3-43CA-A769-DE0792AD3682}"/>
    <dgm:cxn modelId="{4855CCF0-12BB-4D77-B39F-618B3FE63C98}" srcId="{0F8DA230-C103-4A24-A73E-356F5E90E7F5}" destId="{80651E17-79C0-48FB-909D-568A4A305B32}" srcOrd="3" destOrd="0" parTransId="{AAF904D5-9C27-4046-8882-F1F0FF41615D}" sibTransId="{573069CA-A8F1-4E60-9BCE-B00316D25262}"/>
    <dgm:cxn modelId="{7ADDEFF9-AAA4-4BCA-98D1-C550A51E123A}" type="presOf" srcId="{505284F3-2B1D-467F-82C8-87E973120C8E}" destId="{004D4DA4-786C-4885-A4F6-D688F9716BDC}" srcOrd="0" destOrd="0" presId="urn:microsoft.com/office/officeart/2005/8/layout/vList2"/>
    <dgm:cxn modelId="{817462ED-1200-4249-886A-BA2C47BC16DB}" type="presParOf" srcId="{374FE319-592D-4FB7-81FA-87D45C558402}" destId="{8ED4A858-747D-448D-A406-DD8176249B43}" srcOrd="0" destOrd="0" presId="urn:microsoft.com/office/officeart/2005/8/layout/vList2"/>
    <dgm:cxn modelId="{68719CBF-1557-4F47-BACF-FD741AA2941D}" type="presParOf" srcId="{374FE319-592D-4FB7-81FA-87D45C558402}" destId="{C5D84050-43DD-4036-8B13-05D690BDD47E}" srcOrd="1" destOrd="0" presId="urn:microsoft.com/office/officeart/2005/8/layout/vList2"/>
    <dgm:cxn modelId="{C5B10C98-DFC8-4EE4-9096-2F1CE9376652}" type="presParOf" srcId="{374FE319-592D-4FB7-81FA-87D45C558402}" destId="{5A731B26-FF82-4888-BDF2-7DD81411F12F}" srcOrd="2" destOrd="0" presId="urn:microsoft.com/office/officeart/2005/8/layout/vList2"/>
    <dgm:cxn modelId="{DEF562E5-CAF9-4ACB-8394-7ECAAE73B0D2}" type="presParOf" srcId="{374FE319-592D-4FB7-81FA-87D45C558402}" destId="{A49AD145-C786-40AF-87E5-14EA68CCE8C3}" srcOrd="3" destOrd="0" presId="urn:microsoft.com/office/officeart/2005/8/layout/vList2"/>
    <dgm:cxn modelId="{C029308B-1B4B-4843-A4BB-D8EE83FF1C82}" type="presParOf" srcId="{374FE319-592D-4FB7-81FA-87D45C558402}" destId="{004D4DA4-786C-4885-A4F6-D688F9716BDC}" srcOrd="4" destOrd="0" presId="urn:microsoft.com/office/officeart/2005/8/layout/vList2"/>
    <dgm:cxn modelId="{C3AEE003-15B2-4C3B-AC30-A702E1B2A720}" type="presParOf" srcId="{374FE319-592D-4FB7-81FA-87D45C558402}" destId="{D7DE8114-7213-440C-ACA3-262021892A88}" srcOrd="5" destOrd="0" presId="urn:microsoft.com/office/officeart/2005/8/layout/vList2"/>
    <dgm:cxn modelId="{C401A523-4C2E-4D07-A6D6-758637DEFB5C}" type="presParOf" srcId="{374FE319-592D-4FB7-81FA-87D45C558402}" destId="{0BD456E9-E3A5-4BA1-8569-44AEEF85314F}" srcOrd="6" destOrd="0" presId="urn:microsoft.com/office/officeart/2005/8/layout/vList2"/>
    <dgm:cxn modelId="{FE90532E-E14E-40C7-AD5A-BDE2B3B53D6A}" type="presParOf" srcId="{374FE319-592D-4FB7-81FA-87D45C558402}" destId="{1E23E728-76E4-4A8B-BD07-EEC419B41E7D}" srcOrd="7" destOrd="0" presId="urn:microsoft.com/office/officeart/2005/8/layout/vList2"/>
    <dgm:cxn modelId="{F444B30B-5DD0-4E29-9D90-1CB54F687A8E}" type="presParOf" srcId="{374FE319-592D-4FB7-81FA-87D45C558402}" destId="{2CCBF2B5-35C9-4F19-9B69-447B22577AE4}" srcOrd="8" destOrd="0" presId="urn:microsoft.com/office/officeart/2005/8/layout/vList2"/>
    <dgm:cxn modelId="{3312A190-6ADC-403B-8A0B-32E5410559E9}" type="presParOf" srcId="{374FE319-592D-4FB7-81FA-87D45C558402}" destId="{3FF9DD19-2C3D-420F-8312-FAB2588E40A6}" srcOrd="9" destOrd="0" presId="urn:microsoft.com/office/officeart/2005/8/layout/vList2"/>
    <dgm:cxn modelId="{5C29B381-441A-496E-B400-52B9510C6E10}" type="presParOf" srcId="{374FE319-592D-4FB7-81FA-87D45C558402}" destId="{48980F43-6DA0-4A03-BDF2-93223A9DBF1E}" srcOrd="10" destOrd="0" presId="urn:microsoft.com/office/officeart/2005/8/layout/vList2"/>
    <dgm:cxn modelId="{36098CB2-4F6B-46EC-86DA-16E0C20CA644}" type="presParOf" srcId="{374FE319-592D-4FB7-81FA-87D45C558402}" destId="{C02ADA4E-3FA4-4FD8-A08C-0329E961CC1D}" srcOrd="11" destOrd="0" presId="urn:microsoft.com/office/officeart/2005/8/layout/vList2"/>
    <dgm:cxn modelId="{575788E7-2D1E-451B-8EF8-F88875B38884}" type="presParOf" srcId="{374FE319-592D-4FB7-81FA-87D45C558402}" destId="{DE77B627-D176-4B72-AB6C-284621591A6F}"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6303E2C-F56D-486E-9A0C-9CC1182C8ACC}"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7B94BF24-4CB7-403A-B9C3-B588C27D7ABB}">
      <dgm:prSet/>
      <dgm:spPr/>
      <dgm:t>
        <a:bodyPr/>
        <a:lstStyle/>
        <a:p>
          <a:r>
            <a:rPr lang="ru-RU" b="0" i="0"/>
            <a:t>І. Брюховецький</a:t>
          </a:r>
          <a:endParaRPr lang="uk-UA"/>
        </a:p>
      </dgm:t>
    </dgm:pt>
    <dgm:pt modelId="{DA126104-C8C9-4884-8A46-6914D53677B4}" type="parTrans" cxnId="{367045B5-AC45-470A-81B3-163EF05658DC}">
      <dgm:prSet/>
      <dgm:spPr/>
      <dgm:t>
        <a:bodyPr/>
        <a:lstStyle/>
        <a:p>
          <a:endParaRPr lang="uk-UA"/>
        </a:p>
      </dgm:t>
    </dgm:pt>
    <dgm:pt modelId="{D1FBEC07-5906-4C2A-9A1A-396EA09A9DB3}" type="sibTrans" cxnId="{367045B5-AC45-470A-81B3-163EF05658DC}">
      <dgm:prSet/>
      <dgm:spPr/>
      <dgm:t>
        <a:bodyPr/>
        <a:lstStyle/>
        <a:p>
          <a:endParaRPr lang="uk-UA"/>
        </a:p>
      </dgm:t>
    </dgm:pt>
    <dgm:pt modelId="{4E67E679-EBD1-4D8B-BBF0-FEC8AA337ECD}">
      <dgm:prSet/>
      <dgm:spPr/>
      <dgm:t>
        <a:bodyPr/>
        <a:lstStyle/>
        <a:p>
          <a:r>
            <a:rPr lang="ru-RU" b="0" i="0"/>
            <a:t>Ю. Хмельницький</a:t>
          </a:r>
          <a:endParaRPr lang="uk-UA"/>
        </a:p>
      </dgm:t>
    </dgm:pt>
    <dgm:pt modelId="{940C8D8B-1C8B-4CE6-ACF5-FC3F41FB42AB}" type="parTrans" cxnId="{651C0A7F-AB5E-4567-B384-F0C8CCF7CBF4}">
      <dgm:prSet/>
      <dgm:spPr/>
      <dgm:t>
        <a:bodyPr/>
        <a:lstStyle/>
        <a:p>
          <a:endParaRPr lang="uk-UA"/>
        </a:p>
      </dgm:t>
    </dgm:pt>
    <dgm:pt modelId="{10036DD3-C797-411F-89AD-A2DAD189A239}" type="sibTrans" cxnId="{651C0A7F-AB5E-4567-B384-F0C8CCF7CBF4}">
      <dgm:prSet/>
      <dgm:spPr/>
      <dgm:t>
        <a:bodyPr/>
        <a:lstStyle/>
        <a:p>
          <a:endParaRPr lang="uk-UA"/>
        </a:p>
      </dgm:t>
    </dgm:pt>
    <dgm:pt modelId="{EEF25515-F3A4-4707-814B-81D5630AC42B}">
      <dgm:prSet/>
      <dgm:spPr/>
      <dgm:t>
        <a:bodyPr/>
        <a:lstStyle/>
        <a:p>
          <a:r>
            <a:rPr lang="ru-RU" b="0" i="0"/>
            <a:t>Д. Многогрішний</a:t>
          </a:r>
          <a:endParaRPr lang="uk-UA"/>
        </a:p>
      </dgm:t>
    </dgm:pt>
    <dgm:pt modelId="{08E8425E-6AD7-4528-AA3A-262E99D66129}" type="parTrans" cxnId="{0C10A594-5233-4A16-9499-7EC4A28673A1}">
      <dgm:prSet/>
      <dgm:spPr/>
      <dgm:t>
        <a:bodyPr/>
        <a:lstStyle/>
        <a:p>
          <a:endParaRPr lang="uk-UA"/>
        </a:p>
      </dgm:t>
    </dgm:pt>
    <dgm:pt modelId="{7BCA78DE-FBFE-4FB1-ACDF-EE28783799F8}" type="sibTrans" cxnId="{0C10A594-5233-4A16-9499-7EC4A28673A1}">
      <dgm:prSet/>
      <dgm:spPr/>
      <dgm:t>
        <a:bodyPr/>
        <a:lstStyle/>
        <a:p>
          <a:endParaRPr lang="uk-UA"/>
        </a:p>
      </dgm:t>
    </dgm:pt>
    <dgm:pt modelId="{FF6E6996-E49E-4BE3-B317-22910DDC90E1}">
      <dgm:prSet/>
      <dgm:spPr/>
      <dgm:t>
        <a:bodyPr/>
        <a:lstStyle/>
        <a:p>
          <a:r>
            <a:rPr lang="ru-RU" b="0" i="0"/>
            <a:t>П. Орлик</a:t>
          </a:r>
          <a:endParaRPr lang="uk-UA"/>
        </a:p>
      </dgm:t>
    </dgm:pt>
    <dgm:pt modelId="{2A45258F-E8B1-4083-BD0E-F3881514E5A3}" type="parTrans" cxnId="{3E3C839C-451F-4CC7-BDF5-B42FD95DB240}">
      <dgm:prSet/>
      <dgm:spPr/>
      <dgm:t>
        <a:bodyPr/>
        <a:lstStyle/>
        <a:p>
          <a:endParaRPr lang="uk-UA"/>
        </a:p>
      </dgm:t>
    </dgm:pt>
    <dgm:pt modelId="{5B98CD91-C658-409B-A613-B8E9145E19D8}" type="sibTrans" cxnId="{3E3C839C-451F-4CC7-BDF5-B42FD95DB240}">
      <dgm:prSet/>
      <dgm:spPr/>
      <dgm:t>
        <a:bodyPr/>
        <a:lstStyle/>
        <a:p>
          <a:endParaRPr lang="uk-UA"/>
        </a:p>
      </dgm:t>
    </dgm:pt>
    <dgm:pt modelId="{32A8FD8F-24D0-46A5-8FA2-AF4611ECBF83}">
      <dgm:prSet/>
      <dgm:spPr/>
      <dgm:t>
        <a:bodyPr/>
        <a:lstStyle/>
        <a:p>
          <a:r>
            <a:rPr lang="ru-RU" b="0" i="0"/>
            <a:t>І. Скоропадський</a:t>
          </a:r>
          <a:endParaRPr lang="uk-UA"/>
        </a:p>
      </dgm:t>
    </dgm:pt>
    <dgm:pt modelId="{7CAB3B84-9041-4CAA-B96F-837252925118}" type="parTrans" cxnId="{2629E0F7-14E9-451C-865C-BCB1DEEFF5DD}">
      <dgm:prSet/>
      <dgm:spPr/>
      <dgm:t>
        <a:bodyPr/>
        <a:lstStyle/>
        <a:p>
          <a:endParaRPr lang="uk-UA"/>
        </a:p>
      </dgm:t>
    </dgm:pt>
    <dgm:pt modelId="{300AA894-DE6A-424F-9A5B-29F8E180838D}" type="sibTrans" cxnId="{2629E0F7-14E9-451C-865C-BCB1DEEFF5DD}">
      <dgm:prSet/>
      <dgm:spPr/>
      <dgm:t>
        <a:bodyPr/>
        <a:lstStyle/>
        <a:p>
          <a:endParaRPr lang="uk-UA"/>
        </a:p>
      </dgm:t>
    </dgm:pt>
    <dgm:pt modelId="{7F8D237F-B1B7-42D4-968E-5A88F1F8F187}">
      <dgm:prSet/>
      <dgm:spPr/>
      <dgm:t>
        <a:bodyPr/>
        <a:lstStyle/>
        <a:p>
          <a:r>
            <a:rPr lang="ru-RU" b="0" i="0"/>
            <a:t>Д. Апостол</a:t>
          </a:r>
          <a:endParaRPr lang="uk-UA"/>
        </a:p>
      </dgm:t>
    </dgm:pt>
    <dgm:pt modelId="{5E5BF538-0AB9-466B-A149-A4C23A14ABFE}" type="parTrans" cxnId="{617F2A27-4F5E-4D5D-BD11-254B839E1020}">
      <dgm:prSet/>
      <dgm:spPr/>
      <dgm:t>
        <a:bodyPr/>
        <a:lstStyle/>
        <a:p>
          <a:endParaRPr lang="uk-UA"/>
        </a:p>
      </dgm:t>
    </dgm:pt>
    <dgm:pt modelId="{80DF5D2E-BDCF-4E82-9BF9-53936042D532}" type="sibTrans" cxnId="{617F2A27-4F5E-4D5D-BD11-254B839E1020}">
      <dgm:prSet/>
      <dgm:spPr/>
      <dgm:t>
        <a:bodyPr/>
        <a:lstStyle/>
        <a:p>
          <a:endParaRPr lang="uk-UA"/>
        </a:p>
      </dgm:t>
    </dgm:pt>
    <dgm:pt modelId="{ECE0F493-596F-4C94-B7EA-260B8CC439B7}">
      <dgm:prSet/>
      <dgm:spPr/>
      <dgm:t>
        <a:bodyPr/>
        <a:lstStyle/>
        <a:p>
          <a:r>
            <a:rPr lang="ru-RU" b="0" i="0"/>
            <a:t>К. Розумовський</a:t>
          </a:r>
          <a:endParaRPr lang="uk-UA"/>
        </a:p>
      </dgm:t>
    </dgm:pt>
    <dgm:pt modelId="{3FFE7191-EB05-4B9F-825D-F32813B2E80D}" type="parTrans" cxnId="{FF412572-9B16-48A1-8F42-434DD977F1AB}">
      <dgm:prSet/>
      <dgm:spPr/>
      <dgm:t>
        <a:bodyPr/>
        <a:lstStyle/>
        <a:p>
          <a:endParaRPr lang="uk-UA"/>
        </a:p>
      </dgm:t>
    </dgm:pt>
    <dgm:pt modelId="{3DF6B93F-9441-4861-91C0-345454D3EE9B}" type="sibTrans" cxnId="{FF412572-9B16-48A1-8F42-434DD977F1AB}">
      <dgm:prSet/>
      <dgm:spPr/>
      <dgm:t>
        <a:bodyPr/>
        <a:lstStyle/>
        <a:p>
          <a:endParaRPr lang="uk-UA"/>
        </a:p>
      </dgm:t>
    </dgm:pt>
    <dgm:pt modelId="{073CD608-A526-4191-A36D-B0F3FA92FB2A}" type="pres">
      <dgm:prSet presAssocID="{B6303E2C-F56D-486E-9A0C-9CC1182C8ACC}" presName="compositeShape" presStyleCnt="0">
        <dgm:presLayoutVars>
          <dgm:chMax val="7"/>
          <dgm:dir/>
          <dgm:resizeHandles val="exact"/>
        </dgm:presLayoutVars>
      </dgm:prSet>
      <dgm:spPr/>
    </dgm:pt>
    <dgm:pt modelId="{D6664859-996C-4CAF-934A-5B7B3991608E}" type="pres">
      <dgm:prSet presAssocID="{7B94BF24-4CB7-403A-B9C3-B588C27D7ABB}" presName="circ1" presStyleLbl="vennNode1" presStyleIdx="0" presStyleCnt="7"/>
      <dgm:spPr/>
    </dgm:pt>
    <dgm:pt modelId="{354E73E4-335E-4E90-889F-1B76289632BD}" type="pres">
      <dgm:prSet presAssocID="{7B94BF24-4CB7-403A-B9C3-B588C27D7ABB}" presName="circ1Tx" presStyleLbl="revTx" presStyleIdx="0" presStyleCnt="0">
        <dgm:presLayoutVars>
          <dgm:chMax val="0"/>
          <dgm:chPref val="0"/>
          <dgm:bulletEnabled val="1"/>
        </dgm:presLayoutVars>
      </dgm:prSet>
      <dgm:spPr/>
    </dgm:pt>
    <dgm:pt modelId="{ADA0563F-EAA6-4D02-BE11-BD861EF43325}" type="pres">
      <dgm:prSet presAssocID="{4E67E679-EBD1-4D8B-BBF0-FEC8AA337ECD}" presName="circ2" presStyleLbl="vennNode1" presStyleIdx="1" presStyleCnt="7"/>
      <dgm:spPr/>
    </dgm:pt>
    <dgm:pt modelId="{C7F1BD2D-E776-47B3-85BE-7769834943AE}" type="pres">
      <dgm:prSet presAssocID="{4E67E679-EBD1-4D8B-BBF0-FEC8AA337ECD}" presName="circ2Tx" presStyleLbl="revTx" presStyleIdx="0" presStyleCnt="0">
        <dgm:presLayoutVars>
          <dgm:chMax val="0"/>
          <dgm:chPref val="0"/>
          <dgm:bulletEnabled val="1"/>
        </dgm:presLayoutVars>
      </dgm:prSet>
      <dgm:spPr/>
    </dgm:pt>
    <dgm:pt modelId="{D6B0A5E7-0B46-4CE3-A5C5-672DA75AF386}" type="pres">
      <dgm:prSet presAssocID="{EEF25515-F3A4-4707-814B-81D5630AC42B}" presName="circ3" presStyleLbl="vennNode1" presStyleIdx="2" presStyleCnt="7"/>
      <dgm:spPr/>
    </dgm:pt>
    <dgm:pt modelId="{74AC3841-44C3-41A9-B19A-35BEDBDE37D6}" type="pres">
      <dgm:prSet presAssocID="{EEF25515-F3A4-4707-814B-81D5630AC42B}" presName="circ3Tx" presStyleLbl="revTx" presStyleIdx="0" presStyleCnt="0">
        <dgm:presLayoutVars>
          <dgm:chMax val="0"/>
          <dgm:chPref val="0"/>
          <dgm:bulletEnabled val="1"/>
        </dgm:presLayoutVars>
      </dgm:prSet>
      <dgm:spPr/>
    </dgm:pt>
    <dgm:pt modelId="{C210EE8F-D04E-492B-9C12-B314927F2FFD}" type="pres">
      <dgm:prSet presAssocID="{FF6E6996-E49E-4BE3-B317-22910DDC90E1}" presName="circ4" presStyleLbl="vennNode1" presStyleIdx="3" presStyleCnt="7"/>
      <dgm:spPr/>
    </dgm:pt>
    <dgm:pt modelId="{A99ECB41-8048-4E5F-99AD-A3C493AE72E8}" type="pres">
      <dgm:prSet presAssocID="{FF6E6996-E49E-4BE3-B317-22910DDC90E1}" presName="circ4Tx" presStyleLbl="revTx" presStyleIdx="0" presStyleCnt="0">
        <dgm:presLayoutVars>
          <dgm:chMax val="0"/>
          <dgm:chPref val="0"/>
          <dgm:bulletEnabled val="1"/>
        </dgm:presLayoutVars>
      </dgm:prSet>
      <dgm:spPr/>
    </dgm:pt>
    <dgm:pt modelId="{8B29A032-52EE-41B1-8118-CDB313D35B63}" type="pres">
      <dgm:prSet presAssocID="{32A8FD8F-24D0-46A5-8FA2-AF4611ECBF83}" presName="circ5" presStyleLbl="vennNode1" presStyleIdx="4" presStyleCnt="7"/>
      <dgm:spPr/>
    </dgm:pt>
    <dgm:pt modelId="{BF87DA2F-E1CC-45D6-A6C5-FAC448DE837E}" type="pres">
      <dgm:prSet presAssocID="{32A8FD8F-24D0-46A5-8FA2-AF4611ECBF83}" presName="circ5Tx" presStyleLbl="revTx" presStyleIdx="0" presStyleCnt="0">
        <dgm:presLayoutVars>
          <dgm:chMax val="0"/>
          <dgm:chPref val="0"/>
          <dgm:bulletEnabled val="1"/>
        </dgm:presLayoutVars>
      </dgm:prSet>
      <dgm:spPr/>
    </dgm:pt>
    <dgm:pt modelId="{D2DCB712-3AAA-4471-B818-74ED11DF134C}" type="pres">
      <dgm:prSet presAssocID="{7F8D237F-B1B7-42D4-968E-5A88F1F8F187}" presName="circ6" presStyleLbl="vennNode1" presStyleIdx="5" presStyleCnt="7"/>
      <dgm:spPr/>
    </dgm:pt>
    <dgm:pt modelId="{826FB4BE-3F27-4392-B495-7FFC9D051B5B}" type="pres">
      <dgm:prSet presAssocID="{7F8D237F-B1B7-42D4-968E-5A88F1F8F187}" presName="circ6Tx" presStyleLbl="revTx" presStyleIdx="0" presStyleCnt="0">
        <dgm:presLayoutVars>
          <dgm:chMax val="0"/>
          <dgm:chPref val="0"/>
          <dgm:bulletEnabled val="1"/>
        </dgm:presLayoutVars>
      </dgm:prSet>
      <dgm:spPr/>
    </dgm:pt>
    <dgm:pt modelId="{9B466F4E-9433-44AB-8096-64B2C565BF63}" type="pres">
      <dgm:prSet presAssocID="{ECE0F493-596F-4C94-B7EA-260B8CC439B7}" presName="circ7" presStyleLbl="vennNode1" presStyleIdx="6" presStyleCnt="7"/>
      <dgm:spPr/>
    </dgm:pt>
    <dgm:pt modelId="{713D451A-1834-43A1-899E-AB53FDDBCB58}" type="pres">
      <dgm:prSet presAssocID="{ECE0F493-596F-4C94-B7EA-260B8CC439B7}" presName="circ7Tx" presStyleLbl="revTx" presStyleIdx="0" presStyleCnt="0">
        <dgm:presLayoutVars>
          <dgm:chMax val="0"/>
          <dgm:chPref val="0"/>
          <dgm:bulletEnabled val="1"/>
        </dgm:presLayoutVars>
      </dgm:prSet>
      <dgm:spPr/>
    </dgm:pt>
  </dgm:ptLst>
  <dgm:cxnLst>
    <dgm:cxn modelId="{A327B415-76AC-47A5-8365-087AE8AA83D9}" type="presOf" srcId="{B6303E2C-F56D-486E-9A0C-9CC1182C8ACC}" destId="{073CD608-A526-4191-A36D-B0F3FA92FB2A}" srcOrd="0" destOrd="0" presId="urn:microsoft.com/office/officeart/2005/8/layout/venn1"/>
    <dgm:cxn modelId="{3D758226-FD5A-47C7-A2FA-36F26E98353C}" type="presOf" srcId="{4E67E679-EBD1-4D8B-BBF0-FEC8AA337ECD}" destId="{C7F1BD2D-E776-47B3-85BE-7769834943AE}" srcOrd="0" destOrd="0" presId="urn:microsoft.com/office/officeart/2005/8/layout/venn1"/>
    <dgm:cxn modelId="{617F2A27-4F5E-4D5D-BD11-254B839E1020}" srcId="{B6303E2C-F56D-486E-9A0C-9CC1182C8ACC}" destId="{7F8D237F-B1B7-42D4-968E-5A88F1F8F187}" srcOrd="5" destOrd="0" parTransId="{5E5BF538-0AB9-466B-A149-A4C23A14ABFE}" sibTransId="{80DF5D2E-BDCF-4E82-9BF9-53936042D532}"/>
    <dgm:cxn modelId="{257BA72D-DE34-4AEF-8A8C-7CA4345FD4FE}" type="presOf" srcId="{ECE0F493-596F-4C94-B7EA-260B8CC439B7}" destId="{713D451A-1834-43A1-899E-AB53FDDBCB58}" srcOrd="0" destOrd="0" presId="urn:microsoft.com/office/officeart/2005/8/layout/venn1"/>
    <dgm:cxn modelId="{0A16CD41-F96F-4144-AF37-A72FEE950E33}" type="presOf" srcId="{32A8FD8F-24D0-46A5-8FA2-AF4611ECBF83}" destId="{BF87DA2F-E1CC-45D6-A6C5-FAC448DE837E}" srcOrd="0" destOrd="0" presId="urn:microsoft.com/office/officeart/2005/8/layout/venn1"/>
    <dgm:cxn modelId="{FF412572-9B16-48A1-8F42-434DD977F1AB}" srcId="{B6303E2C-F56D-486E-9A0C-9CC1182C8ACC}" destId="{ECE0F493-596F-4C94-B7EA-260B8CC439B7}" srcOrd="6" destOrd="0" parTransId="{3FFE7191-EB05-4B9F-825D-F32813B2E80D}" sibTransId="{3DF6B93F-9441-4861-91C0-345454D3EE9B}"/>
    <dgm:cxn modelId="{651C0A7F-AB5E-4567-B384-F0C8CCF7CBF4}" srcId="{B6303E2C-F56D-486E-9A0C-9CC1182C8ACC}" destId="{4E67E679-EBD1-4D8B-BBF0-FEC8AA337ECD}" srcOrd="1" destOrd="0" parTransId="{940C8D8B-1C8B-4CE6-ACF5-FC3F41FB42AB}" sibTransId="{10036DD3-C797-411F-89AD-A2DAD189A239}"/>
    <dgm:cxn modelId="{4C332993-B5B5-4B30-8573-AF43E885ADD8}" type="presOf" srcId="{FF6E6996-E49E-4BE3-B317-22910DDC90E1}" destId="{A99ECB41-8048-4E5F-99AD-A3C493AE72E8}" srcOrd="0" destOrd="0" presId="urn:microsoft.com/office/officeart/2005/8/layout/venn1"/>
    <dgm:cxn modelId="{0C10A594-5233-4A16-9499-7EC4A28673A1}" srcId="{B6303E2C-F56D-486E-9A0C-9CC1182C8ACC}" destId="{EEF25515-F3A4-4707-814B-81D5630AC42B}" srcOrd="2" destOrd="0" parTransId="{08E8425E-6AD7-4528-AA3A-262E99D66129}" sibTransId="{7BCA78DE-FBFE-4FB1-ACDF-EE28783799F8}"/>
    <dgm:cxn modelId="{68DE439C-ED7E-4297-B556-F48C7C9733FE}" type="presOf" srcId="{EEF25515-F3A4-4707-814B-81D5630AC42B}" destId="{74AC3841-44C3-41A9-B19A-35BEDBDE37D6}" srcOrd="0" destOrd="0" presId="urn:microsoft.com/office/officeart/2005/8/layout/venn1"/>
    <dgm:cxn modelId="{3E3C839C-451F-4CC7-BDF5-B42FD95DB240}" srcId="{B6303E2C-F56D-486E-9A0C-9CC1182C8ACC}" destId="{FF6E6996-E49E-4BE3-B317-22910DDC90E1}" srcOrd="3" destOrd="0" parTransId="{2A45258F-E8B1-4083-BD0E-F3881514E5A3}" sibTransId="{5B98CD91-C658-409B-A613-B8E9145E19D8}"/>
    <dgm:cxn modelId="{D0D1CF9F-00E2-42FA-9A42-072C186A9A36}" type="presOf" srcId="{7B94BF24-4CB7-403A-B9C3-B588C27D7ABB}" destId="{354E73E4-335E-4E90-889F-1B76289632BD}" srcOrd="0" destOrd="0" presId="urn:microsoft.com/office/officeart/2005/8/layout/venn1"/>
    <dgm:cxn modelId="{367045B5-AC45-470A-81B3-163EF05658DC}" srcId="{B6303E2C-F56D-486E-9A0C-9CC1182C8ACC}" destId="{7B94BF24-4CB7-403A-B9C3-B588C27D7ABB}" srcOrd="0" destOrd="0" parTransId="{DA126104-C8C9-4884-8A46-6914D53677B4}" sibTransId="{D1FBEC07-5906-4C2A-9A1A-396EA09A9DB3}"/>
    <dgm:cxn modelId="{8BE2C9DB-DBE7-4E60-8EF8-D8278C73142F}" type="presOf" srcId="{7F8D237F-B1B7-42D4-968E-5A88F1F8F187}" destId="{826FB4BE-3F27-4392-B495-7FFC9D051B5B}" srcOrd="0" destOrd="0" presId="urn:microsoft.com/office/officeart/2005/8/layout/venn1"/>
    <dgm:cxn modelId="{2629E0F7-14E9-451C-865C-BCB1DEEFF5DD}" srcId="{B6303E2C-F56D-486E-9A0C-9CC1182C8ACC}" destId="{32A8FD8F-24D0-46A5-8FA2-AF4611ECBF83}" srcOrd="4" destOrd="0" parTransId="{7CAB3B84-9041-4CAA-B96F-837252925118}" sibTransId="{300AA894-DE6A-424F-9A5B-29F8E180838D}"/>
    <dgm:cxn modelId="{89BF45C2-2089-4F10-AFAD-EE63F8073338}" type="presParOf" srcId="{073CD608-A526-4191-A36D-B0F3FA92FB2A}" destId="{D6664859-996C-4CAF-934A-5B7B3991608E}" srcOrd="0" destOrd="0" presId="urn:microsoft.com/office/officeart/2005/8/layout/venn1"/>
    <dgm:cxn modelId="{AC9AA78D-4209-48EF-8A4B-F99656A5966C}" type="presParOf" srcId="{073CD608-A526-4191-A36D-B0F3FA92FB2A}" destId="{354E73E4-335E-4E90-889F-1B76289632BD}" srcOrd="1" destOrd="0" presId="urn:microsoft.com/office/officeart/2005/8/layout/venn1"/>
    <dgm:cxn modelId="{7E1E09D2-493B-46AD-8946-84C95D904A74}" type="presParOf" srcId="{073CD608-A526-4191-A36D-B0F3FA92FB2A}" destId="{ADA0563F-EAA6-4D02-BE11-BD861EF43325}" srcOrd="2" destOrd="0" presId="urn:microsoft.com/office/officeart/2005/8/layout/venn1"/>
    <dgm:cxn modelId="{68857075-65CE-4D42-A5BC-231D72B58B2A}" type="presParOf" srcId="{073CD608-A526-4191-A36D-B0F3FA92FB2A}" destId="{C7F1BD2D-E776-47B3-85BE-7769834943AE}" srcOrd="3" destOrd="0" presId="urn:microsoft.com/office/officeart/2005/8/layout/venn1"/>
    <dgm:cxn modelId="{E7A9F043-A9E7-4A0D-B8B7-598B8BFF25E6}" type="presParOf" srcId="{073CD608-A526-4191-A36D-B0F3FA92FB2A}" destId="{D6B0A5E7-0B46-4CE3-A5C5-672DA75AF386}" srcOrd="4" destOrd="0" presId="urn:microsoft.com/office/officeart/2005/8/layout/venn1"/>
    <dgm:cxn modelId="{99468D06-7C5D-4B24-A5DB-1EFF3A5FF10D}" type="presParOf" srcId="{073CD608-A526-4191-A36D-B0F3FA92FB2A}" destId="{74AC3841-44C3-41A9-B19A-35BEDBDE37D6}" srcOrd="5" destOrd="0" presId="urn:microsoft.com/office/officeart/2005/8/layout/venn1"/>
    <dgm:cxn modelId="{E428D945-FD1D-46A3-8A94-FE270D7E1F3A}" type="presParOf" srcId="{073CD608-A526-4191-A36D-B0F3FA92FB2A}" destId="{C210EE8F-D04E-492B-9C12-B314927F2FFD}" srcOrd="6" destOrd="0" presId="urn:microsoft.com/office/officeart/2005/8/layout/venn1"/>
    <dgm:cxn modelId="{917E0FC6-E337-4EA8-B43A-0013229B695F}" type="presParOf" srcId="{073CD608-A526-4191-A36D-B0F3FA92FB2A}" destId="{A99ECB41-8048-4E5F-99AD-A3C493AE72E8}" srcOrd="7" destOrd="0" presId="urn:microsoft.com/office/officeart/2005/8/layout/venn1"/>
    <dgm:cxn modelId="{DF6A4BE5-575E-4217-AD19-EDC4C535D0CF}" type="presParOf" srcId="{073CD608-A526-4191-A36D-B0F3FA92FB2A}" destId="{8B29A032-52EE-41B1-8118-CDB313D35B63}" srcOrd="8" destOrd="0" presId="urn:microsoft.com/office/officeart/2005/8/layout/venn1"/>
    <dgm:cxn modelId="{C73EB827-813A-430C-B47A-B6F9CC99DDAC}" type="presParOf" srcId="{073CD608-A526-4191-A36D-B0F3FA92FB2A}" destId="{BF87DA2F-E1CC-45D6-A6C5-FAC448DE837E}" srcOrd="9" destOrd="0" presId="urn:microsoft.com/office/officeart/2005/8/layout/venn1"/>
    <dgm:cxn modelId="{420F1C6B-D545-4C86-A88D-61A4C8534B1A}" type="presParOf" srcId="{073CD608-A526-4191-A36D-B0F3FA92FB2A}" destId="{D2DCB712-3AAA-4471-B818-74ED11DF134C}" srcOrd="10" destOrd="0" presId="urn:microsoft.com/office/officeart/2005/8/layout/venn1"/>
    <dgm:cxn modelId="{5709FA63-C46D-4A14-B98F-01F90E2F8D17}" type="presParOf" srcId="{073CD608-A526-4191-A36D-B0F3FA92FB2A}" destId="{826FB4BE-3F27-4392-B495-7FFC9D051B5B}" srcOrd="11" destOrd="0" presId="urn:microsoft.com/office/officeart/2005/8/layout/venn1"/>
    <dgm:cxn modelId="{6A9B562A-9408-4C50-AD50-4907F7B97C53}" type="presParOf" srcId="{073CD608-A526-4191-A36D-B0F3FA92FB2A}" destId="{9B466F4E-9433-44AB-8096-64B2C565BF63}" srcOrd="12" destOrd="0" presId="urn:microsoft.com/office/officeart/2005/8/layout/venn1"/>
    <dgm:cxn modelId="{08D88845-EA7C-4CE4-BE54-0B1FA099C559}" type="presParOf" srcId="{073CD608-A526-4191-A36D-B0F3FA92FB2A}" destId="{713D451A-1834-43A1-899E-AB53FDDBCB58}" srcOrd="1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D6B1195-B05A-4982-BDCE-45C9A2A1A3BB}"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46AA0EF0-A3AB-4B25-A056-B5AC57170814}">
      <dgm:prSet/>
      <dgm:spPr/>
      <dgm:t>
        <a:bodyPr/>
        <a:lstStyle/>
        <a:p>
          <a:r>
            <a:rPr lang="ru-RU" b="0" i="0"/>
            <a:t>Петро Дорошенко.</a:t>
          </a:r>
          <a:endParaRPr lang="uk-UA"/>
        </a:p>
      </dgm:t>
    </dgm:pt>
    <dgm:pt modelId="{408D283D-F720-4DA7-BD28-301A5F830D0C}" type="parTrans" cxnId="{783A445B-18AE-4EB7-B21D-86CB8E33608D}">
      <dgm:prSet/>
      <dgm:spPr/>
      <dgm:t>
        <a:bodyPr/>
        <a:lstStyle/>
        <a:p>
          <a:endParaRPr lang="uk-UA"/>
        </a:p>
      </dgm:t>
    </dgm:pt>
    <dgm:pt modelId="{5426D92C-CE95-4555-9D0C-A5583580257C}" type="sibTrans" cxnId="{783A445B-18AE-4EB7-B21D-86CB8E33608D}">
      <dgm:prSet/>
      <dgm:spPr/>
      <dgm:t>
        <a:bodyPr/>
        <a:lstStyle/>
        <a:p>
          <a:endParaRPr lang="uk-UA"/>
        </a:p>
      </dgm:t>
    </dgm:pt>
    <dgm:pt modelId="{F7065FAF-689E-404C-83D0-83D6A894BEE8}">
      <dgm:prSet/>
      <dgm:spPr/>
      <dgm:t>
        <a:bodyPr/>
        <a:lstStyle/>
        <a:p>
          <a:r>
            <a:rPr lang="ru-RU" b="0" i="0"/>
            <a:t>Іван Самойлович.</a:t>
          </a:r>
          <a:endParaRPr lang="uk-UA"/>
        </a:p>
      </dgm:t>
    </dgm:pt>
    <dgm:pt modelId="{829DEF9E-BC84-4517-8753-3EE32EC5F8D5}" type="parTrans" cxnId="{E0F0B1F0-6936-47EE-924F-7ABE1EFF8D77}">
      <dgm:prSet/>
      <dgm:spPr/>
      <dgm:t>
        <a:bodyPr/>
        <a:lstStyle/>
        <a:p>
          <a:endParaRPr lang="uk-UA"/>
        </a:p>
      </dgm:t>
    </dgm:pt>
    <dgm:pt modelId="{70719C03-84EC-4D83-9295-673E120E8F0C}" type="sibTrans" cxnId="{E0F0B1F0-6936-47EE-924F-7ABE1EFF8D77}">
      <dgm:prSet/>
      <dgm:spPr/>
      <dgm:t>
        <a:bodyPr/>
        <a:lstStyle/>
        <a:p>
          <a:endParaRPr lang="uk-UA"/>
        </a:p>
      </dgm:t>
    </dgm:pt>
    <dgm:pt modelId="{731AB9B0-AC52-45F7-8D20-6548344097CF}">
      <dgm:prSet/>
      <dgm:spPr/>
      <dgm:t>
        <a:bodyPr/>
        <a:lstStyle/>
        <a:p>
          <a:r>
            <a:rPr lang="ru-RU" b="0" i="0"/>
            <a:t>Іван Брюховецький.</a:t>
          </a:r>
          <a:endParaRPr lang="uk-UA"/>
        </a:p>
      </dgm:t>
    </dgm:pt>
    <dgm:pt modelId="{A5D3350B-6872-4AEF-850E-E8EBEE0C536E}" type="parTrans" cxnId="{DC9BDB9A-E0BA-432A-8C5C-E0B61C2F1B5E}">
      <dgm:prSet/>
      <dgm:spPr/>
      <dgm:t>
        <a:bodyPr/>
        <a:lstStyle/>
        <a:p>
          <a:endParaRPr lang="uk-UA"/>
        </a:p>
      </dgm:t>
    </dgm:pt>
    <dgm:pt modelId="{E8E2DC25-BDFE-49D5-81B9-6B0A23710160}" type="sibTrans" cxnId="{DC9BDB9A-E0BA-432A-8C5C-E0B61C2F1B5E}">
      <dgm:prSet/>
      <dgm:spPr/>
      <dgm:t>
        <a:bodyPr/>
        <a:lstStyle/>
        <a:p>
          <a:endParaRPr lang="uk-UA"/>
        </a:p>
      </dgm:t>
    </dgm:pt>
    <dgm:pt modelId="{AF8BBBED-88E0-4F64-9300-7E8DB80CB790}">
      <dgm:prSet/>
      <dgm:spPr/>
      <dgm:t>
        <a:bodyPr/>
        <a:lstStyle/>
        <a:p>
          <a:r>
            <a:rPr lang="ru-RU" b="0" i="0"/>
            <a:t>Юрій Хмельницький.</a:t>
          </a:r>
          <a:endParaRPr lang="uk-UA"/>
        </a:p>
      </dgm:t>
    </dgm:pt>
    <dgm:pt modelId="{FDEBC954-9826-4152-8D3F-AE8E44B6F0EC}" type="parTrans" cxnId="{38EA5B5D-6CD6-4106-A664-01E26A328949}">
      <dgm:prSet/>
      <dgm:spPr/>
      <dgm:t>
        <a:bodyPr/>
        <a:lstStyle/>
        <a:p>
          <a:endParaRPr lang="uk-UA"/>
        </a:p>
      </dgm:t>
    </dgm:pt>
    <dgm:pt modelId="{3DAB4660-4EE0-4E36-B7C2-FCDE1EF5F7CF}" type="sibTrans" cxnId="{38EA5B5D-6CD6-4106-A664-01E26A328949}">
      <dgm:prSet/>
      <dgm:spPr/>
      <dgm:t>
        <a:bodyPr/>
        <a:lstStyle/>
        <a:p>
          <a:endParaRPr lang="uk-UA"/>
        </a:p>
      </dgm:t>
    </dgm:pt>
    <dgm:pt modelId="{D6BBD917-B29B-4553-8DB9-AAA9F3423B67}" type="pres">
      <dgm:prSet presAssocID="{6D6B1195-B05A-4982-BDCE-45C9A2A1A3BB}" presName="Name0" presStyleCnt="0">
        <dgm:presLayoutVars>
          <dgm:chMax val="7"/>
          <dgm:chPref val="7"/>
          <dgm:dir/>
        </dgm:presLayoutVars>
      </dgm:prSet>
      <dgm:spPr/>
    </dgm:pt>
    <dgm:pt modelId="{4F316749-242E-4533-863D-D98874C01353}" type="pres">
      <dgm:prSet presAssocID="{6D6B1195-B05A-4982-BDCE-45C9A2A1A3BB}" presName="Name1" presStyleCnt="0"/>
      <dgm:spPr/>
    </dgm:pt>
    <dgm:pt modelId="{D9283F7C-2083-410D-A541-FB9CB26013BD}" type="pres">
      <dgm:prSet presAssocID="{6D6B1195-B05A-4982-BDCE-45C9A2A1A3BB}" presName="cycle" presStyleCnt="0"/>
      <dgm:spPr/>
    </dgm:pt>
    <dgm:pt modelId="{509A6983-E5B2-4D6F-A5A1-24D03C1193C4}" type="pres">
      <dgm:prSet presAssocID="{6D6B1195-B05A-4982-BDCE-45C9A2A1A3BB}" presName="srcNode" presStyleLbl="node1" presStyleIdx="0" presStyleCnt="4"/>
      <dgm:spPr/>
    </dgm:pt>
    <dgm:pt modelId="{771F8056-3373-4044-9916-7C84F8763BE3}" type="pres">
      <dgm:prSet presAssocID="{6D6B1195-B05A-4982-BDCE-45C9A2A1A3BB}" presName="conn" presStyleLbl="parChTrans1D2" presStyleIdx="0" presStyleCnt="1"/>
      <dgm:spPr/>
    </dgm:pt>
    <dgm:pt modelId="{6DB401E2-B357-48DD-AB9C-6C6A65D8B9FC}" type="pres">
      <dgm:prSet presAssocID="{6D6B1195-B05A-4982-BDCE-45C9A2A1A3BB}" presName="extraNode" presStyleLbl="node1" presStyleIdx="0" presStyleCnt="4"/>
      <dgm:spPr/>
    </dgm:pt>
    <dgm:pt modelId="{73C50F92-5B6C-4A8B-82F5-7F4F0081AD0F}" type="pres">
      <dgm:prSet presAssocID="{6D6B1195-B05A-4982-BDCE-45C9A2A1A3BB}" presName="dstNode" presStyleLbl="node1" presStyleIdx="0" presStyleCnt="4"/>
      <dgm:spPr/>
    </dgm:pt>
    <dgm:pt modelId="{D0311A0F-6C7B-4390-AEF4-A513F61C5498}" type="pres">
      <dgm:prSet presAssocID="{46AA0EF0-A3AB-4B25-A056-B5AC57170814}" presName="text_1" presStyleLbl="node1" presStyleIdx="0" presStyleCnt="4">
        <dgm:presLayoutVars>
          <dgm:bulletEnabled val="1"/>
        </dgm:presLayoutVars>
      </dgm:prSet>
      <dgm:spPr/>
    </dgm:pt>
    <dgm:pt modelId="{269F79E4-BD78-4F43-9105-35903555F866}" type="pres">
      <dgm:prSet presAssocID="{46AA0EF0-A3AB-4B25-A056-B5AC57170814}" presName="accent_1" presStyleCnt="0"/>
      <dgm:spPr/>
    </dgm:pt>
    <dgm:pt modelId="{7F2CF59A-18AA-44AD-910F-8B34BC7F8D37}" type="pres">
      <dgm:prSet presAssocID="{46AA0EF0-A3AB-4B25-A056-B5AC57170814}" presName="accentRepeatNode" presStyleLbl="solidFgAcc1" presStyleIdx="0" presStyleCnt="4"/>
      <dgm:spPr/>
    </dgm:pt>
    <dgm:pt modelId="{521C2EF6-10CC-48DF-B22A-D847BDBEEC84}" type="pres">
      <dgm:prSet presAssocID="{F7065FAF-689E-404C-83D0-83D6A894BEE8}" presName="text_2" presStyleLbl="node1" presStyleIdx="1" presStyleCnt="4">
        <dgm:presLayoutVars>
          <dgm:bulletEnabled val="1"/>
        </dgm:presLayoutVars>
      </dgm:prSet>
      <dgm:spPr/>
    </dgm:pt>
    <dgm:pt modelId="{B824B90A-7166-4111-8F0C-4754446D015C}" type="pres">
      <dgm:prSet presAssocID="{F7065FAF-689E-404C-83D0-83D6A894BEE8}" presName="accent_2" presStyleCnt="0"/>
      <dgm:spPr/>
    </dgm:pt>
    <dgm:pt modelId="{57548EB6-65D8-4FAD-B033-24C050F5395C}" type="pres">
      <dgm:prSet presAssocID="{F7065FAF-689E-404C-83D0-83D6A894BEE8}" presName="accentRepeatNode" presStyleLbl="solidFgAcc1" presStyleIdx="1" presStyleCnt="4"/>
      <dgm:spPr/>
    </dgm:pt>
    <dgm:pt modelId="{2722A2B5-5BC0-4EB2-8A2A-D5600EB00F74}" type="pres">
      <dgm:prSet presAssocID="{731AB9B0-AC52-45F7-8D20-6548344097CF}" presName="text_3" presStyleLbl="node1" presStyleIdx="2" presStyleCnt="4">
        <dgm:presLayoutVars>
          <dgm:bulletEnabled val="1"/>
        </dgm:presLayoutVars>
      </dgm:prSet>
      <dgm:spPr/>
    </dgm:pt>
    <dgm:pt modelId="{40340461-C045-4B13-9241-7CBDD3F58506}" type="pres">
      <dgm:prSet presAssocID="{731AB9B0-AC52-45F7-8D20-6548344097CF}" presName="accent_3" presStyleCnt="0"/>
      <dgm:spPr/>
    </dgm:pt>
    <dgm:pt modelId="{9DC008DA-07B1-4909-899B-FC5A689CCED3}" type="pres">
      <dgm:prSet presAssocID="{731AB9B0-AC52-45F7-8D20-6548344097CF}" presName="accentRepeatNode" presStyleLbl="solidFgAcc1" presStyleIdx="2" presStyleCnt="4"/>
      <dgm:spPr/>
    </dgm:pt>
    <dgm:pt modelId="{10F4D5B2-D6DA-4F88-B309-3A362106454C}" type="pres">
      <dgm:prSet presAssocID="{AF8BBBED-88E0-4F64-9300-7E8DB80CB790}" presName="text_4" presStyleLbl="node1" presStyleIdx="3" presStyleCnt="4">
        <dgm:presLayoutVars>
          <dgm:bulletEnabled val="1"/>
        </dgm:presLayoutVars>
      </dgm:prSet>
      <dgm:spPr/>
    </dgm:pt>
    <dgm:pt modelId="{E633593B-A702-457E-8BA4-5964276BAE02}" type="pres">
      <dgm:prSet presAssocID="{AF8BBBED-88E0-4F64-9300-7E8DB80CB790}" presName="accent_4" presStyleCnt="0"/>
      <dgm:spPr/>
    </dgm:pt>
    <dgm:pt modelId="{BC4A15CD-E0D9-4FC9-8EF5-059D59016E26}" type="pres">
      <dgm:prSet presAssocID="{AF8BBBED-88E0-4F64-9300-7E8DB80CB790}" presName="accentRepeatNode" presStyleLbl="solidFgAcc1" presStyleIdx="3" presStyleCnt="4"/>
      <dgm:spPr/>
    </dgm:pt>
  </dgm:ptLst>
  <dgm:cxnLst>
    <dgm:cxn modelId="{7861E005-5F61-4A2B-8C27-0DF0035C21E1}" type="presOf" srcId="{46AA0EF0-A3AB-4B25-A056-B5AC57170814}" destId="{D0311A0F-6C7B-4390-AEF4-A513F61C5498}" srcOrd="0" destOrd="0" presId="urn:microsoft.com/office/officeart/2008/layout/VerticalCurvedList"/>
    <dgm:cxn modelId="{783A445B-18AE-4EB7-B21D-86CB8E33608D}" srcId="{6D6B1195-B05A-4982-BDCE-45C9A2A1A3BB}" destId="{46AA0EF0-A3AB-4B25-A056-B5AC57170814}" srcOrd="0" destOrd="0" parTransId="{408D283D-F720-4DA7-BD28-301A5F830D0C}" sibTransId="{5426D92C-CE95-4555-9D0C-A5583580257C}"/>
    <dgm:cxn modelId="{38EA5B5D-6CD6-4106-A664-01E26A328949}" srcId="{6D6B1195-B05A-4982-BDCE-45C9A2A1A3BB}" destId="{AF8BBBED-88E0-4F64-9300-7E8DB80CB790}" srcOrd="3" destOrd="0" parTransId="{FDEBC954-9826-4152-8D3F-AE8E44B6F0EC}" sibTransId="{3DAB4660-4EE0-4E36-B7C2-FCDE1EF5F7CF}"/>
    <dgm:cxn modelId="{DC9BDB9A-E0BA-432A-8C5C-E0B61C2F1B5E}" srcId="{6D6B1195-B05A-4982-BDCE-45C9A2A1A3BB}" destId="{731AB9B0-AC52-45F7-8D20-6548344097CF}" srcOrd="2" destOrd="0" parTransId="{A5D3350B-6872-4AEF-850E-E8EBEE0C536E}" sibTransId="{E8E2DC25-BDFE-49D5-81B9-6B0A23710160}"/>
    <dgm:cxn modelId="{4DD8279B-B6A3-4056-832B-D8C6E8A425F7}" type="presOf" srcId="{6D6B1195-B05A-4982-BDCE-45C9A2A1A3BB}" destId="{D6BBD917-B29B-4553-8DB9-AAA9F3423B67}" srcOrd="0" destOrd="0" presId="urn:microsoft.com/office/officeart/2008/layout/VerticalCurvedList"/>
    <dgm:cxn modelId="{709A40A4-0BD5-4A66-8E39-EE8786A4A258}" type="presOf" srcId="{F7065FAF-689E-404C-83D0-83D6A894BEE8}" destId="{521C2EF6-10CC-48DF-B22A-D847BDBEEC84}" srcOrd="0" destOrd="0" presId="urn:microsoft.com/office/officeart/2008/layout/VerticalCurvedList"/>
    <dgm:cxn modelId="{2942DDAB-152C-4969-B6EC-D7B4A3A2EEB8}" type="presOf" srcId="{5426D92C-CE95-4555-9D0C-A5583580257C}" destId="{771F8056-3373-4044-9916-7C84F8763BE3}" srcOrd="0" destOrd="0" presId="urn:microsoft.com/office/officeart/2008/layout/VerticalCurvedList"/>
    <dgm:cxn modelId="{7BF3A5DE-AD5D-4F78-AE6D-CA3BA51103F7}" type="presOf" srcId="{731AB9B0-AC52-45F7-8D20-6548344097CF}" destId="{2722A2B5-5BC0-4EB2-8A2A-D5600EB00F74}" srcOrd="0" destOrd="0" presId="urn:microsoft.com/office/officeart/2008/layout/VerticalCurvedList"/>
    <dgm:cxn modelId="{0736D9E5-5A2D-4F86-A8BA-9BD45D8F93A1}" type="presOf" srcId="{AF8BBBED-88E0-4F64-9300-7E8DB80CB790}" destId="{10F4D5B2-D6DA-4F88-B309-3A362106454C}" srcOrd="0" destOrd="0" presId="urn:microsoft.com/office/officeart/2008/layout/VerticalCurvedList"/>
    <dgm:cxn modelId="{E0F0B1F0-6936-47EE-924F-7ABE1EFF8D77}" srcId="{6D6B1195-B05A-4982-BDCE-45C9A2A1A3BB}" destId="{F7065FAF-689E-404C-83D0-83D6A894BEE8}" srcOrd="1" destOrd="0" parTransId="{829DEF9E-BC84-4517-8753-3EE32EC5F8D5}" sibTransId="{70719C03-84EC-4D83-9295-673E120E8F0C}"/>
    <dgm:cxn modelId="{8B7D4B5C-E609-4947-8724-1F808E066D28}" type="presParOf" srcId="{D6BBD917-B29B-4553-8DB9-AAA9F3423B67}" destId="{4F316749-242E-4533-863D-D98874C01353}" srcOrd="0" destOrd="0" presId="urn:microsoft.com/office/officeart/2008/layout/VerticalCurvedList"/>
    <dgm:cxn modelId="{2B6CB000-6B84-4DBF-BEE6-73A9A08A0CF2}" type="presParOf" srcId="{4F316749-242E-4533-863D-D98874C01353}" destId="{D9283F7C-2083-410D-A541-FB9CB26013BD}" srcOrd="0" destOrd="0" presId="urn:microsoft.com/office/officeart/2008/layout/VerticalCurvedList"/>
    <dgm:cxn modelId="{15E0CEB0-2E51-4EDB-9285-EED49DB26248}" type="presParOf" srcId="{D9283F7C-2083-410D-A541-FB9CB26013BD}" destId="{509A6983-E5B2-4D6F-A5A1-24D03C1193C4}" srcOrd="0" destOrd="0" presId="urn:microsoft.com/office/officeart/2008/layout/VerticalCurvedList"/>
    <dgm:cxn modelId="{9D19107C-C996-421D-962B-724FEB006C09}" type="presParOf" srcId="{D9283F7C-2083-410D-A541-FB9CB26013BD}" destId="{771F8056-3373-4044-9916-7C84F8763BE3}" srcOrd="1" destOrd="0" presId="urn:microsoft.com/office/officeart/2008/layout/VerticalCurvedList"/>
    <dgm:cxn modelId="{3D1ACE1C-0073-4B93-97A0-F338861F3718}" type="presParOf" srcId="{D9283F7C-2083-410D-A541-FB9CB26013BD}" destId="{6DB401E2-B357-48DD-AB9C-6C6A65D8B9FC}" srcOrd="2" destOrd="0" presId="urn:microsoft.com/office/officeart/2008/layout/VerticalCurvedList"/>
    <dgm:cxn modelId="{0677017E-CF55-430A-B9AE-747F27F02E6A}" type="presParOf" srcId="{D9283F7C-2083-410D-A541-FB9CB26013BD}" destId="{73C50F92-5B6C-4A8B-82F5-7F4F0081AD0F}" srcOrd="3" destOrd="0" presId="urn:microsoft.com/office/officeart/2008/layout/VerticalCurvedList"/>
    <dgm:cxn modelId="{4040E7E2-206B-46EB-94EF-F698F28A39EA}" type="presParOf" srcId="{4F316749-242E-4533-863D-D98874C01353}" destId="{D0311A0F-6C7B-4390-AEF4-A513F61C5498}" srcOrd="1" destOrd="0" presId="urn:microsoft.com/office/officeart/2008/layout/VerticalCurvedList"/>
    <dgm:cxn modelId="{3AB0417D-0278-4061-B132-EBA92FFBDFF2}" type="presParOf" srcId="{4F316749-242E-4533-863D-D98874C01353}" destId="{269F79E4-BD78-4F43-9105-35903555F866}" srcOrd="2" destOrd="0" presId="urn:microsoft.com/office/officeart/2008/layout/VerticalCurvedList"/>
    <dgm:cxn modelId="{BB0ABD1A-246B-4051-A97A-9B041C799208}" type="presParOf" srcId="{269F79E4-BD78-4F43-9105-35903555F866}" destId="{7F2CF59A-18AA-44AD-910F-8B34BC7F8D37}" srcOrd="0" destOrd="0" presId="urn:microsoft.com/office/officeart/2008/layout/VerticalCurvedList"/>
    <dgm:cxn modelId="{10FB80D0-8113-49C5-80B5-FB1CB1C378A9}" type="presParOf" srcId="{4F316749-242E-4533-863D-D98874C01353}" destId="{521C2EF6-10CC-48DF-B22A-D847BDBEEC84}" srcOrd="3" destOrd="0" presId="urn:microsoft.com/office/officeart/2008/layout/VerticalCurvedList"/>
    <dgm:cxn modelId="{DCAA1546-7650-4839-B3C4-4DBB9877C2B7}" type="presParOf" srcId="{4F316749-242E-4533-863D-D98874C01353}" destId="{B824B90A-7166-4111-8F0C-4754446D015C}" srcOrd="4" destOrd="0" presId="urn:microsoft.com/office/officeart/2008/layout/VerticalCurvedList"/>
    <dgm:cxn modelId="{45C5B121-B311-4599-B99E-CDD697CAEC04}" type="presParOf" srcId="{B824B90A-7166-4111-8F0C-4754446D015C}" destId="{57548EB6-65D8-4FAD-B033-24C050F5395C}" srcOrd="0" destOrd="0" presId="urn:microsoft.com/office/officeart/2008/layout/VerticalCurvedList"/>
    <dgm:cxn modelId="{5A4BC81C-E19D-4378-B4E4-89D9EBE1C7B9}" type="presParOf" srcId="{4F316749-242E-4533-863D-D98874C01353}" destId="{2722A2B5-5BC0-4EB2-8A2A-D5600EB00F74}" srcOrd="5" destOrd="0" presId="urn:microsoft.com/office/officeart/2008/layout/VerticalCurvedList"/>
    <dgm:cxn modelId="{41B9B270-0CED-4C41-9711-B2E79FB9361A}" type="presParOf" srcId="{4F316749-242E-4533-863D-D98874C01353}" destId="{40340461-C045-4B13-9241-7CBDD3F58506}" srcOrd="6" destOrd="0" presId="urn:microsoft.com/office/officeart/2008/layout/VerticalCurvedList"/>
    <dgm:cxn modelId="{578BFE90-EE8B-4B1C-9C97-0003B33E0EFC}" type="presParOf" srcId="{40340461-C045-4B13-9241-7CBDD3F58506}" destId="{9DC008DA-07B1-4909-899B-FC5A689CCED3}" srcOrd="0" destOrd="0" presId="urn:microsoft.com/office/officeart/2008/layout/VerticalCurvedList"/>
    <dgm:cxn modelId="{2B74CC67-303F-46E8-B1DF-62556527131C}" type="presParOf" srcId="{4F316749-242E-4533-863D-D98874C01353}" destId="{10F4D5B2-D6DA-4F88-B309-3A362106454C}" srcOrd="7" destOrd="0" presId="urn:microsoft.com/office/officeart/2008/layout/VerticalCurvedList"/>
    <dgm:cxn modelId="{C9A10FCD-65BB-4ECE-843F-56595231A06A}" type="presParOf" srcId="{4F316749-242E-4533-863D-D98874C01353}" destId="{E633593B-A702-457E-8BA4-5964276BAE02}" srcOrd="8" destOrd="0" presId="urn:microsoft.com/office/officeart/2008/layout/VerticalCurvedList"/>
    <dgm:cxn modelId="{5D3FE3F9-9EF2-463C-B9B8-4FF73A996E42}" type="presParOf" srcId="{E633593B-A702-457E-8BA4-5964276BAE02}" destId="{BC4A15CD-E0D9-4FC9-8EF5-059D59016E2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92E466A-2C1F-4DB2-9408-A54B7DAF858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B69EE4D-65C3-4986-8FF8-6B4E2890637C}">
      <dgm:prSet/>
      <dgm:spPr/>
      <dgm:t>
        <a:bodyPr/>
        <a:lstStyle/>
        <a:p>
          <a:r>
            <a:rPr lang="uk-UA" b="0" i="0"/>
            <a:t>провів у Корсуні розширену старшинську раду, на якій ухвалено прийняття протекторату Османської імперії.</a:t>
          </a:r>
          <a:endParaRPr lang="uk-UA"/>
        </a:p>
      </dgm:t>
    </dgm:pt>
    <dgm:pt modelId="{54F79D69-A6E2-4329-981F-472346154EA6}" type="parTrans" cxnId="{F93A741F-8582-45CB-96A2-FEAE9D2AB748}">
      <dgm:prSet/>
      <dgm:spPr/>
      <dgm:t>
        <a:bodyPr/>
        <a:lstStyle/>
        <a:p>
          <a:endParaRPr lang="uk-UA"/>
        </a:p>
      </dgm:t>
    </dgm:pt>
    <dgm:pt modelId="{6AED9156-4942-4952-BF82-30DE0107436B}" type="sibTrans" cxnId="{F93A741F-8582-45CB-96A2-FEAE9D2AB748}">
      <dgm:prSet/>
      <dgm:spPr/>
      <dgm:t>
        <a:bodyPr/>
        <a:lstStyle/>
        <a:p>
          <a:endParaRPr lang="uk-UA"/>
        </a:p>
      </dgm:t>
    </dgm:pt>
    <dgm:pt modelId="{0E9AC649-C6F0-402B-9862-CAA0C4CA7844}">
      <dgm:prSet/>
      <dgm:spPr/>
      <dgm:t>
        <a:bodyPr/>
        <a:lstStyle/>
        <a:p>
          <a:r>
            <a:rPr lang="uk-UA" b="0" i="0"/>
            <a:t>отримав право на створення найманого кінного війська «компанійців» чисельністю 1000 чоловік.</a:t>
          </a:r>
          <a:endParaRPr lang="uk-UA"/>
        </a:p>
      </dgm:t>
    </dgm:pt>
    <dgm:pt modelId="{DCFCDD80-073C-4E07-AC17-7BBE21CAB6F1}" type="parTrans" cxnId="{65B14D53-58B2-48A5-AC97-3A14FDB37A8C}">
      <dgm:prSet/>
      <dgm:spPr/>
      <dgm:t>
        <a:bodyPr/>
        <a:lstStyle/>
        <a:p>
          <a:endParaRPr lang="uk-UA"/>
        </a:p>
      </dgm:t>
    </dgm:pt>
    <dgm:pt modelId="{E689EBE8-76F5-4697-88DF-98F2149D9AB8}" type="sibTrans" cxnId="{65B14D53-58B2-48A5-AC97-3A14FDB37A8C}">
      <dgm:prSet/>
      <dgm:spPr/>
      <dgm:t>
        <a:bodyPr/>
        <a:lstStyle/>
        <a:p>
          <a:endParaRPr lang="uk-UA"/>
        </a:p>
      </dgm:t>
    </dgm:pt>
    <dgm:pt modelId="{F8445B7B-F05E-40D2-9EAA-E4729F1E28B4}">
      <dgm:prSet/>
      <dgm:spPr/>
      <dgm:t>
        <a:bodyPr/>
        <a:lstStyle/>
        <a:p>
          <a:r>
            <a:rPr lang="uk-UA" b="0" i="0"/>
            <a:t>наказав здійснити «Великий згін» населення з правого берега Дніпра на лівий.</a:t>
          </a:r>
          <a:endParaRPr lang="uk-UA"/>
        </a:p>
      </dgm:t>
    </dgm:pt>
    <dgm:pt modelId="{F3F72377-3026-45D7-B284-9F3EF0684592}" type="parTrans" cxnId="{E836E871-1BB3-458E-9AE2-B0E53F1F6FE4}">
      <dgm:prSet/>
      <dgm:spPr/>
      <dgm:t>
        <a:bodyPr/>
        <a:lstStyle/>
        <a:p>
          <a:endParaRPr lang="uk-UA"/>
        </a:p>
      </dgm:t>
    </dgm:pt>
    <dgm:pt modelId="{66FE2497-D37F-4ABB-99A1-A68E91C7E2D5}" type="sibTrans" cxnId="{E836E871-1BB3-458E-9AE2-B0E53F1F6FE4}">
      <dgm:prSet/>
      <dgm:spPr/>
      <dgm:t>
        <a:bodyPr/>
        <a:lstStyle/>
        <a:p>
          <a:endParaRPr lang="uk-UA"/>
        </a:p>
      </dgm:t>
    </dgm:pt>
    <dgm:pt modelId="{2D56F823-5D2D-4207-8156-9B445ACE3F8A}">
      <dgm:prSet/>
      <dgm:spPr/>
      <dgm:t>
        <a:bodyPr/>
        <a:lstStyle/>
        <a:p>
          <a:r>
            <a:rPr lang="uk-UA" b="0" i="0"/>
            <a:t>був одним з авторів Гадяцької угоди між Річчю Посполитою і Військом Запорозьким</a:t>
          </a:r>
          <a:endParaRPr lang="uk-UA"/>
        </a:p>
      </dgm:t>
    </dgm:pt>
    <dgm:pt modelId="{88ED0B6E-A4AE-419C-9B6F-C0EEB1E13E73}" type="parTrans" cxnId="{296D2C50-7491-4385-9D38-C2EA30A7B330}">
      <dgm:prSet/>
      <dgm:spPr/>
      <dgm:t>
        <a:bodyPr/>
        <a:lstStyle/>
        <a:p>
          <a:endParaRPr lang="uk-UA"/>
        </a:p>
      </dgm:t>
    </dgm:pt>
    <dgm:pt modelId="{C2AF151E-F61C-4ACC-9560-8912240C2716}" type="sibTrans" cxnId="{296D2C50-7491-4385-9D38-C2EA30A7B330}">
      <dgm:prSet/>
      <dgm:spPr/>
      <dgm:t>
        <a:bodyPr/>
        <a:lstStyle/>
        <a:p>
          <a:endParaRPr lang="uk-UA"/>
        </a:p>
      </dgm:t>
    </dgm:pt>
    <dgm:pt modelId="{4BBE0ACE-232D-4FB9-AF5B-2DB0064D2B68}" type="pres">
      <dgm:prSet presAssocID="{892E466A-2C1F-4DB2-9408-A54B7DAF8582}" presName="linear" presStyleCnt="0">
        <dgm:presLayoutVars>
          <dgm:animLvl val="lvl"/>
          <dgm:resizeHandles val="exact"/>
        </dgm:presLayoutVars>
      </dgm:prSet>
      <dgm:spPr/>
    </dgm:pt>
    <dgm:pt modelId="{E639F4D6-63DC-4B70-8AF3-902983E6093C}" type="pres">
      <dgm:prSet presAssocID="{8B69EE4D-65C3-4986-8FF8-6B4E2890637C}" presName="parentText" presStyleLbl="node1" presStyleIdx="0" presStyleCnt="4">
        <dgm:presLayoutVars>
          <dgm:chMax val="0"/>
          <dgm:bulletEnabled val="1"/>
        </dgm:presLayoutVars>
      </dgm:prSet>
      <dgm:spPr/>
    </dgm:pt>
    <dgm:pt modelId="{B7538E23-37E0-4ADF-9B79-3BA01DF7145C}" type="pres">
      <dgm:prSet presAssocID="{6AED9156-4942-4952-BF82-30DE0107436B}" presName="spacer" presStyleCnt="0"/>
      <dgm:spPr/>
    </dgm:pt>
    <dgm:pt modelId="{F40B9DF5-7B31-4137-93C0-99AFAF7C6010}" type="pres">
      <dgm:prSet presAssocID="{0E9AC649-C6F0-402B-9862-CAA0C4CA7844}" presName="parentText" presStyleLbl="node1" presStyleIdx="1" presStyleCnt="4">
        <dgm:presLayoutVars>
          <dgm:chMax val="0"/>
          <dgm:bulletEnabled val="1"/>
        </dgm:presLayoutVars>
      </dgm:prSet>
      <dgm:spPr/>
    </dgm:pt>
    <dgm:pt modelId="{90CB2B08-A3E5-4CEE-86A1-D511E914DE9B}" type="pres">
      <dgm:prSet presAssocID="{E689EBE8-76F5-4697-88DF-98F2149D9AB8}" presName="spacer" presStyleCnt="0"/>
      <dgm:spPr/>
    </dgm:pt>
    <dgm:pt modelId="{614CF4B7-B824-444E-AE25-0CFCB5193E2D}" type="pres">
      <dgm:prSet presAssocID="{F8445B7B-F05E-40D2-9EAA-E4729F1E28B4}" presName="parentText" presStyleLbl="node1" presStyleIdx="2" presStyleCnt="4">
        <dgm:presLayoutVars>
          <dgm:chMax val="0"/>
          <dgm:bulletEnabled val="1"/>
        </dgm:presLayoutVars>
      </dgm:prSet>
      <dgm:spPr/>
    </dgm:pt>
    <dgm:pt modelId="{6C752210-C6F0-4BDD-BFEC-F69A820C9134}" type="pres">
      <dgm:prSet presAssocID="{66FE2497-D37F-4ABB-99A1-A68E91C7E2D5}" presName="spacer" presStyleCnt="0"/>
      <dgm:spPr/>
    </dgm:pt>
    <dgm:pt modelId="{1FC6AF5E-0178-43C2-BEE5-1167CC1E1B15}" type="pres">
      <dgm:prSet presAssocID="{2D56F823-5D2D-4207-8156-9B445ACE3F8A}" presName="parentText" presStyleLbl="node1" presStyleIdx="3" presStyleCnt="4">
        <dgm:presLayoutVars>
          <dgm:chMax val="0"/>
          <dgm:bulletEnabled val="1"/>
        </dgm:presLayoutVars>
      </dgm:prSet>
      <dgm:spPr/>
    </dgm:pt>
  </dgm:ptLst>
  <dgm:cxnLst>
    <dgm:cxn modelId="{B8557D13-0B4B-4794-AECB-E9E10A05F6D2}" type="presOf" srcId="{2D56F823-5D2D-4207-8156-9B445ACE3F8A}" destId="{1FC6AF5E-0178-43C2-BEE5-1167CC1E1B15}" srcOrd="0" destOrd="0" presId="urn:microsoft.com/office/officeart/2005/8/layout/vList2"/>
    <dgm:cxn modelId="{F93A741F-8582-45CB-96A2-FEAE9D2AB748}" srcId="{892E466A-2C1F-4DB2-9408-A54B7DAF8582}" destId="{8B69EE4D-65C3-4986-8FF8-6B4E2890637C}" srcOrd="0" destOrd="0" parTransId="{54F79D69-A6E2-4329-981F-472346154EA6}" sibTransId="{6AED9156-4942-4952-BF82-30DE0107436B}"/>
    <dgm:cxn modelId="{FAF5AA38-7982-4FE7-8948-7D8E1F940C9D}" type="presOf" srcId="{F8445B7B-F05E-40D2-9EAA-E4729F1E28B4}" destId="{614CF4B7-B824-444E-AE25-0CFCB5193E2D}" srcOrd="0" destOrd="0" presId="urn:microsoft.com/office/officeart/2005/8/layout/vList2"/>
    <dgm:cxn modelId="{87FD646C-EF2B-45BB-A9C0-98819858E462}" type="presOf" srcId="{8B69EE4D-65C3-4986-8FF8-6B4E2890637C}" destId="{E639F4D6-63DC-4B70-8AF3-902983E6093C}" srcOrd="0" destOrd="0" presId="urn:microsoft.com/office/officeart/2005/8/layout/vList2"/>
    <dgm:cxn modelId="{296D2C50-7491-4385-9D38-C2EA30A7B330}" srcId="{892E466A-2C1F-4DB2-9408-A54B7DAF8582}" destId="{2D56F823-5D2D-4207-8156-9B445ACE3F8A}" srcOrd="3" destOrd="0" parTransId="{88ED0B6E-A4AE-419C-9B6F-C0EEB1E13E73}" sibTransId="{C2AF151E-F61C-4ACC-9560-8912240C2716}"/>
    <dgm:cxn modelId="{E836E871-1BB3-458E-9AE2-B0E53F1F6FE4}" srcId="{892E466A-2C1F-4DB2-9408-A54B7DAF8582}" destId="{F8445B7B-F05E-40D2-9EAA-E4729F1E28B4}" srcOrd="2" destOrd="0" parTransId="{F3F72377-3026-45D7-B284-9F3EF0684592}" sibTransId="{66FE2497-D37F-4ABB-99A1-A68E91C7E2D5}"/>
    <dgm:cxn modelId="{65B14D53-58B2-48A5-AC97-3A14FDB37A8C}" srcId="{892E466A-2C1F-4DB2-9408-A54B7DAF8582}" destId="{0E9AC649-C6F0-402B-9862-CAA0C4CA7844}" srcOrd="1" destOrd="0" parTransId="{DCFCDD80-073C-4E07-AC17-7BBE21CAB6F1}" sibTransId="{E689EBE8-76F5-4697-88DF-98F2149D9AB8}"/>
    <dgm:cxn modelId="{025935A9-864D-4EAE-9590-4F9C795DA7BE}" type="presOf" srcId="{892E466A-2C1F-4DB2-9408-A54B7DAF8582}" destId="{4BBE0ACE-232D-4FB9-AF5B-2DB0064D2B68}" srcOrd="0" destOrd="0" presId="urn:microsoft.com/office/officeart/2005/8/layout/vList2"/>
    <dgm:cxn modelId="{716AE0DB-B067-4250-9AF8-3B1E77DDEC65}" type="presOf" srcId="{0E9AC649-C6F0-402B-9862-CAA0C4CA7844}" destId="{F40B9DF5-7B31-4137-93C0-99AFAF7C6010}" srcOrd="0" destOrd="0" presId="urn:microsoft.com/office/officeart/2005/8/layout/vList2"/>
    <dgm:cxn modelId="{604CE86A-2276-4593-BE24-9785BD37559A}" type="presParOf" srcId="{4BBE0ACE-232D-4FB9-AF5B-2DB0064D2B68}" destId="{E639F4D6-63DC-4B70-8AF3-902983E6093C}" srcOrd="0" destOrd="0" presId="urn:microsoft.com/office/officeart/2005/8/layout/vList2"/>
    <dgm:cxn modelId="{E17066F4-4A2B-4C38-9FB4-F5B2386D1BAF}" type="presParOf" srcId="{4BBE0ACE-232D-4FB9-AF5B-2DB0064D2B68}" destId="{B7538E23-37E0-4ADF-9B79-3BA01DF7145C}" srcOrd="1" destOrd="0" presId="urn:microsoft.com/office/officeart/2005/8/layout/vList2"/>
    <dgm:cxn modelId="{21FA3E65-C004-4F8C-90CD-4966523C1185}" type="presParOf" srcId="{4BBE0ACE-232D-4FB9-AF5B-2DB0064D2B68}" destId="{F40B9DF5-7B31-4137-93C0-99AFAF7C6010}" srcOrd="2" destOrd="0" presId="urn:microsoft.com/office/officeart/2005/8/layout/vList2"/>
    <dgm:cxn modelId="{B0B59103-2B6D-40A4-AF83-EF97FE0DFC63}" type="presParOf" srcId="{4BBE0ACE-232D-4FB9-AF5B-2DB0064D2B68}" destId="{90CB2B08-A3E5-4CEE-86A1-D511E914DE9B}" srcOrd="3" destOrd="0" presId="urn:microsoft.com/office/officeart/2005/8/layout/vList2"/>
    <dgm:cxn modelId="{4A5B68FF-309E-48D0-9F7D-0D94B60A5432}" type="presParOf" srcId="{4BBE0ACE-232D-4FB9-AF5B-2DB0064D2B68}" destId="{614CF4B7-B824-444E-AE25-0CFCB5193E2D}" srcOrd="4" destOrd="0" presId="urn:microsoft.com/office/officeart/2005/8/layout/vList2"/>
    <dgm:cxn modelId="{F170C4B0-6FC9-41F4-BBCC-221C5725A5D6}" type="presParOf" srcId="{4BBE0ACE-232D-4FB9-AF5B-2DB0064D2B68}" destId="{6C752210-C6F0-4BDD-BFEC-F69A820C9134}" srcOrd="5" destOrd="0" presId="urn:microsoft.com/office/officeart/2005/8/layout/vList2"/>
    <dgm:cxn modelId="{6E55F1DD-AE5D-4A0D-8A75-B7E1104925B1}" type="presParOf" srcId="{4BBE0ACE-232D-4FB9-AF5B-2DB0064D2B68}" destId="{1FC6AF5E-0178-43C2-BEE5-1167CC1E1B1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148081C-D560-4AFC-89E1-664142EAE4B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D2CF38B-D55E-4198-9074-18A85B5EF27C}">
      <dgm:prSet/>
      <dgm:spPr/>
      <dgm:t>
        <a:bodyPr/>
        <a:lstStyle/>
        <a:p>
          <a:r>
            <a:rPr lang="ru-RU" b="0" i="0"/>
            <a:t>І. Виговський</a:t>
          </a:r>
          <a:endParaRPr lang="uk-UA"/>
        </a:p>
      </dgm:t>
    </dgm:pt>
    <dgm:pt modelId="{61EFCF1E-BB0B-4EA3-9435-B53AC6E9CAF0}" type="parTrans" cxnId="{96147BDC-7580-4AAA-BAF4-0BF9B3C6E066}">
      <dgm:prSet/>
      <dgm:spPr/>
      <dgm:t>
        <a:bodyPr/>
        <a:lstStyle/>
        <a:p>
          <a:endParaRPr lang="uk-UA"/>
        </a:p>
      </dgm:t>
    </dgm:pt>
    <dgm:pt modelId="{39D393E0-5001-44A0-92BB-A7F78C10BAC8}" type="sibTrans" cxnId="{96147BDC-7580-4AAA-BAF4-0BF9B3C6E066}">
      <dgm:prSet/>
      <dgm:spPr/>
      <dgm:t>
        <a:bodyPr/>
        <a:lstStyle/>
        <a:p>
          <a:endParaRPr lang="uk-UA"/>
        </a:p>
      </dgm:t>
    </dgm:pt>
    <dgm:pt modelId="{CCD06152-BB72-4725-8640-3AD98D74F85B}">
      <dgm:prSet/>
      <dgm:spPr/>
      <dgm:t>
        <a:bodyPr/>
        <a:lstStyle/>
        <a:p>
          <a:r>
            <a:rPr lang="ru-RU" b="0" i="0"/>
            <a:t>І. Брюховецький</a:t>
          </a:r>
          <a:endParaRPr lang="uk-UA"/>
        </a:p>
      </dgm:t>
    </dgm:pt>
    <dgm:pt modelId="{C5270D55-DF6B-40F7-9E7B-1B4D166C061E}" type="parTrans" cxnId="{F9B5F80F-F004-4CB5-9C5F-839815D1CC5A}">
      <dgm:prSet/>
      <dgm:spPr/>
      <dgm:t>
        <a:bodyPr/>
        <a:lstStyle/>
        <a:p>
          <a:endParaRPr lang="uk-UA"/>
        </a:p>
      </dgm:t>
    </dgm:pt>
    <dgm:pt modelId="{DBF0D1F0-3FD1-423B-8AD3-56B76E6D6A9D}" type="sibTrans" cxnId="{F9B5F80F-F004-4CB5-9C5F-839815D1CC5A}">
      <dgm:prSet/>
      <dgm:spPr/>
      <dgm:t>
        <a:bodyPr/>
        <a:lstStyle/>
        <a:p>
          <a:endParaRPr lang="uk-UA"/>
        </a:p>
      </dgm:t>
    </dgm:pt>
    <dgm:pt modelId="{745B122D-2B75-4857-865F-65135DCD54B9}">
      <dgm:prSet/>
      <dgm:spPr/>
      <dgm:t>
        <a:bodyPr/>
        <a:lstStyle/>
        <a:p>
          <a:r>
            <a:rPr lang="ru-RU" b="0" i="0"/>
            <a:t>П. Дорошенко</a:t>
          </a:r>
          <a:endParaRPr lang="uk-UA"/>
        </a:p>
      </dgm:t>
    </dgm:pt>
    <dgm:pt modelId="{C1F09BDC-2C0A-4563-BC49-CADCA3EC9A3C}" type="parTrans" cxnId="{7D799555-025B-4839-883B-633B49BB9BE3}">
      <dgm:prSet/>
      <dgm:spPr/>
      <dgm:t>
        <a:bodyPr/>
        <a:lstStyle/>
        <a:p>
          <a:endParaRPr lang="uk-UA"/>
        </a:p>
      </dgm:t>
    </dgm:pt>
    <dgm:pt modelId="{D486DD16-8DC4-4B8C-A471-1D456D018623}" type="sibTrans" cxnId="{7D799555-025B-4839-883B-633B49BB9BE3}">
      <dgm:prSet/>
      <dgm:spPr/>
      <dgm:t>
        <a:bodyPr/>
        <a:lstStyle/>
        <a:p>
          <a:endParaRPr lang="uk-UA"/>
        </a:p>
      </dgm:t>
    </dgm:pt>
    <dgm:pt modelId="{08883645-076C-4421-A69E-9DE540AC4C60}">
      <dgm:prSet/>
      <dgm:spPr/>
      <dgm:t>
        <a:bodyPr/>
        <a:lstStyle/>
        <a:p>
          <a:r>
            <a:rPr lang="ru-RU" b="0" i="0"/>
            <a:t>Д. Многогрішний</a:t>
          </a:r>
          <a:endParaRPr lang="uk-UA"/>
        </a:p>
      </dgm:t>
    </dgm:pt>
    <dgm:pt modelId="{3728CAB8-DFBC-4B97-B506-7F6AF8FBA615}" type="parTrans" cxnId="{E0B6990B-72FE-492D-BD5E-A7EA94AA299C}">
      <dgm:prSet/>
      <dgm:spPr/>
      <dgm:t>
        <a:bodyPr/>
        <a:lstStyle/>
        <a:p>
          <a:endParaRPr lang="uk-UA"/>
        </a:p>
      </dgm:t>
    </dgm:pt>
    <dgm:pt modelId="{12240247-03F3-4455-A729-44F39EC9B235}" type="sibTrans" cxnId="{E0B6990B-72FE-492D-BD5E-A7EA94AA299C}">
      <dgm:prSet/>
      <dgm:spPr/>
      <dgm:t>
        <a:bodyPr/>
        <a:lstStyle/>
        <a:p>
          <a:endParaRPr lang="uk-UA"/>
        </a:p>
      </dgm:t>
    </dgm:pt>
    <dgm:pt modelId="{148CD246-9759-47D2-86F4-8502995B75F4}" type="pres">
      <dgm:prSet presAssocID="{A148081C-D560-4AFC-89E1-664142EAE4BB}" presName="linear" presStyleCnt="0">
        <dgm:presLayoutVars>
          <dgm:animLvl val="lvl"/>
          <dgm:resizeHandles val="exact"/>
        </dgm:presLayoutVars>
      </dgm:prSet>
      <dgm:spPr/>
    </dgm:pt>
    <dgm:pt modelId="{E8ED72CD-24EC-43F5-B548-7D6EBB77C4D4}" type="pres">
      <dgm:prSet presAssocID="{6D2CF38B-D55E-4198-9074-18A85B5EF27C}" presName="parentText" presStyleLbl="node1" presStyleIdx="0" presStyleCnt="4">
        <dgm:presLayoutVars>
          <dgm:chMax val="0"/>
          <dgm:bulletEnabled val="1"/>
        </dgm:presLayoutVars>
      </dgm:prSet>
      <dgm:spPr/>
    </dgm:pt>
    <dgm:pt modelId="{50DE380A-7C0E-4BCD-A722-AEF326D7DD67}" type="pres">
      <dgm:prSet presAssocID="{39D393E0-5001-44A0-92BB-A7F78C10BAC8}" presName="spacer" presStyleCnt="0"/>
      <dgm:spPr/>
    </dgm:pt>
    <dgm:pt modelId="{4F61D5EA-5361-4C3A-9796-3F0CC0687346}" type="pres">
      <dgm:prSet presAssocID="{CCD06152-BB72-4725-8640-3AD98D74F85B}" presName="parentText" presStyleLbl="node1" presStyleIdx="1" presStyleCnt="4">
        <dgm:presLayoutVars>
          <dgm:chMax val="0"/>
          <dgm:bulletEnabled val="1"/>
        </dgm:presLayoutVars>
      </dgm:prSet>
      <dgm:spPr/>
    </dgm:pt>
    <dgm:pt modelId="{FEF68580-763F-4221-A8CF-267253AB22DD}" type="pres">
      <dgm:prSet presAssocID="{DBF0D1F0-3FD1-423B-8AD3-56B76E6D6A9D}" presName="spacer" presStyleCnt="0"/>
      <dgm:spPr/>
    </dgm:pt>
    <dgm:pt modelId="{0F6DF6EC-091B-4923-992D-F392EFE1CF40}" type="pres">
      <dgm:prSet presAssocID="{745B122D-2B75-4857-865F-65135DCD54B9}" presName="parentText" presStyleLbl="node1" presStyleIdx="2" presStyleCnt="4">
        <dgm:presLayoutVars>
          <dgm:chMax val="0"/>
          <dgm:bulletEnabled val="1"/>
        </dgm:presLayoutVars>
      </dgm:prSet>
      <dgm:spPr/>
    </dgm:pt>
    <dgm:pt modelId="{AEDD64E3-3DC8-4AB6-B23E-D66C11A7E4EE}" type="pres">
      <dgm:prSet presAssocID="{D486DD16-8DC4-4B8C-A471-1D456D018623}" presName="spacer" presStyleCnt="0"/>
      <dgm:spPr/>
    </dgm:pt>
    <dgm:pt modelId="{18D3FD92-AD59-4416-8764-154A7764E789}" type="pres">
      <dgm:prSet presAssocID="{08883645-076C-4421-A69E-9DE540AC4C60}" presName="parentText" presStyleLbl="node1" presStyleIdx="3" presStyleCnt="4">
        <dgm:presLayoutVars>
          <dgm:chMax val="0"/>
          <dgm:bulletEnabled val="1"/>
        </dgm:presLayoutVars>
      </dgm:prSet>
      <dgm:spPr/>
    </dgm:pt>
  </dgm:ptLst>
  <dgm:cxnLst>
    <dgm:cxn modelId="{FF5C6D02-4A0D-42CD-94EA-3CA710E47645}" type="presOf" srcId="{08883645-076C-4421-A69E-9DE540AC4C60}" destId="{18D3FD92-AD59-4416-8764-154A7764E789}" srcOrd="0" destOrd="0" presId="urn:microsoft.com/office/officeart/2005/8/layout/vList2"/>
    <dgm:cxn modelId="{E0B6990B-72FE-492D-BD5E-A7EA94AA299C}" srcId="{A148081C-D560-4AFC-89E1-664142EAE4BB}" destId="{08883645-076C-4421-A69E-9DE540AC4C60}" srcOrd="3" destOrd="0" parTransId="{3728CAB8-DFBC-4B97-B506-7F6AF8FBA615}" sibTransId="{12240247-03F3-4455-A729-44F39EC9B235}"/>
    <dgm:cxn modelId="{63B00A0F-4278-4561-85E7-6351CBA7461F}" type="presOf" srcId="{CCD06152-BB72-4725-8640-3AD98D74F85B}" destId="{4F61D5EA-5361-4C3A-9796-3F0CC0687346}" srcOrd="0" destOrd="0" presId="urn:microsoft.com/office/officeart/2005/8/layout/vList2"/>
    <dgm:cxn modelId="{F9B5F80F-F004-4CB5-9C5F-839815D1CC5A}" srcId="{A148081C-D560-4AFC-89E1-664142EAE4BB}" destId="{CCD06152-BB72-4725-8640-3AD98D74F85B}" srcOrd="1" destOrd="0" parTransId="{C5270D55-DF6B-40F7-9E7B-1B4D166C061E}" sibTransId="{DBF0D1F0-3FD1-423B-8AD3-56B76E6D6A9D}"/>
    <dgm:cxn modelId="{7D799555-025B-4839-883B-633B49BB9BE3}" srcId="{A148081C-D560-4AFC-89E1-664142EAE4BB}" destId="{745B122D-2B75-4857-865F-65135DCD54B9}" srcOrd="2" destOrd="0" parTransId="{C1F09BDC-2C0A-4563-BC49-CADCA3EC9A3C}" sibTransId="{D486DD16-8DC4-4B8C-A471-1D456D018623}"/>
    <dgm:cxn modelId="{56AD3B88-C24F-4570-ACA5-3909904638F3}" type="presOf" srcId="{A148081C-D560-4AFC-89E1-664142EAE4BB}" destId="{148CD246-9759-47D2-86F4-8502995B75F4}" srcOrd="0" destOrd="0" presId="urn:microsoft.com/office/officeart/2005/8/layout/vList2"/>
    <dgm:cxn modelId="{7EF2DE94-C881-4760-BF00-8D8ED37661F7}" type="presOf" srcId="{6D2CF38B-D55E-4198-9074-18A85B5EF27C}" destId="{E8ED72CD-24EC-43F5-B548-7D6EBB77C4D4}" srcOrd="0" destOrd="0" presId="urn:microsoft.com/office/officeart/2005/8/layout/vList2"/>
    <dgm:cxn modelId="{2082A69B-8C50-4922-B518-49CD6A327944}" type="presOf" srcId="{745B122D-2B75-4857-865F-65135DCD54B9}" destId="{0F6DF6EC-091B-4923-992D-F392EFE1CF40}" srcOrd="0" destOrd="0" presId="urn:microsoft.com/office/officeart/2005/8/layout/vList2"/>
    <dgm:cxn modelId="{96147BDC-7580-4AAA-BAF4-0BF9B3C6E066}" srcId="{A148081C-D560-4AFC-89E1-664142EAE4BB}" destId="{6D2CF38B-D55E-4198-9074-18A85B5EF27C}" srcOrd="0" destOrd="0" parTransId="{61EFCF1E-BB0B-4EA3-9435-B53AC6E9CAF0}" sibTransId="{39D393E0-5001-44A0-92BB-A7F78C10BAC8}"/>
    <dgm:cxn modelId="{534B300E-84A3-403A-91FE-83594AB18C6F}" type="presParOf" srcId="{148CD246-9759-47D2-86F4-8502995B75F4}" destId="{E8ED72CD-24EC-43F5-B548-7D6EBB77C4D4}" srcOrd="0" destOrd="0" presId="urn:microsoft.com/office/officeart/2005/8/layout/vList2"/>
    <dgm:cxn modelId="{71F4EF61-16EB-4FF3-98AF-FB254057CBAD}" type="presParOf" srcId="{148CD246-9759-47D2-86F4-8502995B75F4}" destId="{50DE380A-7C0E-4BCD-A722-AEF326D7DD67}" srcOrd="1" destOrd="0" presId="urn:microsoft.com/office/officeart/2005/8/layout/vList2"/>
    <dgm:cxn modelId="{E06248FA-1056-480B-8834-9C8E5906AFF6}" type="presParOf" srcId="{148CD246-9759-47D2-86F4-8502995B75F4}" destId="{4F61D5EA-5361-4C3A-9796-3F0CC0687346}" srcOrd="2" destOrd="0" presId="urn:microsoft.com/office/officeart/2005/8/layout/vList2"/>
    <dgm:cxn modelId="{159BA649-5C49-4142-91EE-537B55A15F2A}" type="presParOf" srcId="{148CD246-9759-47D2-86F4-8502995B75F4}" destId="{FEF68580-763F-4221-A8CF-267253AB22DD}" srcOrd="3" destOrd="0" presId="urn:microsoft.com/office/officeart/2005/8/layout/vList2"/>
    <dgm:cxn modelId="{17FD69DF-D909-458C-9DE1-8E5F6398EF21}" type="presParOf" srcId="{148CD246-9759-47D2-86F4-8502995B75F4}" destId="{0F6DF6EC-091B-4923-992D-F392EFE1CF40}" srcOrd="4" destOrd="0" presId="urn:microsoft.com/office/officeart/2005/8/layout/vList2"/>
    <dgm:cxn modelId="{01CD3C15-E68C-4307-9E5A-1A3C94F70EAF}" type="presParOf" srcId="{148CD246-9759-47D2-86F4-8502995B75F4}" destId="{AEDD64E3-3DC8-4AB6-B23E-D66C11A7E4EE}" srcOrd="5" destOrd="0" presId="urn:microsoft.com/office/officeart/2005/8/layout/vList2"/>
    <dgm:cxn modelId="{D5225813-D29E-438B-9D9E-98409AC4CCFC}" type="presParOf" srcId="{148CD246-9759-47D2-86F4-8502995B75F4}" destId="{18D3FD92-AD59-4416-8764-154A7764E78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18C708-8112-4AAC-9318-33C2C74BAFDA}"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B2E9B567-7E45-4B35-88D6-24CCAB00D35F}">
      <dgm:prSet/>
      <dgm:spPr/>
      <dgm:t>
        <a:bodyPr/>
        <a:lstStyle/>
        <a:p>
          <a:r>
            <a:rPr lang="ru-RU" b="0" i="0"/>
            <a:t>І. Виговському</a:t>
          </a:r>
          <a:endParaRPr lang="uk-UA"/>
        </a:p>
      </dgm:t>
    </dgm:pt>
    <dgm:pt modelId="{73663A20-C8BE-488B-848D-D1A456EEE98E}" type="parTrans" cxnId="{3D15C0E4-9C05-46E7-AF3D-67219DD90FC6}">
      <dgm:prSet/>
      <dgm:spPr/>
      <dgm:t>
        <a:bodyPr/>
        <a:lstStyle/>
        <a:p>
          <a:endParaRPr lang="uk-UA"/>
        </a:p>
      </dgm:t>
    </dgm:pt>
    <dgm:pt modelId="{B8C3CB01-91C5-448F-BC0E-3275B5FA4608}" type="sibTrans" cxnId="{3D15C0E4-9C05-46E7-AF3D-67219DD90FC6}">
      <dgm:prSet/>
      <dgm:spPr/>
      <dgm:t>
        <a:bodyPr/>
        <a:lstStyle/>
        <a:p>
          <a:endParaRPr lang="uk-UA"/>
        </a:p>
      </dgm:t>
    </dgm:pt>
    <dgm:pt modelId="{DA971EA4-5F7E-4949-AD6C-A719D2FA7D50}">
      <dgm:prSet/>
      <dgm:spPr/>
      <dgm:t>
        <a:bodyPr/>
        <a:lstStyle/>
        <a:p>
          <a:r>
            <a:rPr lang="ru-RU" b="0" i="0"/>
            <a:t>П. Тетері</a:t>
          </a:r>
          <a:endParaRPr lang="uk-UA"/>
        </a:p>
      </dgm:t>
    </dgm:pt>
    <dgm:pt modelId="{EA869769-F038-4EA1-B874-E0F893607F69}" type="parTrans" cxnId="{D60C0C75-963C-4ADE-A83A-DD366FDE10BF}">
      <dgm:prSet/>
      <dgm:spPr/>
      <dgm:t>
        <a:bodyPr/>
        <a:lstStyle/>
        <a:p>
          <a:endParaRPr lang="uk-UA"/>
        </a:p>
      </dgm:t>
    </dgm:pt>
    <dgm:pt modelId="{BF5CACE4-762E-44FD-BEED-19485E0D06E2}" type="sibTrans" cxnId="{D60C0C75-963C-4ADE-A83A-DD366FDE10BF}">
      <dgm:prSet/>
      <dgm:spPr/>
      <dgm:t>
        <a:bodyPr/>
        <a:lstStyle/>
        <a:p>
          <a:endParaRPr lang="uk-UA"/>
        </a:p>
      </dgm:t>
    </dgm:pt>
    <dgm:pt modelId="{0AED9252-23C1-4AB5-80E3-12517E96D18D}">
      <dgm:prSet/>
      <dgm:spPr/>
      <dgm:t>
        <a:bodyPr/>
        <a:lstStyle/>
        <a:p>
          <a:r>
            <a:rPr lang="ru-RU" b="0" i="0"/>
            <a:t>І. Брюховецькому</a:t>
          </a:r>
          <a:endParaRPr lang="uk-UA"/>
        </a:p>
      </dgm:t>
    </dgm:pt>
    <dgm:pt modelId="{9E5B74A3-0F94-45BC-81C3-E59C2E460CF1}" type="parTrans" cxnId="{EB88086B-145B-4AF6-B03A-4E5FB7C5F994}">
      <dgm:prSet/>
      <dgm:spPr/>
      <dgm:t>
        <a:bodyPr/>
        <a:lstStyle/>
        <a:p>
          <a:endParaRPr lang="uk-UA"/>
        </a:p>
      </dgm:t>
    </dgm:pt>
    <dgm:pt modelId="{A316A149-FAC2-4155-8B8D-2E0C81A34494}" type="sibTrans" cxnId="{EB88086B-145B-4AF6-B03A-4E5FB7C5F994}">
      <dgm:prSet/>
      <dgm:spPr/>
      <dgm:t>
        <a:bodyPr/>
        <a:lstStyle/>
        <a:p>
          <a:endParaRPr lang="uk-UA"/>
        </a:p>
      </dgm:t>
    </dgm:pt>
    <dgm:pt modelId="{D5A9CD31-DE33-43CC-B5BE-369B1F975E07}">
      <dgm:prSet/>
      <dgm:spPr/>
      <dgm:t>
        <a:bodyPr/>
        <a:lstStyle/>
        <a:p>
          <a:r>
            <a:rPr lang="ru-RU" b="0" i="0"/>
            <a:t>І. Самойловичу</a:t>
          </a:r>
          <a:endParaRPr lang="uk-UA"/>
        </a:p>
      </dgm:t>
    </dgm:pt>
    <dgm:pt modelId="{ACBE0F37-10AE-4ADC-8C77-600FAB85D7C3}" type="parTrans" cxnId="{407C4134-A1A8-4137-81BD-40C63AF07BC5}">
      <dgm:prSet/>
      <dgm:spPr/>
      <dgm:t>
        <a:bodyPr/>
        <a:lstStyle/>
        <a:p>
          <a:endParaRPr lang="uk-UA"/>
        </a:p>
      </dgm:t>
    </dgm:pt>
    <dgm:pt modelId="{DA05A993-6EDA-48B3-942E-2B4D9A89ABBB}" type="sibTrans" cxnId="{407C4134-A1A8-4137-81BD-40C63AF07BC5}">
      <dgm:prSet/>
      <dgm:spPr/>
      <dgm:t>
        <a:bodyPr/>
        <a:lstStyle/>
        <a:p>
          <a:endParaRPr lang="uk-UA"/>
        </a:p>
      </dgm:t>
    </dgm:pt>
    <dgm:pt modelId="{4817C2A5-6511-4CCA-AEA7-AADCB9198BE4}" type="pres">
      <dgm:prSet presAssocID="{3B18C708-8112-4AAC-9318-33C2C74BAFDA}" presName="Name0" presStyleCnt="0">
        <dgm:presLayoutVars>
          <dgm:chMax val="7"/>
          <dgm:chPref val="7"/>
          <dgm:dir/>
        </dgm:presLayoutVars>
      </dgm:prSet>
      <dgm:spPr/>
    </dgm:pt>
    <dgm:pt modelId="{9C2AB2D9-B073-4850-A49D-8D7A63713921}" type="pres">
      <dgm:prSet presAssocID="{3B18C708-8112-4AAC-9318-33C2C74BAFDA}" presName="Name1" presStyleCnt="0"/>
      <dgm:spPr/>
    </dgm:pt>
    <dgm:pt modelId="{20DBFBDC-EF4C-4B9A-9291-64692DB662A2}" type="pres">
      <dgm:prSet presAssocID="{3B18C708-8112-4AAC-9318-33C2C74BAFDA}" presName="cycle" presStyleCnt="0"/>
      <dgm:spPr/>
    </dgm:pt>
    <dgm:pt modelId="{BAC49833-5835-4764-90C0-826255DAB5A7}" type="pres">
      <dgm:prSet presAssocID="{3B18C708-8112-4AAC-9318-33C2C74BAFDA}" presName="srcNode" presStyleLbl="node1" presStyleIdx="0" presStyleCnt="4"/>
      <dgm:spPr/>
    </dgm:pt>
    <dgm:pt modelId="{6CAD00E3-375B-497D-AA7D-CF45A16D27BD}" type="pres">
      <dgm:prSet presAssocID="{3B18C708-8112-4AAC-9318-33C2C74BAFDA}" presName="conn" presStyleLbl="parChTrans1D2" presStyleIdx="0" presStyleCnt="1"/>
      <dgm:spPr/>
    </dgm:pt>
    <dgm:pt modelId="{87EA5540-7577-43C8-A4A4-A5E343AD431F}" type="pres">
      <dgm:prSet presAssocID="{3B18C708-8112-4AAC-9318-33C2C74BAFDA}" presName="extraNode" presStyleLbl="node1" presStyleIdx="0" presStyleCnt="4"/>
      <dgm:spPr/>
    </dgm:pt>
    <dgm:pt modelId="{8324E0C6-8BE5-42FC-AE65-F9C67D1C7331}" type="pres">
      <dgm:prSet presAssocID="{3B18C708-8112-4AAC-9318-33C2C74BAFDA}" presName="dstNode" presStyleLbl="node1" presStyleIdx="0" presStyleCnt="4"/>
      <dgm:spPr/>
    </dgm:pt>
    <dgm:pt modelId="{8A00B36C-AAFB-42C2-A7B1-E3C6F43F9B63}" type="pres">
      <dgm:prSet presAssocID="{B2E9B567-7E45-4B35-88D6-24CCAB00D35F}" presName="text_1" presStyleLbl="node1" presStyleIdx="0" presStyleCnt="4">
        <dgm:presLayoutVars>
          <dgm:bulletEnabled val="1"/>
        </dgm:presLayoutVars>
      </dgm:prSet>
      <dgm:spPr/>
    </dgm:pt>
    <dgm:pt modelId="{D42FEFD6-9AC6-44A3-93B5-3EE1AC431026}" type="pres">
      <dgm:prSet presAssocID="{B2E9B567-7E45-4B35-88D6-24CCAB00D35F}" presName="accent_1" presStyleCnt="0"/>
      <dgm:spPr/>
    </dgm:pt>
    <dgm:pt modelId="{A0229700-E399-4181-AE88-42A61B79821F}" type="pres">
      <dgm:prSet presAssocID="{B2E9B567-7E45-4B35-88D6-24CCAB00D35F}" presName="accentRepeatNode" presStyleLbl="solidFgAcc1" presStyleIdx="0" presStyleCnt="4"/>
      <dgm:spPr/>
    </dgm:pt>
    <dgm:pt modelId="{BDA20253-E1C4-45A4-9F83-5336B1275C06}" type="pres">
      <dgm:prSet presAssocID="{DA971EA4-5F7E-4949-AD6C-A719D2FA7D50}" presName="text_2" presStyleLbl="node1" presStyleIdx="1" presStyleCnt="4">
        <dgm:presLayoutVars>
          <dgm:bulletEnabled val="1"/>
        </dgm:presLayoutVars>
      </dgm:prSet>
      <dgm:spPr/>
    </dgm:pt>
    <dgm:pt modelId="{38BEE16F-4DD6-45F8-A89D-167DA8EC5955}" type="pres">
      <dgm:prSet presAssocID="{DA971EA4-5F7E-4949-AD6C-A719D2FA7D50}" presName="accent_2" presStyleCnt="0"/>
      <dgm:spPr/>
    </dgm:pt>
    <dgm:pt modelId="{FE7AC93B-1516-4EC7-8979-A6CC0E2EF49C}" type="pres">
      <dgm:prSet presAssocID="{DA971EA4-5F7E-4949-AD6C-A719D2FA7D50}" presName="accentRepeatNode" presStyleLbl="solidFgAcc1" presStyleIdx="1" presStyleCnt="4"/>
      <dgm:spPr/>
    </dgm:pt>
    <dgm:pt modelId="{9927C0BE-82D7-454D-9992-4592B1072CDC}" type="pres">
      <dgm:prSet presAssocID="{0AED9252-23C1-4AB5-80E3-12517E96D18D}" presName="text_3" presStyleLbl="node1" presStyleIdx="2" presStyleCnt="4">
        <dgm:presLayoutVars>
          <dgm:bulletEnabled val="1"/>
        </dgm:presLayoutVars>
      </dgm:prSet>
      <dgm:spPr/>
    </dgm:pt>
    <dgm:pt modelId="{BAB21A8D-F41F-4601-9A0B-53FDBFE3C675}" type="pres">
      <dgm:prSet presAssocID="{0AED9252-23C1-4AB5-80E3-12517E96D18D}" presName="accent_3" presStyleCnt="0"/>
      <dgm:spPr/>
    </dgm:pt>
    <dgm:pt modelId="{4A7840EF-7382-477D-AD91-CBE75ACB6C85}" type="pres">
      <dgm:prSet presAssocID="{0AED9252-23C1-4AB5-80E3-12517E96D18D}" presName="accentRepeatNode" presStyleLbl="solidFgAcc1" presStyleIdx="2" presStyleCnt="4"/>
      <dgm:spPr/>
    </dgm:pt>
    <dgm:pt modelId="{E72A5D4C-64F6-4AF6-B05C-E9E32810910E}" type="pres">
      <dgm:prSet presAssocID="{D5A9CD31-DE33-43CC-B5BE-369B1F975E07}" presName="text_4" presStyleLbl="node1" presStyleIdx="3" presStyleCnt="4">
        <dgm:presLayoutVars>
          <dgm:bulletEnabled val="1"/>
        </dgm:presLayoutVars>
      </dgm:prSet>
      <dgm:spPr/>
    </dgm:pt>
    <dgm:pt modelId="{632D81F9-5E5C-40CB-A5EF-09AFE2493443}" type="pres">
      <dgm:prSet presAssocID="{D5A9CD31-DE33-43CC-B5BE-369B1F975E07}" presName="accent_4" presStyleCnt="0"/>
      <dgm:spPr/>
    </dgm:pt>
    <dgm:pt modelId="{AC5F5B27-9348-4A23-B7C1-E418C54A1B73}" type="pres">
      <dgm:prSet presAssocID="{D5A9CD31-DE33-43CC-B5BE-369B1F975E07}" presName="accentRepeatNode" presStyleLbl="solidFgAcc1" presStyleIdx="3" presStyleCnt="4"/>
      <dgm:spPr/>
    </dgm:pt>
  </dgm:ptLst>
  <dgm:cxnLst>
    <dgm:cxn modelId="{2B99030E-BEE1-4B1F-90CE-B3F7330EF574}" type="presOf" srcId="{D5A9CD31-DE33-43CC-B5BE-369B1F975E07}" destId="{E72A5D4C-64F6-4AF6-B05C-E9E32810910E}" srcOrd="0" destOrd="0" presId="urn:microsoft.com/office/officeart/2008/layout/VerticalCurvedList"/>
    <dgm:cxn modelId="{407C4134-A1A8-4137-81BD-40C63AF07BC5}" srcId="{3B18C708-8112-4AAC-9318-33C2C74BAFDA}" destId="{D5A9CD31-DE33-43CC-B5BE-369B1F975E07}" srcOrd="3" destOrd="0" parTransId="{ACBE0F37-10AE-4ADC-8C77-600FAB85D7C3}" sibTransId="{DA05A993-6EDA-48B3-942E-2B4D9A89ABBB}"/>
    <dgm:cxn modelId="{EB88086B-145B-4AF6-B03A-4E5FB7C5F994}" srcId="{3B18C708-8112-4AAC-9318-33C2C74BAFDA}" destId="{0AED9252-23C1-4AB5-80E3-12517E96D18D}" srcOrd="2" destOrd="0" parTransId="{9E5B74A3-0F94-45BC-81C3-E59C2E460CF1}" sibTransId="{A316A149-FAC2-4155-8B8D-2E0C81A34494}"/>
    <dgm:cxn modelId="{D60C0C75-963C-4ADE-A83A-DD366FDE10BF}" srcId="{3B18C708-8112-4AAC-9318-33C2C74BAFDA}" destId="{DA971EA4-5F7E-4949-AD6C-A719D2FA7D50}" srcOrd="1" destOrd="0" parTransId="{EA869769-F038-4EA1-B874-E0F893607F69}" sibTransId="{BF5CACE4-762E-44FD-BEED-19485E0D06E2}"/>
    <dgm:cxn modelId="{A594478D-1125-4560-B152-5AB32203F405}" type="presOf" srcId="{3B18C708-8112-4AAC-9318-33C2C74BAFDA}" destId="{4817C2A5-6511-4CCA-AEA7-AADCB9198BE4}" srcOrd="0" destOrd="0" presId="urn:microsoft.com/office/officeart/2008/layout/VerticalCurvedList"/>
    <dgm:cxn modelId="{24433795-4E62-4847-A9A0-6B325698BF15}" type="presOf" srcId="{DA971EA4-5F7E-4949-AD6C-A719D2FA7D50}" destId="{BDA20253-E1C4-45A4-9F83-5336B1275C06}" srcOrd="0" destOrd="0" presId="urn:microsoft.com/office/officeart/2008/layout/VerticalCurvedList"/>
    <dgm:cxn modelId="{B920DBCA-B7CA-4626-853F-F477D896C013}" type="presOf" srcId="{B2E9B567-7E45-4B35-88D6-24CCAB00D35F}" destId="{8A00B36C-AAFB-42C2-A7B1-E3C6F43F9B63}" srcOrd="0" destOrd="0" presId="urn:microsoft.com/office/officeart/2008/layout/VerticalCurvedList"/>
    <dgm:cxn modelId="{7369D4CF-2B14-4950-B030-3FC243191A14}" type="presOf" srcId="{B8C3CB01-91C5-448F-BC0E-3275B5FA4608}" destId="{6CAD00E3-375B-497D-AA7D-CF45A16D27BD}" srcOrd="0" destOrd="0" presId="urn:microsoft.com/office/officeart/2008/layout/VerticalCurvedList"/>
    <dgm:cxn modelId="{3D15C0E4-9C05-46E7-AF3D-67219DD90FC6}" srcId="{3B18C708-8112-4AAC-9318-33C2C74BAFDA}" destId="{B2E9B567-7E45-4B35-88D6-24CCAB00D35F}" srcOrd="0" destOrd="0" parTransId="{73663A20-C8BE-488B-848D-D1A456EEE98E}" sibTransId="{B8C3CB01-91C5-448F-BC0E-3275B5FA4608}"/>
    <dgm:cxn modelId="{BE52BAFA-4714-4106-B0BD-E742D4A5EFB0}" type="presOf" srcId="{0AED9252-23C1-4AB5-80E3-12517E96D18D}" destId="{9927C0BE-82D7-454D-9992-4592B1072CDC}" srcOrd="0" destOrd="0" presId="urn:microsoft.com/office/officeart/2008/layout/VerticalCurvedList"/>
    <dgm:cxn modelId="{EE2C7698-EC57-447F-82E8-20A6714241AD}" type="presParOf" srcId="{4817C2A5-6511-4CCA-AEA7-AADCB9198BE4}" destId="{9C2AB2D9-B073-4850-A49D-8D7A63713921}" srcOrd="0" destOrd="0" presId="urn:microsoft.com/office/officeart/2008/layout/VerticalCurvedList"/>
    <dgm:cxn modelId="{466E34D0-281B-4371-8022-B75415747F5A}" type="presParOf" srcId="{9C2AB2D9-B073-4850-A49D-8D7A63713921}" destId="{20DBFBDC-EF4C-4B9A-9291-64692DB662A2}" srcOrd="0" destOrd="0" presId="urn:microsoft.com/office/officeart/2008/layout/VerticalCurvedList"/>
    <dgm:cxn modelId="{44C274E4-E94E-45AF-A54F-EDC4A3590323}" type="presParOf" srcId="{20DBFBDC-EF4C-4B9A-9291-64692DB662A2}" destId="{BAC49833-5835-4764-90C0-826255DAB5A7}" srcOrd="0" destOrd="0" presId="urn:microsoft.com/office/officeart/2008/layout/VerticalCurvedList"/>
    <dgm:cxn modelId="{BB56DEF2-B125-4AF2-9C91-73F71ED50643}" type="presParOf" srcId="{20DBFBDC-EF4C-4B9A-9291-64692DB662A2}" destId="{6CAD00E3-375B-497D-AA7D-CF45A16D27BD}" srcOrd="1" destOrd="0" presId="urn:microsoft.com/office/officeart/2008/layout/VerticalCurvedList"/>
    <dgm:cxn modelId="{1E9379B9-2EC8-4CC8-B9F6-E03D595C673D}" type="presParOf" srcId="{20DBFBDC-EF4C-4B9A-9291-64692DB662A2}" destId="{87EA5540-7577-43C8-A4A4-A5E343AD431F}" srcOrd="2" destOrd="0" presId="urn:microsoft.com/office/officeart/2008/layout/VerticalCurvedList"/>
    <dgm:cxn modelId="{8C169A3F-B509-4793-8089-2BC5A9101EB0}" type="presParOf" srcId="{20DBFBDC-EF4C-4B9A-9291-64692DB662A2}" destId="{8324E0C6-8BE5-42FC-AE65-F9C67D1C7331}" srcOrd="3" destOrd="0" presId="urn:microsoft.com/office/officeart/2008/layout/VerticalCurvedList"/>
    <dgm:cxn modelId="{EB8EA714-D01F-4E0C-A462-261EA85AD00A}" type="presParOf" srcId="{9C2AB2D9-B073-4850-A49D-8D7A63713921}" destId="{8A00B36C-AAFB-42C2-A7B1-E3C6F43F9B63}" srcOrd="1" destOrd="0" presId="urn:microsoft.com/office/officeart/2008/layout/VerticalCurvedList"/>
    <dgm:cxn modelId="{26D0BF90-0699-45B4-8A1E-E11D87BA9CF5}" type="presParOf" srcId="{9C2AB2D9-B073-4850-A49D-8D7A63713921}" destId="{D42FEFD6-9AC6-44A3-93B5-3EE1AC431026}" srcOrd="2" destOrd="0" presId="urn:microsoft.com/office/officeart/2008/layout/VerticalCurvedList"/>
    <dgm:cxn modelId="{69E2E104-5380-4D94-8D9C-046C21E72C5F}" type="presParOf" srcId="{D42FEFD6-9AC6-44A3-93B5-3EE1AC431026}" destId="{A0229700-E399-4181-AE88-42A61B79821F}" srcOrd="0" destOrd="0" presId="urn:microsoft.com/office/officeart/2008/layout/VerticalCurvedList"/>
    <dgm:cxn modelId="{68CC0113-13F2-4C78-8159-3AFEDF988CDB}" type="presParOf" srcId="{9C2AB2D9-B073-4850-A49D-8D7A63713921}" destId="{BDA20253-E1C4-45A4-9F83-5336B1275C06}" srcOrd="3" destOrd="0" presId="urn:microsoft.com/office/officeart/2008/layout/VerticalCurvedList"/>
    <dgm:cxn modelId="{C7A9CDE2-9480-487D-8FE3-2787578D5FC5}" type="presParOf" srcId="{9C2AB2D9-B073-4850-A49D-8D7A63713921}" destId="{38BEE16F-4DD6-45F8-A89D-167DA8EC5955}" srcOrd="4" destOrd="0" presId="urn:microsoft.com/office/officeart/2008/layout/VerticalCurvedList"/>
    <dgm:cxn modelId="{7BFC0BDD-FD02-49D0-9149-C778D50922D6}" type="presParOf" srcId="{38BEE16F-4DD6-45F8-A89D-167DA8EC5955}" destId="{FE7AC93B-1516-4EC7-8979-A6CC0E2EF49C}" srcOrd="0" destOrd="0" presId="urn:microsoft.com/office/officeart/2008/layout/VerticalCurvedList"/>
    <dgm:cxn modelId="{5345CA6C-047E-4432-88B6-915086C503B3}" type="presParOf" srcId="{9C2AB2D9-B073-4850-A49D-8D7A63713921}" destId="{9927C0BE-82D7-454D-9992-4592B1072CDC}" srcOrd="5" destOrd="0" presId="urn:microsoft.com/office/officeart/2008/layout/VerticalCurvedList"/>
    <dgm:cxn modelId="{3826472F-DC4C-414C-B52C-A776714C6A91}" type="presParOf" srcId="{9C2AB2D9-B073-4850-A49D-8D7A63713921}" destId="{BAB21A8D-F41F-4601-9A0B-53FDBFE3C675}" srcOrd="6" destOrd="0" presId="urn:microsoft.com/office/officeart/2008/layout/VerticalCurvedList"/>
    <dgm:cxn modelId="{D9D69D2B-D280-4E84-9FA0-EE9561E892CD}" type="presParOf" srcId="{BAB21A8D-F41F-4601-9A0B-53FDBFE3C675}" destId="{4A7840EF-7382-477D-AD91-CBE75ACB6C85}" srcOrd="0" destOrd="0" presId="urn:microsoft.com/office/officeart/2008/layout/VerticalCurvedList"/>
    <dgm:cxn modelId="{543FFB9E-8EE4-49F2-8D45-AE814AAB7394}" type="presParOf" srcId="{9C2AB2D9-B073-4850-A49D-8D7A63713921}" destId="{E72A5D4C-64F6-4AF6-B05C-E9E32810910E}" srcOrd="7" destOrd="0" presId="urn:microsoft.com/office/officeart/2008/layout/VerticalCurvedList"/>
    <dgm:cxn modelId="{1A8F5C9B-9685-4F1E-9567-66B643B827E6}" type="presParOf" srcId="{9C2AB2D9-B073-4850-A49D-8D7A63713921}" destId="{632D81F9-5E5C-40CB-A5EF-09AFE2493443}" srcOrd="8" destOrd="0" presId="urn:microsoft.com/office/officeart/2008/layout/VerticalCurvedList"/>
    <dgm:cxn modelId="{738D4236-0EFA-4775-A594-3D938197AF8F}" type="presParOf" srcId="{632D81F9-5E5C-40CB-A5EF-09AFE2493443}" destId="{AC5F5B27-9348-4A23-B7C1-E418C54A1B7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CD1D294-5DEF-4227-9E8A-440532DFAECD}"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24333C74-35D6-402A-9611-4F6375BD485D}">
      <dgm:prSet/>
      <dgm:spPr/>
      <dgm:t>
        <a:bodyPr/>
        <a:lstStyle/>
        <a:p>
          <a:r>
            <a:rPr lang="uk-UA" b="0" i="0"/>
            <a:t>Кримського</a:t>
          </a:r>
          <a:endParaRPr lang="uk-UA"/>
        </a:p>
      </dgm:t>
    </dgm:pt>
    <dgm:pt modelId="{AD598FD5-0CC1-4D01-BA91-93AB36BA8508}" type="parTrans" cxnId="{70EFCFBA-FA21-4799-A0A5-19F3828E6152}">
      <dgm:prSet/>
      <dgm:spPr/>
      <dgm:t>
        <a:bodyPr/>
        <a:lstStyle/>
        <a:p>
          <a:endParaRPr lang="uk-UA"/>
        </a:p>
      </dgm:t>
    </dgm:pt>
    <dgm:pt modelId="{50F4F56F-A420-4AD2-89D3-A9B60780D25D}" type="sibTrans" cxnId="{70EFCFBA-FA21-4799-A0A5-19F3828E6152}">
      <dgm:prSet/>
      <dgm:spPr/>
      <dgm:t>
        <a:bodyPr/>
        <a:lstStyle/>
        <a:p>
          <a:endParaRPr lang="uk-UA"/>
        </a:p>
      </dgm:t>
    </dgm:pt>
    <dgm:pt modelId="{D72A263F-696B-4849-B20B-AFB11D06DFFD}">
      <dgm:prSet/>
      <dgm:spPr/>
      <dgm:t>
        <a:bodyPr/>
        <a:lstStyle/>
        <a:p>
          <a:r>
            <a:rPr lang="uk-UA" b="0" i="0"/>
            <a:t>Чигиринського</a:t>
          </a:r>
          <a:endParaRPr lang="uk-UA"/>
        </a:p>
      </dgm:t>
    </dgm:pt>
    <dgm:pt modelId="{5362B2AA-1A68-4769-8C81-F350B98683EE}" type="parTrans" cxnId="{13652B57-4F53-41A2-B3B9-2542410A064D}">
      <dgm:prSet/>
      <dgm:spPr/>
      <dgm:t>
        <a:bodyPr/>
        <a:lstStyle/>
        <a:p>
          <a:endParaRPr lang="uk-UA"/>
        </a:p>
      </dgm:t>
    </dgm:pt>
    <dgm:pt modelId="{B0AAD7B3-D2F2-4118-BD8C-1D26BD076588}" type="sibTrans" cxnId="{13652B57-4F53-41A2-B3B9-2542410A064D}">
      <dgm:prSet/>
      <dgm:spPr/>
      <dgm:t>
        <a:bodyPr/>
        <a:lstStyle/>
        <a:p>
          <a:endParaRPr lang="uk-UA"/>
        </a:p>
      </dgm:t>
    </dgm:pt>
    <dgm:pt modelId="{FE33A4F9-8C5F-4472-842B-95D8815D9D0A}">
      <dgm:prSet/>
      <dgm:spPr/>
      <dgm:t>
        <a:bodyPr/>
        <a:lstStyle/>
        <a:p>
          <a:r>
            <a:rPr lang="uk-UA" b="0" i="0"/>
            <a:t>Азовського</a:t>
          </a:r>
          <a:endParaRPr lang="uk-UA"/>
        </a:p>
      </dgm:t>
    </dgm:pt>
    <dgm:pt modelId="{73C58C86-BC0E-487D-A950-3E536E133A70}" type="parTrans" cxnId="{1A0A8B86-C674-42D8-97AE-61C35F24EA22}">
      <dgm:prSet/>
      <dgm:spPr/>
      <dgm:t>
        <a:bodyPr/>
        <a:lstStyle/>
        <a:p>
          <a:endParaRPr lang="uk-UA"/>
        </a:p>
      </dgm:t>
    </dgm:pt>
    <dgm:pt modelId="{D7F85A55-D28E-4B10-867D-D20ADF59F35B}" type="sibTrans" cxnId="{1A0A8B86-C674-42D8-97AE-61C35F24EA22}">
      <dgm:prSet/>
      <dgm:spPr/>
      <dgm:t>
        <a:bodyPr/>
        <a:lstStyle/>
        <a:p>
          <a:endParaRPr lang="uk-UA"/>
        </a:p>
      </dgm:t>
    </dgm:pt>
    <dgm:pt modelId="{1A77EFD3-0809-4BC5-BCE1-56E5E8EFBECB}">
      <dgm:prSet/>
      <dgm:spPr/>
      <dgm:t>
        <a:bodyPr/>
        <a:lstStyle/>
        <a:p>
          <a:r>
            <a:rPr lang="uk-UA" b="0" i="0"/>
            <a:t>Молдавського</a:t>
          </a:r>
          <a:endParaRPr lang="uk-UA"/>
        </a:p>
      </dgm:t>
    </dgm:pt>
    <dgm:pt modelId="{0AC35FA0-622B-43C6-914F-33375ADE4C00}" type="parTrans" cxnId="{D543923E-887D-4F5B-9C29-0ACBFF77EB99}">
      <dgm:prSet/>
      <dgm:spPr/>
      <dgm:t>
        <a:bodyPr/>
        <a:lstStyle/>
        <a:p>
          <a:endParaRPr lang="uk-UA"/>
        </a:p>
      </dgm:t>
    </dgm:pt>
    <dgm:pt modelId="{1043C170-B1DD-45EA-9A9A-E1818FB6F219}" type="sibTrans" cxnId="{D543923E-887D-4F5B-9C29-0ACBFF77EB99}">
      <dgm:prSet/>
      <dgm:spPr/>
      <dgm:t>
        <a:bodyPr/>
        <a:lstStyle/>
        <a:p>
          <a:endParaRPr lang="uk-UA"/>
        </a:p>
      </dgm:t>
    </dgm:pt>
    <dgm:pt modelId="{F9FBBFBF-FDA4-4264-B890-B35B130A0C50}" type="pres">
      <dgm:prSet presAssocID="{ACD1D294-5DEF-4227-9E8A-440532DFAECD}" presName="matrix" presStyleCnt="0">
        <dgm:presLayoutVars>
          <dgm:chMax val="1"/>
          <dgm:dir/>
          <dgm:resizeHandles val="exact"/>
        </dgm:presLayoutVars>
      </dgm:prSet>
      <dgm:spPr/>
    </dgm:pt>
    <dgm:pt modelId="{36C00049-DBBC-4FE3-B64C-227D624CD507}" type="pres">
      <dgm:prSet presAssocID="{ACD1D294-5DEF-4227-9E8A-440532DFAECD}" presName="diamond" presStyleLbl="bgShp" presStyleIdx="0" presStyleCnt="1"/>
      <dgm:spPr/>
    </dgm:pt>
    <dgm:pt modelId="{8DE6D64B-FFD8-4229-A365-7080063B34AD}" type="pres">
      <dgm:prSet presAssocID="{ACD1D294-5DEF-4227-9E8A-440532DFAECD}" presName="quad1" presStyleLbl="node1" presStyleIdx="0" presStyleCnt="4">
        <dgm:presLayoutVars>
          <dgm:chMax val="0"/>
          <dgm:chPref val="0"/>
          <dgm:bulletEnabled val="1"/>
        </dgm:presLayoutVars>
      </dgm:prSet>
      <dgm:spPr/>
    </dgm:pt>
    <dgm:pt modelId="{0399908D-4AA8-41D1-A84A-F1E11473941D}" type="pres">
      <dgm:prSet presAssocID="{ACD1D294-5DEF-4227-9E8A-440532DFAECD}" presName="quad2" presStyleLbl="node1" presStyleIdx="1" presStyleCnt="4">
        <dgm:presLayoutVars>
          <dgm:chMax val="0"/>
          <dgm:chPref val="0"/>
          <dgm:bulletEnabled val="1"/>
        </dgm:presLayoutVars>
      </dgm:prSet>
      <dgm:spPr/>
    </dgm:pt>
    <dgm:pt modelId="{95EA685D-0674-4FAB-858B-FB43625FB990}" type="pres">
      <dgm:prSet presAssocID="{ACD1D294-5DEF-4227-9E8A-440532DFAECD}" presName="quad3" presStyleLbl="node1" presStyleIdx="2" presStyleCnt="4">
        <dgm:presLayoutVars>
          <dgm:chMax val="0"/>
          <dgm:chPref val="0"/>
          <dgm:bulletEnabled val="1"/>
        </dgm:presLayoutVars>
      </dgm:prSet>
      <dgm:spPr/>
    </dgm:pt>
    <dgm:pt modelId="{997AB807-07F0-49BD-B531-3C5285673499}" type="pres">
      <dgm:prSet presAssocID="{ACD1D294-5DEF-4227-9E8A-440532DFAECD}" presName="quad4" presStyleLbl="node1" presStyleIdx="3" presStyleCnt="4">
        <dgm:presLayoutVars>
          <dgm:chMax val="0"/>
          <dgm:chPref val="0"/>
          <dgm:bulletEnabled val="1"/>
        </dgm:presLayoutVars>
      </dgm:prSet>
      <dgm:spPr/>
    </dgm:pt>
  </dgm:ptLst>
  <dgm:cxnLst>
    <dgm:cxn modelId="{85CA3D0D-F569-4FBE-A394-AA3A0666E519}" type="presOf" srcId="{1A77EFD3-0809-4BC5-BCE1-56E5E8EFBECB}" destId="{997AB807-07F0-49BD-B531-3C5285673499}" srcOrd="0" destOrd="0" presId="urn:microsoft.com/office/officeart/2005/8/layout/matrix3"/>
    <dgm:cxn modelId="{A05BB319-9BC4-4ED4-8351-3054768244C9}" type="presOf" srcId="{D72A263F-696B-4849-B20B-AFB11D06DFFD}" destId="{0399908D-4AA8-41D1-A84A-F1E11473941D}" srcOrd="0" destOrd="0" presId="urn:microsoft.com/office/officeart/2005/8/layout/matrix3"/>
    <dgm:cxn modelId="{D543923E-887D-4F5B-9C29-0ACBFF77EB99}" srcId="{ACD1D294-5DEF-4227-9E8A-440532DFAECD}" destId="{1A77EFD3-0809-4BC5-BCE1-56E5E8EFBECB}" srcOrd="3" destOrd="0" parTransId="{0AC35FA0-622B-43C6-914F-33375ADE4C00}" sibTransId="{1043C170-B1DD-45EA-9A9A-E1818FB6F219}"/>
    <dgm:cxn modelId="{D03AEB62-52E9-4486-AC31-9C62D849F9ED}" type="presOf" srcId="{ACD1D294-5DEF-4227-9E8A-440532DFAECD}" destId="{F9FBBFBF-FDA4-4264-B890-B35B130A0C50}" srcOrd="0" destOrd="0" presId="urn:microsoft.com/office/officeart/2005/8/layout/matrix3"/>
    <dgm:cxn modelId="{13652B57-4F53-41A2-B3B9-2542410A064D}" srcId="{ACD1D294-5DEF-4227-9E8A-440532DFAECD}" destId="{D72A263F-696B-4849-B20B-AFB11D06DFFD}" srcOrd="1" destOrd="0" parTransId="{5362B2AA-1A68-4769-8C81-F350B98683EE}" sibTransId="{B0AAD7B3-D2F2-4118-BD8C-1D26BD076588}"/>
    <dgm:cxn modelId="{6EB46957-93A0-41BC-B2AE-1B308B2E7032}" type="presOf" srcId="{FE33A4F9-8C5F-4472-842B-95D8815D9D0A}" destId="{95EA685D-0674-4FAB-858B-FB43625FB990}" srcOrd="0" destOrd="0" presId="urn:microsoft.com/office/officeart/2005/8/layout/matrix3"/>
    <dgm:cxn modelId="{1A0A8B86-C674-42D8-97AE-61C35F24EA22}" srcId="{ACD1D294-5DEF-4227-9E8A-440532DFAECD}" destId="{FE33A4F9-8C5F-4472-842B-95D8815D9D0A}" srcOrd="2" destOrd="0" parTransId="{73C58C86-BC0E-487D-A950-3E536E133A70}" sibTransId="{D7F85A55-D28E-4B10-867D-D20ADF59F35B}"/>
    <dgm:cxn modelId="{70EFCFBA-FA21-4799-A0A5-19F3828E6152}" srcId="{ACD1D294-5DEF-4227-9E8A-440532DFAECD}" destId="{24333C74-35D6-402A-9611-4F6375BD485D}" srcOrd="0" destOrd="0" parTransId="{AD598FD5-0CC1-4D01-BA91-93AB36BA8508}" sibTransId="{50F4F56F-A420-4AD2-89D3-A9B60780D25D}"/>
    <dgm:cxn modelId="{26E805C7-D29E-4F7E-8C24-BED9D9D65358}" type="presOf" srcId="{24333C74-35D6-402A-9611-4F6375BD485D}" destId="{8DE6D64B-FFD8-4229-A365-7080063B34AD}" srcOrd="0" destOrd="0" presId="urn:microsoft.com/office/officeart/2005/8/layout/matrix3"/>
    <dgm:cxn modelId="{C0E40366-21B9-4598-B365-DA4BB31680F8}" type="presParOf" srcId="{F9FBBFBF-FDA4-4264-B890-B35B130A0C50}" destId="{36C00049-DBBC-4FE3-B64C-227D624CD507}" srcOrd="0" destOrd="0" presId="urn:microsoft.com/office/officeart/2005/8/layout/matrix3"/>
    <dgm:cxn modelId="{2C70BFE5-234E-4068-8CD8-D76171389720}" type="presParOf" srcId="{F9FBBFBF-FDA4-4264-B890-B35B130A0C50}" destId="{8DE6D64B-FFD8-4229-A365-7080063B34AD}" srcOrd="1" destOrd="0" presId="urn:microsoft.com/office/officeart/2005/8/layout/matrix3"/>
    <dgm:cxn modelId="{8A3CB6C9-4889-457B-AC5D-B166C77A5ABF}" type="presParOf" srcId="{F9FBBFBF-FDA4-4264-B890-B35B130A0C50}" destId="{0399908D-4AA8-41D1-A84A-F1E11473941D}" srcOrd="2" destOrd="0" presId="urn:microsoft.com/office/officeart/2005/8/layout/matrix3"/>
    <dgm:cxn modelId="{29099F54-4BB5-440C-9C0F-CED42B368533}" type="presParOf" srcId="{F9FBBFBF-FDA4-4264-B890-B35B130A0C50}" destId="{95EA685D-0674-4FAB-858B-FB43625FB990}" srcOrd="3" destOrd="0" presId="urn:microsoft.com/office/officeart/2005/8/layout/matrix3"/>
    <dgm:cxn modelId="{57615EB5-D018-4DF2-B828-2E1EA6D242D2}" type="presParOf" srcId="{F9FBBFBF-FDA4-4264-B890-B35B130A0C50}" destId="{997AB807-07F0-49BD-B531-3C5285673499}"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EC2BDC8-A8BD-4F7C-86EB-3B24484A3FF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BDE3C3D-CE94-40C6-871A-7C863659DDB1}">
      <dgm:prSet/>
      <dgm:spPr/>
      <dgm:t>
        <a:bodyPr/>
        <a:lstStyle/>
        <a:p>
          <a:r>
            <a:rPr lang="uk-UA" b="0" i="0" dirty="0"/>
            <a:t>проголошення П. Дорошенка гетьманом усієї України</a:t>
          </a:r>
          <a:endParaRPr lang="uk-UA" dirty="0"/>
        </a:p>
      </dgm:t>
    </dgm:pt>
    <dgm:pt modelId="{DF981189-F90E-4B32-A9EC-25E945BB3081}" type="parTrans" cxnId="{0A619742-32DD-4514-A7F2-21894AD0A39B}">
      <dgm:prSet/>
      <dgm:spPr/>
      <dgm:t>
        <a:bodyPr/>
        <a:lstStyle/>
        <a:p>
          <a:endParaRPr lang="uk-UA"/>
        </a:p>
      </dgm:t>
    </dgm:pt>
    <dgm:pt modelId="{66D9BDBF-6663-4258-B554-36E4678F8E5D}" type="sibTrans" cxnId="{0A619742-32DD-4514-A7F2-21894AD0A39B}">
      <dgm:prSet/>
      <dgm:spPr/>
      <dgm:t>
        <a:bodyPr/>
        <a:lstStyle/>
        <a:p>
          <a:endParaRPr lang="uk-UA"/>
        </a:p>
      </dgm:t>
    </dgm:pt>
    <dgm:pt modelId="{BBF1673F-976B-498F-BAC4-D07590CB7573}">
      <dgm:prSet/>
      <dgm:spPr/>
      <dgm:t>
        <a:bodyPr/>
        <a:lstStyle/>
        <a:p>
          <a:r>
            <a:rPr lang="uk-UA" b="0" i="0" dirty="0"/>
            <a:t>підпорядкування Київської митрополії Московському патріархату</a:t>
          </a:r>
          <a:endParaRPr lang="uk-UA" dirty="0"/>
        </a:p>
      </dgm:t>
    </dgm:pt>
    <dgm:pt modelId="{2AAC5C0A-B8D4-42D4-A7A2-BEF85950BEB4}" type="parTrans" cxnId="{6A291ABC-2AE8-4688-8BFB-E631C04244FA}">
      <dgm:prSet/>
      <dgm:spPr/>
      <dgm:t>
        <a:bodyPr/>
        <a:lstStyle/>
        <a:p>
          <a:endParaRPr lang="uk-UA"/>
        </a:p>
      </dgm:t>
    </dgm:pt>
    <dgm:pt modelId="{0BD55D25-F229-4318-9547-8B2D8077549B}" type="sibTrans" cxnId="{6A291ABC-2AE8-4688-8BFB-E631C04244FA}">
      <dgm:prSet/>
      <dgm:spPr/>
      <dgm:t>
        <a:bodyPr/>
        <a:lstStyle/>
        <a:p>
          <a:endParaRPr lang="uk-UA"/>
        </a:p>
      </dgm:t>
    </dgm:pt>
    <dgm:pt modelId="{1C030DFC-78F2-41A0-B160-EFE18CB44170}">
      <dgm:prSet/>
      <dgm:spPr/>
      <dgm:t>
        <a:bodyPr/>
        <a:lstStyle/>
        <a:p>
          <a:r>
            <a:rPr lang="uk-UA" b="0" i="0"/>
            <a:t>укладення між Московським царством і Річчю Посполитою Андрусівського перемир’я</a:t>
          </a:r>
          <a:endParaRPr lang="uk-UA"/>
        </a:p>
      </dgm:t>
    </dgm:pt>
    <dgm:pt modelId="{5D1A43B0-14CE-4DC3-9DD5-1F71868735D9}" type="parTrans" cxnId="{9B788246-C9B7-4A36-A442-85475BCA8C24}">
      <dgm:prSet/>
      <dgm:spPr/>
      <dgm:t>
        <a:bodyPr/>
        <a:lstStyle/>
        <a:p>
          <a:endParaRPr lang="uk-UA"/>
        </a:p>
      </dgm:t>
    </dgm:pt>
    <dgm:pt modelId="{BEF2D3E0-023E-407C-A2E0-47F260A505CF}" type="sibTrans" cxnId="{9B788246-C9B7-4A36-A442-85475BCA8C24}">
      <dgm:prSet/>
      <dgm:spPr/>
      <dgm:t>
        <a:bodyPr/>
        <a:lstStyle/>
        <a:p>
          <a:endParaRPr lang="uk-UA"/>
        </a:p>
      </dgm:t>
    </dgm:pt>
    <dgm:pt modelId="{A2B50343-EF74-4030-94BF-B829072A5CEE}">
      <dgm:prSet/>
      <dgm:spPr/>
      <dgm:t>
        <a:bodyPr/>
        <a:lstStyle/>
        <a:p>
          <a:r>
            <a:rPr lang="uk-UA" b="0" i="0" dirty="0"/>
            <a:t>Чигиринські походи турецьких військ</a:t>
          </a:r>
          <a:endParaRPr lang="uk-UA" dirty="0"/>
        </a:p>
      </dgm:t>
    </dgm:pt>
    <dgm:pt modelId="{EB014D61-AD4E-4F3C-BF2B-F44583600FD9}" type="parTrans" cxnId="{AF7D4701-E6AE-41B2-BA15-86278A4801AE}">
      <dgm:prSet/>
      <dgm:spPr/>
      <dgm:t>
        <a:bodyPr/>
        <a:lstStyle/>
        <a:p>
          <a:endParaRPr lang="uk-UA"/>
        </a:p>
      </dgm:t>
    </dgm:pt>
    <dgm:pt modelId="{96B4DF70-4B1B-41CC-894C-CB9E08778D18}" type="sibTrans" cxnId="{AF7D4701-E6AE-41B2-BA15-86278A4801AE}">
      <dgm:prSet/>
      <dgm:spPr/>
      <dgm:t>
        <a:bodyPr/>
        <a:lstStyle/>
        <a:p>
          <a:endParaRPr lang="uk-UA"/>
        </a:p>
      </dgm:t>
    </dgm:pt>
    <dgm:pt modelId="{DA278FC9-15FC-4B9A-9E85-0C970522136D}" type="pres">
      <dgm:prSet presAssocID="{CEC2BDC8-A8BD-4F7C-86EB-3B24484A3FF3}" presName="linear" presStyleCnt="0">
        <dgm:presLayoutVars>
          <dgm:animLvl val="lvl"/>
          <dgm:resizeHandles val="exact"/>
        </dgm:presLayoutVars>
      </dgm:prSet>
      <dgm:spPr/>
    </dgm:pt>
    <dgm:pt modelId="{5AEFEB4C-B7CD-4EBE-AA69-E11CEE85622C}" type="pres">
      <dgm:prSet presAssocID="{2BDE3C3D-CE94-40C6-871A-7C863659DDB1}" presName="parentText" presStyleLbl="node1" presStyleIdx="0" presStyleCnt="4">
        <dgm:presLayoutVars>
          <dgm:chMax val="0"/>
          <dgm:bulletEnabled val="1"/>
        </dgm:presLayoutVars>
      </dgm:prSet>
      <dgm:spPr/>
    </dgm:pt>
    <dgm:pt modelId="{AB67072B-C4C3-4C07-8435-6154045D82C1}" type="pres">
      <dgm:prSet presAssocID="{66D9BDBF-6663-4258-B554-36E4678F8E5D}" presName="spacer" presStyleCnt="0"/>
      <dgm:spPr/>
    </dgm:pt>
    <dgm:pt modelId="{F878B96E-91B0-4135-93B1-35DBC76ECC40}" type="pres">
      <dgm:prSet presAssocID="{BBF1673F-976B-498F-BAC4-D07590CB7573}" presName="parentText" presStyleLbl="node1" presStyleIdx="1" presStyleCnt="4">
        <dgm:presLayoutVars>
          <dgm:chMax val="0"/>
          <dgm:bulletEnabled val="1"/>
        </dgm:presLayoutVars>
      </dgm:prSet>
      <dgm:spPr/>
    </dgm:pt>
    <dgm:pt modelId="{AE49390C-CE69-4C82-BDE1-E41AA6B11674}" type="pres">
      <dgm:prSet presAssocID="{0BD55D25-F229-4318-9547-8B2D8077549B}" presName="spacer" presStyleCnt="0"/>
      <dgm:spPr/>
    </dgm:pt>
    <dgm:pt modelId="{27718C57-5879-4685-B425-A55AFDDBBE69}" type="pres">
      <dgm:prSet presAssocID="{1C030DFC-78F2-41A0-B160-EFE18CB44170}" presName="parentText" presStyleLbl="node1" presStyleIdx="2" presStyleCnt="4">
        <dgm:presLayoutVars>
          <dgm:chMax val="0"/>
          <dgm:bulletEnabled val="1"/>
        </dgm:presLayoutVars>
      </dgm:prSet>
      <dgm:spPr/>
    </dgm:pt>
    <dgm:pt modelId="{60C9FC77-6F1F-40DF-A913-C97CBC56B350}" type="pres">
      <dgm:prSet presAssocID="{BEF2D3E0-023E-407C-A2E0-47F260A505CF}" presName="spacer" presStyleCnt="0"/>
      <dgm:spPr/>
    </dgm:pt>
    <dgm:pt modelId="{6F95F222-348E-4701-85FA-D6194B4BAE6D}" type="pres">
      <dgm:prSet presAssocID="{A2B50343-EF74-4030-94BF-B829072A5CEE}" presName="parentText" presStyleLbl="node1" presStyleIdx="3" presStyleCnt="4">
        <dgm:presLayoutVars>
          <dgm:chMax val="0"/>
          <dgm:bulletEnabled val="1"/>
        </dgm:presLayoutVars>
      </dgm:prSet>
      <dgm:spPr/>
    </dgm:pt>
  </dgm:ptLst>
  <dgm:cxnLst>
    <dgm:cxn modelId="{AF7D4701-E6AE-41B2-BA15-86278A4801AE}" srcId="{CEC2BDC8-A8BD-4F7C-86EB-3B24484A3FF3}" destId="{A2B50343-EF74-4030-94BF-B829072A5CEE}" srcOrd="3" destOrd="0" parTransId="{EB014D61-AD4E-4F3C-BF2B-F44583600FD9}" sibTransId="{96B4DF70-4B1B-41CC-894C-CB9E08778D18}"/>
    <dgm:cxn modelId="{BED26C08-57C3-437D-A863-4B0C43D76174}" type="presOf" srcId="{CEC2BDC8-A8BD-4F7C-86EB-3B24484A3FF3}" destId="{DA278FC9-15FC-4B9A-9E85-0C970522136D}" srcOrd="0" destOrd="0" presId="urn:microsoft.com/office/officeart/2005/8/layout/vList2"/>
    <dgm:cxn modelId="{5C2A990C-059D-42C3-918A-B9F433FA3623}" type="presOf" srcId="{BBF1673F-976B-498F-BAC4-D07590CB7573}" destId="{F878B96E-91B0-4135-93B1-35DBC76ECC40}" srcOrd="0" destOrd="0" presId="urn:microsoft.com/office/officeart/2005/8/layout/vList2"/>
    <dgm:cxn modelId="{62DCFB3E-A2D7-4AA0-9C5B-B25F8290E92C}" type="presOf" srcId="{2BDE3C3D-CE94-40C6-871A-7C863659DDB1}" destId="{5AEFEB4C-B7CD-4EBE-AA69-E11CEE85622C}" srcOrd="0" destOrd="0" presId="urn:microsoft.com/office/officeart/2005/8/layout/vList2"/>
    <dgm:cxn modelId="{0A619742-32DD-4514-A7F2-21894AD0A39B}" srcId="{CEC2BDC8-A8BD-4F7C-86EB-3B24484A3FF3}" destId="{2BDE3C3D-CE94-40C6-871A-7C863659DDB1}" srcOrd="0" destOrd="0" parTransId="{DF981189-F90E-4B32-A9EC-25E945BB3081}" sibTransId="{66D9BDBF-6663-4258-B554-36E4678F8E5D}"/>
    <dgm:cxn modelId="{E35FB264-41F9-4407-802C-26AE85BB7772}" type="presOf" srcId="{A2B50343-EF74-4030-94BF-B829072A5CEE}" destId="{6F95F222-348E-4701-85FA-D6194B4BAE6D}" srcOrd="0" destOrd="0" presId="urn:microsoft.com/office/officeart/2005/8/layout/vList2"/>
    <dgm:cxn modelId="{9B788246-C9B7-4A36-A442-85475BCA8C24}" srcId="{CEC2BDC8-A8BD-4F7C-86EB-3B24484A3FF3}" destId="{1C030DFC-78F2-41A0-B160-EFE18CB44170}" srcOrd="2" destOrd="0" parTransId="{5D1A43B0-14CE-4DC3-9DD5-1F71868735D9}" sibTransId="{BEF2D3E0-023E-407C-A2E0-47F260A505CF}"/>
    <dgm:cxn modelId="{6A291ABC-2AE8-4688-8BFB-E631C04244FA}" srcId="{CEC2BDC8-A8BD-4F7C-86EB-3B24484A3FF3}" destId="{BBF1673F-976B-498F-BAC4-D07590CB7573}" srcOrd="1" destOrd="0" parTransId="{2AAC5C0A-B8D4-42D4-A7A2-BEF85950BEB4}" sibTransId="{0BD55D25-F229-4318-9547-8B2D8077549B}"/>
    <dgm:cxn modelId="{CAA006EA-5C59-4FAE-9830-75EA44D3A9C7}" type="presOf" srcId="{1C030DFC-78F2-41A0-B160-EFE18CB44170}" destId="{27718C57-5879-4685-B425-A55AFDDBBE69}" srcOrd="0" destOrd="0" presId="urn:microsoft.com/office/officeart/2005/8/layout/vList2"/>
    <dgm:cxn modelId="{B274A4F7-62FF-4492-AEB1-6D851A971C72}" type="presParOf" srcId="{DA278FC9-15FC-4B9A-9E85-0C970522136D}" destId="{5AEFEB4C-B7CD-4EBE-AA69-E11CEE85622C}" srcOrd="0" destOrd="0" presId="urn:microsoft.com/office/officeart/2005/8/layout/vList2"/>
    <dgm:cxn modelId="{64F2168D-8F3B-466B-90B0-FA12A774654A}" type="presParOf" srcId="{DA278FC9-15FC-4B9A-9E85-0C970522136D}" destId="{AB67072B-C4C3-4C07-8435-6154045D82C1}" srcOrd="1" destOrd="0" presId="urn:microsoft.com/office/officeart/2005/8/layout/vList2"/>
    <dgm:cxn modelId="{0C8DFBA7-A94B-4F61-A52F-4B8131918F85}" type="presParOf" srcId="{DA278FC9-15FC-4B9A-9E85-0C970522136D}" destId="{F878B96E-91B0-4135-93B1-35DBC76ECC40}" srcOrd="2" destOrd="0" presId="urn:microsoft.com/office/officeart/2005/8/layout/vList2"/>
    <dgm:cxn modelId="{6FE8AE2F-51A3-4455-8F5C-A4FC1798E194}" type="presParOf" srcId="{DA278FC9-15FC-4B9A-9E85-0C970522136D}" destId="{AE49390C-CE69-4C82-BDE1-E41AA6B11674}" srcOrd="3" destOrd="0" presId="urn:microsoft.com/office/officeart/2005/8/layout/vList2"/>
    <dgm:cxn modelId="{9C7B4A6D-5FEB-4C5D-8BE0-B6CD80427486}" type="presParOf" srcId="{DA278FC9-15FC-4B9A-9E85-0C970522136D}" destId="{27718C57-5879-4685-B425-A55AFDDBBE69}" srcOrd="4" destOrd="0" presId="urn:microsoft.com/office/officeart/2005/8/layout/vList2"/>
    <dgm:cxn modelId="{4B1C8F88-E2F5-4A59-908E-FF7FA6034E61}" type="presParOf" srcId="{DA278FC9-15FC-4B9A-9E85-0C970522136D}" destId="{60C9FC77-6F1F-40DF-A913-C97CBC56B350}" srcOrd="5" destOrd="0" presId="urn:microsoft.com/office/officeart/2005/8/layout/vList2"/>
    <dgm:cxn modelId="{B85C3563-F53B-4C2D-BCCA-95616A97AC5C}" type="presParOf" srcId="{DA278FC9-15FC-4B9A-9E85-0C970522136D}" destId="{6F95F222-348E-4701-85FA-D6194B4BAE6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6E9675D-406F-446A-B4C4-7CE0619BB70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6BD3C6-8BEF-4C70-83A4-0C2F43A3290C}">
      <dgm:prSet/>
      <dgm:spPr/>
      <dgm:t>
        <a:bodyPr/>
        <a:lstStyle/>
        <a:p>
          <a:r>
            <a:rPr lang="uk-UA" b="0" i="0"/>
            <a:t>представницький інститут Гетьманщини, який розглядав загальні державні справи, зокрема: затвердження міждержавних договорів, обрання гетьмана, складання «статей» при його обранні.</a:t>
          </a:r>
          <a:endParaRPr lang="uk-UA"/>
        </a:p>
      </dgm:t>
    </dgm:pt>
    <dgm:pt modelId="{6781A395-E8B6-4291-B315-4956385DCC48}" type="parTrans" cxnId="{9969D547-3F30-4217-BC66-D33C675E70EF}">
      <dgm:prSet/>
      <dgm:spPr/>
      <dgm:t>
        <a:bodyPr/>
        <a:lstStyle/>
        <a:p>
          <a:endParaRPr lang="uk-UA"/>
        </a:p>
      </dgm:t>
    </dgm:pt>
    <dgm:pt modelId="{C062AF3A-34B1-46AE-85E0-4A785EA87478}" type="sibTrans" cxnId="{9969D547-3F30-4217-BC66-D33C675E70EF}">
      <dgm:prSet/>
      <dgm:spPr/>
      <dgm:t>
        <a:bodyPr/>
        <a:lstStyle/>
        <a:p>
          <a:endParaRPr lang="uk-UA"/>
        </a:p>
      </dgm:t>
    </dgm:pt>
    <dgm:pt modelId="{06F13D87-09F9-4DE1-89E0-3686A66C497E}">
      <dgm:prSet/>
      <dgm:spPr/>
      <dgm:t>
        <a:bodyPr/>
        <a:lstStyle/>
        <a:p>
          <a:r>
            <a:rPr lang="uk-UA" b="0" i="0"/>
            <a:t>розпорядчий орган Гетьманщини, що відав справами збору натуральних і грошових податків із населення, прибутками та видатками держави, військовими та ранговими маєтностями.</a:t>
          </a:r>
          <a:endParaRPr lang="uk-UA"/>
        </a:p>
      </dgm:t>
    </dgm:pt>
    <dgm:pt modelId="{5D7291C2-8580-4FC2-B385-05F9C060E0BD}" type="parTrans" cxnId="{9644A656-5B99-4013-BEC8-10C4D4B4779F}">
      <dgm:prSet/>
      <dgm:spPr/>
      <dgm:t>
        <a:bodyPr/>
        <a:lstStyle/>
        <a:p>
          <a:endParaRPr lang="uk-UA"/>
        </a:p>
      </dgm:t>
    </dgm:pt>
    <dgm:pt modelId="{684E8D04-69D2-4DAC-B564-987F2604B8E4}" type="sibTrans" cxnId="{9644A656-5B99-4013-BEC8-10C4D4B4779F}">
      <dgm:prSet/>
      <dgm:spPr/>
      <dgm:t>
        <a:bodyPr/>
        <a:lstStyle/>
        <a:p>
          <a:endParaRPr lang="uk-UA"/>
        </a:p>
      </dgm:t>
    </dgm:pt>
    <dgm:pt modelId="{9AB0203B-A62A-47A3-BF63-A8306049D6E7}" type="pres">
      <dgm:prSet presAssocID="{66E9675D-406F-446A-B4C4-7CE0619BB70B}" presName="linear" presStyleCnt="0">
        <dgm:presLayoutVars>
          <dgm:animLvl val="lvl"/>
          <dgm:resizeHandles val="exact"/>
        </dgm:presLayoutVars>
      </dgm:prSet>
      <dgm:spPr/>
    </dgm:pt>
    <dgm:pt modelId="{84FB3C7C-06A7-489E-B308-9168710CAE0C}" type="pres">
      <dgm:prSet presAssocID="{886BD3C6-8BEF-4C70-83A4-0C2F43A3290C}" presName="parentText" presStyleLbl="node1" presStyleIdx="0" presStyleCnt="2">
        <dgm:presLayoutVars>
          <dgm:chMax val="0"/>
          <dgm:bulletEnabled val="1"/>
        </dgm:presLayoutVars>
      </dgm:prSet>
      <dgm:spPr/>
    </dgm:pt>
    <dgm:pt modelId="{BDF93FEA-4887-4B05-936C-C18A0028346C}" type="pres">
      <dgm:prSet presAssocID="{C062AF3A-34B1-46AE-85E0-4A785EA87478}" presName="spacer" presStyleCnt="0"/>
      <dgm:spPr/>
    </dgm:pt>
    <dgm:pt modelId="{DFF4821B-A2E5-4C06-83F1-7ABAECF9340F}" type="pres">
      <dgm:prSet presAssocID="{06F13D87-09F9-4DE1-89E0-3686A66C497E}" presName="parentText" presStyleLbl="node1" presStyleIdx="1" presStyleCnt="2">
        <dgm:presLayoutVars>
          <dgm:chMax val="0"/>
          <dgm:bulletEnabled val="1"/>
        </dgm:presLayoutVars>
      </dgm:prSet>
      <dgm:spPr/>
    </dgm:pt>
  </dgm:ptLst>
  <dgm:cxnLst>
    <dgm:cxn modelId="{9969D547-3F30-4217-BC66-D33C675E70EF}" srcId="{66E9675D-406F-446A-B4C4-7CE0619BB70B}" destId="{886BD3C6-8BEF-4C70-83A4-0C2F43A3290C}" srcOrd="0" destOrd="0" parTransId="{6781A395-E8B6-4291-B315-4956385DCC48}" sibTransId="{C062AF3A-34B1-46AE-85E0-4A785EA87478}"/>
    <dgm:cxn modelId="{9644A656-5B99-4013-BEC8-10C4D4B4779F}" srcId="{66E9675D-406F-446A-B4C4-7CE0619BB70B}" destId="{06F13D87-09F9-4DE1-89E0-3686A66C497E}" srcOrd="1" destOrd="0" parTransId="{5D7291C2-8580-4FC2-B385-05F9C060E0BD}" sibTransId="{684E8D04-69D2-4DAC-B564-987F2604B8E4}"/>
    <dgm:cxn modelId="{9A48F578-AAA4-4F94-9B84-5BBCB9B0C86A}" type="presOf" srcId="{886BD3C6-8BEF-4C70-83A4-0C2F43A3290C}" destId="{84FB3C7C-06A7-489E-B308-9168710CAE0C}" srcOrd="0" destOrd="0" presId="urn:microsoft.com/office/officeart/2005/8/layout/vList2"/>
    <dgm:cxn modelId="{D74CA984-81C4-4FF1-950B-9C6BD7811E3B}" type="presOf" srcId="{66E9675D-406F-446A-B4C4-7CE0619BB70B}" destId="{9AB0203B-A62A-47A3-BF63-A8306049D6E7}" srcOrd="0" destOrd="0" presId="urn:microsoft.com/office/officeart/2005/8/layout/vList2"/>
    <dgm:cxn modelId="{0516B2C0-B0E4-4709-BD56-3ACFE08D2DF3}" type="presOf" srcId="{06F13D87-09F9-4DE1-89E0-3686A66C497E}" destId="{DFF4821B-A2E5-4C06-83F1-7ABAECF9340F}" srcOrd="0" destOrd="0" presId="urn:microsoft.com/office/officeart/2005/8/layout/vList2"/>
    <dgm:cxn modelId="{1FE06531-E41F-46C3-ABF8-9BB5FE621C5A}" type="presParOf" srcId="{9AB0203B-A62A-47A3-BF63-A8306049D6E7}" destId="{84FB3C7C-06A7-489E-B308-9168710CAE0C}" srcOrd="0" destOrd="0" presId="urn:microsoft.com/office/officeart/2005/8/layout/vList2"/>
    <dgm:cxn modelId="{40DB1407-E459-4165-B061-070D71D30426}" type="presParOf" srcId="{9AB0203B-A62A-47A3-BF63-A8306049D6E7}" destId="{BDF93FEA-4887-4B05-936C-C18A0028346C}" srcOrd="1" destOrd="0" presId="urn:microsoft.com/office/officeart/2005/8/layout/vList2"/>
    <dgm:cxn modelId="{2AAF87F7-D471-4DFB-9AD4-2E21C2FEE557}" type="presParOf" srcId="{9AB0203B-A62A-47A3-BF63-A8306049D6E7}" destId="{DFF4821B-A2E5-4C06-83F1-7ABAECF9340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C5ADD19-D150-4061-AE7C-E70D3EC4C41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58279DB-8C45-4454-B78D-0E6E7C605268}">
      <dgm:prSet/>
      <dgm:spPr/>
      <dgm:t>
        <a:bodyPr/>
        <a:lstStyle/>
        <a:p>
          <a:r>
            <a:rPr lang="uk-UA" b="0" i="0"/>
            <a:t>адміністративний орган Гетьманщини, що відав створенням і ліквідацією козацьких полків на території держави, охороною кордонів, поліцейським наглядом і справами про державні злочини.</a:t>
          </a:r>
          <a:endParaRPr lang="uk-UA"/>
        </a:p>
      </dgm:t>
    </dgm:pt>
    <dgm:pt modelId="{E2D4732A-2EEA-4509-92A2-4C9604BE2969}" type="parTrans" cxnId="{22F5A7DA-04F0-4672-BB14-6221CD5A17E2}">
      <dgm:prSet/>
      <dgm:spPr/>
      <dgm:t>
        <a:bodyPr/>
        <a:lstStyle/>
        <a:p>
          <a:endParaRPr lang="uk-UA"/>
        </a:p>
      </dgm:t>
    </dgm:pt>
    <dgm:pt modelId="{4478A398-D61E-4DC3-ABDC-B30B128E64B1}" type="sibTrans" cxnId="{22F5A7DA-04F0-4672-BB14-6221CD5A17E2}">
      <dgm:prSet/>
      <dgm:spPr/>
      <dgm:t>
        <a:bodyPr/>
        <a:lstStyle/>
        <a:p>
          <a:endParaRPr lang="uk-UA"/>
        </a:p>
      </dgm:t>
    </dgm:pt>
    <dgm:pt modelId="{8D8761AB-9D55-4961-8DBC-2B767886B1EF}">
      <dgm:prSet/>
      <dgm:spPr/>
      <dgm:t>
        <a:bodyPr/>
        <a:lstStyle/>
        <a:p>
          <a:r>
            <a:rPr lang="uk-UA" b="0" i="0"/>
            <a:t>військово-адміністративна установа Гетьманщини, за посередництвом якої гетьман здійснював управління державою, вирішував усі поточні справи внутрішнього та міжнародного характеру.</a:t>
          </a:r>
          <a:endParaRPr lang="uk-UA"/>
        </a:p>
      </dgm:t>
    </dgm:pt>
    <dgm:pt modelId="{8A77B5C5-3C16-428E-9033-497EB7F5EB24}" type="parTrans" cxnId="{C8D0AA12-2C46-4ACF-8A7A-08604C11FABC}">
      <dgm:prSet/>
      <dgm:spPr/>
      <dgm:t>
        <a:bodyPr/>
        <a:lstStyle/>
        <a:p>
          <a:endParaRPr lang="uk-UA"/>
        </a:p>
      </dgm:t>
    </dgm:pt>
    <dgm:pt modelId="{ECF260C9-EA74-4478-B81D-BDFAE3103F36}" type="sibTrans" cxnId="{C8D0AA12-2C46-4ACF-8A7A-08604C11FABC}">
      <dgm:prSet/>
      <dgm:spPr/>
      <dgm:t>
        <a:bodyPr/>
        <a:lstStyle/>
        <a:p>
          <a:endParaRPr lang="uk-UA"/>
        </a:p>
      </dgm:t>
    </dgm:pt>
    <dgm:pt modelId="{6E7FE79F-6207-48C4-9416-672F5AFB9E17}" type="pres">
      <dgm:prSet presAssocID="{8C5ADD19-D150-4061-AE7C-E70D3EC4C41B}" presName="linear" presStyleCnt="0">
        <dgm:presLayoutVars>
          <dgm:animLvl val="lvl"/>
          <dgm:resizeHandles val="exact"/>
        </dgm:presLayoutVars>
      </dgm:prSet>
      <dgm:spPr/>
    </dgm:pt>
    <dgm:pt modelId="{5E23B7D0-1BF0-48F5-941D-723CB77C1DA3}" type="pres">
      <dgm:prSet presAssocID="{C58279DB-8C45-4454-B78D-0E6E7C605268}" presName="parentText" presStyleLbl="node1" presStyleIdx="0" presStyleCnt="2">
        <dgm:presLayoutVars>
          <dgm:chMax val="0"/>
          <dgm:bulletEnabled val="1"/>
        </dgm:presLayoutVars>
      </dgm:prSet>
      <dgm:spPr/>
    </dgm:pt>
    <dgm:pt modelId="{DAAF2B17-DEF1-499D-900D-D769D9DDCE07}" type="pres">
      <dgm:prSet presAssocID="{4478A398-D61E-4DC3-ABDC-B30B128E64B1}" presName="spacer" presStyleCnt="0"/>
      <dgm:spPr/>
    </dgm:pt>
    <dgm:pt modelId="{E36D3026-2967-423E-9CD2-61F6FC9E3D67}" type="pres">
      <dgm:prSet presAssocID="{8D8761AB-9D55-4961-8DBC-2B767886B1EF}" presName="parentText" presStyleLbl="node1" presStyleIdx="1" presStyleCnt="2">
        <dgm:presLayoutVars>
          <dgm:chMax val="0"/>
          <dgm:bulletEnabled val="1"/>
        </dgm:presLayoutVars>
      </dgm:prSet>
      <dgm:spPr/>
    </dgm:pt>
  </dgm:ptLst>
  <dgm:cxnLst>
    <dgm:cxn modelId="{C8D0AA12-2C46-4ACF-8A7A-08604C11FABC}" srcId="{8C5ADD19-D150-4061-AE7C-E70D3EC4C41B}" destId="{8D8761AB-9D55-4961-8DBC-2B767886B1EF}" srcOrd="1" destOrd="0" parTransId="{8A77B5C5-3C16-428E-9033-497EB7F5EB24}" sibTransId="{ECF260C9-EA74-4478-B81D-BDFAE3103F36}"/>
    <dgm:cxn modelId="{CFB80515-744E-41A5-B646-E7E21565B2B1}" type="presOf" srcId="{8C5ADD19-D150-4061-AE7C-E70D3EC4C41B}" destId="{6E7FE79F-6207-48C4-9416-672F5AFB9E17}" srcOrd="0" destOrd="0" presId="urn:microsoft.com/office/officeart/2005/8/layout/vList2"/>
    <dgm:cxn modelId="{D357A81D-E66F-4D8D-A1A3-CB678254AFB4}" type="presOf" srcId="{8D8761AB-9D55-4961-8DBC-2B767886B1EF}" destId="{E36D3026-2967-423E-9CD2-61F6FC9E3D67}" srcOrd="0" destOrd="0" presId="urn:microsoft.com/office/officeart/2005/8/layout/vList2"/>
    <dgm:cxn modelId="{B92E35A4-8AA6-4DB2-949B-283C3212C3BA}" type="presOf" srcId="{C58279DB-8C45-4454-B78D-0E6E7C605268}" destId="{5E23B7D0-1BF0-48F5-941D-723CB77C1DA3}" srcOrd="0" destOrd="0" presId="urn:microsoft.com/office/officeart/2005/8/layout/vList2"/>
    <dgm:cxn modelId="{22F5A7DA-04F0-4672-BB14-6221CD5A17E2}" srcId="{8C5ADD19-D150-4061-AE7C-E70D3EC4C41B}" destId="{C58279DB-8C45-4454-B78D-0E6E7C605268}" srcOrd="0" destOrd="0" parTransId="{E2D4732A-2EEA-4509-92A2-4C9604BE2969}" sibTransId="{4478A398-D61E-4DC3-ABDC-B30B128E64B1}"/>
    <dgm:cxn modelId="{175AC726-3FAA-44E0-B705-0739C3744663}" type="presParOf" srcId="{6E7FE79F-6207-48C4-9416-672F5AFB9E17}" destId="{5E23B7D0-1BF0-48F5-941D-723CB77C1DA3}" srcOrd="0" destOrd="0" presId="urn:microsoft.com/office/officeart/2005/8/layout/vList2"/>
    <dgm:cxn modelId="{14F636CC-4D11-485F-870B-C6037DCD2448}" type="presParOf" srcId="{6E7FE79F-6207-48C4-9416-672F5AFB9E17}" destId="{DAAF2B17-DEF1-499D-900D-D769D9DDCE07}" srcOrd="1" destOrd="0" presId="urn:microsoft.com/office/officeart/2005/8/layout/vList2"/>
    <dgm:cxn modelId="{E2768021-F426-4079-9C97-318244DAD422}" type="presParOf" srcId="{6E7FE79F-6207-48C4-9416-672F5AFB9E17}" destId="{E36D3026-2967-423E-9CD2-61F6FC9E3D67}"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8AA36F3-7FB6-4580-AE80-8E2F0C826FB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86DBD3F-25BF-4278-8336-112B85A9606B}">
      <dgm:prSet/>
      <dgm:spPr/>
      <dgm:t>
        <a:bodyPr/>
        <a:lstStyle/>
        <a:p>
          <a:r>
            <a:rPr lang="uk-UA" b="0" i="0"/>
            <a:t>Здобуття української шляхтою панівного становища в суспільстві внаслідок злиття з російським дворянством.</a:t>
          </a:r>
          <a:endParaRPr lang="uk-UA"/>
        </a:p>
      </dgm:t>
    </dgm:pt>
    <dgm:pt modelId="{6AF8E440-D470-43E7-90F1-A8E73782E0D5}" type="parTrans" cxnId="{902EABAC-98B9-4DD6-AE31-7A54408B60F4}">
      <dgm:prSet/>
      <dgm:spPr/>
      <dgm:t>
        <a:bodyPr/>
        <a:lstStyle/>
        <a:p>
          <a:endParaRPr lang="uk-UA"/>
        </a:p>
      </dgm:t>
    </dgm:pt>
    <dgm:pt modelId="{92E2234C-1A03-49F5-B7B1-B622EF68B91A}" type="sibTrans" cxnId="{902EABAC-98B9-4DD6-AE31-7A54408B60F4}">
      <dgm:prSet/>
      <dgm:spPr/>
      <dgm:t>
        <a:bodyPr/>
        <a:lstStyle/>
        <a:p>
          <a:endParaRPr lang="uk-UA"/>
        </a:p>
      </dgm:t>
    </dgm:pt>
    <dgm:pt modelId="{57F2F1E5-ACA9-4D09-8B60-598AB994E56F}">
      <dgm:prSet/>
      <dgm:spPr/>
      <dgm:t>
        <a:bodyPr/>
        <a:lstStyle/>
        <a:p>
          <a:r>
            <a:rPr lang="uk-UA" b="0" i="0"/>
            <a:t>Виокремлення з козацького середовища козацької старшини в панівний привілейований стан.</a:t>
          </a:r>
          <a:br>
            <a:rPr lang="uk-UA" b="0" i="0"/>
          </a:br>
          <a:endParaRPr lang="uk-UA"/>
        </a:p>
      </dgm:t>
    </dgm:pt>
    <dgm:pt modelId="{3291E5D6-1B46-4B8D-B3AF-00DA6E1120D9}" type="parTrans" cxnId="{DEBBFD80-4000-4BBE-A6E0-CB95A713FC63}">
      <dgm:prSet/>
      <dgm:spPr/>
      <dgm:t>
        <a:bodyPr/>
        <a:lstStyle/>
        <a:p>
          <a:endParaRPr lang="uk-UA"/>
        </a:p>
      </dgm:t>
    </dgm:pt>
    <dgm:pt modelId="{CDD491A3-85D2-4346-8B79-A9157CF624F8}" type="sibTrans" cxnId="{DEBBFD80-4000-4BBE-A6E0-CB95A713FC63}">
      <dgm:prSet/>
      <dgm:spPr/>
      <dgm:t>
        <a:bodyPr/>
        <a:lstStyle/>
        <a:p>
          <a:endParaRPr lang="uk-UA"/>
        </a:p>
      </dgm:t>
    </dgm:pt>
    <dgm:pt modelId="{891777CE-F2AC-4EE3-BBFB-F6322FC5D784}" type="pres">
      <dgm:prSet presAssocID="{78AA36F3-7FB6-4580-AE80-8E2F0C826FB9}" presName="linear" presStyleCnt="0">
        <dgm:presLayoutVars>
          <dgm:animLvl val="lvl"/>
          <dgm:resizeHandles val="exact"/>
        </dgm:presLayoutVars>
      </dgm:prSet>
      <dgm:spPr/>
    </dgm:pt>
    <dgm:pt modelId="{021E6DCF-0CAA-427F-A0AD-DD2E8FEC670F}" type="pres">
      <dgm:prSet presAssocID="{F86DBD3F-25BF-4278-8336-112B85A9606B}" presName="parentText" presStyleLbl="node1" presStyleIdx="0" presStyleCnt="2">
        <dgm:presLayoutVars>
          <dgm:chMax val="0"/>
          <dgm:bulletEnabled val="1"/>
        </dgm:presLayoutVars>
      </dgm:prSet>
      <dgm:spPr/>
    </dgm:pt>
    <dgm:pt modelId="{09DDC17F-3663-41D5-B574-C4DD715D63BE}" type="pres">
      <dgm:prSet presAssocID="{92E2234C-1A03-49F5-B7B1-B622EF68B91A}" presName="spacer" presStyleCnt="0"/>
      <dgm:spPr/>
    </dgm:pt>
    <dgm:pt modelId="{9F207341-3A04-424A-A91A-5A81CB220DF1}" type="pres">
      <dgm:prSet presAssocID="{57F2F1E5-ACA9-4D09-8B60-598AB994E56F}" presName="parentText" presStyleLbl="node1" presStyleIdx="1" presStyleCnt="2">
        <dgm:presLayoutVars>
          <dgm:chMax val="0"/>
          <dgm:bulletEnabled val="1"/>
        </dgm:presLayoutVars>
      </dgm:prSet>
      <dgm:spPr/>
    </dgm:pt>
  </dgm:ptLst>
  <dgm:cxnLst>
    <dgm:cxn modelId="{16B21411-BB4C-4F16-9B3B-F9C0943A09CB}" type="presOf" srcId="{57F2F1E5-ACA9-4D09-8B60-598AB994E56F}" destId="{9F207341-3A04-424A-A91A-5A81CB220DF1}" srcOrd="0" destOrd="0" presId="urn:microsoft.com/office/officeart/2005/8/layout/vList2"/>
    <dgm:cxn modelId="{DEBBFD80-4000-4BBE-A6E0-CB95A713FC63}" srcId="{78AA36F3-7FB6-4580-AE80-8E2F0C826FB9}" destId="{57F2F1E5-ACA9-4D09-8B60-598AB994E56F}" srcOrd="1" destOrd="0" parTransId="{3291E5D6-1B46-4B8D-B3AF-00DA6E1120D9}" sibTransId="{CDD491A3-85D2-4346-8B79-A9157CF624F8}"/>
    <dgm:cxn modelId="{D7B0D28A-3266-44A1-A772-BBC32C364F06}" type="presOf" srcId="{78AA36F3-7FB6-4580-AE80-8E2F0C826FB9}" destId="{891777CE-F2AC-4EE3-BBFB-F6322FC5D784}" srcOrd="0" destOrd="0" presId="urn:microsoft.com/office/officeart/2005/8/layout/vList2"/>
    <dgm:cxn modelId="{B76BD08D-79F8-44ED-A454-81BB68E34EF7}" type="presOf" srcId="{F86DBD3F-25BF-4278-8336-112B85A9606B}" destId="{021E6DCF-0CAA-427F-A0AD-DD2E8FEC670F}" srcOrd="0" destOrd="0" presId="urn:microsoft.com/office/officeart/2005/8/layout/vList2"/>
    <dgm:cxn modelId="{902EABAC-98B9-4DD6-AE31-7A54408B60F4}" srcId="{78AA36F3-7FB6-4580-AE80-8E2F0C826FB9}" destId="{F86DBD3F-25BF-4278-8336-112B85A9606B}" srcOrd="0" destOrd="0" parTransId="{6AF8E440-D470-43E7-90F1-A8E73782E0D5}" sibTransId="{92E2234C-1A03-49F5-B7B1-B622EF68B91A}"/>
    <dgm:cxn modelId="{422B180D-CB68-4470-A16C-21A3C3D965C3}" type="presParOf" srcId="{891777CE-F2AC-4EE3-BBFB-F6322FC5D784}" destId="{021E6DCF-0CAA-427F-A0AD-DD2E8FEC670F}" srcOrd="0" destOrd="0" presId="urn:microsoft.com/office/officeart/2005/8/layout/vList2"/>
    <dgm:cxn modelId="{A85E9506-9287-4913-A7F1-620847F550C9}" type="presParOf" srcId="{891777CE-F2AC-4EE3-BBFB-F6322FC5D784}" destId="{09DDC17F-3663-41D5-B574-C4DD715D63BE}" srcOrd="1" destOrd="0" presId="urn:microsoft.com/office/officeart/2005/8/layout/vList2"/>
    <dgm:cxn modelId="{0A6D933C-6634-4717-B913-78A95A791F46}" type="presParOf" srcId="{891777CE-F2AC-4EE3-BBFB-F6322FC5D784}" destId="{9F207341-3A04-424A-A91A-5A81CB220DF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BB15358-502D-4307-970F-C594958A96C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CAEFD2D-07C3-4699-917B-981BC9F3CDC8}">
      <dgm:prSet/>
      <dgm:spPr/>
      <dgm:t>
        <a:bodyPr/>
        <a:lstStyle/>
        <a:p>
          <a:r>
            <a:rPr lang="ru-RU" b="0" i="0"/>
            <a:t>Перетворення міщанства в окремий стан, що мав права на самоврядування, суд, заняття ремеслами.</a:t>
          </a:r>
          <a:endParaRPr lang="uk-UA"/>
        </a:p>
      </dgm:t>
    </dgm:pt>
    <dgm:pt modelId="{FB67C367-773A-4F1C-8E2A-E607E4CF0E4E}" type="parTrans" cxnId="{64097445-DA35-4783-859F-3F219C8BFA79}">
      <dgm:prSet/>
      <dgm:spPr/>
      <dgm:t>
        <a:bodyPr/>
        <a:lstStyle/>
        <a:p>
          <a:endParaRPr lang="uk-UA"/>
        </a:p>
      </dgm:t>
    </dgm:pt>
    <dgm:pt modelId="{C45284C8-C5A3-4FFD-ACA2-BB6ADF4C657D}" type="sibTrans" cxnId="{64097445-DA35-4783-859F-3F219C8BFA79}">
      <dgm:prSet/>
      <dgm:spPr/>
      <dgm:t>
        <a:bodyPr/>
        <a:lstStyle/>
        <a:p>
          <a:endParaRPr lang="uk-UA"/>
        </a:p>
      </dgm:t>
    </dgm:pt>
    <dgm:pt modelId="{E4B33B40-7A0D-45CE-A895-D2C06FA4A167}">
      <dgm:prSet/>
      <dgm:spPr/>
      <dgm:t>
        <a:bodyPr/>
        <a:lstStyle/>
        <a:p>
          <a:r>
            <a:rPr lang="ru-RU" b="0" i="0"/>
            <a:t>Втрата селянством особистої свободи, права займанщини та спадкового землеволодіння.</a:t>
          </a:r>
          <a:endParaRPr lang="uk-UA"/>
        </a:p>
      </dgm:t>
    </dgm:pt>
    <dgm:pt modelId="{2C7AEB49-FDB0-4B24-BC35-AF3F967C8BB2}" type="parTrans" cxnId="{974379D8-9375-4E57-8EA1-9FFDF093D4A1}">
      <dgm:prSet/>
      <dgm:spPr/>
      <dgm:t>
        <a:bodyPr/>
        <a:lstStyle/>
        <a:p>
          <a:endParaRPr lang="uk-UA"/>
        </a:p>
      </dgm:t>
    </dgm:pt>
    <dgm:pt modelId="{FE43CA33-04D8-4AEB-9C25-F8C24DB821CE}" type="sibTrans" cxnId="{974379D8-9375-4E57-8EA1-9FFDF093D4A1}">
      <dgm:prSet/>
      <dgm:spPr/>
      <dgm:t>
        <a:bodyPr/>
        <a:lstStyle/>
        <a:p>
          <a:endParaRPr lang="uk-UA"/>
        </a:p>
      </dgm:t>
    </dgm:pt>
    <dgm:pt modelId="{049E3B86-9BCE-4D8B-B0A2-C55FB7C40819}" type="pres">
      <dgm:prSet presAssocID="{9BB15358-502D-4307-970F-C594958A96C2}" presName="linear" presStyleCnt="0">
        <dgm:presLayoutVars>
          <dgm:animLvl val="lvl"/>
          <dgm:resizeHandles val="exact"/>
        </dgm:presLayoutVars>
      </dgm:prSet>
      <dgm:spPr/>
    </dgm:pt>
    <dgm:pt modelId="{72290364-74B0-402F-9350-B969490DCD48}" type="pres">
      <dgm:prSet presAssocID="{BCAEFD2D-07C3-4699-917B-981BC9F3CDC8}" presName="parentText" presStyleLbl="node1" presStyleIdx="0" presStyleCnt="2">
        <dgm:presLayoutVars>
          <dgm:chMax val="0"/>
          <dgm:bulletEnabled val="1"/>
        </dgm:presLayoutVars>
      </dgm:prSet>
      <dgm:spPr/>
    </dgm:pt>
    <dgm:pt modelId="{11FDD053-F6B1-4374-9258-CDF7A72C9AB4}" type="pres">
      <dgm:prSet presAssocID="{C45284C8-C5A3-4FFD-ACA2-BB6ADF4C657D}" presName="spacer" presStyleCnt="0"/>
      <dgm:spPr/>
    </dgm:pt>
    <dgm:pt modelId="{4A7BB1DA-7633-440E-BEAC-ACF6C70FD89C}" type="pres">
      <dgm:prSet presAssocID="{E4B33B40-7A0D-45CE-A895-D2C06FA4A167}" presName="parentText" presStyleLbl="node1" presStyleIdx="1" presStyleCnt="2">
        <dgm:presLayoutVars>
          <dgm:chMax val="0"/>
          <dgm:bulletEnabled val="1"/>
        </dgm:presLayoutVars>
      </dgm:prSet>
      <dgm:spPr/>
    </dgm:pt>
  </dgm:ptLst>
  <dgm:cxnLst>
    <dgm:cxn modelId="{5C55DD10-30A9-4F36-8F9E-479A07863436}" type="presOf" srcId="{BCAEFD2D-07C3-4699-917B-981BC9F3CDC8}" destId="{72290364-74B0-402F-9350-B969490DCD48}" srcOrd="0" destOrd="0" presId="urn:microsoft.com/office/officeart/2005/8/layout/vList2"/>
    <dgm:cxn modelId="{64097445-DA35-4783-859F-3F219C8BFA79}" srcId="{9BB15358-502D-4307-970F-C594958A96C2}" destId="{BCAEFD2D-07C3-4699-917B-981BC9F3CDC8}" srcOrd="0" destOrd="0" parTransId="{FB67C367-773A-4F1C-8E2A-E607E4CF0E4E}" sibTransId="{C45284C8-C5A3-4FFD-ACA2-BB6ADF4C657D}"/>
    <dgm:cxn modelId="{F3070BAB-182A-4577-84FD-12905797725C}" type="presOf" srcId="{E4B33B40-7A0D-45CE-A895-D2C06FA4A167}" destId="{4A7BB1DA-7633-440E-BEAC-ACF6C70FD89C}" srcOrd="0" destOrd="0" presId="urn:microsoft.com/office/officeart/2005/8/layout/vList2"/>
    <dgm:cxn modelId="{D6A9ECD0-75DA-4506-802C-F6361ACC5BE8}" type="presOf" srcId="{9BB15358-502D-4307-970F-C594958A96C2}" destId="{049E3B86-9BCE-4D8B-B0A2-C55FB7C40819}" srcOrd="0" destOrd="0" presId="urn:microsoft.com/office/officeart/2005/8/layout/vList2"/>
    <dgm:cxn modelId="{974379D8-9375-4E57-8EA1-9FFDF093D4A1}" srcId="{9BB15358-502D-4307-970F-C594958A96C2}" destId="{E4B33B40-7A0D-45CE-A895-D2C06FA4A167}" srcOrd="1" destOrd="0" parTransId="{2C7AEB49-FDB0-4B24-BC35-AF3F967C8BB2}" sibTransId="{FE43CA33-04D8-4AEB-9C25-F8C24DB821CE}"/>
    <dgm:cxn modelId="{928280E2-D517-4386-A0C8-8DD7BB35EC4B}" type="presParOf" srcId="{049E3B86-9BCE-4D8B-B0A2-C55FB7C40819}" destId="{72290364-74B0-402F-9350-B969490DCD48}" srcOrd="0" destOrd="0" presId="urn:microsoft.com/office/officeart/2005/8/layout/vList2"/>
    <dgm:cxn modelId="{D12BE80F-5ABC-4852-8E9E-B2BC37DF8EF7}" type="presParOf" srcId="{049E3B86-9BCE-4D8B-B0A2-C55FB7C40819}" destId="{11FDD053-F6B1-4374-9258-CDF7A72C9AB4}" srcOrd="1" destOrd="0" presId="urn:microsoft.com/office/officeart/2005/8/layout/vList2"/>
    <dgm:cxn modelId="{7BE0AECA-1FAC-438D-B09B-181B98B213FB}" type="presParOf" srcId="{049E3B86-9BCE-4D8B-B0A2-C55FB7C40819}" destId="{4A7BB1DA-7633-440E-BEAC-ACF6C70FD89C}"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2C40728-5CC3-4393-9B44-5100109F0C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751E07C-37AB-4AE5-B79F-1352809C9461}">
      <dgm:prSet/>
      <dgm:spPr/>
      <dgm:t>
        <a:bodyPr/>
        <a:lstStyle/>
        <a:p>
          <a:r>
            <a:rPr lang="ru-RU" b="0" i="0"/>
            <a:t>Чигиринські походи турецько-татарського війська</a:t>
          </a:r>
          <a:endParaRPr lang="uk-UA"/>
        </a:p>
      </dgm:t>
    </dgm:pt>
    <dgm:pt modelId="{AD83F183-CA13-415B-8537-A78B92097303}" type="parTrans" cxnId="{A908FD0C-B384-4446-9A22-E7EFF847123C}">
      <dgm:prSet/>
      <dgm:spPr/>
      <dgm:t>
        <a:bodyPr/>
        <a:lstStyle/>
        <a:p>
          <a:endParaRPr lang="uk-UA"/>
        </a:p>
      </dgm:t>
    </dgm:pt>
    <dgm:pt modelId="{E2BBE0DE-646A-4716-9ABC-E305B0C979EF}" type="sibTrans" cxnId="{A908FD0C-B384-4446-9A22-E7EFF847123C}">
      <dgm:prSet/>
      <dgm:spPr/>
      <dgm:t>
        <a:bodyPr/>
        <a:lstStyle/>
        <a:p>
          <a:endParaRPr lang="uk-UA"/>
        </a:p>
      </dgm:t>
    </dgm:pt>
    <dgm:pt modelId="{CE71C5D2-B9A8-42FA-BB4F-1D36C49BBE7E}">
      <dgm:prSet/>
      <dgm:spPr/>
      <dgm:t>
        <a:bodyPr/>
        <a:lstStyle/>
        <a:p>
          <a:r>
            <a:rPr lang="ru-RU" b="0" i="0"/>
            <a:t>ухвалення Гадяцьких пунктів</a:t>
          </a:r>
          <a:endParaRPr lang="uk-UA"/>
        </a:p>
      </dgm:t>
    </dgm:pt>
    <dgm:pt modelId="{0B8134B9-22B2-4D85-8CC5-0152585F8ACC}" type="parTrans" cxnId="{D4BCEB99-1ECD-4229-B1EC-C0D4B2A58521}">
      <dgm:prSet/>
      <dgm:spPr/>
      <dgm:t>
        <a:bodyPr/>
        <a:lstStyle/>
        <a:p>
          <a:endParaRPr lang="uk-UA"/>
        </a:p>
      </dgm:t>
    </dgm:pt>
    <dgm:pt modelId="{B1381474-85E4-4FA4-B9D2-A739D8E3BE50}" type="sibTrans" cxnId="{D4BCEB99-1ECD-4229-B1EC-C0D4B2A58521}">
      <dgm:prSet/>
      <dgm:spPr/>
      <dgm:t>
        <a:bodyPr/>
        <a:lstStyle/>
        <a:p>
          <a:endParaRPr lang="uk-UA"/>
        </a:p>
      </dgm:t>
    </dgm:pt>
    <dgm:pt modelId="{F02FAEB5-1BF9-43CC-9422-201F0A1A4B76}">
      <dgm:prSet/>
      <dgm:spPr/>
      <dgm:t>
        <a:bodyPr/>
        <a:lstStyle/>
        <a:p>
          <a:r>
            <a:rPr lang="ru-RU" b="0" i="0"/>
            <a:t>проголошення П. Дорошенка гетьманом усієї України</a:t>
          </a:r>
          <a:endParaRPr lang="uk-UA"/>
        </a:p>
      </dgm:t>
    </dgm:pt>
    <dgm:pt modelId="{585574A4-B20A-4D6F-A4A6-0FB6877CB98B}" type="parTrans" cxnId="{361FEB2A-838A-4565-8F86-0D3166AF8BE9}">
      <dgm:prSet/>
      <dgm:spPr/>
      <dgm:t>
        <a:bodyPr/>
        <a:lstStyle/>
        <a:p>
          <a:endParaRPr lang="uk-UA"/>
        </a:p>
      </dgm:t>
    </dgm:pt>
    <dgm:pt modelId="{6B8B1245-4695-4B50-A206-FA01CEC290B3}" type="sibTrans" cxnId="{361FEB2A-838A-4565-8F86-0D3166AF8BE9}">
      <dgm:prSet/>
      <dgm:spPr/>
      <dgm:t>
        <a:bodyPr/>
        <a:lstStyle/>
        <a:p>
          <a:endParaRPr lang="uk-UA"/>
        </a:p>
      </dgm:t>
    </dgm:pt>
    <dgm:pt modelId="{FCA316A7-C8D3-4273-827A-26AEE7391AD5}">
      <dgm:prSet/>
      <dgm:spPr/>
      <dgm:t>
        <a:bodyPr/>
        <a:lstStyle/>
        <a:p>
          <a:r>
            <a:rPr lang="ru-RU" b="0" i="0"/>
            <a:t>укладення Бахчисарайського мирного договору</a:t>
          </a:r>
          <a:endParaRPr lang="uk-UA"/>
        </a:p>
      </dgm:t>
    </dgm:pt>
    <dgm:pt modelId="{164479F4-8020-4B2E-A687-0B45B5A50D62}" type="parTrans" cxnId="{1C65154D-4993-4E57-9CB0-23D8D7A4CA14}">
      <dgm:prSet/>
      <dgm:spPr/>
      <dgm:t>
        <a:bodyPr/>
        <a:lstStyle/>
        <a:p>
          <a:endParaRPr lang="uk-UA"/>
        </a:p>
      </dgm:t>
    </dgm:pt>
    <dgm:pt modelId="{C261CAE6-0A90-49BB-AE9B-7384C89E68C9}" type="sibTrans" cxnId="{1C65154D-4993-4E57-9CB0-23D8D7A4CA14}">
      <dgm:prSet/>
      <dgm:spPr/>
      <dgm:t>
        <a:bodyPr/>
        <a:lstStyle/>
        <a:p>
          <a:endParaRPr lang="uk-UA"/>
        </a:p>
      </dgm:t>
    </dgm:pt>
    <dgm:pt modelId="{2A0640BF-6F21-4B05-BF83-68D9FB45006D}" type="pres">
      <dgm:prSet presAssocID="{12C40728-5CC3-4393-9B44-5100109F0C5F}" presName="linear" presStyleCnt="0">
        <dgm:presLayoutVars>
          <dgm:animLvl val="lvl"/>
          <dgm:resizeHandles val="exact"/>
        </dgm:presLayoutVars>
      </dgm:prSet>
      <dgm:spPr/>
    </dgm:pt>
    <dgm:pt modelId="{5E4CE0BF-0D31-4412-9E44-96F24C7469D7}" type="pres">
      <dgm:prSet presAssocID="{2751E07C-37AB-4AE5-B79F-1352809C9461}" presName="parentText" presStyleLbl="node1" presStyleIdx="0" presStyleCnt="4">
        <dgm:presLayoutVars>
          <dgm:chMax val="0"/>
          <dgm:bulletEnabled val="1"/>
        </dgm:presLayoutVars>
      </dgm:prSet>
      <dgm:spPr/>
    </dgm:pt>
    <dgm:pt modelId="{8B0A6192-6240-4AEE-9F67-18C6A4208BC3}" type="pres">
      <dgm:prSet presAssocID="{E2BBE0DE-646A-4716-9ABC-E305B0C979EF}" presName="spacer" presStyleCnt="0"/>
      <dgm:spPr/>
    </dgm:pt>
    <dgm:pt modelId="{DC6A1C89-94D5-46F2-8B31-B9721F2F195A}" type="pres">
      <dgm:prSet presAssocID="{CE71C5D2-B9A8-42FA-BB4F-1D36C49BBE7E}" presName="parentText" presStyleLbl="node1" presStyleIdx="1" presStyleCnt="4">
        <dgm:presLayoutVars>
          <dgm:chMax val="0"/>
          <dgm:bulletEnabled val="1"/>
        </dgm:presLayoutVars>
      </dgm:prSet>
      <dgm:spPr/>
    </dgm:pt>
    <dgm:pt modelId="{2C69BCCD-5C2E-44E8-AC95-66DEC779A33A}" type="pres">
      <dgm:prSet presAssocID="{B1381474-85E4-4FA4-B9D2-A739D8E3BE50}" presName="spacer" presStyleCnt="0"/>
      <dgm:spPr/>
    </dgm:pt>
    <dgm:pt modelId="{87042EC1-9446-408E-84FC-82F60F399338}" type="pres">
      <dgm:prSet presAssocID="{F02FAEB5-1BF9-43CC-9422-201F0A1A4B76}" presName="parentText" presStyleLbl="node1" presStyleIdx="2" presStyleCnt="4">
        <dgm:presLayoutVars>
          <dgm:chMax val="0"/>
          <dgm:bulletEnabled val="1"/>
        </dgm:presLayoutVars>
      </dgm:prSet>
      <dgm:spPr/>
    </dgm:pt>
    <dgm:pt modelId="{ECFC8CCA-93E7-4D9F-B87D-95FA3C7DBE8C}" type="pres">
      <dgm:prSet presAssocID="{6B8B1245-4695-4B50-A206-FA01CEC290B3}" presName="spacer" presStyleCnt="0"/>
      <dgm:spPr/>
    </dgm:pt>
    <dgm:pt modelId="{6C00B992-078B-4C30-8C0A-99B148C7937F}" type="pres">
      <dgm:prSet presAssocID="{FCA316A7-C8D3-4273-827A-26AEE7391AD5}" presName="parentText" presStyleLbl="node1" presStyleIdx="3" presStyleCnt="4">
        <dgm:presLayoutVars>
          <dgm:chMax val="0"/>
          <dgm:bulletEnabled val="1"/>
        </dgm:presLayoutVars>
      </dgm:prSet>
      <dgm:spPr/>
    </dgm:pt>
  </dgm:ptLst>
  <dgm:cxnLst>
    <dgm:cxn modelId="{A908FD0C-B384-4446-9A22-E7EFF847123C}" srcId="{12C40728-5CC3-4393-9B44-5100109F0C5F}" destId="{2751E07C-37AB-4AE5-B79F-1352809C9461}" srcOrd="0" destOrd="0" parTransId="{AD83F183-CA13-415B-8537-A78B92097303}" sibTransId="{E2BBE0DE-646A-4716-9ABC-E305B0C979EF}"/>
    <dgm:cxn modelId="{361FEB2A-838A-4565-8F86-0D3166AF8BE9}" srcId="{12C40728-5CC3-4393-9B44-5100109F0C5F}" destId="{F02FAEB5-1BF9-43CC-9422-201F0A1A4B76}" srcOrd="2" destOrd="0" parTransId="{585574A4-B20A-4D6F-A4A6-0FB6877CB98B}" sibTransId="{6B8B1245-4695-4B50-A206-FA01CEC290B3}"/>
    <dgm:cxn modelId="{1C65154D-4993-4E57-9CB0-23D8D7A4CA14}" srcId="{12C40728-5CC3-4393-9B44-5100109F0C5F}" destId="{FCA316A7-C8D3-4273-827A-26AEE7391AD5}" srcOrd="3" destOrd="0" parTransId="{164479F4-8020-4B2E-A687-0B45B5A50D62}" sibTransId="{C261CAE6-0A90-49BB-AE9B-7384C89E68C9}"/>
    <dgm:cxn modelId="{A103E351-044F-4C34-9653-D38419D833C1}" type="presOf" srcId="{12C40728-5CC3-4393-9B44-5100109F0C5F}" destId="{2A0640BF-6F21-4B05-BF83-68D9FB45006D}" srcOrd="0" destOrd="0" presId="urn:microsoft.com/office/officeart/2005/8/layout/vList2"/>
    <dgm:cxn modelId="{AB13DD8F-8190-4600-B1D3-6C631BB71BF5}" type="presOf" srcId="{CE71C5D2-B9A8-42FA-BB4F-1D36C49BBE7E}" destId="{DC6A1C89-94D5-46F2-8B31-B9721F2F195A}" srcOrd="0" destOrd="0" presId="urn:microsoft.com/office/officeart/2005/8/layout/vList2"/>
    <dgm:cxn modelId="{D0F36E96-68F8-41FA-9603-32C3D1404C29}" type="presOf" srcId="{2751E07C-37AB-4AE5-B79F-1352809C9461}" destId="{5E4CE0BF-0D31-4412-9E44-96F24C7469D7}" srcOrd="0" destOrd="0" presId="urn:microsoft.com/office/officeart/2005/8/layout/vList2"/>
    <dgm:cxn modelId="{D4BCEB99-1ECD-4229-B1EC-C0D4B2A58521}" srcId="{12C40728-5CC3-4393-9B44-5100109F0C5F}" destId="{CE71C5D2-B9A8-42FA-BB4F-1D36C49BBE7E}" srcOrd="1" destOrd="0" parTransId="{0B8134B9-22B2-4D85-8CC5-0152585F8ACC}" sibTransId="{B1381474-85E4-4FA4-B9D2-A739D8E3BE50}"/>
    <dgm:cxn modelId="{0B3424AD-E579-4493-99E6-03C4A2B07CDF}" type="presOf" srcId="{F02FAEB5-1BF9-43CC-9422-201F0A1A4B76}" destId="{87042EC1-9446-408E-84FC-82F60F399338}" srcOrd="0" destOrd="0" presId="urn:microsoft.com/office/officeart/2005/8/layout/vList2"/>
    <dgm:cxn modelId="{01EF5EB8-8DC0-4A91-8B60-A0D44DD37DDD}" type="presOf" srcId="{FCA316A7-C8D3-4273-827A-26AEE7391AD5}" destId="{6C00B992-078B-4C30-8C0A-99B148C7937F}" srcOrd="0" destOrd="0" presId="urn:microsoft.com/office/officeart/2005/8/layout/vList2"/>
    <dgm:cxn modelId="{643F88A9-AEAB-4D7B-8EF2-A2E1B34C5834}" type="presParOf" srcId="{2A0640BF-6F21-4B05-BF83-68D9FB45006D}" destId="{5E4CE0BF-0D31-4412-9E44-96F24C7469D7}" srcOrd="0" destOrd="0" presId="urn:microsoft.com/office/officeart/2005/8/layout/vList2"/>
    <dgm:cxn modelId="{0D43272D-5885-4F39-A08B-A9C9F6D4BDC1}" type="presParOf" srcId="{2A0640BF-6F21-4B05-BF83-68D9FB45006D}" destId="{8B0A6192-6240-4AEE-9F67-18C6A4208BC3}" srcOrd="1" destOrd="0" presId="urn:microsoft.com/office/officeart/2005/8/layout/vList2"/>
    <dgm:cxn modelId="{812681FC-7683-40D7-9968-6F2EF97D7CFD}" type="presParOf" srcId="{2A0640BF-6F21-4B05-BF83-68D9FB45006D}" destId="{DC6A1C89-94D5-46F2-8B31-B9721F2F195A}" srcOrd="2" destOrd="0" presId="urn:microsoft.com/office/officeart/2005/8/layout/vList2"/>
    <dgm:cxn modelId="{D99EEA1B-A888-4B2A-9C17-6913FD148DD8}" type="presParOf" srcId="{2A0640BF-6F21-4B05-BF83-68D9FB45006D}" destId="{2C69BCCD-5C2E-44E8-AC95-66DEC779A33A}" srcOrd="3" destOrd="0" presId="urn:microsoft.com/office/officeart/2005/8/layout/vList2"/>
    <dgm:cxn modelId="{09FF5ED8-7AD3-44E8-A609-EC951111B410}" type="presParOf" srcId="{2A0640BF-6F21-4B05-BF83-68D9FB45006D}" destId="{87042EC1-9446-408E-84FC-82F60F399338}" srcOrd="4" destOrd="0" presId="urn:microsoft.com/office/officeart/2005/8/layout/vList2"/>
    <dgm:cxn modelId="{F9695174-4BA7-45EB-A903-A1F912C5E4A4}" type="presParOf" srcId="{2A0640BF-6F21-4B05-BF83-68D9FB45006D}" destId="{ECFC8CCA-93E7-4D9F-B87D-95FA3C7DBE8C}" srcOrd="5" destOrd="0" presId="urn:microsoft.com/office/officeart/2005/8/layout/vList2"/>
    <dgm:cxn modelId="{4C70A05E-EC30-46D4-876A-9CACDC9B6EA0}" type="presParOf" srcId="{2A0640BF-6F21-4B05-BF83-68D9FB45006D}" destId="{6C00B992-078B-4C30-8C0A-99B148C7937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276E8BA-2357-45CC-914F-7E15D5F165D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876AFE2-027A-4C44-BC92-D02AD3A542D7}">
      <dgm:prSet/>
      <dgm:spPr/>
      <dgm:t>
        <a:bodyPr/>
        <a:lstStyle/>
        <a:p>
          <a:r>
            <a:rPr lang="uk-UA" b="0" i="0" dirty="0"/>
            <a:t>всеохоплюючою кризою та занепадом Речі Посполитої, викликаних визвольною війною українського народу під проводом Б. Хмельницького.</a:t>
          </a:r>
          <a:endParaRPr lang="uk-UA" dirty="0"/>
        </a:p>
      </dgm:t>
    </dgm:pt>
    <dgm:pt modelId="{464627D4-E25A-47BA-A5EC-A0F3B18EB8FD}" type="parTrans" cxnId="{2EC1B6D9-EA31-4BD9-8F5A-39962D1FFB31}">
      <dgm:prSet/>
      <dgm:spPr/>
      <dgm:t>
        <a:bodyPr/>
        <a:lstStyle/>
        <a:p>
          <a:endParaRPr lang="uk-UA"/>
        </a:p>
      </dgm:t>
    </dgm:pt>
    <dgm:pt modelId="{02A8749C-29D6-4ABE-B63D-1992E2A57AD7}" type="sibTrans" cxnId="{2EC1B6D9-EA31-4BD9-8F5A-39962D1FFB31}">
      <dgm:prSet/>
      <dgm:spPr/>
      <dgm:t>
        <a:bodyPr/>
        <a:lstStyle/>
        <a:p>
          <a:endParaRPr lang="uk-UA"/>
        </a:p>
      </dgm:t>
    </dgm:pt>
    <dgm:pt modelId="{E031B2EA-6C43-4B21-A77D-CAFCB2BA7D1C}">
      <dgm:prSet/>
      <dgm:spPr/>
      <dgm:t>
        <a:bodyPr/>
        <a:lstStyle/>
        <a:p>
          <a:r>
            <a:rPr lang="uk-UA" b="0" i="0" dirty="0"/>
            <a:t>форсованим наступом російського уряду на автономні права Гетьманщини внаслідок переходу гетьмана І. Мазепи на бік шведського короля.</a:t>
          </a:r>
          <a:endParaRPr lang="uk-UA" dirty="0"/>
        </a:p>
      </dgm:t>
    </dgm:pt>
    <dgm:pt modelId="{F5E37880-8131-4537-B687-0FC7B0E6CE75}" type="parTrans" cxnId="{61601093-A9A3-4827-88B3-10A9CBD42F86}">
      <dgm:prSet/>
      <dgm:spPr/>
      <dgm:t>
        <a:bodyPr/>
        <a:lstStyle/>
        <a:p>
          <a:endParaRPr lang="uk-UA"/>
        </a:p>
      </dgm:t>
    </dgm:pt>
    <dgm:pt modelId="{856E1E29-9078-4AE2-A893-DFEA60183DD6}" type="sibTrans" cxnId="{61601093-A9A3-4827-88B3-10A9CBD42F86}">
      <dgm:prSet/>
      <dgm:spPr/>
      <dgm:t>
        <a:bodyPr/>
        <a:lstStyle/>
        <a:p>
          <a:endParaRPr lang="uk-UA"/>
        </a:p>
      </dgm:t>
    </dgm:pt>
    <dgm:pt modelId="{EC71EE30-26A4-4DF9-A441-6FA3F57FD065}" type="pres">
      <dgm:prSet presAssocID="{A276E8BA-2357-45CC-914F-7E15D5F165D1}" presName="linear" presStyleCnt="0">
        <dgm:presLayoutVars>
          <dgm:animLvl val="lvl"/>
          <dgm:resizeHandles val="exact"/>
        </dgm:presLayoutVars>
      </dgm:prSet>
      <dgm:spPr/>
    </dgm:pt>
    <dgm:pt modelId="{9A7101E6-1357-468A-A939-3190D938A830}" type="pres">
      <dgm:prSet presAssocID="{C876AFE2-027A-4C44-BC92-D02AD3A542D7}" presName="parentText" presStyleLbl="node1" presStyleIdx="0" presStyleCnt="2">
        <dgm:presLayoutVars>
          <dgm:chMax val="0"/>
          <dgm:bulletEnabled val="1"/>
        </dgm:presLayoutVars>
      </dgm:prSet>
      <dgm:spPr/>
    </dgm:pt>
    <dgm:pt modelId="{2ED7849D-0BAA-4FC9-BC37-B470825E6CD3}" type="pres">
      <dgm:prSet presAssocID="{02A8749C-29D6-4ABE-B63D-1992E2A57AD7}" presName="spacer" presStyleCnt="0"/>
      <dgm:spPr/>
    </dgm:pt>
    <dgm:pt modelId="{E4D01586-E03D-4228-8D6C-6EBD96229E76}" type="pres">
      <dgm:prSet presAssocID="{E031B2EA-6C43-4B21-A77D-CAFCB2BA7D1C}" presName="parentText" presStyleLbl="node1" presStyleIdx="1" presStyleCnt="2">
        <dgm:presLayoutVars>
          <dgm:chMax val="0"/>
          <dgm:bulletEnabled val="1"/>
        </dgm:presLayoutVars>
      </dgm:prSet>
      <dgm:spPr/>
    </dgm:pt>
  </dgm:ptLst>
  <dgm:cxnLst>
    <dgm:cxn modelId="{49872187-3652-48B4-AA86-17ABF0ED8217}" type="presOf" srcId="{E031B2EA-6C43-4B21-A77D-CAFCB2BA7D1C}" destId="{E4D01586-E03D-4228-8D6C-6EBD96229E76}" srcOrd="0" destOrd="0" presId="urn:microsoft.com/office/officeart/2005/8/layout/vList2"/>
    <dgm:cxn modelId="{DAC04288-8279-4785-9BD2-797DE87FFA1F}" type="presOf" srcId="{A276E8BA-2357-45CC-914F-7E15D5F165D1}" destId="{EC71EE30-26A4-4DF9-A441-6FA3F57FD065}" srcOrd="0" destOrd="0" presId="urn:microsoft.com/office/officeart/2005/8/layout/vList2"/>
    <dgm:cxn modelId="{61601093-A9A3-4827-88B3-10A9CBD42F86}" srcId="{A276E8BA-2357-45CC-914F-7E15D5F165D1}" destId="{E031B2EA-6C43-4B21-A77D-CAFCB2BA7D1C}" srcOrd="1" destOrd="0" parTransId="{F5E37880-8131-4537-B687-0FC7B0E6CE75}" sibTransId="{856E1E29-9078-4AE2-A893-DFEA60183DD6}"/>
    <dgm:cxn modelId="{21F2BBD4-6C5B-4FED-9AC4-4D93BA3D1634}" type="presOf" srcId="{C876AFE2-027A-4C44-BC92-D02AD3A542D7}" destId="{9A7101E6-1357-468A-A939-3190D938A830}" srcOrd="0" destOrd="0" presId="urn:microsoft.com/office/officeart/2005/8/layout/vList2"/>
    <dgm:cxn modelId="{2EC1B6D9-EA31-4BD9-8F5A-39962D1FFB31}" srcId="{A276E8BA-2357-45CC-914F-7E15D5F165D1}" destId="{C876AFE2-027A-4C44-BC92-D02AD3A542D7}" srcOrd="0" destOrd="0" parTransId="{464627D4-E25A-47BA-A5EC-A0F3B18EB8FD}" sibTransId="{02A8749C-29D6-4ABE-B63D-1992E2A57AD7}"/>
    <dgm:cxn modelId="{FBA6A92C-F7E9-4998-8408-CED13796145A}" type="presParOf" srcId="{EC71EE30-26A4-4DF9-A441-6FA3F57FD065}" destId="{9A7101E6-1357-468A-A939-3190D938A830}" srcOrd="0" destOrd="0" presId="urn:microsoft.com/office/officeart/2005/8/layout/vList2"/>
    <dgm:cxn modelId="{19974A0D-9958-484F-B063-4FB6BDD0515A}" type="presParOf" srcId="{EC71EE30-26A4-4DF9-A441-6FA3F57FD065}" destId="{2ED7849D-0BAA-4FC9-BC37-B470825E6CD3}" srcOrd="1" destOrd="0" presId="urn:microsoft.com/office/officeart/2005/8/layout/vList2"/>
    <dgm:cxn modelId="{96A112C1-EC26-4710-9B62-0B75F7243A3D}" type="presParOf" srcId="{EC71EE30-26A4-4DF9-A441-6FA3F57FD065}" destId="{E4D01586-E03D-4228-8D6C-6EBD96229E7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2F4357C-31AC-4E5A-8140-8A2860BD455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6017530-A249-4A7F-B620-69625F5184BC}">
      <dgm:prSet/>
      <dgm:spPr/>
      <dgm:t>
        <a:bodyPr/>
        <a:lstStyle/>
        <a:p>
          <a:r>
            <a:rPr lang="uk-UA" b="0" i="0" dirty="0"/>
            <a:t>внутрішньою боротьбою козацької старшини за владу, розколом Гетьманщини, втручанням в її внутрішні справи сусідніх держав.</a:t>
          </a:r>
          <a:endParaRPr lang="uk-UA" dirty="0"/>
        </a:p>
      </dgm:t>
    </dgm:pt>
    <dgm:pt modelId="{BE6B5758-8A75-4D68-AF96-A2C745195A4E}" type="parTrans" cxnId="{15953E69-6B42-4408-A0DE-17FEE08D4DFC}">
      <dgm:prSet/>
      <dgm:spPr/>
      <dgm:t>
        <a:bodyPr/>
        <a:lstStyle/>
        <a:p>
          <a:endParaRPr lang="uk-UA"/>
        </a:p>
      </dgm:t>
    </dgm:pt>
    <dgm:pt modelId="{D8662ED8-60D2-4790-B7AD-4F3642406D4F}" type="sibTrans" cxnId="{15953E69-6B42-4408-A0DE-17FEE08D4DFC}">
      <dgm:prSet/>
      <dgm:spPr/>
      <dgm:t>
        <a:bodyPr/>
        <a:lstStyle/>
        <a:p>
          <a:endParaRPr lang="uk-UA"/>
        </a:p>
      </dgm:t>
    </dgm:pt>
    <dgm:pt modelId="{F97FA0EF-1082-4A44-9C3E-B3439E0029D7}">
      <dgm:prSet/>
      <dgm:spPr/>
      <dgm:t>
        <a:bodyPr/>
        <a:lstStyle/>
        <a:p>
          <a:r>
            <a:rPr lang="uk-UA" b="0" i="0" dirty="0"/>
            <a:t>остаточною ліквідацією інституту гетьманства, решток української автономії та повною інтеграцією українських земель у Російську імперію</a:t>
          </a:r>
          <a:endParaRPr lang="uk-UA" dirty="0"/>
        </a:p>
      </dgm:t>
    </dgm:pt>
    <dgm:pt modelId="{BEC050D3-F2B4-49FD-AE80-534AC99E6AB1}" type="parTrans" cxnId="{68EDE109-34D0-44BE-9DB6-88479ACE47D7}">
      <dgm:prSet/>
      <dgm:spPr/>
      <dgm:t>
        <a:bodyPr/>
        <a:lstStyle/>
        <a:p>
          <a:endParaRPr lang="uk-UA"/>
        </a:p>
      </dgm:t>
    </dgm:pt>
    <dgm:pt modelId="{6530A53A-4761-4BFC-ABC1-03A5BCFBA68F}" type="sibTrans" cxnId="{68EDE109-34D0-44BE-9DB6-88479ACE47D7}">
      <dgm:prSet/>
      <dgm:spPr/>
      <dgm:t>
        <a:bodyPr/>
        <a:lstStyle/>
        <a:p>
          <a:endParaRPr lang="uk-UA"/>
        </a:p>
      </dgm:t>
    </dgm:pt>
    <dgm:pt modelId="{E3F9B177-3DEB-4C24-8314-BB97B6D102E1}" type="pres">
      <dgm:prSet presAssocID="{62F4357C-31AC-4E5A-8140-8A2860BD4550}" presName="linear" presStyleCnt="0">
        <dgm:presLayoutVars>
          <dgm:animLvl val="lvl"/>
          <dgm:resizeHandles val="exact"/>
        </dgm:presLayoutVars>
      </dgm:prSet>
      <dgm:spPr/>
    </dgm:pt>
    <dgm:pt modelId="{C0B1C4F0-77C2-4B4B-A518-70E8C5BC5EC0}" type="pres">
      <dgm:prSet presAssocID="{A6017530-A249-4A7F-B620-69625F5184BC}" presName="parentText" presStyleLbl="node1" presStyleIdx="0" presStyleCnt="2">
        <dgm:presLayoutVars>
          <dgm:chMax val="0"/>
          <dgm:bulletEnabled val="1"/>
        </dgm:presLayoutVars>
      </dgm:prSet>
      <dgm:spPr/>
    </dgm:pt>
    <dgm:pt modelId="{30010DBB-D5A9-4A33-8148-160A2C79691A}" type="pres">
      <dgm:prSet presAssocID="{D8662ED8-60D2-4790-B7AD-4F3642406D4F}" presName="spacer" presStyleCnt="0"/>
      <dgm:spPr/>
    </dgm:pt>
    <dgm:pt modelId="{AA7CBBA3-410F-4017-AED2-EB4B51F36930}" type="pres">
      <dgm:prSet presAssocID="{F97FA0EF-1082-4A44-9C3E-B3439E0029D7}" presName="parentText" presStyleLbl="node1" presStyleIdx="1" presStyleCnt="2">
        <dgm:presLayoutVars>
          <dgm:chMax val="0"/>
          <dgm:bulletEnabled val="1"/>
        </dgm:presLayoutVars>
      </dgm:prSet>
      <dgm:spPr/>
    </dgm:pt>
  </dgm:ptLst>
  <dgm:cxnLst>
    <dgm:cxn modelId="{68EDE109-34D0-44BE-9DB6-88479ACE47D7}" srcId="{62F4357C-31AC-4E5A-8140-8A2860BD4550}" destId="{F97FA0EF-1082-4A44-9C3E-B3439E0029D7}" srcOrd="1" destOrd="0" parTransId="{BEC050D3-F2B4-49FD-AE80-534AC99E6AB1}" sibTransId="{6530A53A-4761-4BFC-ABC1-03A5BCFBA68F}"/>
    <dgm:cxn modelId="{15953E69-6B42-4408-A0DE-17FEE08D4DFC}" srcId="{62F4357C-31AC-4E5A-8140-8A2860BD4550}" destId="{A6017530-A249-4A7F-B620-69625F5184BC}" srcOrd="0" destOrd="0" parTransId="{BE6B5758-8A75-4D68-AF96-A2C745195A4E}" sibTransId="{D8662ED8-60D2-4790-B7AD-4F3642406D4F}"/>
    <dgm:cxn modelId="{01D21D7A-FF82-48B0-A004-5CCB6D8140B6}" type="presOf" srcId="{62F4357C-31AC-4E5A-8140-8A2860BD4550}" destId="{E3F9B177-3DEB-4C24-8314-BB97B6D102E1}" srcOrd="0" destOrd="0" presId="urn:microsoft.com/office/officeart/2005/8/layout/vList2"/>
    <dgm:cxn modelId="{951415C6-40F8-413E-8363-D4EEAC9A4687}" type="presOf" srcId="{F97FA0EF-1082-4A44-9C3E-B3439E0029D7}" destId="{AA7CBBA3-410F-4017-AED2-EB4B51F36930}" srcOrd="0" destOrd="0" presId="urn:microsoft.com/office/officeart/2005/8/layout/vList2"/>
    <dgm:cxn modelId="{91CBACD3-3D1F-4C95-B783-CD88978D8DD9}" type="presOf" srcId="{A6017530-A249-4A7F-B620-69625F5184BC}" destId="{C0B1C4F0-77C2-4B4B-A518-70E8C5BC5EC0}" srcOrd="0" destOrd="0" presId="urn:microsoft.com/office/officeart/2005/8/layout/vList2"/>
    <dgm:cxn modelId="{34A91552-5776-498F-9171-7D2BB83B0139}" type="presParOf" srcId="{E3F9B177-3DEB-4C24-8314-BB97B6D102E1}" destId="{C0B1C4F0-77C2-4B4B-A518-70E8C5BC5EC0}" srcOrd="0" destOrd="0" presId="urn:microsoft.com/office/officeart/2005/8/layout/vList2"/>
    <dgm:cxn modelId="{2A023095-9834-4085-95E3-35E8C7CD7200}" type="presParOf" srcId="{E3F9B177-3DEB-4C24-8314-BB97B6D102E1}" destId="{30010DBB-D5A9-4A33-8148-160A2C79691A}" srcOrd="1" destOrd="0" presId="urn:microsoft.com/office/officeart/2005/8/layout/vList2"/>
    <dgm:cxn modelId="{C2DCEF59-99A7-4516-A6F5-CB89E5EF80F9}" type="presParOf" srcId="{E3F9B177-3DEB-4C24-8314-BB97B6D102E1}" destId="{AA7CBBA3-410F-4017-AED2-EB4B51F36930}"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CEDFB8E-09B8-4099-A0B6-FF2105097BC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0390AC4-96DC-4098-9E1A-883350C62207}">
      <dgm:prSet/>
      <dgm:spPr/>
      <dgm:t>
        <a:bodyPr/>
        <a:lstStyle/>
        <a:p>
          <a:r>
            <a:rPr lang="uk-UA" b="0" i="0"/>
            <a:t>всеохоплююча криза та занепад Речі Посполитої, викликані визвольною війною українського народу під проводом Б. Хмельницького</a:t>
          </a:r>
          <a:endParaRPr lang="uk-UA"/>
        </a:p>
      </dgm:t>
    </dgm:pt>
    <dgm:pt modelId="{D15041D1-68A0-49FC-B578-8120264CBAC5}" type="parTrans" cxnId="{862B6376-28B2-4FDD-ACF6-3620B982DCC0}">
      <dgm:prSet/>
      <dgm:spPr/>
      <dgm:t>
        <a:bodyPr/>
        <a:lstStyle/>
        <a:p>
          <a:endParaRPr lang="uk-UA"/>
        </a:p>
      </dgm:t>
    </dgm:pt>
    <dgm:pt modelId="{258D0ABD-FE82-4BAE-AA68-0E9DA8E403C3}" type="sibTrans" cxnId="{862B6376-28B2-4FDD-ACF6-3620B982DCC0}">
      <dgm:prSet/>
      <dgm:spPr/>
      <dgm:t>
        <a:bodyPr/>
        <a:lstStyle/>
        <a:p>
          <a:endParaRPr lang="uk-UA"/>
        </a:p>
      </dgm:t>
    </dgm:pt>
    <dgm:pt modelId="{F5AE9E33-A0B9-464F-AF8D-CCDD0769D068}">
      <dgm:prSet/>
      <dgm:spPr/>
      <dgm:t>
        <a:bodyPr/>
        <a:lstStyle/>
        <a:p>
          <a:r>
            <a:rPr lang="uk-UA" b="0" i="0"/>
            <a:t>внутрішня боротьба козацької старшини за владу, розкол Гетьманщини, втручання в її внутрішні справи та військова агресія з боку сусідніх держав</a:t>
          </a:r>
          <a:endParaRPr lang="uk-UA"/>
        </a:p>
      </dgm:t>
    </dgm:pt>
    <dgm:pt modelId="{2BB6F74A-03E1-4964-8E41-EABB8D82D334}" type="parTrans" cxnId="{2A335613-F040-4C3A-8E04-874C50FEF184}">
      <dgm:prSet/>
      <dgm:spPr/>
      <dgm:t>
        <a:bodyPr/>
        <a:lstStyle/>
        <a:p>
          <a:endParaRPr lang="uk-UA"/>
        </a:p>
      </dgm:t>
    </dgm:pt>
    <dgm:pt modelId="{D89BF8EE-47D8-41C5-9683-EAC0A95E40CD}" type="sibTrans" cxnId="{2A335613-F040-4C3A-8E04-874C50FEF184}">
      <dgm:prSet/>
      <dgm:spPr/>
      <dgm:t>
        <a:bodyPr/>
        <a:lstStyle/>
        <a:p>
          <a:endParaRPr lang="uk-UA"/>
        </a:p>
      </dgm:t>
    </dgm:pt>
    <dgm:pt modelId="{C25F735A-D28E-450A-B34C-A30E3A1966C3}" type="pres">
      <dgm:prSet presAssocID="{4CEDFB8E-09B8-4099-A0B6-FF2105097BC5}" presName="linear" presStyleCnt="0">
        <dgm:presLayoutVars>
          <dgm:animLvl val="lvl"/>
          <dgm:resizeHandles val="exact"/>
        </dgm:presLayoutVars>
      </dgm:prSet>
      <dgm:spPr/>
    </dgm:pt>
    <dgm:pt modelId="{BF7967C2-2623-4181-812F-B55777B18D4B}" type="pres">
      <dgm:prSet presAssocID="{A0390AC4-96DC-4098-9E1A-883350C62207}" presName="parentText" presStyleLbl="node1" presStyleIdx="0" presStyleCnt="2">
        <dgm:presLayoutVars>
          <dgm:chMax val="0"/>
          <dgm:bulletEnabled val="1"/>
        </dgm:presLayoutVars>
      </dgm:prSet>
      <dgm:spPr/>
    </dgm:pt>
    <dgm:pt modelId="{152B6685-CCDD-433A-BD05-B85E83EEE4BE}" type="pres">
      <dgm:prSet presAssocID="{258D0ABD-FE82-4BAE-AA68-0E9DA8E403C3}" presName="spacer" presStyleCnt="0"/>
      <dgm:spPr/>
    </dgm:pt>
    <dgm:pt modelId="{88C9B626-D4BD-467C-A1BC-EE29F2B20B47}" type="pres">
      <dgm:prSet presAssocID="{F5AE9E33-A0B9-464F-AF8D-CCDD0769D068}" presName="parentText" presStyleLbl="node1" presStyleIdx="1" presStyleCnt="2">
        <dgm:presLayoutVars>
          <dgm:chMax val="0"/>
          <dgm:bulletEnabled val="1"/>
        </dgm:presLayoutVars>
      </dgm:prSet>
      <dgm:spPr/>
    </dgm:pt>
  </dgm:ptLst>
  <dgm:cxnLst>
    <dgm:cxn modelId="{2A335613-F040-4C3A-8E04-874C50FEF184}" srcId="{4CEDFB8E-09B8-4099-A0B6-FF2105097BC5}" destId="{F5AE9E33-A0B9-464F-AF8D-CCDD0769D068}" srcOrd="1" destOrd="0" parTransId="{2BB6F74A-03E1-4964-8E41-EABB8D82D334}" sibTransId="{D89BF8EE-47D8-41C5-9683-EAC0A95E40CD}"/>
    <dgm:cxn modelId="{1022E932-2D1F-466F-B676-93F81BF00085}" type="presOf" srcId="{4CEDFB8E-09B8-4099-A0B6-FF2105097BC5}" destId="{C25F735A-D28E-450A-B34C-A30E3A1966C3}" srcOrd="0" destOrd="0" presId="urn:microsoft.com/office/officeart/2005/8/layout/vList2"/>
    <dgm:cxn modelId="{862B6376-28B2-4FDD-ACF6-3620B982DCC0}" srcId="{4CEDFB8E-09B8-4099-A0B6-FF2105097BC5}" destId="{A0390AC4-96DC-4098-9E1A-883350C62207}" srcOrd="0" destOrd="0" parTransId="{D15041D1-68A0-49FC-B578-8120264CBAC5}" sibTransId="{258D0ABD-FE82-4BAE-AA68-0E9DA8E403C3}"/>
    <dgm:cxn modelId="{4D7986AE-DB66-4818-80F0-7C9F5575290D}" type="presOf" srcId="{A0390AC4-96DC-4098-9E1A-883350C62207}" destId="{BF7967C2-2623-4181-812F-B55777B18D4B}" srcOrd="0" destOrd="0" presId="urn:microsoft.com/office/officeart/2005/8/layout/vList2"/>
    <dgm:cxn modelId="{9E05A1AE-23D9-452E-97A0-8FB398775EC5}" type="presOf" srcId="{F5AE9E33-A0B9-464F-AF8D-CCDD0769D068}" destId="{88C9B626-D4BD-467C-A1BC-EE29F2B20B47}" srcOrd="0" destOrd="0" presId="urn:microsoft.com/office/officeart/2005/8/layout/vList2"/>
    <dgm:cxn modelId="{22FE7B3B-EDE2-400D-BC69-238A112B33E9}" type="presParOf" srcId="{C25F735A-D28E-450A-B34C-A30E3A1966C3}" destId="{BF7967C2-2623-4181-812F-B55777B18D4B}" srcOrd="0" destOrd="0" presId="urn:microsoft.com/office/officeart/2005/8/layout/vList2"/>
    <dgm:cxn modelId="{12C04130-61CC-4718-BEAD-DDE92EBD165D}" type="presParOf" srcId="{C25F735A-D28E-450A-B34C-A30E3A1966C3}" destId="{152B6685-CCDD-433A-BD05-B85E83EEE4BE}" srcOrd="1" destOrd="0" presId="urn:microsoft.com/office/officeart/2005/8/layout/vList2"/>
    <dgm:cxn modelId="{7AA5587D-0538-46FF-BFAE-7823E459A8B5}" type="presParOf" srcId="{C25F735A-D28E-450A-B34C-A30E3A1966C3}" destId="{88C9B626-D4BD-467C-A1BC-EE29F2B20B4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15B6DE4-E0F0-44C7-83F9-0935F3469E3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906B7D6-D3E0-4567-917F-28C000A405B9}">
      <dgm:prSet/>
      <dgm:spPr/>
      <dgm:t>
        <a:bodyPr/>
        <a:lstStyle/>
        <a:p>
          <a:r>
            <a:rPr lang="uk-UA" b="0" i="0"/>
            <a:t>форсований наступ на автономні права Гетьманщини з боку російського уряду внаслідок переходу гетьмана І. Мазепи на бік шведського короля</a:t>
          </a:r>
          <a:endParaRPr lang="uk-UA"/>
        </a:p>
      </dgm:t>
    </dgm:pt>
    <dgm:pt modelId="{AAA8C07D-58EB-4A0B-B72F-4BAE8EE200C8}" type="parTrans" cxnId="{F58483BB-4B2E-4FEE-B300-9350913CA4BB}">
      <dgm:prSet/>
      <dgm:spPr/>
      <dgm:t>
        <a:bodyPr/>
        <a:lstStyle/>
        <a:p>
          <a:endParaRPr lang="uk-UA"/>
        </a:p>
      </dgm:t>
    </dgm:pt>
    <dgm:pt modelId="{2CEBFE9D-69FB-45E2-BA0D-3EC51F9DFF12}" type="sibTrans" cxnId="{F58483BB-4B2E-4FEE-B300-9350913CA4BB}">
      <dgm:prSet/>
      <dgm:spPr/>
      <dgm:t>
        <a:bodyPr/>
        <a:lstStyle/>
        <a:p>
          <a:endParaRPr lang="uk-UA"/>
        </a:p>
      </dgm:t>
    </dgm:pt>
    <dgm:pt modelId="{E5643E25-410D-43FE-8CE7-7DAFB66DE49C}">
      <dgm:prSet/>
      <dgm:spPr/>
      <dgm:t>
        <a:bodyPr/>
        <a:lstStyle/>
        <a:p>
          <a:r>
            <a:rPr lang="uk-UA" b="0" i="0"/>
            <a:t>остаточна ліквідація інституту гетьманства, решток української автономії та повна інтеграція українських земель до складу Російської імперії</a:t>
          </a:r>
          <a:endParaRPr lang="uk-UA"/>
        </a:p>
      </dgm:t>
    </dgm:pt>
    <dgm:pt modelId="{7D994E47-5879-478E-AFD0-9AAE445523CD}" type="parTrans" cxnId="{78D3913B-DD02-4CEA-A31E-F2AC006CD45F}">
      <dgm:prSet/>
      <dgm:spPr/>
      <dgm:t>
        <a:bodyPr/>
        <a:lstStyle/>
        <a:p>
          <a:endParaRPr lang="uk-UA"/>
        </a:p>
      </dgm:t>
    </dgm:pt>
    <dgm:pt modelId="{82588612-DC2D-49DD-823B-ED23226796BA}" type="sibTrans" cxnId="{78D3913B-DD02-4CEA-A31E-F2AC006CD45F}">
      <dgm:prSet/>
      <dgm:spPr/>
      <dgm:t>
        <a:bodyPr/>
        <a:lstStyle/>
        <a:p>
          <a:endParaRPr lang="uk-UA"/>
        </a:p>
      </dgm:t>
    </dgm:pt>
    <dgm:pt modelId="{882242FF-2A22-48C9-B598-A4D8D6A2BFCE}" type="pres">
      <dgm:prSet presAssocID="{A15B6DE4-E0F0-44C7-83F9-0935F3469E33}" presName="linear" presStyleCnt="0">
        <dgm:presLayoutVars>
          <dgm:animLvl val="lvl"/>
          <dgm:resizeHandles val="exact"/>
        </dgm:presLayoutVars>
      </dgm:prSet>
      <dgm:spPr/>
    </dgm:pt>
    <dgm:pt modelId="{BE56C9D4-DF8E-4A80-B4A2-3B8ADDEB19AC}" type="pres">
      <dgm:prSet presAssocID="{5906B7D6-D3E0-4567-917F-28C000A405B9}" presName="parentText" presStyleLbl="node1" presStyleIdx="0" presStyleCnt="2">
        <dgm:presLayoutVars>
          <dgm:chMax val="0"/>
          <dgm:bulletEnabled val="1"/>
        </dgm:presLayoutVars>
      </dgm:prSet>
      <dgm:spPr/>
    </dgm:pt>
    <dgm:pt modelId="{299FD193-9544-4441-AD87-9B46376AE654}" type="pres">
      <dgm:prSet presAssocID="{2CEBFE9D-69FB-45E2-BA0D-3EC51F9DFF12}" presName="spacer" presStyleCnt="0"/>
      <dgm:spPr/>
    </dgm:pt>
    <dgm:pt modelId="{DCEEA53E-7949-4817-BF79-D85ABD7A0CF5}" type="pres">
      <dgm:prSet presAssocID="{E5643E25-410D-43FE-8CE7-7DAFB66DE49C}" presName="parentText" presStyleLbl="node1" presStyleIdx="1" presStyleCnt="2">
        <dgm:presLayoutVars>
          <dgm:chMax val="0"/>
          <dgm:bulletEnabled val="1"/>
        </dgm:presLayoutVars>
      </dgm:prSet>
      <dgm:spPr/>
    </dgm:pt>
  </dgm:ptLst>
  <dgm:cxnLst>
    <dgm:cxn modelId="{78D3913B-DD02-4CEA-A31E-F2AC006CD45F}" srcId="{A15B6DE4-E0F0-44C7-83F9-0935F3469E33}" destId="{E5643E25-410D-43FE-8CE7-7DAFB66DE49C}" srcOrd="1" destOrd="0" parTransId="{7D994E47-5879-478E-AFD0-9AAE445523CD}" sibTransId="{82588612-DC2D-49DD-823B-ED23226796BA}"/>
    <dgm:cxn modelId="{E325BA6D-54E1-4C31-B49F-A95F2262422D}" type="presOf" srcId="{E5643E25-410D-43FE-8CE7-7DAFB66DE49C}" destId="{DCEEA53E-7949-4817-BF79-D85ABD7A0CF5}" srcOrd="0" destOrd="0" presId="urn:microsoft.com/office/officeart/2005/8/layout/vList2"/>
    <dgm:cxn modelId="{B870C46D-F601-425C-BE16-8BDC38AA359A}" type="presOf" srcId="{A15B6DE4-E0F0-44C7-83F9-0935F3469E33}" destId="{882242FF-2A22-48C9-B598-A4D8D6A2BFCE}" srcOrd="0" destOrd="0" presId="urn:microsoft.com/office/officeart/2005/8/layout/vList2"/>
    <dgm:cxn modelId="{3727BE81-E7C4-4FB6-ADA4-8E76B3C7EF2C}" type="presOf" srcId="{5906B7D6-D3E0-4567-917F-28C000A405B9}" destId="{BE56C9D4-DF8E-4A80-B4A2-3B8ADDEB19AC}" srcOrd="0" destOrd="0" presId="urn:microsoft.com/office/officeart/2005/8/layout/vList2"/>
    <dgm:cxn modelId="{F58483BB-4B2E-4FEE-B300-9350913CA4BB}" srcId="{A15B6DE4-E0F0-44C7-83F9-0935F3469E33}" destId="{5906B7D6-D3E0-4567-917F-28C000A405B9}" srcOrd="0" destOrd="0" parTransId="{AAA8C07D-58EB-4A0B-B72F-4BAE8EE200C8}" sibTransId="{2CEBFE9D-69FB-45E2-BA0D-3EC51F9DFF12}"/>
    <dgm:cxn modelId="{B8EA8162-196A-4BC4-A0E1-3FB930D4C43D}" type="presParOf" srcId="{882242FF-2A22-48C9-B598-A4D8D6A2BFCE}" destId="{BE56C9D4-DF8E-4A80-B4A2-3B8ADDEB19AC}" srcOrd="0" destOrd="0" presId="urn:microsoft.com/office/officeart/2005/8/layout/vList2"/>
    <dgm:cxn modelId="{D04A6F78-5CB0-4317-BAE9-2619F176D2FF}" type="presParOf" srcId="{882242FF-2A22-48C9-B598-A4D8D6A2BFCE}" destId="{299FD193-9544-4441-AD87-9B46376AE654}" srcOrd="1" destOrd="0" presId="urn:microsoft.com/office/officeart/2005/8/layout/vList2"/>
    <dgm:cxn modelId="{0438AF74-A6F2-4225-BA4B-C11D0F31AEE2}" type="presParOf" srcId="{882242FF-2A22-48C9-B598-A4D8D6A2BFCE}" destId="{DCEEA53E-7949-4817-BF79-D85ABD7A0CF5}"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3FAFC39-BE4B-4D4E-8465-6FFFA150BE1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48811D7-E4C8-412D-9869-438FE18C007C}">
      <dgm:prSet/>
      <dgm:spPr/>
      <dgm:t>
        <a:bodyPr/>
        <a:lstStyle/>
        <a:p>
          <a:r>
            <a:rPr lang="ru-RU" b="0" i="0"/>
            <a:t>Чигиринські походи турецько-татарського війська</a:t>
          </a:r>
          <a:endParaRPr lang="uk-UA"/>
        </a:p>
      </dgm:t>
    </dgm:pt>
    <dgm:pt modelId="{039FFD97-BB4C-4E44-87C7-05DF15396E2C}" type="parTrans" cxnId="{E67EFB0E-D1B4-4634-BF33-1F689495834E}">
      <dgm:prSet/>
      <dgm:spPr/>
      <dgm:t>
        <a:bodyPr/>
        <a:lstStyle/>
        <a:p>
          <a:endParaRPr lang="uk-UA"/>
        </a:p>
      </dgm:t>
    </dgm:pt>
    <dgm:pt modelId="{B1DA8B45-C2A4-48EF-9D56-DA048BA18EA3}" type="sibTrans" cxnId="{E67EFB0E-D1B4-4634-BF33-1F689495834E}">
      <dgm:prSet/>
      <dgm:spPr/>
      <dgm:t>
        <a:bodyPr/>
        <a:lstStyle/>
        <a:p>
          <a:endParaRPr lang="uk-UA"/>
        </a:p>
      </dgm:t>
    </dgm:pt>
    <dgm:pt modelId="{9EEF806A-3FF2-42CC-83AB-F3B75AC877DA}">
      <dgm:prSet/>
      <dgm:spPr/>
      <dgm:t>
        <a:bodyPr/>
        <a:lstStyle/>
        <a:p>
          <a:r>
            <a:rPr lang="ru-RU" b="0" i="0" dirty="0" err="1"/>
            <a:t>ухвалення</a:t>
          </a:r>
          <a:r>
            <a:rPr lang="ru-RU" b="0" i="0" dirty="0"/>
            <a:t> </a:t>
          </a:r>
          <a:r>
            <a:rPr lang="ru-RU" b="0" i="0" dirty="0" err="1"/>
            <a:t>Гадяцького</a:t>
          </a:r>
          <a:r>
            <a:rPr lang="ru-RU" b="0" i="0" dirty="0"/>
            <a:t> договору</a:t>
          </a:r>
          <a:endParaRPr lang="uk-UA" dirty="0"/>
        </a:p>
      </dgm:t>
    </dgm:pt>
    <dgm:pt modelId="{4C612E35-FA0B-4498-90A2-4613F1AAA834}" type="parTrans" cxnId="{AFC720D7-A37D-4ABD-BA08-9AC0BF243D26}">
      <dgm:prSet/>
      <dgm:spPr/>
      <dgm:t>
        <a:bodyPr/>
        <a:lstStyle/>
        <a:p>
          <a:endParaRPr lang="uk-UA"/>
        </a:p>
      </dgm:t>
    </dgm:pt>
    <dgm:pt modelId="{7F772F4E-C294-46CD-AAD8-CFF582C5FC1E}" type="sibTrans" cxnId="{AFC720D7-A37D-4ABD-BA08-9AC0BF243D26}">
      <dgm:prSet/>
      <dgm:spPr/>
      <dgm:t>
        <a:bodyPr/>
        <a:lstStyle/>
        <a:p>
          <a:endParaRPr lang="uk-UA"/>
        </a:p>
      </dgm:t>
    </dgm:pt>
    <dgm:pt modelId="{FB94B6C2-F09A-4B65-AEB7-039A9FE0185F}">
      <dgm:prSet/>
      <dgm:spPr/>
      <dgm:t>
        <a:bodyPr/>
        <a:lstStyle/>
        <a:p>
          <a:r>
            <a:rPr lang="ru-RU" b="0" i="0"/>
            <a:t>проголошення П. Дорошенка гетьманом усієї козацької України</a:t>
          </a:r>
          <a:endParaRPr lang="uk-UA"/>
        </a:p>
      </dgm:t>
    </dgm:pt>
    <dgm:pt modelId="{8816BBBB-FAD6-426B-912A-DE3656835A11}" type="parTrans" cxnId="{F8BAFC10-278B-4C34-9C64-1C905F0C3CF2}">
      <dgm:prSet/>
      <dgm:spPr/>
      <dgm:t>
        <a:bodyPr/>
        <a:lstStyle/>
        <a:p>
          <a:endParaRPr lang="uk-UA"/>
        </a:p>
      </dgm:t>
    </dgm:pt>
    <dgm:pt modelId="{44933F80-1DA8-461C-8EBE-C4AEA383B96A}" type="sibTrans" cxnId="{F8BAFC10-278B-4C34-9C64-1C905F0C3CF2}">
      <dgm:prSet/>
      <dgm:spPr/>
      <dgm:t>
        <a:bodyPr/>
        <a:lstStyle/>
        <a:p>
          <a:endParaRPr lang="uk-UA"/>
        </a:p>
      </dgm:t>
    </dgm:pt>
    <dgm:pt modelId="{F89CBF1F-C989-4386-BAD0-B3433BF1E9D2}">
      <dgm:prSet/>
      <dgm:spPr/>
      <dgm:t>
        <a:bodyPr/>
        <a:lstStyle/>
        <a:p>
          <a:r>
            <a:rPr lang="ru-RU" b="0" i="0" dirty="0" err="1"/>
            <a:t>укладення</a:t>
          </a:r>
          <a:r>
            <a:rPr lang="ru-RU" b="0" i="0" dirty="0"/>
            <a:t> </a:t>
          </a:r>
          <a:r>
            <a:rPr lang="ru-RU" b="0" i="0" dirty="0" err="1"/>
            <a:t>Бахчисарайського</a:t>
          </a:r>
          <a:r>
            <a:rPr lang="ru-RU" b="0" i="0" dirty="0"/>
            <a:t> мирного договору</a:t>
          </a:r>
          <a:endParaRPr lang="uk-UA" dirty="0"/>
        </a:p>
      </dgm:t>
    </dgm:pt>
    <dgm:pt modelId="{8BB37D06-6727-4F05-9741-A524A9F91476}" type="parTrans" cxnId="{046CCB43-C193-43AE-AD22-FE0B3AD4960F}">
      <dgm:prSet/>
      <dgm:spPr/>
      <dgm:t>
        <a:bodyPr/>
        <a:lstStyle/>
        <a:p>
          <a:endParaRPr lang="uk-UA"/>
        </a:p>
      </dgm:t>
    </dgm:pt>
    <dgm:pt modelId="{7172C65F-D70E-4BA4-9F2D-E407E592CB2D}" type="sibTrans" cxnId="{046CCB43-C193-43AE-AD22-FE0B3AD4960F}">
      <dgm:prSet/>
      <dgm:spPr/>
      <dgm:t>
        <a:bodyPr/>
        <a:lstStyle/>
        <a:p>
          <a:endParaRPr lang="uk-UA"/>
        </a:p>
      </dgm:t>
    </dgm:pt>
    <dgm:pt modelId="{9EB51A1B-5C89-44B9-A4AB-16FD750D4D7A}" type="pres">
      <dgm:prSet presAssocID="{53FAFC39-BE4B-4D4E-8465-6FFFA150BE18}" presName="linear" presStyleCnt="0">
        <dgm:presLayoutVars>
          <dgm:animLvl val="lvl"/>
          <dgm:resizeHandles val="exact"/>
        </dgm:presLayoutVars>
      </dgm:prSet>
      <dgm:spPr/>
    </dgm:pt>
    <dgm:pt modelId="{6621FDBA-81FC-46EE-A229-377B5B84EE58}" type="pres">
      <dgm:prSet presAssocID="{C48811D7-E4C8-412D-9869-438FE18C007C}" presName="parentText" presStyleLbl="node1" presStyleIdx="0" presStyleCnt="4">
        <dgm:presLayoutVars>
          <dgm:chMax val="0"/>
          <dgm:bulletEnabled val="1"/>
        </dgm:presLayoutVars>
      </dgm:prSet>
      <dgm:spPr/>
    </dgm:pt>
    <dgm:pt modelId="{BD285936-0EEA-4B6A-A3C8-B3A358325A30}" type="pres">
      <dgm:prSet presAssocID="{B1DA8B45-C2A4-48EF-9D56-DA048BA18EA3}" presName="spacer" presStyleCnt="0"/>
      <dgm:spPr/>
    </dgm:pt>
    <dgm:pt modelId="{551C7E03-CEBD-4EAF-97A6-214BC95035AA}" type="pres">
      <dgm:prSet presAssocID="{9EEF806A-3FF2-42CC-83AB-F3B75AC877DA}" presName="parentText" presStyleLbl="node1" presStyleIdx="1" presStyleCnt="4">
        <dgm:presLayoutVars>
          <dgm:chMax val="0"/>
          <dgm:bulletEnabled val="1"/>
        </dgm:presLayoutVars>
      </dgm:prSet>
      <dgm:spPr/>
    </dgm:pt>
    <dgm:pt modelId="{75BE8AED-C4E5-4A8C-AB50-873A54AC5AB7}" type="pres">
      <dgm:prSet presAssocID="{7F772F4E-C294-46CD-AAD8-CFF582C5FC1E}" presName="spacer" presStyleCnt="0"/>
      <dgm:spPr/>
    </dgm:pt>
    <dgm:pt modelId="{73E0B9F4-0587-49C0-B02B-1E5D6CEF8A94}" type="pres">
      <dgm:prSet presAssocID="{FB94B6C2-F09A-4B65-AEB7-039A9FE0185F}" presName="parentText" presStyleLbl="node1" presStyleIdx="2" presStyleCnt="4">
        <dgm:presLayoutVars>
          <dgm:chMax val="0"/>
          <dgm:bulletEnabled val="1"/>
        </dgm:presLayoutVars>
      </dgm:prSet>
      <dgm:spPr/>
    </dgm:pt>
    <dgm:pt modelId="{5B30EE98-FEF8-4AEB-B52C-7A843D50A91B}" type="pres">
      <dgm:prSet presAssocID="{44933F80-1DA8-461C-8EBE-C4AEA383B96A}" presName="spacer" presStyleCnt="0"/>
      <dgm:spPr/>
    </dgm:pt>
    <dgm:pt modelId="{CB44A5E0-1BE7-4FDB-AD8F-FF20B6EBB54D}" type="pres">
      <dgm:prSet presAssocID="{F89CBF1F-C989-4386-BAD0-B3433BF1E9D2}" presName="parentText" presStyleLbl="node1" presStyleIdx="3" presStyleCnt="4">
        <dgm:presLayoutVars>
          <dgm:chMax val="0"/>
          <dgm:bulletEnabled val="1"/>
        </dgm:presLayoutVars>
      </dgm:prSet>
      <dgm:spPr/>
    </dgm:pt>
  </dgm:ptLst>
  <dgm:cxnLst>
    <dgm:cxn modelId="{E67EFB0E-D1B4-4634-BF33-1F689495834E}" srcId="{53FAFC39-BE4B-4D4E-8465-6FFFA150BE18}" destId="{C48811D7-E4C8-412D-9869-438FE18C007C}" srcOrd="0" destOrd="0" parTransId="{039FFD97-BB4C-4E44-87C7-05DF15396E2C}" sibTransId="{B1DA8B45-C2A4-48EF-9D56-DA048BA18EA3}"/>
    <dgm:cxn modelId="{F8BAFC10-278B-4C34-9C64-1C905F0C3CF2}" srcId="{53FAFC39-BE4B-4D4E-8465-6FFFA150BE18}" destId="{FB94B6C2-F09A-4B65-AEB7-039A9FE0185F}" srcOrd="2" destOrd="0" parTransId="{8816BBBB-FAD6-426B-912A-DE3656835A11}" sibTransId="{44933F80-1DA8-461C-8EBE-C4AEA383B96A}"/>
    <dgm:cxn modelId="{42E81118-3ACE-437F-BF17-1F5355BDF9AF}" type="presOf" srcId="{9EEF806A-3FF2-42CC-83AB-F3B75AC877DA}" destId="{551C7E03-CEBD-4EAF-97A6-214BC95035AA}" srcOrd="0" destOrd="0" presId="urn:microsoft.com/office/officeart/2005/8/layout/vList2"/>
    <dgm:cxn modelId="{046CCB43-C193-43AE-AD22-FE0B3AD4960F}" srcId="{53FAFC39-BE4B-4D4E-8465-6FFFA150BE18}" destId="{F89CBF1F-C989-4386-BAD0-B3433BF1E9D2}" srcOrd="3" destOrd="0" parTransId="{8BB37D06-6727-4F05-9741-A524A9F91476}" sibTransId="{7172C65F-D70E-4BA4-9F2D-E407E592CB2D}"/>
    <dgm:cxn modelId="{82B42C84-61D8-4174-AAF3-3F20189814B8}" type="presOf" srcId="{F89CBF1F-C989-4386-BAD0-B3433BF1E9D2}" destId="{CB44A5E0-1BE7-4FDB-AD8F-FF20B6EBB54D}" srcOrd="0" destOrd="0" presId="urn:microsoft.com/office/officeart/2005/8/layout/vList2"/>
    <dgm:cxn modelId="{AA80E885-11EE-4D31-B6B6-DE6665F8B375}" type="presOf" srcId="{FB94B6C2-F09A-4B65-AEB7-039A9FE0185F}" destId="{73E0B9F4-0587-49C0-B02B-1E5D6CEF8A94}" srcOrd="0" destOrd="0" presId="urn:microsoft.com/office/officeart/2005/8/layout/vList2"/>
    <dgm:cxn modelId="{D9AEC697-89C4-42D1-AC99-9EFACFD4E874}" type="presOf" srcId="{C48811D7-E4C8-412D-9869-438FE18C007C}" destId="{6621FDBA-81FC-46EE-A229-377B5B84EE58}" srcOrd="0" destOrd="0" presId="urn:microsoft.com/office/officeart/2005/8/layout/vList2"/>
    <dgm:cxn modelId="{347EF1B9-4F0B-42A5-96DB-08C963604F89}" type="presOf" srcId="{53FAFC39-BE4B-4D4E-8465-6FFFA150BE18}" destId="{9EB51A1B-5C89-44B9-A4AB-16FD750D4D7A}" srcOrd="0" destOrd="0" presId="urn:microsoft.com/office/officeart/2005/8/layout/vList2"/>
    <dgm:cxn modelId="{AFC720D7-A37D-4ABD-BA08-9AC0BF243D26}" srcId="{53FAFC39-BE4B-4D4E-8465-6FFFA150BE18}" destId="{9EEF806A-3FF2-42CC-83AB-F3B75AC877DA}" srcOrd="1" destOrd="0" parTransId="{4C612E35-FA0B-4498-90A2-4613F1AAA834}" sibTransId="{7F772F4E-C294-46CD-AAD8-CFF582C5FC1E}"/>
    <dgm:cxn modelId="{776105E2-54EE-42A9-BA61-65DC2A5D0FBF}" type="presParOf" srcId="{9EB51A1B-5C89-44B9-A4AB-16FD750D4D7A}" destId="{6621FDBA-81FC-46EE-A229-377B5B84EE58}" srcOrd="0" destOrd="0" presId="urn:microsoft.com/office/officeart/2005/8/layout/vList2"/>
    <dgm:cxn modelId="{F8218DA7-6388-42F8-BD2B-6D8196CEA6D1}" type="presParOf" srcId="{9EB51A1B-5C89-44B9-A4AB-16FD750D4D7A}" destId="{BD285936-0EEA-4B6A-A3C8-B3A358325A30}" srcOrd="1" destOrd="0" presId="urn:microsoft.com/office/officeart/2005/8/layout/vList2"/>
    <dgm:cxn modelId="{A73C12F0-6664-4EAD-814F-174684795EEF}" type="presParOf" srcId="{9EB51A1B-5C89-44B9-A4AB-16FD750D4D7A}" destId="{551C7E03-CEBD-4EAF-97A6-214BC95035AA}" srcOrd="2" destOrd="0" presId="urn:microsoft.com/office/officeart/2005/8/layout/vList2"/>
    <dgm:cxn modelId="{C85C55A7-938C-4966-8536-2EA780593878}" type="presParOf" srcId="{9EB51A1B-5C89-44B9-A4AB-16FD750D4D7A}" destId="{75BE8AED-C4E5-4A8C-AB50-873A54AC5AB7}" srcOrd="3" destOrd="0" presId="urn:microsoft.com/office/officeart/2005/8/layout/vList2"/>
    <dgm:cxn modelId="{A43AF900-714A-42FA-BB65-E4B2A1390871}" type="presParOf" srcId="{9EB51A1B-5C89-44B9-A4AB-16FD750D4D7A}" destId="{73E0B9F4-0587-49C0-B02B-1E5D6CEF8A94}" srcOrd="4" destOrd="0" presId="urn:microsoft.com/office/officeart/2005/8/layout/vList2"/>
    <dgm:cxn modelId="{9DF72F2C-36AD-4115-B6AC-2F5A3399EEEA}" type="presParOf" srcId="{9EB51A1B-5C89-44B9-A4AB-16FD750D4D7A}" destId="{5B30EE98-FEF8-4AEB-B52C-7A843D50A91B}" srcOrd="5" destOrd="0" presId="urn:microsoft.com/office/officeart/2005/8/layout/vList2"/>
    <dgm:cxn modelId="{C3AF272B-C300-4F1F-A242-BBF99058428B}" type="presParOf" srcId="{9EB51A1B-5C89-44B9-A4AB-16FD750D4D7A}" destId="{CB44A5E0-1BE7-4FDB-AD8F-FF20B6EBB54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6267860-4B20-4AC8-994C-573F1286B17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5E06D29-0EA8-4F47-BC20-AFD2F164E037}">
      <dgm:prSet/>
      <dgm:spPr/>
      <dgm:t>
        <a:bodyPr/>
        <a:lstStyle/>
        <a:p>
          <a:r>
            <a:rPr lang="uk-UA" b="0" i="0"/>
            <a:t>формування козацько-селянської власності на землю</a:t>
          </a:r>
          <a:endParaRPr lang="uk-UA"/>
        </a:p>
      </dgm:t>
    </dgm:pt>
    <dgm:pt modelId="{B3D59302-545A-4870-9DB0-A7516C9C542B}" type="parTrans" cxnId="{9AD27338-F993-46D8-AC22-3A9D1120E90B}">
      <dgm:prSet/>
      <dgm:spPr/>
      <dgm:t>
        <a:bodyPr/>
        <a:lstStyle/>
        <a:p>
          <a:endParaRPr lang="uk-UA"/>
        </a:p>
      </dgm:t>
    </dgm:pt>
    <dgm:pt modelId="{14A4B8CD-2D7A-4574-B3CC-2C9D6B91B5A6}" type="sibTrans" cxnId="{9AD27338-F993-46D8-AC22-3A9D1120E90B}">
      <dgm:prSet/>
      <dgm:spPr/>
      <dgm:t>
        <a:bodyPr/>
        <a:lstStyle/>
        <a:p>
          <a:endParaRPr lang="uk-UA"/>
        </a:p>
      </dgm:t>
    </dgm:pt>
    <dgm:pt modelId="{C4A54EE2-0D80-4521-B383-31343CA973A9}">
      <dgm:prSet/>
      <dgm:spPr/>
      <dgm:t>
        <a:bodyPr/>
        <a:lstStyle/>
        <a:p>
          <a:r>
            <a:rPr lang="uk-UA" b="0" i="0" dirty="0"/>
            <a:t>здобуття особистої свободи абсолютною більшістю селян і міщан</a:t>
          </a:r>
          <a:endParaRPr lang="uk-UA" dirty="0"/>
        </a:p>
      </dgm:t>
    </dgm:pt>
    <dgm:pt modelId="{1DED8CC5-FC91-46B0-807E-123B4E3811CD}" type="parTrans" cxnId="{680AD339-E60C-4F71-9965-BBC8DE97ADE5}">
      <dgm:prSet/>
      <dgm:spPr/>
      <dgm:t>
        <a:bodyPr/>
        <a:lstStyle/>
        <a:p>
          <a:endParaRPr lang="uk-UA"/>
        </a:p>
      </dgm:t>
    </dgm:pt>
    <dgm:pt modelId="{86C86BF4-7839-44B4-AD60-2B7C2DE22777}" type="sibTrans" cxnId="{680AD339-E60C-4F71-9965-BBC8DE97ADE5}">
      <dgm:prSet/>
      <dgm:spPr/>
      <dgm:t>
        <a:bodyPr/>
        <a:lstStyle/>
        <a:p>
          <a:endParaRPr lang="uk-UA"/>
        </a:p>
      </dgm:t>
    </dgm:pt>
    <dgm:pt modelId="{629E8A09-3A46-4003-A586-1FAD680C1D19}">
      <dgm:prSet/>
      <dgm:spPr/>
      <dgm:t>
        <a:bodyPr/>
        <a:lstStyle/>
        <a:p>
          <a:r>
            <a:rPr lang="uk-UA" b="0" i="0"/>
            <a:t>панівне становище в суспільстві польських магнатів і католицького духовенства</a:t>
          </a:r>
          <a:endParaRPr lang="uk-UA"/>
        </a:p>
      </dgm:t>
    </dgm:pt>
    <dgm:pt modelId="{C0DA6C7A-C69E-4178-8677-9050362E854A}" type="parTrans" cxnId="{421457DB-8D51-44B0-84C5-8963C1596EEF}">
      <dgm:prSet/>
      <dgm:spPr/>
      <dgm:t>
        <a:bodyPr/>
        <a:lstStyle/>
        <a:p>
          <a:endParaRPr lang="uk-UA"/>
        </a:p>
      </dgm:t>
    </dgm:pt>
    <dgm:pt modelId="{CE33F8C2-B6B5-4343-AC60-ED624099101A}" type="sibTrans" cxnId="{421457DB-8D51-44B0-84C5-8963C1596EEF}">
      <dgm:prSet/>
      <dgm:spPr/>
      <dgm:t>
        <a:bodyPr/>
        <a:lstStyle/>
        <a:p>
          <a:endParaRPr lang="uk-UA"/>
        </a:p>
      </dgm:t>
    </dgm:pt>
    <dgm:pt modelId="{7A182BAF-3769-4544-9587-F98902034B4F}">
      <dgm:prSet/>
      <dgm:spPr/>
      <dgm:t>
        <a:bodyPr/>
        <a:lstStyle/>
        <a:p>
          <a:r>
            <a:rPr lang="uk-UA" b="0" i="0" dirty="0"/>
            <a:t>зростання провідної ролі козацтва й православної шляхти</a:t>
          </a:r>
          <a:endParaRPr lang="uk-UA" dirty="0"/>
        </a:p>
      </dgm:t>
    </dgm:pt>
    <dgm:pt modelId="{A3B7E113-FAB0-48F0-AF56-9B36A20AB247}" type="parTrans" cxnId="{85E4A5CA-B36F-44A9-97CB-732A8D74CB8B}">
      <dgm:prSet/>
      <dgm:spPr/>
      <dgm:t>
        <a:bodyPr/>
        <a:lstStyle/>
        <a:p>
          <a:endParaRPr lang="uk-UA"/>
        </a:p>
      </dgm:t>
    </dgm:pt>
    <dgm:pt modelId="{6EB523A6-6685-4285-A362-A4A4E8B88A74}" type="sibTrans" cxnId="{85E4A5CA-B36F-44A9-97CB-732A8D74CB8B}">
      <dgm:prSet/>
      <dgm:spPr/>
      <dgm:t>
        <a:bodyPr/>
        <a:lstStyle/>
        <a:p>
          <a:endParaRPr lang="uk-UA"/>
        </a:p>
      </dgm:t>
    </dgm:pt>
    <dgm:pt modelId="{0288AD31-4816-47DF-A7E9-5D64F7E2F417}" type="pres">
      <dgm:prSet presAssocID="{D6267860-4B20-4AC8-994C-573F1286B17A}" presName="linear" presStyleCnt="0">
        <dgm:presLayoutVars>
          <dgm:animLvl val="lvl"/>
          <dgm:resizeHandles val="exact"/>
        </dgm:presLayoutVars>
      </dgm:prSet>
      <dgm:spPr/>
    </dgm:pt>
    <dgm:pt modelId="{703669BF-D580-43C8-8F68-53EDF19F648B}" type="pres">
      <dgm:prSet presAssocID="{85E06D29-0EA8-4F47-BC20-AFD2F164E037}" presName="parentText" presStyleLbl="node1" presStyleIdx="0" presStyleCnt="4">
        <dgm:presLayoutVars>
          <dgm:chMax val="0"/>
          <dgm:bulletEnabled val="1"/>
        </dgm:presLayoutVars>
      </dgm:prSet>
      <dgm:spPr/>
    </dgm:pt>
    <dgm:pt modelId="{59DCA992-F935-429E-BEA7-353C1840D652}" type="pres">
      <dgm:prSet presAssocID="{14A4B8CD-2D7A-4574-B3CC-2C9D6B91B5A6}" presName="spacer" presStyleCnt="0"/>
      <dgm:spPr/>
    </dgm:pt>
    <dgm:pt modelId="{5306F074-0E80-4540-A32A-5FE37FE877ED}" type="pres">
      <dgm:prSet presAssocID="{C4A54EE2-0D80-4521-B383-31343CA973A9}" presName="parentText" presStyleLbl="node1" presStyleIdx="1" presStyleCnt="4">
        <dgm:presLayoutVars>
          <dgm:chMax val="0"/>
          <dgm:bulletEnabled val="1"/>
        </dgm:presLayoutVars>
      </dgm:prSet>
      <dgm:spPr/>
    </dgm:pt>
    <dgm:pt modelId="{B05F15DE-CA32-4EBD-B19E-DF6B427EF4DC}" type="pres">
      <dgm:prSet presAssocID="{86C86BF4-7839-44B4-AD60-2B7C2DE22777}" presName="spacer" presStyleCnt="0"/>
      <dgm:spPr/>
    </dgm:pt>
    <dgm:pt modelId="{F5414BAE-40A4-48BE-A98B-05F574C1C5D3}" type="pres">
      <dgm:prSet presAssocID="{629E8A09-3A46-4003-A586-1FAD680C1D19}" presName="parentText" presStyleLbl="node1" presStyleIdx="2" presStyleCnt="4">
        <dgm:presLayoutVars>
          <dgm:chMax val="0"/>
          <dgm:bulletEnabled val="1"/>
        </dgm:presLayoutVars>
      </dgm:prSet>
      <dgm:spPr/>
    </dgm:pt>
    <dgm:pt modelId="{262276DD-8993-4CAC-920E-996862241380}" type="pres">
      <dgm:prSet presAssocID="{CE33F8C2-B6B5-4343-AC60-ED624099101A}" presName="spacer" presStyleCnt="0"/>
      <dgm:spPr/>
    </dgm:pt>
    <dgm:pt modelId="{A3D88996-B768-4308-A043-255CD0859A8F}" type="pres">
      <dgm:prSet presAssocID="{7A182BAF-3769-4544-9587-F98902034B4F}" presName="parentText" presStyleLbl="node1" presStyleIdx="3" presStyleCnt="4">
        <dgm:presLayoutVars>
          <dgm:chMax val="0"/>
          <dgm:bulletEnabled val="1"/>
        </dgm:presLayoutVars>
      </dgm:prSet>
      <dgm:spPr/>
    </dgm:pt>
  </dgm:ptLst>
  <dgm:cxnLst>
    <dgm:cxn modelId="{51CFB501-6426-4840-A17B-75CEE3F8B420}" type="presOf" srcId="{85E06D29-0EA8-4F47-BC20-AFD2F164E037}" destId="{703669BF-D580-43C8-8F68-53EDF19F648B}" srcOrd="0" destOrd="0" presId="urn:microsoft.com/office/officeart/2005/8/layout/vList2"/>
    <dgm:cxn modelId="{9AD27338-F993-46D8-AC22-3A9D1120E90B}" srcId="{D6267860-4B20-4AC8-994C-573F1286B17A}" destId="{85E06D29-0EA8-4F47-BC20-AFD2F164E037}" srcOrd="0" destOrd="0" parTransId="{B3D59302-545A-4870-9DB0-A7516C9C542B}" sibTransId="{14A4B8CD-2D7A-4574-B3CC-2C9D6B91B5A6}"/>
    <dgm:cxn modelId="{680AD339-E60C-4F71-9965-BBC8DE97ADE5}" srcId="{D6267860-4B20-4AC8-994C-573F1286B17A}" destId="{C4A54EE2-0D80-4521-B383-31343CA973A9}" srcOrd="1" destOrd="0" parTransId="{1DED8CC5-FC91-46B0-807E-123B4E3811CD}" sibTransId="{86C86BF4-7839-44B4-AD60-2B7C2DE22777}"/>
    <dgm:cxn modelId="{45622953-DB11-4A19-9626-0749862E1736}" type="presOf" srcId="{D6267860-4B20-4AC8-994C-573F1286B17A}" destId="{0288AD31-4816-47DF-A7E9-5D64F7E2F417}" srcOrd="0" destOrd="0" presId="urn:microsoft.com/office/officeart/2005/8/layout/vList2"/>
    <dgm:cxn modelId="{51B468C3-F9C6-4B26-A33E-A3384E476856}" type="presOf" srcId="{C4A54EE2-0D80-4521-B383-31343CA973A9}" destId="{5306F074-0E80-4540-A32A-5FE37FE877ED}" srcOrd="0" destOrd="0" presId="urn:microsoft.com/office/officeart/2005/8/layout/vList2"/>
    <dgm:cxn modelId="{85E4A5CA-B36F-44A9-97CB-732A8D74CB8B}" srcId="{D6267860-4B20-4AC8-994C-573F1286B17A}" destId="{7A182BAF-3769-4544-9587-F98902034B4F}" srcOrd="3" destOrd="0" parTransId="{A3B7E113-FAB0-48F0-AF56-9B36A20AB247}" sibTransId="{6EB523A6-6685-4285-A362-A4A4E8B88A74}"/>
    <dgm:cxn modelId="{E5B621D8-E403-4B38-A5F4-6A8B67AFD55B}" type="presOf" srcId="{629E8A09-3A46-4003-A586-1FAD680C1D19}" destId="{F5414BAE-40A4-48BE-A98B-05F574C1C5D3}" srcOrd="0" destOrd="0" presId="urn:microsoft.com/office/officeart/2005/8/layout/vList2"/>
    <dgm:cxn modelId="{421457DB-8D51-44B0-84C5-8963C1596EEF}" srcId="{D6267860-4B20-4AC8-994C-573F1286B17A}" destId="{629E8A09-3A46-4003-A586-1FAD680C1D19}" srcOrd="2" destOrd="0" parTransId="{C0DA6C7A-C69E-4178-8677-9050362E854A}" sibTransId="{CE33F8C2-B6B5-4343-AC60-ED624099101A}"/>
    <dgm:cxn modelId="{501BACFB-8AD8-4FA2-A05A-356E5C931608}" type="presOf" srcId="{7A182BAF-3769-4544-9587-F98902034B4F}" destId="{A3D88996-B768-4308-A043-255CD0859A8F}" srcOrd="0" destOrd="0" presId="urn:microsoft.com/office/officeart/2005/8/layout/vList2"/>
    <dgm:cxn modelId="{4E7C5C5B-E674-4F84-BB4B-F330844A8049}" type="presParOf" srcId="{0288AD31-4816-47DF-A7E9-5D64F7E2F417}" destId="{703669BF-D580-43C8-8F68-53EDF19F648B}" srcOrd="0" destOrd="0" presId="urn:microsoft.com/office/officeart/2005/8/layout/vList2"/>
    <dgm:cxn modelId="{35A51C9B-6196-4E0A-84C7-E920FDD941BF}" type="presParOf" srcId="{0288AD31-4816-47DF-A7E9-5D64F7E2F417}" destId="{59DCA992-F935-429E-BEA7-353C1840D652}" srcOrd="1" destOrd="0" presId="urn:microsoft.com/office/officeart/2005/8/layout/vList2"/>
    <dgm:cxn modelId="{EE99CA59-02CF-46E9-8628-6388F7F72D5A}" type="presParOf" srcId="{0288AD31-4816-47DF-A7E9-5D64F7E2F417}" destId="{5306F074-0E80-4540-A32A-5FE37FE877ED}" srcOrd="2" destOrd="0" presId="urn:microsoft.com/office/officeart/2005/8/layout/vList2"/>
    <dgm:cxn modelId="{D0301D26-74E7-496D-BB52-D4B63939AADE}" type="presParOf" srcId="{0288AD31-4816-47DF-A7E9-5D64F7E2F417}" destId="{B05F15DE-CA32-4EBD-B19E-DF6B427EF4DC}" srcOrd="3" destOrd="0" presId="urn:microsoft.com/office/officeart/2005/8/layout/vList2"/>
    <dgm:cxn modelId="{FAB2EE65-D02D-4EE8-88F6-A35D5A682785}" type="presParOf" srcId="{0288AD31-4816-47DF-A7E9-5D64F7E2F417}" destId="{F5414BAE-40A4-48BE-A98B-05F574C1C5D3}" srcOrd="4" destOrd="0" presId="urn:microsoft.com/office/officeart/2005/8/layout/vList2"/>
    <dgm:cxn modelId="{C3E31BC4-E5DD-45A9-8844-654AED6637A2}" type="presParOf" srcId="{0288AD31-4816-47DF-A7E9-5D64F7E2F417}" destId="{262276DD-8993-4CAC-920E-996862241380}" srcOrd="5" destOrd="0" presId="urn:microsoft.com/office/officeart/2005/8/layout/vList2"/>
    <dgm:cxn modelId="{879DDABB-BB43-488F-A764-8D076E82D987}" type="presParOf" srcId="{0288AD31-4816-47DF-A7E9-5D64F7E2F417}" destId="{A3D88996-B768-4308-A043-255CD0859A8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DAE64B9-1547-4B91-92C4-64557970053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CDCEB0A-626E-47F5-8055-C08A213FE400}">
      <dgm:prSet/>
      <dgm:spPr/>
      <dgm:t>
        <a:bodyPr/>
        <a:lstStyle/>
        <a:p>
          <a:r>
            <a:rPr lang="uk-UA" b="0" i="0" dirty="0"/>
            <a:t>поширення кріпосницьких відносин як на Лівобережній, так і на Правобережній Україні</a:t>
          </a:r>
          <a:endParaRPr lang="uk-UA" dirty="0"/>
        </a:p>
      </dgm:t>
    </dgm:pt>
    <dgm:pt modelId="{7A225C04-6379-40C9-BC90-58366C21BF21}" type="parTrans" cxnId="{ECFD1B8B-D22D-4A40-B3BF-BB9B846553DB}">
      <dgm:prSet/>
      <dgm:spPr/>
      <dgm:t>
        <a:bodyPr/>
        <a:lstStyle/>
        <a:p>
          <a:endParaRPr lang="uk-UA"/>
        </a:p>
      </dgm:t>
    </dgm:pt>
    <dgm:pt modelId="{BCDC1EB4-A17E-40B1-AC39-53642CE6C8C7}" type="sibTrans" cxnId="{ECFD1B8B-D22D-4A40-B3BF-BB9B846553DB}">
      <dgm:prSet/>
      <dgm:spPr/>
      <dgm:t>
        <a:bodyPr/>
        <a:lstStyle/>
        <a:p>
          <a:endParaRPr lang="uk-UA"/>
        </a:p>
      </dgm:t>
    </dgm:pt>
    <dgm:pt modelId="{12DBD2D3-584D-4237-908C-C4BB9354D3D0}">
      <dgm:prSet/>
      <dgm:spPr/>
      <dgm:t>
        <a:bodyPr/>
        <a:lstStyle/>
        <a:p>
          <a:r>
            <a:rPr lang="uk-UA" b="0" i="0" dirty="0"/>
            <a:t>покозачення переважної більшості шляхти, міщан і селян</a:t>
          </a:r>
          <a:endParaRPr lang="uk-UA" dirty="0"/>
        </a:p>
      </dgm:t>
    </dgm:pt>
    <dgm:pt modelId="{0AEE5331-0321-4C39-92A3-08FCB0311B4C}" type="parTrans" cxnId="{5EDEC080-F013-4552-A652-59B532C30A52}">
      <dgm:prSet/>
      <dgm:spPr/>
      <dgm:t>
        <a:bodyPr/>
        <a:lstStyle/>
        <a:p>
          <a:endParaRPr lang="uk-UA"/>
        </a:p>
      </dgm:t>
    </dgm:pt>
    <dgm:pt modelId="{76D3E1FC-6818-4C80-B73B-A81D6D13CC34}" type="sibTrans" cxnId="{5EDEC080-F013-4552-A652-59B532C30A52}">
      <dgm:prSet/>
      <dgm:spPr/>
      <dgm:t>
        <a:bodyPr/>
        <a:lstStyle/>
        <a:p>
          <a:endParaRPr lang="uk-UA"/>
        </a:p>
      </dgm:t>
    </dgm:pt>
    <dgm:pt modelId="{2F6665E2-8BD8-497B-8B70-33D84D4B1C28}">
      <dgm:prSet/>
      <dgm:spPr/>
      <dgm:t>
        <a:bodyPr/>
        <a:lstStyle/>
        <a:p>
          <a:r>
            <a:rPr lang="uk-UA" b="0" i="0" dirty="0"/>
            <a:t>розвиток фільваркової системи господарювання</a:t>
          </a:r>
          <a:endParaRPr lang="uk-UA" dirty="0"/>
        </a:p>
      </dgm:t>
    </dgm:pt>
    <dgm:pt modelId="{ACCC28CB-07DA-42C7-8CE0-258982E1759C}" type="parTrans" cxnId="{4189D25B-5D50-49E8-A6C5-E7D6763A9F82}">
      <dgm:prSet/>
      <dgm:spPr/>
      <dgm:t>
        <a:bodyPr/>
        <a:lstStyle/>
        <a:p>
          <a:endParaRPr lang="uk-UA"/>
        </a:p>
      </dgm:t>
    </dgm:pt>
    <dgm:pt modelId="{F24EE0F0-84BC-459C-A5B9-99A6856C4F0B}" type="sibTrans" cxnId="{4189D25B-5D50-49E8-A6C5-E7D6763A9F82}">
      <dgm:prSet/>
      <dgm:spPr/>
      <dgm:t>
        <a:bodyPr/>
        <a:lstStyle/>
        <a:p>
          <a:endParaRPr lang="uk-UA"/>
        </a:p>
      </dgm:t>
    </dgm:pt>
    <dgm:pt modelId="{D1D9D04E-F0A2-45C5-B108-F8D7731A3E2C}" type="pres">
      <dgm:prSet presAssocID="{BDAE64B9-1547-4B91-92C4-64557970053C}" presName="linear" presStyleCnt="0">
        <dgm:presLayoutVars>
          <dgm:animLvl val="lvl"/>
          <dgm:resizeHandles val="exact"/>
        </dgm:presLayoutVars>
      </dgm:prSet>
      <dgm:spPr/>
    </dgm:pt>
    <dgm:pt modelId="{E7C27C0A-A2FF-4F9D-B541-31F04A1F28C8}" type="pres">
      <dgm:prSet presAssocID="{7CDCEB0A-626E-47F5-8055-C08A213FE400}" presName="parentText" presStyleLbl="node1" presStyleIdx="0" presStyleCnt="3">
        <dgm:presLayoutVars>
          <dgm:chMax val="0"/>
          <dgm:bulletEnabled val="1"/>
        </dgm:presLayoutVars>
      </dgm:prSet>
      <dgm:spPr/>
    </dgm:pt>
    <dgm:pt modelId="{A796973A-FA5B-405A-B3BF-3BC4BECC2E85}" type="pres">
      <dgm:prSet presAssocID="{BCDC1EB4-A17E-40B1-AC39-53642CE6C8C7}" presName="spacer" presStyleCnt="0"/>
      <dgm:spPr/>
    </dgm:pt>
    <dgm:pt modelId="{81F28D17-9C44-42A1-83B1-0846C63D4DFD}" type="pres">
      <dgm:prSet presAssocID="{12DBD2D3-584D-4237-908C-C4BB9354D3D0}" presName="parentText" presStyleLbl="node1" presStyleIdx="1" presStyleCnt="3">
        <dgm:presLayoutVars>
          <dgm:chMax val="0"/>
          <dgm:bulletEnabled val="1"/>
        </dgm:presLayoutVars>
      </dgm:prSet>
      <dgm:spPr/>
    </dgm:pt>
    <dgm:pt modelId="{E0D60A4B-0A91-46FC-90A2-26C4E0CF2D1C}" type="pres">
      <dgm:prSet presAssocID="{76D3E1FC-6818-4C80-B73B-A81D6D13CC34}" presName="spacer" presStyleCnt="0"/>
      <dgm:spPr/>
    </dgm:pt>
    <dgm:pt modelId="{E58E0CF0-2ADD-4923-A9F6-ECB652748D58}" type="pres">
      <dgm:prSet presAssocID="{2F6665E2-8BD8-497B-8B70-33D84D4B1C28}" presName="parentText" presStyleLbl="node1" presStyleIdx="2" presStyleCnt="3">
        <dgm:presLayoutVars>
          <dgm:chMax val="0"/>
          <dgm:bulletEnabled val="1"/>
        </dgm:presLayoutVars>
      </dgm:prSet>
      <dgm:spPr/>
    </dgm:pt>
  </dgm:ptLst>
  <dgm:cxnLst>
    <dgm:cxn modelId="{8E6A5934-2336-4F1B-B870-56E9ABF52E9B}" type="presOf" srcId="{2F6665E2-8BD8-497B-8B70-33D84D4B1C28}" destId="{E58E0CF0-2ADD-4923-A9F6-ECB652748D58}" srcOrd="0" destOrd="0" presId="urn:microsoft.com/office/officeart/2005/8/layout/vList2"/>
    <dgm:cxn modelId="{5A34FC38-D528-45D1-B5B3-B4D990B37B69}" type="presOf" srcId="{7CDCEB0A-626E-47F5-8055-C08A213FE400}" destId="{E7C27C0A-A2FF-4F9D-B541-31F04A1F28C8}" srcOrd="0" destOrd="0" presId="urn:microsoft.com/office/officeart/2005/8/layout/vList2"/>
    <dgm:cxn modelId="{4189D25B-5D50-49E8-A6C5-E7D6763A9F82}" srcId="{BDAE64B9-1547-4B91-92C4-64557970053C}" destId="{2F6665E2-8BD8-497B-8B70-33D84D4B1C28}" srcOrd="2" destOrd="0" parTransId="{ACCC28CB-07DA-42C7-8CE0-258982E1759C}" sibTransId="{F24EE0F0-84BC-459C-A5B9-99A6856C4F0B}"/>
    <dgm:cxn modelId="{96E98B62-3238-4AC3-8ADB-E6AAC49780F8}" type="presOf" srcId="{12DBD2D3-584D-4237-908C-C4BB9354D3D0}" destId="{81F28D17-9C44-42A1-83B1-0846C63D4DFD}" srcOrd="0" destOrd="0" presId="urn:microsoft.com/office/officeart/2005/8/layout/vList2"/>
    <dgm:cxn modelId="{5EDEC080-F013-4552-A652-59B532C30A52}" srcId="{BDAE64B9-1547-4B91-92C4-64557970053C}" destId="{12DBD2D3-584D-4237-908C-C4BB9354D3D0}" srcOrd="1" destOrd="0" parTransId="{0AEE5331-0321-4C39-92A3-08FCB0311B4C}" sibTransId="{76D3E1FC-6818-4C80-B73B-A81D6D13CC34}"/>
    <dgm:cxn modelId="{ECFD1B8B-D22D-4A40-B3BF-BB9B846553DB}" srcId="{BDAE64B9-1547-4B91-92C4-64557970053C}" destId="{7CDCEB0A-626E-47F5-8055-C08A213FE400}" srcOrd="0" destOrd="0" parTransId="{7A225C04-6379-40C9-BC90-58366C21BF21}" sibTransId="{BCDC1EB4-A17E-40B1-AC39-53642CE6C8C7}"/>
    <dgm:cxn modelId="{4E11E4CF-3EC0-4456-8D56-DE820FCABDE8}" type="presOf" srcId="{BDAE64B9-1547-4B91-92C4-64557970053C}" destId="{D1D9D04E-F0A2-45C5-B108-F8D7731A3E2C}" srcOrd="0" destOrd="0" presId="urn:microsoft.com/office/officeart/2005/8/layout/vList2"/>
    <dgm:cxn modelId="{1EE5BFF6-9B8B-40FD-B6F2-658EAB49CCEC}" type="presParOf" srcId="{D1D9D04E-F0A2-45C5-B108-F8D7731A3E2C}" destId="{E7C27C0A-A2FF-4F9D-B541-31F04A1F28C8}" srcOrd="0" destOrd="0" presId="urn:microsoft.com/office/officeart/2005/8/layout/vList2"/>
    <dgm:cxn modelId="{53B19A5C-B9A9-4E40-A13E-1E87AE611BEF}" type="presParOf" srcId="{D1D9D04E-F0A2-45C5-B108-F8D7731A3E2C}" destId="{A796973A-FA5B-405A-B3BF-3BC4BECC2E85}" srcOrd="1" destOrd="0" presId="urn:microsoft.com/office/officeart/2005/8/layout/vList2"/>
    <dgm:cxn modelId="{92E94B08-A5C5-484C-96C5-694F92E16BF4}" type="presParOf" srcId="{D1D9D04E-F0A2-45C5-B108-F8D7731A3E2C}" destId="{81F28D17-9C44-42A1-83B1-0846C63D4DFD}" srcOrd="2" destOrd="0" presId="urn:microsoft.com/office/officeart/2005/8/layout/vList2"/>
    <dgm:cxn modelId="{353BB0DE-6182-4AC9-8489-3D564AAE9B39}" type="presParOf" srcId="{D1D9D04E-F0A2-45C5-B108-F8D7731A3E2C}" destId="{E0D60A4B-0A91-46FC-90A2-26C4E0CF2D1C}" srcOrd="3" destOrd="0" presId="urn:microsoft.com/office/officeart/2005/8/layout/vList2"/>
    <dgm:cxn modelId="{BAC31511-7403-4662-8EAA-54D742216609}" type="presParOf" srcId="{D1D9D04E-F0A2-45C5-B108-F8D7731A3E2C}" destId="{E58E0CF0-2ADD-4923-A9F6-ECB652748D58}"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7CE968C-F359-4BDF-885F-C20F3F1F350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927FDEB-4DE8-4084-AC04-961555B8DCB0}">
      <dgm:prSet/>
      <dgm:spPr/>
      <dgm:t>
        <a:bodyPr/>
        <a:lstStyle/>
        <a:p>
          <a:r>
            <a:rPr lang="ru-RU" b="0" i="1" dirty="0"/>
            <a:t>«…рано </a:t>
          </a:r>
          <a:r>
            <a:rPr lang="ru-RU" b="0" i="1" dirty="0" err="1"/>
            <a:t>навесні</a:t>
          </a:r>
          <a:r>
            <a:rPr lang="ru-RU" b="0" i="1" dirty="0"/>
            <a:t> князь М. </a:t>
          </a:r>
          <a:r>
            <a:rPr lang="ru-RU" b="0" i="1" dirty="0" err="1"/>
            <a:t>Голіцин</a:t>
          </a:r>
          <a:r>
            <a:rPr lang="ru-RU" b="0" i="1" dirty="0"/>
            <a:t> і </a:t>
          </a:r>
          <a:r>
            <a:rPr lang="ru-RU" b="0" i="1" dirty="0" err="1"/>
            <a:t>бояри</a:t>
          </a:r>
          <a:r>
            <a:rPr lang="ru-RU" b="0" i="1" dirty="0"/>
            <a:t>… уже </a:t>
          </a:r>
          <a:r>
            <a:rPr lang="ru-RU" b="0" i="1" dirty="0" err="1"/>
            <a:t>вдруге</a:t>
          </a:r>
          <a:r>
            <a:rPr lang="ru-RU" b="0" i="1" dirty="0"/>
            <a:t> ходили з </a:t>
          </a:r>
          <a:r>
            <a:rPr lang="ru-RU" b="0" i="1" dirty="0" err="1"/>
            <a:t>російським</a:t>
          </a:r>
          <a:r>
            <a:rPr lang="ru-RU" b="0" i="1" dirty="0"/>
            <a:t> </a:t>
          </a:r>
          <a:r>
            <a:rPr lang="ru-RU" b="0" i="1" dirty="0" err="1"/>
            <a:t>військом</a:t>
          </a:r>
          <a:r>
            <a:rPr lang="ru-RU" b="0" i="1" dirty="0"/>
            <a:t> у </a:t>
          </a:r>
          <a:r>
            <a:rPr lang="ru-RU" b="0" i="1" dirty="0" err="1"/>
            <a:t>Крим</a:t>
          </a:r>
          <a:r>
            <a:rPr lang="ru-RU" b="0" i="1" dirty="0"/>
            <a:t>. …у </a:t>
          </a:r>
          <a:r>
            <a:rPr lang="ru-RU" b="0" i="1" dirty="0" err="1"/>
            <a:t>квітні</a:t>
          </a:r>
          <a:r>
            <a:rPr lang="ru-RU" b="0" i="1" dirty="0"/>
            <a:t> </a:t>
          </a:r>
          <a:r>
            <a:rPr lang="ru-RU" b="0" i="1" dirty="0" err="1"/>
            <a:t>добралися</a:t>
          </a:r>
          <a:r>
            <a:rPr lang="ru-RU" b="0" i="1" dirty="0"/>
            <a:t> </a:t>
          </a:r>
          <a:r>
            <a:rPr lang="ru-RU" b="0" i="1" dirty="0" err="1"/>
            <a:t>основними</a:t>
          </a:r>
          <a:r>
            <a:rPr lang="ru-RU" b="0" i="1" dirty="0"/>
            <a:t> силами і обозом до </a:t>
          </a:r>
          <a:r>
            <a:rPr lang="ru-RU" b="0" i="1" dirty="0" err="1"/>
            <a:t>Самари</a:t>
          </a:r>
          <a:r>
            <a:rPr lang="ru-RU" b="0" i="1" dirty="0"/>
            <a:t>, де до них </a:t>
          </a:r>
          <a:r>
            <a:rPr lang="ru-RU" b="0" i="1" dirty="0" err="1"/>
            <a:t>приєднався</a:t>
          </a:r>
          <a:r>
            <a:rPr lang="ru-RU" b="0" i="1" dirty="0"/>
            <a:t> </a:t>
          </a:r>
          <a:r>
            <a:rPr lang="ru-RU" b="0" i="1" dirty="0" err="1"/>
            <a:t>гетьман</a:t>
          </a:r>
          <a:r>
            <a:rPr lang="ru-RU" b="0" i="1" dirty="0"/>
            <a:t> І. Мазепа з козаками…»</a:t>
          </a:r>
          <a:endParaRPr lang="uk-UA" dirty="0"/>
        </a:p>
      </dgm:t>
    </dgm:pt>
    <dgm:pt modelId="{FB87BE31-B507-41C3-A6EB-0EAAB65E8E97}" type="parTrans" cxnId="{7F23428C-03DE-43F0-967D-29C4B14F2C08}">
      <dgm:prSet/>
      <dgm:spPr/>
      <dgm:t>
        <a:bodyPr/>
        <a:lstStyle/>
        <a:p>
          <a:endParaRPr lang="uk-UA"/>
        </a:p>
      </dgm:t>
    </dgm:pt>
    <dgm:pt modelId="{B8BEA0B3-F3FD-4884-9CCC-4889905A14BC}" type="sibTrans" cxnId="{7F23428C-03DE-43F0-967D-29C4B14F2C08}">
      <dgm:prSet/>
      <dgm:spPr/>
      <dgm:t>
        <a:bodyPr/>
        <a:lstStyle/>
        <a:p>
          <a:endParaRPr lang="uk-UA"/>
        </a:p>
      </dgm:t>
    </dgm:pt>
    <dgm:pt modelId="{E5FA2EFE-A8C9-45C5-BC64-31DD4DFB0A99}">
      <dgm:prSet/>
      <dgm:spPr/>
      <dgm:t>
        <a:bodyPr/>
        <a:lstStyle/>
        <a:p>
          <a:r>
            <a:rPr lang="ru-RU" b="0" i="1" dirty="0"/>
            <a:t>«поляки… </a:t>
          </a:r>
          <a:r>
            <a:rPr lang="ru-RU" b="0" i="1" dirty="0" err="1"/>
            <a:t>удалися</a:t>
          </a:r>
          <a:r>
            <a:rPr lang="ru-RU" b="0" i="1" dirty="0"/>
            <a:t> до </a:t>
          </a:r>
          <a:r>
            <a:rPr lang="ru-RU" b="0" i="1" dirty="0" err="1"/>
            <a:t>трактатів</a:t>
          </a:r>
          <a:r>
            <a:rPr lang="ru-RU" b="0" i="1" dirty="0"/>
            <a:t> з </a:t>
          </a:r>
          <a:r>
            <a:rPr lang="ru-RU" b="0" i="1" dirty="0" err="1"/>
            <a:t>росіянами</a:t>
          </a:r>
          <a:r>
            <a:rPr lang="ru-RU" b="0" i="1" dirty="0"/>
            <a:t>, </a:t>
          </a:r>
          <a:r>
            <a:rPr lang="ru-RU" b="0" i="1" dirty="0" err="1"/>
            <a:t>з’їхавшись</a:t>
          </a:r>
          <a:r>
            <a:rPr lang="ru-RU" b="0" i="1" dirty="0"/>
            <a:t>… у </a:t>
          </a:r>
          <a:r>
            <a:rPr lang="ru-RU" b="0" i="1" dirty="0" err="1"/>
            <a:t>якомусь</a:t>
          </a:r>
          <a:r>
            <a:rPr lang="ru-RU" b="0" i="1" dirty="0"/>
            <a:t> </a:t>
          </a:r>
          <a:r>
            <a:rPr lang="ru-RU" b="0" i="1" dirty="0" err="1"/>
            <a:t>селі</a:t>
          </a:r>
          <a:r>
            <a:rPr lang="ru-RU" b="0" i="1" dirty="0"/>
            <a:t> </a:t>
          </a:r>
          <a:r>
            <a:rPr lang="ru-RU" b="0" i="1" dirty="0" err="1"/>
            <a:t>Андрусові</a:t>
          </a:r>
          <a:r>
            <a:rPr lang="ru-RU" b="0" i="1" dirty="0"/>
            <a:t>, </a:t>
          </a:r>
          <a:r>
            <a:rPr lang="ru-RU" b="0" i="1" dirty="0" err="1"/>
            <a:t>виторгували</a:t>
          </a:r>
          <a:r>
            <a:rPr lang="ru-RU" b="0" i="1" dirty="0"/>
            <a:t> там </a:t>
          </a:r>
          <a:r>
            <a:rPr lang="ru-RU" b="0" i="1" dirty="0" err="1"/>
            <a:t>собі</a:t>
          </a:r>
          <a:r>
            <a:rPr lang="ru-RU" b="0" i="1" dirty="0"/>
            <a:t> в </a:t>
          </a:r>
          <a:r>
            <a:rPr lang="ru-RU" b="0" i="1" dirty="0" err="1"/>
            <a:t>росіян</a:t>
          </a:r>
          <a:r>
            <a:rPr lang="ru-RU" b="0" i="1" dirty="0"/>
            <a:t> нас як </a:t>
          </a:r>
          <a:r>
            <a:rPr lang="ru-RU" b="0" i="1" dirty="0" err="1"/>
            <a:t>безсловесну</a:t>
          </a:r>
          <a:r>
            <a:rPr lang="ru-RU" b="0" i="1" dirty="0"/>
            <a:t> і </a:t>
          </a:r>
          <a:r>
            <a:rPr lang="ru-RU" b="0" i="1" dirty="0" err="1"/>
            <a:t>нічого</a:t>
          </a:r>
          <a:r>
            <a:rPr lang="ru-RU" b="0" i="1" dirty="0"/>
            <a:t> </a:t>
          </a:r>
          <a:r>
            <a:rPr lang="ru-RU" b="0" i="1" dirty="0" err="1"/>
            <a:t>нетямлячу</a:t>
          </a:r>
          <a:r>
            <a:rPr lang="ru-RU" b="0" i="1" dirty="0"/>
            <a:t> худобу, </a:t>
          </a:r>
          <a:r>
            <a:rPr lang="ru-RU" b="0" i="1" dirty="0" err="1"/>
            <a:t>відступивши</a:t>
          </a:r>
          <a:r>
            <a:rPr lang="ru-RU" b="0" i="1" dirty="0"/>
            <a:t> </a:t>
          </a:r>
          <a:r>
            <a:rPr lang="ru-RU" b="0" i="1" dirty="0" err="1"/>
            <a:t>росіянам</a:t>
          </a:r>
          <a:r>
            <a:rPr lang="ru-RU" b="0" i="1" dirty="0"/>
            <a:t>… на </a:t>
          </a:r>
          <a:r>
            <a:rPr lang="ru-RU" b="0" i="1" dirty="0" err="1"/>
            <a:t>тринадцять</a:t>
          </a:r>
          <a:r>
            <a:rPr lang="ru-RU" b="0" i="1" dirty="0"/>
            <a:t> </a:t>
          </a:r>
          <a:r>
            <a:rPr lang="ru-RU" b="0" i="1" dirty="0" err="1"/>
            <a:t>років</a:t>
          </a:r>
          <a:r>
            <a:rPr lang="ru-RU" b="0" i="1" dirty="0"/>
            <a:t> Смоленщину з </a:t>
          </a:r>
          <a:r>
            <a:rPr lang="ru-RU" b="0" i="1" dirty="0" err="1"/>
            <a:t>усіма</a:t>
          </a:r>
          <a:r>
            <a:rPr lang="ru-RU" b="0" i="1" dirty="0"/>
            <a:t> </a:t>
          </a:r>
          <a:r>
            <a:rPr lang="ru-RU" b="0" i="1" dirty="0" err="1"/>
            <a:t>містами</a:t>
          </a:r>
          <a:r>
            <a:rPr lang="ru-RU" b="0" i="1" dirty="0"/>
            <a:t>…»</a:t>
          </a:r>
          <a:endParaRPr lang="uk-UA" dirty="0"/>
        </a:p>
      </dgm:t>
    </dgm:pt>
    <dgm:pt modelId="{9FEE1E73-624B-4FC8-AA62-0E568FA2CEFD}" type="parTrans" cxnId="{AAF0F61C-7D8A-487C-A855-3809FAEECAB8}">
      <dgm:prSet/>
      <dgm:spPr/>
      <dgm:t>
        <a:bodyPr/>
        <a:lstStyle/>
        <a:p>
          <a:endParaRPr lang="uk-UA"/>
        </a:p>
      </dgm:t>
    </dgm:pt>
    <dgm:pt modelId="{EED53A03-190C-4CF6-8ABC-C3B903130037}" type="sibTrans" cxnId="{AAF0F61C-7D8A-487C-A855-3809FAEECAB8}">
      <dgm:prSet/>
      <dgm:spPr/>
      <dgm:t>
        <a:bodyPr/>
        <a:lstStyle/>
        <a:p>
          <a:endParaRPr lang="uk-UA"/>
        </a:p>
      </dgm:t>
    </dgm:pt>
    <dgm:pt modelId="{8B628253-505C-4B50-B720-5788370E36AE}" type="pres">
      <dgm:prSet presAssocID="{A7CE968C-F359-4BDF-885F-C20F3F1F3505}" presName="linear" presStyleCnt="0">
        <dgm:presLayoutVars>
          <dgm:animLvl val="lvl"/>
          <dgm:resizeHandles val="exact"/>
        </dgm:presLayoutVars>
      </dgm:prSet>
      <dgm:spPr/>
    </dgm:pt>
    <dgm:pt modelId="{1BDDFCE8-17C5-4421-9434-F1419950FE96}" type="pres">
      <dgm:prSet presAssocID="{2927FDEB-4DE8-4084-AC04-961555B8DCB0}" presName="parentText" presStyleLbl="node1" presStyleIdx="0" presStyleCnt="2">
        <dgm:presLayoutVars>
          <dgm:chMax val="0"/>
          <dgm:bulletEnabled val="1"/>
        </dgm:presLayoutVars>
      </dgm:prSet>
      <dgm:spPr/>
    </dgm:pt>
    <dgm:pt modelId="{05FA17A3-F795-410A-96BA-BFA2AC92151F}" type="pres">
      <dgm:prSet presAssocID="{B8BEA0B3-F3FD-4884-9CCC-4889905A14BC}" presName="spacer" presStyleCnt="0"/>
      <dgm:spPr/>
    </dgm:pt>
    <dgm:pt modelId="{F8EC9824-2BB5-4D49-89F8-ECE226D9EDDC}" type="pres">
      <dgm:prSet presAssocID="{E5FA2EFE-A8C9-45C5-BC64-31DD4DFB0A99}" presName="parentText" presStyleLbl="node1" presStyleIdx="1" presStyleCnt="2">
        <dgm:presLayoutVars>
          <dgm:chMax val="0"/>
          <dgm:bulletEnabled val="1"/>
        </dgm:presLayoutVars>
      </dgm:prSet>
      <dgm:spPr/>
    </dgm:pt>
  </dgm:ptLst>
  <dgm:cxnLst>
    <dgm:cxn modelId="{AAF0F61C-7D8A-487C-A855-3809FAEECAB8}" srcId="{A7CE968C-F359-4BDF-885F-C20F3F1F3505}" destId="{E5FA2EFE-A8C9-45C5-BC64-31DD4DFB0A99}" srcOrd="1" destOrd="0" parTransId="{9FEE1E73-624B-4FC8-AA62-0E568FA2CEFD}" sibTransId="{EED53A03-190C-4CF6-8ABC-C3B903130037}"/>
    <dgm:cxn modelId="{F1F95E51-B4E0-4144-BB76-0C8495616FC4}" type="presOf" srcId="{E5FA2EFE-A8C9-45C5-BC64-31DD4DFB0A99}" destId="{F8EC9824-2BB5-4D49-89F8-ECE226D9EDDC}" srcOrd="0" destOrd="0" presId="urn:microsoft.com/office/officeart/2005/8/layout/vList2"/>
    <dgm:cxn modelId="{7F23428C-03DE-43F0-967D-29C4B14F2C08}" srcId="{A7CE968C-F359-4BDF-885F-C20F3F1F3505}" destId="{2927FDEB-4DE8-4084-AC04-961555B8DCB0}" srcOrd="0" destOrd="0" parTransId="{FB87BE31-B507-41C3-A6EB-0EAAB65E8E97}" sibTransId="{B8BEA0B3-F3FD-4884-9CCC-4889905A14BC}"/>
    <dgm:cxn modelId="{3366ADDF-3051-4E9D-A594-044A47B728DD}" type="presOf" srcId="{A7CE968C-F359-4BDF-885F-C20F3F1F3505}" destId="{8B628253-505C-4B50-B720-5788370E36AE}" srcOrd="0" destOrd="0" presId="urn:microsoft.com/office/officeart/2005/8/layout/vList2"/>
    <dgm:cxn modelId="{52427DF8-CEA7-42AB-80AE-29F59E2CA7AE}" type="presOf" srcId="{2927FDEB-4DE8-4084-AC04-961555B8DCB0}" destId="{1BDDFCE8-17C5-4421-9434-F1419950FE96}" srcOrd="0" destOrd="0" presId="urn:microsoft.com/office/officeart/2005/8/layout/vList2"/>
    <dgm:cxn modelId="{78E76D41-5FB9-4ECE-8A1D-664DC963C3CA}" type="presParOf" srcId="{8B628253-505C-4B50-B720-5788370E36AE}" destId="{1BDDFCE8-17C5-4421-9434-F1419950FE96}" srcOrd="0" destOrd="0" presId="urn:microsoft.com/office/officeart/2005/8/layout/vList2"/>
    <dgm:cxn modelId="{80436DCC-B999-4FB5-9055-173E74DB334B}" type="presParOf" srcId="{8B628253-505C-4B50-B720-5788370E36AE}" destId="{05FA17A3-F795-410A-96BA-BFA2AC92151F}" srcOrd="1" destOrd="0" presId="urn:microsoft.com/office/officeart/2005/8/layout/vList2"/>
    <dgm:cxn modelId="{A828B1A4-E605-4496-A4E4-236ABC4ADBE4}" type="presParOf" srcId="{8B628253-505C-4B50-B720-5788370E36AE}" destId="{F8EC9824-2BB5-4D49-89F8-ECE226D9EDD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79C122A0-49BB-43A3-9F05-6DB5A43C710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A0CFC29-7553-414C-9FA7-D7920762D7E6}">
      <dgm:prSet/>
      <dgm:spPr/>
      <dgm:t>
        <a:bodyPr/>
        <a:lstStyle/>
        <a:p>
          <a:r>
            <a:rPr lang="uk-UA" b="0" i="1" dirty="0"/>
            <a:t>«…гетьман І. Виговський, прийшовши до </a:t>
          </a:r>
          <a:r>
            <a:rPr lang="uk-UA" b="0" i="1" dirty="0" err="1"/>
            <a:t>Сосновки</a:t>
          </a:r>
          <a:r>
            <a:rPr lang="uk-UA" b="0" i="1" dirty="0"/>
            <a:t> на переправу, застав велике царське військо князя </a:t>
          </a:r>
          <a:r>
            <a:rPr lang="uk-UA" b="0" i="1" dirty="0" err="1"/>
            <a:t>Ромодановського</a:t>
          </a:r>
          <a:r>
            <a:rPr lang="uk-UA" b="0" i="1" dirty="0"/>
            <a:t>, і кілька годин біля переправи бій великий був,.. а хан з ордами з Торговиці рушив до </a:t>
          </a:r>
          <a:r>
            <a:rPr lang="uk-UA" b="0" i="1" dirty="0" err="1"/>
            <a:t>бою,..і</a:t>
          </a:r>
          <a:r>
            <a:rPr lang="uk-UA" b="0" i="1" dirty="0"/>
            <a:t> багато люду царського полягло…»</a:t>
          </a:r>
          <a:endParaRPr lang="uk-UA" dirty="0"/>
        </a:p>
      </dgm:t>
    </dgm:pt>
    <dgm:pt modelId="{486E93D0-EA5B-4105-BC67-5D010AAA9BF9}" type="parTrans" cxnId="{AAE702C2-C85E-4976-BC32-FF9EA635611D}">
      <dgm:prSet/>
      <dgm:spPr/>
      <dgm:t>
        <a:bodyPr/>
        <a:lstStyle/>
        <a:p>
          <a:endParaRPr lang="uk-UA"/>
        </a:p>
      </dgm:t>
    </dgm:pt>
    <dgm:pt modelId="{CE43D4DB-7D2F-4235-A406-4D52330243CF}" type="sibTrans" cxnId="{AAE702C2-C85E-4976-BC32-FF9EA635611D}">
      <dgm:prSet/>
      <dgm:spPr/>
      <dgm:t>
        <a:bodyPr/>
        <a:lstStyle/>
        <a:p>
          <a:endParaRPr lang="uk-UA"/>
        </a:p>
      </dgm:t>
    </dgm:pt>
    <dgm:pt modelId="{1CA88A7D-A0CD-415C-A2E7-101BDF3B5A88}">
      <dgm:prSet/>
      <dgm:spPr/>
      <dgm:t>
        <a:bodyPr/>
        <a:lstStyle/>
        <a:p>
          <a:r>
            <a:rPr lang="uk-UA" b="0" i="1" dirty="0"/>
            <a:t>«…він [турчин] постановив спершу розорити війною </a:t>
          </a:r>
          <a:r>
            <a:rPr lang="uk-UA" b="0" i="1" dirty="0" err="1"/>
            <a:t>Чигрин</a:t>
          </a:r>
          <a:r>
            <a:rPr lang="uk-UA" b="0" i="1" dirty="0"/>
            <a:t>. На чолі військ виправив свого візира Ібрагіма-пашу і розстригу-</a:t>
          </a:r>
          <a:r>
            <a:rPr lang="uk-UA" b="0" i="1" dirty="0" err="1"/>
            <a:t>венжика</a:t>
          </a:r>
          <a:r>
            <a:rPr lang="uk-UA" b="0" i="1" dirty="0"/>
            <a:t> козацького Юрія </a:t>
          </a:r>
          <a:r>
            <a:rPr lang="uk-UA" b="0" i="1" dirty="0" err="1"/>
            <a:t>Хмельниченка</a:t>
          </a:r>
          <a:r>
            <a:rPr lang="uk-UA" b="0" i="1" dirty="0"/>
            <a:t>, який мав надію, що </a:t>
          </a:r>
          <a:r>
            <a:rPr lang="uk-UA" b="0" i="1" dirty="0" err="1"/>
            <a:t>Чигрин</a:t>
          </a:r>
          <a:r>
            <a:rPr lang="uk-UA" b="0" i="1" dirty="0"/>
            <a:t> з усією Україною… схилиться під турецьку владу, а його зволить прийняти собі за гетьмана...»</a:t>
          </a:r>
          <a:endParaRPr lang="uk-UA" dirty="0"/>
        </a:p>
      </dgm:t>
    </dgm:pt>
    <dgm:pt modelId="{B4CE0EF2-CD24-452D-9ECC-F77DB5CC923C}" type="sibTrans" cxnId="{53E65F75-3D8D-4FF2-B9A1-B69FEA9323C0}">
      <dgm:prSet/>
      <dgm:spPr/>
      <dgm:t>
        <a:bodyPr/>
        <a:lstStyle/>
        <a:p>
          <a:endParaRPr lang="uk-UA"/>
        </a:p>
      </dgm:t>
    </dgm:pt>
    <dgm:pt modelId="{F739D761-DE96-47D4-AD0C-FC7780E0DCE6}" type="parTrans" cxnId="{53E65F75-3D8D-4FF2-B9A1-B69FEA9323C0}">
      <dgm:prSet/>
      <dgm:spPr/>
      <dgm:t>
        <a:bodyPr/>
        <a:lstStyle/>
        <a:p>
          <a:endParaRPr lang="uk-UA"/>
        </a:p>
      </dgm:t>
    </dgm:pt>
    <dgm:pt modelId="{AD077121-9317-4DDD-83A0-E9376B0C974B}" type="pres">
      <dgm:prSet presAssocID="{79C122A0-49BB-43A3-9F05-6DB5A43C710A}" presName="linear" presStyleCnt="0">
        <dgm:presLayoutVars>
          <dgm:animLvl val="lvl"/>
          <dgm:resizeHandles val="exact"/>
        </dgm:presLayoutVars>
      </dgm:prSet>
      <dgm:spPr/>
    </dgm:pt>
    <dgm:pt modelId="{2333AB9B-75ED-4175-912B-045CA0426CF1}" type="pres">
      <dgm:prSet presAssocID="{1A0CFC29-7553-414C-9FA7-D7920762D7E6}" presName="parentText" presStyleLbl="node1" presStyleIdx="0" presStyleCnt="2">
        <dgm:presLayoutVars>
          <dgm:chMax val="0"/>
          <dgm:bulletEnabled val="1"/>
        </dgm:presLayoutVars>
      </dgm:prSet>
      <dgm:spPr/>
    </dgm:pt>
    <dgm:pt modelId="{11C7170D-DEB8-4652-9241-A14D8FBB5D86}" type="pres">
      <dgm:prSet presAssocID="{CE43D4DB-7D2F-4235-A406-4D52330243CF}" presName="spacer" presStyleCnt="0"/>
      <dgm:spPr/>
    </dgm:pt>
    <dgm:pt modelId="{3801247C-D9FC-4FB0-A90E-5DA5BC6AC490}" type="pres">
      <dgm:prSet presAssocID="{1CA88A7D-A0CD-415C-A2E7-101BDF3B5A88}" presName="parentText" presStyleLbl="node1" presStyleIdx="1" presStyleCnt="2">
        <dgm:presLayoutVars>
          <dgm:chMax val="0"/>
          <dgm:bulletEnabled val="1"/>
        </dgm:presLayoutVars>
      </dgm:prSet>
      <dgm:spPr/>
    </dgm:pt>
  </dgm:ptLst>
  <dgm:cxnLst>
    <dgm:cxn modelId="{53E65F75-3D8D-4FF2-B9A1-B69FEA9323C0}" srcId="{79C122A0-49BB-43A3-9F05-6DB5A43C710A}" destId="{1CA88A7D-A0CD-415C-A2E7-101BDF3B5A88}" srcOrd="1" destOrd="0" parTransId="{F739D761-DE96-47D4-AD0C-FC7780E0DCE6}" sibTransId="{B4CE0EF2-CD24-452D-9ECC-F77DB5CC923C}"/>
    <dgm:cxn modelId="{AAE702C2-C85E-4976-BC32-FF9EA635611D}" srcId="{79C122A0-49BB-43A3-9F05-6DB5A43C710A}" destId="{1A0CFC29-7553-414C-9FA7-D7920762D7E6}" srcOrd="0" destOrd="0" parTransId="{486E93D0-EA5B-4105-BC67-5D010AAA9BF9}" sibTransId="{CE43D4DB-7D2F-4235-A406-4D52330243CF}"/>
    <dgm:cxn modelId="{66C873D2-D98B-461D-9815-64327FCAB06B}" type="presOf" srcId="{1CA88A7D-A0CD-415C-A2E7-101BDF3B5A88}" destId="{3801247C-D9FC-4FB0-A90E-5DA5BC6AC490}" srcOrd="0" destOrd="0" presId="urn:microsoft.com/office/officeart/2005/8/layout/vList2"/>
    <dgm:cxn modelId="{F8C563DA-68A4-4DF9-B7C9-7ABF95F1378A}" type="presOf" srcId="{79C122A0-49BB-43A3-9F05-6DB5A43C710A}" destId="{AD077121-9317-4DDD-83A0-E9376B0C974B}" srcOrd="0" destOrd="0" presId="urn:microsoft.com/office/officeart/2005/8/layout/vList2"/>
    <dgm:cxn modelId="{82F656DD-43BC-4D90-B315-265E2C0E6376}" type="presOf" srcId="{1A0CFC29-7553-414C-9FA7-D7920762D7E6}" destId="{2333AB9B-75ED-4175-912B-045CA0426CF1}" srcOrd="0" destOrd="0" presId="urn:microsoft.com/office/officeart/2005/8/layout/vList2"/>
    <dgm:cxn modelId="{43E9A930-C088-49F5-8B4B-8DD44BEB7CAD}" type="presParOf" srcId="{AD077121-9317-4DDD-83A0-E9376B0C974B}" destId="{2333AB9B-75ED-4175-912B-045CA0426CF1}" srcOrd="0" destOrd="0" presId="urn:microsoft.com/office/officeart/2005/8/layout/vList2"/>
    <dgm:cxn modelId="{BB9C7DF5-7C36-43E7-97DA-8A17831E6C31}" type="presParOf" srcId="{AD077121-9317-4DDD-83A0-E9376B0C974B}" destId="{11C7170D-DEB8-4652-9241-A14D8FBB5D86}" srcOrd="1" destOrd="0" presId="urn:microsoft.com/office/officeart/2005/8/layout/vList2"/>
    <dgm:cxn modelId="{6BB80B3B-F483-401F-A95D-C44F0C851137}" type="presParOf" srcId="{AD077121-9317-4DDD-83A0-E9376B0C974B}" destId="{3801247C-D9FC-4FB0-A90E-5DA5BC6AC490}"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CF74175-D9E4-4558-843E-29455546AD97}"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C07EB6FC-3E56-4AE5-BE3B-DCB75E87B42E}">
      <dgm:prSet/>
      <dgm:spPr/>
      <dgm:t>
        <a:bodyPr/>
        <a:lstStyle/>
        <a:p>
          <a:r>
            <a:rPr lang="ru-RU" b="0" i="0"/>
            <a:t>Чигиринські походи турецько-татарських військ</a:t>
          </a:r>
          <a:endParaRPr lang="uk-UA" dirty="0"/>
        </a:p>
      </dgm:t>
    </dgm:pt>
    <dgm:pt modelId="{B54C5A07-97D2-4DD3-8DBC-92FD39FA1D02}" type="parTrans" cxnId="{A04966C7-A971-4303-ACA9-D48D9B428A55}">
      <dgm:prSet/>
      <dgm:spPr/>
      <dgm:t>
        <a:bodyPr/>
        <a:lstStyle/>
        <a:p>
          <a:endParaRPr lang="uk-UA"/>
        </a:p>
      </dgm:t>
    </dgm:pt>
    <dgm:pt modelId="{B3DBA016-E57D-4121-9731-CA075DDCD0D2}" type="sibTrans" cxnId="{A04966C7-A971-4303-ACA9-D48D9B428A55}">
      <dgm:prSet/>
      <dgm:spPr/>
      <dgm:t>
        <a:bodyPr/>
        <a:lstStyle/>
        <a:p>
          <a:endParaRPr lang="uk-UA"/>
        </a:p>
      </dgm:t>
    </dgm:pt>
    <dgm:pt modelId="{0AAEBCE2-8E32-463D-BFDA-1CC5BE5133CE}">
      <dgm:prSet/>
      <dgm:spPr/>
      <dgm:t>
        <a:bodyPr/>
        <a:lstStyle/>
        <a:p>
          <a:r>
            <a:rPr lang="ru-RU" b="0" i="0"/>
            <a:t>укладення Андрусівського договору</a:t>
          </a:r>
          <a:endParaRPr lang="uk-UA"/>
        </a:p>
      </dgm:t>
    </dgm:pt>
    <dgm:pt modelId="{9670D3B7-EB15-4041-B7F3-C569D0F0DA69}" type="sibTrans" cxnId="{313E9D3B-F3F5-4773-98BC-01E15802F2AB}">
      <dgm:prSet/>
      <dgm:spPr/>
      <dgm:t>
        <a:bodyPr/>
        <a:lstStyle/>
        <a:p>
          <a:endParaRPr lang="uk-UA"/>
        </a:p>
      </dgm:t>
    </dgm:pt>
    <dgm:pt modelId="{CB343AE7-A096-4F2C-A0FD-060CE21DE025}" type="parTrans" cxnId="{313E9D3B-F3F5-4773-98BC-01E15802F2AB}">
      <dgm:prSet/>
      <dgm:spPr/>
      <dgm:t>
        <a:bodyPr/>
        <a:lstStyle/>
        <a:p>
          <a:endParaRPr lang="uk-UA"/>
        </a:p>
      </dgm:t>
    </dgm:pt>
    <dgm:pt modelId="{02FFD7C8-5C67-4F85-8A75-4CED05607733}">
      <dgm:prSet/>
      <dgm:spPr/>
      <dgm:t>
        <a:bodyPr/>
        <a:lstStyle/>
        <a:p>
          <a:r>
            <a:rPr lang="ru-RU" b="0" i="0" dirty="0" err="1"/>
            <a:t>підписання</a:t>
          </a:r>
          <a:r>
            <a:rPr lang="ru-RU" b="0" i="0" dirty="0"/>
            <a:t> </a:t>
          </a:r>
          <a:r>
            <a:rPr lang="ru-RU" b="0" i="0" dirty="0" err="1"/>
            <a:t>Віленського</a:t>
          </a:r>
          <a:r>
            <a:rPr lang="ru-RU" b="0" i="0" dirty="0"/>
            <a:t> </a:t>
          </a:r>
          <a:r>
            <a:rPr lang="ru-RU" b="0" i="0" dirty="0" err="1"/>
            <a:t>перемир’я</a:t>
          </a:r>
          <a:endParaRPr lang="uk-UA" dirty="0"/>
        </a:p>
      </dgm:t>
    </dgm:pt>
    <dgm:pt modelId="{F50A2402-1AEE-4AA7-AEAB-281817A9AA94}" type="sibTrans" cxnId="{6F9ECE67-297F-481B-8C4F-957CAC8E20B7}">
      <dgm:prSet/>
      <dgm:spPr/>
      <dgm:t>
        <a:bodyPr/>
        <a:lstStyle/>
        <a:p>
          <a:endParaRPr lang="uk-UA"/>
        </a:p>
      </dgm:t>
    </dgm:pt>
    <dgm:pt modelId="{19B10B71-31CC-4877-A205-A2CE00E59C1F}" type="parTrans" cxnId="{6F9ECE67-297F-481B-8C4F-957CAC8E20B7}">
      <dgm:prSet/>
      <dgm:spPr/>
      <dgm:t>
        <a:bodyPr/>
        <a:lstStyle/>
        <a:p>
          <a:endParaRPr lang="uk-UA"/>
        </a:p>
      </dgm:t>
    </dgm:pt>
    <dgm:pt modelId="{5B752856-BC8D-4595-882B-DDB2122B25CE}">
      <dgm:prSet/>
      <dgm:spPr/>
      <dgm:t>
        <a:bodyPr/>
        <a:lstStyle/>
        <a:p>
          <a:r>
            <a:rPr lang="ru-RU" b="0" i="0" dirty="0" err="1"/>
            <a:t>ухвалення</a:t>
          </a:r>
          <a:r>
            <a:rPr lang="ru-RU" b="0" i="0" dirty="0"/>
            <a:t> </a:t>
          </a:r>
          <a:r>
            <a:rPr lang="ru-RU" b="0" i="0" dirty="0" err="1"/>
            <a:t>Гадяцьких</a:t>
          </a:r>
          <a:r>
            <a:rPr lang="ru-RU" b="0" i="0" dirty="0"/>
            <a:t> </a:t>
          </a:r>
          <a:r>
            <a:rPr lang="ru-RU" b="0" i="0" dirty="0" err="1"/>
            <a:t>пунктів</a:t>
          </a:r>
          <a:endParaRPr lang="uk-UA" dirty="0"/>
        </a:p>
      </dgm:t>
    </dgm:pt>
    <dgm:pt modelId="{395C4EB8-7405-4117-8F61-DA4B530A6186}" type="sibTrans" cxnId="{E9524024-B4C7-4E84-A1ED-717FB361AA3B}">
      <dgm:prSet/>
      <dgm:spPr/>
      <dgm:t>
        <a:bodyPr/>
        <a:lstStyle/>
        <a:p>
          <a:endParaRPr lang="uk-UA"/>
        </a:p>
      </dgm:t>
    </dgm:pt>
    <dgm:pt modelId="{DC9F21B6-7792-49CA-8127-B6A4FDA55FF0}" type="parTrans" cxnId="{E9524024-B4C7-4E84-A1ED-717FB361AA3B}">
      <dgm:prSet/>
      <dgm:spPr/>
      <dgm:t>
        <a:bodyPr/>
        <a:lstStyle/>
        <a:p>
          <a:endParaRPr lang="uk-UA"/>
        </a:p>
      </dgm:t>
    </dgm:pt>
    <dgm:pt modelId="{4DE36841-38DA-4537-A2C0-121DC52749B0}" type="pres">
      <dgm:prSet presAssocID="{6CF74175-D9E4-4558-843E-29455546AD97}" presName="Name0" presStyleCnt="0">
        <dgm:presLayoutVars>
          <dgm:chMax val="7"/>
          <dgm:chPref val="7"/>
          <dgm:dir/>
        </dgm:presLayoutVars>
      </dgm:prSet>
      <dgm:spPr/>
    </dgm:pt>
    <dgm:pt modelId="{36201E16-69CF-426D-A0FE-D265F2EC4464}" type="pres">
      <dgm:prSet presAssocID="{6CF74175-D9E4-4558-843E-29455546AD97}" presName="Name1" presStyleCnt="0"/>
      <dgm:spPr/>
    </dgm:pt>
    <dgm:pt modelId="{CD2732EA-F971-4C1F-99C5-F985A3DB34D5}" type="pres">
      <dgm:prSet presAssocID="{6CF74175-D9E4-4558-843E-29455546AD97}" presName="cycle" presStyleCnt="0"/>
      <dgm:spPr/>
    </dgm:pt>
    <dgm:pt modelId="{646318F2-52B3-4FD9-B2E3-3A5F377BCD22}" type="pres">
      <dgm:prSet presAssocID="{6CF74175-D9E4-4558-843E-29455546AD97}" presName="srcNode" presStyleLbl="node1" presStyleIdx="0" presStyleCnt="4"/>
      <dgm:spPr/>
    </dgm:pt>
    <dgm:pt modelId="{D8A368EF-4702-46ED-A495-F097E06CD510}" type="pres">
      <dgm:prSet presAssocID="{6CF74175-D9E4-4558-843E-29455546AD97}" presName="conn" presStyleLbl="parChTrans1D2" presStyleIdx="0" presStyleCnt="1"/>
      <dgm:spPr/>
    </dgm:pt>
    <dgm:pt modelId="{B2AE61DE-D3EF-45E4-B488-BDF2170A02B2}" type="pres">
      <dgm:prSet presAssocID="{6CF74175-D9E4-4558-843E-29455546AD97}" presName="extraNode" presStyleLbl="node1" presStyleIdx="0" presStyleCnt="4"/>
      <dgm:spPr/>
    </dgm:pt>
    <dgm:pt modelId="{380E2818-C5A5-4FB9-8EBC-945A78CF6CB9}" type="pres">
      <dgm:prSet presAssocID="{6CF74175-D9E4-4558-843E-29455546AD97}" presName="dstNode" presStyleLbl="node1" presStyleIdx="0" presStyleCnt="4"/>
      <dgm:spPr/>
    </dgm:pt>
    <dgm:pt modelId="{8698ED62-24A9-4B50-8301-CB634E95100F}" type="pres">
      <dgm:prSet presAssocID="{C07EB6FC-3E56-4AE5-BE3B-DCB75E87B42E}" presName="text_1" presStyleLbl="node1" presStyleIdx="0" presStyleCnt="4">
        <dgm:presLayoutVars>
          <dgm:bulletEnabled val="1"/>
        </dgm:presLayoutVars>
      </dgm:prSet>
      <dgm:spPr/>
    </dgm:pt>
    <dgm:pt modelId="{EE458E7B-75CD-413F-BA55-5B87DC331A46}" type="pres">
      <dgm:prSet presAssocID="{C07EB6FC-3E56-4AE5-BE3B-DCB75E87B42E}" presName="accent_1" presStyleCnt="0"/>
      <dgm:spPr/>
    </dgm:pt>
    <dgm:pt modelId="{EAE4DD14-ABA2-4F94-A2E7-3034ED958147}" type="pres">
      <dgm:prSet presAssocID="{C07EB6FC-3E56-4AE5-BE3B-DCB75E87B42E}" presName="accentRepeatNode" presStyleLbl="solidFgAcc1" presStyleIdx="0" presStyleCnt="4"/>
      <dgm:spPr/>
    </dgm:pt>
    <dgm:pt modelId="{0CDFDEC7-A276-434C-A78A-FC636EECEFD6}" type="pres">
      <dgm:prSet presAssocID="{0AAEBCE2-8E32-463D-BFDA-1CC5BE5133CE}" presName="text_2" presStyleLbl="node1" presStyleIdx="1" presStyleCnt="4">
        <dgm:presLayoutVars>
          <dgm:bulletEnabled val="1"/>
        </dgm:presLayoutVars>
      </dgm:prSet>
      <dgm:spPr/>
    </dgm:pt>
    <dgm:pt modelId="{AB1DAFB7-56DD-4D11-9EED-6D7EC7BB3465}" type="pres">
      <dgm:prSet presAssocID="{0AAEBCE2-8E32-463D-BFDA-1CC5BE5133CE}" presName="accent_2" presStyleCnt="0"/>
      <dgm:spPr/>
    </dgm:pt>
    <dgm:pt modelId="{142B98A0-996C-46FB-9A44-7E8C5F49EFD3}" type="pres">
      <dgm:prSet presAssocID="{0AAEBCE2-8E32-463D-BFDA-1CC5BE5133CE}" presName="accentRepeatNode" presStyleLbl="solidFgAcc1" presStyleIdx="1" presStyleCnt="4"/>
      <dgm:spPr/>
    </dgm:pt>
    <dgm:pt modelId="{4E1BC7B6-B43F-4CE7-9744-5E0F6331B6BF}" type="pres">
      <dgm:prSet presAssocID="{02FFD7C8-5C67-4F85-8A75-4CED05607733}" presName="text_3" presStyleLbl="node1" presStyleIdx="2" presStyleCnt="4">
        <dgm:presLayoutVars>
          <dgm:bulletEnabled val="1"/>
        </dgm:presLayoutVars>
      </dgm:prSet>
      <dgm:spPr/>
    </dgm:pt>
    <dgm:pt modelId="{C479CD3E-D7F3-495B-8641-34F965AF2265}" type="pres">
      <dgm:prSet presAssocID="{02FFD7C8-5C67-4F85-8A75-4CED05607733}" presName="accent_3" presStyleCnt="0"/>
      <dgm:spPr/>
    </dgm:pt>
    <dgm:pt modelId="{20052848-BA39-4A9A-8A34-0464183088B8}" type="pres">
      <dgm:prSet presAssocID="{02FFD7C8-5C67-4F85-8A75-4CED05607733}" presName="accentRepeatNode" presStyleLbl="solidFgAcc1" presStyleIdx="2" presStyleCnt="4"/>
      <dgm:spPr/>
    </dgm:pt>
    <dgm:pt modelId="{5086B4AB-8250-44F2-91DC-15C88B0A186C}" type="pres">
      <dgm:prSet presAssocID="{5B752856-BC8D-4595-882B-DDB2122B25CE}" presName="text_4" presStyleLbl="node1" presStyleIdx="3" presStyleCnt="4">
        <dgm:presLayoutVars>
          <dgm:bulletEnabled val="1"/>
        </dgm:presLayoutVars>
      </dgm:prSet>
      <dgm:spPr/>
    </dgm:pt>
    <dgm:pt modelId="{E5D0E2AC-39C3-4C98-B7E8-E17572D17D0E}" type="pres">
      <dgm:prSet presAssocID="{5B752856-BC8D-4595-882B-DDB2122B25CE}" presName="accent_4" presStyleCnt="0"/>
      <dgm:spPr/>
    </dgm:pt>
    <dgm:pt modelId="{89DD5F06-236F-4274-8DF0-EA09515AB2F0}" type="pres">
      <dgm:prSet presAssocID="{5B752856-BC8D-4595-882B-DDB2122B25CE}" presName="accentRepeatNode" presStyleLbl="solidFgAcc1" presStyleIdx="3" presStyleCnt="4"/>
      <dgm:spPr/>
    </dgm:pt>
  </dgm:ptLst>
  <dgm:cxnLst>
    <dgm:cxn modelId="{E9524024-B4C7-4E84-A1ED-717FB361AA3B}" srcId="{6CF74175-D9E4-4558-843E-29455546AD97}" destId="{5B752856-BC8D-4595-882B-DDB2122B25CE}" srcOrd="3" destOrd="0" parTransId="{DC9F21B6-7792-49CA-8127-B6A4FDA55FF0}" sibTransId="{395C4EB8-7405-4117-8F61-DA4B530A6186}"/>
    <dgm:cxn modelId="{2E196339-6D46-4392-91E5-379A0436289E}" type="presOf" srcId="{6CF74175-D9E4-4558-843E-29455546AD97}" destId="{4DE36841-38DA-4537-A2C0-121DC52749B0}" srcOrd="0" destOrd="0" presId="urn:microsoft.com/office/officeart/2008/layout/VerticalCurvedList"/>
    <dgm:cxn modelId="{313E9D3B-F3F5-4773-98BC-01E15802F2AB}" srcId="{6CF74175-D9E4-4558-843E-29455546AD97}" destId="{0AAEBCE2-8E32-463D-BFDA-1CC5BE5133CE}" srcOrd="1" destOrd="0" parTransId="{CB343AE7-A096-4F2C-A0FD-060CE21DE025}" sibTransId="{9670D3B7-EB15-4041-B7F3-C569D0F0DA69}"/>
    <dgm:cxn modelId="{FED9955B-47A8-4C34-86E0-9BDEF14798EF}" type="presOf" srcId="{C07EB6FC-3E56-4AE5-BE3B-DCB75E87B42E}" destId="{8698ED62-24A9-4B50-8301-CB634E95100F}" srcOrd="0" destOrd="0" presId="urn:microsoft.com/office/officeart/2008/layout/VerticalCurvedList"/>
    <dgm:cxn modelId="{153D0244-9412-4106-81E6-F46F91688314}" type="presOf" srcId="{0AAEBCE2-8E32-463D-BFDA-1CC5BE5133CE}" destId="{0CDFDEC7-A276-434C-A78A-FC636EECEFD6}" srcOrd="0" destOrd="0" presId="urn:microsoft.com/office/officeart/2008/layout/VerticalCurvedList"/>
    <dgm:cxn modelId="{6F9ECE67-297F-481B-8C4F-957CAC8E20B7}" srcId="{6CF74175-D9E4-4558-843E-29455546AD97}" destId="{02FFD7C8-5C67-4F85-8A75-4CED05607733}" srcOrd="2" destOrd="0" parTransId="{19B10B71-31CC-4877-A205-A2CE00E59C1F}" sibTransId="{F50A2402-1AEE-4AA7-AEAB-281817A9AA94}"/>
    <dgm:cxn modelId="{3F69E954-1FF1-4A5F-8F06-23D0854A3339}" type="presOf" srcId="{5B752856-BC8D-4595-882B-DDB2122B25CE}" destId="{5086B4AB-8250-44F2-91DC-15C88B0A186C}" srcOrd="0" destOrd="0" presId="urn:microsoft.com/office/officeart/2008/layout/VerticalCurvedList"/>
    <dgm:cxn modelId="{6B803795-CEBC-49DB-BD6F-EB0CC02326E2}" type="presOf" srcId="{B3DBA016-E57D-4121-9731-CA075DDCD0D2}" destId="{D8A368EF-4702-46ED-A495-F097E06CD510}" srcOrd="0" destOrd="0" presId="urn:microsoft.com/office/officeart/2008/layout/VerticalCurvedList"/>
    <dgm:cxn modelId="{AF57F6BF-BE1E-44FF-95D6-29727E225272}" type="presOf" srcId="{02FFD7C8-5C67-4F85-8A75-4CED05607733}" destId="{4E1BC7B6-B43F-4CE7-9744-5E0F6331B6BF}" srcOrd="0" destOrd="0" presId="urn:microsoft.com/office/officeart/2008/layout/VerticalCurvedList"/>
    <dgm:cxn modelId="{A04966C7-A971-4303-ACA9-D48D9B428A55}" srcId="{6CF74175-D9E4-4558-843E-29455546AD97}" destId="{C07EB6FC-3E56-4AE5-BE3B-DCB75E87B42E}" srcOrd="0" destOrd="0" parTransId="{B54C5A07-97D2-4DD3-8DBC-92FD39FA1D02}" sibTransId="{B3DBA016-E57D-4121-9731-CA075DDCD0D2}"/>
    <dgm:cxn modelId="{ABBF81F8-8182-4E0E-9F1F-2CE8AF35657E}" type="presParOf" srcId="{4DE36841-38DA-4537-A2C0-121DC52749B0}" destId="{36201E16-69CF-426D-A0FE-D265F2EC4464}" srcOrd="0" destOrd="0" presId="urn:microsoft.com/office/officeart/2008/layout/VerticalCurvedList"/>
    <dgm:cxn modelId="{C6880FBF-681D-4627-902B-42E4D81836B1}" type="presParOf" srcId="{36201E16-69CF-426D-A0FE-D265F2EC4464}" destId="{CD2732EA-F971-4C1F-99C5-F985A3DB34D5}" srcOrd="0" destOrd="0" presId="urn:microsoft.com/office/officeart/2008/layout/VerticalCurvedList"/>
    <dgm:cxn modelId="{56A08CC5-5CEB-40E6-A883-8129404543B3}" type="presParOf" srcId="{CD2732EA-F971-4C1F-99C5-F985A3DB34D5}" destId="{646318F2-52B3-4FD9-B2E3-3A5F377BCD22}" srcOrd="0" destOrd="0" presId="urn:microsoft.com/office/officeart/2008/layout/VerticalCurvedList"/>
    <dgm:cxn modelId="{860A6769-88BB-42D6-9B59-4D59FC24017D}" type="presParOf" srcId="{CD2732EA-F971-4C1F-99C5-F985A3DB34D5}" destId="{D8A368EF-4702-46ED-A495-F097E06CD510}" srcOrd="1" destOrd="0" presId="urn:microsoft.com/office/officeart/2008/layout/VerticalCurvedList"/>
    <dgm:cxn modelId="{D36CE3A2-A8E2-40E6-B786-738FBB77816C}" type="presParOf" srcId="{CD2732EA-F971-4C1F-99C5-F985A3DB34D5}" destId="{B2AE61DE-D3EF-45E4-B488-BDF2170A02B2}" srcOrd="2" destOrd="0" presId="urn:microsoft.com/office/officeart/2008/layout/VerticalCurvedList"/>
    <dgm:cxn modelId="{8E2B448F-B165-45C8-9AB0-C18B184F02EA}" type="presParOf" srcId="{CD2732EA-F971-4C1F-99C5-F985A3DB34D5}" destId="{380E2818-C5A5-4FB9-8EBC-945A78CF6CB9}" srcOrd="3" destOrd="0" presId="urn:microsoft.com/office/officeart/2008/layout/VerticalCurvedList"/>
    <dgm:cxn modelId="{2262D6F5-7157-4C11-9503-390E435FA261}" type="presParOf" srcId="{36201E16-69CF-426D-A0FE-D265F2EC4464}" destId="{8698ED62-24A9-4B50-8301-CB634E95100F}" srcOrd="1" destOrd="0" presId="urn:microsoft.com/office/officeart/2008/layout/VerticalCurvedList"/>
    <dgm:cxn modelId="{7E54B7F5-4E52-4532-98A8-880BD2011F6C}" type="presParOf" srcId="{36201E16-69CF-426D-A0FE-D265F2EC4464}" destId="{EE458E7B-75CD-413F-BA55-5B87DC331A46}" srcOrd="2" destOrd="0" presId="urn:microsoft.com/office/officeart/2008/layout/VerticalCurvedList"/>
    <dgm:cxn modelId="{FABC8F22-7FEF-471C-A6FD-966389534D3A}" type="presParOf" srcId="{EE458E7B-75CD-413F-BA55-5B87DC331A46}" destId="{EAE4DD14-ABA2-4F94-A2E7-3034ED958147}" srcOrd="0" destOrd="0" presId="urn:microsoft.com/office/officeart/2008/layout/VerticalCurvedList"/>
    <dgm:cxn modelId="{98E3284F-41C2-4C77-BA88-55CEBBA39DDB}" type="presParOf" srcId="{36201E16-69CF-426D-A0FE-D265F2EC4464}" destId="{0CDFDEC7-A276-434C-A78A-FC636EECEFD6}" srcOrd="3" destOrd="0" presId="urn:microsoft.com/office/officeart/2008/layout/VerticalCurvedList"/>
    <dgm:cxn modelId="{8C87CB0A-95CA-4FFC-8D91-7998F7E517F3}" type="presParOf" srcId="{36201E16-69CF-426D-A0FE-D265F2EC4464}" destId="{AB1DAFB7-56DD-4D11-9EED-6D7EC7BB3465}" srcOrd="4" destOrd="0" presId="urn:microsoft.com/office/officeart/2008/layout/VerticalCurvedList"/>
    <dgm:cxn modelId="{96BF023A-5A45-4DA2-A1CC-14A27CD3AA2E}" type="presParOf" srcId="{AB1DAFB7-56DD-4D11-9EED-6D7EC7BB3465}" destId="{142B98A0-996C-46FB-9A44-7E8C5F49EFD3}" srcOrd="0" destOrd="0" presId="urn:microsoft.com/office/officeart/2008/layout/VerticalCurvedList"/>
    <dgm:cxn modelId="{DC0BE359-0F67-4D34-BC90-E77E833539A8}" type="presParOf" srcId="{36201E16-69CF-426D-A0FE-D265F2EC4464}" destId="{4E1BC7B6-B43F-4CE7-9744-5E0F6331B6BF}" srcOrd="5" destOrd="0" presId="urn:microsoft.com/office/officeart/2008/layout/VerticalCurvedList"/>
    <dgm:cxn modelId="{E41C5DF0-A469-4FA9-BF31-ABC41CBD3CBA}" type="presParOf" srcId="{36201E16-69CF-426D-A0FE-D265F2EC4464}" destId="{C479CD3E-D7F3-495B-8641-34F965AF2265}" srcOrd="6" destOrd="0" presId="urn:microsoft.com/office/officeart/2008/layout/VerticalCurvedList"/>
    <dgm:cxn modelId="{DFF3A628-F0F3-4899-A041-B6A2975F1126}" type="presParOf" srcId="{C479CD3E-D7F3-495B-8641-34F965AF2265}" destId="{20052848-BA39-4A9A-8A34-0464183088B8}" srcOrd="0" destOrd="0" presId="urn:microsoft.com/office/officeart/2008/layout/VerticalCurvedList"/>
    <dgm:cxn modelId="{A70B8655-C72A-4BCC-B8B7-A0D23CAD9A6A}" type="presParOf" srcId="{36201E16-69CF-426D-A0FE-D265F2EC4464}" destId="{5086B4AB-8250-44F2-91DC-15C88B0A186C}" srcOrd="7" destOrd="0" presId="urn:microsoft.com/office/officeart/2008/layout/VerticalCurvedList"/>
    <dgm:cxn modelId="{23A65730-6A2F-4EF9-BC3D-5E41435D2C0D}" type="presParOf" srcId="{36201E16-69CF-426D-A0FE-D265F2EC4464}" destId="{E5D0E2AC-39C3-4C98-B7E8-E17572D17D0E}" srcOrd="8" destOrd="0" presId="urn:microsoft.com/office/officeart/2008/layout/VerticalCurvedList"/>
    <dgm:cxn modelId="{B626D353-5727-41C0-8F39-24F462038820}" type="presParOf" srcId="{E5D0E2AC-39C3-4C98-B7E8-E17572D17D0E}" destId="{89DD5F06-236F-4274-8DF0-EA09515AB2F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7D271C19-3575-404A-A7C4-CDC91579704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BDF1C56-5D43-4139-A9F5-4A8FCD33FC6F}">
      <dgm:prSet/>
      <dgm:spPr/>
      <dgm:t>
        <a:bodyPr/>
        <a:lstStyle/>
        <a:p>
          <a:r>
            <a:rPr lang="uk-UA" b="0" i="0" dirty="0" err="1"/>
            <a:t>знелюднення</a:t>
          </a:r>
          <a:r>
            <a:rPr lang="uk-UA" b="0" i="0" dirty="0"/>
            <a:t> частини Правобережної України, руйнація козацької столиці</a:t>
          </a:r>
          <a:endParaRPr lang="uk-UA" dirty="0"/>
        </a:p>
      </dgm:t>
    </dgm:pt>
    <dgm:pt modelId="{EE58597A-0C22-4E71-9C76-094936616E27}" type="parTrans" cxnId="{23438536-9391-49FD-8AAD-FA2F4862FF8F}">
      <dgm:prSet/>
      <dgm:spPr/>
      <dgm:t>
        <a:bodyPr/>
        <a:lstStyle/>
        <a:p>
          <a:endParaRPr lang="uk-UA"/>
        </a:p>
      </dgm:t>
    </dgm:pt>
    <dgm:pt modelId="{6564F97F-9EB4-4E1A-8B97-4BBC2CEF998F}" type="sibTrans" cxnId="{23438536-9391-49FD-8AAD-FA2F4862FF8F}">
      <dgm:prSet/>
      <dgm:spPr/>
      <dgm:t>
        <a:bodyPr/>
        <a:lstStyle/>
        <a:p>
          <a:endParaRPr lang="uk-UA"/>
        </a:p>
      </dgm:t>
    </dgm:pt>
    <dgm:pt modelId="{781CA46D-137D-4A6C-99BD-3DB4AE2A3F38}">
      <dgm:prSet/>
      <dgm:spPr/>
      <dgm:t>
        <a:bodyPr/>
        <a:lstStyle/>
        <a:p>
          <a:r>
            <a:rPr lang="uk-UA" b="0" i="0" dirty="0"/>
            <a:t>початок війни Московського царства проти Гетьманщини</a:t>
          </a:r>
          <a:endParaRPr lang="uk-UA" dirty="0"/>
        </a:p>
      </dgm:t>
    </dgm:pt>
    <dgm:pt modelId="{53F1A5D1-A873-41E7-920F-70E32B5C61A5}" type="parTrans" cxnId="{4439726A-943C-4B31-B1CB-9699DD9ED8D4}">
      <dgm:prSet/>
      <dgm:spPr/>
      <dgm:t>
        <a:bodyPr/>
        <a:lstStyle/>
        <a:p>
          <a:endParaRPr lang="uk-UA"/>
        </a:p>
      </dgm:t>
    </dgm:pt>
    <dgm:pt modelId="{95E17782-B58A-4BA3-B94B-21771E0A0C98}" type="sibTrans" cxnId="{4439726A-943C-4B31-B1CB-9699DD9ED8D4}">
      <dgm:prSet/>
      <dgm:spPr/>
      <dgm:t>
        <a:bodyPr/>
        <a:lstStyle/>
        <a:p>
          <a:endParaRPr lang="uk-UA"/>
        </a:p>
      </dgm:t>
    </dgm:pt>
    <dgm:pt modelId="{69BFBE00-E376-45D7-9593-CFE575EE4822}">
      <dgm:prSet/>
      <dgm:spPr/>
      <dgm:t>
        <a:bodyPr/>
        <a:lstStyle/>
        <a:p>
          <a:r>
            <a:rPr lang="uk-UA" b="0" i="0"/>
            <a:t>поділ території Гетьманщини між Річчю Посполитою та Московським царством</a:t>
          </a:r>
          <a:endParaRPr lang="uk-UA"/>
        </a:p>
      </dgm:t>
    </dgm:pt>
    <dgm:pt modelId="{2568BCBB-859E-4760-B6C3-FBDC28BBE9CE}" type="parTrans" cxnId="{170F945B-15C8-47C5-B9E6-49DE6CC9A214}">
      <dgm:prSet/>
      <dgm:spPr/>
      <dgm:t>
        <a:bodyPr/>
        <a:lstStyle/>
        <a:p>
          <a:endParaRPr lang="uk-UA"/>
        </a:p>
      </dgm:t>
    </dgm:pt>
    <dgm:pt modelId="{4C0C5446-2BF2-4949-87B8-846079A1551E}" type="sibTrans" cxnId="{170F945B-15C8-47C5-B9E6-49DE6CC9A214}">
      <dgm:prSet/>
      <dgm:spPr/>
      <dgm:t>
        <a:bodyPr/>
        <a:lstStyle/>
        <a:p>
          <a:endParaRPr lang="uk-UA"/>
        </a:p>
      </dgm:t>
    </dgm:pt>
    <dgm:pt modelId="{4C1BF174-7C55-481D-9EA2-4FDE66C76CBB}">
      <dgm:prSet/>
      <dgm:spPr/>
      <dgm:t>
        <a:bodyPr/>
        <a:lstStyle/>
        <a:p>
          <a:r>
            <a:rPr lang="uk-UA" b="0" i="0"/>
            <a:t>пошук Б. Хмельницьким нових союзників у боротьбі з Річчю Посполитою</a:t>
          </a:r>
          <a:endParaRPr lang="uk-UA"/>
        </a:p>
      </dgm:t>
    </dgm:pt>
    <dgm:pt modelId="{A3A8601E-9A13-477D-8510-2E68E0C3ABB2}" type="parTrans" cxnId="{E668B9E2-F0F0-454E-98C6-BD87AF65B10C}">
      <dgm:prSet/>
      <dgm:spPr/>
      <dgm:t>
        <a:bodyPr/>
        <a:lstStyle/>
        <a:p>
          <a:endParaRPr lang="uk-UA"/>
        </a:p>
      </dgm:t>
    </dgm:pt>
    <dgm:pt modelId="{218EDF6F-2F64-47ED-BB04-108B94315DB8}" type="sibTrans" cxnId="{E668B9E2-F0F0-454E-98C6-BD87AF65B10C}">
      <dgm:prSet/>
      <dgm:spPr/>
      <dgm:t>
        <a:bodyPr/>
        <a:lstStyle/>
        <a:p>
          <a:endParaRPr lang="uk-UA"/>
        </a:p>
      </dgm:t>
    </dgm:pt>
    <dgm:pt modelId="{A54E69C9-DE8F-49E0-9DD3-1CAD5A58E645}">
      <dgm:prSet/>
      <dgm:spPr/>
      <dgm:t>
        <a:bodyPr/>
        <a:lstStyle/>
        <a:p>
          <a:r>
            <a:rPr lang="uk-UA" b="0" i="0" dirty="0"/>
            <a:t>перехід Лівобережної Гетьманщини під протекторат Османської імперії</a:t>
          </a:r>
          <a:endParaRPr lang="uk-UA" dirty="0"/>
        </a:p>
      </dgm:t>
    </dgm:pt>
    <dgm:pt modelId="{E28EC9A0-655B-495A-9341-E41AF89A03EC}" type="parTrans" cxnId="{C6B2BE39-9ED1-40CA-BBC6-0B60B798E1A3}">
      <dgm:prSet/>
      <dgm:spPr/>
      <dgm:t>
        <a:bodyPr/>
        <a:lstStyle/>
        <a:p>
          <a:endParaRPr lang="uk-UA"/>
        </a:p>
      </dgm:t>
    </dgm:pt>
    <dgm:pt modelId="{BCA87D1B-708F-4246-99A6-7AD8DA73C70B}" type="sibTrans" cxnId="{C6B2BE39-9ED1-40CA-BBC6-0B60B798E1A3}">
      <dgm:prSet/>
      <dgm:spPr/>
      <dgm:t>
        <a:bodyPr/>
        <a:lstStyle/>
        <a:p>
          <a:endParaRPr lang="uk-UA"/>
        </a:p>
      </dgm:t>
    </dgm:pt>
    <dgm:pt modelId="{61658D36-5869-4854-B454-E603120AE7F4}" type="pres">
      <dgm:prSet presAssocID="{7D271C19-3575-404A-A7C4-CDC91579704B}" presName="linear" presStyleCnt="0">
        <dgm:presLayoutVars>
          <dgm:animLvl val="lvl"/>
          <dgm:resizeHandles val="exact"/>
        </dgm:presLayoutVars>
      </dgm:prSet>
      <dgm:spPr/>
    </dgm:pt>
    <dgm:pt modelId="{CD5FCEC8-B25B-4B27-9997-FE77632DE062}" type="pres">
      <dgm:prSet presAssocID="{2BDF1C56-5D43-4139-A9F5-4A8FCD33FC6F}" presName="parentText" presStyleLbl="node1" presStyleIdx="0" presStyleCnt="5">
        <dgm:presLayoutVars>
          <dgm:chMax val="0"/>
          <dgm:bulletEnabled val="1"/>
        </dgm:presLayoutVars>
      </dgm:prSet>
      <dgm:spPr/>
    </dgm:pt>
    <dgm:pt modelId="{B9AF16BB-1F2D-41C1-8389-A4EDEC68B9FB}" type="pres">
      <dgm:prSet presAssocID="{6564F97F-9EB4-4E1A-8B97-4BBC2CEF998F}" presName="spacer" presStyleCnt="0"/>
      <dgm:spPr/>
    </dgm:pt>
    <dgm:pt modelId="{90FCB221-DDCC-4AEE-B069-887A677049FE}" type="pres">
      <dgm:prSet presAssocID="{781CA46D-137D-4A6C-99BD-3DB4AE2A3F38}" presName="parentText" presStyleLbl="node1" presStyleIdx="1" presStyleCnt="5">
        <dgm:presLayoutVars>
          <dgm:chMax val="0"/>
          <dgm:bulletEnabled val="1"/>
        </dgm:presLayoutVars>
      </dgm:prSet>
      <dgm:spPr/>
    </dgm:pt>
    <dgm:pt modelId="{58877891-F2E6-49D8-A252-35AB8E2DDE8A}" type="pres">
      <dgm:prSet presAssocID="{95E17782-B58A-4BA3-B94B-21771E0A0C98}" presName="spacer" presStyleCnt="0"/>
      <dgm:spPr/>
    </dgm:pt>
    <dgm:pt modelId="{00CCDAE3-C9E8-4243-BBF7-6426E60F5364}" type="pres">
      <dgm:prSet presAssocID="{69BFBE00-E376-45D7-9593-CFE575EE4822}" presName="parentText" presStyleLbl="node1" presStyleIdx="2" presStyleCnt="5">
        <dgm:presLayoutVars>
          <dgm:chMax val="0"/>
          <dgm:bulletEnabled val="1"/>
        </dgm:presLayoutVars>
      </dgm:prSet>
      <dgm:spPr/>
    </dgm:pt>
    <dgm:pt modelId="{42CDB89D-EF4D-4F28-BD5A-8CB303D38AB9}" type="pres">
      <dgm:prSet presAssocID="{4C0C5446-2BF2-4949-87B8-846079A1551E}" presName="spacer" presStyleCnt="0"/>
      <dgm:spPr/>
    </dgm:pt>
    <dgm:pt modelId="{5709DB35-820E-4E73-8D34-428DE21F171B}" type="pres">
      <dgm:prSet presAssocID="{4C1BF174-7C55-481D-9EA2-4FDE66C76CBB}" presName="parentText" presStyleLbl="node1" presStyleIdx="3" presStyleCnt="5">
        <dgm:presLayoutVars>
          <dgm:chMax val="0"/>
          <dgm:bulletEnabled val="1"/>
        </dgm:presLayoutVars>
      </dgm:prSet>
      <dgm:spPr/>
    </dgm:pt>
    <dgm:pt modelId="{E3F4DFC9-B89F-4578-B29F-50F8F2FBC33F}" type="pres">
      <dgm:prSet presAssocID="{218EDF6F-2F64-47ED-BB04-108B94315DB8}" presName="spacer" presStyleCnt="0"/>
      <dgm:spPr/>
    </dgm:pt>
    <dgm:pt modelId="{CC1D3886-29B4-4918-819D-E53D48FA162F}" type="pres">
      <dgm:prSet presAssocID="{A54E69C9-DE8F-49E0-9DD3-1CAD5A58E645}" presName="parentText" presStyleLbl="node1" presStyleIdx="4" presStyleCnt="5">
        <dgm:presLayoutVars>
          <dgm:chMax val="0"/>
          <dgm:bulletEnabled val="1"/>
        </dgm:presLayoutVars>
      </dgm:prSet>
      <dgm:spPr/>
    </dgm:pt>
  </dgm:ptLst>
  <dgm:cxnLst>
    <dgm:cxn modelId="{6645EE1D-7BF8-47E4-9A1E-5821ADD4E719}" type="presOf" srcId="{4C1BF174-7C55-481D-9EA2-4FDE66C76CBB}" destId="{5709DB35-820E-4E73-8D34-428DE21F171B}" srcOrd="0" destOrd="0" presId="urn:microsoft.com/office/officeart/2005/8/layout/vList2"/>
    <dgm:cxn modelId="{23438536-9391-49FD-8AAD-FA2F4862FF8F}" srcId="{7D271C19-3575-404A-A7C4-CDC91579704B}" destId="{2BDF1C56-5D43-4139-A9F5-4A8FCD33FC6F}" srcOrd="0" destOrd="0" parTransId="{EE58597A-0C22-4E71-9C76-094936616E27}" sibTransId="{6564F97F-9EB4-4E1A-8B97-4BBC2CEF998F}"/>
    <dgm:cxn modelId="{C6B2BE39-9ED1-40CA-BBC6-0B60B798E1A3}" srcId="{7D271C19-3575-404A-A7C4-CDC91579704B}" destId="{A54E69C9-DE8F-49E0-9DD3-1CAD5A58E645}" srcOrd="4" destOrd="0" parTransId="{E28EC9A0-655B-495A-9341-E41AF89A03EC}" sibTransId="{BCA87D1B-708F-4246-99A6-7AD8DA73C70B}"/>
    <dgm:cxn modelId="{170F945B-15C8-47C5-B9E6-49DE6CC9A214}" srcId="{7D271C19-3575-404A-A7C4-CDC91579704B}" destId="{69BFBE00-E376-45D7-9593-CFE575EE4822}" srcOrd="2" destOrd="0" parTransId="{2568BCBB-859E-4760-B6C3-FBDC28BBE9CE}" sibTransId="{4C0C5446-2BF2-4949-87B8-846079A1551E}"/>
    <dgm:cxn modelId="{3A02265C-671B-4D85-A4D1-88118FC59D67}" type="presOf" srcId="{781CA46D-137D-4A6C-99BD-3DB4AE2A3F38}" destId="{90FCB221-DDCC-4AEE-B069-887A677049FE}" srcOrd="0" destOrd="0" presId="urn:microsoft.com/office/officeart/2005/8/layout/vList2"/>
    <dgm:cxn modelId="{74ED005E-1CE2-4A5F-B307-F9C1AC15F68D}" type="presOf" srcId="{2BDF1C56-5D43-4139-A9F5-4A8FCD33FC6F}" destId="{CD5FCEC8-B25B-4B27-9997-FE77632DE062}" srcOrd="0" destOrd="0" presId="urn:microsoft.com/office/officeart/2005/8/layout/vList2"/>
    <dgm:cxn modelId="{4439726A-943C-4B31-B1CB-9699DD9ED8D4}" srcId="{7D271C19-3575-404A-A7C4-CDC91579704B}" destId="{781CA46D-137D-4A6C-99BD-3DB4AE2A3F38}" srcOrd="1" destOrd="0" parTransId="{53F1A5D1-A873-41E7-920F-70E32B5C61A5}" sibTransId="{95E17782-B58A-4BA3-B94B-21771E0A0C98}"/>
    <dgm:cxn modelId="{80D5677E-C7E8-4BB8-B5B7-078E87D52A74}" type="presOf" srcId="{A54E69C9-DE8F-49E0-9DD3-1CAD5A58E645}" destId="{CC1D3886-29B4-4918-819D-E53D48FA162F}" srcOrd="0" destOrd="0" presId="urn:microsoft.com/office/officeart/2005/8/layout/vList2"/>
    <dgm:cxn modelId="{0E657386-D2AC-4BC6-8D9D-D5B3919282B8}" type="presOf" srcId="{69BFBE00-E376-45D7-9593-CFE575EE4822}" destId="{00CCDAE3-C9E8-4243-BBF7-6426E60F5364}" srcOrd="0" destOrd="0" presId="urn:microsoft.com/office/officeart/2005/8/layout/vList2"/>
    <dgm:cxn modelId="{C1E97BBD-0B79-4409-B0FB-3F299982E22F}" type="presOf" srcId="{7D271C19-3575-404A-A7C4-CDC91579704B}" destId="{61658D36-5869-4854-B454-E603120AE7F4}" srcOrd="0" destOrd="0" presId="urn:microsoft.com/office/officeart/2005/8/layout/vList2"/>
    <dgm:cxn modelId="{E668B9E2-F0F0-454E-98C6-BD87AF65B10C}" srcId="{7D271C19-3575-404A-A7C4-CDC91579704B}" destId="{4C1BF174-7C55-481D-9EA2-4FDE66C76CBB}" srcOrd="3" destOrd="0" parTransId="{A3A8601E-9A13-477D-8510-2E68E0C3ABB2}" sibTransId="{218EDF6F-2F64-47ED-BB04-108B94315DB8}"/>
    <dgm:cxn modelId="{F3605571-EE3B-4189-B189-DBC9EA9779F5}" type="presParOf" srcId="{61658D36-5869-4854-B454-E603120AE7F4}" destId="{CD5FCEC8-B25B-4B27-9997-FE77632DE062}" srcOrd="0" destOrd="0" presId="urn:microsoft.com/office/officeart/2005/8/layout/vList2"/>
    <dgm:cxn modelId="{B278E941-6AA4-44EE-B7A4-7EA98CF46750}" type="presParOf" srcId="{61658D36-5869-4854-B454-E603120AE7F4}" destId="{B9AF16BB-1F2D-41C1-8389-A4EDEC68B9FB}" srcOrd="1" destOrd="0" presId="urn:microsoft.com/office/officeart/2005/8/layout/vList2"/>
    <dgm:cxn modelId="{A662280F-4199-4C38-B025-ECE229BDDD0E}" type="presParOf" srcId="{61658D36-5869-4854-B454-E603120AE7F4}" destId="{90FCB221-DDCC-4AEE-B069-887A677049FE}" srcOrd="2" destOrd="0" presId="urn:microsoft.com/office/officeart/2005/8/layout/vList2"/>
    <dgm:cxn modelId="{1E05FB9E-E846-4A6E-9A12-E371B6DA40A5}" type="presParOf" srcId="{61658D36-5869-4854-B454-E603120AE7F4}" destId="{58877891-F2E6-49D8-A252-35AB8E2DDE8A}" srcOrd="3" destOrd="0" presId="urn:microsoft.com/office/officeart/2005/8/layout/vList2"/>
    <dgm:cxn modelId="{1469C825-0F9A-4FD9-AE27-3EC21A202B04}" type="presParOf" srcId="{61658D36-5869-4854-B454-E603120AE7F4}" destId="{00CCDAE3-C9E8-4243-BBF7-6426E60F5364}" srcOrd="4" destOrd="0" presId="urn:microsoft.com/office/officeart/2005/8/layout/vList2"/>
    <dgm:cxn modelId="{1DCC65CB-2712-4B6C-821D-66D029E75C3F}" type="presParOf" srcId="{61658D36-5869-4854-B454-E603120AE7F4}" destId="{42CDB89D-EF4D-4F28-BD5A-8CB303D38AB9}" srcOrd="5" destOrd="0" presId="urn:microsoft.com/office/officeart/2005/8/layout/vList2"/>
    <dgm:cxn modelId="{4A6E27DB-76FA-4B71-B8D1-DB702AB9779E}" type="presParOf" srcId="{61658D36-5869-4854-B454-E603120AE7F4}" destId="{5709DB35-820E-4E73-8D34-428DE21F171B}" srcOrd="6" destOrd="0" presId="urn:microsoft.com/office/officeart/2005/8/layout/vList2"/>
    <dgm:cxn modelId="{6AC43C43-4F65-4653-BEED-4285923F6684}" type="presParOf" srcId="{61658D36-5869-4854-B454-E603120AE7F4}" destId="{E3F4DFC9-B89F-4578-B29F-50F8F2FBC33F}" srcOrd="7" destOrd="0" presId="urn:microsoft.com/office/officeart/2005/8/layout/vList2"/>
    <dgm:cxn modelId="{231D8312-5B52-4091-9A22-7BF46B7FECA2}" type="presParOf" srcId="{61658D36-5869-4854-B454-E603120AE7F4}" destId="{CC1D3886-29B4-4918-819D-E53D48FA162F}"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99F0E4F-8688-4071-9E90-A1EE378216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C8DCC8F-81C0-47B1-B412-897B9B8A07E6}">
      <dgm:prSet/>
      <dgm:spPr/>
      <dgm:t>
        <a:bodyPr/>
        <a:lstStyle/>
        <a:p>
          <a:r>
            <a:rPr lang="ru-RU" b="0" i="0"/>
            <a:t>дія права займанщини</a:t>
          </a:r>
          <a:endParaRPr lang="uk-UA"/>
        </a:p>
      </dgm:t>
    </dgm:pt>
    <dgm:pt modelId="{801EC448-DA33-4ED8-AFB8-E0E2AFDED815}" type="parTrans" cxnId="{D1418018-953F-4E26-8055-C104A5BB3FBA}">
      <dgm:prSet/>
      <dgm:spPr/>
      <dgm:t>
        <a:bodyPr/>
        <a:lstStyle/>
        <a:p>
          <a:endParaRPr lang="uk-UA"/>
        </a:p>
      </dgm:t>
    </dgm:pt>
    <dgm:pt modelId="{97DD1D3F-33BE-47B9-BB0E-2AB575D21F90}" type="sibTrans" cxnId="{D1418018-953F-4E26-8055-C104A5BB3FBA}">
      <dgm:prSet/>
      <dgm:spPr/>
      <dgm:t>
        <a:bodyPr/>
        <a:lstStyle/>
        <a:p>
          <a:endParaRPr lang="uk-UA"/>
        </a:p>
      </dgm:t>
    </dgm:pt>
    <dgm:pt modelId="{EB48AB6F-AEBA-4DB2-BAB4-431D17866ACE}">
      <dgm:prSet/>
      <dgm:spPr/>
      <dgm:t>
        <a:bodyPr/>
        <a:lstStyle/>
        <a:p>
          <a:r>
            <a:rPr lang="ru-RU" b="0" i="0" dirty="0" err="1"/>
            <a:t>відсутність</a:t>
          </a:r>
          <a:r>
            <a:rPr lang="ru-RU" b="0" i="0" dirty="0"/>
            <a:t> посади </a:t>
          </a:r>
          <a:r>
            <a:rPr lang="ru-RU" b="0" i="0" dirty="0" err="1"/>
            <a:t>гетьмана</a:t>
          </a:r>
          <a:endParaRPr lang="uk-UA" dirty="0"/>
        </a:p>
      </dgm:t>
    </dgm:pt>
    <dgm:pt modelId="{5C95700C-666F-4377-A110-BCA076F4736B}" type="parTrans" cxnId="{F94E7542-CBB1-43CD-A755-F91B07066D2E}">
      <dgm:prSet/>
      <dgm:spPr/>
      <dgm:t>
        <a:bodyPr/>
        <a:lstStyle/>
        <a:p>
          <a:endParaRPr lang="uk-UA"/>
        </a:p>
      </dgm:t>
    </dgm:pt>
    <dgm:pt modelId="{2E6F4128-5F06-4C17-B77C-78FE08C66CFF}" type="sibTrans" cxnId="{F94E7542-CBB1-43CD-A755-F91B07066D2E}">
      <dgm:prSet/>
      <dgm:spPr/>
      <dgm:t>
        <a:bodyPr/>
        <a:lstStyle/>
        <a:p>
          <a:endParaRPr lang="uk-UA"/>
        </a:p>
      </dgm:t>
    </dgm:pt>
    <dgm:pt modelId="{CBF98E44-ECCB-4B5D-9351-B688306694BB}">
      <dgm:prSet/>
      <dgm:spPr/>
      <dgm:t>
        <a:bodyPr/>
        <a:lstStyle/>
        <a:p>
          <a:r>
            <a:rPr lang="ru-RU" b="0" i="0" dirty="0" err="1"/>
            <a:t>існування</a:t>
          </a:r>
          <a:r>
            <a:rPr lang="ru-RU" b="0" i="0" dirty="0"/>
            <a:t> </a:t>
          </a:r>
          <a:r>
            <a:rPr lang="ru-RU" b="0" i="0" dirty="0" err="1"/>
            <a:t>полково</a:t>
          </a:r>
          <a:r>
            <a:rPr lang="ru-RU" b="0" i="0" dirty="0"/>
            <a:t>-сотенного устрою</a:t>
          </a:r>
          <a:endParaRPr lang="uk-UA" dirty="0"/>
        </a:p>
      </dgm:t>
    </dgm:pt>
    <dgm:pt modelId="{D4B7A1C1-458A-4D71-8150-18861B50E02C}" type="parTrans" cxnId="{0A55B5C4-8894-4CED-B0DC-606C28697E2C}">
      <dgm:prSet/>
      <dgm:spPr/>
      <dgm:t>
        <a:bodyPr/>
        <a:lstStyle/>
        <a:p>
          <a:endParaRPr lang="uk-UA"/>
        </a:p>
      </dgm:t>
    </dgm:pt>
    <dgm:pt modelId="{D0D6F99B-9602-46D2-8041-5BCFC4F36D66}" type="sibTrans" cxnId="{0A55B5C4-8894-4CED-B0DC-606C28697E2C}">
      <dgm:prSet/>
      <dgm:spPr/>
      <dgm:t>
        <a:bodyPr/>
        <a:lstStyle/>
        <a:p>
          <a:endParaRPr lang="uk-UA"/>
        </a:p>
      </dgm:t>
    </dgm:pt>
    <dgm:pt modelId="{102DE0AD-8198-46CA-883F-DC291A7A7C5E}">
      <dgm:prSet/>
      <dgm:spPr/>
      <dgm:t>
        <a:bodyPr/>
        <a:lstStyle/>
        <a:p>
          <a:r>
            <a:rPr lang="ru-RU" b="0" i="0" dirty="0" err="1"/>
            <a:t>зобов’язання</a:t>
          </a:r>
          <a:r>
            <a:rPr lang="ru-RU" b="0" i="0" dirty="0"/>
            <a:t> </a:t>
          </a:r>
          <a:r>
            <a:rPr lang="ru-RU" b="0" i="0" dirty="0" err="1"/>
            <a:t>українських</a:t>
          </a:r>
          <a:r>
            <a:rPr lang="ru-RU" b="0" i="0" dirty="0"/>
            <a:t> </a:t>
          </a:r>
          <a:r>
            <a:rPr lang="ru-RU" b="0" i="0" dirty="0" err="1"/>
            <a:t>переселенців</a:t>
          </a:r>
          <a:r>
            <a:rPr lang="ru-RU" b="0" i="0" dirty="0"/>
            <a:t> </a:t>
          </a:r>
          <a:r>
            <a:rPr lang="ru-RU" b="0" i="0" dirty="0" err="1"/>
            <a:t>сплачувати</a:t>
          </a:r>
          <a:r>
            <a:rPr lang="ru-RU" b="0" i="0" dirty="0"/>
            <a:t> </a:t>
          </a:r>
          <a:r>
            <a:rPr lang="ru-RU" b="0" i="0" dirty="0" err="1"/>
            <a:t>податок</a:t>
          </a:r>
          <a:r>
            <a:rPr lang="ru-RU" b="0" i="0" dirty="0"/>
            <a:t> на землю та </a:t>
          </a:r>
          <a:r>
            <a:rPr lang="ru-RU" b="0" i="0" dirty="0" err="1"/>
            <a:t>господарські</a:t>
          </a:r>
          <a:r>
            <a:rPr lang="ru-RU" b="0" i="0" dirty="0"/>
            <a:t> </a:t>
          </a:r>
          <a:r>
            <a:rPr lang="ru-RU" b="0" i="0" dirty="0" err="1"/>
            <a:t>промисли</a:t>
          </a:r>
          <a:endParaRPr lang="uk-UA" dirty="0"/>
        </a:p>
      </dgm:t>
    </dgm:pt>
    <dgm:pt modelId="{DF22F19F-8DF0-401A-8AF3-2E8B7972A132}" type="parTrans" cxnId="{9FF238DD-EF16-4019-8E55-22E1ADFE69F9}">
      <dgm:prSet/>
      <dgm:spPr/>
      <dgm:t>
        <a:bodyPr/>
        <a:lstStyle/>
        <a:p>
          <a:endParaRPr lang="uk-UA"/>
        </a:p>
      </dgm:t>
    </dgm:pt>
    <dgm:pt modelId="{426B55C4-6279-40BF-A701-71B412618253}" type="sibTrans" cxnId="{9FF238DD-EF16-4019-8E55-22E1ADFE69F9}">
      <dgm:prSet/>
      <dgm:spPr/>
      <dgm:t>
        <a:bodyPr/>
        <a:lstStyle/>
        <a:p>
          <a:endParaRPr lang="uk-UA"/>
        </a:p>
      </dgm:t>
    </dgm:pt>
    <dgm:pt modelId="{CD48CD39-2EB0-477F-85A9-D8FC4DC34439}" type="pres">
      <dgm:prSet presAssocID="{A99F0E4F-8688-4071-9E90-A1EE37821689}" presName="linear" presStyleCnt="0">
        <dgm:presLayoutVars>
          <dgm:animLvl val="lvl"/>
          <dgm:resizeHandles val="exact"/>
        </dgm:presLayoutVars>
      </dgm:prSet>
      <dgm:spPr/>
    </dgm:pt>
    <dgm:pt modelId="{479B2BC1-0902-41A5-9C2B-5A70AA739E6E}" type="pres">
      <dgm:prSet presAssocID="{6C8DCC8F-81C0-47B1-B412-897B9B8A07E6}" presName="parentText" presStyleLbl="node1" presStyleIdx="0" presStyleCnt="4">
        <dgm:presLayoutVars>
          <dgm:chMax val="0"/>
          <dgm:bulletEnabled val="1"/>
        </dgm:presLayoutVars>
      </dgm:prSet>
      <dgm:spPr/>
    </dgm:pt>
    <dgm:pt modelId="{0026EE39-8644-481A-9E82-8269BBB5C86D}" type="pres">
      <dgm:prSet presAssocID="{97DD1D3F-33BE-47B9-BB0E-2AB575D21F90}" presName="spacer" presStyleCnt="0"/>
      <dgm:spPr/>
    </dgm:pt>
    <dgm:pt modelId="{ADE9DA41-6C08-429E-8DA8-5863C711708F}" type="pres">
      <dgm:prSet presAssocID="{EB48AB6F-AEBA-4DB2-BAB4-431D17866ACE}" presName="parentText" presStyleLbl="node1" presStyleIdx="1" presStyleCnt="4">
        <dgm:presLayoutVars>
          <dgm:chMax val="0"/>
          <dgm:bulletEnabled val="1"/>
        </dgm:presLayoutVars>
      </dgm:prSet>
      <dgm:spPr/>
    </dgm:pt>
    <dgm:pt modelId="{E42FC42C-DC0C-4CAF-892C-7EBDB3D7AAFF}" type="pres">
      <dgm:prSet presAssocID="{2E6F4128-5F06-4C17-B77C-78FE08C66CFF}" presName="spacer" presStyleCnt="0"/>
      <dgm:spPr/>
    </dgm:pt>
    <dgm:pt modelId="{D28E8CFF-A7F6-4505-A68A-0FC3DDF01562}" type="pres">
      <dgm:prSet presAssocID="{CBF98E44-ECCB-4B5D-9351-B688306694BB}" presName="parentText" presStyleLbl="node1" presStyleIdx="2" presStyleCnt="4">
        <dgm:presLayoutVars>
          <dgm:chMax val="0"/>
          <dgm:bulletEnabled val="1"/>
        </dgm:presLayoutVars>
      </dgm:prSet>
      <dgm:spPr/>
    </dgm:pt>
    <dgm:pt modelId="{82807E0C-582B-4DA2-8AF3-949F036183D1}" type="pres">
      <dgm:prSet presAssocID="{D0D6F99B-9602-46D2-8041-5BCFC4F36D66}" presName="spacer" presStyleCnt="0"/>
      <dgm:spPr/>
    </dgm:pt>
    <dgm:pt modelId="{83FBB932-15AE-4EA5-B444-393E81CD6617}" type="pres">
      <dgm:prSet presAssocID="{102DE0AD-8198-46CA-883F-DC291A7A7C5E}" presName="parentText" presStyleLbl="node1" presStyleIdx="3" presStyleCnt="4">
        <dgm:presLayoutVars>
          <dgm:chMax val="0"/>
          <dgm:bulletEnabled val="1"/>
        </dgm:presLayoutVars>
      </dgm:prSet>
      <dgm:spPr/>
    </dgm:pt>
  </dgm:ptLst>
  <dgm:cxnLst>
    <dgm:cxn modelId="{D1418018-953F-4E26-8055-C104A5BB3FBA}" srcId="{A99F0E4F-8688-4071-9E90-A1EE37821689}" destId="{6C8DCC8F-81C0-47B1-B412-897B9B8A07E6}" srcOrd="0" destOrd="0" parTransId="{801EC448-DA33-4ED8-AFB8-E0E2AFDED815}" sibTransId="{97DD1D3F-33BE-47B9-BB0E-2AB575D21F90}"/>
    <dgm:cxn modelId="{BAD7972E-6ED5-45CF-BC02-D738492D226B}" type="presOf" srcId="{EB48AB6F-AEBA-4DB2-BAB4-431D17866ACE}" destId="{ADE9DA41-6C08-429E-8DA8-5863C711708F}" srcOrd="0" destOrd="0" presId="urn:microsoft.com/office/officeart/2005/8/layout/vList2"/>
    <dgm:cxn modelId="{A5CEAC37-C28D-4232-B77E-B1DAF91BCDB7}" type="presOf" srcId="{102DE0AD-8198-46CA-883F-DC291A7A7C5E}" destId="{83FBB932-15AE-4EA5-B444-393E81CD6617}" srcOrd="0" destOrd="0" presId="urn:microsoft.com/office/officeart/2005/8/layout/vList2"/>
    <dgm:cxn modelId="{4E70A05C-AB06-48A8-B304-507453075C17}" type="presOf" srcId="{6C8DCC8F-81C0-47B1-B412-897B9B8A07E6}" destId="{479B2BC1-0902-41A5-9C2B-5A70AA739E6E}" srcOrd="0" destOrd="0" presId="urn:microsoft.com/office/officeart/2005/8/layout/vList2"/>
    <dgm:cxn modelId="{F94E7542-CBB1-43CD-A755-F91B07066D2E}" srcId="{A99F0E4F-8688-4071-9E90-A1EE37821689}" destId="{EB48AB6F-AEBA-4DB2-BAB4-431D17866ACE}" srcOrd="1" destOrd="0" parTransId="{5C95700C-666F-4377-A110-BCA076F4736B}" sibTransId="{2E6F4128-5F06-4C17-B77C-78FE08C66CFF}"/>
    <dgm:cxn modelId="{F730364F-29A4-47F6-9D8B-B8E59D789018}" type="presOf" srcId="{CBF98E44-ECCB-4B5D-9351-B688306694BB}" destId="{D28E8CFF-A7F6-4505-A68A-0FC3DDF01562}" srcOrd="0" destOrd="0" presId="urn:microsoft.com/office/officeart/2005/8/layout/vList2"/>
    <dgm:cxn modelId="{2A570F98-B8C9-4AFA-B32D-6D6CD2C36A98}" type="presOf" srcId="{A99F0E4F-8688-4071-9E90-A1EE37821689}" destId="{CD48CD39-2EB0-477F-85A9-D8FC4DC34439}" srcOrd="0" destOrd="0" presId="urn:microsoft.com/office/officeart/2005/8/layout/vList2"/>
    <dgm:cxn modelId="{0A55B5C4-8894-4CED-B0DC-606C28697E2C}" srcId="{A99F0E4F-8688-4071-9E90-A1EE37821689}" destId="{CBF98E44-ECCB-4B5D-9351-B688306694BB}" srcOrd="2" destOrd="0" parTransId="{D4B7A1C1-458A-4D71-8150-18861B50E02C}" sibTransId="{D0D6F99B-9602-46D2-8041-5BCFC4F36D66}"/>
    <dgm:cxn modelId="{9FF238DD-EF16-4019-8E55-22E1ADFE69F9}" srcId="{A99F0E4F-8688-4071-9E90-A1EE37821689}" destId="{102DE0AD-8198-46CA-883F-DC291A7A7C5E}" srcOrd="3" destOrd="0" parTransId="{DF22F19F-8DF0-401A-8AF3-2E8B7972A132}" sibTransId="{426B55C4-6279-40BF-A701-71B412618253}"/>
    <dgm:cxn modelId="{ADED7179-99C2-4B2E-8CDC-95BD1E1426B5}" type="presParOf" srcId="{CD48CD39-2EB0-477F-85A9-D8FC4DC34439}" destId="{479B2BC1-0902-41A5-9C2B-5A70AA739E6E}" srcOrd="0" destOrd="0" presId="urn:microsoft.com/office/officeart/2005/8/layout/vList2"/>
    <dgm:cxn modelId="{D3755DDF-B19A-4907-91C7-6D56F66DF085}" type="presParOf" srcId="{CD48CD39-2EB0-477F-85A9-D8FC4DC34439}" destId="{0026EE39-8644-481A-9E82-8269BBB5C86D}" srcOrd="1" destOrd="0" presId="urn:microsoft.com/office/officeart/2005/8/layout/vList2"/>
    <dgm:cxn modelId="{E9C24CCD-3CDA-4FCD-A441-777AE389B198}" type="presParOf" srcId="{CD48CD39-2EB0-477F-85A9-D8FC4DC34439}" destId="{ADE9DA41-6C08-429E-8DA8-5863C711708F}" srcOrd="2" destOrd="0" presId="urn:microsoft.com/office/officeart/2005/8/layout/vList2"/>
    <dgm:cxn modelId="{1733A769-60F9-4B8C-9BFD-1C21F15B9EA5}" type="presParOf" srcId="{CD48CD39-2EB0-477F-85A9-D8FC4DC34439}" destId="{E42FC42C-DC0C-4CAF-892C-7EBDB3D7AAFF}" srcOrd="3" destOrd="0" presId="urn:microsoft.com/office/officeart/2005/8/layout/vList2"/>
    <dgm:cxn modelId="{08446BD0-EB16-489E-96D1-D1805CE57624}" type="presParOf" srcId="{CD48CD39-2EB0-477F-85A9-D8FC4DC34439}" destId="{D28E8CFF-A7F6-4505-A68A-0FC3DDF01562}" srcOrd="4" destOrd="0" presId="urn:microsoft.com/office/officeart/2005/8/layout/vList2"/>
    <dgm:cxn modelId="{DDBF39DF-6C9E-420C-9C6E-693008E5F711}" type="presParOf" srcId="{CD48CD39-2EB0-477F-85A9-D8FC4DC34439}" destId="{82807E0C-582B-4DA2-8AF3-949F036183D1}" srcOrd="5" destOrd="0" presId="urn:microsoft.com/office/officeart/2005/8/layout/vList2"/>
    <dgm:cxn modelId="{4AD52B3D-26CA-4B3C-9F3D-B6105E58AD9D}" type="presParOf" srcId="{CD48CD39-2EB0-477F-85A9-D8FC4DC34439}" destId="{83FBB932-15AE-4EA5-B444-393E81CD661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8190885-4A2C-4C00-A5ED-A97A3E72A5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0D2D504-C331-4C9E-B3B4-6D33346D4E2B}">
      <dgm:prSet/>
      <dgm:spPr/>
      <dgm:t>
        <a:bodyPr/>
        <a:lstStyle/>
        <a:p>
          <a:r>
            <a:rPr lang="ru-RU" dirty="0" err="1"/>
            <a:t>поширення</a:t>
          </a:r>
          <a:r>
            <a:rPr lang="ru-RU" dirty="0"/>
            <a:t> в </a:t>
          </a:r>
          <a:r>
            <a:rPr lang="ru-RU" dirty="0" err="1"/>
            <a:t>більшості</a:t>
          </a:r>
          <a:r>
            <a:rPr lang="ru-RU" dirty="0"/>
            <a:t> </a:t>
          </a:r>
          <a:r>
            <a:rPr lang="ru-RU" dirty="0" err="1"/>
            <a:t>міст</a:t>
          </a:r>
          <a:r>
            <a:rPr lang="ru-RU" dirty="0"/>
            <a:t> </a:t>
          </a:r>
          <a:r>
            <a:rPr lang="ru-RU" dirty="0" err="1"/>
            <a:t>магдебурзького</a:t>
          </a:r>
          <a:r>
            <a:rPr lang="ru-RU" dirty="0"/>
            <a:t> права</a:t>
          </a:r>
          <a:endParaRPr lang="uk-UA" dirty="0"/>
        </a:p>
      </dgm:t>
    </dgm:pt>
    <dgm:pt modelId="{82645353-BEB0-471F-AE83-761B130A9A17}" type="parTrans" cxnId="{5FF6AC7D-E92F-4A0B-9EE2-115847D727A6}">
      <dgm:prSet/>
      <dgm:spPr/>
      <dgm:t>
        <a:bodyPr/>
        <a:lstStyle/>
        <a:p>
          <a:endParaRPr lang="uk-UA"/>
        </a:p>
      </dgm:t>
    </dgm:pt>
    <dgm:pt modelId="{5233A8A2-D2A5-414E-BA90-C81E19BE9BC6}" type="sibTrans" cxnId="{5FF6AC7D-E92F-4A0B-9EE2-115847D727A6}">
      <dgm:prSet/>
      <dgm:spPr/>
      <dgm:t>
        <a:bodyPr/>
        <a:lstStyle/>
        <a:p>
          <a:endParaRPr lang="uk-UA"/>
        </a:p>
      </dgm:t>
    </dgm:pt>
    <dgm:pt modelId="{2C9DDA1A-9604-48C4-95BC-62D4AF67225B}">
      <dgm:prSet/>
      <dgm:spPr/>
      <dgm:t>
        <a:bodyPr/>
        <a:lstStyle/>
        <a:p>
          <a:r>
            <a:rPr lang="ru-RU"/>
            <a:t>заборона московським «служилим людям» бути власниками земельних ділянок</a:t>
          </a:r>
          <a:endParaRPr lang="uk-UA"/>
        </a:p>
      </dgm:t>
    </dgm:pt>
    <dgm:pt modelId="{FFAB87DF-9E2F-4F17-8E51-85B2568A1BCE}" type="parTrans" cxnId="{DAD6E9F3-2D8F-4420-B271-C5DBF662AF46}">
      <dgm:prSet/>
      <dgm:spPr/>
      <dgm:t>
        <a:bodyPr/>
        <a:lstStyle/>
        <a:p>
          <a:endParaRPr lang="uk-UA"/>
        </a:p>
      </dgm:t>
    </dgm:pt>
    <dgm:pt modelId="{65D51B99-7844-4288-93FE-207C82B88134}" type="sibTrans" cxnId="{DAD6E9F3-2D8F-4420-B271-C5DBF662AF46}">
      <dgm:prSet/>
      <dgm:spPr/>
      <dgm:t>
        <a:bodyPr/>
        <a:lstStyle/>
        <a:p>
          <a:endParaRPr lang="uk-UA"/>
        </a:p>
      </dgm:t>
    </dgm:pt>
    <dgm:pt modelId="{FC1B11F2-5F52-4748-B41D-B930D7E8E544}">
      <dgm:prSet/>
      <dgm:spPr/>
      <dgm:t>
        <a:bodyPr/>
        <a:lstStyle/>
        <a:p>
          <a:r>
            <a:rPr lang="ru-RU" dirty="0" err="1"/>
            <a:t>використання</a:t>
          </a:r>
          <a:r>
            <a:rPr lang="ru-RU" dirty="0"/>
            <a:t> в </a:t>
          </a:r>
          <a:r>
            <a:rPr lang="ru-RU" dirty="0" err="1"/>
            <a:t>сільськогосподарському</a:t>
          </a:r>
          <a:r>
            <a:rPr lang="ru-RU" dirty="0"/>
            <a:t> </a:t>
          </a:r>
          <a:r>
            <a:rPr lang="ru-RU" dirty="0" err="1"/>
            <a:t>виробництві</a:t>
          </a:r>
          <a:r>
            <a:rPr lang="ru-RU" dirty="0"/>
            <a:t> </a:t>
          </a:r>
          <a:r>
            <a:rPr lang="ru-RU" dirty="0" err="1"/>
            <a:t>праці</a:t>
          </a:r>
          <a:r>
            <a:rPr lang="ru-RU" dirty="0"/>
            <a:t> </a:t>
          </a:r>
          <a:r>
            <a:rPr lang="ru-RU" dirty="0" err="1"/>
            <a:t>кріпосних</a:t>
          </a:r>
          <a:r>
            <a:rPr lang="ru-RU" dirty="0"/>
            <a:t> селян</a:t>
          </a:r>
          <a:endParaRPr lang="uk-UA" dirty="0"/>
        </a:p>
      </dgm:t>
    </dgm:pt>
    <dgm:pt modelId="{FCBEA8EF-46C3-475B-8B00-B953830F2990}" type="parTrans" cxnId="{C9DF69AE-32DF-4DEB-B128-20F91149EF49}">
      <dgm:prSet/>
      <dgm:spPr/>
      <dgm:t>
        <a:bodyPr/>
        <a:lstStyle/>
        <a:p>
          <a:endParaRPr lang="uk-UA"/>
        </a:p>
      </dgm:t>
    </dgm:pt>
    <dgm:pt modelId="{A9B45A90-ABE9-4C73-857D-E8DA33C0A507}" type="sibTrans" cxnId="{C9DF69AE-32DF-4DEB-B128-20F91149EF49}">
      <dgm:prSet/>
      <dgm:spPr/>
      <dgm:t>
        <a:bodyPr/>
        <a:lstStyle/>
        <a:p>
          <a:endParaRPr lang="uk-UA"/>
        </a:p>
      </dgm:t>
    </dgm:pt>
    <dgm:pt modelId="{0438178F-7ED3-4E0C-BAB1-BAAB580A72E5}" type="pres">
      <dgm:prSet presAssocID="{98190885-4A2C-4C00-A5ED-A97A3E72A5E8}" presName="linear" presStyleCnt="0">
        <dgm:presLayoutVars>
          <dgm:animLvl val="lvl"/>
          <dgm:resizeHandles val="exact"/>
        </dgm:presLayoutVars>
      </dgm:prSet>
      <dgm:spPr/>
    </dgm:pt>
    <dgm:pt modelId="{FB60BE85-D91C-45E5-90B4-BEDFFCAB6040}" type="pres">
      <dgm:prSet presAssocID="{A0D2D504-C331-4C9E-B3B4-6D33346D4E2B}" presName="parentText" presStyleLbl="node1" presStyleIdx="0" presStyleCnt="3">
        <dgm:presLayoutVars>
          <dgm:chMax val="0"/>
          <dgm:bulletEnabled val="1"/>
        </dgm:presLayoutVars>
      </dgm:prSet>
      <dgm:spPr/>
    </dgm:pt>
    <dgm:pt modelId="{633F949C-F491-40F7-A28C-4C0C18FA7B66}" type="pres">
      <dgm:prSet presAssocID="{5233A8A2-D2A5-414E-BA90-C81E19BE9BC6}" presName="spacer" presStyleCnt="0"/>
      <dgm:spPr/>
    </dgm:pt>
    <dgm:pt modelId="{5E87100D-DBD1-4E5A-BAB6-082E0EB3AB0E}" type="pres">
      <dgm:prSet presAssocID="{2C9DDA1A-9604-48C4-95BC-62D4AF67225B}" presName="parentText" presStyleLbl="node1" presStyleIdx="1" presStyleCnt="3">
        <dgm:presLayoutVars>
          <dgm:chMax val="0"/>
          <dgm:bulletEnabled val="1"/>
        </dgm:presLayoutVars>
      </dgm:prSet>
      <dgm:spPr/>
    </dgm:pt>
    <dgm:pt modelId="{2DC7B67D-EF52-48DA-8593-8B5600C2D40D}" type="pres">
      <dgm:prSet presAssocID="{65D51B99-7844-4288-93FE-207C82B88134}" presName="spacer" presStyleCnt="0"/>
      <dgm:spPr/>
    </dgm:pt>
    <dgm:pt modelId="{19E60468-19AC-4038-B15E-408397130E66}" type="pres">
      <dgm:prSet presAssocID="{FC1B11F2-5F52-4748-B41D-B930D7E8E544}" presName="parentText" presStyleLbl="node1" presStyleIdx="2" presStyleCnt="3">
        <dgm:presLayoutVars>
          <dgm:chMax val="0"/>
          <dgm:bulletEnabled val="1"/>
        </dgm:presLayoutVars>
      </dgm:prSet>
      <dgm:spPr/>
    </dgm:pt>
  </dgm:ptLst>
  <dgm:cxnLst>
    <dgm:cxn modelId="{440ECF19-9134-4415-87ED-43097C0DDC9D}" type="presOf" srcId="{2C9DDA1A-9604-48C4-95BC-62D4AF67225B}" destId="{5E87100D-DBD1-4E5A-BAB6-082E0EB3AB0E}" srcOrd="0" destOrd="0" presId="urn:microsoft.com/office/officeart/2005/8/layout/vList2"/>
    <dgm:cxn modelId="{39219870-2756-4321-817A-9DF787C4E14D}" type="presOf" srcId="{FC1B11F2-5F52-4748-B41D-B930D7E8E544}" destId="{19E60468-19AC-4038-B15E-408397130E66}" srcOrd="0" destOrd="0" presId="urn:microsoft.com/office/officeart/2005/8/layout/vList2"/>
    <dgm:cxn modelId="{5FF6AC7D-E92F-4A0B-9EE2-115847D727A6}" srcId="{98190885-4A2C-4C00-A5ED-A97A3E72A5E8}" destId="{A0D2D504-C331-4C9E-B3B4-6D33346D4E2B}" srcOrd="0" destOrd="0" parTransId="{82645353-BEB0-471F-AE83-761B130A9A17}" sibTransId="{5233A8A2-D2A5-414E-BA90-C81E19BE9BC6}"/>
    <dgm:cxn modelId="{0CB0168F-68E9-4117-BAB7-B8E1803076C8}" type="presOf" srcId="{A0D2D504-C331-4C9E-B3B4-6D33346D4E2B}" destId="{FB60BE85-D91C-45E5-90B4-BEDFFCAB6040}" srcOrd="0" destOrd="0" presId="urn:microsoft.com/office/officeart/2005/8/layout/vList2"/>
    <dgm:cxn modelId="{C894A9A0-3CAB-43DA-830E-1A0E556B950D}" type="presOf" srcId="{98190885-4A2C-4C00-A5ED-A97A3E72A5E8}" destId="{0438178F-7ED3-4E0C-BAB1-BAAB580A72E5}" srcOrd="0" destOrd="0" presId="urn:microsoft.com/office/officeart/2005/8/layout/vList2"/>
    <dgm:cxn modelId="{C9DF69AE-32DF-4DEB-B128-20F91149EF49}" srcId="{98190885-4A2C-4C00-A5ED-A97A3E72A5E8}" destId="{FC1B11F2-5F52-4748-B41D-B930D7E8E544}" srcOrd="2" destOrd="0" parTransId="{FCBEA8EF-46C3-475B-8B00-B953830F2990}" sibTransId="{A9B45A90-ABE9-4C73-857D-E8DA33C0A507}"/>
    <dgm:cxn modelId="{DAD6E9F3-2D8F-4420-B271-C5DBF662AF46}" srcId="{98190885-4A2C-4C00-A5ED-A97A3E72A5E8}" destId="{2C9DDA1A-9604-48C4-95BC-62D4AF67225B}" srcOrd="1" destOrd="0" parTransId="{FFAB87DF-9E2F-4F17-8E51-85B2568A1BCE}" sibTransId="{65D51B99-7844-4288-93FE-207C82B88134}"/>
    <dgm:cxn modelId="{49EA6EFA-3DC6-4386-974B-9886EFE8248A}" type="presParOf" srcId="{0438178F-7ED3-4E0C-BAB1-BAAB580A72E5}" destId="{FB60BE85-D91C-45E5-90B4-BEDFFCAB6040}" srcOrd="0" destOrd="0" presId="urn:microsoft.com/office/officeart/2005/8/layout/vList2"/>
    <dgm:cxn modelId="{60EEA775-6C0E-4CF9-8551-F0149EEDF7DB}" type="presParOf" srcId="{0438178F-7ED3-4E0C-BAB1-BAAB580A72E5}" destId="{633F949C-F491-40F7-A28C-4C0C18FA7B66}" srcOrd="1" destOrd="0" presId="urn:microsoft.com/office/officeart/2005/8/layout/vList2"/>
    <dgm:cxn modelId="{95C5DF02-B0E0-4525-B280-F323497B9D3B}" type="presParOf" srcId="{0438178F-7ED3-4E0C-BAB1-BAAB580A72E5}" destId="{5E87100D-DBD1-4E5A-BAB6-082E0EB3AB0E}" srcOrd="2" destOrd="0" presId="urn:microsoft.com/office/officeart/2005/8/layout/vList2"/>
    <dgm:cxn modelId="{F3E7B161-C071-4FD8-9EA2-7099DC23F3FF}" type="presParOf" srcId="{0438178F-7ED3-4E0C-BAB1-BAAB580A72E5}" destId="{2DC7B67D-EF52-48DA-8593-8B5600C2D40D}" srcOrd="3" destOrd="0" presId="urn:microsoft.com/office/officeart/2005/8/layout/vList2"/>
    <dgm:cxn modelId="{40C0A33C-E108-4DF0-A5BC-8A786633E4E5}" type="presParOf" srcId="{0438178F-7ED3-4E0C-BAB1-BAAB580A72E5}" destId="{19E60468-19AC-4038-B15E-408397130E66}"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88737F20-81DE-48CD-9B91-D8A6C15DC6A3}"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0A23E78F-3A8D-45AA-B992-2D9FFD515C6D}">
      <dgm:prSet/>
      <dgm:spPr/>
      <dgm:t>
        <a:bodyPr/>
        <a:lstStyle/>
        <a:p>
          <a:r>
            <a:rPr lang="ru-RU" b="0" i="0"/>
            <a:t>причини.</a:t>
          </a:r>
          <a:endParaRPr lang="uk-UA"/>
        </a:p>
      </dgm:t>
    </dgm:pt>
    <dgm:pt modelId="{B9D0C0F5-C1BB-447B-9298-A886793E0F43}" type="parTrans" cxnId="{8B5307C4-7D8B-473D-8D87-B0B040DB21B6}">
      <dgm:prSet/>
      <dgm:spPr/>
      <dgm:t>
        <a:bodyPr/>
        <a:lstStyle/>
        <a:p>
          <a:endParaRPr lang="uk-UA"/>
        </a:p>
      </dgm:t>
    </dgm:pt>
    <dgm:pt modelId="{365B2A72-E8F9-4B14-90DA-08239E7A9FF4}" type="sibTrans" cxnId="{8B5307C4-7D8B-473D-8D87-B0B040DB21B6}">
      <dgm:prSet/>
      <dgm:spPr/>
      <dgm:t>
        <a:bodyPr/>
        <a:lstStyle/>
        <a:p>
          <a:endParaRPr lang="uk-UA"/>
        </a:p>
      </dgm:t>
    </dgm:pt>
    <dgm:pt modelId="{AF725C15-D954-4F0C-B35D-67448797BD37}">
      <dgm:prSet/>
      <dgm:spPr/>
      <dgm:t>
        <a:bodyPr/>
        <a:lstStyle/>
        <a:p>
          <a:r>
            <a:rPr lang="ru-RU" b="0" i="0" dirty="0" err="1"/>
            <a:t>наслідки</a:t>
          </a:r>
          <a:r>
            <a:rPr lang="ru-RU" b="0" i="0" dirty="0"/>
            <a:t>.</a:t>
          </a:r>
          <a:endParaRPr lang="uk-UA" dirty="0"/>
        </a:p>
      </dgm:t>
    </dgm:pt>
    <dgm:pt modelId="{7B2CAB55-D02B-4877-8018-BD7E01564EB6}" type="parTrans" cxnId="{14215BFE-0188-4A11-A6BA-662A45915C8A}">
      <dgm:prSet/>
      <dgm:spPr/>
      <dgm:t>
        <a:bodyPr/>
        <a:lstStyle/>
        <a:p>
          <a:endParaRPr lang="uk-UA"/>
        </a:p>
      </dgm:t>
    </dgm:pt>
    <dgm:pt modelId="{6945C61F-6C57-4A3B-B5D2-E9301E47EA7B}" type="sibTrans" cxnId="{14215BFE-0188-4A11-A6BA-662A45915C8A}">
      <dgm:prSet/>
      <dgm:spPr/>
      <dgm:t>
        <a:bodyPr/>
        <a:lstStyle/>
        <a:p>
          <a:endParaRPr lang="uk-UA"/>
        </a:p>
      </dgm:t>
    </dgm:pt>
    <dgm:pt modelId="{3033AE00-51E8-4395-ACF6-3BD1CB92C18D}">
      <dgm:prSet/>
      <dgm:spPr/>
      <dgm:t>
        <a:bodyPr/>
        <a:lstStyle/>
        <a:p>
          <a:r>
            <a:rPr lang="ru-RU" b="0" i="0"/>
            <a:t>історичне значення.</a:t>
          </a:r>
          <a:endParaRPr lang="uk-UA"/>
        </a:p>
      </dgm:t>
    </dgm:pt>
    <dgm:pt modelId="{167E139B-EF11-4067-8F32-C544454E59EF}" type="parTrans" cxnId="{AA6D53D5-76E1-4832-B7E9-F59B0FB36038}">
      <dgm:prSet/>
      <dgm:spPr/>
      <dgm:t>
        <a:bodyPr/>
        <a:lstStyle/>
        <a:p>
          <a:endParaRPr lang="uk-UA"/>
        </a:p>
      </dgm:t>
    </dgm:pt>
    <dgm:pt modelId="{1CCABCCF-9159-416A-8F4D-37B832F177A4}" type="sibTrans" cxnId="{AA6D53D5-76E1-4832-B7E9-F59B0FB36038}">
      <dgm:prSet/>
      <dgm:spPr/>
      <dgm:t>
        <a:bodyPr/>
        <a:lstStyle/>
        <a:p>
          <a:endParaRPr lang="uk-UA"/>
        </a:p>
      </dgm:t>
    </dgm:pt>
    <dgm:pt modelId="{A9A5450E-5CB4-4DAA-AAEF-79DC03E4C7A1}">
      <dgm:prSet/>
      <dgm:spPr/>
      <dgm:t>
        <a:bodyPr/>
        <a:lstStyle/>
        <a:p>
          <a:r>
            <a:rPr lang="ru-RU" b="0" i="0" dirty="0" err="1"/>
            <a:t>події</a:t>
          </a:r>
          <a:r>
            <a:rPr lang="ru-RU" b="0" i="0" dirty="0"/>
            <a:t>.</a:t>
          </a:r>
          <a:endParaRPr lang="uk-UA" dirty="0"/>
        </a:p>
      </dgm:t>
    </dgm:pt>
    <dgm:pt modelId="{EA7B2135-B173-4F47-8EE5-1093C5E330E5}" type="parTrans" cxnId="{0875F904-FDF8-4AB3-9EB0-1BC3CDE94FEA}">
      <dgm:prSet/>
      <dgm:spPr/>
      <dgm:t>
        <a:bodyPr/>
        <a:lstStyle/>
        <a:p>
          <a:endParaRPr lang="uk-UA"/>
        </a:p>
      </dgm:t>
    </dgm:pt>
    <dgm:pt modelId="{E484A83F-D9F3-4A2C-8B0D-0BEF3F8EC846}" type="sibTrans" cxnId="{0875F904-FDF8-4AB3-9EB0-1BC3CDE94FEA}">
      <dgm:prSet/>
      <dgm:spPr/>
      <dgm:t>
        <a:bodyPr/>
        <a:lstStyle/>
        <a:p>
          <a:endParaRPr lang="uk-UA"/>
        </a:p>
      </dgm:t>
    </dgm:pt>
    <dgm:pt modelId="{254344FE-486F-4709-AC1D-A753685E9F69}" type="pres">
      <dgm:prSet presAssocID="{88737F20-81DE-48CD-9B91-D8A6C15DC6A3}" presName="matrix" presStyleCnt="0">
        <dgm:presLayoutVars>
          <dgm:chMax val="1"/>
          <dgm:dir/>
          <dgm:resizeHandles val="exact"/>
        </dgm:presLayoutVars>
      </dgm:prSet>
      <dgm:spPr/>
    </dgm:pt>
    <dgm:pt modelId="{7B420A58-88C4-4FB6-B97B-1FD0AB5C5647}" type="pres">
      <dgm:prSet presAssocID="{88737F20-81DE-48CD-9B91-D8A6C15DC6A3}" presName="diamond" presStyleLbl="bgShp" presStyleIdx="0" presStyleCnt="1"/>
      <dgm:spPr/>
    </dgm:pt>
    <dgm:pt modelId="{1345F1C2-5DE1-4C75-BFFC-46D8F5AB4F39}" type="pres">
      <dgm:prSet presAssocID="{88737F20-81DE-48CD-9B91-D8A6C15DC6A3}" presName="quad1" presStyleLbl="node1" presStyleIdx="0" presStyleCnt="4">
        <dgm:presLayoutVars>
          <dgm:chMax val="0"/>
          <dgm:chPref val="0"/>
          <dgm:bulletEnabled val="1"/>
        </dgm:presLayoutVars>
      </dgm:prSet>
      <dgm:spPr/>
    </dgm:pt>
    <dgm:pt modelId="{EABA5ECE-DB96-4DE5-84B9-5549144011C7}" type="pres">
      <dgm:prSet presAssocID="{88737F20-81DE-48CD-9B91-D8A6C15DC6A3}" presName="quad2" presStyleLbl="node1" presStyleIdx="1" presStyleCnt="4">
        <dgm:presLayoutVars>
          <dgm:chMax val="0"/>
          <dgm:chPref val="0"/>
          <dgm:bulletEnabled val="1"/>
        </dgm:presLayoutVars>
      </dgm:prSet>
      <dgm:spPr/>
    </dgm:pt>
    <dgm:pt modelId="{500C1DAA-8E88-4F9C-A32C-EB26081734A5}" type="pres">
      <dgm:prSet presAssocID="{88737F20-81DE-48CD-9B91-D8A6C15DC6A3}" presName="quad3" presStyleLbl="node1" presStyleIdx="2" presStyleCnt="4">
        <dgm:presLayoutVars>
          <dgm:chMax val="0"/>
          <dgm:chPref val="0"/>
          <dgm:bulletEnabled val="1"/>
        </dgm:presLayoutVars>
      </dgm:prSet>
      <dgm:spPr/>
    </dgm:pt>
    <dgm:pt modelId="{77F6BCED-3012-4FF4-BC02-E5F168C3B693}" type="pres">
      <dgm:prSet presAssocID="{88737F20-81DE-48CD-9B91-D8A6C15DC6A3}" presName="quad4" presStyleLbl="node1" presStyleIdx="3" presStyleCnt="4">
        <dgm:presLayoutVars>
          <dgm:chMax val="0"/>
          <dgm:chPref val="0"/>
          <dgm:bulletEnabled val="1"/>
        </dgm:presLayoutVars>
      </dgm:prSet>
      <dgm:spPr/>
    </dgm:pt>
  </dgm:ptLst>
  <dgm:cxnLst>
    <dgm:cxn modelId="{0875F904-FDF8-4AB3-9EB0-1BC3CDE94FEA}" srcId="{88737F20-81DE-48CD-9B91-D8A6C15DC6A3}" destId="{A9A5450E-5CB4-4DAA-AAEF-79DC03E4C7A1}" srcOrd="3" destOrd="0" parTransId="{EA7B2135-B173-4F47-8EE5-1093C5E330E5}" sibTransId="{E484A83F-D9F3-4A2C-8B0D-0BEF3F8EC846}"/>
    <dgm:cxn modelId="{D233A627-89B3-433D-A318-DCEB2E91E9C3}" type="presOf" srcId="{AF725C15-D954-4F0C-B35D-67448797BD37}" destId="{EABA5ECE-DB96-4DE5-84B9-5549144011C7}" srcOrd="0" destOrd="0" presId="urn:microsoft.com/office/officeart/2005/8/layout/matrix3"/>
    <dgm:cxn modelId="{51A0525D-3698-458E-8B0B-CA2444742D3E}" type="presOf" srcId="{A9A5450E-5CB4-4DAA-AAEF-79DC03E4C7A1}" destId="{77F6BCED-3012-4FF4-BC02-E5F168C3B693}" srcOrd="0" destOrd="0" presId="urn:microsoft.com/office/officeart/2005/8/layout/matrix3"/>
    <dgm:cxn modelId="{27B4FB87-A268-49A0-A205-43E645561225}" type="presOf" srcId="{3033AE00-51E8-4395-ACF6-3BD1CB92C18D}" destId="{500C1DAA-8E88-4F9C-A32C-EB26081734A5}" srcOrd="0" destOrd="0" presId="urn:microsoft.com/office/officeart/2005/8/layout/matrix3"/>
    <dgm:cxn modelId="{93A0D694-DDFE-43CF-A134-34B448DBB024}" type="presOf" srcId="{0A23E78F-3A8D-45AA-B992-2D9FFD515C6D}" destId="{1345F1C2-5DE1-4C75-BFFC-46D8F5AB4F39}" srcOrd="0" destOrd="0" presId="urn:microsoft.com/office/officeart/2005/8/layout/matrix3"/>
    <dgm:cxn modelId="{8B5307C4-7D8B-473D-8D87-B0B040DB21B6}" srcId="{88737F20-81DE-48CD-9B91-D8A6C15DC6A3}" destId="{0A23E78F-3A8D-45AA-B992-2D9FFD515C6D}" srcOrd="0" destOrd="0" parTransId="{B9D0C0F5-C1BB-447B-9298-A886793E0F43}" sibTransId="{365B2A72-E8F9-4B14-90DA-08239E7A9FF4}"/>
    <dgm:cxn modelId="{AA6D53D5-76E1-4832-B7E9-F59B0FB36038}" srcId="{88737F20-81DE-48CD-9B91-D8A6C15DC6A3}" destId="{3033AE00-51E8-4395-ACF6-3BD1CB92C18D}" srcOrd="2" destOrd="0" parTransId="{167E139B-EF11-4067-8F32-C544454E59EF}" sibTransId="{1CCABCCF-9159-416A-8F4D-37B832F177A4}"/>
    <dgm:cxn modelId="{19AAABDC-9492-4B33-AB4A-36AA7764603E}" type="presOf" srcId="{88737F20-81DE-48CD-9B91-D8A6C15DC6A3}" destId="{254344FE-486F-4709-AC1D-A753685E9F69}" srcOrd="0" destOrd="0" presId="urn:microsoft.com/office/officeart/2005/8/layout/matrix3"/>
    <dgm:cxn modelId="{14215BFE-0188-4A11-A6BA-662A45915C8A}" srcId="{88737F20-81DE-48CD-9B91-D8A6C15DC6A3}" destId="{AF725C15-D954-4F0C-B35D-67448797BD37}" srcOrd="1" destOrd="0" parTransId="{7B2CAB55-D02B-4877-8018-BD7E01564EB6}" sibTransId="{6945C61F-6C57-4A3B-B5D2-E9301E47EA7B}"/>
    <dgm:cxn modelId="{EC75755E-B966-4654-B5F7-DD019F4F5A3E}" type="presParOf" srcId="{254344FE-486F-4709-AC1D-A753685E9F69}" destId="{7B420A58-88C4-4FB6-B97B-1FD0AB5C5647}" srcOrd="0" destOrd="0" presId="urn:microsoft.com/office/officeart/2005/8/layout/matrix3"/>
    <dgm:cxn modelId="{49514690-3F32-4761-B727-C4177C503914}" type="presParOf" srcId="{254344FE-486F-4709-AC1D-A753685E9F69}" destId="{1345F1C2-5DE1-4C75-BFFC-46D8F5AB4F39}" srcOrd="1" destOrd="0" presId="urn:microsoft.com/office/officeart/2005/8/layout/matrix3"/>
    <dgm:cxn modelId="{26F0272D-F51F-465A-9EAE-7DAD8AA5EAF8}" type="presParOf" srcId="{254344FE-486F-4709-AC1D-A753685E9F69}" destId="{EABA5ECE-DB96-4DE5-84B9-5549144011C7}" srcOrd="2" destOrd="0" presId="urn:microsoft.com/office/officeart/2005/8/layout/matrix3"/>
    <dgm:cxn modelId="{52FA00E3-2B31-4159-BE29-41A3C94D1DD4}" type="presParOf" srcId="{254344FE-486F-4709-AC1D-A753685E9F69}" destId="{500C1DAA-8E88-4F9C-A32C-EB26081734A5}" srcOrd="3" destOrd="0" presId="urn:microsoft.com/office/officeart/2005/8/layout/matrix3"/>
    <dgm:cxn modelId="{774832E7-C605-491D-84E6-066B654FA570}" type="presParOf" srcId="{254344FE-486F-4709-AC1D-A753685E9F69}" destId="{77F6BCED-3012-4FF4-BC02-E5F168C3B69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F8F6769-5FCB-40B0-A1C5-79FE5E1EAE91}"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E1205ECF-9171-4620-9F34-3DE89D6F12F0}">
      <dgm:prSet/>
      <dgm:spPr/>
      <dgm:t>
        <a:bodyPr/>
        <a:lstStyle/>
        <a:p>
          <a:r>
            <a:rPr lang="ru-RU" b="0" i="0" dirty="0" err="1"/>
            <a:t>Генеральна</a:t>
          </a:r>
          <a:r>
            <a:rPr lang="ru-RU" b="0" i="0" dirty="0"/>
            <a:t> </a:t>
          </a:r>
          <a:r>
            <a:rPr lang="ru-RU" b="0" i="0" dirty="0" err="1"/>
            <a:t>військова</a:t>
          </a:r>
          <a:r>
            <a:rPr lang="ru-RU" b="0" i="0" dirty="0"/>
            <a:t> </a:t>
          </a:r>
          <a:r>
            <a:rPr lang="ru-RU" b="0" i="0" dirty="0" err="1"/>
            <a:t>канцелярія</a:t>
          </a:r>
          <a:endParaRPr lang="uk-UA" dirty="0"/>
        </a:p>
      </dgm:t>
    </dgm:pt>
    <dgm:pt modelId="{793C0B95-DE04-41CF-9BC6-9CE50EF4FB5B}" type="parTrans" cxnId="{D714BA74-CF87-47D5-B3E9-CAB738F863C1}">
      <dgm:prSet/>
      <dgm:spPr/>
      <dgm:t>
        <a:bodyPr/>
        <a:lstStyle/>
        <a:p>
          <a:endParaRPr lang="uk-UA"/>
        </a:p>
      </dgm:t>
    </dgm:pt>
    <dgm:pt modelId="{688476B9-E752-471F-B3B5-07BA0ED141BE}" type="sibTrans" cxnId="{D714BA74-CF87-47D5-B3E9-CAB738F863C1}">
      <dgm:prSet/>
      <dgm:spPr/>
      <dgm:t>
        <a:bodyPr/>
        <a:lstStyle/>
        <a:p>
          <a:endParaRPr lang="uk-UA"/>
        </a:p>
      </dgm:t>
    </dgm:pt>
    <dgm:pt modelId="{2712F671-E6BB-4D73-9DF7-BDCDD012BC9C}">
      <dgm:prSet/>
      <dgm:spPr/>
      <dgm:t>
        <a:bodyPr/>
        <a:lstStyle/>
        <a:p>
          <a:r>
            <a:rPr lang="ru-RU" b="0" i="0" dirty="0" err="1"/>
            <a:t>Генеральна</a:t>
          </a:r>
          <a:r>
            <a:rPr lang="ru-RU" b="0" i="0" dirty="0"/>
            <a:t> </a:t>
          </a:r>
          <a:r>
            <a:rPr lang="ru-RU" b="0" i="0" dirty="0" err="1"/>
            <a:t>військова</a:t>
          </a:r>
          <a:r>
            <a:rPr lang="ru-RU" b="0" i="0" dirty="0"/>
            <a:t> рада</a:t>
          </a:r>
          <a:endParaRPr lang="uk-UA" dirty="0"/>
        </a:p>
      </dgm:t>
    </dgm:pt>
    <dgm:pt modelId="{181563FB-952C-43AE-98AB-7BBB648619C7}" type="parTrans" cxnId="{01F8FEC8-2727-4CE0-BD89-8707FAB6ADA7}">
      <dgm:prSet/>
      <dgm:spPr/>
      <dgm:t>
        <a:bodyPr/>
        <a:lstStyle/>
        <a:p>
          <a:endParaRPr lang="uk-UA"/>
        </a:p>
      </dgm:t>
    </dgm:pt>
    <dgm:pt modelId="{2C7C65E1-2F13-494B-A7DF-41E8B7DE45FD}" type="sibTrans" cxnId="{01F8FEC8-2727-4CE0-BD89-8707FAB6ADA7}">
      <dgm:prSet/>
      <dgm:spPr/>
      <dgm:t>
        <a:bodyPr/>
        <a:lstStyle/>
        <a:p>
          <a:endParaRPr lang="uk-UA"/>
        </a:p>
      </dgm:t>
    </dgm:pt>
    <dgm:pt modelId="{7227C3EE-2F50-4FA7-9998-DAAA2D106DFA}">
      <dgm:prSet/>
      <dgm:spPr/>
      <dgm:t>
        <a:bodyPr/>
        <a:lstStyle/>
        <a:p>
          <a:r>
            <a:rPr lang="ru-RU" b="0" i="0"/>
            <a:t>Генеральний військовий суд</a:t>
          </a:r>
          <a:endParaRPr lang="uk-UA"/>
        </a:p>
      </dgm:t>
    </dgm:pt>
    <dgm:pt modelId="{97B68E8C-51F2-4F3B-B245-DD16CA083782}" type="parTrans" cxnId="{4BFCC18E-F334-4FCF-86B0-93A9924251BF}">
      <dgm:prSet/>
      <dgm:spPr/>
      <dgm:t>
        <a:bodyPr/>
        <a:lstStyle/>
        <a:p>
          <a:endParaRPr lang="uk-UA"/>
        </a:p>
      </dgm:t>
    </dgm:pt>
    <dgm:pt modelId="{4B1F2F33-4428-4401-AF8D-4FE95C397A4E}" type="sibTrans" cxnId="{4BFCC18E-F334-4FCF-86B0-93A9924251BF}">
      <dgm:prSet/>
      <dgm:spPr/>
      <dgm:t>
        <a:bodyPr/>
        <a:lstStyle/>
        <a:p>
          <a:endParaRPr lang="uk-UA"/>
        </a:p>
      </dgm:t>
    </dgm:pt>
    <dgm:pt modelId="{9A806C96-593F-44CA-8052-3C757FD0AFB9}">
      <dgm:prSet/>
      <dgm:spPr/>
      <dgm:t>
        <a:bodyPr/>
        <a:lstStyle/>
        <a:p>
          <a:r>
            <a:rPr lang="ru-RU" b="0" i="0" dirty="0" err="1"/>
            <a:t>Генеральна</a:t>
          </a:r>
          <a:r>
            <a:rPr lang="ru-RU" b="0" i="0" dirty="0"/>
            <a:t> </a:t>
          </a:r>
          <a:r>
            <a:rPr lang="ru-RU" b="0" i="0" dirty="0" err="1"/>
            <a:t>скарбова</a:t>
          </a:r>
          <a:r>
            <a:rPr lang="ru-RU" b="0" i="0" dirty="0"/>
            <a:t> </a:t>
          </a:r>
          <a:r>
            <a:rPr lang="ru-RU" b="0" i="0" dirty="0" err="1"/>
            <a:t>канцелярія</a:t>
          </a:r>
          <a:endParaRPr lang="uk-UA" dirty="0"/>
        </a:p>
      </dgm:t>
    </dgm:pt>
    <dgm:pt modelId="{652DE491-AF0F-4F60-A87E-28694A2BAD13}" type="parTrans" cxnId="{B0057E0F-1D0A-46D4-A5A9-409163D369A0}">
      <dgm:prSet/>
      <dgm:spPr/>
      <dgm:t>
        <a:bodyPr/>
        <a:lstStyle/>
        <a:p>
          <a:endParaRPr lang="uk-UA"/>
        </a:p>
      </dgm:t>
    </dgm:pt>
    <dgm:pt modelId="{8030CD41-A77B-4490-AD05-0FF75AEBFBCD}" type="sibTrans" cxnId="{B0057E0F-1D0A-46D4-A5A9-409163D369A0}">
      <dgm:prSet/>
      <dgm:spPr/>
      <dgm:t>
        <a:bodyPr/>
        <a:lstStyle/>
        <a:p>
          <a:endParaRPr lang="uk-UA"/>
        </a:p>
      </dgm:t>
    </dgm:pt>
    <dgm:pt modelId="{4DF42404-DC20-4FC2-BE25-9AC2A48DFB60}" type="pres">
      <dgm:prSet presAssocID="{5F8F6769-5FCB-40B0-A1C5-79FE5E1EAE91}" presName="Name0" presStyleCnt="0">
        <dgm:presLayoutVars>
          <dgm:chMax val="7"/>
          <dgm:chPref val="7"/>
          <dgm:dir/>
        </dgm:presLayoutVars>
      </dgm:prSet>
      <dgm:spPr/>
    </dgm:pt>
    <dgm:pt modelId="{3879472B-B719-41CB-9157-65E049EF353E}" type="pres">
      <dgm:prSet presAssocID="{5F8F6769-5FCB-40B0-A1C5-79FE5E1EAE91}" presName="Name1" presStyleCnt="0"/>
      <dgm:spPr/>
    </dgm:pt>
    <dgm:pt modelId="{B1935EC9-1CDE-4EB2-BB25-14058F2BEBA4}" type="pres">
      <dgm:prSet presAssocID="{5F8F6769-5FCB-40B0-A1C5-79FE5E1EAE91}" presName="cycle" presStyleCnt="0"/>
      <dgm:spPr/>
    </dgm:pt>
    <dgm:pt modelId="{FD19408C-CE20-4C85-A022-C251421FD887}" type="pres">
      <dgm:prSet presAssocID="{5F8F6769-5FCB-40B0-A1C5-79FE5E1EAE91}" presName="srcNode" presStyleLbl="node1" presStyleIdx="0" presStyleCnt="4"/>
      <dgm:spPr/>
    </dgm:pt>
    <dgm:pt modelId="{8F7A4544-BABD-4FA6-8D95-8B9317AD5956}" type="pres">
      <dgm:prSet presAssocID="{5F8F6769-5FCB-40B0-A1C5-79FE5E1EAE91}" presName="conn" presStyleLbl="parChTrans1D2" presStyleIdx="0" presStyleCnt="1"/>
      <dgm:spPr/>
    </dgm:pt>
    <dgm:pt modelId="{C7F53B1D-A111-406C-AE8F-7F14BD9EBC5F}" type="pres">
      <dgm:prSet presAssocID="{5F8F6769-5FCB-40B0-A1C5-79FE5E1EAE91}" presName="extraNode" presStyleLbl="node1" presStyleIdx="0" presStyleCnt="4"/>
      <dgm:spPr/>
    </dgm:pt>
    <dgm:pt modelId="{5F48EAB2-A949-44DD-AE90-98A234BDAFA0}" type="pres">
      <dgm:prSet presAssocID="{5F8F6769-5FCB-40B0-A1C5-79FE5E1EAE91}" presName="dstNode" presStyleLbl="node1" presStyleIdx="0" presStyleCnt="4"/>
      <dgm:spPr/>
    </dgm:pt>
    <dgm:pt modelId="{BCC09033-D817-4A00-9B3C-7BF89D1F4E18}" type="pres">
      <dgm:prSet presAssocID="{E1205ECF-9171-4620-9F34-3DE89D6F12F0}" presName="text_1" presStyleLbl="node1" presStyleIdx="0" presStyleCnt="4">
        <dgm:presLayoutVars>
          <dgm:bulletEnabled val="1"/>
        </dgm:presLayoutVars>
      </dgm:prSet>
      <dgm:spPr/>
    </dgm:pt>
    <dgm:pt modelId="{E6C9FDB4-931D-4FCC-957F-FBB5901F936F}" type="pres">
      <dgm:prSet presAssocID="{E1205ECF-9171-4620-9F34-3DE89D6F12F0}" presName="accent_1" presStyleCnt="0"/>
      <dgm:spPr/>
    </dgm:pt>
    <dgm:pt modelId="{608C74B1-2318-439E-A31C-737C5C8FDEF8}" type="pres">
      <dgm:prSet presAssocID="{E1205ECF-9171-4620-9F34-3DE89D6F12F0}" presName="accentRepeatNode" presStyleLbl="solidFgAcc1" presStyleIdx="0" presStyleCnt="4"/>
      <dgm:spPr/>
    </dgm:pt>
    <dgm:pt modelId="{026A20F9-F579-4CC5-8439-FEE6C1C213FF}" type="pres">
      <dgm:prSet presAssocID="{2712F671-E6BB-4D73-9DF7-BDCDD012BC9C}" presName="text_2" presStyleLbl="node1" presStyleIdx="1" presStyleCnt="4">
        <dgm:presLayoutVars>
          <dgm:bulletEnabled val="1"/>
        </dgm:presLayoutVars>
      </dgm:prSet>
      <dgm:spPr/>
    </dgm:pt>
    <dgm:pt modelId="{79123E87-F409-49A7-A67A-604191EF2C9B}" type="pres">
      <dgm:prSet presAssocID="{2712F671-E6BB-4D73-9DF7-BDCDD012BC9C}" presName="accent_2" presStyleCnt="0"/>
      <dgm:spPr/>
    </dgm:pt>
    <dgm:pt modelId="{49FEE19B-5512-4EB9-BE2B-AD06DED95F6E}" type="pres">
      <dgm:prSet presAssocID="{2712F671-E6BB-4D73-9DF7-BDCDD012BC9C}" presName="accentRepeatNode" presStyleLbl="solidFgAcc1" presStyleIdx="1" presStyleCnt="4"/>
      <dgm:spPr/>
    </dgm:pt>
    <dgm:pt modelId="{53A6506A-8A79-4164-9B02-5B2A1B5D3A5A}" type="pres">
      <dgm:prSet presAssocID="{7227C3EE-2F50-4FA7-9998-DAAA2D106DFA}" presName="text_3" presStyleLbl="node1" presStyleIdx="2" presStyleCnt="4">
        <dgm:presLayoutVars>
          <dgm:bulletEnabled val="1"/>
        </dgm:presLayoutVars>
      </dgm:prSet>
      <dgm:spPr/>
    </dgm:pt>
    <dgm:pt modelId="{DCF7336C-AE5F-4E68-BCEF-E279268D2473}" type="pres">
      <dgm:prSet presAssocID="{7227C3EE-2F50-4FA7-9998-DAAA2D106DFA}" presName="accent_3" presStyleCnt="0"/>
      <dgm:spPr/>
    </dgm:pt>
    <dgm:pt modelId="{1D547A6D-A5FC-47F8-A847-8A0EE2FE8C4D}" type="pres">
      <dgm:prSet presAssocID="{7227C3EE-2F50-4FA7-9998-DAAA2D106DFA}" presName="accentRepeatNode" presStyleLbl="solidFgAcc1" presStyleIdx="2" presStyleCnt="4"/>
      <dgm:spPr/>
    </dgm:pt>
    <dgm:pt modelId="{FA4BA709-CFB7-4C15-9A81-2407F4F2DC4B}" type="pres">
      <dgm:prSet presAssocID="{9A806C96-593F-44CA-8052-3C757FD0AFB9}" presName="text_4" presStyleLbl="node1" presStyleIdx="3" presStyleCnt="4">
        <dgm:presLayoutVars>
          <dgm:bulletEnabled val="1"/>
        </dgm:presLayoutVars>
      </dgm:prSet>
      <dgm:spPr/>
    </dgm:pt>
    <dgm:pt modelId="{46455B28-F58E-4109-83AA-03303CF507E0}" type="pres">
      <dgm:prSet presAssocID="{9A806C96-593F-44CA-8052-3C757FD0AFB9}" presName="accent_4" presStyleCnt="0"/>
      <dgm:spPr/>
    </dgm:pt>
    <dgm:pt modelId="{CD284BBE-331B-412D-B6DE-C32C951FD0D7}" type="pres">
      <dgm:prSet presAssocID="{9A806C96-593F-44CA-8052-3C757FD0AFB9}" presName="accentRepeatNode" presStyleLbl="solidFgAcc1" presStyleIdx="3" presStyleCnt="4"/>
      <dgm:spPr/>
    </dgm:pt>
  </dgm:ptLst>
  <dgm:cxnLst>
    <dgm:cxn modelId="{B0057E0F-1D0A-46D4-A5A9-409163D369A0}" srcId="{5F8F6769-5FCB-40B0-A1C5-79FE5E1EAE91}" destId="{9A806C96-593F-44CA-8052-3C757FD0AFB9}" srcOrd="3" destOrd="0" parTransId="{652DE491-AF0F-4F60-A87E-28694A2BAD13}" sibTransId="{8030CD41-A77B-4490-AD05-0FF75AEBFBCD}"/>
    <dgm:cxn modelId="{15E98625-793F-4C28-BF28-0A0D4D4DED8E}" type="presOf" srcId="{688476B9-E752-471F-B3B5-07BA0ED141BE}" destId="{8F7A4544-BABD-4FA6-8D95-8B9317AD5956}" srcOrd="0" destOrd="0" presId="urn:microsoft.com/office/officeart/2008/layout/VerticalCurvedList"/>
    <dgm:cxn modelId="{523F9C6C-C3CB-4553-830D-DF25F28E40C1}" type="presOf" srcId="{9A806C96-593F-44CA-8052-3C757FD0AFB9}" destId="{FA4BA709-CFB7-4C15-9A81-2407F4F2DC4B}" srcOrd="0" destOrd="0" presId="urn:microsoft.com/office/officeart/2008/layout/VerticalCurvedList"/>
    <dgm:cxn modelId="{D714BA74-CF87-47D5-B3E9-CAB738F863C1}" srcId="{5F8F6769-5FCB-40B0-A1C5-79FE5E1EAE91}" destId="{E1205ECF-9171-4620-9F34-3DE89D6F12F0}" srcOrd="0" destOrd="0" parTransId="{793C0B95-DE04-41CF-9BC6-9CE50EF4FB5B}" sibTransId="{688476B9-E752-471F-B3B5-07BA0ED141BE}"/>
    <dgm:cxn modelId="{E860D27C-8C22-4241-859D-0449F092D718}" type="presOf" srcId="{E1205ECF-9171-4620-9F34-3DE89D6F12F0}" destId="{BCC09033-D817-4A00-9B3C-7BF89D1F4E18}" srcOrd="0" destOrd="0" presId="urn:microsoft.com/office/officeart/2008/layout/VerticalCurvedList"/>
    <dgm:cxn modelId="{4BFCC18E-F334-4FCF-86B0-93A9924251BF}" srcId="{5F8F6769-5FCB-40B0-A1C5-79FE5E1EAE91}" destId="{7227C3EE-2F50-4FA7-9998-DAAA2D106DFA}" srcOrd="2" destOrd="0" parTransId="{97B68E8C-51F2-4F3B-B245-DD16CA083782}" sibTransId="{4B1F2F33-4428-4401-AF8D-4FE95C397A4E}"/>
    <dgm:cxn modelId="{3E52DE9D-9D62-4D49-AAF0-85D724186018}" type="presOf" srcId="{5F8F6769-5FCB-40B0-A1C5-79FE5E1EAE91}" destId="{4DF42404-DC20-4FC2-BE25-9AC2A48DFB60}" srcOrd="0" destOrd="0" presId="urn:microsoft.com/office/officeart/2008/layout/VerticalCurvedList"/>
    <dgm:cxn modelId="{9C1FF5B3-EF90-4410-AE58-D25ECF9720F0}" type="presOf" srcId="{7227C3EE-2F50-4FA7-9998-DAAA2D106DFA}" destId="{53A6506A-8A79-4164-9B02-5B2A1B5D3A5A}" srcOrd="0" destOrd="0" presId="urn:microsoft.com/office/officeart/2008/layout/VerticalCurvedList"/>
    <dgm:cxn modelId="{01F8FEC8-2727-4CE0-BD89-8707FAB6ADA7}" srcId="{5F8F6769-5FCB-40B0-A1C5-79FE5E1EAE91}" destId="{2712F671-E6BB-4D73-9DF7-BDCDD012BC9C}" srcOrd="1" destOrd="0" parTransId="{181563FB-952C-43AE-98AB-7BBB648619C7}" sibTransId="{2C7C65E1-2F13-494B-A7DF-41E8B7DE45FD}"/>
    <dgm:cxn modelId="{98E17AEB-2925-45A2-9602-A4B274278656}" type="presOf" srcId="{2712F671-E6BB-4D73-9DF7-BDCDD012BC9C}" destId="{026A20F9-F579-4CC5-8439-FEE6C1C213FF}" srcOrd="0" destOrd="0" presId="urn:microsoft.com/office/officeart/2008/layout/VerticalCurvedList"/>
    <dgm:cxn modelId="{811EB38D-A997-4E29-B217-BF7627ABF1D3}" type="presParOf" srcId="{4DF42404-DC20-4FC2-BE25-9AC2A48DFB60}" destId="{3879472B-B719-41CB-9157-65E049EF353E}" srcOrd="0" destOrd="0" presId="urn:microsoft.com/office/officeart/2008/layout/VerticalCurvedList"/>
    <dgm:cxn modelId="{2B576083-4C7C-4DB0-9AF8-E292210C00A5}" type="presParOf" srcId="{3879472B-B719-41CB-9157-65E049EF353E}" destId="{B1935EC9-1CDE-4EB2-BB25-14058F2BEBA4}" srcOrd="0" destOrd="0" presId="urn:microsoft.com/office/officeart/2008/layout/VerticalCurvedList"/>
    <dgm:cxn modelId="{A941E035-F538-443F-A2E8-0922AEF0D17E}" type="presParOf" srcId="{B1935EC9-1CDE-4EB2-BB25-14058F2BEBA4}" destId="{FD19408C-CE20-4C85-A022-C251421FD887}" srcOrd="0" destOrd="0" presId="urn:microsoft.com/office/officeart/2008/layout/VerticalCurvedList"/>
    <dgm:cxn modelId="{CB515D7A-1D9A-463B-8968-44A55A383737}" type="presParOf" srcId="{B1935EC9-1CDE-4EB2-BB25-14058F2BEBA4}" destId="{8F7A4544-BABD-4FA6-8D95-8B9317AD5956}" srcOrd="1" destOrd="0" presId="urn:microsoft.com/office/officeart/2008/layout/VerticalCurvedList"/>
    <dgm:cxn modelId="{74D93843-FEB0-4D6C-9BF2-57AC5B5AA927}" type="presParOf" srcId="{B1935EC9-1CDE-4EB2-BB25-14058F2BEBA4}" destId="{C7F53B1D-A111-406C-AE8F-7F14BD9EBC5F}" srcOrd="2" destOrd="0" presId="urn:microsoft.com/office/officeart/2008/layout/VerticalCurvedList"/>
    <dgm:cxn modelId="{B7ACBACD-B55D-4C25-A910-C843D58D9AD0}" type="presParOf" srcId="{B1935EC9-1CDE-4EB2-BB25-14058F2BEBA4}" destId="{5F48EAB2-A949-44DD-AE90-98A234BDAFA0}" srcOrd="3" destOrd="0" presId="urn:microsoft.com/office/officeart/2008/layout/VerticalCurvedList"/>
    <dgm:cxn modelId="{509726DE-034A-4A00-83DD-F5A183F7CBB4}" type="presParOf" srcId="{3879472B-B719-41CB-9157-65E049EF353E}" destId="{BCC09033-D817-4A00-9B3C-7BF89D1F4E18}" srcOrd="1" destOrd="0" presId="urn:microsoft.com/office/officeart/2008/layout/VerticalCurvedList"/>
    <dgm:cxn modelId="{A3F728F8-CE5B-41F8-9AE4-FE2A5C1987FB}" type="presParOf" srcId="{3879472B-B719-41CB-9157-65E049EF353E}" destId="{E6C9FDB4-931D-4FCC-957F-FBB5901F936F}" srcOrd="2" destOrd="0" presId="urn:microsoft.com/office/officeart/2008/layout/VerticalCurvedList"/>
    <dgm:cxn modelId="{67C65A3F-19DB-4260-9B74-15204BA03A8E}" type="presParOf" srcId="{E6C9FDB4-931D-4FCC-957F-FBB5901F936F}" destId="{608C74B1-2318-439E-A31C-737C5C8FDEF8}" srcOrd="0" destOrd="0" presId="urn:microsoft.com/office/officeart/2008/layout/VerticalCurvedList"/>
    <dgm:cxn modelId="{78142C98-6D42-4003-A364-2C4BDB93DA67}" type="presParOf" srcId="{3879472B-B719-41CB-9157-65E049EF353E}" destId="{026A20F9-F579-4CC5-8439-FEE6C1C213FF}" srcOrd="3" destOrd="0" presId="urn:microsoft.com/office/officeart/2008/layout/VerticalCurvedList"/>
    <dgm:cxn modelId="{9DE59FD1-AAEE-4A67-836E-F00CEE8456B1}" type="presParOf" srcId="{3879472B-B719-41CB-9157-65E049EF353E}" destId="{79123E87-F409-49A7-A67A-604191EF2C9B}" srcOrd="4" destOrd="0" presId="urn:microsoft.com/office/officeart/2008/layout/VerticalCurvedList"/>
    <dgm:cxn modelId="{EA7EF911-8DFA-4203-A31A-39E53F47E15F}" type="presParOf" srcId="{79123E87-F409-49A7-A67A-604191EF2C9B}" destId="{49FEE19B-5512-4EB9-BE2B-AD06DED95F6E}" srcOrd="0" destOrd="0" presId="urn:microsoft.com/office/officeart/2008/layout/VerticalCurvedList"/>
    <dgm:cxn modelId="{C2B840D0-DA8A-421F-B83A-BD19C75E4049}" type="presParOf" srcId="{3879472B-B719-41CB-9157-65E049EF353E}" destId="{53A6506A-8A79-4164-9B02-5B2A1B5D3A5A}" srcOrd="5" destOrd="0" presId="urn:microsoft.com/office/officeart/2008/layout/VerticalCurvedList"/>
    <dgm:cxn modelId="{C68CD583-F943-46F1-8199-E5DDFFFF4869}" type="presParOf" srcId="{3879472B-B719-41CB-9157-65E049EF353E}" destId="{DCF7336C-AE5F-4E68-BCEF-E279268D2473}" srcOrd="6" destOrd="0" presId="urn:microsoft.com/office/officeart/2008/layout/VerticalCurvedList"/>
    <dgm:cxn modelId="{91CCCEC3-E642-496F-8269-AB5B0B0CFF14}" type="presParOf" srcId="{DCF7336C-AE5F-4E68-BCEF-E279268D2473}" destId="{1D547A6D-A5FC-47F8-A847-8A0EE2FE8C4D}" srcOrd="0" destOrd="0" presId="urn:microsoft.com/office/officeart/2008/layout/VerticalCurvedList"/>
    <dgm:cxn modelId="{8FA726E0-90D9-4F51-BB5C-D417934C42C9}" type="presParOf" srcId="{3879472B-B719-41CB-9157-65E049EF353E}" destId="{FA4BA709-CFB7-4C15-9A81-2407F4F2DC4B}" srcOrd="7" destOrd="0" presId="urn:microsoft.com/office/officeart/2008/layout/VerticalCurvedList"/>
    <dgm:cxn modelId="{831FB3BC-0B35-49E5-9CD4-EBB6B92B51B1}" type="presParOf" srcId="{3879472B-B719-41CB-9157-65E049EF353E}" destId="{46455B28-F58E-4109-83AA-03303CF507E0}" srcOrd="8" destOrd="0" presId="urn:microsoft.com/office/officeart/2008/layout/VerticalCurvedList"/>
    <dgm:cxn modelId="{DF48D7FB-CFBB-4DFB-A1F8-8AD3A9BB9D5A}" type="presParOf" srcId="{46455B28-F58E-4109-83AA-03303CF507E0}" destId="{CD284BBE-331B-412D-B6DE-C32C951FD0D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0917F29B-B8FB-46EC-81FF-0751C6AA701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E92FCF7-3F97-4C7A-817D-0BC7B9CF2939}">
      <dgm:prSet/>
      <dgm:spPr/>
      <dgm:t>
        <a:bodyPr/>
        <a:lstStyle/>
        <a:p>
          <a:r>
            <a:rPr lang="uk-UA" b="0" i="0" dirty="0"/>
            <a:t>Представницький інститут, який розглядав загальні державні справи, зокрема: затвердження міждержавних договорів, складання «статей» при обранні гетьмана.</a:t>
          </a:r>
          <a:endParaRPr lang="uk-UA" dirty="0"/>
        </a:p>
      </dgm:t>
    </dgm:pt>
    <dgm:pt modelId="{E837F58C-D913-42B8-AB6D-F09224CD2900}" type="parTrans" cxnId="{6FD4A3D0-9952-4370-9BF8-415335BF6E04}">
      <dgm:prSet/>
      <dgm:spPr/>
      <dgm:t>
        <a:bodyPr/>
        <a:lstStyle/>
        <a:p>
          <a:endParaRPr lang="uk-UA"/>
        </a:p>
      </dgm:t>
    </dgm:pt>
    <dgm:pt modelId="{97FF0000-9615-41F9-B2A0-F616898CA2DE}" type="sibTrans" cxnId="{6FD4A3D0-9952-4370-9BF8-415335BF6E04}">
      <dgm:prSet/>
      <dgm:spPr/>
      <dgm:t>
        <a:bodyPr/>
        <a:lstStyle/>
        <a:p>
          <a:endParaRPr lang="uk-UA"/>
        </a:p>
      </dgm:t>
    </dgm:pt>
    <dgm:pt modelId="{6E77F704-165B-4573-8D0E-8B1CEF24983D}">
      <dgm:prSet/>
      <dgm:spPr/>
      <dgm:t>
        <a:bodyPr/>
        <a:lstStyle/>
        <a:p>
          <a:r>
            <a:rPr lang="uk-UA" b="0" i="0"/>
            <a:t>Орган, що відав справами збору натуральних і грошових податків з населення, прибутками та видатками держави, військовими та ранговими маєтностями.</a:t>
          </a:r>
          <a:endParaRPr lang="uk-UA"/>
        </a:p>
      </dgm:t>
    </dgm:pt>
    <dgm:pt modelId="{1848E118-9FA9-4180-B95B-1F9ACC868656}" type="parTrans" cxnId="{F2D34BE5-6EF9-4EDF-867E-D797902D2D60}">
      <dgm:prSet/>
      <dgm:spPr/>
      <dgm:t>
        <a:bodyPr/>
        <a:lstStyle/>
        <a:p>
          <a:endParaRPr lang="uk-UA"/>
        </a:p>
      </dgm:t>
    </dgm:pt>
    <dgm:pt modelId="{63E3D4A0-2044-454F-ADE5-493E04F7A713}" type="sibTrans" cxnId="{F2D34BE5-6EF9-4EDF-867E-D797902D2D60}">
      <dgm:prSet/>
      <dgm:spPr/>
      <dgm:t>
        <a:bodyPr/>
        <a:lstStyle/>
        <a:p>
          <a:endParaRPr lang="uk-UA"/>
        </a:p>
      </dgm:t>
    </dgm:pt>
    <dgm:pt modelId="{18FEFAA0-D99A-4E96-AE97-D173022A514C}">
      <dgm:prSet/>
      <dgm:spPr/>
      <dgm:t>
        <a:bodyPr/>
        <a:lstStyle/>
        <a:p>
          <a:r>
            <a:rPr lang="uk-UA" b="0" i="0"/>
            <a:t>Орган, що відав створенням і ліквідацією козацьких полків на території держави, охороною кордонів, поліцейським наглядом.</a:t>
          </a:r>
          <a:endParaRPr lang="uk-UA"/>
        </a:p>
      </dgm:t>
    </dgm:pt>
    <dgm:pt modelId="{B14E1FE8-106F-46B8-ADC1-F12A48F15E91}" type="parTrans" cxnId="{82889017-A56A-4E69-A7D4-0D6194D19CDB}">
      <dgm:prSet/>
      <dgm:spPr/>
      <dgm:t>
        <a:bodyPr/>
        <a:lstStyle/>
        <a:p>
          <a:endParaRPr lang="uk-UA"/>
        </a:p>
      </dgm:t>
    </dgm:pt>
    <dgm:pt modelId="{DFA822A0-CC38-4162-893C-30ACC1781A0B}" type="sibTrans" cxnId="{82889017-A56A-4E69-A7D4-0D6194D19CDB}">
      <dgm:prSet/>
      <dgm:spPr/>
      <dgm:t>
        <a:bodyPr/>
        <a:lstStyle/>
        <a:p>
          <a:endParaRPr lang="uk-UA"/>
        </a:p>
      </dgm:t>
    </dgm:pt>
    <dgm:pt modelId="{97F8C5D4-E96B-49F9-B8D3-21A7D905ED9A}">
      <dgm:prSet/>
      <dgm:spPr/>
      <dgm:t>
        <a:bodyPr/>
        <a:lstStyle/>
        <a:p>
          <a:r>
            <a:rPr lang="uk-UA" b="0" i="0"/>
            <a:t>Військово-адміністративна установа, за посередництва якої гетьман здійснював управління державою, вирішувала всі поточні справи внутрішнього та міжнародного характеру.</a:t>
          </a:r>
          <a:endParaRPr lang="uk-UA"/>
        </a:p>
      </dgm:t>
    </dgm:pt>
    <dgm:pt modelId="{9C2D72E4-ACAD-4D78-B93D-F82BD4C81334}" type="parTrans" cxnId="{5F5CEB6F-0A99-4BDD-ACE8-7583D6134128}">
      <dgm:prSet/>
      <dgm:spPr/>
      <dgm:t>
        <a:bodyPr/>
        <a:lstStyle/>
        <a:p>
          <a:endParaRPr lang="uk-UA"/>
        </a:p>
      </dgm:t>
    </dgm:pt>
    <dgm:pt modelId="{6E309A10-DCDD-4038-AB59-EBEB64952010}" type="sibTrans" cxnId="{5F5CEB6F-0A99-4BDD-ACE8-7583D6134128}">
      <dgm:prSet/>
      <dgm:spPr/>
      <dgm:t>
        <a:bodyPr/>
        <a:lstStyle/>
        <a:p>
          <a:endParaRPr lang="uk-UA"/>
        </a:p>
      </dgm:t>
    </dgm:pt>
    <dgm:pt modelId="{C1D92206-12BB-4B89-9845-F49345967BB3}">
      <dgm:prSet/>
      <dgm:spPr/>
      <dgm:t>
        <a:bodyPr/>
        <a:lstStyle/>
        <a:p>
          <a:r>
            <a:rPr lang="uk-UA" b="0" i="0" dirty="0"/>
            <a:t>Орган, що розглядав справи осіб, які належали до генеральної старшини, а також справи про державні злочини, здійснював нагляд за виконанням універсалів гетьмана та указів царя.</a:t>
          </a:r>
          <a:endParaRPr lang="uk-UA" dirty="0"/>
        </a:p>
      </dgm:t>
    </dgm:pt>
    <dgm:pt modelId="{3AB3B8A2-AB50-4C0F-964E-C5566684E5DE}" type="parTrans" cxnId="{BC87C61C-0EB5-4FD3-A3CC-100D62A60704}">
      <dgm:prSet/>
      <dgm:spPr/>
      <dgm:t>
        <a:bodyPr/>
        <a:lstStyle/>
        <a:p>
          <a:endParaRPr lang="uk-UA"/>
        </a:p>
      </dgm:t>
    </dgm:pt>
    <dgm:pt modelId="{C77C038B-E995-4BC5-A18C-C93D691F243F}" type="sibTrans" cxnId="{BC87C61C-0EB5-4FD3-A3CC-100D62A60704}">
      <dgm:prSet/>
      <dgm:spPr/>
      <dgm:t>
        <a:bodyPr/>
        <a:lstStyle/>
        <a:p>
          <a:endParaRPr lang="uk-UA"/>
        </a:p>
      </dgm:t>
    </dgm:pt>
    <dgm:pt modelId="{1EEF2FD0-355F-4805-A3AD-999104E353C2}" type="pres">
      <dgm:prSet presAssocID="{0917F29B-B8FB-46EC-81FF-0751C6AA7017}" presName="linear" presStyleCnt="0">
        <dgm:presLayoutVars>
          <dgm:animLvl val="lvl"/>
          <dgm:resizeHandles val="exact"/>
        </dgm:presLayoutVars>
      </dgm:prSet>
      <dgm:spPr/>
    </dgm:pt>
    <dgm:pt modelId="{3A238400-E00B-407A-98F1-C1072CDA51F4}" type="pres">
      <dgm:prSet presAssocID="{AE92FCF7-3F97-4C7A-817D-0BC7B9CF2939}" presName="parentText" presStyleLbl="node1" presStyleIdx="0" presStyleCnt="5">
        <dgm:presLayoutVars>
          <dgm:chMax val="0"/>
          <dgm:bulletEnabled val="1"/>
        </dgm:presLayoutVars>
      </dgm:prSet>
      <dgm:spPr/>
    </dgm:pt>
    <dgm:pt modelId="{75A1E652-F662-40F5-8BBE-F78808F18D33}" type="pres">
      <dgm:prSet presAssocID="{97FF0000-9615-41F9-B2A0-F616898CA2DE}" presName="spacer" presStyleCnt="0"/>
      <dgm:spPr/>
    </dgm:pt>
    <dgm:pt modelId="{A7BB15A7-CC52-4A33-B88A-1FF88C916E58}" type="pres">
      <dgm:prSet presAssocID="{6E77F704-165B-4573-8D0E-8B1CEF24983D}" presName="parentText" presStyleLbl="node1" presStyleIdx="1" presStyleCnt="5">
        <dgm:presLayoutVars>
          <dgm:chMax val="0"/>
          <dgm:bulletEnabled val="1"/>
        </dgm:presLayoutVars>
      </dgm:prSet>
      <dgm:spPr/>
    </dgm:pt>
    <dgm:pt modelId="{68D943EA-B0B4-487D-AB7E-C09CC9F6D103}" type="pres">
      <dgm:prSet presAssocID="{63E3D4A0-2044-454F-ADE5-493E04F7A713}" presName="spacer" presStyleCnt="0"/>
      <dgm:spPr/>
    </dgm:pt>
    <dgm:pt modelId="{91869778-B6D2-43E1-80DA-22BB227FB14C}" type="pres">
      <dgm:prSet presAssocID="{18FEFAA0-D99A-4E96-AE97-D173022A514C}" presName="parentText" presStyleLbl="node1" presStyleIdx="2" presStyleCnt="5">
        <dgm:presLayoutVars>
          <dgm:chMax val="0"/>
          <dgm:bulletEnabled val="1"/>
        </dgm:presLayoutVars>
      </dgm:prSet>
      <dgm:spPr/>
    </dgm:pt>
    <dgm:pt modelId="{6A1BF6A9-72C3-4D9D-92B8-54BCC4A6C5B0}" type="pres">
      <dgm:prSet presAssocID="{DFA822A0-CC38-4162-893C-30ACC1781A0B}" presName="spacer" presStyleCnt="0"/>
      <dgm:spPr/>
    </dgm:pt>
    <dgm:pt modelId="{159949A5-EA9F-4014-87A2-4627DC3CD6F6}" type="pres">
      <dgm:prSet presAssocID="{97F8C5D4-E96B-49F9-B8D3-21A7D905ED9A}" presName="parentText" presStyleLbl="node1" presStyleIdx="3" presStyleCnt="5">
        <dgm:presLayoutVars>
          <dgm:chMax val="0"/>
          <dgm:bulletEnabled val="1"/>
        </dgm:presLayoutVars>
      </dgm:prSet>
      <dgm:spPr/>
    </dgm:pt>
    <dgm:pt modelId="{23E62EC5-8AAF-4EAC-A133-40010BA3532A}" type="pres">
      <dgm:prSet presAssocID="{6E309A10-DCDD-4038-AB59-EBEB64952010}" presName="spacer" presStyleCnt="0"/>
      <dgm:spPr/>
    </dgm:pt>
    <dgm:pt modelId="{5F4C5DCE-69DF-4F38-8D87-E15ED9E032CD}" type="pres">
      <dgm:prSet presAssocID="{C1D92206-12BB-4B89-9845-F49345967BB3}" presName="parentText" presStyleLbl="node1" presStyleIdx="4" presStyleCnt="5">
        <dgm:presLayoutVars>
          <dgm:chMax val="0"/>
          <dgm:bulletEnabled val="1"/>
        </dgm:presLayoutVars>
      </dgm:prSet>
      <dgm:spPr/>
    </dgm:pt>
  </dgm:ptLst>
  <dgm:cxnLst>
    <dgm:cxn modelId="{82889017-A56A-4E69-A7D4-0D6194D19CDB}" srcId="{0917F29B-B8FB-46EC-81FF-0751C6AA7017}" destId="{18FEFAA0-D99A-4E96-AE97-D173022A514C}" srcOrd="2" destOrd="0" parTransId="{B14E1FE8-106F-46B8-ADC1-F12A48F15E91}" sibTransId="{DFA822A0-CC38-4162-893C-30ACC1781A0B}"/>
    <dgm:cxn modelId="{BC87C61C-0EB5-4FD3-A3CC-100D62A60704}" srcId="{0917F29B-B8FB-46EC-81FF-0751C6AA7017}" destId="{C1D92206-12BB-4B89-9845-F49345967BB3}" srcOrd="4" destOrd="0" parTransId="{3AB3B8A2-AB50-4C0F-964E-C5566684E5DE}" sibTransId="{C77C038B-E995-4BC5-A18C-C93D691F243F}"/>
    <dgm:cxn modelId="{761D3841-0FD9-420F-8D07-80A47F720B95}" type="presOf" srcId="{18FEFAA0-D99A-4E96-AE97-D173022A514C}" destId="{91869778-B6D2-43E1-80DA-22BB227FB14C}" srcOrd="0" destOrd="0" presId="urn:microsoft.com/office/officeart/2005/8/layout/vList2"/>
    <dgm:cxn modelId="{B3C96D63-C11B-4A60-8438-BAF6836F7E89}" type="presOf" srcId="{C1D92206-12BB-4B89-9845-F49345967BB3}" destId="{5F4C5DCE-69DF-4F38-8D87-E15ED9E032CD}" srcOrd="0" destOrd="0" presId="urn:microsoft.com/office/officeart/2005/8/layout/vList2"/>
    <dgm:cxn modelId="{5F5CEB6F-0A99-4BDD-ACE8-7583D6134128}" srcId="{0917F29B-B8FB-46EC-81FF-0751C6AA7017}" destId="{97F8C5D4-E96B-49F9-B8D3-21A7D905ED9A}" srcOrd="3" destOrd="0" parTransId="{9C2D72E4-ACAD-4D78-B93D-F82BD4C81334}" sibTransId="{6E309A10-DCDD-4038-AB59-EBEB64952010}"/>
    <dgm:cxn modelId="{B7745C88-840E-4544-AAAF-D6B4508E678C}" type="presOf" srcId="{97F8C5D4-E96B-49F9-B8D3-21A7D905ED9A}" destId="{159949A5-EA9F-4014-87A2-4627DC3CD6F6}" srcOrd="0" destOrd="0" presId="urn:microsoft.com/office/officeart/2005/8/layout/vList2"/>
    <dgm:cxn modelId="{0A7F27B9-1B5A-42EF-9011-37CBFA3ADC44}" type="presOf" srcId="{0917F29B-B8FB-46EC-81FF-0751C6AA7017}" destId="{1EEF2FD0-355F-4805-A3AD-999104E353C2}" srcOrd="0" destOrd="0" presId="urn:microsoft.com/office/officeart/2005/8/layout/vList2"/>
    <dgm:cxn modelId="{887B6AC7-F66F-4CFB-B3EC-53C45CB97134}" type="presOf" srcId="{AE92FCF7-3F97-4C7A-817D-0BC7B9CF2939}" destId="{3A238400-E00B-407A-98F1-C1072CDA51F4}" srcOrd="0" destOrd="0" presId="urn:microsoft.com/office/officeart/2005/8/layout/vList2"/>
    <dgm:cxn modelId="{6FD4A3D0-9952-4370-9BF8-415335BF6E04}" srcId="{0917F29B-B8FB-46EC-81FF-0751C6AA7017}" destId="{AE92FCF7-3F97-4C7A-817D-0BC7B9CF2939}" srcOrd="0" destOrd="0" parTransId="{E837F58C-D913-42B8-AB6D-F09224CD2900}" sibTransId="{97FF0000-9615-41F9-B2A0-F616898CA2DE}"/>
    <dgm:cxn modelId="{F2D34BE5-6EF9-4EDF-867E-D797902D2D60}" srcId="{0917F29B-B8FB-46EC-81FF-0751C6AA7017}" destId="{6E77F704-165B-4573-8D0E-8B1CEF24983D}" srcOrd="1" destOrd="0" parTransId="{1848E118-9FA9-4180-B95B-1F9ACC868656}" sibTransId="{63E3D4A0-2044-454F-ADE5-493E04F7A713}"/>
    <dgm:cxn modelId="{C98551E5-F3D4-42D5-B6D9-435191B042CD}" type="presOf" srcId="{6E77F704-165B-4573-8D0E-8B1CEF24983D}" destId="{A7BB15A7-CC52-4A33-B88A-1FF88C916E58}" srcOrd="0" destOrd="0" presId="urn:microsoft.com/office/officeart/2005/8/layout/vList2"/>
    <dgm:cxn modelId="{0FFEC0D9-5864-44E1-9C33-6ACF16C668C2}" type="presParOf" srcId="{1EEF2FD0-355F-4805-A3AD-999104E353C2}" destId="{3A238400-E00B-407A-98F1-C1072CDA51F4}" srcOrd="0" destOrd="0" presId="urn:microsoft.com/office/officeart/2005/8/layout/vList2"/>
    <dgm:cxn modelId="{0E1B202E-83D3-40A0-B02C-6522CF6E4CE2}" type="presParOf" srcId="{1EEF2FD0-355F-4805-A3AD-999104E353C2}" destId="{75A1E652-F662-40F5-8BBE-F78808F18D33}" srcOrd="1" destOrd="0" presId="urn:microsoft.com/office/officeart/2005/8/layout/vList2"/>
    <dgm:cxn modelId="{EB43AE26-F7D3-4250-AA82-2A676F33819D}" type="presParOf" srcId="{1EEF2FD0-355F-4805-A3AD-999104E353C2}" destId="{A7BB15A7-CC52-4A33-B88A-1FF88C916E58}" srcOrd="2" destOrd="0" presId="urn:microsoft.com/office/officeart/2005/8/layout/vList2"/>
    <dgm:cxn modelId="{1E9099C1-FBBA-4690-AFEA-45C735842440}" type="presParOf" srcId="{1EEF2FD0-355F-4805-A3AD-999104E353C2}" destId="{68D943EA-B0B4-487D-AB7E-C09CC9F6D103}" srcOrd="3" destOrd="0" presId="urn:microsoft.com/office/officeart/2005/8/layout/vList2"/>
    <dgm:cxn modelId="{409CDDBC-EF0D-41EA-8D56-8139E8F02693}" type="presParOf" srcId="{1EEF2FD0-355F-4805-A3AD-999104E353C2}" destId="{91869778-B6D2-43E1-80DA-22BB227FB14C}" srcOrd="4" destOrd="0" presId="urn:microsoft.com/office/officeart/2005/8/layout/vList2"/>
    <dgm:cxn modelId="{673CC0A3-3BCF-48C5-A997-28571AA15311}" type="presParOf" srcId="{1EEF2FD0-355F-4805-A3AD-999104E353C2}" destId="{6A1BF6A9-72C3-4D9D-92B8-54BCC4A6C5B0}" srcOrd="5" destOrd="0" presId="urn:microsoft.com/office/officeart/2005/8/layout/vList2"/>
    <dgm:cxn modelId="{B37ED398-14C8-40D0-ACEE-871CDBBC6075}" type="presParOf" srcId="{1EEF2FD0-355F-4805-A3AD-999104E353C2}" destId="{159949A5-EA9F-4014-87A2-4627DC3CD6F6}" srcOrd="6" destOrd="0" presId="urn:microsoft.com/office/officeart/2005/8/layout/vList2"/>
    <dgm:cxn modelId="{E0B4D748-3C5E-41B2-ADD1-5DADC1EDEA23}" type="presParOf" srcId="{1EEF2FD0-355F-4805-A3AD-999104E353C2}" destId="{23E62EC5-8AAF-4EAC-A133-40010BA3532A}" srcOrd="7" destOrd="0" presId="urn:microsoft.com/office/officeart/2005/8/layout/vList2"/>
    <dgm:cxn modelId="{EC9A3B81-0A26-4A67-A61C-A69355E942C4}" type="presParOf" srcId="{1EEF2FD0-355F-4805-A3AD-999104E353C2}" destId="{5F4C5DCE-69DF-4F38-8D87-E15ED9E032CD}"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6F58B27-80B1-4CB0-AD3B-9E3989748E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B12D899-2F78-4E94-B637-9560EC8D23F0}">
      <dgm:prSet/>
      <dgm:spPr/>
      <dgm:t>
        <a:bodyPr/>
        <a:lstStyle/>
        <a:p>
          <a:r>
            <a:rPr lang="uk-UA" b="0" i="0" dirty="0"/>
            <a:t>проголошення Петра Дорошенка гетьманом «обох берегів Дніпра»</a:t>
          </a:r>
          <a:endParaRPr lang="uk-UA" dirty="0"/>
        </a:p>
      </dgm:t>
    </dgm:pt>
    <dgm:pt modelId="{2B3D8B90-8904-4937-B7A2-07FE9CB3CB6D}" type="parTrans" cxnId="{EA3E9C8E-579B-4679-9ACA-1D84660346BF}">
      <dgm:prSet/>
      <dgm:spPr/>
      <dgm:t>
        <a:bodyPr/>
        <a:lstStyle/>
        <a:p>
          <a:endParaRPr lang="uk-UA"/>
        </a:p>
      </dgm:t>
    </dgm:pt>
    <dgm:pt modelId="{19CDE93D-2F87-49DB-AAB3-7A3FC710A462}" type="sibTrans" cxnId="{EA3E9C8E-579B-4679-9ACA-1D84660346BF}">
      <dgm:prSet/>
      <dgm:spPr/>
      <dgm:t>
        <a:bodyPr/>
        <a:lstStyle/>
        <a:p>
          <a:endParaRPr lang="uk-UA"/>
        </a:p>
      </dgm:t>
    </dgm:pt>
    <dgm:pt modelId="{38B66C77-527E-4568-B7B7-4E77BD13E031}">
      <dgm:prSet/>
      <dgm:spPr/>
      <dgm:t>
        <a:bodyPr/>
        <a:lstStyle/>
        <a:p>
          <a:r>
            <a:rPr lang="uk-UA" b="0" i="0"/>
            <a:t>підпорядкування Київської митрополії Московському патріархату</a:t>
          </a:r>
          <a:endParaRPr lang="uk-UA"/>
        </a:p>
      </dgm:t>
    </dgm:pt>
    <dgm:pt modelId="{BFC00403-9A27-46EA-A0C9-853E58E5CF3B}" type="parTrans" cxnId="{36F15A90-F80C-4941-8377-2E218D4AD491}">
      <dgm:prSet/>
      <dgm:spPr/>
      <dgm:t>
        <a:bodyPr/>
        <a:lstStyle/>
        <a:p>
          <a:endParaRPr lang="uk-UA"/>
        </a:p>
      </dgm:t>
    </dgm:pt>
    <dgm:pt modelId="{97CB4A09-4158-4D11-93AD-743C0D223B0A}" type="sibTrans" cxnId="{36F15A90-F80C-4941-8377-2E218D4AD491}">
      <dgm:prSet/>
      <dgm:spPr/>
      <dgm:t>
        <a:bodyPr/>
        <a:lstStyle/>
        <a:p>
          <a:endParaRPr lang="uk-UA"/>
        </a:p>
      </dgm:t>
    </dgm:pt>
    <dgm:pt modelId="{ED1FE787-D48B-40C3-A2BE-1D922D5353AE}">
      <dgm:prSet/>
      <dgm:spPr/>
      <dgm:t>
        <a:bodyPr/>
        <a:lstStyle/>
        <a:p>
          <a:r>
            <a:rPr lang="uk-UA" b="0" i="0"/>
            <a:t>укладення між Московією і Річчю Посполитою Андрусівського перемир’я</a:t>
          </a:r>
          <a:endParaRPr lang="uk-UA"/>
        </a:p>
      </dgm:t>
    </dgm:pt>
    <dgm:pt modelId="{C7E66B1B-F344-4087-8273-472441C8C6D9}" type="parTrans" cxnId="{164D34EC-69CE-47F2-BA66-7EB13078B438}">
      <dgm:prSet/>
      <dgm:spPr/>
      <dgm:t>
        <a:bodyPr/>
        <a:lstStyle/>
        <a:p>
          <a:endParaRPr lang="uk-UA"/>
        </a:p>
      </dgm:t>
    </dgm:pt>
    <dgm:pt modelId="{F4EAB3E7-960F-4D6D-9A55-7966287F9180}" type="sibTrans" cxnId="{164D34EC-69CE-47F2-BA66-7EB13078B438}">
      <dgm:prSet/>
      <dgm:spPr/>
      <dgm:t>
        <a:bodyPr/>
        <a:lstStyle/>
        <a:p>
          <a:endParaRPr lang="uk-UA"/>
        </a:p>
      </dgm:t>
    </dgm:pt>
    <dgm:pt modelId="{98427C34-F9CA-4FBA-819F-F60E8EAE645D}">
      <dgm:prSet/>
      <dgm:spPr/>
      <dgm:t>
        <a:bodyPr/>
        <a:lstStyle/>
        <a:p>
          <a:r>
            <a:rPr lang="uk-UA" b="0" i="0" dirty="0"/>
            <a:t>Чигиринські походи </a:t>
          </a:r>
          <a:r>
            <a:rPr lang="uk-UA" b="0" i="0" dirty="0" err="1"/>
            <a:t>турецько</a:t>
          </a:r>
          <a:r>
            <a:rPr lang="uk-UA" b="0" i="0" dirty="0"/>
            <a:t>-татарських військ</a:t>
          </a:r>
          <a:endParaRPr lang="uk-UA" dirty="0"/>
        </a:p>
      </dgm:t>
    </dgm:pt>
    <dgm:pt modelId="{C62B2136-5770-48EB-BD51-BF49993BD9DB}" type="parTrans" cxnId="{21BD04DF-248E-4786-B6EA-5F612CB24B4E}">
      <dgm:prSet/>
      <dgm:spPr/>
      <dgm:t>
        <a:bodyPr/>
        <a:lstStyle/>
        <a:p>
          <a:endParaRPr lang="uk-UA"/>
        </a:p>
      </dgm:t>
    </dgm:pt>
    <dgm:pt modelId="{6318201D-016A-4C64-A852-69ABB9B05FBA}" type="sibTrans" cxnId="{21BD04DF-248E-4786-B6EA-5F612CB24B4E}">
      <dgm:prSet/>
      <dgm:spPr/>
      <dgm:t>
        <a:bodyPr/>
        <a:lstStyle/>
        <a:p>
          <a:endParaRPr lang="uk-UA"/>
        </a:p>
      </dgm:t>
    </dgm:pt>
    <dgm:pt modelId="{7DD91054-CB17-42A8-87F8-D3C828B50E92}" type="pres">
      <dgm:prSet presAssocID="{D6F58B27-80B1-4CB0-AD3B-9E3989748E5F}" presName="linear" presStyleCnt="0">
        <dgm:presLayoutVars>
          <dgm:animLvl val="lvl"/>
          <dgm:resizeHandles val="exact"/>
        </dgm:presLayoutVars>
      </dgm:prSet>
      <dgm:spPr/>
    </dgm:pt>
    <dgm:pt modelId="{79D528B3-C74D-45A5-B2F9-1F8031AD7686}" type="pres">
      <dgm:prSet presAssocID="{EB12D899-2F78-4E94-B637-9560EC8D23F0}" presName="parentText" presStyleLbl="node1" presStyleIdx="0" presStyleCnt="4">
        <dgm:presLayoutVars>
          <dgm:chMax val="0"/>
          <dgm:bulletEnabled val="1"/>
        </dgm:presLayoutVars>
      </dgm:prSet>
      <dgm:spPr/>
    </dgm:pt>
    <dgm:pt modelId="{A512A775-1C54-4BD1-8FFF-0F86F137AE59}" type="pres">
      <dgm:prSet presAssocID="{19CDE93D-2F87-49DB-AAB3-7A3FC710A462}" presName="spacer" presStyleCnt="0"/>
      <dgm:spPr/>
    </dgm:pt>
    <dgm:pt modelId="{87D0ED7C-FBFD-4DCD-B364-E92D7EBBB870}" type="pres">
      <dgm:prSet presAssocID="{38B66C77-527E-4568-B7B7-4E77BD13E031}" presName="parentText" presStyleLbl="node1" presStyleIdx="1" presStyleCnt="4">
        <dgm:presLayoutVars>
          <dgm:chMax val="0"/>
          <dgm:bulletEnabled val="1"/>
        </dgm:presLayoutVars>
      </dgm:prSet>
      <dgm:spPr/>
    </dgm:pt>
    <dgm:pt modelId="{C29391B6-F602-4D64-88EF-D86501C06790}" type="pres">
      <dgm:prSet presAssocID="{97CB4A09-4158-4D11-93AD-743C0D223B0A}" presName="spacer" presStyleCnt="0"/>
      <dgm:spPr/>
    </dgm:pt>
    <dgm:pt modelId="{A40460BF-64EC-4570-86F8-70542D42413D}" type="pres">
      <dgm:prSet presAssocID="{ED1FE787-D48B-40C3-A2BE-1D922D5353AE}" presName="parentText" presStyleLbl="node1" presStyleIdx="2" presStyleCnt="4">
        <dgm:presLayoutVars>
          <dgm:chMax val="0"/>
          <dgm:bulletEnabled val="1"/>
        </dgm:presLayoutVars>
      </dgm:prSet>
      <dgm:spPr/>
    </dgm:pt>
    <dgm:pt modelId="{220623D6-9AE4-4E7D-9E02-8F63439F3554}" type="pres">
      <dgm:prSet presAssocID="{F4EAB3E7-960F-4D6D-9A55-7966287F9180}" presName="spacer" presStyleCnt="0"/>
      <dgm:spPr/>
    </dgm:pt>
    <dgm:pt modelId="{2166F090-D674-4D05-93DA-EB6CEB0ACB29}" type="pres">
      <dgm:prSet presAssocID="{98427C34-F9CA-4FBA-819F-F60E8EAE645D}" presName="parentText" presStyleLbl="node1" presStyleIdx="3" presStyleCnt="4">
        <dgm:presLayoutVars>
          <dgm:chMax val="0"/>
          <dgm:bulletEnabled val="1"/>
        </dgm:presLayoutVars>
      </dgm:prSet>
      <dgm:spPr/>
    </dgm:pt>
  </dgm:ptLst>
  <dgm:cxnLst>
    <dgm:cxn modelId="{8121FF13-B73E-44EC-9ADD-1B57FC571DCB}" type="presOf" srcId="{D6F58B27-80B1-4CB0-AD3B-9E3989748E5F}" destId="{7DD91054-CB17-42A8-87F8-D3C828B50E92}" srcOrd="0" destOrd="0" presId="urn:microsoft.com/office/officeart/2005/8/layout/vList2"/>
    <dgm:cxn modelId="{2DDF7C16-4056-4877-85AD-804338A1B8BA}" type="presOf" srcId="{ED1FE787-D48B-40C3-A2BE-1D922D5353AE}" destId="{A40460BF-64EC-4570-86F8-70542D42413D}" srcOrd="0" destOrd="0" presId="urn:microsoft.com/office/officeart/2005/8/layout/vList2"/>
    <dgm:cxn modelId="{8EC32B1B-99A5-47BB-8BD7-3D2F18FB7D69}" type="presOf" srcId="{38B66C77-527E-4568-B7B7-4E77BD13E031}" destId="{87D0ED7C-FBFD-4DCD-B364-E92D7EBBB870}" srcOrd="0" destOrd="0" presId="urn:microsoft.com/office/officeart/2005/8/layout/vList2"/>
    <dgm:cxn modelId="{E8820939-A135-460F-BFFC-39FF0ADE5E52}" type="presOf" srcId="{EB12D899-2F78-4E94-B637-9560EC8D23F0}" destId="{79D528B3-C74D-45A5-B2F9-1F8031AD7686}" srcOrd="0" destOrd="0" presId="urn:microsoft.com/office/officeart/2005/8/layout/vList2"/>
    <dgm:cxn modelId="{A104BF3A-7B98-4A07-8C2B-6A1B86BFC73C}" type="presOf" srcId="{98427C34-F9CA-4FBA-819F-F60E8EAE645D}" destId="{2166F090-D674-4D05-93DA-EB6CEB0ACB29}" srcOrd="0" destOrd="0" presId="urn:microsoft.com/office/officeart/2005/8/layout/vList2"/>
    <dgm:cxn modelId="{EA3E9C8E-579B-4679-9ACA-1D84660346BF}" srcId="{D6F58B27-80B1-4CB0-AD3B-9E3989748E5F}" destId="{EB12D899-2F78-4E94-B637-9560EC8D23F0}" srcOrd="0" destOrd="0" parTransId="{2B3D8B90-8904-4937-B7A2-07FE9CB3CB6D}" sibTransId="{19CDE93D-2F87-49DB-AAB3-7A3FC710A462}"/>
    <dgm:cxn modelId="{36F15A90-F80C-4941-8377-2E218D4AD491}" srcId="{D6F58B27-80B1-4CB0-AD3B-9E3989748E5F}" destId="{38B66C77-527E-4568-B7B7-4E77BD13E031}" srcOrd="1" destOrd="0" parTransId="{BFC00403-9A27-46EA-A0C9-853E58E5CF3B}" sibTransId="{97CB4A09-4158-4D11-93AD-743C0D223B0A}"/>
    <dgm:cxn modelId="{21BD04DF-248E-4786-B6EA-5F612CB24B4E}" srcId="{D6F58B27-80B1-4CB0-AD3B-9E3989748E5F}" destId="{98427C34-F9CA-4FBA-819F-F60E8EAE645D}" srcOrd="3" destOrd="0" parTransId="{C62B2136-5770-48EB-BD51-BF49993BD9DB}" sibTransId="{6318201D-016A-4C64-A852-69ABB9B05FBA}"/>
    <dgm:cxn modelId="{164D34EC-69CE-47F2-BA66-7EB13078B438}" srcId="{D6F58B27-80B1-4CB0-AD3B-9E3989748E5F}" destId="{ED1FE787-D48B-40C3-A2BE-1D922D5353AE}" srcOrd="2" destOrd="0" parTransId="{C7E66B1B-F344-4087-8273-472441C8C6D9}" sibTransId="{F4EAB3E7-960F-4D6D-9A55-7966287F9180}"/>
    <dgm:cxn modelId="{A356B5BC-8718-43D6-9AC6-7FD7C06F1A54}" type="presParOf" srcId="{7DD91054-CB17-42A8-87F8-D3C828B50E92}" destId="{79D528B3-C74D-45A5-B2F9-1F8031AD7686}" srcOrd="0" destOrd="0" presId="urn:microsoft.com/office/officeart/2005/8/layout/vList2"/>
    <dgm:cxn modelId="{AB82AD93-FD9A-4E4F-B8C1-388BE2D0B3EC}" type="presParOf" srcId="{7DD91054-CB17-42A8-87F8-D3C828B50E92}" destId="{A512A775-1C54-4BD1-8FFF-0F86F137AE59}" srcOrd="1" destOrd="0" presId="urn:microsoft.com/office/officeart/2005/8/layout/vList2"/>
    <dgm:cxn modelId="{E8EA46A3-8E1E-468A-85B9-655E87C0F5DB}" type="presParOf" srcId="{7DD91054-CB17-42A8-87F8-D3C828B50E92}" destId="{87D0ED7C-FBFD-4DCD-B364-E92D7EBBB870}" srcOrd="2" destOrd="0" presId="urn:microsoft.com/office/officeart/2005/8/layout/vList2"/>
    <dgm:cxn modelId="{D1CC6237-D8F6-4237-BCE0-B439BC722548}" type="presParOf" srcId="{7DD91054-CB17-42A8-87F8-D3C828B50E92}" destId="{C29391B6-F602-4D64-88EF-D86501C06790}" srcOrd="3" destOrd="0" presId="urn:microsoft.com/office/officeart/2005/8/layout/vList2"/>
    <dgm:cxn modelId="{75302F11-B30E-436E-BC17-DDD689ACFC30}" type="presParOf" srcId="{7DD91054-CB17-42A8-87F8-D3C828B50E92}" destId="{A40460BF-64EC-4570-86F8-70542D42413D}" srcOrd="4" destOrd="0" presId="urn:microsoft.com/office/officeart/2005/8/layout/vList2"/>
    <dgm:cxn modelId="{837DFDF2-8039-4906-B4A0-32ACCB26ED49}" type="presParOf" srcId="{7DD91054-CB17-42A8-87F8-D3C828B50E92}" destId="{220623D6-9AE4-4E7D-9E02-8F63439F3554}" srcOrd="5" destOrd="0" presId="urn:microsoft.com/office/officeart/2005/8/layout/vList2"/>
    <dgm:cxn modelId="{CDEA4AC0-5F62-4F35-B0B7-57D7D60D30AE}" type="presParOf" srcId="{7DD91054-CB17-42A8-87F8-D3C828B50E92}" destId="{2166F090-D674-4D05-93DA-EB6CEB0ACB2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966314FA-68D4-4F64-90C4-160EBBBBFED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D8BEDC0-5B22-4629-9512-9E7F69A327B9}">
      <dgm:prSet/>
      <dgm:spPr/>
      <dgm:t>
        <a:bodyPr/>
        <a:lstStyle/>
        <a:p>
          <a:r>
            <a:rPr lang="ru-RU" b="0" i="0"/>
            <a:t>входила до складу Слобідської України.</a:t>
          </a:r>
          <a:endParaRPr lang="uk-UA"/>
        </a:p>
      </dgm:t>
    </dgm:pt>
    <dgm:pt modelId="{93E92EA5-70A8-448A-AD99-B16B5FD74D0A}" type="parTrans" cxnId="{FABACA02-CD0F-472F-B53D-C76891ECF3E4}">
      <dgm:prSet/>
      <dgm:spPr/>
      <dgm:t>
        <a:bodyPr/>
        <a:lstStyle/>
        <a:p>
          <a:endParaRPr lang="uk-UA"/>
        </a:p>
      </dgm:t>
    </dgm:pt>
    <dgm:pt modelId="{8171A46B-2896-4778-BB16-DDA8BE068425}" type="sibTrans" cxnId="{FABACA02-CD0F-472F-B53D-C76891ECF3E4}">
      <dgm:prSet/>
      <dgm:spPr/>
      <dgm:t>
        <a:bodyPr/>
        <a:lstStyle/>
        <a:p>
          <a:endParaRPr lang="uk-UA"/>
        </a:p>
      </dgm:t>
    </dgm:pt>
    <dgm:pt modelId="{DB8DB838-DC54-4473-9C8B-2D1D3B8481AD}">
      <dgm:prSet/>
      <dgm:spPr/>
      <dgm:t>
        <a:bodyPr/>
        <a:lstStyle/>
        <a:p>
          <a:r>
            <a:rPr lang="ru-RU" b="0" i="0" dirty="0" err="1"/>
            <a:t>визнавала</a:t>
          </a:r>
          <a:r>
            <a:rPr lang="ru-RU" b="0" i="0" dirty="0"/>
            <a:t> </a:t>
          </a:r>
          <a:r>
            <a:rPr lang="ru-RU" b="0" i="0" dirty="0" err="1"/>
            <a:t>зверхність</a:t>
          </a:r>
          <a:r>
            <a:rPr lang="ru-RU" b="0" i="0" dirty="0"/>
            <a:t> </a:t>
          </a:r>
          <a:r>
            <a:rPr lang="ru-RU" b="0" i="0" dirty="0" err="1"/>
            <a:t>шведського</a:t>
          </a:r>
          <a:r>
            <a:rPr lang="ru-RU" b="0" i="0" dirty="0"/>
            <a:t> короля.</a:t>
          </a:r>
          <a:endParaRPr lang="uk-UA" dirty="0"/>
        </a:p>
      </dgm:t>
    </dgm:pt>
    <dgm:pt modelId="{C283FC5F-3510-429D-94D2-E3362811123D}" type="parTrans" cxnId="{DEA89107-F345-4415-B190-9B62A24CDF99}">
      <dgm:prSet/>
      <dgm:spPr/>
      <dgm:t>
        <a:bodyPr/>
        <a:lstStyle/>
        <a:p>
          <a:endParaRPr lang="uk-UA"/>
        </a:p>
      </dgm:t>
    </dgm:pt>
    <dgm:pt modelId="{E4D6E8A7-A403-492A-9AA3-AA0907B91D12}" type="sibTrans" cxnId="{DEA89107-F345-4415-B190-9B62A24CDF99}">
      <dgm:prSet/>
      <dgm:spPr/>
      <dgm:t>
        <a:bodyPr/>
        <a:lstStyle/>
        <a:p>
          <a:endParaRPr lang="uk-UA"/>
        </a:p>
      </dgm:t>
    </dgm:pt>
    <dgm:pt modelId="{2275E039-742A-432A-B649-C89D4C2BE2DB}">
      <dgm:prSet/>
      <dgm:spPr/>
      <dgm:t>
        <a:bodyPr/>
        <a:lstStyle/>
        <a:p>
          <a:r>
            <a:rPr lang="ru-RU" b="0" i="0"/>
            <a:t>виступала самостійною військово-політичною силою.</a:t>
          </a:r>
          <a:endParaRPr lang="uk-UA"/>
        </a:p>
      </dgm:t>
    </dgm:pt>
    <dgm:pt modelId="{09E26024-2626-4F60-B46E-467E3B7E8E5F}" type="parTrans" cxnId="{0177E93A-A08C-44BE-8D8F-8F52EB6AC9AA}">
      <dgm:prSet/>
      <dgm:spPr/>
      <dgm:t>
        <a:bodyPr/>
        <a:lstStyle/>
        <a:p>
          <a:endParaRPr lang="uk-UA"/>
        </a:p>
      </dgm:t>
    </dgm:pt>
    <dgm:pt modelId="{3966CD96-6AF8-4AA4-9127-F306CFCAD8A0}" type="sibTrans" cxnId="{0177E93A-A08C-44BE-8D8F-8F52EB6AC9AA}">
      <dgm:prSet/>
      <dgm:spPr/>
      <dgm:t>
        <a:bodyPr/>
        <a:lstStyle/>
        <a:p>
          <a:endParaRPr lang="uk-UA"/>
        </a:p>
      </dgm:t>
    </dgm:pt>
    <dgm:pt modelId="{0433D261-FB55-4811-9B64-94C6F6EC7FF2}">
      <dgm:prSet/>
      <dgm:spPr/>
      <dgm:t>
        <a:bodyPr/>
        <a:lstStyle/>
        <a:p>
          <a:r>
            <a:rPr lang="ru-RU" b="0" i="0" dirty="0" err="1"/>
            <a:t>перебувала</a:t>
          </a:r>
          <a:r>
            <a:rPr lang="ru-RU" b="0" i="0" dirty="0"/>
            <a:t> </a:t>
          </a:r>
          <a:r>
            <a:rPr lang="ru-RU" b="0" i="0" dirty="0" err="1"/>
            <a:t>під</a:t>
          </a:r>
          <a:r>
            <a:rPr lang="ru-RU" b="0" i="0" dirty="0"/>
            <a:t> протекторатом </a:t>
          </a:r>
          <a:r>
            <a:rPr lang="ru-RU" b="0" i="0" dirty="0" err="1"/>
            <a:t>турецького</a:t>
          </a:r>
          <a:r>
            <a:rPr lang="ru-RU" b="0" i="0" dirty="0"/>
            <a:t> султана.</a:t>
          </a:r>
          <a:endParaRPr lang="uk-UA" dirty="0"/>
        </a:p>
      </dgm:t>
    </dgm:pt>
    <dgm:pt modelId="{FE0A7FEC-DBA5-4197-988D-2C26401C3B5E}" type="parTrans" cxnId="{F2F8099A-EC73-4BAB-B7B9-0A76C8B79A0B}">
      <dgm:prSet/>
      <dgm:spPr/>
      <dgm:t>
        <a:bodyPr/>
        <a:lstStyle/>
        <a:p>
          <a:endParaRPr lang="uk-UA"/>
        </a:p>
      </dgm:t>
    </dgm:pt>
    <dgm:pt modelId="{E5DD2CC5-DB4E-4199-BE28-ED7F5FBB2737}" type="sibTrans" cxnId="{F2F8099A-EC73-4BAB-B7B9-0A76C8B79A0B}">
      <dgm:prSet/>
      <dgm:spPr/>
      <dgm:t>
        <a:bodyPr/>
        <a:lstStyle/>
        <a:p>
          <a:endParaRPr lang="uk-UA"/>
        </a:p>
      </dgm:t>
    </dgm:pt>
    <dgm:pt modelId="{729B3522-1636-40C9-8FD2-0301F3A8D0F9}" type="pres">
      <dgm:prSet presAssocID="{966314FA-68D4-4F64-90C4-160EBBBBFED8}" presName="linear" presStyleCnt="0">
        <dgm:presLayoutVars>
          <dgm:animLvl val="lvl"/>
          <dgm:resizeHandles val="exact"/>
        </dgm:presLayoutVars>
      </dgm:prSet>
      <dgm:spPr/>
    </dgm:pt>
    <dgm:pt modelId="{5247221B-8E46-4DC8-83CA-3C19E735748A}" type="pres">
      <dgm:prSet presAssocID="{DD8BEDC0-5B22-4629-9512-9E7F69A327B9}" presName="parentText" presStyleLbl="node1" presStyleIdx="0" presStyleCnt="4">
        <dgm:presLayoutVars>
          <dgm:chMax val="0"/>
          <dgm:bulletEnabled val="1"/>
        </dgm:presLayoutVars>
      </dgm:prSet>
      <dgm:spPr/>
    </dgm:pt>
    <dgm:pt modelId="{2499C37E-E6C8-49CB-8FA3-ADAA4267E15A}" type="pres">
      <dgm:prSet presAssocID="{8171A46B-2896-4778-BB16-DDA8BE068425}" presName="spacer" presStyleCnt="0"/>
      <dgm:spPr/>
    </dgm:pt>
    <dgm:pt modelId="{02374F97-6B4E-4446-A3F8-AA6B3CAB7F10}" type="pres">
      <dgm:prSet presAssocID="{DB8DB838-DC54-4473-9C8B-2D1D3B8481AD}" presName="parentText" presStyleLbl="node1" presStyleIdx="1" presStyleCnt="4">
        <dgm:presLayoutVars>
          <dgm:chMax val="0"/>
          <dgm:bulletEnabled val="1"/>
        </dgm:presLayoutVars>
      </dgm:prSet>
      <dgm:spPr/>
    </dgm:pt>
    <dgm:pt modelId="{E9B20B78-947C-4AC2-8C9D-322C9E25B8E0}" type="pres">
      <dgm:prSet presAssocID="{E4D6E8A7-A403-492A-9AA3-AA0907B91D12}" presName="spacer" presStyleCnt="0"/>
      <dgm:spPr/>
    </dgm:pt>
    <dgm:pt modelId="{A55DBF90-16BC-4F2E-82AD-61B729493680}" type="pres">
      <dgm:prSet presAssocID="{2275E039-742A-432A-B649-C89D4C2BE2DB}" presName="parentText" presStyleLbl="node1" presStyleIdx="2" presStyleCnt="4">
        <dgm:presLayoutVars>
          <dgm:chMax val="0"/>
          <dgm:bulletEnabled val="1"/>
        </dgm:presLayoutVars>
      </dgm:prSet>
      <dgm:spPr/>
    </dgm:pt>
    <dgm:pt modelId="{276A3D21-190D-4C58-9D21-0798DB93F34E}" type="pres">
      <dgm:prSet presAssocID="{3966CD96-6AF8-4AA4-9127-F306CFCAD8A0}" presName="spacer" presStyleCnt="0"/>
      <dgm:spPr/>
    </dgm:pt>
    <dgm:pt modelId="{AD46650D-ACB6-4F1D-9CDE-CC8FE9177FC8}" type="pres">
      <dgm:prSet presAssocID="{0433D261-FB55-4811-9B64-94C6F6EC7FF2}" presName="parentText" presStyleLbl="node1" presStyleIdx="3" presStyleCnt="4">
        <dgm:presLayoutVars>
          <dgm:chMax val="0"/>
          <dgm:bulletEnabled val="1"/>
        </dgm:presLayoutVars>
      </dgm:prSet>
      <dgm:spPr/>
    </dgm:pt>
  </dgm:ptLst>
  <dgm:cxnLst>
    <dgm:cxn modelId="{FABACA02-CD0F-472F-B53D-C76891ECF3E4}" srcId="{966314FA-68D4-4F64-90C4-160EBBBBFED8}" destId="{DD8BEDC0-5B22-4629-9512-9E7F69A327B9}" srcOrd="0" destOrd="0" parTransId="{93E92EA5-70A8-448A-AD99-B16B5FD74D0A}" sibTransId="{8171A46B-2896-4778-BB16-DDA8BE068425}"/>
    <dgm:cxn modelId="{DEA89107-F345-4415-B190-9B62A24CDF99}" srcId="{966314FA-68D4-4F64-90C4-160EBBBBFED8}" destId="{DB8DB838-DC54-4473-9C8B-2D1D3B8481AD}" srcOrd="1" destOrd="0" parTransId="{C283FC5F-3510-429D-94D2-E3362811123D}" sibTransId="{E4D6E8A7-A403-492A-9AA3-AA0907B91D12}"/>
    <dgm:cxn modelId="{77FED32E-EB06-4E4A-8151-EA2EDC200113}" type="presOf" srcId="{0433D261-FB55-4811-9B64-94C6F6EC7FF2}" destId="{AD46650D-ACB6-4F1D-9CDE-CC8FE9177FC8}" srcOrd="0" destOrd="0" presId="urn:microsoft.com/office/officeart/2005/8/layout/vList2"/>
    <dgm:cxn modelId="{0177E93A-A08C-44BE-8D8F-8F52EB6AC9AA}" srcId="{966314FA-68D4-4F64-90C4-160EBBBBFED8}" destId="{2275E039-742A-432A-B649-C89D4C2BE2DB}" srcOrd="2" destOrd="0" parTransId="{09E26024-2626-4F60-B46E-467E3B7E8E5F}" sibTransId="{3966CD96-6AF8-4AA4-9127-F306CFCAD8A0}"/>
    <dgm:cxn modelId="{DE15093C-0A91-4A56-89C1-FED114BF4244}" type="presOf" srcId="{DB8DB838-DC54-4473-9C8B-2D1D3B8481AD}" destId="{02374F97-6B4E-4446-A3F8-AA6B3CAB7F10}" srcOrd="0" destOrd="0" presId="urn:microsoft.com/office/officeart/2005/8/layout/vList2"/>
    <dgm:cxn modelId="{1E2ADC40-9E35-48B4-B6FC-2FA85E2B0127}" type="presOf" srcId="{966314FA-68D4-4F64-90C4-160EBBBBFED8}" destId="{729B3522-1636-40C9-8FD2-0301F3A8D0F9}" srcOrd="0" destOrd="0" presId="urn:microsoft.com/office/officeart/2005/8/layout/vList2"/>
    <dgm:cxn modelId="{A199B191-104B-4445-B3D8-16760680C175}" type="presOf" srcId="{DD8BEDC0-5B22-4629-9512-9E7F69A327B9}" destId="{5247221B-8E46-4DC8-83CA-3C19E735748A}" srcOrd="0" destOrd="0" presId="urn:microsoft.com/office/officeart/2005/8/layout/vList2"/>
    <dgm:cxn modelId="{F2F8099A-EC73-4BAB-B7B9-0A76C8B79A0B}" srcId="{966314FA-68D4-4F64-90C4-160EBBBBFED8}" destId="{0433D261-FB55-4811-9B64-94C6F6EC7FF2}" srcOrd="3" destOrd="0" parTransId="{FE0A7FEC-DBA5-4197-988D-2C26401C3B5E}" sibTransId="{E5DD2CC5-DB4E-4199-BE28-ED7F5FBB2737}"/>
    <dgm:cxn modelId="{54BFECAA-3A73-41E8-B8A8-A2489B0C6CE6}" type="presOf" srcId="{2275E039-742A-432A-B649-C89D4C2BE2DB}" destId="{A55DBF90-16BC-4F2E-82AD-61B729493680}" srcOrd="0" destOrd="0" presId="urn:microsoft.com/office/officeart/2005/8/layout/vList2"/>
    <dgm:cxn modelId="{9252E622-10B4-424A-AD2C-B12F01A94453}" type="presParOf" srcId="{729B3522-1636-40C9-8FD2-0301F3A8D0F9}" destId="{5247221B-8E46-4DC8-83CA-3C19E735748A}" srcOrd="0" destOrd="0" presId="urn:microsoft.com/office/officeart/2005/8/layout/vList2"/>
    <dgm:cxn modelId="{85EA6C9D-5B91-4EE4-A941-4EFAF3DBCE19}" type="presParOf" srcId="{729B3522-1636-40C9-8FD2-0301F3A8D0F9}" destId="{2499C37E-E6C8-49CB-8FA3-ADAA4267E15A}" srcOrd="1" destOrd="0" presId="urn:microsoft.com/office/officeart/2005/8/layout/vList2"/>
    <dgm:cxn modelId="{0B6BABB3-BF38-44BD-BF45-FD36A137AEF1}" type="presParOf" srcId="{729B3522-1636-40C9-8FD2-0301F3A8D0F9}" destId="{02374F97-6B4E-4446-A3F8-AA6B3CAB7F10}" srcOrd="2" destOrd="0" presId="urn:microsoft.com/office/officeart/2005/8/layout/vList2"/>
    <dgm:cxn modelId="{88B2FF22-054A-4E2E-82A1-1534213C6375}" type="presParOf" srcId="{729B3522-1636-40C9-8FD2-0301F3A8D0F9}" destId="{E9B20B78-947C-4AC2-8C9D-322C9E25B8E0}" srcOrd="3" destOrd="0" presId="urn:microsoft.com/office/officeart/2005/8/layout/vList2"/>
    <dgm:cxn modelId="{FB4D37F3-6693-44E1-920E-30B6555758A1}" type="presParOf" srcId="{729B3522-1636-40C9-8FD2-0301F3A8D0F9}" destId="{A55DBF90-16BC-4F2E-82AD-61B729493680}" srcOrd="4" destOrd="0" presId="urn:microsoft.com/office/officeart/2005/8/layout/vList2"/>
    <dgm:cxn modelId="{789B06D1-044C-44AE-AB06-908F12EA946F}" type="presParOf" srcId="{729B3522-1636-40C9-8FD2-0301F3A8D0F9}" destId="{276A3D21-190D-4C58-9D21-0798DB93F34E}" srcOrd="5" destOrd="0" presId="urn:microsoft.com/office/officeart/2005/8/layout/vList2"/>
    <dgm:cxn modelId="{E6914E3C-B472-441C-97B2-E1685F7766C0}" type="presParOf" srcId="{729B3522-1636-40C9-8FD2-0301F3A8D0F9}" destId="{AD46650D-ACB6-4F1D-9CDE-CC8FE9177FC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A98228DC-BAC9-48B2-B6F4-85B5C99EB1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7BDD231-658C-4245-A6E4-5E5B714D829F}">
      <dgm:prSet/>
      <dgm:spPr/>
      <dgm:t>
        <a:bodyPr/>
        <a:lstStyle/>
        <a:p>
          <a:r>
            <a:rPr lang="ru-RU" b="0" i="0" dirty="0"/>
            <a:t>«</a:t>
          </a:r>
          <a:r>
            <a:rPr lang="ru-RU" b="0" i="0" dirty="0" err="1"/>
            <a:t>Хмельниччина</a:t>
          </a:r>
          <a:r>
            <a:rPr lang="ru-RU" b="0" i="0" dirty="0"/>
            <a:t>»</a:t>
          </a:r>
          <a:endParaRPr lang="uk-UA" dirty="0"/>
        </a:p>
      </dgm:t>
    </dgm:pt>
    <dgm:pt modelId="{152AF6F9-41E8-4305-BF3C-6E601995476F}" type="parTrans" cxnId="{F3355C07-C1D3-4171-855A-9A3959E09D4C}">
      <dgm:prSet/>
      <dgm:spPr/>
      <dgm:t>
        <a:bodyPr/>
        <a:lstStyle/>
        <a:p>
          <a:endParaRPr lang="uk-UA"/>
        </a:p>
      </dgm:t>
    </dgm:pt>
    <dgm:pt modelId="{7541E762-97EC-443E-9E32-6C5550BEAB54}" type="sibTrans" cxnId="{F3355C07-C1D3-4171-855A-9A3959E09D4C}">
      <dgm:prSet/>
      <dgm:spPr/>
      <dgm:t>
        <a:bodyPr/>
        <a:lstStyle/>
        <a:p>
          <a:endParaRPr lang="uk-UA"/>
        </a:p>
      </dgm:t>
    </dgm:pt>
    <dgm:pt modelId="{F00BE76C-F101-4D4F-850F-C6D15B40DA1A}">
      <dgm:prSet/>
      <dgm:spPr/>
      <dgm:t>
        <a:bodyPr/>
        <a:lstStyle/>
        <a:p>
          <a:r>
            <a:rPr lang="ru-RU" b="0" i="0"/>
            <a:t>«Руїна»</a:t>
          </a:r>
          <a:endParaRPr lang="uk-UA"/>
        </a:p>
      </dgm:t>
    </dgm:pt>
    <dgm:pt modelId="{E13D18EE-B68F-4D65-8230-A12DFB6D5E30}" type="parTrans" cxnId="{FB98DB9C-93CE-49A9-8472-CD9E1847BEA0}">
      <dgm:prSet/>
      <dgm:spPr/>
      <dgm:t>
        <a:bodyPr/>
        <a:lstStyle/>
        <a:p>
          <a:endParaRPr lang="uk-UA"/>
        </a:p>
      </dgm:t>
    </dgm:pt>
    <dgm:pt modelId="{2F38BB45-F0D1-44C9-94DF-5E4025C2B596}" type="sibTrans" cxnId="{FB98DB9C-93CE-49A9-8472-CD9E1847BEA0}">
      <dgm:prSet/>
      <dgm:spPr/>
      <dgm:t>
        <a:bodyPr/>
        <a:lstStyle/>
        <a:p>
          <a:endParaRPr lang="uk-UA"/>
        </a:p>
      </dgm:t>
    </dgm:pt>
    <dgm:pt modelId="{2C3EB2A2-BB09-4F73-9B3F-6C72149B8991}">
      <dgm:prSet/>
      <dgm:spPr/>
      <dgm:t>
        <a:bodyPr/>
        <a:lstStyle/>
        <a:p>
          <a:r>
            <a:rPr lang="ru-RU" b="0" i="0" dirty="0"/>
            <a:t>«Великий </a:t>
          </a:r>
          <a:r>
            <a:rPr lang="ru-RU" b="0" i="0" dirty="0" err="1"/>
            <a:t>згін</a:t>
          </a:r>
          <a:r>
            <a:rPr lang="ru-RU" b="0" i="0" dirty="0"/>
            <a:t>»</a:t>
          </a:r>
          <a:endParaRPr lang="uk-UA" dirty="0"/>
        </a:p>
      </dgm:t>
    </dgm:pt>
    <dgm:pt modelId="{F50788A0-189D-4F85-A07F-B665EB31CC54}" type="parTrans" cxnId="{AC08DA58-F4E1-4C2A-8307-9811BFA943F8}">
      <dgm:prSet/>
      <dgm:spPr/>
      <dgm:t>
        <a:bodyPr/>
        <a:lstStyle/>
        <a:p>
          <a:endParaRPr lang="uk-UA"/>
        </a:p>
      </dgm:t>
    </dgm:pt>
    <dgm:pt modelId="{6168F524-8A1C-4840-856F-DDF281B04DC7}" type="sibTrans" cxnId="{AC08DA58-F4E1-4C2A-8307-9811BFA943F8}">
      <dgm:prSet/>
      <dgm:spPr/>
      <dgm:t>
        <a:bodyPr/>
        <a:lstStyle/>
        <a:p>
          <a:endParaRPr lang="uk-UA"/>
        </a:p>
      </dgm:t>
    </dgm:pt>
    <dgm:pt modelId="{B72D90C0-0F2D-4760-92D6-4264F4F9AB09}">
      <dgm:prSet/>
      <dgm:spPr/>
      <dgm:t>
        <a:bodyPr/>
        <a:lstStyle/>
        <a:p>
          <a:r>
            <a:rPr lang="ru-RU" b="0" i="0" dirty="0"/>
            <a:t>«</a:t>
          </a:r>
          <a:r>
            <a:rPr lang="ru-RU" b="0" i="0" dirty="0" err="1"/>
            <a:t>Коліївщина</a:t>
          </a:r>
          <a:r>
            <a:rPr lang="ru-RU" b="0" i="0" dirty="0"/>
            <a:t>»</a:t>
          </a:r>
          <a:endParaRPr lang="uk-UA" dirty="0"/>
        </a:p>
      </dgm:t>
    </dgm:pt>
    <dgm:pt modelId="{F241080B-B952-49FB-B1B4-6D756E8D048D}" type="parTrans" cxnId="{5C1918F4-A1B9-438C-A419-180163300D53}">
      <dgm:prSet/>
      <dgm:spPr/>
      <dgm:t>
        <a:bodyPr/>
        <a:lstStyle/>
        <a:p>
          <a:endParaRPr lang="uk-UA"/>
        </a:p>
      </dgm:t>
    </dgm:pt>
    <dgm:pt modelId="{226C51EB-1D94-4B94-8C13-7B5A1B3A67F8}" type="sibTrans" cxnId="{5C1918F4-A1B9-438C-A419-180163300D53}">
      <dgm:prSet/>
      <dgm:spPr/>
      <dgm:t>
        <a:bodyPr/>
        <a:lstStyle/>
        <a:p>
          <a:endParaRPr lang="uk-UA"/>
        </a:p>
      </dgm:t>
    </dgm:pt>
    <dgm:pt modelId="{81D94ECE-9360-4402-AE36-118246335ED4}" type="pres">
      <dgm:prSet presAssocID="{A98228DC-BAC9-48B2-B6F4-85B5C99EB153}" presName="linear" presStyleCnt="0">
        <dgm:presLayoutVars>
          <dgm:animLvl val="lvl"/>
          <dgm:resizeHandles val="exact"/>
        </dgm:presLayoutVars>
      </dgm:prSet>
      <dgm:spPr/>
    </dgm:pt>
    <dgm:pt modelId="{FA383567-7818-4EE6-9B9B-52DB62DE7552}" type="pres">
      <dgm:prSet presAssocID="{87BDD231-658C-4245-A6E4-5E5B714D829F}" presName="parentText" presStyleLbl="node1" presStyleIdx="0" presStyleCnt="4">
        <dgm:presLayoutVars>
          <dgm:chMax val="0"/>
          <dgm:bulletEnabled val="1"/>
        </dgm:presLayoutVars>
      </dgm:prSet>
      <dgm:spPr/>
    </dgm:pt>
    <dgm:pt modelId="{EBC49D04-0684-4C48-AABB-CAF880661300}" type="pres">
      <dgm:prSet presAssocID="{7541E762-97EC-443E-9E32-6C5550BEAB54}" presName="spacer" presStyleCnt="0"/>
      <dgm:spPr/>
    </dgm:pt>
    <dgm:pt modelId="{CE9CF5B9-D70B-4D09-9709-3E2B108D5177}" type="pres">
      <dgm:prSet presAssocID="{F00BE76C-F101-4D4F-850F-C6D15B40DA1A}" presName="parentText" presStyleLbl="node1" presStyleIdx="1" presStyleCnt="4">
        <dgm:presLayoutVars>
          <dgm:chMax val="0"/>
          <dgm:bulletEnabled val="1"/>
        </dgm:presLayoutVars>
      </dgm:prSet>
      <dgm:spPr/>
    </dgm:pt>
    <dgm:pt modelId="{61E6C3B1-5363-4FFA-ADDC-31EC6D653285}" type="pres">
      <dgm:prSet presAssocID="{2F38BB45-F0D1-44C9-94DF-5E4025C2B596}" presName="spacer" presStyleCnt="0"/>
      <dgm:spPr/>
    </dgm:pt>
    <dgm:pt modelId="{FECAD26A-A1B6-4806-81C1-B6C430D872F4}" type="pres">
      <dgm:prSet presAssocID="{2C3EB2A2-BB09-4F73-9B3F-6C72149B8991}" presName="parentText" presStyleLbl="node1" presStyleIdx="2" presStyleCnt="4">
        <dgm:presLayoutVars>
          <dgm:chMax val="0"/>
          <dgm:bulletEnabled val="1"/>
        </dgm:presLayoutVars>
      </dgm:prSet>
      <dgm:spPr/>
    </dgm:pt>
    <dgm:pt modelId="{67C0E95E-2406-4466-8BFB-B10D75C86D02}" type="pres">
      <dgm:prSet presAssocID="{6168F524-8A1C-4840-856F-DDF281B04DC7}" presName="spacer" presStyleCnt="0"/>
      <dgm:spPr/>
    </dgm:pt>
    <dgm:pt modelId="{B80620E3-8A4C-46E2-9616-14402D2AA9CA}" type="pres">
      <dgm:prSet presAssocID="{B72D90C0-0F2D-4760-92D6-4264F4F9AB09}" presName="parentText" presStyleLbl="node1" presStyleIdx="3" presStyleCnt="4">
        <dgm:presLayoutVars>
          <dgm:chMax val="0"/>
          <dgm:bulletEnabled val="1"/>
        </dgm:presLayoutVars>
      </dgm:prSet>
      <dgm:spPr/>
    </dgm:pt>
  </dgm:ptLst>
  <dgm:cxnLst>
    <dgm:cxn modelId="{F3355C07-C1D3-4171-855A-9A3959E09D4C}" srcId="{A98228DC-BAC9-48B2-B6F4-85B5C99EB153}" destId="{87BDD231-658C-4245-A6E4-5E5B714D829F}" srcOrd="0" destOrd="0" parTransId="{152AF6F9-41E8-4305-BF3C-6E601995476F}" sibTransId="{7541E762-97EC-443E-9E32-6C5550BEAB54}"/>
    <dgm:cxn modelId="{91A1DE13-09D4-4F37-A0FE-691F10E4C650}" type="presOf" srcId="{A98228DC-BAC9-48B2-B6F4-85B5C99EB153}" destId="{81D94ECE-9360-4402-AE36-118246335ED4}" srcOrd="0" destOrd="0" presId="urn:microsoft.com/office/officeart/2005/8/layout/vList2"/>
    <dgm:cxn modelId="{4920E21E-1FD6-4275-A8F1-B1D2CC796310}" type="presOf" srcId="{2C3EB2A2-BB09-4F73-9B3F-6C72149B8991}" destId="{FECAD26A-A1B6-4806-81C1-B6C430D872F4}" srcOrd="0" destOrd="0" presId="urn:microsoft.com/office/officeart/2005/8/layout/vList2"/>
    <dgm:cxn modelId="{AC08DA58-F4E1-4C2A-8307-9811BFA943F8}" srcId="{A98228DC-BAC9-48B2-B6F4-85B5C99EB153}" destId="{2C3EB2A2-BB09-4F73-9B3F-6C72149B8991}" srcOrd="2" destOrd="0" parTransId="{F50788A0-189D-4F85-A07F-B665EB31CC54}" sibTransId="{6168F524-8A1C-4840-856F-DDF281B04DC7}"/>
    <dgm:cxn modelId="{FB98DB9C-93CE-49A9-8472-CD9E1847BEA0}" srcId="{A98228DC-BAC9-48B2-B6F4-85B5C99EB153}" destId="{F00BE76C-F101-4D4F-850F-C6D15B40DA1A}" srcOrd="1" destOrd="0" parTransId="{E13D18EE-B68F-4D65-8230-A12DFB6D5E30}" sibTransId="{2F38BB45-F0D1-44C9-94DF-5E4025C2B596}"/>
    <dgm:cxn modelId="{60AB25AD-A050-49E3-90AF-FA9C999B9D9C}" type="presOf" srcId="{F00BE76C-F101-4D4F-850F-C6D15B40DA1A}" destId="{CE9CF5B9-D70B-4D09-9709-3E2B108D5177}" srcOrd="0" destOrd="0" presId="urn:microsoft.com/office/officeart/2005/8/layout/vList2"/>
    <dgm:cxn modelId="{7D9242D8-285B-4E31-A6C7-BC811B398423}" type="presOf" srcId="{B72D90C0-0F2D-4760-92D6-4264F4F9AB09}" destId="{B80620E3-8A4C-46E2-9616-14402D2AA9CA}" srcOrd="0" destOrd="0" presId="urn:microsoft.com/office/officeart/2005/8/layout/vList2"/>
    <dgm:cxn modelId="{ADBB65DD-C1A5-444D-AA8B-DE8C4819197B}" type="presOf" srcId="{87BDD231-658C-4245-A6E4-5E5B714D829F}" destId="{FA383567-7818-4EE6-9B9B-52DB62DE7552}" srcOrd="0" destOrd="0" presId="urn:microsoft.com/office/officeart/2005/8/layout/vList2"/>
    <dgm:cxn modelId="{5C1918F4-A1B9-438C-A419-180163300D53}" srcId="{A98228DC-BAC9-48B2-B6F4-85B5C99EB153}" destId="{B72D90C0-0F2D-4760-92D6-4264F4F9AB09}" srcOrd="3" destOrd="0" parTransId="{F241080B-B952-49FB-B1B4-6D756E8D048D}" sibTransId="{226C51EB-1D94-4B94-8C13-7B5A1B3A67F8}"/>
    <dgm:cxn modelId="{CCB066F7-2D56-437D-9FB2-40312B73DCAB}" type="presParOf" srcId="{81D94ECE-9360-4402-AE36-118246335ED4}" destId="{FA383567-7818-4EE6-9B9B-52DB62DE7552}" srcOrd="0" destOrd="0" presId="urn:microsoft.com/office/officeart/2005/8/layout/vList2"/>
    <dgm:cxn modelId="{C075D2AD-B196-406A-B59C-E5A6B14C3500}" type="presParOf" srcId="{81D94ECE-9360-4402-AE36-118246335ED4}" destId="{EBC49D04-0684-4C48-AABB-CAF880661300}" srcOrd="1" destOrd="0" presId="urn:microsoft.com/office/officeart/2005/8/layout/vList2"/>
    <dgm:cxn modelId="{AA6FD09C-2FEC-429E-B90C-E7EE753B472B}" type="presParOf" srcId="{81D94ECE-9360-4402-AE36-118246335ED4}" destId="{CE9CF5B9-D70B-4D09-9709-3E2B108D5177}" srcOrd="2" destOrd="0" presId="urn:microsoft.com/office/officeart/2005/8/layout/vList2"/>
    <dgm:cxn modelId="{ED269623-7C66-4CBD-AEAE-EA1A6B35E71A}" type="presParOf" srcId="{81D94ECE-9360-4402-AE36-118246335ED4}" destId="{61E6C3B1-5363-4FFA-ADDC-31EC6D653285}" srcOrd="3" destOrd="0" presId="urn:microsoft.com/office/officeart/2005/8/layout/vList2"/>
    <dgm:cxn modelId="{4F0714E5-28ED-4896-8463-5F0A1D63F61E}" type="presParOf" srcId="{81D94ECE-9360-4402-AE36-118246335ED4}" destId="{FECAD26A-A1B6-4806-81C1-B6C430D872F4}" srcOrd="4" destOrd="0" presId="urn:microsoft.com/office/officeart/2005/8/layout/vList2"/>
    <dgm:cxn modelId="{E5E2131D-73C4-4034-821D-989BF9A178E3}" type="presParOf" srcId="{81D94ECE-9360-4402-AE36-118246335ED4}" destId="{67C0E95E-2406-4466-8BFB-B10D75C86D02}" srcOrd="5" destOrd="0" presId="urn:microsoft.com/office/officeart/2005/8/layout/vList2"/>
    <dgm:cxn modelId="{CEDE93CF-142E-40CB-A0B3-5958BD4844AE}" type="presParOf" srcId="{81D94ECE-9360-4402-AE36-118246335ED4}" destId="{B80620E3-8A4C-46E2-9616-14402D2AA9C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D9743930-B3B2-474D-8717-770ED7E7EBC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85F610A-6E7A-448C-B0F9-E338F2E62AA2}">
      <dgm:prSet/>
      <dgm:spPr/>
      <dgm:t>
        <a:bodyPr/>
        <a:lstStyle/>
        <a:p>
          <a:r>
            <a:rPr lang="ru-RU" b="0" i="0"/>
            <a:t>Правобережна Україна</a:t>
          </a:r>
          <a:endParaRPr lang="uk-UA"/>
        </a:p>
      </dgm:t>
    </dgm:pt>
    <dgm:pt modelId="{C85D583A-F560-4645-99AC-5707C10E43EA}" type="parTrans" cxnId="{ADFB088F-AC8E-4052-AA2C-771A726F226D}">
      <dgm:prSet/>
      <dgm:spPr/>
      <dgm:t>
        <a:bodyPr/>
        <a:lstStyle/>
        <a:p>
          <a:endParaRPr lang="uk-UA"/>
        </a:p>
      </dgm:t>
    </dgm:pt>
    <dgm:pt modelId="{5F94DFC0-F445-4BFD-BFA7-E3581E755443}" type="sibTrans" cxnId="{ADFB088F-AC8E-4052-AA2C-771A726F226D}">
      <dgm:prSet/>
      <dgm:spPr/>
      <dgm:t>
        <a:bodyPr/>
        <a:lstStyle/>
        <a:p>
          <a:endParaRPr lang="uk-UA"/>
        </a:p>
      </dgm:t>
    </dgm:pt>
    <dgm:pt modelId="{D031D90B-BBB3-44F9-BF58-5958E9915CAE}">
      <dgm:prSet/>
      <dgm:spPr/>
      <dgm:t>
        <a:bodyPr/>
        <a:lstStyle/>
        <a:p>
          <a:r>
            <a:rPr lang="ru-RU" b="0" i="0"/>
            <a:t>Південна Україна</a:t>
          </a:r>
          <a:endParaRPr lang="uk-UA"/>
        </a:p>
      </dgm:t>
    </dgm:pt>
    <dgm:pt modelId="{AA5ADA53-2A00-45B5-B8EB-417AE3E4EB8D}" type="parTrans" cxnId="{B76CD85A-80B2-46F5-9308-95C81A5113F0}">
      <dgm:prSet/>
      <dgm:spPr/>
      <dgm:t>
        <a:bodyPr/>
        <a:lstStyle/>
        <a:p>
          <a:endParaRPr lang="uk-UA"/>
        </a:p>
      </dgm:t>
    </dgm:pt>
    <dgm:pt modelId="{C77DDB8D-DFC6-40A7-844B-F5FCE63F5722}" type="sibTrans" cxnId="{B76CD85A-80B2-46F5-9308-95C81A5113F0}">
      <dgm:prSet/>
      <dgm:spPr/>
      <dgm:t>
        <a:bodyPr/>
        <a:lstStyle/>
        <a:p>
          <a:endParaRPr lang="uk-UA"/>
        </a:p>
      </dgm:t>
    </dgm:pt>
    <dgm:pt modelId="{F343A6F9-C234-4608-A009-E57BA34D95F0}">
      <dgm:prSet/>
      <dgm:spPr/>
      <dgm:t>
        <a:bodyPr/>
        <a:lstStyle/>
        <a:p>
          <a:r>
            <a:rPr lang="ru-RU" b="0" i="0" dirty="0" err="1"/>
            <a:t>Слобідська</a:t>
          </a:r>
          <a:r>
            <a:rPr lang="ru-RU" b="0" i="0" dirty="0"/>
            <a:t> </a:t>
          </a:r>
          <a:r>
            <a:rPr lang="ru-RU" b="0" i="0" dirty="0" err="1"/>
            <a:t>Україна</a:t>
          </a:r>
          <a:endParaRPr lang="uk-UA" dirty="0"/>
        </a:p>
      </dgm:t>
    </dgm:pt>
    <dgm:pt modelId="{AB84EADA-62FC-4295-A8FF-5BB3A589674D}" type="parTrans" cxnId="{01793DE2-3DC6-47D1-B09A-F8657E2E2757}">
      <dgm:prSet/>
      <dgm:spPr/>
      <dgm:t>
        <a:bodyPr/>
        <a:lstStyle/>
        <a:p>
          <a:endParaRPr lang="uk-UA"/>
        </a:p>
      </dgm:t>
    </dgm:pt>
    <dgm:pt modelId="{CB206F8E-9563-43C8-91E0-CF28E96043B4}" type="sibTrans" cxnId="{01793DE2-3DC6-47D1-B09A-F8657E2E2757}">
      <dgm:prSet/>
      <dgm:spPr/>
      <dgm:t>
        <a:bodyPr/>
        <a:lstStyle/>
        <a:p>
          <a:endParaRPr lang="uk-UA"/>
        </a:p>
      </dgm:t>
    </dgm:pt>
    <dgm:pt modelId="{E3059E67-9CF6-4CDF-A49A-1BE0E4423921}">
      <dgm:prSet/>
      <dgm:spPr/>
      <dgm:t>
        <a:bodyPr/>
        <a:lstStyle/>
        <a:p>
          <a:r>
            <a:rPr lang="ru-RU" b="0" i="0" dirty="0" err="1"/>
            <a:t>Лівобережна</a:t>
          </a:r>
          <a:r>
            <a:rPr lang="ru-RU" b="0" i="0" dirty="0"/>
            <a:t> </a:t>
          </a:r>
          <a:r>
            <a:rPr lang="ru-RU" b="0" i="0" dirty="0" err="1"/>
            <a:t>Україна</a:t>
          </a:r>
          <a:endParaRPr lang="uk-UA" dirty="0"/>
        </a:p>
      </dgm:t>
    </dgm:pt>
    <dgm:pt modelId="{DA9402D8-4CAB-4461-9556-287EA9084AF4}" type="parTrans" cxnId="{B016C404-0F02-4000-B25C-F042C8A89BD3}">
      <dgm:prSet/>
      <dgm:spPr/>
      <dgm:t>
        <a:bodyPr/>
        <a:lstStyle/>
        <a:p>
          <a:endParaRPr lang="uk-UA"/>
        </a:p>
      </dgm:t>
    </dgm:pt>
    <dgm:pt modelId="{3668B0A7-6655-4203-A1AC-9A768F305B5F}" type="sibTrans" cxnId="{B016C404-0F02-4000-B25C-F042C8A89BD3}">
      <dgm:prSet/>
      <dgm:spPr/>
      <dgm:t>
        <a:bodyPr/>
        <a:lstStyle/>
        <a:p>
          <a:endParaRPr lang="uk-UA"/>
        </a:p>
      </dgm:t>
    </dgm:pt>
    <dgm:pt modelId="{5688A855-4640-4175-A625-D4806099A94A}" type="pres">
      <dgm:prSet presAssocID="{D9743930-B3B2-474D-8717-770ED7E7EBCF}" presName="linear" presStyleCnt="0">
        <dgm:presLayoutVars>
          <dgm:animLvl val="lvl"/>
          <dgm:resizeHandles val="exact"/>
        </dgm:presLayoutVars>
      </dgm:prSet>
      <dgm:spPr/>
    </dgm:pt>
    <dgm:pt modelId="{83423390-3631-4158-8AB6-8D7A7A31DDB0}" type="pres">
      <dgm:prSet presAssocID="{185F610A-6E7A-448C-B0F9-E338F2E62AA2}" presName="parentText" presStyleLbl="node1" presStyleIdx="0" presStyleCnt="4">
        <dgm:presLayoutVars>
          <dgm:chMax val="0"/>
          <dgm:bulletEnabled val="1"/>
        </dgm:presLayoutVars>
      </dgm:prSet>
      <dgm:spPr/>
    </dgm:pt>
    <dgm:pt modelId="{373A899A-39B9-43FC-BBCD-105CF921BE3D}" type="pres">
      <dgm:prSet presAssocID="{5F94DFC0-F445-4BFD-BFA7-E3581E755443}" presName="spacer" presStyleCnt="0"/>
      <dgm:spPr/>
    </dgm:pt>
    <dgm:pt modelId="{F82D0ED7-60A7-4E57-8914-B63CC2B39BD8}" type="pres">
      <dgm:prSet presAssocID="{D031D90B-BBB3-44F9-BF58-5958E9915CAE}" presName="parentText" presStyleLbl="node1" presStyleIdx="1" presStyleCnt="4">
        <dgm:presLayoutVars>
          <dgm:chMax val="0"/>
          <dgm:bulletEnabled val="1"/>
        </dgm:presLayoutVars>
      </dgm:prSet>
      <dgm:spPr/>
    </dgm:pt>
    <dgm:pt modelId="{43E0CC88-BEA5-4E85-B614-8094BDE276AB}" type="pres">
      <dgm:prSet presAssocID="{C77DDB8D-DFC6-40A7-844B-F5FCE63F5722}" presName="spacer" presStyleCnt="0"/>
      <dgm:spPr/>
    </dgm:pt>
    <dgm:pt modelId="{76404D2F-B4D1-440D-9133-811E3750997A}" type="pres">
      <dgm:prSet presAssocID="{F343A6F9-C234-4608-A009-E57BA34D95F0}" presName="parentText" presStyleLbl="node1" presStyleIdx="2" presStyleCnt="4">
        <dgm:presLayoutVars>
          <dgm:chMax val="0"/>
          <dgm:bulletEnabled val="1"/>
        </dgm:presLayoutVars>
      </dgm:prSet>
      <dgm:spPr/>
    </dgm:pt>
    <dgm:pt modelId="{6095E81A-8F42-4358-B0C7-D68A4A7F3E70}" type="pres">
      <dgm:prSet presAssocID="{CB206F8E-9563-43C8-91E0-CF28E96043B4}" presName="spacer" presStyleCnt="0"/>
      <dgm:spPr/>
    </dgm:pt>
    <dgm:pt modelId="{F96707CB-5118-430D-ACBA-56B099C8866A}" type="pres">
      <dgm:prSet presAssocID="{E3059E67-9CF6-4CDF-A49A-1BE0E4423921}" presName="parentText" presStyleLbl="node1" presStyleIdx="3" presStyleCnt="4">
        <dgm:presLayoutVars>
          <dgm:chMax val="0"/>
          <dgm:bulletEnabled val="1"/>
        </dgm:presLayoutVars>
      </dgm:prSet>
      <dgm:spPr/>
    </dgm:pt>
  </dgm:ptLst>
  <dgm:cxnLst>
    <dgm:cxn modelId="{B016C404-0F02-4000-B25C-F042C8A89BD3}" srcId="{D9743930-B3B2-474D-8717-770ED7E7EBCF}" destId="{E3059E67-9CF6-4CDF-A49A-1BE0E4423921}" srcOrd="3" destOrd="0" parTransId="{DA9402D8-4CAB-4461-9556-287EA9084AF4}" sibTransId="{3668B0A7-6655-4203-A1AC-9A768F305B5F}"/>
    <dgm:cxn modelId="{2AEB5F14-2C9D-4490-B526-AD289CCEF3E7}" type="presOf" srcId="{D031D90B-BBB3-44F9-BF58-5958E9915CAE}" destId="{F82D0ED7-60A7-4E57-8914-B63CC2B39BD8}" srcOrd="0" destOrd="0" presId="urn:microsoft.com/office/officeart/2005/8/layout/vList2"/>
    <dgm:cxn modelId="{695C4A63-5850-4D92-8E82-D262A8C44712}" type="presOf" srcId="{185F610A-6E7A-448C-B0F9-E338F2E62AA2}" destId="{83423390-3631-4158-8AB6-8D7A7A31DDB0}" srcOrd="0" destOrd="0" presId="urn:microsoft.com/office/officeart/2005/8/layout/vList2"/>
    <dgm:cxn modelId="{8793E36A-3664-4234-B5A3-0CC64EE3E973}" type="presOf" srcId="{E3059E67-9CF6-4CDF-A49A-1BE0E4423921}" destId="{F96707CB-5118-430D-ACBA-56B099C8866A}" srcOrd="0" destOrd="0" presId="urn:microsoft.com/office/officeart/2005/8/layout/vList2"/>
    <dgm:cxn modelId="{4F183972-E7CE-4A84-A41B-858CF275AF02}" type="presOf" srcId="{D9743930-B3B2-474D-8717-770ED7E7EBCF}" destId="{5688A855-4640-4175-A625-D4806099A94A}" srcOrd="0" destOrd="0" presId="urn:microsoft.com/office/officeart/2005/8/layout/vList2"/>
    <dgm:cxn modelId="{B76CD85A-80B2-46F5-9308-95C81A5113F0}" srcId="{D9743930-B3B2-474D-8717-770ED7E7EBCF}" destId="{D031D90B-BBB3-44F9-BF58-5958E9915CAE}" srcOrd="1" destOrd="0" parTransId="{AA5ADA53-2A00-45B5-B8EB-417AE3E4EB8D}" sibTransId="{C77DDB8D-DFC6-40A7-844B-F5FCE63F5722}"/>
    <dgm:cxn modelId="{ADFB088F-AC8E-4052-AA2C-771A726F226D}" srcId="{D9743930-B3B2-474D-8717-770ED7E7EBCF}" destId="{185F610A-6E7A-448C-B0F9-E338F2E62AA2}" srcOrd="0" destOrd="0" parTransId="{C85D583A-F560-4645-99AC-5707C10E43EA}" sibTransId="{5F94DFC0-F445-4BFD-BFA7-E3581E755443}"/>
    <dgm:cxn modelId="{8F9D10DE-2696-44AD-9A3A-F4645920A745}" type="presOf" srcId="{F343A6F9-C234-4608-A009-E57BA34D95F0}" destId="{76404D2F-B4D1-440D-9133-811E3750997A}" srcOrd="0" destOrd="0" presId="urn:microsoft.com/office/officeart/2005/8/layout/vList2"/>
    <dgm:cxn modelId="{01793DE2-3DC6-47D1-B09A-F8657E2E2757}" srcId="{D9743930-B3B2-474D-8717-770ED7E7EBCF}" destId="{F343A6F9-C234-4608-A009-E57BA34D95F0}" srcOrd="2" destOrd="0" parTransId="{AB84EADA-62FC-4295-A8FF-5BB3A589674D}" sibTransId="{CB206F8E-9563-43C8-91E0-CF28E96043B4}"/>
    <dgm:cxn modelId="{26B1E120-BC19-4BE3-BEBB-EE31CEE9B925}" type="presParOf" srcId="{5688A855-4640-4175-A625-D4806099A94A}" destId="{83423390-3631-4158-8AB6-8D7A7A31DDB0}" srcOrd="0" destOrd="0" presId="urn:microsoft.com/office/officeart/2005/8/layout/vList2"/>
    <dgm:cxn modelId="{A79DF473-E38D-42EA-B819-48AC50B1684C}" type="presParOf" srcId="{5688A855-4640-4175-A625-D4806099A94A}" destId="{373A899A-39B9-43FC-BBCD-105CF921BE3D}" srcOrd="1" destOrd="0" presId="urn:microsoft.com/office/officeart/2005/8/layout/vList2"/>
    <dgm:cxn modelId="{FCBC1C46-AB91-456A-BA25-4EFE01296A02}" type="presParOf" srcId="{5688A855-4640-4175-A625-D4806099A94A}" destId="{F82D0ED7-60A7-4E57-8914-B63CC2B39BD8}" srcOrd="2" destOrd="0" presId="urn:microsoft.com/office/officeart/2005/8/layout/vList2"/>
    <dgm:cxn modelId="{0266D488-ACBC-4300-BF5E-B7E97AD13FBF}" type="presParOf" srcId="{5688A855-4640-4175-A625-D4806099A94A}" destId="{43E0CC88-BEA5-4E85-B614-8094BDE276AB}" srcOrd="3" destOrd="0" presId="urn:microsoft.com/office/officeart/2005/8/layout/vList2"/>
    <dgm:cxn modelId="{7027C93F-C6BB-4650-97C9-8A1502D826D8}" type="presParOf" srcId="{5688A855-4640-4175-A625-D4806099A94A}" destId="{76404D2F-B4D1-440D-9133-811E3750997A}" srcOrd="4" destOrd="0" presId="urn:microsoft.com/office/officeart/2005/8/layout/vList2"/>
    <dgm:cxn modelId="{7D0E81BF-7D65-43E9-9F38-17229836F517}" type="presParOf" srcId="{5688A855-4640-4175-A625-D4806099A94A}" destId="{6095E81A-8F42-4358-B0C7-D68A4A7F3E70}" srcOrd="5" destOrd="0" presId="urn:microsoft.com/office/officeart/2005/8/layout/vList2"/>
    <dgm:cxn modelId="{C34F55B6-20A0-4B28-99C6-46DA3C3F5318}" type="presParOf" srcId="{5688A855-4640-4175-A625-D4806099A94A}" destId="{F96707CB-5118-430D-ACBA-56B099C8866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DCE08423-0A76-4F82-B72E-93C29D47C11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30C0DC4-B56D-40D9-8246-4B1C64FA30E9}">
      <dgm:prSet/>
      <dgm:spPr/>
      <dgm:t>
        <a:bodyPr/>
        <a:lstStyle/>
        <a:p>
          <a:r>
            <a:rPr lang="uk-UA" b="0" i="0" dirty="0"/>
            <a:t>початок заселення території Дикого Поля українськими селянами-утікачами з Правобережної України та запорозькими козаками</a:t>
          </a:r>
          <a:endParaRPr lang="uk-UA" dirty="0"/>
        </a:p>
      </dgm:t>
    </dgm:pt>
    <dgm:pt modelId="{918D33AC-569C-44CD-8A66-8275413050B3}" type="sibTrans" cxnId="{E47EB0FC-5508-4F3C-900A-EE78BECB2BDA}">
      <dgm:prSet/>
      <dgm:spPr/>
      <dgm:t>
        <a:bodyPr/>
        <a:lstStyle/>
        <a:p>
          <a:endParaRPr lang="uk-UA"/>
        </a:p>
      </dgm:t>
    </dgm:pt>
    <dgm:pt modelId="{627652AE-672D-43EA-92A9-D3E5811A354C}" type="parTrans" cxnId="{E47EB0FC-5508-4F3C-900A-EE78BECB2BDA}">
      <dgm:prSet/>
      <dgm:spPr/>
      <dgm:t>
        <a:bodyPr/>
        <a:lstStyle/>
        <a:p>
          <a:endParaRPr lang="uk-UA"/>
        </a:p>
      </dgm:t>
    </dgm:pt>
    <dgm:pt modelId="{5B3737B6-F110-490D-9905-37C9ADBE4293}">
      <dgm:prSet/>
      <dgm:spPr/>
      <dgm:t>
        <a:bodyPr/>
        <a:lstStyle/>
        <a:p>
          <a:r>
            <a:rPr lang="uk-UA" b="0" i="0" dirty="0"/>
            <a:t>активізація переселенського руху, основою якого були селяни та міщани Лівобережної України, які рятувалися від утисків польських магнатів</a:t>
          </a:r>
          <a:endParaRPr lang="uk-UA" dirty="0"/>
        </a:p>
      </dgm:t>
    </dgm:pt>
    <dgm:pt modelId="{C9953A7A-54D4-4015-84DA-C4CE010DA77D}" type="sibTrans" cxnId="{8B47A756-921E-46E3-BA2A-9AA621635068}">
      <dgm:prSet/>
      <dgm:spPr/>
      <dgm:t>
        <a:bodyPr/>
        <a:lstStyle/>
        <a:p>
          <a:endParaRPr lang="uk-UA"/>
        </a:p>
      </dgm:t>
    </dgm:pt>
    <dgm:pt modelId="{45F6F718-76BC-4584-AA24-F7696CCD307E}" type="parTrans" cxnId="{8B47A756-921E-46E3-BA2A-9AA621635068}">
      <dgm:prSet/>
      <dgm:spPr/>
      <dgm:t>
        <a:bodyPr/>
        <a:lstStyle/>
        <a:p>
          <a:endParaRPr lang="uk-UA"/>
        </a:p>
      </dgm:t>
    </dgm:pt>
    <dgm:pt modelId="{9313F57F-113C-4249-9D7C-90A0D83A401F}" type="pres">
      <dgm:prSet presAssocID="{DCE08423-0A76-4F82-B72E-93C29D47C112}" presName="linear" presStyleCnt="0">
        <dgm:presLayoutVars>
          <dgm:animLvl val="lvl"/>
          <dgm:resizeHandles val="exact"/>
        </dgm:presLayoutVars>
      </dgm:prSet>
      <dgm:spPr/>
    </dgm:pt>
    <dgm:pt modelId="{0FC76174-13A9-44BC-8139-B759D8A66AC6}" type="pres">
      <dgm:prSet presAssocID="{C30C0DC4-B56D-40D9-8246-4B1C64FA30E9}" presName="parentText" presStyleLbl="node1" presStyleIdx="0" presStyleCnt="2">
        <dgm:presLayoutVars>
          <dgm:chMax val="0"/>
          <dgm:bulletEnabled val="1"/>
        </dgm:presLayoutVars>
      </dgm:prSet>
      <dgm:spPr/>
    </dgm:pt>
    <dgm:pt modelId="{39543070-0147-4FD8-98BA-6FA333820A91}" type="pres">
      <dgm:prSet presAssocID="{918D33AC-569C-44CD-8A66-8275413050B3}" presName="spacer" presStyleCnt="0"/>
      <dgm:spPr/>
    </dgm:pt>
    <dgm:pt modelId="{C52D35FA-4F2C-41AB-A158-479B2532E216}" type="pres">
      <dgm:prSet presAssocID="{5B3737B6-F110-490D-9905-37C9ADBE4293}" presName="parentText" presStyleLbl="node1" presStyleIdx="1" presStyleCnt="2">
        <dgm:presLayoutVars>
          <dgm:chMax val="0"/>
          <dgm:bulletEnabled val="1"/>
        </dgm:presLayoutVars>
      </dgm:prSet>
      <dgm:spPr/>
    </dgm:pt>
  </dgm:ptLst>
  <dgm:cxnLst>
    <dgm:cxn modelId="{7A50D301-3C48-44BF-B20C-548F9E07E513}" type="presOf" srcId="{DCE08423-0A76-4F82-B72E-93C29D47C112}" destId="{9313F57F-113C-4249-9D7C-90A0D83A401F}" srcOrd="0" destOrd="0" presId="urn:microsoft.com/office/officeart/2005/8/layout/vList2"/>
    <dgm:cxn modelId="{14E30941-8744-43A5-9C88-3E546996FE06}" type="presOf" srcId="{C30C0DC4-B56D-40D9-8246-4B1C64FA30E9}" destId="{0FC76174-13A9-44BC-8139-B759D8A66AC6}" srcOrd="0" destOrd="0" presId="urn:microsoft.com/office/officeart/2005/8/layout/vList2"/>
    <dgm:cxn modelId="{8B47A756-921E-46E3-BA2A-9AA621635068}" srcId="{DCE08423-0A76-4F82-B72E-93C29D47C112}" destId="{5B3737B6-F110-490D-9905-37C9ADBE4293}" srcOrd="1" destOrd="0" parTransId="{45F6F718-76BC-4584-AA24-F7696CCD307E}" sibTransId="{C9953A7A-54D4-4015-84DA-C4CE010DA77D}"/>
    <dgm:cxn modelId="{859886B0-B8AB-493B-99D4-512DE5234041}" type="presOf" srcId="{5B3737B6-F110-490D-9905-37C9ADBE4293}" destId="{C52D35FA-4F2C-41AB-A158-479B2532E216}" srcOrd="0" destOrd="0" presId="urn:microsoft.com/office/officeart/2005/8/layout/vList2"/>
    <dgm:cxn modelId="{E47EB0FC-5508-4F3C-900A-EE78BECB2BDA}" srcId="{DCE08423-0A76-4F82-B72E-93C29D47C112}" destId="{C30C0DC4-B56D-40D9-8246-4B1C64FA30E9}" srcOrd="0" destOrd="0" parTransId="{627652AE-672D-43EA-92A9-D3E5811A354C}" sibTransId="{918D33AC-569C-44CD-8A66-8275413050B3}"/>
    <dgm:cxn modelId="{65D1D34F-BED9-4B58-A1AC-88832F4A1AE0}" type="presParOf" srcId="{9313F57F-113C-4249-9D7C-90A0D83A401F}" destId="{0FC76174-13A9-44BC-8139-B759D8A66AC6}" srcOrd="0" destOrd="0" presId="urn:microsoft.com/office/officeart/2005/8/layout/vList2"/>
    <dgm:cxn modelId="{D35BB09A-7FD8-4AEB-93B4-D38A2F517610}" type="presParOf" srcId="{9313F57F-113C-4249-9D7C-90A0D83A401F}" destId="{39543070-0147-4FD8-98BA-6FA333820A91}" srcOrd="1" destOrd="0" presId="urn:microsoft.com/office/officeart/2005/8/layout/vList2"/>
    <dgm:cxn modelId="{D3CC82E1-B1A5-4AFE-A709-CD60445C15BD}" type="presParOf" srcId="{9313F57F-113C-4249-9D7C-90A0D83A401F}" destId="{C52D35FA-4F2C-41AB-A158-479B2532E21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0159A4B2-0715-4CCC-ADAF-434974F11D9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A0C3543-A284-4D92-A4A5-B231531505A5}">
      <dgm:prSet/>
      <dgm:spPr/>
      <dgm:t>
        <a:bodyPr/>
        <a:lstStyle/>
        <a:p>
          <a:r>
            <a:rPr lang="uk-UA" dirty="0"/>
            <a:t>нова хвиля переселенців із Правобережної та Лівобережної України, пов’язана зі складними суспільно-політичними обставинами доби Руїни</a:t>
          </a:r>
        </a:p>
      </dgm:t>
    </dgm:pt>
    <dgm:pt modelId="{A12C68DC-BE6D-43F0-A3A7-57725FD65E35}" type="parTrans" cxnId="{167BC271-2631-4AD7-9F10-BB517624BFB5}">
      <dgm:prSet/>
      <dgm:spPr/>
      <dgm:t>
        <a:bodyPr/>
        <a:lstStyle/>
        <a:p>
          <a:endParaRPr lang="uk-UA"/>
        </a:p>
      </dgm:t>
    </dgm:pt>
    <dgm:pt modelId="{8D61CF2B-9759-4CA5-936D-5CF160EB418D}" type="sibTrans" cxnId="{167BC271-2631-4AD7-9F10-BB517624BFB5}">
      <dgm:prSet/>
      <dgm:spPr/>
      <dgm:t>
        <a:bodyPr/>
        <a:lstStyle/>
        <a:p>
          <a:endParaRPr lang="uk-UA"/>
        </a:p>
      </dgm:t>
    </dgm:pt>
    <dgm:pt modelId="{FD6855DA-034D-4C99-B366-8ABDDBB12608}">
      <dgm:prSet/>
      <dgm:spPr/>
      <dgm:t>
        <a:bodyPr/>
        <a:lstStyle/>
        <a:p>
          <a:r>
            <a:rPr lang="uk-UA" dirty="0"/>
            <a:t>Обмеження переселенського руху з Правобережної України владою Московського царства у зв’язку з ускладненням відносин із Річчю Посполитою</a:t>
          </a:r>
        </a:p>
      </dgm:t>
    </dgm:pt>
    <dgm:pt modelId="{2F54B158-74C8-46F9-B008-906478DD944C}" type="parTrans" cxnId="{AEB972E7-ED4F-4363-A809-96D734B9EEF4}">
      <dgm:prSet/>
      <dgm:spPr/>
      <dgm:t>
        <a:bodyPr/>
        <a:lstStyle/>
        <a:p>
          <a:endParaRPr lang="uk-UA"/>
        </a:p>
      </dgm:t>
    </dgm:pt>
    <dgm:pt modelId="{F357E369-12C2-4A52-9449-F4ABED4A203B}" type="sibTrans" cxnId="{AEB972E7-ED4F-4363-A809-96D734B9EEF4}">
      <dgm:prSet/>
      <dgm:spPr/>
      <dgm:t>
        <a:bodyPr/>
        <a:lstStyle/>
        <a:p>
          <a:endParaRPr lang="uk-UA"/>
        </a:p>
      </dgm:t>
    </dgm:pt>
    <dgm:pt modelId="{AB9407CE-99E5-46EB-93B5-1E81BC2F6461}" type="pres">
      <dgm:prSet presAssocID="{0159A4B2-0715-4CCC-ADAF-434974F11D9F}" presName="linear" presStyleCnt="0">
        <dgm:presLayoutVars>
          <dgm:animLvl val="lvl"/>
          <dgm:resizeHandles val="exact"/>
        </dgm:presLayoutVars>
      </dgm:prSet>
      <dgm:spPr/>
    </dgm:pt>
    <dgm:pt modelId="{FA4A6AAD-77B3-4F69-ABD6-EED8973D888B}" type="pres">
      <dgm:prSet presAssocID="{5A0C3543-A284-4D92-A4A5-B231531505A5}" presName="parentText" presStyleLbl="node1" presStyleIdx="0" presStyleCnt="2">
        <dgm:presLayoutVars>
          <dgm:chMax val="0"/>
          <dgm:bulletEnabled val="1"/>
        </dgm:presLayoutVars>
      </dgm:prSet>
      <dgm:spPr/>
    </dgm:pt>
    <dgm:pt modelId="{FC06DB66-EF5A-44F6-AD72-15428DD84EE6}" type="pres">
      <dgm:prSet presAssocID="{8D61CF2B-9759-4CA5-936D-5CF160EB418D}" presName="spacer" presStyleCnt="0"/>
      <dgm:spPr/>
    </dgm:pt>
    <dgm:pt modelId="{A2B48EFF-8728-44D5-A685-272378054EAA}" type="pres">
      <dgm:prSet presAssocID="{FD6855DA-034D-4C99-B366-8ABDDBB12608}" presName="parentText" presStyleLbl="node1" presStyleIdx="1" presStyleCnt="2">
        <dgm:presLayoutVars>
          <dgm:chMax val="0"/>
          <dgm:bulletEnabled val="1"/>
        </dgm:presLayoutVars>
      </dgm:prSet>
      <dgm:spPr/>
    </dgm:pt>
  </dgm:ptLst>
  <dgm:cxnLst>
    <dgm:cxn modelId="{F6F26F14-A729-445D-B025-79E86B76F40F}" type="presOf" srcId="{5A0C3543-A284-4D92-A4A5-B231531505A5}" destId="{FA4A6AAD-77B3-4F69-ABD6-EED8973D888B}" srcOrd="0" destOrd="0" presId="urn:microsoft.com/office/officeart/2005/8/layout/vList2"/>
    <dgm:cxn modelId="{46EB1A6C-127B-4A8F-8C00-915CA17ACEE4}" type="presOf" srcId="{0159A4B2-0715-4CCC-ADAF-434974F11D9F}" destId="{AB9407CE-99E5-46EB-93B5-1E81BC2F6461}" srcOrd="0" destOrd="0" presId="urn:microsoft.com/office/officeart/2005/8/layout/vList2"/>
    <dgm:cxn modelId="{167BC271-2631-4AD7-9F10-BB517624BFB5}" srcId="{0159A4B2-0715-4CCC-ADAF-434974F11D9F}" destId="{5A0C3543-A284-4D92-A4A5-B231531505A5}" srcOrd="0" destOrd="0" parTransId="{A12C68DC-BE6D-43F0-A3A7-57725FD65E35}" sibTransId="{8D61CF2B-9759-4CA5-936D-5CF160EB418D}"/>
    <dgm:cxn modelId="{D2752FB6-DD2F-4368-ADC9-0BDB1F0802C9}" type="presOf" srcId="{FD6855DA-034D-4C99-B366-8ABDDBB12608}" destId="{A2B48EFF-8728-44D5-A685-272378054EAA}" srcOrd="0" destOrd="0" presId="urn:microsoft.com/office/officeart/2005/8/layout/vList2"/>
    <dgm:cxn modelId="{AEB972E7-ED4F-4363-A809-96D734B9EEF4}" srcId="{0159A4B2-0715-4CCC-ADAF-434974F11D9F}" destId="{FD6855DA-034D-4C99-B366-8ABDDBB12608}" srcOrd="1" destOrd="0" parTransId="{2F54B158-74C8-46F9-B008-906478DD944C}" sibTransId="{F357E369-12C2-4A52-9449-F4ABED4A203B}"/>
    <dgm:cxn modelId="{A481EDA4-A67B-4B25-95BF-444A22B947E1}" type="presParOf" srcId="{AB9407CE-99E5-46EB-93B5-1E81BC2F6461}" destId="{FA4A6AAD-77B3-4F69-ABD6-EED8973D888B}" srcOrd="0" destOrd="0" presId="urn:microsoft.com/office/officeart/2005/8/layout/vList2"/>
    <dgm:cxn modelId="{B5244634-EF5A-4F76-9AF6-23AA23894F94}" type="presParOf" srcId="{AB9407CE-99E5-46EB-93B5-1E81BC2F6461}" destId="{FC06DB66-EF5A-44F6-AD72-15428DD84EE6}" srcOrd="1" destOrd="0" presId="urn:microsoft.com/office/officeart/2005/8/layout/vList2"/>
    <dgm:cxn modelId="{D302ED95-09F9-470A-A701-2EDFB35600A5}" type="presParOf" srcId="{AB9407CE-99E5-46EB-93B5-1E81BC2F6461}" destId="{A2B48EFF-8728-44D5-A685-272378054EAA}"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FF304954-8107-44B4-9E08-5B1787D54F81}"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2DC8F1EF-DCFF-4C97-B3EB-08ED02BC93D4}">
      <dgm:prSet/>
      <dgm:spPr/>
      <dgm:t>
        <a:bodyPr/>
        <a:lstStyle/>
        <a:p>
          <a:r>
            <a:rPr lang="uk-UA" b="0" i="0"/>
            <a:t>Лівобережної України</a:t>
          </a:r>
          <a:endParaRPr lang="uk-UA"/>
        </a:p>
      </dgm:t>
    </dgm:pt>
    <dgm:pt modelId="{7CD9EE48-A5A4-454D-984F-15E76EFAF865}" type="parTrans" cxnId="{C68B6E25-2DF0-4238-93D0-4A5B782018BB}">
      <dgm:prSet/>
      <dgm:spPr/>
      <dgm:t>
        <a:bodyPr/>
        <a:lstStyle/>
        <a:p>
          <a:endParaRPr lang="uk-UA"/>
        </a:p>
      </dgm:t>
    </dgm:pt>
    <dgm:pt modelId="{5B29A143-356D-468B-B23B-5FDADAB8017D}" type="sibTrans" cxnId="{C68B6E25-2DF0-4238-93D0-4A5B782018BB}">
      <dgm:prSet/>
      <dgm:spPr/>
      <dgm:t>
        <a:bodyPr/>
        <a:lstStyle/>
        <a:p>
          <a:endParaRPr lang="uk-UA"/>
        </a:p>
      </dgm:t>
    </dgm:pt>
    <dgm:pt modelId="{D4C94D11-38FD-4FBF-988F-FAF808450151}">
      <dgm:prSet/>
      <dgm:spPr/>
      <dgm:t>
        <a:bodyPr/>
        <a:lstStyle/>
        <a:p>
          <a:r>
            <a:rPr lang="uk-UA" b="0" i="0" dirty="0"/>
            <a:t>Слобідської України</a:t>
          </a:r>
          <a:endParaRPr lang="uk-UA" dirty="0"/>
        </a:p>
      </dgm:t>
    </dgm:pt>
    <dgm:pt modelId="{E27A4A14-53AE-4B95-8EA9-4A3BBC19D536}" type="parTrans" cxnId="{79F3043B-403C-4A5A-87CF-5BB95BCED59C}">
      <dgm:prSet/>
      <dgm:spPr/>
      <dgm:t>
        <a:bodyPr/>
        <a:lstStyle/>
        <a:p>
          <a:endParaRPr lang="uk-UA"/>
        </a:p>
      </dgm:t>
    </dgm:pt>
    <dgm:pt modelId="{3B1ED55F-1E6D-4751-8E8E-C0E1C36351FE}" type="sibTrans" cxnId="{79F3043B-403C-4A5A-87CF-5BB95BCED59C}">
      <dgm:prSet/>
      <dgm:spPr/>
      <dgm:t>
        <a:bodyPr/>
        <a:lstStyle/>
        <a:p>
          <a:endParaRPr lang="uk-UA"/>
        </a:p>
      </dgm:t>
    </dgm:pt>
    <dgm:pt modelId="{DF4D954E-88A1-443D-AC3E-C9D6757CE47A}">
      <dgm:prSet/>
      <dgm:spPr/>
      <dgm:t>
        <a:bodyPr/>
        <a:lstStyle/>
        <a:p>
          <a:r>
            <a:rPr lang="uk-UA" b="0" i="0"/>
            <a:t>Південної України</a:t>
          </a:r>
          <a:endParaRPr lang="uk-UA"/>
        </a:p>
      </dgm:t>
    </dgm:pt>
    <dgm:pt modelId="{7AB75A06-E15C-4C29-8A7C-784A15870BF6}" type="parTrans" cxnId="{602B3183-A041-45E9-8865-DFAAEB04A607}">
      <dgm:prSet/>
      <dgm:spPr/>
      <dgm:t>
        <a:bodyPr/>
        <a:lstStyle/>
        <a:p>
          <a:endParaRPr lang="uk-UA"/>
        </a:p>
      </dgm:t>
    </dgm:pt>
    <dgm:pt modelId="{45B96A71-FBF4-4026-94B8-E2BBE8B2FEC8}" type="sibTrans" cxnId="{602B3183-A041-45E9-8865-DFAAEB04A607}">
      <dgm:prSet/>
      <dgm:spPr/>
      <dgm:t>
        <a:bodyPr/>
        <a:lstStyle/>
        <a:p>
          <a:endParaRPr lang="uk-UA"/>
        </a:p>
      </dgm:t>
    </dgm:pt>
    <dgm:pt modelId="{7A91736C-2D33-4FD8-B4DE-501F1834BCB1}">
      <dgm:prSet/>
      <dgm:spPr/>
      <dgm:t>
        <a:bodyPr/>
        <a:lstStyle/>
        <a:p>
          <a:r>
            <a:rPr lang="uk-UA" b="0" i="0" dirty="0"/>
            <a:t>Правобережної України</a:t>
          </a:r>
          <a:endParaRPr lang="uk-UA" dirty="0"/>
        </a:p>
      </dgm:t>
    </dgm:pt>
    <dgm:pt modelId="{3779DF8F-D20C-4A65-B072-5B8301B42DA5}" type="parTrans" cxnId="{5E75D2A0-C015-4928-A7E4-B68A9007157B}">
      <dgm:prSet/>
      <dgm:spPr/>
      <dgm:t>
        <a:bodyPr/>
        <a:lstStyle/>
        <a:p>
          <a:endParaRPr lang="uk-UA"/>
        </a:p>
      </dgm:t>
    </dgm:pt>
    <dgm:pt modelId="{B094A414-BAF4-4B9C-BBE7-77630A644337}" type="sibTrans" cxnId="{5E75D2A0-C015-4928-A7E4-B68A9007157B}">
      <dgm:prSet/>
      <dgm:spPr/>
      <dgm:t>
        <a:bodyPr/>
        <a:lstStyle/>
        <a:p>
          <a:endParaRPr lang="uk-UA"/>
        </a:p>
      </dgm:t>
    </dgm:pt>
    <dgm:pt modelId="{11482153-8D54-4F96-8030-96DFB4ED4384}" type="pres">
      <dgm:prSet presAssocID="{FF304954-8107-44B4-9E08-5B1787D54F81}" presName="linearFlow" presStyleCnt="0">
        <dgm:presLayoutVars>
          <dgm:dir/>
          <dgm:resizeHandles val="exact"/>
        </dgm:presLayoutVars>
      </dgm:prSet>
      <dgm:spPr/>
    </dgm:pt>
    <dgm:pt modelId="{C17695B7-5B88-4473-93F1-A87556A6E7C8}" type="pres">
      <dgm:prSet presAssocID="{2DC8F1EF-DCFF-4C97-B3EB-08ED02BC93D4}" presName="composite" presStyleCnt="0"/>
      <dgm:spPr/>
    </dgm:pt>
    <dgm:pt modelId="{8A903710-BA71-4D52-89F7-C12708581BA3}" type="pres">
      <dgm:prSet presAssocID="{2DC8F1EF-DCFF-4C97-B3EB-08ED02BC93D4}" presName="imgShp" presStyleLbl="fgImgPlace1" presStyleIdx="0" presStyleCnt="4"/>
      <dgm:spPr/>
    </dgm:pt>
    <dgm:pt modelId="{6393D0A3-A438-4D32-AD1A-F36B7D32EDD7}" type="pres">
      <dgm:prSet presAssocID="{2DC8F1EF-DCFF-4C97-B3EB-08ED02BC93D4}" presName="txShp" presStyleLbl="node1" presStyleIdx="0" presStyleCnt="4">
        <dgm:presLayoutVars>
          <dgm:bulletEnabled val="1"/>
        </dgm:presLayoutVars>
      </dgm:prSet>
      <dgm:spPr/>
    </dgm:pt>
    <dgm:pt modelId="{63567D21-440F-4D6C-B253-74DBBAAE585F}" type="pres">
      <dgm:prSet presAssocID="{5B29A143-356D-468B-B23B-5FDADAB8017D}" presName="spacing" presStyleCnt="0"/>
      <dgm:spPr/>
    </dgm:pt>
    <dgm:pt modelId="{67E8FBD6-D735-441D-83A4-53AA3C5093D6}" type="pres">
      <dgm:prSet presAssocID="{D4C94D11-38FD-4FBF-988F-FAF808450151}" presName="composite" presStyleCnt="0"/>
      <dgm:spPr/>
    </dgm:pt>
    <dgm:pt modelId="{981F82C3-9283-46F6-9F39-73AABC4894B8}" type="pres">
      <dgm:prSet presAssocID="{D4C94D11-38FD-4FBF-988F-FAF808450151}" presName="imgShp" presStyleLbl="fgImgPlace1" presStyleIdx="1" presStyleCnt="4"/>
      <dgm:spPr/>
    </dgm:pt>
    <dgm:pt modelId="{0FFDBE37-5EBD-4276-A9C3-3890E9D95B85}" type="pres">
      <dgm:prSet presAssocID="{D4C94D11-38FD-4FBF-988F-FAF808450151}" presName="txShp" presStyleLbl="node1" presStyleIdx="1" presStyleCnt="4">
        <dgm:presLayoutVars>
          <dgm:bulletEnabled val="1"/>
        </dgm:presLayoutVars>
      </dgm:prSet>
      <dgm:spPr/>
    </dgm:pt>
    <dgm:pt modelId="{A6AF888E-E0A1-4910-A452-4AC19C13CA93}" type="pres">
      <dgm:prSet presAssocID="{3B1ED55F-1E6D-4751-8E8E-C0E1C36351FE}" presName="spacing" presStyleCnt="0"/>
      <dgm:spPr/>
    </dgm:pt>
    <dgm:pt modelId="{CBC6EABA-B3C1-4F53-A240-8C9DA9A59D77}" type="pres">
      <dgm:prSet presAssocID="{DF4D954E-88A1-443D-AC3E-C9D6757CE47A}" presName="composite" presStyleCnt="0"/>
      <dgm:spPr/>
    </dgm:pt>
    <dgm:pt modelId="{0AB1A534-91B2-4293-865B-486CF1FB174F}" type="pres">
      <dgm:prSet presAssocID="{DF4D954E-88A1-443D-AC3E-C9D6757CE47A}" presName="imgShp" presStyleLbl="fgImgPlace1" presStyleIdx="2" presStyleCnt="4"/>
      <dgm:spPr/>
    </dgm:pt>
    <dgm:pt modelId="{72DF58E0-5744-4F29-9503-9364C8669BF6}" type="pres">
      <dgm:prSet presAssocID="{DF4D954E-88A1-443D-AC3E-C9D6757CE47A}" presName="txShp" presStyleLbl="node1" presStyleIdx="2" presStyleCnt="4">
        <dgm:presLayoutVars>
          <dgm:bulletEnabled val="1"/>
        </dgm:presLayoutVars>
      </dgm:prSet>
      <dgm:spPr/>
    </dgm:pt>
    <dgm:pt modelId="{B4654DAC-5D91-408B-BD94-1390B6814AA0}" type="pres">
      <dgm:prSet presAssocID="{45B96A71-FBF4-4026-94B8-E2BBE8B2FEC8}" presName="spacing" presStyleCnt="0"/>
      <dgm:spPr/>
    </dgm:pt>
    <dgm:pt modelId="{A11C16A8-9BD3-4C20-B885-890444CB3724}" type="pres">
      <dgm:prSet presAssocID="{7A91736C-2D33-4FD8-B4DE-501F1834BCB1}" presName="composite" presStyleCnt="0"/>
      <dgm:spPr/>
    </dgm:pt>
    <dgm:pt modelId="{FBE3CE3F-8369-4C6D-8B21-3E50DA02B644}" type="pres">
      <dgm:prSet presAssocID="{7A91736C-2D33-4FD8-B4DE-501F1834BCB1}" presName="imgShp" presStyleLbl="fgImgPlace1" presStyleIdx="3" presStyleCnt="4"/>
      <dgm:spPr/>
    </dgm:pt>
    <dgm:pt modelId="{A0416135-50CB-4D26-B689-6FE6846E4061}" type="pres">
      <dgm:prSet presAssocID="{7A91736C-2D33-4FD8-B4DE-501F1834BCB1}" presName="txShp" presStyleLbl="node1" presStyleIdx="3" presStyleCnt="4">
        <dgm:presLayoutVars>
          <dgm:bulletEnabled val="1"/>
        </dgm:presLayoutVars>
      </dgm:prSet>
      <dgm:spPr/>
    </dgm:pt>
  </dgm:ptLst>
  <dgm:cxnLst>
    <dgm:cxn modelId="{A2280605-D9F6-47E4-90D2-F6E0D73E593B}" type="presOf" srcId="{7A91736C-2D33-4FD8-B4DE-501F1834BCB1}" destId="{A0416135-50CB-4D26-B689-6FE6846E4061}" srcOrd="0" destOrd="0" presId="urn:microsoft.com/office/officeart/2005/8/layout/vList3"/>
    <dgm:cxn modelId="{C68B6E25-2DF0-4238-93D0-4A5B782018BB}" srcId="{FF304954-8107-44B4-9E08-5B1787D54F81}" destId="{2DC8F1EF-DCFF-4C97-B3EB-08ED02BC93D4}" srcOrd="0" destOrd="0" parTransId="{7CD9EE48-A5A4-454D-984F-15E76EFAF865}" sibTransId="{5B29A143-356D-468B-B23B-5FDADAB8017D}"/>
    <dgm:cxn modelId="{1895BE28-6052-4FD5-B316-8FDEEA48AEC7}" type="presOf" srcId="{D4C94D11-38FD-4FBF-988F-FAF808450151}" destId="{0FFDBE37-5EBD-4276-A9C3-3890E9D95B85}" srcOrd="0" destOrd="0" presId="urn:microsoft.com/office/officeart/2005/8/layout/vList3"/>
    <dgm:cxn modelId="{79F3043B-403C-4A5A-87CF-5BB95BCED59C}" srcId="{FF304954-8107-44B4-9E08-5B1787D54F81}" destId="{D4C94D11-38FD-4FBF-988F-FAF808450151}" srcOrd="1" destOrd="0" parTransId="{E27A4A14-53AE-4B95-8EA9-4A3BBC19D536}" sibTransId="{3B1ED55F-1E6D-4751-8E8E-C0E1C36351FE}"/>
    <dgm:cxn modelId="{8E97446B-F673-4605-BF4E-BB345483457F}" type="presOf" srcId="{DF4D954E-88A1-443D-AC3E-C9D6757CE47A}" destId="{72DF58E0-5744-4F29-9503-9364C8669BF6}" srcOrd="0" destOrd="0" presId="urn:microsoft.com/office/officeart/2005/8/layout/vList3"/>
    <dgm:cxn modelId="{602B3183-A041-45E9-8865-DFAAEB04A607}" srcId="{FF304954-8107-44B4-9E08-5B1787D54F81}" destId="{DF4D954E-88A1-443D-AC3E-C9D6757CE47A}" srcOrd="2" destOrd="0" parTransId="{7AB75A06-E15C-4C29-8A7C-784A15870BF6}" sibTransId="{45B96A71-FBF4-4026-94B8-E2BBE8B2FEC8}"/>
    <dgm:cxn modelId="{5E75D2A0-C015-4928-A7E4-B68A9007157B}" srcId="{FF304954-8107-44B4-9E08-5B1787D54F81}" destId="{7A91736C-2D33-4FD8-B4DE-501F1834BCB1}" srcOrd="3" destOrd="0" parTransId="{3779DF8F-D20C-4A65-B072-5B8301B42DA5}" sibTransId="{B094A414-BAF4-4B9C-BBE7-77630A644337}"/>
    <dgm:cxn modelId="{3CFD19A5-891D-40DE-A457-35809EA5FF13}" type="presOf" srcId="{FF304954-8107-44B4-9E08-5B1787D54F81}" destId="{11482153-8D54-4F96-8030-96DFB4ED4384}" srcOrd="0" destOrd="0" presId="urn:microsoft.com/office/officeart/2005/8/layout/vList3"/>
    <dgm:cxn modelId="{43FFD8D8-525B-438F-8F26-690AA06779F0}" type="presOf" srcId="{2DC8F1EF-DCFF-4C97-B3EB-08ED02BC93D4}" destId="{6393D0A3-A438-4D32-AD1A-F36B7D32EDD7}" srcOrd="0" destOrd="0" presId="urn:microsoft.com/office/officeart/2005/8/layout/vList3"/>
    <dgm:cxn modelId="{B558E17A-C743-46BD-AAF7-AD3648411A65}" type="presParOf" srcId="{11482153-8D54-4F96-8030-96DFB4ED4384}" destId="{C17695B7-5B88-4473-93F1-A87556A6E7C8}" srcOrd="0" destOrd="0" presId="urn:microsoft.com/office/officeart/2005/8/layout/vList3"/>
    <dgm:cxn modelId="{46EA5448-D742-49EF-A764-79281B6D9125}" type="presParOf" srcId="{C17695B7-5B88-4473-93F1-A87556A6E7C8}" destId="{8A903710-BA71-4D52-89F7-C12708581BA3}" srcOrd="0" destOrd="0" presId="urn:microsoft.com/office/officeart/2005/8/layout/vList3"/>
    <dgm:cxn modelId="{38AEF88A-0044-4099-A947-D53A880388C9}" type="presParOf" srcId="{C17695B7-5B88-4473-93F1-A87556A6E7C8}" destId="{6393D0A3-A438-4D32-AD1A-F36B7D32EDD7}" srcOrd="1" destOrd="0" presId="urn:microsoft.com/office/officeart/2005/8/layout/vList3"/>
    <dgm:cxn modelId="{64232765-B93D-4CD9-B0F1-53BD146D6F0D}" type="presParOf" srcId="{11482153-8D54-4F96-8030-96DFB4ED4384}" destId="{63567D21-440F-4D6C-B253-74DBBAAE585F}" srcOrd="1" destOrd="0" presId="urn:microsoft.com/office/officeart/2005/8/layout/vList3"/>
    <dgm:cxn modelId="{B50A2BDE-BFBD-4D8A-B7BE-CF081FD4DC79}" type="presParOf" srcId="{11482153-8D54-4F96-8030-96DFB4ED4384}" destId="{67E8FBD6-D735-441D-83A4-53AA3C5093D6}" srcOrd="2" destOrd="0" presId="urn:microsoft.com/office/officeart/2005/8/layout/vList3"/>
    <dgm:cxn modelId="{8A75F448-7A8F-4734-975F-A3AAD295A741}" type="presParOf" srcId="{67E8FBD6-D735-441D-83A4-53AA3C5093D6}" destId="{981F82C3-9283-46F6-9F39-73AABC4894B8}" srcOrd="0" destOrd="0" presId="urn:microsoft.com/office/officeart/2005/8/layout/vList3"/>
    <dgm:cxn modelId="{2C59FD67-27E4-4FE8-9EFB-8C2ECCFB424B}" type="presParOf" srcId="{67E8FBD6-D735-441D-83A4-53AA3C5093D6}" destId="{0FFDBE37-5EBD-4276-A9C3-3890E9D95B85}" srcOrd="1" destOrd="0" presId="urn:microsoft.com/office/officeart/2005/8/layout/vList3"/>
    <dgm:cxn modelId="{86F45C3C-4212-4EDB-B9E3-26570419DA69}" type="presParOf" srcId="{11482153-8D54-4F96-8030-96DFB4ED4384}" destId="{A6AF888E-E0A1-4910-A452-4AC19C13CA93}" srcOrd="3" destOrd="0" presId="urn:microsoft.com/office/officeart/2005/8/layout/vList3"/>
    <dgm:cxn modelId="{DC4E0E72-F14E-4873-B658-2320FF5B55FB}" type="presParOf" srcId="{11482153-8D54-4F96-8030-96DFB4ED4384}" destId="{CBC6EABA-B3C1-4F53-A240-8C9DA9A59D77}" srcOrd="4" destOrd="0" presId="urn:microsoft.com/office/officeart/2005/8/layout/vList3"/>
    <dgm:cxn modelId="{96E274B0-991C-4A6A-AC36-2912B7857713}" type="presParOf" srcId="{CBC6EABA-B3C1-4F53-A240-8C9DA9A59D77}" destId="{0AB1A534-91B2-4293-865B-486CF1FB174F}" srcOrd="0" destOrd="0" presId="urn:microsoft.com/office/officeart/2005/8/layout/vList3"/>
    <dgm:cxn modelId="{0FB5F666-6AA8-42D5-914D-2BD3B6F91C87}" type="presParOf" srcId="{CBC6EABA-B3C1-4F53-A240-8C9DA9A59D77}" destId="{72DF58E0-5744-4F29-9503-9364C8669BF6}" srcOrd="1" destOrd="0" presId="urn:microsoft.com/office/officeart/2005/8/layout/vList3"/>
    <dgm:cxn modelId="{7BDC8C95-37E2-4148-9DB7-1A43F3302E74}" type="presParOf" srcId="{11482153-8D54-4F96-8030-96DFB4ED4384}" destId="{B4654DAC-5D91-408B-BD94-1390B6814AA0}" srcOrd="5" destOrd="0" presId="urn:microsoft.com/office/officeart/2005/8/layout/vList3"/>
    <dgm:cxn modelId="{BCF2B068-F597-41CD-A250-F33F5B13C4FA}" type="presParOf" srcId="{11482153-8D54-4F96-8030-96DFB4ED4384}" destId="{A11C16A8-9BD3-4C20-B885-890444CB3724}" srcOrd="6" destOrd="0" presId="urn:microsoft.com/office/officeart/2005/8/layout/vList3"/>
    <dgm:cxn modelId="{991612EF-26F8-453A-A124-1D57FE281F41}" type="presParOf" srcId="{A11C16A8-9BD3-4C20-B885-890444CB3724}" destId="{FBE3CE3F-8369-4C6D-8B21-3E50DA02B644}" srcOrd="0" destOrd="0" presId="urn:microsoft.com/office/officeart/2005/8/layout/vList3"/>
    <dgm:cxn modelId="{9CF1F585-6862-4291-9510-D265E4D226A0}" type="presParOf" srcId="{A11C16A8-9BD3-4C20-B885-890444CB3724}" destId="{A0416135-50CB-4D26-B689-6FE6846E406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EDE6CBA-01B2-4A8A-8EE9-602E51300B7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F191490-1E8E-46DD-8535-906F8709F01D}">
      <dgm:prSet/>
      <dgm:spPr/>
      <dgm:t>
        <a:bodyPr/>
        <a:lstStyle/>
        <a:p>
          <a:r>
            <a:rPr lang="uk-UA" b="0" i="0"/>
            <a:t>«героїчних (морських) походів козаків»</a:t>
          </a:r>
          <a:endParaRPr lang="uk-UA"/>
        </a:p>
      </dgm:t>
    </dgm:pt>
    <dgm:pt modelId="{9563C9E8-A89C-442F-8796-E964E543C851}" type="parTrans" cxnId="{0EAC8375-A6A3-403C-BEFD-BFDFBBE52E2B}">
      <dgm:prSet/>
      <dgm:spPr/>
      <dgm:t>
        <a:bodyPr/>
        <a:lstStyle/>
        <a:p>
          <a:endParaRPr lang="uk-UA"/>
        </a:p>
      </dgm:t>
    </dgm:pt>
    <dgm:pt modelId="{2214F54A-DBD5-4ED6-9776-23D1E5BB5CB6}" type="sibTrans" cxnId="{0EAC8375-A6A3-403C-BEFD-BFDFBBE52E2B}">
      <dgm:prSet/>
      <dgm:spPr/>
      <dgm:t>
        <a:bodyPr/>
        <a:lstStyle/>
        <a:p>
          <a:endParaRPr lang="uk-UA"/>
        </a:p>
      </dgm:t>
    </dgm:pt>
    <dgm:pt modelId="{93469D04-00D9-445B-894A-9289B549AC09}">
      <dgm:prSet/>
      <dgm:spPr/>
      <dgm:t>
        <a:bodyPr/>
        <a:lstStyle/>
        <a:p>
          <a:r>
            <a:rPr lang="uk-UA" b="0" i="0" dirty="0"/>
            <a:t>козацько-селянських повстань 20–30-х рр. Х</a:t>
          </a:r>
          <a:r>
            <a:rPr lang="en-US" b="0" i="0" dirty="0"/>
            <a:t>V</a:t>
          </a:r>
          <a:r>
            <a:rPr lang="uk-UA" b="0" i="0" dirty="0"/>
            <a:t>ІІ ст.</a:t>
          </a:r>
          <a:endParaRPr lang="uk-UA" dirty="0"/>
        </a:p>
      </dgm:t>
    </dgm:pt>
    <dgm:pt modelId="{E6F3DC19-A4E1-49A8-95AD-ADC336BC9A7C}" type="parTrans" cxnId="{0BBE0122-5A4B-409B-BB29-BD75E7E72168}">
      <dgm:prSet/>
      <dgm:spPr/>
      <dgm:t>
        <a:bodyPr/>
        <a:lstStyle/>
        <a:p>
          <a:endParaRPr lang="uk-UA"/>
        </a:p>
      </dgm:t>
    </dgm:pt>
    <dgm:pt modelId="{0E13FA43-2463-4DB7-B01E-CE68E951FBD1}" type="sibTrans" cxnId="{0BBE0122-5A4B-409B-BB29-BD75E7E72168}">
      <dgm:prSet/>
      <dgm:spPr/>
      <dgm:t>
        <a:bodyPr/>
        <a:lstStyle/>
        <a:p>
          <a:endParaRPr lang="uk-UA"/>
        </a:p>
      </dgm:t>
    </dgm:pt>
    <dgm:pt modelId="{64BF4413-BDEB-4FF7-8578-0BE962DC23D2}">
      <dgm:prSet/>
      <dgm:spPr/>
      <dgm:t>
        <a:bodyPr/>
        <a:lstStyle/>
        <a:p>
          <a:r>
            <a:rPr lang="uk-UA" b="0" i="0"/>
            <a:t>«руйнування» Української козацької держави — Гетьманщини</a:t>
          </a:r>
          <a:endParaRPr lang="uk-UA"/>
        </a:p>
      </dgm:t>
    </dgm:pt>
    <dgm:pt modelId="{104D2066-4600-4599-8684-E7B2B008E67C}" type="parTrans" cxnId="{C011AF21-AC05-4BDF-A510-42D13AE96051}">
      <dgm:prSet/>
      <dgm:spPr/>
      <dgm:t>
        <a:bodyPr/>
        <a:lstStyle/>
        <a:p>
          <a:endParaRPr lang="uk-UA"/>
        </a:p>
      </dgm:t>
    </dgm:pt>
    <dgm:pt modelId="{63E4F0F5-D344-4763-8EA9-8ABAE455BCC5}" type="sibTrans" cxnId="{C011AF21-AC05-4BDF-A510-42D13AE96051}">
      <dgm:prSet/>
      <dgm:spPr/>
      <dgm:t>
        <a:bodyPr/>
        <a:lstStyle/>
        <a:p>
          <a:endParaRPr lang="uk-UA"/>
        </a:p>
      </dgm:t>
    </dgm:pt>
    <dgm:pt modelId="{66B9BF60-173C-4F67-AEF4-E45E05610F3B}">
      <dgm:prSet/>
      <dgm:spPr/>
      <dgm:t>
        <a:bodyPr/>
        <a:lstStyle/>
        <a:p>
          <a:r>
            <a:rPr lang="uk-UA" b="0" i="0" dirty="0"/>
            <a:t>Національно-визвольної війни під проводом Б. Хмельницького</a:t>
          </a:r>
          <a:endParaRPr lang="uk-UA" dirty="0"/>
        </a:p>
      </dgm:t>
    </dgm:pt>
    <dgm:pt modelId="{E7CFC5F2-6A07-4DE6-8844-F9428C05A7D1}" type="parTrans" cxnId="{CB53B708-D877-4F12-91AD-D5EC4CC7C24B}">
      <dgm:prSet/>
      <dgm:spPr/>
      <dgm:t>
        <a:bodyPr/>
        <a:lstStyle/>
        <a:p>
          <a:endParaRPr lang="uk-UA"/>
        </a:p>
      </dgm:t>
    </dgm:pt>
    <dgm:pt modelId="{3603F7D6-91D8-4FCE-B10D-F54DE75A8B87}" type="sibTrans" cxnId="{CB53B708-D877-4F12-91AD-D5EC4CC7C24B}">
      <dgm:prSet/>
      <dgm:spPr/>
      <dgm:t>
        <a:bodyPr/>
        <a:lstStyle/>
        <a:p>
          <a:endParaRPr lang="uk-UA"/>
        </a:p>
      </dgm:t>
    </dgm:pt>
    <dgm:pt modelId="{2B96F96B-174E-4322-ACF5-D98D35C4DA41}" type="pres">
      <dgm:prSet presAssocID="{0EDE6CBA-01B2-4A8A-8EE9-602E51300B74}" presName="linear" presStyleCnt="0">
        <dgm:presLayoutVars>
          <dgm:animLvl val="lvl"/>
          <dgm:resizeHandles val="exact"/>
        </dgm:presLayoutVars>
      </dgm:prSet>
      <dgm:spPr/>
    </dgm:pt>
    <dgm:pt modelId="{E1E6D065-DD8A-4EEE-92C7-1D5A3239448E}" type="pres">
      <dgm:prSet presAssocID="{FF191490-1E8E-46DD-8535-906F8709F01D}" presName="parentText" presStyleLbl="node1" presStyleIdx="0" presStyleCnt="4">
        <dgm:presLayoutVars>
          <dgm:chMax val="0"/>
          <dgm:bulletEnabled val="1"/>
        </dgm:presLayoutVars>
      </dgm:prSet>
      <dgm:spPr/>
    </dgm:pt>
    <dgm:pt modelId="{151E5182-747D-4BD9-82A8-83A71792BB6B}" type="pres">
      <dgm:prSet presAssocID="{2214F54A-DBD5-4ED6-9776-23D1E5BB5CB6}" presName="spacer" presStyleCnt="0"/>
      <dgm:spPr/>
    </dgm:pt>
    <dgm:pt modelId="{65DCA65D-E396-4CC2-9895-68C02CBF1CC7}" type="pres">
      <dgm:prSet presAssocID="{93469D04-00D9-445B-894A-9289B549AC09}" presName="parentText" presStyleLbl="node1" presStyleIdx="1" presStyleCnt="4">
        <dgm:presLayoutVars>
          <dgm:chMax val="0"/>
          <dgm:bulletEnabled val="1"/>
        </dgm:presLayoutVars>
      </dgm:prSet>
      <dgm:spPr/>
    </dgm:pt>
    <dgm:pt modelId="{D826C352-E6DD-41E5-A09D-F36E88E4B10D}" type="pres">
      <dgm:prSet presAssocID="{0E13FA43-2463-4DB7-B01E-CE68E951FBD1}" presName="spacer" presStyleCnt="0"/>
      <dgm:spPr/>
    </dgm:pt>
    <dgm:pt modelId="{7A12B012-BFC4-4F97-921C-F09F2B348DB7}" type="pres">
      <dgm:prSet presAssocID="{64BF4413-BDEB-4FF7-8578-0BE962DC23D2}" presName="parentText" presStyleLbl="node1" presStyleIdx="2" presStyleCnt="4">
        <dgm:presLayoutVars>
          <dgm:chMax val="0"/>
          <dgm:bulletEnabled val="1"/>
        </dgm:presLayoutVars>
      </dgm:prSet>
      <dgm:spPr/>
    </dgm:pt>
    <dgm:pt modelId="{96E951FF-2D1E-42E9-800F-B84DCE166802}" type="pres">
      <dgm:prSet presAssocID="{63E4F0F5-D344-4763-8EA9-8ABAE455BCC5}" presName="spacer" presStyleCnt="0"/>
      <dgm:spPr/>
    </dgm:pt>
    <dgm:pt modelId="{FB67EBE1-3837-4C34-986C-0EB5398D7E01}" type="pres">
      <dgm:prSet presAssocID="{66B9BF60-173C-4F67-AEF4-E45E05610F3B}" presName="parentText" presStyleLbl="node1" presStyleIdx="3" presStyleCnt="4">
        <dgm:presLayoutVars>
          <dgm:chMax val="0"/>
          <dgm:bulletEnabled val="1"/>
        </dgm:presLayoutVars>
      </dgm:prSet>
      <dgm:spPr/>
    </dgm:pt>
  </dgm:ptLst>
  <dgm:cxnLst>
    <dgm:cxn modelId="{1542BF04-EBF4-4191-B4E8-C41A6A020AF5}" type="presOf" srcId="{FF191490-1E8E-46DD-8535-906F8709F01D}" destId="{E1E6D065-DD8A-4EEE-92C7-1D5A3239448E}" srcOrd="0" destOrd="0" presId="urn:microsoft.com/office/officeart/2005/8/layout/vList2"/>
    <dgm:cxn modelId="{CB53B708-D877-4F12-91AD-D5EC4CC7C24B}" srcId="{0EDE6CBA-01B2-4A8A-8EE9-602E51300B74}" destId="{66B9BF60-173C-4F67-AEF4-E45E05610F3B}" srcOrd="3" destOrd="0" parTransId="{E7CFC5F2-6A07-4DE6-8844-F9428C05A7D1}" sibTransId="{3603F7D6-91D8-4FCE-B10D-F54DE75A8B87}"/>
    <dgm:cxn modelId="{C011AF21-AC05-4BDF-A510-42D13AE96051}" srcId="{0EDE6CBA-01B2-4A8A-8EE9-602E51300B74}" destId="{64BF4413-BDEB-4FF7-8578-0BE962DC23D2}" srcOrd="2" destOrd="0" parTransId="{104D2066-4600-4599-8684-E7B2B008E67C}" sibTransId="{63E4F0F5-D344-4763-8EA9-8ABAE455BCC5}"/>
    <dgm:cxn modelId="{E258C021-1415-4F6E-9E8E-286A0806E4E4}" type="presOf" srcId="{66B9BF60-173C-4F67-AEF4-E45E05610F3B}" destId="{FB67EBE1-3837-4C34-986C-0EB5398D7E01}" srcOrd="0" destOrd="0" presId="urn:microsoft.com/office/officeart/2005/8/layout/vList2"/>
    <dgm:cxn modelId="{0BBE0122-5A4B-409B-BB29-BD75E7E72168}" srcId="{0EDE6CBA-01B2-4A8A-8EE9-602E51300B74}" destId="{93469D04-00D9-445B-894A-9289B549AC09}" srcOrd="1" destOrd="0" parTransId="{E6F3DC19-A4E1-49A8-95AD-ADC336BC9A7C}" sibTransId="{0E13FA43-2463-4DB7-B01E-CE68E951FBD1}"/>
    <dgm:cxn modelId="{0EAC8375-A6A3-403C-BEFD-BFDFBBE52E2B}" srcId="{0EDE6CBA-01B2-4A8A-8EE9-602E51300B74}" destId="{FF191490-1E8E-46DD-8535-906F8709F01D}" srcOrd="0" destOrd="0" parTransId="{9563C9E8-A89C-442F-8796-E964E543C851}" sibTransId="{2214F54A-DBD5-4ED6-9776-23D1E5BB5CB6}"/>
    <dgm:cxn modelId="{4607DE89-075A-44FB-95F8-251FF5EA64E6}" type="presOf" srcId="{93469D04-00D9-445B-894A-9289B549AC09}" destId="{65DCA65D-E396-4CC2-9895-68C02CBF1CC7}" srcOrd="0" destOrd="0" presId="urn:microsoft.com/office/officeart/2005/8/layout/vList2"/>
    <dgm:cxn modelId="{B0F870BD-D0CA-4275-B0D8-03E5B23A68A8}" type="presOf" srcId="{64BF4413-BDEB-4FF7-8578-0BE962DC23D2}" destId="{7A12B012-BFC4-4F97-921C-F09F2B348DB7}" srcOrd="0" destOrd="0" presId="urn:microsoft.com/office/officeart/2005/8/layout/vList2"/>
    <dgm:cxn modelId="{EA9F71C3-B11F-487B-B422-B0EC91D5496A}" type="presOf" srcId="{0EDE6CBA-01B2-4A8A-8EE9-602E51300B74}" destId="{2B96F96B-174E-4322-ACF5-D98D35C4DA41}" srcOrd="0" destOrd="0" presId="urn:microsoft.com/office/officeart/2005/8/layout/vList2"/>
    <dgm:cxn modelId="{AC9B6F30-C355-471C-A985-3E4A6F62AED8}" type="presParOf" srcId="{2B96F96B-174E-4322-ACF5-D98D35C4DA41}" destId="{E1E6D065-DD8A-4EEE-92C7-1D5A3239448E}" srcOrd="0" destOrd="0" presId="urn:microsoft.com/office/officeart/2005/8/layout/vList2"/>
    <dgm:cxn modelId="{8F013A7E-CB3D-4AE2-A614-8A0743F0DADD}" type="presParOf" srcId="{2B96F96B-174E-4322-ACF5-D98D35C4DA41}" destId="{151E5182-747D-4BD9-82A8-83A71792BB6B}" srcOrd="1" destOrd="0" presId="urn:microsoft.com/office/officeart/2005/8/layout/vList2"/>
    <dgm:cxn modelId="{D2A6E890-D6B0-42A5-8383-FD5253720D10}" type="presParOf" srcId="{2B96F96B-174E-4322-ACF5-D98D35C4DA41}" destId="{65DCA65D-E396-4CC2-9895-68C02CBF1CC7}" srcOrd="2" destOrd="0" presId="urn:microsoft.com/office/officeart/2005/8/layout/vList2"/>
    <dgm:cxn modelId="{F28B90A2-DEA9-462E-A2CA-AEA8D461F297}" type="presParOf" srcId="{2B96F96B-174E-4322-ACF5-D98D35C4DA41}" destId="{D826C352-E6DD-41E5-A09D-F36E88E4B10D}" srcOrd="3" destOrd="0" presId="urn:microsoft.com/office/officeart/2005/8/layout/vList2"/>
    <dgm:cxn modelId="{A4DB17D0-1C9E-4858-9E37-CCC2FDDFC0AF}" type="presParOf" srcId="{2B96F96B-174E-4322-ACF5-D98D35C4DA41}" destId="{7A12B012-BFC4-4F97-921C-F09F2B348DB7}" srcOrd="4" destOrd="0" presId="urn:microsoft.com/office/officeart/2005/8/layout/vList2"/>
    <dgm:cxn modelId="{0A9F33BD-6722-4F27-8D93-00803BE47964}" type="presParOf" srcId="{2B96F96B-174E-4322-ACF5-D98D35C4DA41}" destId="{96E951FF-2D1E-42E9-800F-B84DCE166802}" srcOrd="5" destOrd="0" presId="urn:microsoft.com/office/officeart/2005/8/layout/vList2"/>
    <dgm:cxn modelId="{C46FBE95-BCB1-4C8E-A58D-23E2AC8E67F8}" type="presParOf" srcId="{2B96F96B-174E-4322-ACF5-D98D35C4DA41}" destId="{FB67EBE1-3837-4C34-986C-0EB5398D7E0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E0A281A8-687F-4575-BF13-B2B0153A1AB4}"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131D2CD9-4489-4139-A233-0F2B5DEFE7C0}">
      <dgm:prSet/>
      <dgm:spPr/>
      <dgm:t>
        <a:bodyPr/>
        <a:lstStyle/>
        <a:p>
          <a:r>
            <a:rPr lang="ru-RU" b="0" i="0"/>
            <a:t>«займанщина»</a:t>
          </a:r>
          <a:endParaRPr lang="uk-UA"/>
        </a:p>
      </dgm:t>
    </dgm:pt>
    <dgm:pt modelId="{5121D5EC-4BF8-4E9F-BB97-B3F95BB42617}" type="parTrans" cxnId="{C1F88755-108E-456B-BB09-29320296856E}">
      <dgm:prSet/>
      <dgm:spPr/>
      <dgm:t>
        <a:bodyPr/>
        <a:lstStyle/>
        <a:p>
          <a:endParaRPr lang="uk-UA"/>
        </a:p>
      </dgm:t>
    </dgm:pt>
    <dgm:pt modelId="{E821784C-5626-4C70-BD58-34A65CFEF7F9}" type="sibTrans" cxnId="{C1F88755-108E-456B-BB09-29320296856E}">
      <dgm:prSet/>
      <dgm:spPr/>
      <dgm:t>
        <a:bodyPr/>
        <a:lstStyle/>
        <a:p>
          <a:endParaRPr lang="uk-UA"/>
        </a:p>
      </dgm:t>
    </dgm:pt>
    <dgm:pt modelId="{FB461583-E7D7-4E54-8AC5-4188845FC72A}">
      <dgm:prSet/>
      <dgm:spPr/>
      <dgm:t>
        <a:bodyPr/>
        <a:lstStyle/>
        <a:p>
          <a:r>
            <a:rPr lang="ru-RU" b="0" i="0"/>
            <a:t>«паланка»</a:t>
          </a:r>
          <a:endParaRPr lang="uk-UA"/>
        </a:p>
      </dgm:t>
    </dgm:pt>
    <dgm:pt modelId="{643B4E28-CCD1-4237-835B-2D747D7A432B}" type="parTrans" cxnId="{7FAA299D-23DD-4E89-BA2D-88F61EFE0194}">
      <dgm:prSet/>
      <dgm:spPr/>
      <dgm:t>
        <a:bodyPr/>
        <a:lstStyle/>
        <a:p>
          <a:endParaRPr lang="uk-UA"/>
        </a:p>
      </dgm:t>
    </dgm:pt>
    <dgm:pt modelId="{B5033559-E3B5-447B-9DC2-0217BDB6DCCF}" type="sibTrans" cxnId="{7FAA299D-23DD-4E89-BA2D-88F61EFE0194}">
      <dgm:prSet/>
      <dgm:spPr/>
      <dgm:t>
        <a:bodyPr/>
        <a:lstStyle/>
        <a:p>
          <a:endParaRPr lang="uk-UA"/>
        </a:p>
      </dgm:t>
    </dgm:pt>
    <dgm:pt modelId="{2115378F-68EF-4BFF-AB6B-C16A3BACEB6D}">
      <dgm:prSet/>
      <dgm:spPr/>
      <dgm:t>
        <a:bodyPr/>
        <a:lstStyle/>
        <a:p>
          <a:r>
            <a:rPr lang="ru-RU" b="0" i="0"/>
            <a:t>«зимівник»</a:t>
          </a:r>
          <a:endParaRPr lang="uk-UA"/>
        </a:p>
      </dgm:t>
    </dgm:pt>
    <dgm:pt modelId="{4CA96C56-FFB6-4A27-9ABE-94CE9D7DF468}" type="parTrans" cxnId="{AAF343D2-A1B9-4231-9C10-1DBC304C0C04}">
      <dgm:prSet/>
      <dgm:spPr/>
      <dgm:t>
        <a:bodyPr/>
        <a:lstStyle/>
        <a:p>
          <a:endParaRPr lang="uk-UA"/>
        </a:p>
      </dgm:t>
    </dgm:pt>
    <dgm:pt modelId="{986FC0CB-C484-4CAB-8A6A-99CFA444913C}" type="sibTrans" cxnId="{AAF343D2-A1B9-4231-9C10-1DBC304C0C04}">
      <dgm:prSet/>
      <dgm:spPr/>
      <dgm:t>
        <a:bodyPr/>
        <a:lstStyle/>
        <a:p>
          <a:endParaRPr lang="uk-UA"/>
        </a:p>
      </dgm:t>
    </dgm:pt>
    <dgm:pt modelId="{F96C83AD-93CD-4C7C-9CE1-AAB222D47958}">
      <dgm:prSet/>
      <dgm:spPr/>
      <dgm:t>
        <a:bodyPr/>
        <a:lstStyle/>
        <a:p>
          <a:r>
            <a:rPr lang="ru-RU" b="0" i="0" dirty="0"/>
            <a:t>«панщина»</a:t>
          </a:r>
          <a:endParaRPr lang="uk-UA" dirty="0"/>
        </a:p>
      </dgm:t>
    </dgm:pt>
    <dgm:pt modelId="{80C2EFC9-08BF-48FC-A0F7-9E9943BCC1FB}" type="parTrans" cxnId="{5F942439-ADB8-4382-B01D-C980BCFAF5F3}">
      <dgm:prSet/>
      <dgm:spPr/>
      <dgm:t>
        <a:bodyPr/>
        <a:lstStyle/>
        <a:p>
          <a:endParaRPr lang="uk-UA"/>
        </a:p>
      </dgm:t>
    </dgm:pt>
    <dgm:pt modelId="{2F4EFB1F-E713-480F-BB9F-B10937534197}" type="sibTrans" cxnId="{5F942439-ADB8-4382-B01D-C980BCFAF5F3}">
      <dgm:prSet/>
      <dgm:spPr/>
      <dgm:t>
        <a:bodyPr/>
        <a:lstStyle/>
        <a:p>
          <a:endParaRPr lang="uk-UA"/>
        </a:p>
      </dgm:t>
    </dgm:pt>
    <dgm:pt modelId="{6DFFA970-AA51-4DEF-B0D1-4A95659CD99C}" type="pres">
      <dgm:prSet presAssocID="{E0A281A8-687F-4575-BF13-B2B0153A1AB4}" presName="Name0" presStyleCnt="0">
        <dgm:presLayoutVars>
          <dgm:chMax val="7"/>
          <dgm:chPref val="7"/>
          <dgm:dir/>
        </dgm:presLayoutVars>
      </dgm:prSet>
      <dgm:spPr/>
    </dgm:pt>
    <dgm:pt modelId="{D149D9CD-5B80-4EBF-B39C-4BD30FE90BCB}" type="pres">
      <dgm:prSet presAssocID="{E0A281A8-687F-4575-BF13-B2B0153A1AB4}" presName="Name1" presStyleCnt="0"/>
      <dgm:spPr/>
    </dgm:pt>
    <dgm:pt modelId="{3967489F-0B04-4661-AFD2-5C8F506F2307}" type="pres">
      <dgm:prSet presAssocID="{E0A281A8-687F-4575-BF13-B2B0153A1AB4}" presName="cycle" presStyleCnt="0"/>
      <dgm:spPr/>
    </dgm:pt>
    <dgm:pt modelId="{5EEA11DB-314A-4C20-8E3C-98C56559DA3D}" type="pres">
      <dgm:prSet presAssocID="{E0A281A8-687F-4575-BF13-B2B0153A1AB4}" presName="srcNode" presStyleLbl="node1" presStyleIdx="0" presStyleCnt="4"/>
      <dgm:spPr/>
    </dgm:pt>
    <dgm:pt modelId="{489860D9-30D5-43E2-9245-2C2D84D46538}" type="pres">
      <dgm:prSet presAssocID="{E0A281A8-687F-4575-BF13-B2B0153A1AB4}" presName="conn" presStyleLbl="parChTrans1D2" presStyleIdx="0" presStyleCnt="1"/>
      <dgm:spPr/>
    </dgm:pt>
    <dgm:pt modelId="{F90E573F-7767-4250-B9FF-C38F826FB9C8}" type="pres">
      <dgm:prSet presAssocID="{E0A281A8-687F-4575-BF13-B2B0153A1AB4}" presName="extraNode" presStyleLbl="node1" presStyleIdx="0" presStyleCnt="4"/>
      <dgm:spPr/>
    </dgm:pt>
    <dgm:pt modelId="{10BC2DB3-19BC-450B-8A50-E39AC0BF575A}" type="pres">
      <dgm:prSet presAssocID="{E0A281A8-687F-4575-BF13-B2B0153A1AB4}" presName="dstNode" presStyleLbl="node1" presStyleIdx="0" presStyleCnt="4"/>
      <dgm:spPr/>
    </dgm:pt>
    <dgm:pt modelId="{1F420F62-2787-4D3E-8F2C-98540105886F}" type="pres">
      <dgm:prSet presAssocID="{131D2CD9-4489-4139-A233-0F2B5DEFE7C0}" presName="text_1" presStyleLbl="node1" presStyleIdx="0" presStyleCnt="4">
        <dgm:presLayoutVars>
          <dgm:bulletEnabled val="1"/>
        </dgm:presLayoutVars>
      </dgm:prSet>
      <dgm:spPr/>
    </dgm:pt>
    <dgm:pt modelId="{34459E92-577B-4972-A280-8D02495F0DFB}" type="pres">
      <dgm:prSet presAssocID="{131D2CD9-4489-4139-A233-0F2B5DEFE7C0}" presName="accent_1" presStyleCnt="0"/>
      <dgm:spPr/>
    </dgm:pt>
    <dgm:pt modelId="{11374F3E-F903-4A2A-8A20-0999E93925ED}" type="pres">
      <dgm:prSet presAssocID="{131D2CD9-4489-4139-A233-0F2B5DEFE7C0}" presName="accentRepeatNode" presStyleLbl="solidFgAcc1" presStyleIdx="0" presStyleCnt="4"/>
      <dgm:spPr/>
    </dgm:pt>
    <dgm:pt modelId="{2669001A-DD9F-4330-A816-D056E7079853}" type="pres">
      <dgm:prSet presAssocID="{FB461583-E7D7-4E54-8AC5-4188845FC72A}" presName="text_2" presStyleLbl="node1" presStyleIdx="1" presStyleCnt="4">
        <dgm:presLayoutVars>
          <dgm:bulletEnabled val="1"/>
        </dgm:presLayoutVars>
      </dgm:prSet>
      <dgm:spPr/>
    </dgm:pt>
    <dgm:pt modelId="{34F3EE80-087E-4312-8734-61EA8C5CA998}" type="pres">
      <dgm:prSet presAssocID="{FB461583-E7D7-4E54-8AC5-4188845FC72A}" presName="accent_2" presStyleCnt="0"/>
      <dgm:spPr/>
    </dgm:pt>
    <dgm:pt modelId="{F8128432-7AFC-430B-90A2-8590C1914D12}" type="pres">
      <dgm:prSet presAssocID="{FB461583-E7D7-4E54-8AC5-4188845FC72A}" presName="accentRepeatNode" presStyleLbl="solidFgAcc1" presStyleIdx="1" presStyleCnt="4"/>
      <dgm:spPr/>
    </dgm:pt>
    <dgm:pt modelId="{92F1E397-7C19-4A84-821B-EA9FEB117F76}" type="pres">
      <dgm:prSet presAssocID="{2115378F-68EF-4BFF-AB6B-C16A3BACEB6D}" presName="text_3" presStyleLbl="node1" presStyleIdx="2" presStyleCnt="4">
        <dgm:presLayoutVars>
          <dgm:bulletEnabled val="1"/>
        </dgm:presLayoutVars>
      </dgm:prSet>
      <dgm:spPr/>
    </dgm:pt>
    <dgm:pt modelId="{3241860A-679C-42FE-8AFC-7BFFD6D5E925}" type="pres">
      <dgm:prSet presAssocID="{2115378F-68EF-4BFF-AB6B-C16A3BACEB6D}" presName="accent_3" presStyleCnt="0"/>
      <dgm:spPr/>
    </dgm:pt>
    <dgm:pt modelId="{D67C7E89-B00B-4911-B2A3-5F715CE613E8}" type="pres">
      <dgm:prSet presAssocID="{2115378F-68EF-4BFF-AB6B-C16A3BACEB6D}" presName="accentRepeatNode" presStyleLbl="solidFgAcc1" presStyleIdx="2" presStyleCnt="4"/>
      <dgm:spPr/>
    </dgm:pt>
    <dgm:pt modelId="{3404F904-E32B-469E-854A-0A410B450CCB}" type="pres">
      <dgm:prSet presAssocID="{F96C83AD-93CD-4C7C-9CE1-AAB222D47958}" presName="text_4" presStyleLbl="node1" presStyleIdx="3" presStyleCnt="4">
        <dgm:presLayoutVars>
          <dgm:bulletEnabled val="1"/>
        </dgm:presLayoutVars>
      </dgm:prSet>
      <dgm:spPr/>
    </dgm:pt>
    <dgm:pt modelId="{940F9A41-4D4E-449E-8EF6-EB5BAF94BC5D}" type="pres">
      <dgm:prSet presAssocID="{F96C83AD-93CD-4C7C-9CE1-AAB222D47958}" presName="accent_4" presStyleCnt="0"/>
      <dgm:spPr/>
    </dgm:pt>
    <dgm:pt modelId="{042CB754-FB00-4B15-A8C9-ABB83E2A24A1}" type="pres">
      <dgm:prSet presAssocID="{F96C83AD-93CD-4C7C-9CE1-AAB222D47958}" presName="accentRepeatNode" presStyleLbl="solidFgAcc1" presStyleIdx="3" presStyleCnt="4"/>
      <dgm:spPr/>
    </dgm:pt>
  </dgm:ptLst>
  <dgm:cxnLst>
    <dgm:cxn modelId="{983B1732-3CDE-4A02-8F36-DC03DBFF2284}" type="presOf" srcId="{E0A281A8-687F-4575-BF13-B2B0153A1AB4}" destId="{6DFFA970-AA51-4DEF-B0D1-4A95659CD99C}" srcOrd="0" destOrd="0" presId="urn:microsoft.com/office/officeart/2008/layout/VerticalCurvedList"/>
    <dgm:cxn modelId="{5F942439-ADB8-4382-B01D-C980BCFAF5F3}" srcId="{E0A281A8-687F-4575-BF13-B2B0153A1AB4}" destId="{F96C83AD-93CD-4C7C-9CE1-AAB222D47958}" srcOrd="3" destOrd="0" parTransId="{80C2EFC9-08BF-48FC-A0F7-9E9943BCC1FB}" sibTransId="{2F4EFB1F-E713-480F-BB9F-B10937534197}"/>
    <dgm:cxn modelId="{1F85CB3B-EDFF-4A08-B054-85A8A2C4B5A8}" type="presOf" srcId="{F96C83AD-93CD-4C7C-9CE1-AAB222D47958}" destId="{3404F904-E32B-469E-854A-0A410B450CCB}" srcOrd="0" destOrd="0" presId="urn:microsoft.com/office/officeart/2008/layout/VerticalCurvedList"/>
    <dgm:cxn modelId="{4187C75F-AD05-4C56-BCB0-579DFB8C1DE7}" type="presOf" srcId="{FB461583-E7D7-4E54-8AC5-4188845FC72A}" destId="{2669001A-DD9F-4330-A816-D056E7079853}" srcOrd="0" destOrd="0" presId="urn:microsoft.com/office/officeart/2008/layout/VerticalCurvedList"/>
    <dgm:cxn modelId="{C1F88755-108E-456B-BB09-29320296856E}" srcId="{E0A281A8-687F-4575-BF13-B2B0153A1AB4}" destId="{131D2CD9-4489-4139-A233-0F2B5DEFE7C0}" srcOrd="0" destOrd="0" parTransId="{5121D5EC-4BF8-4E9F-BB97-B3F95BB42617}" sibTransId="{E821784C-5626-4C70-BD58-34A65CFEF7F9}"/>
    <dgm:cxn modelId="{5C9DB490-2926-49B3-98C1-BF58F1F005BE}" type="presOf" srcId="{2115378F-68EF-4BFF-AB6B-C16A3BACEB6D}" destId="{92F1E397-7C19-4A84-821B-EA9FEB117F76}" srcOrd="0" destOrd="0" presId="urn:microsoft.com/office/officeart/2008/layout/VerticalCurvedList"/>
    <dgm:cxn modelId="{7FAA299D-23DD-4E89-BA2D-88F61EFE0194}" srcId="{E0A281A8-687F-4575-BF13-B2B0153A1AB4}" destId="{FB461583-E7D7-4E54-8AC5-4188845FC72A}" srcOrd="1" destOrd="0" parTransId="{643B4E28-CCD1-4237-835B-2D747D7A432B}" sibTransId="{B5033559-E3B5-447B-9DC2-0217BDB6DCCF}"/>
    <dgm:cxn modelId="{74C01CB3-DE88-4CAB-9859-BF4CB89CEC56}" type="presOf" srcId="{131D2CD9-4489-4139-A233-0F2B5DEFE7C0}" destId="{1F420F62-2787-4D3E-8F2C-98540105886F}" srcOrd="0" destOrd="0" presId="urn:microsoft.com/office/officeart/2008/layout/VerticalCurvedList"/>
    <dgm:cxn modelId="{AAF343D2-A1B9-4231-9C10-1DBC304C0C04}" srcId="{E0A281A8-687F-4575-BF13-B2B0153A1AB4}" destId="{2115378F-68EF-4BFF-AB6B-C16A3BACEB6D}" srcOrd="2" destOrd="0" parTransId="{4CA96C56-FFB6-4A27-9ABE-94CE9D7DF468}" sibTransId="{986FC0CB-C484-4CAB-8A6A-99CFA444913C}"/>
    <dgm:cxn modelId="{CDC2BFD2-A521-41F0-BC8C-2B81114E7523}" type="presOf" srcId="{E821784C-5626-4C70-BD58-34A65CFEF7F9}" destId="{489860D9-30D5-43E2-9245-2C2D84D46538}" srcOrd="0" destOrd="0" presId="urn:microsoft.com/office/officeart/2008/layout/VerticalCurvedList"/>
    <dgm:cxn modelId="{F39209E8-CB8E-49C7-9FC8-7EFC32840B86}" type="presParOf" srcId="{6DFFA970-AA51-4DEF-B0D1-4A95659CD99C}" destId="{D149D9CD-5B80-4EBF-B39C-4BD30FE90BCB}" srcOrd="0" destOrd="0" presId="urn:microsoft.com/office/officeart/2008/layout/VerticalCurvedList"/>
    <dgm:cxn modelId="{F2142460-B57C-4E9B-8829-1FD3B271FB2B}" type="presParOf" srcId="{D149D9CD-5B80-4EBF-B39C-4BD30FE90BCB}" destId="{3967489F-0B04-4661-AFD2-5C8F506F2307}" srcOrd="0" destOrd="0" presId="urn:microsoft.com/office/officeart/2008/layout/VerticalCurvedList"/>
    <dgm:cxn modelId="{BD7C9DF7-DB14-46E9-AD6D-BE4653E5930E}" type="presParOf" srcId="{3967489F-0B04-4661-AFD2-5C8F506F2307}" destId="{5EEA11DB-314A-4C20-8E3C-98C56559DA3D}" srcOrd="0" destOrd="0" presId="urn:microsoft.com/office/officeart/2008/layout/VerticalCurvedList"/>
    <dgm:cxn modelId="{9C85A307-FC68-4EAA-BA94-07543CB8F068}" type="presParOf" srcId="{3967489F-0B04-4661-AFD2-5C8F506F2307}" destId="{489860D9-30D5-43E2-9245-2C2D84D46538}" srcOrd="1" destOrd="0" presId="urn:microsoft.com/office/officeart/2008/layout/VerticalCurvedList"/>
    <dgm:cxn modelId="{5D18C212-0E54-4E62-BC70-11F091066EDF}" type="presParOf" srcId="{3967489F-0B04-4661-AFD2-5C8F506F2307}" destId="{F90E573F-7767-4250-B9FF-C38F826FB9C8}" srcOrd="2" destOrd="0" presId="urn:microsoft.com/office/officeart/2008/layout/VerticalCurvedList"/>
    <dgm:cxn modelId="{6E5E9938-EC33-40EE-8F5A-053B39B99706}" type="presParOf" srcId="{3967489F-0B04-4661-AFD2-5C8F506F2307}" destId="{10BC2DB3-19BC-450B-8A50-E39AC0BF575A}" srcOrd="3" destOrd="0" presId="urn:microsoft.com/office/officeart/2008/layout/VerticalCurvedList"/>
    <dgm:cxn modelId="{F117D677-2945-4BDD-A28B-A41B8128418A}" type="presParOf" srcId="{D149D9CD-5B80-4EBF-B39C-4BD30FE90BCB}" destId="{1F420F62-2787-4D3E-8F2C-98540105886F}" srcOrd="1" destOrd="0" presId="urn:microsoft.com/office/officeart/2008/layout/VerticalCurvedList"/>
    <dgm:cxn modelId="{21743D95-8CFC-4321-9B37-F0568738AAA0}" type="presParOf" srcId="{D149D9CD-5B80-4EBF-B39C-4BD30FE90BCB}" destId="{34459E92-577B-4972-A280-8D02495F0DFB}" srcOrd="2" destOrd="0" presId="urn:microsoft.com/office/officeart/2008/layout/VerticalCurvedList"/>
    <dgm:cxn modelId="{DC795858-4AD9-429C-BDE2-0654382C60D0}" type="presParOf" srcId="{34459E92-577B-4972-A280-8D02495F0DFB}" destId="{11374F3E-F903-4A2A-8A20-0999E93925ED}" srcOrd="0" destOrd="0" presId="urn:microsoft.com/office/officeart/2008/layout/VerticalCurvedList"/>
    <dgm:cxn modelId="{9261FCA8-D143-4054-B20D-CA2B94C52866}" type="presParOf" srcId="{D149D9CD-5B80-4EBF-B39C-4BD30FE90BCB}" destId="{2669001A-DD9F-4330-A816-D056E7079853}" srcOrd="3" destOrd="0" presId="urn:microsoft.com/office/officeart/2008/layout/VerticalCurvedList"/>
    <dgm:cxn modelId="{BE7785AD-64E5-4B1B-ABD5-66447D15C94A}" type="presParOf" srcId="{D149D9CD-5B80-4EBF-B39C-4BD30FE90BCB}" destId="{34F3EE80-087E-4312-8734-61EA8C5CA998}" srcOrd="4" destOrd="0" presId="urn:microsoft.com/office/officeart/2008/layout/VerticalCurvedList"/>
    <dgm:cxn modelId="{195F3C0F-81B1-4B2E-B8B5-953F8AF177BF}" type="presParOf" srcId="{34F3EE80-087E-4312-8734-61EA8C5CA998}" destId="{F8128432-7AFC-430B-90A2-8590C1914D12}" srcOrd="0" destOrd="0" presId="urn:microsoft.com/office/officeart/2008/layout/VerticalCurvedList"/>
    <dgm:cxn modelId="{9A888345-5665-4FB7-B2BD-02C975108D91}" type="presParOf" srcId="{D149D9CD-5B80-4EBF-B39C-4BD30FE90BCB}" destId="{92F1E397-7C19-4A84-821B-EA9FEB117F76}" srcOrd="5" destOrd="0" presId="urn:microsoft.com/office/officeart/2008/layout/VerticalCurvedList"/>
    <dgm:cxn modelId="{D031815C-20A9-4F84-8D7D-0F0F1E205612}" type="presParOf" srcId="{D149D9CD-5B80-4EBF-B39C-4BD30FE90BCB}" destId="{3241860A-679C-42FE-8AFC-7BFFD6D5E925}" srcOrd="6" destOrd="0" presId="urn:microsoft.com/office/officeart/2008/layout/VerticalCurvedList"/>
    <dgm:cxn modelId="{ADC72DAF-A701-4693-B89D-A03ABEA86E56}" type="presParOf" srcId="{3241860A-679C-42FE-8AFC-7BFFD6D5E925}" destId="{D67C7E89-B00B-4911-B2A3-5F715CE613E8}" srcOrd="0" destOrd="0" presId="urn:microsoft.com/office/officeart/2008/layout/VerticalCurvedList"/>
    <dgm:cxn modelId="{35C9C02B-80D8-4EA6-B87E-7BA9295B5DD0}" type="presParOf" srcId="{D149D9CD-5B80-4EBF-B39C-4BD30FE90BCB}" destId="{3404F904-E32B-469E-854A-0A410B450CCB}" srcOrd="7" destOrd="0" presId="urn:microsoft.com/office/officeart/2008/layout/VerticalCurvedList"/>
    <dgm:cxn modelId="{62480404-355D-44CD-87E9-C29146B475A4}" type="presParOf" srcId="{D149D9CD-5B80-4EBF-B39C-4BD30FE90BCB}" destId="{940F9A41-4D4E-449E-8EF6-EB5BAF94BC5D}" srcOrd="8" destOrd="0" presId="urn:microsoft.com/office/officeart/2008/layout/VerticalCurvedList"/>
    <dgm:cxn modelId="{81098F8B-F42A-4B00-9601-1881CF24BB07}" type="presParOf" srcId="{940F9A41-4D4E-449E-8EF6-EB5BAF94BC5D}" destId="{042CB754-FB00-4B15-A8C9-ABB83E2A24A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B79CBFC1-2F05-45FF-B8C6-427B925C411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308E86E-74BB-4BE5-90F9-FE6171AAE13A}">
      <dgm:prSet/>
      <dgm:spPr/>
      <dgm:t>
        <a:bodyPr/>
        <a:lstStyle/>
        <a:p>
          <a:r>
            <a:rPr lang="ru-RU" b="0" i="0" dirty="0" err="1"/>
            <a:t>військова</a:t>
          </a:r>
          <a:r>
            <a:rPr lang="ru-RU" b="0" i="0" dirty="0"/>
            <a:t>, </a:t>
          </a:r>
          <a:r>
            <a:rPr lang="ru-RU" b="0" i="0" dirty="0" err="1"/>
            <a:t>адміністративно-територіальна</a:t>
          </a:r>
          <a:r>
            <a:rPr lang="ru-RU" b="0" i="0" dirty="0"/>
            <a:t>, </a:t>
          </a:r>
          <a:r>
            <a:rPr lang="ru-RU" b="0" i="0" dirty="0" err="1"/>
            <a:t>господарська</a:t>
          </a:r>
          <a:r>
            <a:rPr lang="ru-RU" b="0" i="0" dirty="0"/>
            <a:t> </a:t>
          </a:r>
          <a:r>
            <a:rPr lang="ru-RU" b="0" i="0" dirty="0" err="1"/>
            <a:t>одиниця</a:t>
          </a:r>
          <a:r>
            <a:rPr lang="ru-RU" b="0" i="0" dirty="0"/>
            <a:t> </a:t>
          </a:r>
          <a:r>
            <a:rPr lang="ru-RU" b="0" i="0" dirty="0" err="1"/>
            <a:t>Запорозької</a:t>
          </a:r>
          <a:r>
            <a:rPr lang="ru-RU" b="0" i="0" dirty="0"/>
            <a:t> (</a:t>
          </a:r>
          <a:r>
            <a:rPr lang="ru-RU" b="0" i="0" dirty="0" err="1"/>
            <a:t>Нової</a:t>
          </a:r>
          <a:r>
            <a:rPr lang="ru-RU" b="0" i="0" dirty="0"/>
            <a:t>) </a:t>
          </a:r>
          <a:r>
            <a:rPr lang="ru-RU" b="0" i="0" dirty="0" err="1"/>
            <a:t>Січі</a:t>
          </a:r>
          <a:endParaRPr lang="uk-UA" dirty="0"/>
        </a:p>
      </dgm:t>
    </dgm:pt>
    <dgm:pt modelId="{BDD3CD93-D011-463C-B591-039DDE63D83C}" type="parTrans" cxnId="{5D7CC8A6-F7A7-4619-B244-4143C4367D33}">
      <dgm:prSet/>
      <dgm:spPr/>
      <dgm:t>
        <a:bodyPr/>
        <a:lstStyle/>
        <a:p>
          <a:endParaRPr lang="uk-UA"/>
        </a:p>
      </dgm:t>
    </dgm:pt>
    <dgm:pt modelId="{997EA14B-7173-4326-B604-0F42CE003C6B}" type="sibTrans" cxnId="{5D7CC8A6-F7A7-4619-B244-4143C4367D33}">
      <dgm:prSet/>
      <dgm:spPr/>
      <dgm:t>
        <a:bodyPr/>
        <a:lstStyle/>
        <a:p>
          <a:endParaRPr lang="uk-UA"/>
        </a:p>
      </dgm:t>
    </dgm:pt>
    <dgm:pt modelId="{3B362DC6-693A-45C7-84A3-DADDCD51BD38}">
      <dgm:prSet/>
      <dgm:spPr/>
      <dgm:t>
        <a:bodyPr/>
        <a:lstStyle/>
        <a:p>
          <a:r>
            <a:rPr lang="ru-RU" b="0" i="0" dirty="0"/>
            <a:t>форма </a:t>
          </a:r>
          <a:r>
            <a:rPr lang="ru-RU" b="0" i="0" dirty="0" err="1"/>
            <a:t>визиску</a:t>
          </a:r>
          <a:r>
            <a:rPr lang="ru-RU" b="0" i="0" dirty="0"/>
            <a:t> селянства, </a:t>
          </a:r>
          <a:r>
            <a:rPr lang="ru-RU" b="0" i="0" dirty="0" err="1"/>
            <a:t>примусове</a:t>
          </a:r>
          <a:r>
            <a:rPr lang="ru-RU" b="0" i="0" dirty="0"/>
            <a:t> </a:t>
          </a:r>
          <a:r>
            <a:rPr lang="ru-RU" b="0" i="0" dirty="0" err="1"/>
            <a:t>виконання</a:t>
          </a:r>
          <a:r>
            <a:rPr lang="ru-RU" b="0" i="0" dirty="0"/>
            <a:t> </a:t>
          </a:r>
          <a:r>
            <a:rPr lang="ru-RU" b="0" i="0" dirty="0" err="1"/>
            <a:t>певного</a:t>
          </a:r>
          <a:r>
            <a:rPr lang="ru-RU" b="0" i="0" dirty="0"/>
            <a:t> </a:t>
          </a:r>
          <a:r>
            <a:rPr lang="ru-RU" b="0" i="0" dirty="0" err="1"/>
            <a:t>обсягу</a:t>
          </a:r>
          <a:r>
            <a:rPr lang="ru-RU" b="0" i="0" dirty="0"/>
            <a:t> </a:t>
          </a:r>
          <a:r>
            <a:rPr lang="ru-RU" b="0" i="0" dirty="0" err="1"/>
            <a:t>робіт</a:t>
          </a:r>
          <a:r>
            <a:rPr lang="ru-RU" b="0" i="0" dirty="0"/>
            <a:t> на </a:t>
          </a:r>
          <a:r>
            <a:rPr lang="ru-RU" b="0" i="0" dirty="0" err="1"/>
            <a:t>користь</a:t>
          </a:r>
          <a:r>
            <a:rPr lang="ru-RU" b="0" i="0" dirty="0"/>
            <a:t> </a:t>
          </a:r>
          <a:r>
            <a:rPr lang="ru-RU" b="0" i="0" dirty="0" err="1"/>
            <a:t>землевласника</a:t>
          </a:r>
          <a:endParaRPr lang="uk-UA" dirty="0"/>
        </a:p>
      </dgm:t>
    </dgm:pt>
    <dgm:pt modelId="{07A0EC1F-7740-49DF-94F5-FD020C94D4A4}" type="parTrans" cxnId="{AE125F4A-1AE3-4ABE-8B66-A05A3ED8B45E}">
      <dgm:prSet/>
      <dgm:spPr/>
      <dgm:t>
        <a:bodyPr/>
        <a:lstStyle/>
        <a:p>
          <a:endParaRPr lang="uk-UA"/>
        </a:p>
      </dgm:t>
    </dgm:pt>
    <dgm:pt modelId="{3150713C-A898-4A88-B2DD-C8C819A7C29D}" type="sibTrans" cxnId="{AE125F4A-1AE3-4ABE-8B66-A05A3ED8B45E}">
      <dgm:prSet/>
      <dgm:spPr/>
      <dgm:t>
        <a:bodyPr/>
        <a:lstStyle/>
        <a:p>
          <a:endParaRPr lang="uk-UA"/>
        </a:p>
      </dgm:t>
    </dgm:pt>
    <dgm:pt modelId="{4975288D-DD51-4026-8746-A35FD352C18A}">
      <dgm:prSet/>
      <dgm:spPr/>
      <dgm:t>
        <a:bodyPr/>
        <a:lstStyle/>
        <a:p>
          <a:r>
            <a:rPr lang="ru-RU" b="0" i="0"/>
            <a:t>система правових норм, що визначала залежність селянина від феодала</a:t>
          </a:r>
          <a:endParaRPr lang="uk-UA"/>
        </a:p>
      </dgm:t>
    </dgm:pt>
    <dgm:pt modelId="{530259B5-8771-4CE0-ACA8-6A3518B69922}" type="parTrans" cxnId="{D22DE7FA-2E9F-4036-9704-C00CFF3FFD90}">
      <dgm:prSet/>
      <dgm:spPr/>
      <dgm:t>
        <a:bodyPr/>
        <a:lstStyle/>
        <a:p>
          <a:endParaRPr lang="uk-UA"/>
        </a:p>
      </dgm:t>
    </dgm:pt>
    <dgm:pt modelId="{E798D9B2-A8B7-4DE8-8C0C-F50F70F1F5E2}" type="sibTrans" cxnId="{D22DE7FA-2E9F-4036-9704-C00CFF3FFD90}">
      <dgm:prSet/>
      <dgm:spPr/>
      <dgm:t>
        <a:bodyPr/>
        <a:lstStyle/>
        <a:p>
          <a:endParaRPr lang="uk-UA"/>
        </a:p>
      </dgm:t>
    </dgm:pt>
    <dgm:pt modelId="{F6AA5B83-6F35-4700-8197-F8EFA6277DE9}">
      <dgm:prSet/>
      <dgm:spPr/>
      <dgm:t>
        <a:bodyPr/>
        <a:lstStyle/>
        <a:p>
          <a:r>
            <a:rPr lang="ru-RU" b="0" i="0"/>
            <a:t>елемент звичаєвого права, що давав змогу на підставі першості володіти землею</a:t>
          </a:r>
          <a:endParaRPr lang="uk-UA"/>
        </a:p>
      </dgm:t>
    </dgm:pt>
    <dgm:pt modelId="{609AF561-3C62-4F9E-9290-E8391466070C}" type="parTrans" cxnId="{6D93C636-E17A-4389-B6E5-5A1579F02273}">
      <dgm:prSet/>
      <dgm:spPr/>
      <dgm:t>
        <a:bodyPr/>
        <a:lstStyle/>
        <a:p>
          <a:endParaRPr lang="uk-UA"/>
        </a:p>
      </dgm:t>
    </dgm:pt>
    <dgm:pt modelId="{802531C3-9C63-4779-B408-BD374568F4C4}" type="sibTrans" cxnId="{6D93C636-E17A-4389-B6E5-5A1579F02273}">
      <dgm:prSet/>
      <dgm:spPr/>
      <dgm:t>
        <a:bodyPr/>
        <a:lstStyle/>
        <a:p>
          <a:endParaRPr lang="uk-UA"/>
        </a:p>
      </dgm:t>
    </dgm:pt>
    <dgm:pt modelId="{99C6D4E6-A83E-4B03-A0B0-DB3DC12D6508}">
      <dgm:prSet/>
      <dgm:spPr/>
      <dgm:t>
        <a:bodyPr/>
        <a:lstStyle/>
        <a:p>
          <a:r>
            <a:rPr lang="ru-RU" b="0" i="0" dirty="0" err="1"/>
            <a:t>хутір</a:t>
          </a:r>
          <a:r>
            <a:rPr lang="ru-RU" b="0" i="0" dirty="0"/>
            <a:t>, у </a:t>
          </a:r>
          <a:r>
            <a:rPr lang="ru-RU" b="0" i="0" dirty="0" err="1"/>
            <a:t>якому</a:t>
          </a:r>
          <a:r>
            <a:rPr lang="ru-RU" b="0" i="0" dirty="0"/>
            <a:t> </a:t>
          </a:r>
          <a:r>
            <a:rPr lang="ru-RU" b="0" i="0" dirty="0" err="1"/>
            <a:t>запорозькі</a:t>
          </a:r>
          <a:r>
            <a:rPr lang="ru-RU" b="0" i="0" dirty="0"/>
            <a:t> козаки </a:t>
          </a:r>
          <a:r>
            <a:rPr lang="ru-RU" b="0" i="0" dirty="0" err="1"/>
            <a:t>займалися</a:t>
          </a:r>
          <a:r>
            <a:rPr lang="ru-RU" b="0" i="0" dirty="0"/>
            <a:t> </a:t>
          </a:r>
          <a:r>
            <a:rPr lang="ru-RU" b="0" i="0" dirty="0" err="1"/>
            <a:t>скотарством</a:t>
          </a:r>
          <a:r>
            <a:rPr lang="ru-RU" b="0" i="0" dirty="0"/>
            <a:t> і </a:t>
          </a:r>
          <a:r>
            <a:rPr lang="ru-RU" b="0" i="0" dirty="0" err="1"/>
            <a:t>землеробством</a:t>
          </a:r>
          <a:endParaRPr lang="uk-UA" dirty="0"/>
        </a:p>
      </dgm:t>
    </dgm:pt>
    <dgm:pt modelId="{655B2F9C-DDFE-458C-A8DF-829B3381FD87}" type="parTrans" cxnId="{ACF0BA0C-FC5F-4F1E-A784-F000DDA44E24}">
      <dgm:prSet/>
      <dgm:spPr/>
      <dgm:t>
        <a:bodyPr/>
        <a:lstStyle/>
        <a:p>
          <a:endParaRPr lang="uk-UA"/>
        </a:p>
      </dgm:t>
    </dgm:pt>
    <dgm:pt modelId="{D1B3853E-95C3-4C5B-8F17-B4408C39C69C}" type="sibTrans" cxnId="{ACF0BA0C-FC5F-4F1E-A784-F000DDA44E24}">
      <dgm:prSet/>
      <dgm:spPr/>
      <dgm:t>
        <a:bodyPr/>
        <a:lstStyle/>
        <a:p>
          <a:endParaRPr lang="uk-UA"/>
        </a:p>
      </dgm:t>
    </dgm:pt>
    <dgm:pt modelId="{DDA1CB0E-6D91-4D25-827A-93E7C0456477}" type="pres">
      <dgm:prSet presAssocID="{B79CBFC1-2F05-45FF-B8C6-427B925C4110}" presName="linear" presStyleCnt="0">
        <dgm:presLayoutVars>
          <dgm:animLvl val="lvl"/>
          <dgm:resizeHandles val="exact"/>
        </dgm:presLayoutVars>
      </dgm:prSet>
      <dgm:spPr/>
    </dgm:pt>
    <dgm:pt modelId="{731F5C3A-D16E-4F61-AC8B-741C8DB89A1B}" type="pres">
      <dgm:prSet presAssocID="{3308E86E-74BB-4BE5-90F9-FE6171AAE13A}" presName="parentText" presStyleLbl="node1" presStyleIdx="0" presStyleCnt="5">
        <dgm:presLayoutVars>
          <dgm:chMax val="0"/>
          <dgm:bulletEnabled val="1"/>
        </dgm:presLayoutVars>
      </dgm:prSet>
      <dgm:spPr/>
    </dgm:pt>
    <dgm:pt modelId="{D5D48C45-A9E8-42BA-84EE-1B1A76C4BCAF}" type="pres">
      <dgm:prSet presAssocID="{997EA14B-7173-4326-B604-0F42CE003C6B}" presName="spacer" presStyleCnt="0"/>
      <dgm:spPr/>
    </dgm:pt>
    <dgm:pt modelId="{0FA0CED2-CAC4-424C-800E-90789473C9CC}" type="pres">
      <dgm:prSet presAssocID="{3B362DC6-693A-45C7-84A3-DADDCD51BD38}" presName="parentText" presStyleLbl="node1" presStyleIdx="1" presStyleCnt="5">
        <dgm:presLayoutVars>
          <dgm:chMax val="0"/>
          <dgm:bulletEnabled val="1"/>
        </dgm:presLayoutVars>
      </dgm:prSet>
      <dgm:spPr/>
    </dgm:pt>
    <dgm:pt modelId="{65B9FEC8-74D8-490C-9821-82B160CC9580}" type="pres">
      <dgm:prSet presAssocID="{3150713C-A898-4A88-B2DD-C8C819A7C29D}" presName="spacer" presStyleCnt="0"/>
      <dgm:spPr/>
    </dgm:pt>
    <dgm:pt modelId="{30A4E07E-3755-45A5-A41B-C68A676FFBB0}" type="pres">
      <dgm:prSet presAssocID="{4975288D-DD51-4026-8746-A35FD352C18A}" presName="parentText" presStyleLbl="node1" presStyleIdx="2" presStyleCnt="5">
        <dgm:presLayoutVars>
          <dgm:chMax val="0"/>
          <dgm:bulletEnabled val="1"/>
        </dgm:presLayoutVars>
      </dgm:prSet>
      <dgm:spPr/>
    </dgm:pt>
    <dgm:pt modelId="{56A6BA76-B12E-419F-9BC9-721BE69E6844}" type="pres">
      <dgm:prSet presAssocID="{E798D9B2-A8B7-4DE8-8C0C-F50F70F1F5E2}" presName="spacer" presStyleCnt="0"/>
      <dgm:spPr/>
    </dgm:pt>
    <dgm:pt modelId="{2785AE5B-5E4F-4CAE-B55A-34E108516019}" type="pres">
      <dgm:prSet presAssocID="{F6AA5B83-6F35-4700-8197-F8EFA6277DE9}" presName="parentText" presStyleLbl="node1" presStyleIdx="3" presStyleCnt="5">
        <dgm:presLayoutVars>
          <dgm:chMax val="0"/>
          <dgm:bulletEnabled val="1"/>
        </dgm:presLayoutVars>
      </dgm:prSet>
      <dgm:spPr/>
    </dgm:pt>
    <dgm:pt modelId="{281C109F-DC05-4F21-BCF6-B34C7890C9F9}" type="pres">
      <dgm:prSet presAssocID="{802531C3-9C63-4779-B408-BD374568F4C4}" presName="spacer" presStyleCnt="0"/>
      <dgm:spPr/>
    </dgm:pt>
    <dgm:pt modelId="{19E9567F-326B-4C55-B893-619111EB95E0}" type="pres">
      <dgm:prSet presAssocID="{99C6D4E6-A83E-4B03-A0B0-DB3DC12D6508}" presName="parentText" presStyleLbl="node1" presStyleIdx="4" presStyleCnt="5">
        <dgm:presLayoutVars>
          <dgm:chMax val="0"/>
          <dgm:bulletEnabled val="1"/>
        </dgm:presLayoutVars>
      </dgm:prSet>
      <dgm:spPr/>
    </dgm:pt>
  </dgm:ptLst>
  <dgm:cxnLst>
    <dgm:cxn modelId="{ACF0BA0C-FC5F-4F1E-A784-F000DDA44E24}" srcId="{B79CBFC1-2F05-45FF-B8C6-427B925C4110}" destId="{99C6D4E6-A83E-4B03-A0B0-DB3DC12D6508}" srcOrd="4" destOrd="0" parTransId="{655B2F9C-DDFE-458C-A8DF-829B3381FD87}" sibTransId="{D1B3853E-95C3-4C5B-8F17-B4408C39C69C}"/>
    <dgm:cxn modelId="{71051C10-9DAB-4CBF-B9CC-B853ABB15F4C}" type="presOf" srcId="{F6AA5B83-6F35-4700-8197-F8EFA6277DE9}" destId="{2785AE5B-5E4F-4CAE-B55A-34E108516019}" srcOrd="0" destOrd="0" presId="urn:microsoft.com/office/officeart/2005/8/layout/vList2"/>
    <dgm:cxn modelId="{5A5A8230-459C-4EC1-BA05-445D891DBD4E}" type="presOf" srcId="{B79CBFC1-2F05-45FF-B8C6-427B925C4110}" destId="{DDA1CB0E-6D91-4D25-827A-93E7C0456477}" srcOrd="0" destOrd="0" presId="urn:microsoft.com/office/officeart/2005/8/layout/vList2"/>
    <dgm:cxn modelId="{6D93C636-E17A-4389-B6E5-5A1579F02273}" srcId="{B79CBFC1-2F05-45FF-B8C6-427B925C4110}" destId="{F6AA5B83-6F35-4700-8197-F8EFA6277DE9}" srcOrd="3" destOrd="0" parTransId="{609AF561-3C62-4F9E-9290-E8391466070C}" sibTransId="{802531C3-9C63-4779-B408-BD374568F4C4}"/>
    <dgm:cxn modelId="{AE125F4A-1AE3-4ABE-8B66-A05A3ED8B45E}" srcId="{B79CBFC1-2F05-45FF-B8C6-427B925C4110}" destId="{3B362DC6-693A-45C7-84A3-DADDCD51BD38}" srcOrd="1" destOrd="0" parTransId="{07A0EC1F-7740-49DF-94F5-FD020C94D4A4}" sibTransId="{3150713C-A898-4A88-B2DD-C8C819A7C29D}"/>
    <dgm:cxn modelId="{54A35C4B-797C-4695-9FC1-FB5C0B1589F1}" type="presOf" srcId="{99C6D4E6-A83E-4B03-A0B0-DB3DC12D6508}" destId="{19E9567F-326B-4C55-B893-619111EB95E0}" srcOrd="0" destOrd="0" presId="urn:microsoft.com/office/officeart/2005/8/layout/vList2"/>
    <dgm:cxn modelId="{5D7CC8A6-F7A7-4619-B244-4143C4367D33}" srcId="{B79CBFC1-2F05-45FF-B8C6-427B925C4110}" destId="{3308E86E-74BB-4BE5-90F9-FE6171AAE13A}" srcOrd="0" destOrd="0" parTransId="{BDD3CD93-D011-463C-B591-039DDE63D83C}" sibTransId="{997EA14B-7173-4326-B604-0F42CE003C6B}"/>
    <dgm:cxn modelId="{8B68E7B7-DB4A-4405-B7C3-10FA2ADA5353}" type="presOf" srcId="{3308E86E-74BB-4BE5-90F9-FE6171AAE13A}" destId="{731F5C3A-D16E-4F61-AC8B-741C8DB89A1B}" srcOrd="0" destOrd="0" presId="urn:microsoft.com/office/officeart/2005/8/layout/vList2"/>
    <dgm:cxn modelId="{EB00D8E1-42D4-40ED-8977-69EDE3F07DFC}" type="presOf" srcId="{3B362DC6-693A-45C7-84A3-DADDCD51BD38}" destId="{0FA0CED2-CAC4-424C-800E-90789473C9CC}" srcOrd="0" destOrd="0" presId="urn:microsoft.com/office/officeart/2005/8/layout/vList2"/>
    <dgm:cxn modelId="{0228B7E5-9442-443B-8C11-B204FA19CC12}" type="presOf" srcId="{4975288D-DD51-4026-8746-A35FD352C18A}" destId="{30A4E07E-3755-45A5-A41B-C68A676FFBB0}" srcOrd="0" destOrd="0" presId="urn:microsoft.com/office/officeart/2005/8/layout/vList2"/>
    <dgm:cxn modelId="{D22DE7FA-2E9F-4036-9704-C00CFF3FFD90}" srcId="{B79CBFC1-2F05-45FF-B8C6-427B925C4110}" destId="{4975288D-DD51-4026-8746-A35FD352C18A}" srcOrd="2" destOrd="0" parTransId="{530259B5-8771-4CE0-ACA8-6A3518B69922}" sibTransId="{E798D9B2-A8B7-4DE8-8C0C-F50F70F1F5E2}"/>
    <dgm:cxn modelId="{54E15762-8DA7-4FFB-A962-105D914F7A2A}" type="presParOf" srcId="{DDA1CB0E-6D91-4D25-827A-93E7C0456477}" destId="{731F5C3A-D16E-4F61-AC8B-741C8DB89A1B}" srcOrd="0" destOrd="0" presId="urn:microsoft.com/office/officeart/2005/8/layout/vList2"/>
    <dgm:cxn modelId="{AF4DA8C1-DC91-4326-9C09-25A101BB3EF9}" type="presParOf" srcId="{DDA1CB0E-6D91-4D25-827A-93E7C0456477}" destId="{D5D48C45-A9E8-42BA-84EE-1B1A76C4BCAF}" srcOrd="1" destOrd="0" presId="urn:microsoft.com/office/officeart/2005/8/layout/vList2"/>
    <dgm:cxn modelId="{0BA05294-3955-426E-8F59-AB7B6933090A}" type="presParOf" srcId="{DDA1CB0E-6D91-4D25-827A-93E7C0456477}" destId="{0FA0CED2-CAC4-424C-800E-90789473C9CC}" srcOrd="2" destOrd="0" presId="urn:microsoft.com/office/officeart/2005/8/layout/vList2"/>
    <dgm:cxn modelId="{795DDD02-316D-4DAA-AD6A-7232AF8D3DF4}" type="presParOf" srcId="{DDA1CB0E-6D91-4D25-827A-93E7C0456477}" destId="{65B9FEC8-74D8-490C-9821-82B160CC9580}" srcOrd="3" destOrd="0" presId="urn:microsoft.com/office/officeart/2005/8/layout/vList2"/>
    <dgm:cxn modelId="{811B2D52-4524-4F57-85D6-5466FBC5FF58}" type="presParOf" srcId="{DDA1CB0E-6D91-4D25-827A-93E7C0456477}" destId="{30A4E07E-3755-45A5-A41B-C68A676FFBB0}" srcOrd="4" destOrd="0" presId="urn:microsoft.com/office/officeart/2005/8/layout/vList2"/>
    <dgm:cxn modelId="{09329215-F4E5-46CA-948E-4AF8FF601D00}" type="presParOf" srcId="{DDA1CB0E-6D91-4D25-827A-93E7C0456477}" destId="{56A6BA76-B12E-419F-9BC9-721BE69E6844}" srcOrd="5" destOrd="0" presId="urn:microsoft.com/office/officeart/2005/8/layout/vList2"/>
    <dgm:cxn modelId="{49A07C29-6841-49F9-ABE7-7C49DE187E12}" type="presParOf" srcId="{DDA1CB0E-6D91-4D25-827A-93E7C0456477}" destId="{2785AE5B-5E4F-4CAE-B55A-34E108516019}" srcOrd="6" destOrd="0" presId="urn:microsoft.com/office/officeart/2005/8/layout/vList2"/>
    <dgm:cxn modelId="{67876B16-C037-4950-88B7-978219AAD04E}" type="presParOf" srcId="{DDA1CB0E-6D91-4D25-827A-93E7C0456477}" destId="{281C109F-DC05-4F21-BCF6-B34C7890C9F9}" srcOrd="7" destOrd="0" presId="urn:microsoft.com/office/officeart/2005/8/layout/vList2"/>
    <dgm:cxn modelId="{18245C2E-BFEF-462F-953F-06C4B23E84B1}" type="presParOf" srcId="{DDA1CB0E-6D91-4D25-827A-93E7C0456477}" destId="{19E9567F-326B-4C55-B893-619111EB95E0}"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C3AA8CA0-4E71-44DA-8215-3A0748AF9EC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F8F1D75-186C-4C96-8662-BB5DE56256AA}">
      <dgm:prSet/>
      <dgm:spPr/>
      <dgm:t>
        <a:bodyPr/>
        <a:lstStyle/>
        <a:p>
          <a:r>
            <a:rPr lang="uk-UA" b="0" i="0"/>
            <a:t>Руїна</a:t>
          </a:r>
          <a:endParaRPr lang="uk-UA"/>
        </a:p>
      </dgm:t>
    </dgm:pt>
    <dgm:pt modelId="{EB146485-B226-427B-AA58-70759F5480C5}" type="parTrans" cxnId="{2559F56A-1136-4EAB-831E-109C7E4C91D8}">
      <dgm:prSet/>
      <dgm:spPr/>
      <dgm:t>
        <a:bodyPr/>
        <a:lstStyle/>
        <a:p>
          <a:endParaRPr lang="uk-UA"/>
        </a:p>
      </dgm:t>
    </dgm:pt>
    <dgm:pt modelId="{C082D2DC-DC68-4F52-A475-81969745DF42}" type="sibTrans" cxnId="{2559F56A-1136-4EAB-831E-109C7E4C91D8}">
      <dgm:prSet/>
      <dgm:spPr/>
      <dgm:t>
        <a:bodyPr/>
        <a:lstStyle/>
        <a:p>
          <a:endParaRPr lang="uk-UA"/>
        </a:p>
      </dgm:t>
    </dgm:pt>
    <dgm:pt modelId="{9C383CDC-78D1-45A7-A870-8A8B88647089}">
      <dgm:prSet/>
      <dgm:spPr/>
      <dgm:t>
        <a:bodyPr/>
        <a:lstStyle/>
        <a:p>
          <a:r>
            <a:rPr lang="uk-UA" b="0" i="0"/>
            <a:t>Паліївщина</a:t>
          </a:r>
          <a:endParaRPr lang="uk-UA"/>
        </a:p>
      </dgm:t>
    </dgm:pt>
    <dgm:pt modelId="{2A08F807-C5F4-4AA8-B079-57E43AB9D7DB}" type="parTrans" cxnId="{80BD8563-9D60-4E21-A921-12E6BB3FDAA4}">
      <dgm:prSet/>
      <dgm:spPr/>
      <dgm:t>
        <a:bodyPr/>
        <a:lstStyle/>
        <a:p>
          <a:endParaRPr lang="uk-UA"/>
        </a:p>
      </dgm:t>
    </dgm:pt>
    <dgm:pt modelId="{D20140ED-F405-475D-A54E-92BE174D1114}" type="sibTrans" cxnId="{80BD8563-9D60-4E21-A921-12E6BB3FDAA4}">
      <dgm:prSet/>
      <dgm:spPr/>
      <dgm:t>
        <a:bodyPr/>
        <a:lstStyle/>
        <a:p>
          <a:endParaRPr lang="uk-UA"/>
        </a:p>
      </dgm:t>
    </dgm:pt>
    <dgm:pt modelId="{30D3BBCF-B26F-4D43-8E62-01FA65AE62DA}">
      <dgm:prSet/>
      <dgm:spPr/>
      <dgm:t>
        <a:bodyPr/>
        <a:lstStyle/>
        <a:p>
          <a:r>
            <a:rPr lang="uk-UA" b="0" i="0" dirty="0"/>
            <a:t>Коліївщина</a:t>
          </a:r>
          <a:endParaRPr lang="uk-UA" dirty="0"/>
        </a:p>
      </dgm:t>
    </dgm:pt>
    <dgm:pt modelId="{D50D3C3F-D14B-4FF7-8050-9C40BF95CCB2}" type="parTrans" cxnId="{BCACD14C-FEB3-446D-8BAF-30C46B70C96A}">
      <dgm:prSet/>
      <dgm:spPr/>
      <dgm:t>
        <a:bodyPr/>
        <a:lstStyle/>
        <a:p>
          <a:endParaRPr lang="uk-UA"/>
        </a:p>
      </dgm:t>
    </dgm:pt>
    <dgm:pt modelId="{32D68F9E-EEC5-4BA9-AE17-81D405EE6E15}" type="sibTrans" cxnId="{BCACD14C-FEB3-446D-8BAF-30C46B70C96A}">
      <dgm:prSet/>
      <dgm:spPr/>
      <dgm:t>
        <a:bodyPr/>
        <a:lstStyle/>
        <a:p>
          <a:endParaRPr lang="uk-UA"/>
        </a:p>
      </dgm:t>
    </dgm:pt>
    <dgm:pt modelId="{1821DAA9-D236-4CAE-9523-120D9CC95C62}">
      <dgm:prSet/>
      <dgm:spPr/>
      <dgm:t>
        <a:bodyPr/>
        <a:lstStyle/>
        <a:p>
          <a:r>
            <a:rPr lang="uk-UA" b="0" i="0" dirty="0"/>
            <a:t>Хмельниччина</a:t>
          </a:r>
          <a:endParaRPr lang="uk-UA" dirty="0"/>
        </a:p>
      </dgm:t>
    </dgm:pt>
    <dgm:pt modelId="{893A4F68-2A06-4CBD-BC5E-CC04AC242C34}" type="parTrans" cxnId="{B0BCF186-9D34-403F-9124-44C83824B1C4}">
      <dgm:prSet/>
      <dgm:spPr/>
      <dgm:t>
        <a:bodyPr/>
        <a:lstStyle/>
        <a:p>
          <a:endParaRPr lang="uk-UA"/>
        </a:p>
      </dgm:t>
    </dgm:pt>
    <dgm:pt modelId="{050E5FBB-7E30-47C8-888A-4F421719FE93}" type="sibTrans" cxnId="{B0BCF186-9D34-403F-9124-44C83824B1C4}">
      <dgm:prSet/>
      <dgm:spPr/>
      <dgm:t>
        <a:bodyPr/>
        <a:lstStyle/>
        <a:p>
          <a:endParaRPr lang="uk-UA"/>
        </a:p>
      </dgm:t>
    </dgm:pt>
    <dgm:pt modelId="{0EAFF408-A467-48D1-9636-08DE911A5053}" type="pres">
      <dgm:prSet presAssocID="{C3AA8CA0-4E71-44DA-8215-3A0748AF9EC8}" presName="linearFlow" presStyleCnt="0">
        <dgm:presLayoutVars>
          <dgm:dir/>
          <dgm:resizeHandles val="exact"/>
        </dgm:presLayoutVars>
      </dgm:prSet>
      <dgm:spPr/>
    </dgm:pt>
    <dgm:pt modelId="{66E39214-30BB-4EF2-93BD-DA7BBFDC8ED2}" type="pres">
      <dgm:prSet presAssocID="{1F8F1D75-186C-4C96-8662-BB5DE56256AA}" presName="composite" presStyleCnt="0"/>
      <dgm:spPr/>
    </dgm:pt>
    <dgm:pt modelId="{A3F20C02-B9EF-42AB-84CA-2E90330DC2CC}" type="pres">
      <dgm:prSet presAssocID="{1F8F1D75-186C-4C96-8662-BB5DE56256AA}" presName="imgShp" presStyleLbl="fgImgPlace1" presStyleIdx="0" presStyleCnt="4"/>
      <dgm:spPr/>
    </dgm:pt>
    <dgm:pt modelId="{B6120191-F259-413E-A1AE-BD35E559726D}" type="pres">
      <dgm:prSet presAssocID="{1F8F1D75-186C-4C96-8662-BB5DE56256AA}" presName="txShp" presStyleLbl="node1" presStyleIdx="0" presStyleCnt="4">
        <dgm:presLayoutVars>
          <dgm:bulletEnabled val="1"/>
        </dgm:presLayoutVars>
      </dgm:prSet>
      <dgm:spPr/>
    </dgm:pt>
    <dgm:pt modelId="{E8ED35CB-5ED2-4261-B034-7BEEAAF34F47}" type="pres">
      <dgm:prSet presAssocID="{C082D2DC-DC68-4F52-A475-81969745DF42}" presName="spacing" presStyleCnt="0"/>
      <dgm:spPr/>
    </dgm:pt>
    <dgm:pt modelId="{614E5846-BC09-4151-B260-D116124B3833}" type="pres">
      <dgm:prSet presAssocID="{9C383CDC-78D1-45A7-A870-8A8B88647089}" presName="composite" presStyleCnt="0"/>
      <dgm:spPr/>
    </dgm:pt>
    <dgm:pt modelId="{D4732509-6B4D-40CC-8D32-DEB2003A019A}" type="pres">
      <dgm:prSet presAssocID="{9C383CDC-78D1-45A7-A870-8A8B88647089}" presName="imgShp" presStyleLbl="fgImgPlace1" presStyleIdx="1" presStyleCnt="4"/>
      <dgm:spPr/>
    </dgm:pt>
    <dgm:pt modelId="{F2D8F243-AB18-454A-906A-37733C2A20D0}" type="pres">
      <dgm:prSet presAssocID="{9C383CDC-78D1-45A7-A870-8A8B88647089}" presName="txShp" presStyleLbl="node1" presStyleIdx="1" presStyleCnt="4">
        <dgm:presLayoutVars>
          <dgm:bulletEnabled val="1"/>
        </dgm:presLayoutVars>
      </dgm:prSet>
      <dgm:spPr/>
    </dgm:pt>
    <dgm:pt modelId="{43C7B3F6-303A-4C21-8E33-5252D740F17A}" type="pres">
      <dgm:prSet presAssocID="{D20140ED-F405-475D-A54E-92BE174D1114}" presName="spacing" presStyleCnt="0"/>
      <dgm:spPr/>
    </dgm:pt>
    <dgm:pt modelId="{0A119506-2131-48BE-881D-3F8913199708}" type="pres">
      <dgm:prSet presAssocID="{30D3BBCF-B26F-4D43-8E62-01FA65AE62DA}" presName="composite" presStyleCnt="0"/>
      <dgm:spPr/>
    </dgm:pt>
    <dgm:pt modelId="{6F7C950B-06FB-4855-8CF7-BB7D7F6864AF}" type="pres">
      <dgm:prSet presAssocID="{30D3BBCF-B26F-4D43-8E62-01FA65AE62DA}" presName="imgShp" presStyleLbl="fgImgPlace1" presStyleIdx="2" presStyleCnt="4"/>
      <dgm:spPr/>
    </dgm:pt>
    <dgm:pt modelId="{E3FCDFA3-422D-47D7-9871-85D84F2DB753}" type="pres">
      <dgm:prSet presAssocID="{30D3BBCF-B26F-4D43-8E62-01FA65AE62DA}" presName="txShp" presStyleLbl="node1" presStyleIdx="2" presStyleCnt="4">
        <dgm:presLayoutVars>
          <dgm:bulletEnabled val="1"/>
        </dgm:presLayoutVars>
      </dgm:prSet>
      <dgm:spPr/>
    </dgm:pt>
    <dgm:pt modelId="{0B5CE8E5-BE12-4214-BA35-62AFCAF70BCA}" type="pres">
      <dgm:prSet presAssocID="{32D68F9E-EEC5-4BA9-AE17-81D405EE6E15}" presName="spacing" presStyleCnt="0"/>
      <dgm:spPr/>
    </dgm:pt>
    <dgm:pt modelId="{75ACC26C-12F7-4069-A27F-35CB8806FF3D}" type="pres">
      <dgm:prSet presAssocID="{1821DAA9-D236-4CAE-9523-120D9CC95C62}" presName="composite" presStyleCnt="0"/>
      <dgm:spPr/>
    </dgm:pt>
    <dgm:pt modelId="{49472BC9-FBB4-41CC-90BA-76FB57CA5247}" type="pres">
      <dgm:prSet presAssocID="{1821DAA9-D236-4CAE-9523-120D9CC95C62}" presName="imgShp" presStyleLbl="fgImgPlace1" presStyleIdx="3" presStyleCnt="4"/>
      <dgm:spPr/>
    </dgm:pt>
    <dgm:pt modelId="{FCD6E03A-566A-4CA7-B286-4EF6CD7E0C02}" type="pres">
      <dgm:prSet presAssocID="{1821DAA9-D236-4CAE-9523-120D9CC95C62}" presName="txShp" presStyleLbl="node1" presStyleIdx="3" presStyleCnt="4">
        <dgm:presLayoutVars>
          <dgm:bulletEnabled val="1"/>
        </dgm:presLayoutVars>
      </dgm:prSet>
      <dgm:spPr/>
    </dgm:pt>
  </dgm:ptLst>
  <dgm:cxnLst>
    <dgm:cxn modelId="{437BDC1A-D6A1-4EE0-870A-63CB27B6A9F4}" type="presOf" srcId="{1821DAA9-D236-4CAE-9523-120D9CC95C62}" destId="{FCD6E03A-566A-4CA7-B286-4EF6CD7E0C02}" srcOrd="0" destOrd="0" presId="urn:microsoft.com/office/officeart/2005/8/layout/vList3"/>
    <dgm:cxn modelId="{B5A0B21E-3D3B-41CD-B51A-C97A95005A76}" type="presOf" srcId="{1F8F1D75-186C-4C96-8662-BB5DE56256AA}" destId="{B6120191-F259-413E-A1AE-BD35E559726D}" srcOrd="0" destOrd="0" presId="urn:microsoft.com/office/officeart/2005/8/layout/vList3"/>
    <dgm:cxn modelId="{01004120-42EF-4545-9421-01DDCF64C85E}" type="presOf" srcId="{30D3BBCF-B26F-4D43-8E62-01FA65AE62DA}" destId="{E3FCDFA3-422D-47D7-9871-85D84F2DB753}" srcOrd="0" destOrd="0" presId="urn:microsoft.com/office/officeart/2005/8/layout/vList3"/>
    <dgm:cxn modelId="{9012205E-6420-4E69-B278-5983FE23BC88}" type="presOf" srcId="{9C383CDC-78D1-45A7-A870-8A8B88647089}" destId="{F2D8F243-AB18-454A-906A-37733C2A20D0}" srcOrd="0" destOrd="0" presId="urn:microsoft.com/office/officeart/2005/8/layout/vList3"/>
    <dgm:cxn modelId="{80BD8563-9D60-4E21-A921-12E6BB3FDAA4}" srcId="{C3AA8CA0-4E71-44DA-8215-3A0748AF9EC8}" destId="{9C383CDC-78D1-45A7-A870-8A8B88647089}" srcOrd="1" destOrd="0" parTransId="{2A08F807-C5F4-4AA8-B079-57E43AB9D7DB}" sibTransId="{D20140ED-F405-475D-A54E-92BE174D1114}"/>
    <dgm:cxn modelId="{2559F56A-1136-4EAB-831E-109C7E4C91D8}" srcId="{C3AA8CA0-4E71-44DA-8215-3A0748AF9EC8}" destId="{1F8F1D75-186C-4C96-8662-BB5DE56256AA}" srcOrd="0" destOrd="0" parTransId="{EB146485-B226-427B-AA58-70759F5480C5}" sibTransId="{C082D2DC-DC68-4F52-A475-81969745DF42}"/>
    <dgm:cxn modelId="{BCACD14C-FEB3-446D-8BAF-30C46B70C96A}" srcId="{C3AA8CA0-4E71-44DA-8215-3A0748AF9EC8}" destId="{30D3BBCF-B26F-4D43-8E62-01FA65AE62DA}" srcOrd="2" destOrd="0" parTransId="{D50D3C3F-D14B-4FF7-8050-9C40BF95CCB2}" sibTransId="{32D68F9E-EEC5-4BA9-AE17-81D405EE6E15}"/>
    <dgm:cxn modelId="{B0BCF186-9D34-403F-9124-44C83824B1C4}" srcId="{C3AA8CA0-4E71-44DA-8215-3A0748AF9EC8}" destId="{1821DAA9-D236-4CAE-9523-120D9CC95C62}" srcOrd="3" destOrd="0" parTransId="{893A4F68-2A06-4CBD-BC5E-CC04AC242C34}" sibTransId="{050E5FBB-7E30-47C8-888A-4F421719FE93}"/>
    <dgm:cxn modelId="{70739CAA-686A-4844-BE1E-BB0828A0E4E3}" type="presOf" srcId="{C3AA8CA0-4E71-44DA-8215-3A0748AF9EC8}" destId="{0EAFF408-A467-48D1-9636-08DE911A5053}" srcOrd="0" destOrd="0" presId="urn:microsoft.com/office/officeart/2005/8/layout/vList3"/>
    <dgm:cxn modelId="{88379B63-8D0E-4F91-91E9-55037A92780D}" type="presParOf" srcId="{0EAFF408-A467-48D1-9636-08DE911A5053}" destId="{66E39214-30BB-4EF2-93BD-DA7BBFDC8ED2}" srcOrd="0" destOrd="0" presId="urn:microsoft.com/office/officeart/2005/8/layout/vList3"/>
    <dgm:cxn modelId="{6530C75A-C4D0-487D-BE6A-A5DB82794574}" type="presParOf" srcId="{66E39214-30BB-4EF2-93BD-DA7BBFDC8ED2}" destId="{A3F20C02-B9EF-42AB-84CA-2E90330DC2CC}" srcOrd="0" destOrd="0" presId="urn:microsoft.com/office/officeart/2005/8/layout/vList3"/>
    <dgm:cxn modelId="{112CDE6B-CCCE-40DA-9945-BA4A97FB8A5E}" type="presParOf" srcId="{66E39214-30BB-4EF2-93BD-DA7BBFDC8ED2}" destId="{B6120191-F259-413E-A1AE-BD35E559726D}" srcOrd="1" destOrd="0" presId="urn:microsoft.com/office/officeart/2005/8/layout/vList3"/>
    <dgm:cxn modelId="{6711512D-711C-450E-AF9D-32178F6F6233}" type="presParOf" srcId="{0EAFF408-A467-48D1-9636-08DE911A5053}" destId="{E8ED35CB-5ED2-4261-B034-7BEEAAF34F47}" srcOrd="1" destOrd="0" presId="urn:microsoft.com/office/officeart/2005/8/layout/vList3"/>
    <dgm:cxn modelId="{DD18C9E8-095C-4492-870C-1FBC5FE8A98D}" type="presParOf" srcId="{0EAFF408-A467-48D1-9636-08DE911A5053}" destId="{614E5846-BC09-4151-B260-D116124B3833}" srcOrd="2" destOrd="0" presId="urn:microsoft.com/office/officeart/2005/8/layout/vList3"/>
    <dgm:cxn modelId="{30ED5AAF-6955-4C40-A244-EDECFA505638}" type="presParOf" srcId="{614E5846-BC09-4151-B260-D116124B3833}" destId="{D4732509-6B4D-40CC-8D32-DEB2003A019A}" srcOrd="0" destOrd="0" presId="urn:microsoft.com/office/officeart/2005/8/layout/vList3"/>
    <dgm:cxn modelId="{76E4DA8F-3E85-4937-80CC-321AD68BF78A}" type="presParOf" srcId="{614E5846-BC09-4151-B260-D116124B3833}" destId="{F2D8F243-AB18-454A-906A-37733C2A20D0}" srcOrd="1" destOrd="0" presId="urn:microsoft.com/office/officeart/2005/8/layout/vList3"/>
    <dgm:cxn modelId="{6F1DC6CF-BDC2-4CB6-8649-78BA778B2158}" type="presParOf" srcId="{0EAFF408-A467-48D1-9636-08DE911A5053}" destId="{43C7B3F6-303A-4C21-8E33-5252D740F17A}" srcOrd="3" destOrd="0" presId="urn:microsoft.com/office/officeart/2005/8/layout/vList3"/>
    <dgm:cxn modelId="{8C2E6340-594B-4A9F-9A86-1EDB2ECC228B}" type="presParOf" srcId="{0EAFF408-A467-48D1-9636-08DE911A5053}" destId="{0A119506-2131-48BE-881D-3F8913199708}" srcOrd="4" destOrd="0" presId="urn:microsoft.com/office/officeart/2005/8/layout/vList3"/>
    <dgm:cxn modelId="{B36E48AC-BD3F-4ABB-B0F2-036AE2B6A655}" type="presParOf" srcId="{0A119506-2131-48BE-881D-3F8913199708}" destId="{6F7C950B-06FB-4855-8CF7-BB7D7F6864AF}" srcOrd="0" destOrd="0" presId="urn:microsoft.com/office/officeart/2005/8/layout/vList3"/>
    <dgm:cxn modelId="{4702FD03-232D-4AF7-9800-14426580ADC6}" type="presParOf" srcId="{0A119506-2131-48BE-881D-3F8913199708}" destId="{E3FCDFA3-422D-47D7-9871-85D84F2DB753}" srcOrd="1" destOrd="0" presId="urn:microsoft.com/office/officeart/2005/8/layout/vList3"/>
    <dgm:cxn modelId="{1B9A66BD-E8B1-436D-8705-E9000B031A77}" type="presParOf" srcId="{0EAFF408-A467-48D1-9636-08DE911A5053}" destId="{0B5CE8E5-BE12-4214-BA35-62AFCAF70BCA}" srcOrd="5" destOrd="0" presId="urn:microsoft.com/office/officeart/2005/8/layout/vList3"/>
    <dgm:cxn modelId="{B50545D6-6101-46C7-BB54-5EA3827CAC38}" type="presParOf" srcId="{0EAFF408-A467-48D1-9636-08DE911A5053}" destId="{75ACC26C-12F7-4069-A27F-35CB8806FF3D}" srcOrd="6" destOrd="0" presId="urn:microsoft.com/office/officeart/2005/8/layout/vList3"/>
    <dgm:cxn modelId="{4249DCA5-CF8D-4192-AAB0-25EE7F16EAC9}" type="presParOf" srcId="{75ACC26C-12F7-4069-A27F-35CB8806FF3D}" destId="{49472BC9-FBB4-41CC-90BA-76FB57CA5247}" srcOrd="0" destOrd="0" presId="urn:microsoft.com/office/officeart/2005/8/layout/vList3"/>
    <dgm:cxn modelId="{E46C8D3E-C51B-48E5-9B1A-81727C492C97}" type="presParOf" srcId="{75ACC26C-12F7-4069-A27F-35CB8806FF3D}" destId="{FCD6E03A-566A-4CA7-B286-4EF6CD7E0C02}"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7D6A05AB-6EAE-463D-BCB6-2CC9BA5F70D0}"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26AB278-2466-4D5F-AEAB-F7245509770B}">
      <dgm:prSet/>
      <dgm:spPr/>
      <dgm:t>
        <a:bodyPr/>
        <a:lstStyle/>
        <a:p>
          <a:r>
            <a:rPr lang="ru-RU" b="0" i="0" dirty="0"/>
            <a:t>6 тис. </a:t>
          </a:r>
          <a:r>
            <a:rPr lang="ru-RU" b="0" i="0" dirty="0" err="1"/>
            <a:t>козаків</a:t>
          </a:r>
          <a:endParaRPr lang="uk-UA" dirty="0"/>
        </a:p>
      </dgm:t>
    </dgm:pt>
    <dgm:pt modelId="{CD26B062-1025-426D-A9CC-2A72C620CE64}" type="parTrans" cxnId="{C4F7DA7A-7BE0-457D-95FB-688DDAD3564F}">
      <dgm:prSet/>
      <dgm:spPr/>
      <dgm:t>
        <a:bodyPr/>
        <a:lstStyle/>
        <a:p>
          <a:endParaRPr lang="uk-UA"/>
        </a:p>
      </dgm:t>
    </dgm:pt>
    <dgm:pt modelId="{301C4366-2126-4476-9F02-595D7050EAA9}" type="sibTrans" cxnId="{C4F7DA7A-7BE0-457D-95FB-688DDAD3564F}">
      <dgm:prSet/>
      <dgm:spPr/>
      <dgm:t>
        <a:bodyPr/>
        <a:lstStyle/>
        <a:p>
          <a:endParaRPr lang="uk-UA"/>
        </a:p>
      </dgm:t>
    </dgm:pt>
    <dgm:pt modelId="{5374259E-7B81-43B0-875E-F11BDD8D1A0C}">
      <dgm:prSet/>
      <dgm:spPr/>
      <dgm:t>
        <a:bodyPr/>
        <a:lstStyle/>
        <a:p>
          <a:r>
            <a:rPr lang="ru-RU" b="0" i="0"/>
            <a:t>20 тис. козаків</a:t>
          </a:r>
          <a:endParaRPr lang="uk-UA"/>
        </a:p>
      </dgm:t>
    </dgm:pt>
    <dgm:pt modelId="{0339F67E-1D1E-4D99-86B3-E77D45FD6E5A}" type="parTrans" cxnId="{C5C510A2-6210-4BB1-BA27-ADDE430F7B07}">
      <dgm:prSet/>
      <dgm:spPr/>
      <dgm:t>
        <a:bodyPr/>
        <a:lstStyle/>
        <a:p>
          <a:endParaRPr lang="uk-UA"/>
        </a:p>
      </dgm:t>
    </dgm:pt>
    <dgm:pt modelId="{0A4602E6-D868-47D8-8C71-E7C35A75416E}" type="sibTrans" cxnId="{C5C510A2-6210-4BB1-BA27-ADDE430F7B07}">
      <dgm:prSet/>
      <dgm:spPr/>
      <dgm:t>
        <a:bodyPr/>
        <a:lstStyle/>
        <a:p>
          <a:endParaRPr lang="uk-UA"/>
        </a:p>
      </dgm:t>
    </dgm:pt>
    <dgm:pt modelId="{9C54A10D-2235-41FF-8628-1C46360FB6EC}">
      <dgm:prSet/>
      <dgm:spPr/>
      <dgm:t>
        <a:bodyPr/>
        <a:lstStyle/>
        <a:p>
          <a:r>
            <a:rPr lang="ru-RU" b="0" i="0"/>
            <a:t>40 тис. козаків</a:t>
          </a:r>
          <a:endParaRPr lang="uk-UA"/>
        </a:p>
      </dgm:t>
    </dgm:pt>
    <dgm:pt modelId="{329EF995-DFCB-4ED9-96D1-33D5BFC55549}" type="parTrans" cxnId="{9A10BCF7-7FFA-42DC-9267-8764A33479E5}">
      <dgm:prSet/>
      <dgm:spPr/>
      <dgm:t>
        <a:bodyPr/>
        <a:lstStyle/>
        <a:p>
          <a:endParaRPr lang="uk-UA"/>
        </a:p>
      </dgm:t>
    </dgm:pt>
    <dgm:pt modelId="{429E6463-28F3-4072-BB32-C66BFAB4C7C4}" type="sibTrans" cxnId="{9A10BCF7-7FFA-42DC-9267-8764A33479E5}">
      <dgm:prSet/>
      <dgm:spPr/>
      <dgm:t>
        <a:bodyPr/>
        <a:lstStyle/>
        <a:p>
          <a:endParaRPr lang="uk-UA"/>
        </a:p>
      </dgm:t>
    </dgm:pt>
    <dgm:pt modelId="{311A70EA-35CC-42B3-8446-636ABAF01FFC}">
      <dgm:prSet/>
      <dgm:spPr/>
      <dgm:t>
        <a:bodyPr/>
        <a:lstStyle/>
        <a:p>
          <a:r>
            <a:rPr lang="ru-RU" b="0" i="0" dirty="0"/>
            <a:t>60 тис. </a:t>
          </a:r>
          <a:r>
            <a:rPr lang="ru-RU" b="0" i="0" dirty="0" err="1"/>
            <a:t>козаків</a:t>
          </a:r>
          <a:endParaRPr lang="uk-UA" dirty="0"/>
        </a:p>
      </dgm:t>
    </dgm:pt>
    <dgm:pt modelId="{6D32C0FA-DC31-44D3-A7CC-591DD3F331CE}" type="parTrans" cxnId="{016FF047-7303-4E0E-9A2E-AFE783B2B6E2}">
      <dgm:prSet/>
      <dgm:spPr/>
      <dgm:t>
        <a:bodyPr/>
        <a:lstStyle/>
        <a:p>
          <a:endParaRPr lang="uk-UA"/>
        </a:p>
      </dgm:t>
    </dgm:pt>
    <dgm:pt modelId="{BA6548F0-025E-46BB-A001-C3D6B096A920}" type="sibTrans" cxnId="{016FF047-7303-4E0E-9A2E-AFE783B2B6E2}">
      <dgm:prSet/>
      <dgm:spPr/>
      <dgm:t>
        <a:bodyPr/>
        <a:lstStyle/>
        <a:p>
          <a:endParaRPr lang="uk-UA"/>
        </a:p>
      </dgm:t>
    </dgm:pt>
    <dgm:pt modelId="{A03D5275-7AC6-4C32-9067-DB894DCB732A}" type="pres">
      <dgm:prSet presAssocID="{7D6A05AB-6EAE-463D-BCB6-2CC9BA5F70D0}" presName="linearFlow" presStyleCnt="0">
        <dgm:presLayoutVars>
          <dgm:dir/>
          <dgm:resizeHandles val="exact"/>
        </dgm:presLayoutVars>
      </dgm:prSet>
      <dgm:spPr/>
    </dgm:pt>
    <dgm:pt modelId="{9661C2BD-F4B0-4ADA-90AC-FAF3C7AA03BB}" type="pres">
      <dgm:prSet presAssocID="{F26AB278-2466-4D5F-AEAB-F7245509770B}" presName="composite" presStyleCnt="0"/>
      <dgm:spPr/>
    </dgm:pt>
    <dgm:pt modelId="{AEDB5331-6FBB-492F-AA38-0EE69A242533}" type="pres">
      <dgm:prSet presAssocID="{F26AB278-2466-4D5F-AEAB-F7245509770B}" presName="imgShp" presStyleLbl="fgImgPlace1" presStyleIdx="0" presStyleCnt="4"/>
      <dgm:spPr/>
    </dgm:pt>
    <dgm:pt modelId="{1DEA0D35-817C-4CA5-B3D4-F83C9A378642}" type="pres">
      <dgm:prSet presAssocID="{F26AB278-2466-4D5F-AEAB-F7245509770B}" presName="txShp" presStyleLbl="node1" presStyleIdx="0" presStyleCnt="4">
        <dgm:presLayoutVars>
          <dgm:bulletEnabled val="1"/>
        </dgm:presLayoutVars>
      </dgm:prSet>
      <dgm:spPr/>
    </dgm:pt>
    <dgm:pt modelId="{70EBC9D9-33E3-4829-B378-4F42DCF5E22B}" type="pres">
      <dgm:prSet presAssocID="{301C4366-2126-4476-9F02-595D7050EAA9}" presName="spacing" presStyleCnt="0"/>
      <dgm:spPr/>
    </dgm:pt>
    <dgm:pt modelId="{C74DDEE7-3212-4ED8-A993-2094EF1DBCB8}" type="pres">
      <dgm:prSet presAssocID="{5374259E-7B81-43B0-875E-F11BDD8D1A0C}" presName="composite" presStyleCnt="0"/>
      <dgm:spPr/>
    </dgm:pt>
    <dgm:pt modelId="{DE0DCBEA-E24D-483C-969E-C84588F86843}" type="pres">
      <dgm:prSet presAssocID="{5374259E-7B81-43B0-875E-F11BDD8D1A0C}" presName="imgShp" presStyleLbl="fgImgPlace1" presStyleIdx="1" presStyleCnt="4"/>
      <dgm:spPr/>
    </dgm:pt>
    <dgm:pt modelId="{EC1C9A8C-0F32-4B46-8D39-6E5B1A13AA00}" type="pres">
      <dgm:prSet presAssocID="{5374259E-7B81-43B0-875E-F11BDD8D1A0C}" presName="txShp" presStyleLbl="node1" presStyleIdx="1" presStyleCnt="4">
        <dgm:presLayoutVars>
          <dgm:bulletEnabled val="1"/>
        </dgm:presLayoutVars>
      </dgm:prSet>
      <dgm:spPr/>
    </dgm:pt>
    <dgm:pt modelId="{A81EF736-4C26-40D2-8F97-C26089214584}" type="pres">
      <dgm:prSet presAssocID="{0A4602E6-D868-47D8-8C71-E7C35A75416E}" presName="spacing" presStyleCnt="0"/>
      <dgm:spPr/>
    </dgm:pt>
    <dgm:pt modelId="{DB4BAED8-116D-43F5-8B5C-432B3A56F7D8}" type="pres">
      <dgm:prSet presAssocID="{9C54A10D-2235-41FF-8628-1C46360FB6EC}" presName="composite" presStyleCnt="0"/>
      <dgm:spPr/>
    </dgm:pt>
    <dgm:pt modelId="{A9F697CD-2246-4656-ABA7-07BDE8C23FC7}" type="pres">
      <dgm:prSet presAssocID="{9C54A10D-2235-41FF-8628-1C46360FB6EC}" presName="imgShp" presStyleLbl="fgImgPlace1" presStyleIdx="2" presStyleCnt="4"/>
      <dgm:spPr/>
    </dgm:pt>
    <dgm:pt modelId="{B9A51D26-A4DB-4528-86CC-14D1CCA12305}" type="pres">
      <dgm:prSet presAssocID="{9C54A10D-2235-41FF-8628-1C46360FB6EC}" presName="txShp" presStyleLbl="node1" presStyleIdx="2" presStyleCnt="4">
        <dgm:presLayoutVars>
          <dgm:bulletEnabled val="1"/>
        </dgm:presLayoutVars>
      </dgm:prSet>
      <dgm:spPr/>
    </dgm:pt>
    <dgm:pt modelId="{9DCB5DEE-3CAC-4499-BC42-263220D59FBE}" type="pres">
      <dgm:prSet presAssocID="{429E6463-28F3-4072-BB32-C66BFAB4C7C4}" presName="spacing" presStyleCnt="0"/>
      <dgm:spPr/>
    </dgm:pt>
    <dgm:pt modelId="{0E3697A5-3871-4E29-B062-A94829D5BFE0}" type="pres">
      <dgm:prSet presAssocID="{311A70EA-35CC-42B3-8446-636ABAF01FFC}" presName="composite" presStyleCnt="0"/>
      <dgm:spPr/>
    </dgm:pt>
    <dgm:pt modelId="{A9256D23-A0E0-49E0-897A-1A8D81FB538F}" type="pres">
      <dgm:prSet presAssocID="{311A70EA-35CC-42B3-8446-636ABAF01FFC}" presName="imgShp" presStyleLbl="fgImgPlace1" presStyleIdx="3" presStyleCnt="4"/>
      <dgm:spPr/>
    </dgm:pt>
    <dgm:pt modelId="{81DEA71F-5A87-4C0B-8B5D-3385201CF9D8}" type="pres">
      <dgm:prSet presAssocID="{311A70EA-35CC-42B3-8446-636ABAF01FFC}" presName="txShp" presStyleLbl="node1" presStyleIdx="3" presStyleCnt="4">
        <dgm:presLayoutVars>
          <dgm:bulletEnabled val="1"/>
        </dgm:presLayoutVars>
      </dgm:prSet>
      <dgm:spPr/>
    </dgm:pt>
  </dgm:ptLst>
  <dgm:cxnLst>
    <dgm:cxn modelId="{016FF047-7303-4E0E-9A2E-AFE783B2B6E2}" srcId="{7D6A05AB-6EAE-463D-BCB6-2CC9BA5F70D0}" destId="{311A70EA-35CC-42B3-8446-636ABAF01FFC}" srcOrd="3" destOrd="0" parTransId="{6D32C0FA-DC31-44D3-A7CC-591DD3F331CE}" sibTransId="{BA6548F0-025E-46BB-A001-C3D6B096A920}"/>
    <dgm:cxn modelId="{C4F7DA7A-7BE0-457D-95FB-688DDAD3564F}" srcId="{7D6A05AB-6EAE-463D-BCB6-2CC9BA5F70D0}" destId="{F26AB278-2466-4D5F-AEAB-F7245509770B}" srcOrd="0" destOrd="0" parTransId="{CD26B062-1025-426D-A9CC-2A72C620CE64}" sibTransId="{301C4366-2126-4476-9F02-595D7050EAA9}"/>
    <dgm:cxn modelId="{23FB837B-4BCD-41EC-9466-7B8D97F8CB86}" type="presOf" srcId="{F26AB278-2466-4D5F-AEAB-F7245509770B}" destId="{1DEA0D35-817C-4CA5-B3D4-F83C9A378642}" srcOrd="0" destOrd="0" presId="urn:microsoft.com/office/officeart/2005/8/layout/vList3"/>
    <dgm:cxn modelId="{C5C510A2-6210-4BB1-BA27-ADDE430F7B07}" srcId="{7D6A05AB-6EAE-463D-BCB6-2CC9BA5F70D0}" destId="{5374259E-7B81-43B0-875E-F11BDD8D1A0C}" srcOrd="1" destOrd="0" parTransId="{0339F67E-1D1E-4D99-86B3-E77D45FD6E5A}" sibTransId="{0A4602E6-D868-47D8-8C71-E7C35A75416E}"/>
    <dgm:cxn modelId="{E8470ACC-14BD-4EB4-BFBD-6F01A1B17FA9}" type="presOf" srcId="{7D6A05AB-6EAE-463D-BCB6-2CC9BA5F70D0}" destId="{A03D5275-7AC6-4C32-9067-DB894DCB732A}" srcOrd="0" destOrd="0" presId="urn:microsoft.com/office/officeart/2005/8/layout/vList3"/>
    <dgm:cxn modelId="{029015D5-1820-4032-ACA2-ABF1472C8206}" type="presOf" srcId="{311A70EA-35CC-42B3-8446-636ABAF01FFC}" destId="{81DEA71F-5A87-4C0B-8B5D-3385201CF9D8}" srcOrd="0" destOrd="0" presId="urn:microsoft.com/office/officeart/2005/8/layout/vList3"/>
    <dgm:cxn modelId="{3FBEF8ED-16E7-46A6-BA68-58BCE0EB7EC5}" type="presOf" srcId="{5374259E-7B81-43B0-875E-F11BDD8D1A0C}" destId="{EC1C9A8C-0F32-4B46-8D39-6E5B1A13AA00}" srcOrd="0" destOrd="0" presId="urn:microsoft.com/office/officeart/2005/8/layout/vList3"/>
    <dgm:cxn modelId="{156ACBF2-DA60-41CA-A111-425E116E6299}" type="presOf" srcId="{9C54A10D-2235-41FF-8628-1C46360FB6EC}" destId="{B9A51D26-A4DB-4528-86CC-14D1CCA12305}" srcOrd="0" destOrd="0" presId="urn:microsoft.com/office/officeart/2005/8/layout/vList3"/>
    <dgm:cxn modelId="{9A10BCF7-7FFA-42DC-9267-8764A33479E5}" srcId="{7D6A05AB-6EAE-463D-BCB6-2CC9BA5F70D0}" destId="{9C54A10D-2235-41FF-8628-1C46360FB6EC}" srcOrd="2" destOrd="0" parTransId="{329EF995-DFCB-4ED9-96D1-33D5BFC55549}" sibTransId="{429E6463-28F3-4072-BB32-C66BFAB4C7C4}"/>
    <dgm:cxn modelId="{05C2022D-9063-4627-AB46-84B5D1470B9F}" type="presParOf" srcId="{A03D5275-7AC6-4C32-9067-DB894DCB732A}" destId="{9661C2BD-F4B0-4ADA-90AC-FAF3C7AA03BB}" srcOrd="0" destOrd="0" presId="urn:microsoft.com/office/officeart/2005/8/layout/vList3"/>
    <dgm:cxn modelId="{714D7B91-B2E6-499C-9B50-A504BAF08EB8}" type="presParOf" srcId="{9661C2BD-F4B0-4ADA-90AC-FAF3C7AA03BB}" destId="{AEDB5331-6FBB-492F-AA38-0EE69A242533}" srcOrd="0" destOrd="0" presId="urn:microsoft.com/office/officeart/2005/8/layout/vList3"/>
    <dgm:cxn modelId="{7528D2DE-1AD7-4A43-B437-2F2C17628437}" type="presParOf" srcId="{9661C2BD-F4B0-4ADA-90AC-FAF3C7AA03BB}" destId="{1DEA0D35-817C-4CA5-B3D4-F83C9A378642}" srcOrd="1" destOrd="0" presId="urn:microsoft.com/office/officeart/2005/8/layout/vList3"/>
    <dgm:cxn modelId="{38DB84CC-46E2-4D9B-8692-BC4FCB4E7107}" type="presParOf" srcId="{A03D5275-7AC6-4C32-9067-DB894DCB732A}" destId="{70EBC9D9-33E3-4829-B378-4F42DCF5E22B}" srcOrd="1" destOrd="0" presId="urn:microsoft.com/office/officeart/2005/8/layout/vList3"/>
    <dgm:cxn modelId="{EC047EBD-9436-48A1-9A84-D3B838C11F95}" type="presParOf" srcId="{A03D5275-7AC6-4C32-9067-DB894DCB732A}" destId="{C74DDEE7-3212-4ED8-A993-2094EF1DBCB8}" srcOrd="2" destOrd="0" presId="urn:microsoft.com/office/officeart/2005/8/layout/vList3"/>
    <dgm:cxn modelId="{219DD31E-7EA7-422A-A605-1503232FB3A7}" type="presParOf" srcId="{C74DDEE7-3212-4ED8-A993-2094EF1DBCB8}" destId="{DE0DCBEA-E24D-483C-969E-C84588F86843}" srcOrd="0" destOrd="0" presId="urn:microsoft.com/office/officeart/2005/8/layout/vList3"/>
    <dgm:cxn modelId="{0B9ECBC9-E75E-4791-8474-36C6E081783A}" type="presParOf" srcId="{C74DDEE7-3212-4ED8-A993-2094EF1DBCB8}" destId="{EC1C9A8C-0F32-4B46-8D39-6E5B1A13AA00}" srcOrd="1" destOrd="0" presId="urn:microsoft.com/office/officeart/2005/8/layout/vList3"/>
    <dgm:cxn modelId="{0CEC6DC7-1C17-4C48-87D5-0C1D6F6FA5D5}" type="presParOf" srcId="{A03D5275-7AC6-4C32-9067-DB894DCB732A}" destId="{A81EF736-4C26-40D2-8F97-C26089214584}" srcOrd="3" destOrd="0" presId="urn:microsoft.com/office/officeart/2005/8/layout/vList3"/>
    <dgm:cxn modelId="{4E527D9B-5F45-4B6E-B6DA-F6A6BD55A607}" type="presParOf" srcId="{A03D5275-7AC6-4C32-9067-DB894DCB732A}" destId="{DB4BAED8-116D-43F5-8B5C-432B3A56F7D8}" srcOrd="4" destOrd="0" presId="urn:microsoft.com/office/officeart/2005/8/layout/vList3"/>
    <dgm:cxn modelId="{86EBFA7C-B0E5-4F83-B4B8-5E282294648A}" type="presParOf" srcId="{DB4BAED8-116D-43F5-8B5C-432B3A56F7D8}" destId="{A9F697CD-2246-4656-ABA7-07BDE8C23FC7}" srcOrd="0" destOrd="0" presId="urn:microsoft.com/office/officeart/2005/8/layout/vList3"/>
    <dgm:cxn modelId="{9F733361-044A-4A44-9A8C-3B363554A0E6}" type="presParOf" srcId="{DB4BAED8-116D-43F5-8B5C-432B3A56F7D8}" destId="{B9A51D26-A4DB-4528-86CC-14D1CCA12305}" srcOrd="1" destOrd="0" presId="urn:microsoft.com/office/officeart/2005/8/layout/vList3"/>
    <dgm:cxn modelId="{0FA4ECB7-4800-40DC-B8CD-EB46531FE014}" type="presParOf" srcId="{A03D5275-7AC6-4C32-9067-DB894DCB732A}" destId="{9DCB5DEE-3CAC-4499-BC42-263220D59FBE}" srcOrd="5" destOrd="0" presId="urn:microsoft.com/office/officeart/2005/8/layout/vList3"/>
    <dgm:cxn modelId="{BC608634-F5A0-46A5-8BEF-F7C5AB225674}" type="presParOf" srcId="{A03D5275-7AC6-4C32-9067-DB894DCB732A}" destId="{0E3697A5-3871-4E29-B062-A94829D5BFE0}" srcOrd="6" destOrd="0" presId="urn:microsoft.com/office/officeart/2005/8/layout/vList3"/>
    <dgm:cxn modelId="{8C9B1DCD-3CEC-4597-97E0-30C5C1F55453}" type="presParOf" srcId="{0E3697A5-3871-4E29-B062-A94829D5BFE0}" destId="{A9256D23-A0E0-49E0-897A-1A8D81FB538F}" srcOrd="0" destOrd="0" presId="urn:microsoft.com/office/officeart/2005/8/layout/vList3"/>
    <dgm:cxn modelId="{E2D06FCD-F65A-45A2-A159-4C8A960F4C2F}" type="presParOf" srcId="{0E3697A5-3871-4E29-B062-A94829D5BFE0}" destId="{81DEA71F-5A87-4C0B-8B5D-3385201CF9D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EC2EC826-1FD3-4396-8076-C5C825646ED2}"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AF6414EE-AEDA-4429-9B17-C0CEE77D1572}">
      <dgm:prSet/>
      <dgm:spPr/>
      <dgm:t>
        <a:bodyPr/>
        <a:lstStyle/>
        <a:p>
          <a:r>
            <a:rPr lang="uk-UA" b="0" i="0"/>
            <a:t>Зборівський договір</a:t>
          </a:r>
          <a:endParaRPr lang="uk-UA"/>
        </a:p>
      </dgm:t>
    </dgm:pt>
    <dgm:pt modelId="{FF869716-CB28-4BC6-80DD-3EA262D398C1}" type="parTrans" cxnId="{02161543-02BC-4F85-AD13-1D74C2B4BCBB}">
      <dgm:prSet/>
      <dgm:spPr/>
      <dgm:t>
        <a:bodyPr/>
        <a:lstStyle/>
        <a:p>
          <a:endParaRPr lang="uk-UA"/>
        </a:p>
      </dgm:t>
    </dgm:pt>
    <dgm:pt modelId="{AF54A861-5781-45C5-83D6-673C7C513835}" type="sibTrans" cxnId="{02161543-02BC-4F85-AD13-1D74C2B4BCBB}">
      <dgm:prSet/>
      <dgm:spPr/>
      <dgm:t>
        <a:bodyPr/>
        <a:lstStyle/>
        <a:p>
          <a:endParaRPr lang="uk-UA"/>
        </a:p>
      </dgm:t>
    </dgm:pt>
    <dgm:pt modelId="{0474DCC3-C1D5-45C3-86D5-166DDDB77EA3}">
      <dgm:prSet/>
      <dgm:spPr/>
      <dgm:t>
        <a:bodyPr/>
        <a:lstStyle/>
        <a:p>
          <a:r>
            <a:rPr lang="uk-UA" b="0" i="0"/>
            <a:t>Гадяцькі пункти</a:t>
          </a:r>
          <a:endParaRPr lang="uk-UA"/>
        </a:p>
      </dgm:t>
    </dgm:pt>
    <dgm:pt modelId="{5E5A5CCA-234F-491E-9546-7D3DA2A84EAB}" type="parTrans" cxnId="{7D15C59C-3B48-4271-ABB4-80FFE82F1766}">
      <dgm:prSet/>
      <dgm:spPr/>
      <dgm:t>
        <a:bodyPr/>
        <a:lstStyle/>
        <a:p>
          <a:endParaRPr lang="uk-UA"/>
        </a:p>
      </dgm:t>
    </dgm:pt>
    <dgm:pt modelId="{F5A8999E-32FE-4187-BC61-98CA660EE86C}" type="sibTrans" cxnId="{7D15C59C-3B48-4271-ABB4-80FFE82F1766}">
      <dgm:prSet/>
      <dgm:spPr/>
      <dgm:t>
        <a:bodyPr/>
        <a:lstStyle/>
        <a:p>
          <a:endParaRPr lang="uk-UA"/>
        </a:p>
      </dgm:t>
    </dgm:pt>
    <dgm:pt modelId="{C1FEF404-8849-4FA3-A645-1593B8F9FFC4}">
      <dgm:prSet/>
      <dgm:spPr/>
      <dgm:t>
        <a:bodyPr/>
        <a:lstStyle/>
        <a:p>
          <a:r>
            <a:rPr lang="uk-UA" b="0" i="0" dirty="0"/>
            <a:t>«Березневі статті»</a:t>
          </a:r>
          <a:endParaRPr lang="uk-UA" dirty="0"/>
        </a:p>
      </dgm:t>
    </dgm:pt>
    <dgm:pt modelId="{7DD453ED-BDCB-4CD1-A079-46D501ECF91D}" type="parTrans" cxnId="{B7F02C94-5A3D-4B50-87AE-6F10FC4EE262}">
      <dgm:prSet/>
      <dgm:spPr/>
      <dgm:t>
        <a:bodyPr/>
        <a:lstStyle/>
        <a:p>
          <a:endParaRPr lang="uk-UA"/>
        </a:p>
      </dgm:t>
    </dgm:pt>
    <dgm:pt modelId="{01F44682-5927-46D9-8E86-0291E1B13162}" type="sibTrans" cxnId="{B7F02C94-5A3D-4B50-87AE-6F10FC4EE262}">
      <dgm:prSet/>
      <dgm:spPr/>
      <dgm:t>
        <a:bodyPr/>
        <a:lstStyle/>
        <a:p>
          <a:endParaRPr lang="uk-UA"/>
        </a:p>
      </dgm:t>
    </dgm:pt>
    <dgm:pt modelId="{67726DA5-69A4-46FF-92E1-AD34976AF93C}">
      <dgm:prSet/>
      <dgm:spPr/>
      <dgm:t>
        <a:bodyPr/>
        <a:lstStyle/>
        <a:p>
          <a:r>
            <a:rPr lang="uk-UA" b="0" i="0"/>
            <a:t>Білоцерківський договір</a:t>
          </a:r>
          <a:endParaRPr lang="uk-UA"/>
        </a:p>
      </dgm:t>
    </dgm:pt>
    <dgm:pt modelId="{D9C42618-7D0E-4FDA-85B1-3AC1D7E6BF03}" type="parTrans" cxnId="{0AC53BA2-6F86-4EEC-A492-4234D6DA5F71}">
      <dgm:prSet/>
      <dgm:spPr/>
      <dgm:t>
        <a:bodyPr/>
        <a:lstStyle/>
        <a:p>
          <a:endParaRPr lang="uk-UA"/>
        </a:p>
      </dgm:t>
    </dgm:pt>
    <dgm:pt modelId="{7BB27377-3864-44F6-A4EB-B47B80E83F29}" type="sibTrans" cxnId="{0AC53BA2-6F86-4EEC-A492-4234D6DA5F71}">
      <dgm:prSet/>
      <dgm:spPr/>
      <dgm:t>
        <a:bodyPr/>
        <a:lstStyle/>
        <a:p>
          <a:endParaRPr lang="uk-UA"/>
        </a:p>
      </dgm:t>
    </dgm:pt>
    <dgm:pt modelId="{44A61F4A-2BE6-4205-BAAE-39647EA979FF}">
      <dgm:prSet/>
      <dgm:spPr/>
      <dgm:t>
        <a:bodyPr/>
        <a:lstStyle/>
        <a:p>
          <a:r>
            <a:rPr lang="uk-UA" b="0" i="0" dirty="0"/>
            <a:t>Куруківська угода</a:t>
          </a:r>
          <a:endParaRPr lang="uk-UA" dirty="0"/>
        </a:p>
      </dgm:t>
    </dgm:pt>
    <dgm:pt modelId="{B9B3F2FA-BBCC-41D6-9D81-BCADF779A163}" type="parTrans" cxnId="{04E12100-A5AD-42F3-B261-D4A484BEB056}">
      <dgm:prSet/>
      <dgm:spPr/>
      <dgm:t>
        <a:bodyPr/>
        <a:lstStyle/>
        <a:p>
          <a:endParaRPr lang="uk-UA"/>
        </a:p>
      </dgm:t>
    </dgm:pt>
    <dgm:pt modelId="{D6466CDF-44EB-47DD-A678-EC9392FB07F1}" type="sibTrans" cxnId="{04E12100-A5AD-42F3-B261-D4A484BEB056}">
      <dgm:prSet/>
      <dgm:spPr/>
      <dgm:t>
        <a:bodyPr/>
        <a:lstStyle/>
        <a:p>
          <a:endParaRPr lang="uk-UA"/>
        </a:p>
      </dgm:t>
    </dgm:pt>
    <dgm:pt modelId="{69BDDD1F-684F-4C94-AA44-4B9B5201E383}" type="pres">
      <dgm:prSet presAssocID="{EC2EC826-1FD3-4396-8076-C5C825646ED2}" presName="Name0" presStyleCnt="0">
        <dgm:presLayoutVars>
          <dgm:chMax val="7"/>
          <dgm:chPref val="7"/>
          <dgm:dir/>
        </dgm:presLayoutVars>
      </dgm:prSet>
      <dgm:spPr/>
    </dgm:pt>
    <dgm:pt modelId="{060228E9-DB91-4E69-A9A4-FE1D284F1354}" type="pres">
      <dgm:prSet presAssocID="{EC2EC826-1FD3-4396-8076-C5C825646ED2}" presName="Name1" presStyleCnt="0"/>
      <dgm:spPr/>
    </dgm:pt>
    <dgm:pt modelId="{E81C3537-717B-412B-9D12-44BD6097214A}" type="pres">
      <dgm:prSet presAssocID="{EC2EC826-1FD3-4396-8076-C5C825646ED2}" presName="cycle" presStyleCnt="0"/>
      <dgm:spPr/>
    </dgm:pt>
    <dgm:pt modelId="{9DAF5308-8DD2-40BF-8A79-75C6FCD2AD61}" type="pres">
      <dgm:prSet presAssocID="{EC2EC826-1FD3-4396-8076-C5C825646ED2}" presName="srcNode" presStyleLbl="node1" presStyleIdx="0" presStyleCnt="5"/>
      <dgm:spPr/>
    </dgm:pt>
    <dgm:pt modelId="{E69ABAA8-30D7-460C-B83C-86A436D1794F}" type="pres">
      <dgm:prSet presAssocID="{EC2EC826-1FD3-4396-8076-C5C825646ED2}" presName="conn" presStyleLbl="parChTrans1D2" presStyleIdx="0" presStyleCnt="1"/>
      <dgm:spPr/>
    </dgm:pt>
    <dgm:pt modelId="{F176CA5D-BCBA-407C-A6F7-9B5FE82BC127}" type="pres">
      <dgm:prSet presAssocID="{EC2EC826-1FD3-4396-8076-C5C825646ED2}" presName="extraNode" presStyleLbl="node1" presStyleIdx="0" presStyleCnt="5"/>
      <dgm:spPr/>
    </dgm:pt>
    <dgm:pt modelId="{4D96F95E-2CC6-41C8-BE89-87D2A4374300}" type="pres">
      <dgm:prSet presAssocID="{EC2EC826-1FD3-4396-8076-C5C825646ED2}" presName="dstNode" presStyleLbl="node1" presStyleIdx="0" presStyleCnt="5"/>
      <dgm:spPr/>
    </dgm:pt>
    <dgm:pt modelId="{B07D5DEB-B7D0-4570-AD95-70F70856E09E}" type="pres">
      <dgm:prSet presAssocID="{AF6414EE-AEDA-4429-9B17-C0CEE77D1572}" presName="text_1" presStyleLbl="node1" presStyleIdx="0" presStyleCnt="5">
        <dgm:presLayoutVars>
          <dgm:bulletEnabled val="1"/>
        </dgm:presLayoutVars>
      </dgm:prSet>
      <dgm:spPr/>
    </dgm:pt>
    <dgm:pt modelId="{715F5C2B-74D9-41C9-9CC6-7CD43EA176C3}" type="pres">
      <dgm:prSet presAssocID="{AF6414EE-AEDA-4429-9B17-C0CEE77D1572}" presName="accent_1" presStyleCnt="0"/>
      <dgm:spPr/>
    </dgm:pt>
    <dgm:pt modelId="{18C652E3-617F-48B6-83B0-5F8284E99860}" type="pres">
      <dgm:prSet presAssocID="{AF6414EE-AEDA-4429-9B17-C0CEE77D1572}" presName="accentRepeatNode" presStyleLbl="solidFgAcc1" presStyleIdx="0" presStyleCnt="5"/>
      <dgm:spPr/>
    </dgm:pt>
    <dgm:pt modelId="{026F8EA2-96CE-42F9-B2A8-811D696F3906}" type="pres">
      <dgm:prSet presAssocID="{0474DCC3-C1D5-45C3-86D5-166DDDB77EA3}" presName="text_2" presStyleLbl="node1" presStyleIdx="1" presStyleCnt="5">
        <dgm:presLayoutVars>
          <dgm:bulletEnabled val="1"/>
        </dgm:presLayoutVars>
      </dgm:prSet>
      <dgm:spPr/>
    </dgm:pt>
    <dgm:pt modelId="{4B78E8D9-2659-46C2-B096-4B8386F56DB4}" type="pres">
      <dgm:prSet presAssocID="{0474DCC3-C1D5-45C3-86D5-166DDDB77EA3}" presName="accent_2" presStyleCnt="0"/>
      <dgm:spPr/>
    </dgm:pt>
    <dgm:pt modelId="{132A4B3D-CC72-4F5B-908C-EE5AB5055CA7}" type="pres">
      <dgm:prSet presAssocID="{0474DCC3-C1D5-45C3-86D5-166DDDB77EA3}" presName="accentRepeatNode" presStyleLbl="solidFgAcc1" presStyleIdx="1" presStyleCnt="5"/>
      <dgm:spPr/>
    </dgm:pt>
    <dgm:pt modelId="{21FB1D58-9CDF-4D53-8EC2-AD6815F9E709}" type="pres">
      <dgm:prSet presAssocID="{C1FEF404-8849-4FA3-A645-1593B8F9FFC4}" presName="text_3" presStyleLbl="node1" presStyleIdx="2" presStyleCnt="5">
        <dgm:presLayoutVars>
          <dgm:bulletEnabled val="1"/>
        </dgm:presLayoutVars>
      </dgm:prSet>
      <dgm:spPr/>
    </dgm:pt>
    <dgm:pt modelId="{9A231EC5-B529-4E49-A89A-A0B38D0F2159}" type="pres">
      <dgm:prSet presAssocID="{C1FEF404-8849-4FA3-A645-1593B8F9FFC4}" presName="accent_3" presStyleCnt="0"/>
      <dgm:spPr/>
    </dgm:pt>
    <dgm:pt modelId="{438C8F9F-588F-48AF-B508-390496F3A3A0}" type="pres">
      <dgm:prSet presAssocID="{C1FEF404-8849-4FA3-A645-1593B8F9FFC4}" presName="accentRepeatNode" presStyleLbl="solidFgAcc1" presStyleIdx="2" presStyleCnt="5"/>
      <dgm:spPr/>
    </dgm:pt>
    <dgm:pt modelId="{4C512B95-5FE7-4DA9-BEF2-DA9A6BCAAC25}" type="pres">
      <dgm:prSet presAssocID="{67726DA5-69A4-46FF-92E1-AD34976AF93C}" presName="text_4" presStyleLbl="node1" presStyleIdx="3" presStyleCnt="5">
        <dgm:presLayoutVars>
          <dgm:bulletEnabled val="1"/>
        </dgm:presLayoutVars>
      </dgm:prSet>
      <dgm:spPr/>
    </dgm:pt>
    <dgm:pt modelId="{D52EBB79-BBD9-42AE-988C-7E4AB77096C9}" type="pres">
      <dgm:prSet presAssocID="{67726DA5-69A4-46FF-92E1-AD34976AF93C}" presName="accent_4" presStyleCnt="0"/>
      <dgm:spPr/>
    </dgm:pt>
    <dgm:pt modelId="{7449ADE2-EB45-41B1-8D9A-B0E0E4BB7D0B}" type="pres">
      <dgm:prSet presAssocID="{67726DA5-69A4-46FF-92E1-AD34976AF93C}" presName="accentRepeatNode" presStyleLbl="solidFgAcc1" presStyleIdx="3" presStyleCnt="5"/>
      <dgm:spPr/>
    </dgm:pt>
    <dgm:pt modelId="{E8CF081A-289A-4C7D-9BC7-04A43F84AA02}" type="pres">
      <dgm:prSet presAssocID="{44A61F4A-2BE6-4205-BAAE-39647EA979FF}" presName="text_5" presStyleLbl="node1" presStyleIdx="4" presStyleCnt="5">
        <dgm:presLayoutVars>
          <dgm:bulletEnabled val="1"/>
        </dgm:presLayoutVars>
      </dgm:prSet>
      <dgm:spPr/>
    </dgm:pt>
    <dgm:pt modelId="{533E3160-8D38-4790-A1EF-BFCC04BC86A0}" type="pres">
      <dgm:prSet presAssocID="{44A61F4A-2BE6-4205-BAAE-39647EA979FF}" presName="accent_5" presStyleCnt="0"/>
      <dgm:spPr/>
    </dgm:pt>
    <dgm:pt modelId="{F6891D7A-BA29-4A3C-AF52-95C776BE39C9}" type="pres">
      <dgm:prSet presAssocID="{44A61F4A-2BE6-4205-BAAE-39647EA979FF}" presName="accentRepeatNode" presStyleLbl="solidFgAcc1" presStyleIdx="4" presStyleCnt="5"/>
      <dgm:spPr/>
    </dgm:pt>
  </dgm:ptLst>
  <dgm:cxnLst>
    <dgm:cxn modelId="{04E12100-A5AD-42F3-B261-D4A484BEB056}" srcId="{EC2EC826-1FD3-4396-8076-C5C825646ED2}" destId="{44A61F4A-2BE6-4205-BAAE-39647EA979FF}" srcOrd="4" destOrd="0" parTransId="{B9B3F2FA-BBCC-41D6-9D81-BCADF779A163}" sibTransId="{D6466CDF-44EB-47DD-A678-EC9392FB07F1}"/>
    <dgm:cxn modelId="{A11AAC04-CA5D-410D-8BE0-2E7253758CD6}" type="presOf" srcId="{EC2EC826-1FD3-4396-8076-C5C825646ED2}" destId="{69BDDD1F-684F-4C94-AA44-4B9B5201E383}" srcOrd="0" destOrd="0" presId="urn:microsoft.com/office/officeart/2008/layout/VerticalCurvedList"/>
    <dgm:cxn modelId="{22DCE10F-6FCD-4C91-96F1-832853E1D843}" type="presOf" srcId="{44A61F4A-2BE6-4205-BAAE-39647EA979FF}" destId="{E8CF081A-289A-4C7D-9BC7-04A43F84AA02}" srcOrd="0" destOrd="0" presId="urn:microsoft.com/office/officeart/2008/layout/VerticalCurvedList"/>
    <dgm:cxn modelId="{2C1E9735-5E14-4CEA-A634-31EECDC2C8F9}" type="presOf" srcId="{C1FEF404-8849-4FA3-A645-1593B8F9FFC4}" destId="{21FB1D58-9CDF-4D53-8EC2-AD6815F9E709}" srcOrd="0" destOrd="0" presId="urn:microsoft.com/office/officeart/2008/layout/VerticalCurvedList"/>
    <dgm:cxn modelId="{DD7FE33B-D0C4-403D-B730-465FA9E10259}" type="presOf" srcId="{AF6414EE-AEDA-4429-9B17-C0CEE77D1572}" destId="{B07D5DEB-B7D0-4570-AD95-70F70856E09E}" srcOrd="0" destOrd="0" presId="urn:microsoft.com/office/officeart/2008/layout/VerticalCurvedList"/>
    <dgm:cxn modelId="{02161543-02BC-4F85-AD13-1D74C2B4BCBB}" srcId="{EC2EC826-1FD3-4396-8076-C5C825646ED2}" destId="{AF6414EE-AEDA-4429-9B17-C0CEE77D1572}" srcOrd="0" destOrd="0" parTransId="{FF869716-CB28-4BC6-80DD-3EA262D398C1}" sibTransId="{AF54A861-5781-45C5-83D6-673C7C513835}"/>
    <dgm:cxn modelId="{64F9006E-6506-461E-9174-CDBD018BB52C}" type="presOf" srcId="{AF54A861-5781-45C5-83D6-673C7C513835}" destId="{E69ABAA8-30D7-460C-B83C-86A436D1794F}" srcOrd="0" destOrd="0" presId="urn:microsoft.com/office/officeart/2008/layout/VerticalCurvedList"/>
    <dgm:cxn modelId="{B7F02C94-5A3D-4B50-87AE-6F10FC4EE262}" srcId="{EC2EC826-1FD3-4396-8076-C5C825646ED2}" destId="{C1FEF404-8849-4FA3-A645-1593B8F9FFC4}" srcOrd="2" destOrd="0" parTransId="{7DD453ED-BDCB-4CD1-A079-46D501ECF91D}" sibTransId="{01F44682-5927-46D9-8E86-0291E1B13162}"/>
    <dgm:cxn modelId="{8DFA7298-4EC6-4C23-91BF-8F48774BBAED}" type="presOf" srcId="{0474DCC3-C1D5-45C3-86D5-166DDDB77EA3}" destId="{026F8EA2-96CE-42F9-B2A8-811D696F3906}" srcOrd="0" destOrd="0" presId="urn:microsoft.com/office/officeart/2008/layout/VerticalCurvedList"/>
    <dgm:cxn modelId="{7D15C59C-3B48-4271-ABB4-80FFE82F1766}" srcId="{EC2EC826-1FD3-4396-8076-C5C825646ED2}" destId="{0474DCC3-C1D5-45C3-86D5-166DDDB77EA3}" srcOrd="1" destOrd="0" parTransId="{5E5A5CCA-234F-491E-9546-7D3DA2A84EAB}" sibTransId="{F5A8999E-32FE-4187-BC61-98CA660EE86C}"/>
    <dgm:cxn modelId="{0AC53BA2-6F86-4EEC-A492-4234D6DA5F71}" srcId="{EC2EC826-1FD3-4396-8076-C5C825646ED2}" destId="{67726DA5-69A4-46FF-92E1-AD34976AF93C}" srcOrd="3" destOrd="0" parTransId="{D9C42618-7D0E-4FDA-85B1-3AC1D7E6BF03}" sibTransId="{7BB27377-3864-44F6-A4EB-B47B80E83F29}"/>
    <dgm:cxn modelId="{F56B1FEF-AE41-4607-98D3-CFB73F9E8B20}" type="presOf" srcId="{67726DA5-69A4-46FF-92E1-AD34976AF93C}" destId="{4C512B95-5FE7-4DA9-BEF2-DA9A6BCAAC25}" srcOrd="0" destOrd="0" presId="urn:microsoft.com/office/officeart/2008/layout/VerticalCurvedList"/>
    <dgm:cxn modelId="{966165B3-F468-4FA8-9562-6E88E60221E4}" type="presParOf" srcId="{69BDDD1F-684F-4C94-AA44-4B9B5201E383}" destId="{060228E9-DB91-4E69-A9A4-FE1D284F1354}" srcOrd="0" destOrd="0" presId="urn:microsoft.com/office/officeart/2008/layout/VerticalCurvedList"/>
    <dgm:cxn modelId="{8318D4DC-D8F1-4AF0-83D5-ADAF11638724}" type="presParOf" srcId="{060228E9-DB91-4E69-A9A4-FE1D284F1354}" destId="{E81C3537-717B-412B-9D12-44BD6097214A}" srcOrd="0" destOrd="0" presId="urn:microsoft.com/office/officeart/2008/layout/VerticalCurvedList"/>
    <dgm:cxn modelId="{EABC19A1-9D2D-468C-8EB4-E9AF5B259907}" type="presParOf" srcId="{E81C3537-717B-412B-9D12-44BD6097214A}" destId="{9DAF5308-8DD2-40BF-8A79-75C6FCD2AD61}" srcOrd="0" destOrd="0" presId="urn:microsoft.com/office/officeart/2008/layout/VerticalCurvedList"/>
    <dgm:cxn modelId="{9348ECAB-18F2-4B52-A005-08AB537EF2F7}" type="presParOf" srcId="{E81C3537-717B-412B-9D12-44BD6097214A}" destId="{E69ABAA8-30D7-460C-B83C-86A436D1794F}" srcOrd="1" destOrd="0" presId="urn:microsoft.com/office/officeart/2008/layout/VerticalCurvedList"/>
    <dgm:cxn modelId="{6DB67EC4-0E79-467E-AA7F-7F0F5B7D68D0}" type="presParOf" srcId="{E81C3537-717B-412B-9D12-44BD6097214A}" destId="{F176CA5D-BCBA-407C-A6F7-9B5FE82BC127}" srcOrd="2" destOrd="0" presId="urn:microsoft.com/office/officeart/2008/layout/VerticalCurvedList"/>
    <dgm:cxn modelId="{16436B59-652C-4CB4-A4F7-38DBDDEC10EC}" type="presParOf" srcId="{E81C3537-717B-412B-9D12-44BD6097214A}" destId="{4D96F95E-2CC6-41C8-BE89-87D2A4374300}" srcOrd="3" destOrd="0" presId="urn:microsoft.com/office/officeart/2008/layout/VerticalCurvedList"/>
    <dgm:cxn modelId="{47EF385B-AAC6-4640-A030-76AC7DD30AB3}" type="presParOf" srcId="{060228E9-DB91-4E69-A9A4-FE1D284F1354}" destId="{B07D5DEB-B7D0-4570-AD95-70F70856E09E}" srcOrd="1" destOrd="0" presId="urn:microsoft.com/office/officeart/2008/layout/VerticalCurvedList"/>
    <dgm:cxn modelId="{108B1D9A-23D9-4854-B3C6-0622AB4110CB}" type="presParOf" srcId="{060228E9-DB91-4E69-A9A4-FE1D284F1354}" destId="{715F5C2B-74D9-41C9-9CC6-7CD43EA176C3}" srcOrd="2" destOrd="0" presId="urn:microsoft.com/office/officeart/2008/layout/VerticalCurvedList"/>
    <dgm:cxn modelId="{D10CA789-968B-49E8-8990-7C836DBC10B5}" type="presParOf" srcId="{715F5C2B-74D9-41C9-9CC6-7CD43EA176C3}" destId="{18C652E3-617F-48B6-83B0-5F8284E99860}" srcOrd="0" destOrd="0" presId="urn:microsoft.com/office/officeart/2008/layout/VerticalCurvedList"/>
    <dgm:cxn modelId="{DAF7EC43-7268-428C-85E5-A938FA044532}" type="presParOf" srcId="{060228E9-DB91-4E69-A9A4-FE1D284F1354}" destId="{026F8EA2-96CE-42F9-B2A8-811D696F3906}" srcOrd="3" destOrd="0" presId="urn:microsoft.com/office/officeart/2008/layout/VerticalCurvedList"/>
    <dgm:cxn modelId="{26AE5F7F-CED1-4945-80CC-04F1BF513ACE}" type="presParOf" srcId="{060228E9-DB91-4E69-A9A4-FE1D284F1354}" destId="{4B78E8D9-2659-46C2-B096-4B8386F56DB4}" srcOrd="4" destOrd="0" presId="urn:microsoft.com/office/officeart/2008/layout/VerticalCurvedList"/>
    <dgm:cxn modelId="{F1EFEB04-8A51-4319-B80A-67B1CB95C9B1}" type="presParOf" srcId="{4B78E8D9-2659-46C2-B096-4B8386F56DB4}" destId="{132A4B3D-CC72-4F5B-908C-EE5AB5055CA7}" srcOrd="0" destOrd="0" presId="urn:microsoft.com/office/officeart/2008/layout/VerticalCurvedList"/>
    <dgm:cxn modelId="{E0993B04-3642-47E5-A849-C8E91BAC8AD4}" type="presParOf" srcId="{060228E9-DB91-4E69-A9A4-FE1D284F1354}" destId="{21FB1D58-9CDF-4D53-8EC2-AD6815F9E709}" srcOrd="5" destOrd="0" presId="urn:microsoft.com/office/officeart/2008/layout/VerticalCurvedList"/>
    <dgm:cxn modelId="{305C06ED-2629-4E76-9558-AFC9C746E888}" type="presParOf" srcId="{060228E9-DB91-4E69-A9A4-FE1D284F1354}" destId="{9A231EC5-B529-4E49-A89A-A0B38D0F2159}" srcOrd="6" destOrd="0" presId="urn:microsoft.com/office/officeart/2008/layout/VerticalCurvedList"/>
    <dgm:cxn modelId="{6113CF07-8C7C-4049-9D5E-C3D3B6DAC6FB}" type="presParOf" srcId="{9A231EC5-B529-4E49-A89A-A0B38D0F2159}" destId="{438C8F9F-588F-48AF-B508-390496F3A3A0}" srcOrd="0" destOrd="0" presId="urn:microsoft.com/office/officeart/2008/layout/VerticalCurvedList"/>
    <dgm:cxn modelId="{8FA432A5-F523-4886-864D-65D4F64C75DA}" type="presParOf" srcId="{060228E9-DB91-4E69-A9A4-FE1D284F1354}" destId="{4C512B95-5FE7-4DA9-BEF2-DA9A6BCAAC25}" srcOrd="7" destOrd="0" presId="urn:microsoft.com/office/officeart/2008/layout/VerticalCurvedList"/>
    <dgm:cxn modelId="{7CF02248-B392-4DED-A732-97483615BE73}" type="presParOf" srcId="{060228E9-DB91-4E69-A9A4-FE1D284F1354}" destId="{D52EBB79-BBD9-42AE-988C-7E4AB77096C9}" srcOrd="8" destOrd="0" presId="urn:microsoft.com/office/officeart/2008/layout/VerticalCurvedList"/>
    <dgm:cxn modelId="{E11FC564-2775-4A01-8E7F-197E92D67711}" type="presParOf" srcId="{D52EBB79-BBD9-42AE-988C-7E4AB77096C9}" destId="{7449ADE2-EB45-41B1-8D9A-B0E0E4BB7D0B}" srcOrd="0" destOrd="0" presId="urn:microsoft.com/office/officeart/2008/layout/VerticalCurvedList"/>
    <dgm:cxn modelId="{029BE69E-36FF-40DD-919F-5F477AAC78A0}" type="presParOf" srcId="{060228E9-DB91-4E69-A9A4-FE1D284F1354}" destId="{E8CF081A-289A-4C7D-9BC7-04A43F84AA02}" srcOrd="9" destOrd="0" presId="urn:microsoft.com/office/officeart/2008/layout/VerticalCurvedList"/>
    <dgm:cxn modelId="{54902AA7-08A5-4EC9-A622-DCEF8A794E1E}" type="presParOf" srcId="{060228E9-DB91-4E69-A9A4-FE1D284F1354}" destId="{533E3160-8D38-4790-A1EF-BFCC04BC86A0}" srcOrd="10" destOrd="0" presId="urn:microsoft.com/office/officeart/2008/layout/VerticalCurvedList"/>
    <dgm:cxn modelId="{7A572A6C-FAF7-466A-A2B8-F2FD20B4EBFE}" type="presParOf" srcId="{533E3160-8D38-4790-A1EF-BFCC04BC86A0}" destId="{F6891D7A-BA29-4A3C-AF52-95C776BE39C9}" srcOrd="0" destOrd="0" presId="urn:microsoft.com/office/officeart/2008/layout/VerticalCurv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B574EDA0-DF7D-4782-A4B0-E138A7E6AF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314469E-7989-41D6-9742-60AA91B4ED97}">
      <dgm:prSet/>
      <dgm:spPr/>
      <dgm:t>
        <a:bodyPr/>
        <a:lstStyle/>
        <a:p>
          <a:r>
            <a:rPr lang="uk-UA" b="0" i="0" dirty="0"/>
            <a:t>Андрусівський договір між Московським царством та Річчю Посполитою</a:t>
          </a:r>
          <a:endParaRPr lang="uk-UA" dirty="0"/>
        </a:p>
      </dgm:t>
    </dgm:pt>
    <dgm:pt modelId="{9C1876E3-18B1-45D1-BA7C-F1B520354D7F}" type="parTrans" cxnId="{D89C4B41-21D5-4F1A-A48B-5706EF31BDA4}">
      <dgm:prSet/>
      <dgm:spPr/>
      <dgm:t>
        <a:bodyPr/>
        <a:lstStyle/>
        <a:p>
          <a:endParaRPr lang="uk-UA"/>
        </a:p>
      </dgm:t>
    </dgm:pt>
    <dgm:pt modelId="{E4991AC5-F19A-4723-B1A6-1E913147E1F0}" type="sibTrans" cxnId="{D89C4B41-21D5-4F1A-A48B-5706EF31BDA4}">
      <dgm:prSet/>
      <dgm:spPr/>
      <dgm:t>
        <a:bodyPr/>
        <a:lstStyle/>
        <a:p>
          <a:endParaRPr lang="uk-UA"/>
        </a:p>
      </dgm:t>
    </dgm:pt>
    <dgm:pt modelId="{3FEF0B95-E058-4A88-A364-73CB95517B84}">
      <dgm:prSet/>
      <dgm:spPr/>
      <dgm:t>
        <a:bodyPr/>
        <a:lstStyle/>
        <a:p>
          <a:r>
            <a:rPr lang="uk-UA" b="0" i="0" dirty="0"/>
            <a:t>Бахчисарайський договір між Московським царством та Османською імперією</a:t>
          </a:r>
          <a:endParaRPr lang="uk-UA" dirty="0"/>
        </a:p>
      </dgm:t>
    </dgm:pt>
    <dgm:pt modelId="{AEDBCD93-7D76-4C5D-91B6-05431EE3174F}" type="parTrans" cxnId="{72761C5F-711D-45C6-8662-5BCA940ACACB}">
      <dgm:prSet/>
      <dgm:spPr/>
      <dgm:t>
        <a:bodyPr/>
        <a:lstStyle/>
        <a:p>
          <a:endParaRPr lang="uk-UA"/>
        </a:p>
      </dgm:t>
    </dgm:pt>
    <dgm:pt modelId="{E737BFF8-DE3B-4302-BBEB-3CE0D1EB6058}" type="sibTrans" cxnId="{72761C5F-711D-45C6-8662-5BCA940ACACB}">
      <dgm:prSet/>
      <dgm:spPr/>
      <dgm:t>
        <a:bodyPr/>
        <a:lstStyle/>
        <a:p>
          <a:endParaRPr lang="uk-UA"/>
        </a:p>
      </dgm:t>
    </dgm:pt>
    <dgm:pt modelId="{7F431A94-CA93-4CE3-9CC3-5965882AFC20}" type="pres">
      <dgm:prSet presAssocID="{B574EDA0-DF7D-4782-A4B0-E138A7E6AF89}" presName="linear" presStyleCnt="0">
        <dgm:presLayoutVars>
          <dgm:animLvl val="lvl"/>
          <dgm:resizeHandles val="exact"/>
        </dgm:presLayoutVars>
      </dgm:prSet>
      <dgm:spPr/>
    </dgm:pt>
    <dgm:pt modelId="{442AC824-675F-4DED-90E1-F6671DCA9778}" type="pres">
      <dgm:prSet presAssocID="{2314469E-7989-41D6-9742-60AA91B4ED97}" presName="parentText" presStyleLbl="node1" presStyleIdx="0" presStyleCnt="2">
        <dgm:presLayoutVars>
          <dgm:chMax val="0"/>
          <dgm:bulletEnabled val="1"/>
        </dgm:presLayoutVars>
      </dgm:prSet>
      <dgm:spPr/>
    </dgm:pt>
    <dgm:pt modelId="{389A3CB2-5950-441D-BC77-AF1324BC23D9}" type="pres">
      <dgm:prSet presAssocID="{E4991AC5-F19A-4723-B1A6-1E913147E1F0}" presName="spacer" presStyleCnt="0"/>
      <dgm:spPr/>
    </dgm:pt>
    <dgm:pt modelId="{C2395514-FB6B-4FF9-86E5-046E3DA6BAA2}" type="pres">
      <dgm:prSet presAssocID="{3FEF0B95-E058-4A88-A364-73CB95517B84}" presName="parentText" presStyleLbl="node1" presStyleIdx="1" presStyleCnt="2">
        <dgm:presLayoutVars>
          <dgm:chMax val="0"/>
          <dgm:bulletEnabled val="1"/>
        </dgm:presLayoutVars>
      </dgm:prSet>
      <dgm:spPr/>
    </dgm:pt>
  </dgm:ptLst>
  <dgm:cxnLst>
    <dgm:cxn modelId="{72761C5F-711D-45C6-8662-5BCA940ACACB}" srcId="{B574EDA0-DF7D-4782-A4B0-E138A7E6AF89}" destId="{3FEF0B95-E058-4A88-A364-73CB95517B84}" srcOrd="1" destOrd="0" parTransId="{AEDBCD93-7D76-4C5D-91B6-05431EE3174F}" sibTransId="{E737BFF8-DE3B-4302-BBEB-3CE0D1EB6058}"/>
    <dgm:cxn modelId="{D89C4B41-21D5-4F1A-A48B-5706EF31BDA4}" srcId="{B574EDA0-DF7D-4782-A4B0-E138A7E6AF89}" destId="{2314469E-7989-41D6-9742-60AA91B4ED97}" srcOrd="0" destOrd="0" parTransId="{9C1876E3-18B1-45D1-BA7C-F1B520354D7F}" sibTransId="{E4991AC5-F19A-4723-B1A6-1E913147E1F0}"/>
    <dgm:cxn modelId="{0DFF9282-C10D-4C7D-90DF-585C02D7DAED}" type="presOf" srcId="{3FEF0B95-E058-4A88-A364-73CB95517B84}" destId="{C2395514-FB6B-4FF9-86E5-046E3DA6BAA2}" srcOrd="0" destOrd="0" presId="urn:microsoft.com/office/officeart/2005/8/layout/vList2"/>
    <dgm:cxn modelId="{648420DB-0838-42D1-8C47-EF0FA10FEF20}" type="presOf" srcId="{B574EDA0-DF7D-4782-A4B0-E138A7E6AF89}" destId="{7F431A94-CA93-4CE3-9CC3-5965882AFC20}" srcOrd="0" destOrd="0" presId="urn:microsoft.com/office/officeart/2005/8/layout/vList2"/>
    <dgm:cxn modelId="{6A5D90DD-0119-46B4-AE1E-E887F0151AE1}" type="presOf" srcId="{2314469E-7989-41D6-9742-60AA91B4ED97}" destId="{442AC824-675F-4DED-90E1-F6671DCA9778}" srcOrd="0" destOrd="0" presId="urn:microsoft.com/office/officeart/2005/8/layout/vList2"/>
    <dgm:cxn modelId="{3BEC8FAB-183F-4093-9B91-6C8049EEB8DF}" type="presParOf" srcId="{7F431A94-CA93-4CE3-9CC3-5965882AFC20}" destId="{442AC824-675F-4DED-90E1-F6671DCA9778}" srcOrd="0" destOrd="0" presId="urn:microsoft.com/office/officeart/2005/8/layout/vList2"/>
    <dgm:cxn modelId="{1BF23C35-2BB6-4BED-ACE2-01623B983171}" type="presParOf" srcId="{7F431A94-CA93-4CE3-9CC3-5965882AFC20}" destId="{389A3CB2-5950-441D-BC77-AF1324BC23D9}" srcOrd="1" destOrd="0" presId="urn:microsoft.com/office/officeart/2005/8/layout/vList2"/>
    <dgm:cxn modelId="{3BF61213-9DFE-485A-807E-63084FF053DB}" type="presParOf" srcId="{7F431A94-CA93-4CE3-9CC3-5965882AFC20}" destId="{C2395514-FB6B-4FF9-86E5-046E3DA6BAA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AE19FE2B-A0A5-4062-9040-B0F9EB4BBB5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8F718DB-803B-4274-8519-2E7A4C8FC8EE}">
      <dgm:prSet/>
      <dgm:spPr/>
      <dgm:t>
        <a:bodyPr/>
        <a:lstStyle/>
        <a:p>
          <a:r>
            <a:rPr lang="uk-UA" b="0" i="0" dirty="0"/>
            <a:t>«Вічний мир» між Московським царством та Річчю Посполитою</a:t>
          </a:r>
          <a:endParaRPr lang="uk-UA" dirty="0"/>
        </a:p>
      </dgm:t>
    </dgm:pt>
    <dgm:pt modelId="{A7F3FF98-A75E-4E70-9F46-EE04FC7D41C0}" type="parTrans" cxnId="{1FFF371F-0DB7-4E9B-B165-E68339963798}">
      <dgm:prSet/>
      <dgm:spPr/>
      <dgm:t>
        <a:bodyPr/>
        <a:lstStyle/>
        <a:p>
          <a:endParaRPr lang="uk-UA"/>
        </a:p>
      </dgm:t>
    </dgm:pt>
    <dgm:pt modelId="{98C3BBD6-7C4D-46C8-BCF4-4208AA6E14B0}" type="sibTrans" cxnId="{1FFF371F-0DB7-4E9B-B165-E68339963798}">
      <dgm:prSet/>
      <dgm:spPr/>
      <dgm:t>
        <a:bodyPr/>
        <a:lstStyle/>
        <a:p>
          <a:endParaRPr lang="uk-UA"/>
        </a:p>
      </dgm:t>
    </dgm:pt>
    <dgm:pt modelId="{E91C345B-6291-4C43-A31B-813981ECB368}">
      <dgm:prSet/>
      <dgm:spPr/>
      <dgm:t>
        <a:bodyPr/>
        <a:lstStyle/>
        <a:p>
          <a:r>
            <a:rPr lang="uk-UA" b="0" i="0" dirty="0"/>
            <a:t>Гадяцькі пункти між Військом Запорозьким та Річчю Посполитою</a:t>
          </a:r>
          <a:endParaRPr lang="uk-UA" dirty="0"/>
        </a:p>
      </dgm:t>
    </dgm:pt>
    <dgm:pt modelId="{73434663-2834-4230-9093-60624F92F74D}" type="parTrans" cxnId="{6985DF2B-B313-4A81-97EB-BA46AB769192}">
      <dgm:prSet/>
      <dgm:spPr/>
      <dgm:t>
        <a:bodyPr/>
        <a:lstStyle/>
        <a:p>
          <a:endParaRPr lang="uk-UA"/>
        </a:p>
      </dgm:t>
    </dgm:pt>
    <dgm:pt modelId="{3C3CBDFF-BB45-4E1A-8770-FE44FA28E81C}" type="sibTrans" cxnId="{6985DF2B-B313-4A81-97EB-BA46AB769192}">
      <dgm:prSet/>
      <dgm:spPr/>
      <dgm:t>
        <a:bodyPr/>
        <a:lstStyle/>
        <a:p>
          <a:endParaRPr lang="uk-UA"/>
        </a:p>
      </dgm:t>
    </dgm:pt>
    <dgm:pt modelId="{DC3C2B8D-D7D9-4115-ADFA-33EDEB3E60CB}" type="pres">
      <dgm:prSet presAssocID="{AE19FE2B-A0A5-4062-9040-B0F9EB4BBB5D}" presName="linear" presStyleCnt="0">
        <dgm:presLayoutVars>
          <dgm:animLvl val="lvl"/>
          <dgm:resizeHandles val="exact"/>
        </dgm:presLayoutVars>
      </dgm:prSet>
      <dgm:spPr/>
    </dgm:pt>
    <dgm:pt modelId="{FA5921C0-6575-4F71-98FB-A7210ABB01A6}" type="pres">
      <dgm:prSet presAssocID="{28F718DB-803B-4274-8519-2E7A4C8FC8EE}" presName="parentText" presStyleLbl="node1" presStyleIdx="0" presStyleCnt="2">
        <dgm:presLayoutVars>
          <dgm:chMax val="0"/>
          <dgm:bulletEnabled val="1"/>
        </dgm:presLayoutVars>
      </dgm:prSet>
      <dgm:spPr/>
    </dgm:pt>
    <dgm:pt modelId="{71DDD35A-3124-4AF4-9069-1340936345F5}" type="pres">
      <dgm:prSet presAssocID="{98C3BBD6-7C4D-46C8-BCF4-4208AA6E14B0}" presName="spacer" presStyleCnt="0"/>
      <dgm:spPr/>
    </dgm:pt>
    <dgm:pt modelId="{29AC90F3-B104-40C4-BFE0-0D040A0AA630}" type="pres">
      <dgm:prSet presAssocID="{E91C345B-6291-4C43-A31B-813981ECB368}" presName="parentText" presStyleLbl="node1" presStyleIdx="1" presStyleCnt="2">
        <dgm:presLayoutVars>
          <dgm:chMax val="0"/>
          <dgm:bulletEnabled val="1"/>
        </dgm:presLayoutVars>
      </dgm:prSet>
      <dgm:spPr/>
    </dgm:pt>
  </dgm:ptLst>
  <dgm:cxnLst>
    <dgm:cxn modelId="{4E1F2C1C-F840-4BAB-A4A4-233E9B601D1C}" type="presOf" srcId="{E91C345B-6291-4C43-A31B-813981ECB368}" destId="{29AC90F3-B104-40C4-BFE0-0D040A0AA630}" srcOrd="0" destOrd="0" presId="urn:microsoft.com/office/officeart/2005/8/layout/vList2"/>
    <dgm:cxn modelId="{1FFF371F-0DB7-4E9B-B165-E68339963798}" srcId="{AE19FE2B-A0A5-4062-9040-B0F9EB4BBB5D}" destId="{28F718DB-803B-4274-8519-2E7A4C8FC8EE}" srcOrd="0" destOrd="0" parTransId="{A7F3FF98-A75E-4E70-9F46-EE04FC7D41C0}" sibTransId="{98C3BBD6-7C4D-46C8-BCF4-4208AA6E14B0}"/>
    <dgm:cxn modelId="{6985DF2B-B313-4A81-97EB-BA46AB769192}" srcId="{AE19FE2B-A0A5-4062-9040-B0F9EB4BBB5D}" destId="{E91C345B-6291-4C43-A31B-813981ECB368}" srcOrd="1" destOrd="0" parTransId="{73434663-2834-4230-9093-60624F92F74D}" sibTransId="{3C3CBDFF-BB45-4E1A-8770-FE44FA28E81C}"/>
    <dgm:cxn modelId="{6E2B8A32-51B6-4ECC-A0CC-401C388D2BF9}" type="presOf" srcId="{AE19FE2B-A0A5-4062-9040-B0F9EB4BBB5D}" destId="{DC3C2B8D-D7D9-4115-ADFA-33EDEB3E60CB}" srcOrd="0" destOrd="0" presId="urn:microsoft.com/office/officeart/2005/8/layout/vList2"/>
    <dgm:cxn modelId="{0663CB64-0065-4884-981A-360E271C9445}" type="presOf" srcId="{28F718DB-803B-4274-8519-2E7A4C8FC8EE}" destId="{FA5921C0-6575-4F71-98FB-A7210ABB01A6}" srcOrd="0" destOrd="0" presId="urn:microsoft.com/office/officeart/2005/8/layout/vList2"/>
    <dgm:cxn modelId="{C00E392A-4462-40A4-93C9-563985E2D74F}" type="presParOf" srcId="{DC3C2B8D-D7D9-4115-ADFA-33EDEB3E60CB}" destId="{FA5921C0-6575-4F71-98FB-A7210ABB01A6}" srcOrd="0" destOrd="0" presId="urn:microsoft.com/office/officeart/2005/8/layout/vList2"/>
    <dgm:cxn modelId="{6A49EB01-83ED-4B17-BF50-7DF6A22CC3EC}" type="presParOf" srcId="{DC3C2B8D-D7D9-4115-ADFA-33EDEB3E60CB}" destId="{71DDD35A-3124-4AF4-9069-1340936345F5}" srcOrd="1" destOrd="0" presId="urn:microsoft.com/office/officeart/2005/8/layout/vList2"/>
    <dgm:cxn modelId="{86D23420-37F8-45FC-A3A5-637C465BE9C4}" type="presParOf" srcId="{DC3C2B8D-D7D9-4115-ADFA-33EDEB3E60CB}" destId="{29AC90F3-B104-40C4-BFE0-0D040A0AA630}"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898F42E9-60F6-4DCE-8C50-5FCF6C3FD51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DF3E8F7-F7FD-4AF5-8A3A-18CDCF098704}">
      <dgm:prSet/>
      <dgm:spPr/>
      <dgm:t>
        <a:bodyPr/>
        <a:lstStyle/>
        <a:p>
          <a:r>
            <a:rPr lang="uk-UA" b="0" i="0"/>
            <a:t>Зборівський договір (1649 р.)</a:t>
          </a:r>
          <a:endParaRPr lang="uk-UA"/>
        </a:p>
      </dgm:t>
    </dgm:pt>
    <dgm:pt modelId="{034CB735-20E0-41EA-AE6A-6D80FDE83FE6}" type="parTrans" cxnId="{32E6AC14-A057-4A82-A8B7-B6E46AA60E90}">
      <dgm:prSet/>
      <dgm:spPr/>
      <dgm:t>
        <a:bodyPr/>
        <a:lstStyle/>
        <a:p>
          <a:endParaRPr lang="uk-UA"/>
        </a:p>
      </dgm:t>
    </dgm:pt>
    <dgm:pt modelId="{BAF5A1F4-12E2-46C5-B596-926C28BA7DCD}" type="sibTrans" cxnId="{32E6AC14-A057-4A82-A8B7-B6E46AA60E90}">
      <dgm:prSet/>
      <dgm:spPr/>
      <dgm:t>
        <a:bodyPr/>
        <a:lstStyle/>
        <a:p>
          <a:endParaRPr lang="uk-UA"/>
        </a:p>
      </dgm:t>
    </dgm:pt>
    <dgm:pt modelId="{0CA4EF33-DA4E-447E-92AD-01951D6E047E}">
      <dgm:prSet/>
      <dgm:spPr/>
      <dgm:t>
        <a:bodyPr/>
        <a:lstStyle/>
        <a:p>
          <a:r>
            <a:rPr lang="uk-UA" b="0" i="0" dirty="0"/>
            <a:t>Білоцерківський договір (1651 р.)</a:t>
          </a:r>
          <a:endParaRPr lang="uk-UA" dirty="0"/>
        </a:p>
      </dgm:t>
    </dgm:pt>
    <dgm:pt modelId="{4A3222F9-4B20-4259-A30F-72E4A48DE636}" type="parTrans" cxnId="{F6178926-C383-4ABA-B72D-427EF0570841}">
      <dgm:prSet/>
      <dgm:spPr/>
      <dgm:t>
        <a:bodyPr/>
        <a:lstStyle/>
        <a:p>
          <a:endParaRPr lang="uk-UA"/>
        </a:p>
      </dgm:t>
    </dgm:pt>
    <dgm:pt modelId="{FF7D3CA4-D3B8-4E0C-A59E-8AA75C3F3DAF}" type="sibTrans" cxnId="{F6178926-C383-4ABA-B72D-427EF0570841}">
      <dgm:prSet/>
      <dgm:spPr/>
      <dgm:t>
        <a:bodyPr/>
        <a:lstStyle/>
        <a:p>
          <a:endParaRPr lang="uk-UA"/>
        </a:p>
      </dgm:t>
    </dgm:pt>
    <dgm:pt modelId="{CA903402-BECB-4A93-A982-BF65596E34CE}">
      <dgm:prSet/>
      <dgm:spPr/>
      <dgm:t>
        <a:bodyPr/>
        <a:lstStyle/>
        <a:p>
          <a:r>
            <a:rPr lang="uk-UA" b="0" i="0"/>
            <a:t>Гадяцький договір (1658 р.)</a:t>
          </a:r>
          <a:endParaRPr lang="uk-UA"/>
        </a:p>
      </dgm:t>
    </dgm:pt>
    <dgm:pt modelId="{7025CB50-F7B9-41CD-941F-EE121E805C09}" type="parTrans" cxnId="{6E8473BC-D81B-438D-B7CB-32D4941BB1DD}">
      <dgm:prSet/>
      <dgm:spPr/>
      <dgm:t>
        <a:bodyPr/>
        <a:lstStyle/>
        <a:p>
          <a:endParaRPr lang="uk-UA"/>
        </a:p>
      </dgm:t>
    </dgm:pt>
    <dgm:pt modelId="{10F0AC5A-1208-440B-9D3E-FE58AE7B5DD1}" type="sibTrans" cxnId="{6E8473BC-D81B-438D-B7CB-32D4941BB1DD}">
      <dgm:prSet/>
      <dgm:spPr/>
      <dgm:t>
        <a:bodyPr/>
        <a:lstStyle/>
        <a:p>
          <a:endParaRPr lang="uk-UA"/>
        </a:p>
      </dgm:t>
    </dgm:pt>
    <dgm:pt modelId="{B3181761-804F-4855-ABBF-96DDF1825551}">
      <dgm:prSet/>
      <dgm:spPr/>
      <dgm:t>
        <a:bodyPr/>
        <a:lstStyle/>
        <a:p>
          <a:r>
            <a:rPr lang="uk-UA" b="0" i="0"/>
            <a:t>Бахчисарайський договір (1681 р.)</a:t>
          </a:r>
          <a:endParaRPr lang="uk-UA"/>
        </a:p>
      </dgm:t>
    </dgm:pt>
    <dgm:pt modelId="{1D10465D-D5D8-4055-B1DD-6506488D9E2F}" type="parTrans" cxnId="{03EAED49-513C-49B1-95DA-355B9F28354D}">
      <dgm:prSet/>
      <dgm:spPr/>
      <dgm:t>
        <a:bodyPr/>
        <a:lstStyle/>
        <a:p>
          <a:endParaRPr lang="uk-UA"/>
        </a:p>
      </dgm:t>
    </dgm:pt>
    <dgm:pt modelId="{FBF16901-66F2-4DFD-BCBD-B24811BC56E2}" type="sibTrans" cxnId="{03EAED49-513C-49B1-95DA-355B9F28354D}">
      <dgm:prSet/>
      <dgm:spPr/>
      <dgm:t>
        <a:bodyPr/>
        <a:lstStyle/>
        <a:p>
          <a:endParaRPr lang="uk-UA"/>
        </a:p>
      </dgm:t>
    </dgm:pt>
    <dgm:pt modelId="{FB074781-0C58-4135-962C-C189784F8B46}">
      <dgm:prSet/>
      <dgm:spPr/>
      <dgm:t>
        <a:bodyPr/>
        <a:lstStyle/>
        <a:p>
          <a:r>
            <a:rPr lang="uk-UA" b="0" i="0" dirty="0"/>
            <a:t>«Вічний мир» (1686 р.)</a:t>
          </a:r>
          <a:endParaRPr lang="uk-UA" dirty="0"/>
        </a:p>
      </dgm:t>
    </dgm:pt>
    <dgm:pt modelId="{EB09FBED-6F94-4533-8875-2021D47E35CD}" type="parTrans" cxnId="{6547A114-513E-48EC-997F-1364CAB80592}">
      <dgm:prSet/>
      <dgm:spPr/>
      <dgm:t>
        <a:bodyPr/>
        <a:lstStyle/>
        <a:p>
          <a:endParaRPr lang="uk-UA"/>
        </a:p>
      </dgm:t>
    </dgm:pt>
    <dgm:pt modelId="{9EA1F01C-2EDE-4319-8B8F-61E76353290F}" type="sibTrans" cxnId="{6547A114-513E-48EC-997F-1364CAB80592}">
      <dgm:prSet/>
      <dgm:spPr/>
      <dgm:t>
        <a:bodyPr/>
        <a:lstStyle/>
        <a:p>
          <a:endParaRPr lang="uk-UA"/>
        </a:p>
      </dgm:t>
    </dgm:pt>
    <dgm:pt modelId="{E648FD9D-CC50-427A-B86A-BFB241810B8D}" type="pres">
      <dgm:prSet presAssocID="{898F42E9-60F6-4DCE-8C50-5FCF6C3FD517}" presName="linear" presStyleCnt="0">
        <dgm:presLayoutVars>
          <dgm:animLvl val="lvl"/>
          <dgm:resizeHandles val="exact"/>
        </dgm:presLayoutVars>
      </dgm:prSet>
      <dgm:spPr/>
    </dgm:pt>
    <dgm:pt modelId="{B53EA5A3-D6DE-4F0F-9292-069C5E32DDCE}" type="pres">
      <dgm:prSet presAssocID="{5DF3E8F7-F7FD-4AF5-8A3A-18CDCF098704}" presName="parentText" presStyleLbl="node1" presStyleIdx="0" presStyleCnt="5">
        <dgm:presLayoutVars>
          <dgm:chMax val="0"/>
          <dgm:bulletEnabled val="1"/>
        </dgm:presLayoutVars>
      </dgm:prSet>
      <dgm:spPr/>
    </dgm:pt>
    <dgm:pt modelId="{2FC787EA-3212-4B86-86F0-3E0A274BBB42}" type="pres">
      <dgm:prSet presAssocID="{BAF5A1F4-12E2-46C5-B596-926C28BA7DCD}" presName="spacer" presStyleCnt="0"/>
      <dgm:spPr/>
    </dgm:pt>
    <dgm:pt modelId="{08676A8C-BD98-461C-96B2-DC1A4FD8F8CA}" type="pres">
      <dgm:prSet presAssocID="{0CA4EF33-DA4E-447E-92AD-01951D6E047E}" presName="parentText" presStyleLbl="node1" presStyleIdx="1" presStyleCnt="5">
        <dgm:presLayoutVars>
          <dgm:chMax val="0"/>
          <dgm:bulletEnabled val="1"/>
        </dgm:presLayoutVars>
      </dgm:prSet>
      <dgm:spPr/>
    </dgm:pt>
    <dgm:pt modelId="{62AE61CA-9505-4489-B611-F1E278960C63}" type="pres">
      <dgm:prSet presAssocID="{FF7D3CA4-D3B8-4E0C-A59E-8AA75C3F3DAF}" presName="spacer" presStyleCnt="0"/>
      <dgm:spPr/>
    </dgm:pt>
    <dgm:pt modelId="{13E81279-B30E-4FDA-9AE9-36A6C24F1D28}" type="pres">
      <dgm:prSet presAssocID="{CA903402-BECB-4A93-A982-BF65596E34CE}" presName="parentText" presStyleLbl="node1" presStyleIdx="2" presStyleCnt="5">
        <dgm:presLayoutVars>
          <dgm:chMax val="0"/>
          <dgm:bulletEnabled val="1"/>
        </dgm:presLayoutVars>
      </dgm:prSet>
      <dgm:spPr/>
    </dgm:pt>
    <dgm:pt modelId="{7AF7EC61-2B1D-4591-8BDC-5F95CD9977A8}" type="pres">
      <dgm:prSet presAssocID="{10F0AC5A-1208-440B-9D3E-FE58AE7B5DD1}" presName="spacer" presStyleCnt="0"/>
      <dgm:spPr/>
    </dgm:pt>
    <dgm:pt modelId="{C469FAC3-EA71-4914-9D72-00C24734CEA7}" type="pres">
      <dgm:prSet presAssocID="{B3181761-804F-4855-ABBF-96DDF1825551}" presName="parentText" presStyleLbl="node1" presStyleIdx="3" presStyleCnt="5">
        <dgm:presLayoutVars>
          <dgm:chMax val="0"/>
          <dgm:bulletEnabled val="1"/>
        </dgm:presLayoutVars>
      </dgm:prSet>
      <dgm:spPr/>
    </dgm:pt>
    <dgm:pt modelId="{1F205157-23B7-4C6F-A540-C4C0B541CE37}" type="pres">
      <dgm:prSet presAssocID="{FBF16901-66F2-4DFD-BCBD-B24811BC56E2}" presName="spacer" presStyleCnt="0"/>
      <dgm:spPr/>
    </dgm:pt>
    <dgm:pt modelId="{479D711B-C3BE-4397-900C-67D4E4070E88}" type="pres">
      <dgm:prSet presAssocID="{FB074781-0C58-4135-962C-C189784F8B46}" presName="parentText" presStyleLbl="node1" presStyleIdx="4" presStyleCnt="5">
        <dgm:presLayoutVars>
          <dgm:chMax val="0"/>
          <dgm:bulletEnabled val="1"/>
        </dgm:presLayoutVars>
      </dgm:prSet>
      <dgm:spPr/>
    </dgm:pt>
  </dgm:ptLst>
  <dgm:cxnLst>
    <dgm:cxn modelId="{6547A114-513E-48EC-997F-1364CAB80592}" srcId="{898F42E9-60F6-4DCE-8C50-5FCF6C3FD517}" destId="{FB074781-0C58-4135-962C-C189784F8B46}" srcOrd="4" destOrd="0" parTransId="{EB09FBED-6F94-4533-8875-2021D47E35CD}" sibTransId="{9EA1F01C-2EDE-4319-8B8F-61E76353290F}"/>
    <dgm:cxn modelId="{32E6AC14-A057-4A82-A8B7-B6E46AA60E90}" srcId="{898F42E9-60F6-4DCE-8C50-5FCF6C3FD517}" destId="{5DF3E8F7-F7FD-4AF5-8A3A-18CDCF098704}" srcOrd="0" destOrd="0" parTransId="{034CB735-20E0-41EA-AE6A-6D80FDE83FE6}" sibTransId="{BAF5A1F4-12E2-46C5-B596-926C28BA7DCD}"/>
    <dgm:cxn modelId="{F6178926-C383-4ABA-B72D-427EF0570841}" srcId="{898F42E9-60F6-4DCE-8C50-5FCF6C3FD517}" destId="{0CA4EF33-DA4E-447E-92AD-01951D6E047E}" srcOrd="1" destOrd="0" parTransId="{4A3222F9-4B20-4259-A30F-72E4A48DE636}" sibTransId="{FF7D3CA4-D3B8-4E0C-A59E-8AA75C3F3DAF}"/>
    <dgm:cxn modelId="{DA1E7A63-4AE5-481B-8EED-F3F7FB040B03}" type="presOf" srcId="{898F42E9-60F6-4DCE-8C50-5FCF6C3FD517}" destId="{E648FD9D-CC50-427A-B86A-BFB241810B8D}" srcOrd="0" destOrd="0" presId="urn:microsoft.com/office/officeart/2005/8/layout/vList2"/>
    <dgm:cxn modelId="{AF86DC65-40EA-464C-9A9B-53B6DFD8C2AE}" type="presOf" srcId="{0CA4EF33-DA4E-447E-92AD-01951D6E047E}" destId="{08676A8C-BD98-461C-96B2-DC1A4FD8F8CA}" srcOrd="0" destOrd="0" presId="urn:microsoft.com/office/officeart/2005/8/layout/vList2"/>
    <dgm:cxn modelId="{03EAED49-513C-49B1-95DA-355B9F28354D}" srcId="{898F42E9-60F6-4DCE-8C50-5FCF6C3FD517}" destId="{B3181761-804F-4855-ABBF-96DDF1825551}" srcOrd="3" destOrd="0" parTransId="{1D10465D-D5D8-4055-B1DD-6506488D9E2F}" sibTransId="{FBF16901-66F2-4DFD-BCBD-B24811BC56E2}"/>
    <dgm:cxn modelId="{04418CAB-EA18-4D19-98DC-079FC29725DE}" type="presOf" srcId="{5DF3E8F7-F7FD-4AF5-8A3A-18CDCF098704}" destId="{B53EA5A3-D6DE-4F0F-9292-069C5E32DDCE}" srcOrd="0" destOrd="0" presId="urn:microsoft.com/office/officeart/2005/8/layout/vList2"/>
    <dgm:cxn modelId="{B98258B6-933F-45BA-9139-8B963447173B}" type="presOf" srcId="{CA903402-BECB-4A93-A982-BF65596E34CE}" destId="{13E81279-B30E-4FDA-9AE9-36A6C24F1D28}" srcOrd="0" destOrd="0" presId="urn:microsoft.com/office/officeart/2005/8/layout/vList2"/>
    <dgm:cxn modelId="{6E8473BC-D81B-438D-B7CB-32D4941BB1DD}" srcId="{898F42E9-60F6-4DCE-8C50-5FCF6C3FD517}" destId="{CA903402-BECB-4A93-A982-BF65596E34CE}" srcOrd="2" destOrd="0" parTransId="{7025CB50-F7B9-41CD-941F-EE121E805C09}" sibTransId="{10F0AC5A-1208-440B-9D3E-FE58AE7B5DD1}"/>
    <dgm:cxn modelId="{2CACAED7-1082-4902-9DAB-E76B37421F43}" type="presOf" srcId="{FB074781-0C58-4135-962C-C189784F8B46}" destId="{479D711B-C3BE-4397-900C-67D4E4070E88}" srcOrd="0" destOrd="0" presId="urn:microsoft.com/office/officeart/2005/8/layout/vList2"/>
    <dgm:cxn modelId="{C06328F1-2649-47AF-9308-AB7525F722D1}" type="presOf" srcId="{B3181761-804F-4855-ABBF-96DDF1825551}" destId="{C469FAC3-EA71-4914-9D72-00C24734CEA7}" srcOrd="0" destOrd="0" presId="urn:microsoft.com/office/officeart/2005/8/layout/vList2"/>
    <dgm:cxn modelId="{431469DF-DE9A-41C6-A8DC-5F89DD5D31AC}" type="presParOf" srcId="{E648FD9D-CC50-427A-B86A-BFB241810B8D}" destId="{B53EA5A3-D6DE-4F0F-9292-069C5E32DDCE}" srcOrd="0" destOrd="0" presId="urn:microsoft.com/office/officeart/2005/8/layout/vList2"/>
    <dgm:cxn modelId="{435C713B-2B69-4185-9120-1FCBB8AF11B0}" type="presParOf" srcId="{E648FD9D-CC50-427A-B86A-BFB241810B8D}" destId="{2FC787EA-3212-4B86-86F0-3E0A274BBB42}" srcOrd="1" destOrd="0" presId="urn:microsoft.com/office/officeart/2005/8/layout/vList2"/>
    <dgm:cxn modelId="{F68FC427-59FF-40AF-A63E-E6ECAEBF5BA2}" type="presParOf" srcId="{E648FD9D-CC50-427A-B86A-BFB241810B8D}" destId="{08676A8C-BD98-461C-96B2-DC1A4FD8F8CA}" srcOrd="2" destOrd="0" presId="urn:microsoft.com/office/officeart/2005/8/layout/vList2"/>
    <dgm:cxn modelId="{B43B7F6E-0E6A-48F7-B5ED-29EBEFD81BFF}" type="presParOf" srcId="{E648FD9D-CC50-427A-B86A-BFB241810B8D}" destId="{62AE61CA-9505-4489-B611-F1E278960C63}" srcOrd="3" destOrd="0" presId="urn:microsoft.com/office/officeart/2005/8/layout/vList2"/>
    <dgm:cxn modelId="{86A84A8A-C12D-423C-92AB-BE9AFF783911}" type="presParOf" srcId="{E648FD9D-CC50-427A-B86A-BFB241810B8D}" destId="{13E81279-B30E-4FDA-9AE9-36A6C24F1D28}" srcOrd="4" destOrd="0" presId="urn:microsoft.com/office/officeart/2005/8/layout/vList2"/>
    <dgm:cxn modelId="{7A54A5D1-67DD-42D9-9962-773018C66F6E}" type="presParOf" srcId="{E648FD9D-CC50-427A-B86A-BFB241810B8D}" destId="{7AF7EC61-2B1D-4591-8BDC-5F95CD9977A8}" srcOrd="5" destOrd="0" presId="urn:microsoft.com/office/officeart/2005/8/layout/vList2"/>
    <dgm:cxn modelId="{1436B036-5133-46D4-84DA-BFA8483DD210}" type="presParOf" srcId="{E648FD9D-CC50-427A-B86A-BFB241810B8D}" destId="{C469FAC3-EA71-4914-9D72-00C24734CEA7}" srcOrd="6" destOrd="0" presId="urn:microsoft.com/office/officeart/2005/8/layout/vList2"/>
    <dgm:cxn modelId="{2C96A07A-0DE2-4A40-A0D1-E9A3016F144A}" type="presParOf" srcId="{E648FD9D-CC50-427A-B86A-BFB241810B8D}" destId="{1F205157-23B7-4C6F-A540-C4C0B541CE37}" srcOrd="7" destOrd="0" presId="urn:microsoft.com/office/officeart/2005/8/layout/vList2"/>
    <dgm:cxn modelId="{B3A4056E-D1C8-43B7-A61A-A96EAAD44899}" type="presParOf" srcId="{E648FD9D-CC50-427A-B86A-BFB241810B8D}" destId="{479D711B-C3BE-4397-900C-67D4E4070E8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AB7EF797-CBF0-4607-8DB4-A8D4FC6FED8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DBDC44F-B63D-435C-B03F-BB8BB84211B2}">
      <dgm:prSet/>
      <dgm:spPr/>
      <dgm:t>
        <a:bodyPr/>
        <a:lstStyle/>
        <a:p>
          <a:r>
            <a:rPr lang="uk-UA" b="0" i="0" dirty="0"/>
            <a:t>Бахчисарайський договір між Московським царством та Османською імперією й Кримським ханством</a:t>
          </a:r>
          <a:endParaRPr lang="uk-UA" dirty="0"/>
        </a:p>
      </dgm:t>
    </dgm:pt>
    <dgm:pt modelId="{EDB6DB3D-69FC-4FEA-B4C6-20AC08BD44F1}" type="parTrans" cxnId="{67ECE741-798D-4471-8A6C-2A79C05FA55B}">
      <dgm:prSet/>
      <dgm:spPr/>
      <dgm:t>
        <a:bodyPr/>
        <a:lstStyle/>
        <a:p>
          <a:endParaRPr lang="uk-UA"/>
        </a:p>
      </dgm:t>
    </dgm:pt>
    <dgm:pt modelId="{F728568F-C6B2-4E0A-9B77-7634B974685B}" type="sibTrans" cxnId="{67ECE741-798D-4471-8A6C-2A79C05FA55B}">
      <dgm:prSet/>
      <dgm:spPr/>
      <dgm:t>
        <a:bodyPr/>
        <a:lstStyle/>
        <a:p>
          <a:endParaRPr lang="uk-UA"/>
        </a:p>
      </dgm:t>
    </dgm:pt>
    <dgm:pt modelId="{B2F3C194-E1E4-4D50-B771-D69DADBD88F0}">
      <dgm:prSet/>
      <dgm:spPr/>
      <dgm:t>
        <a:bodyPr/>
        <a:lstStyle/>
        <a:p>
          <a:r>
            <a:rPr lang="uk-UA" b="0" i="0" dirty="0"/>
            <a:t>Андрусівський договір між Річчю Посполитою та Московським царством</a:t>
          </a:r>
          <a:endParaRPr lang="uk-UA" dirty="0"/>
        </a:p>
      </dgm:t>
    </dgm:pt>
    <dgm:pt modelId="{69B6AA1F-DE72-4EA4-BB84-863E3F7B0A63}" type="parTrans" cxnId="{102CB9A5-016F-402C-863E-A7DD2227424C}">
      <dgm:prSet/>
      <dgm:spPr/>
      <dgm:t>
        <a:bodyPr/>
        <a:lstStyle/>
        <a:p>
          <a:endParaRPr lang="uk-UA"/>
        </a:p>
      </dgm:t>
    </dgm:pt>
    <dgm:pt modelId="{4759BCC4-E428-4705-8117-B2258F3A32DD}" type="sibTrans" cxnId="{102CB9A5-016F-402C-863E-A7DD2227424C}">
      <dgm:prSet/>
      <dgm:spPr/>
      <dgm:t>
        <a:bodyPr/>
        <a:lstStyle/>
        <a:p>
          <a:endParaRPr lang="uk-UA"/>
        </a:p>
      </dgm:t>
    </dgm:pt>
    <dgm:pt modelId="{192103A8-23D3-4E35-9716-90EC4E79B9FD}">
      <dgm:prSet/>
      <dgm:spPr/>
      <dgm:t>
        <a:bodyPr/>
        <a:lstStyle/>
        <a:p>
          <a:r>
            <a:rPr lang="uk-UA" b="0" i="0"/>
            <a:t>«Вічний мир» між Московським царством та Річчю Посполитою</a:t>
          </a:r>
          <a:endParaRPr lang="uk-UA"/>
        </a:p>
      </dgm:t>
    </dgm:pt>
    <dgm:pt modelId="{280F1E68-E0AA-4CF6-B3C6-2570DABCD1B8}" type="parTrans" cxnId="{43D0780E-59ED-4EEE-8C8D-A089F5D8A70A}">
      <dgm:prSet/>
      <dgm:spPr/>
      <dgm:t>
        <a:bodyPr/>
        <a:lstStyle/>
        <a:p>
          <a:endParaRPr lang="uk-UA"/>
        </a:p>
      </dgm:t>
    </dgm:pt>
    <dgm:pt modelId="{83AB04F3-6E62-4B14-945E-307D4914A465}" type="sibTrans" cxnId="{43D0780E-59ED-4EEE-8C8D-A089F5D8A70A}">
      <dgm:prSet/>
      <dgm:spPr/>
      <dgm:t>
        <a:bodyPr/>
        <a:lstStyle/>
        <a:p>
          <a:endParaRPr lang="uk-UA"/>
        </a:p>
      </dgm:t>
    </dgm:pt>
    <dgm:pt modelId="{C336704E-B02A-4EFC-A6E4-DF8377E332EF}">
      <dgm:prSet/>
      <dgm:spPr/>
      <dgm:t>
        <a:bodyPr/>
        <a:lstStyle/>
        <a:p>
          <a:r>
            <a:rPr lang="uk-UA" b="0" i="0" dirty="0"/>
            <a:t>«Березневі статті» між Військом Запорозьким і Московським царством</a:t>
          </a:r>
          <a:endParaRPr lang="uk-UA" dirty="0"/>
        </a:p>
      </dgm:t>
    </dgm:pt>
    <dgm:pt modelId="{A37387C7-3D5B-4CC3-842E-FA28E3A04143}" type="parTrans" cxnId="{2F2B74E6-0CBD-4DC2-ADB8-D3117554B080}">
      <dgm:prSet/>
      <dgm:spPr/>
      <dgm:t>
        <a:bodyPr/>
        <a:lstStyle/>
        <a:p>
          <a:endParaRPr lang="uk-UA"/>
        </a:p>
      </dgm:t>
    </dgm:pt>
    <dgm:pt modelId="{B5A9488A-6A69-409B-9EBB-DE8FA5DBE3B9}" type="sibTrans" cxnId="{2F2B74E6-0CBD-4DC2-ADB8-D3117554B080}">
      <dgm:prSet/>
      <dgm:spPr/>
      <dgm:t>
        <a:bodyPr/>
        <a:lstStyle/>
        <a:p>
          <a:endParaRPr lang="uk-UA"/>
        </a:p>
      </dgm:t>
    </dgm:pt>
    <dgm:pt modelId="{CAF9105A-3009-4384-A2E6-EBB38C308639}" type="pres">
      <dgm:prSet presAssocID="{AB7EF797-CBF0-4607-8DB4-A8D4FC6FED86}" presName="linear" presStyleCnt="0">
        <dgm:presLayoutVars>
          <dgm:animLvl val="lvl"/>
          <dgm:resizeHandles val="exact"/>
        </dgm:presLayoutVars>
      </dgm:prSet>
      <dgm:spPr/>
    </dgm:pt>
    <dgm:pt modelId="{6EA9C62B-F253-42FB-959F-F22F2D373326}" type="pres">
      <dgm:prSet presAssocID="{EDBDC44F-B63D-435C-B03F-BB8BB84211B2}" presName="parentText" presStyleLbl="node1" presStyleIdx="0" presStyleCnt="4">
        <dgm:presLayoutVars>
          <dgm:chMax val="0"/>
          <dgm:bulletEnabled val="1"/>
        </dgm:presLayoutVars>
      </dgm:prSet>
      <dgm:spPr/>
    </dgm:pt>
    <dgm:pt modelId="{1123D14D-CA87-480E-AA70-6F99CB093F71}" type="pres">
      <dgm:prSet presAssocID="{F728568F-C6B2-4E0A-9B77-7634B974685B}" presName="spacer" presStyleCnt="0"/>
      <dgm:spPr/>
    </dgm:pt>
    <dgm:pt modelId="{95DE2348-4D64-4CB5-BC60-5EE9E0C3CDEE}" type="pres">
      <dgm:prSet presAssocID="{B2F3C194-E1E4-4D50-B771-D69DADBD88F0}" presName="parentText" presStyleLbl="node1" presStyleIdx="1" presStyleCnt="4">
        <dgm:presLayoutVars>
          <dgm:chMax val="0"/>
          <dgm:bulletEnabled val="1"/>
        </dgm:presLayoutVars>
      </dgm:prSet>
      <dgm:spPr/>
    </dgm:pt>
    <dgm:pt modelId="{8EEDAF81-7CCD-439A-B6DB-593C7A13DDAF}" type="pres">
      <dgm:prSet presAssocID="{4759BCC4-E428-4705-8117-B2258F3A32DD}" presName="spacer" presStyleCnt="0"/>
      <dgm:spPr/>
    </dgm:pt>
    <dgm:pt modelId="{1B78730C-A3EC-44E9-8BC8-E1A56ABADA7F}" type="pres">
      <dgm:prSet presAssocID="{192103A8-23D3-4E35-9716-90EC4E79B9FD}" presName="parentText" presStyleLbl="node1" presStyleIdx="2" presStyleCnt="4">
        <dgm:presLayoutVars>
          <dgm:chMax val="0"/>
          <dgm:bulletEnabled val="1"/>
        </dgm:presLayoutVars>
      </dgm:prSet>
      <dgm:spPr/>
    </dgm:pt>
    <dgm:pt modelId="{CAD44C87-D272-47A6-B0BA-6F1E5433AB3A}" type="pres">
      <dgm:prSet presAssocID="{83AB04F3-6E62-4B14-945E-307D4914A465}" presName="spacer" presStyleCnt="0"/>
      <dgm:spPr/>
    </dgm:pt>
    <dgm:pt modelId="{48ED9BB2-1E4D-4144-A7AF-16A2002EEA63}" type="pres">
      <dgm:prSet presAssocID="{C336704E-B02A-4EFC-A6E4-DF8377E332EF}" presName="parentText" presStyleLbl="node1" presStyleIdx="3" presStyleCnt="4">
        <dgm:presLayoutVars>
          <dgm:chMax val="0"/>
          <dgm:bulletEnabled val="1"/>
        </dgm:presLayoutVars>
      </dgm:prSet>
      <dgm:spPr/>
    </dgm:pt>
  </dgm:ptLst>
  <dgm:cxnLst>
    <dgm:cxn modelId="{43D0780E-59ED-4EEE-8C8D-A089F5D8A70A}" srcId="{AB7EF797-CBF0-4607-8DB4-A8D4FC6FED86}" destId="{192103A8-23D3-4E35-9716-90EC4E79B9FD}" srcOrd="2" destOrd="0" parTransId="{280F1E68-E0AA-4CF6-B3C6-2570DABCD1B8}" sibTransId="{83AB04F3-6E62-4B14-945E-307D4914A465}"/>
    <dgm:cxn modelId="{28B21827-0CBA-4CA4-92E6-078533CE3DB8}" type="presOf" srcId="{B2F3C194-E1E4-4D50-B771-D69DADBD88F0}" destId="{95DE2348-4D64-4CB5-BC60-5EE9E0C3CDEE}" srcOrd="0" destOrd="0" presId="urn:microsoft.com/office/officeart/2005/8/layout/vList2"/>
    <dgm:cxn modelId="{67ECE741-798D-4471-8A6C-2A79C05FA55B}" srcId="{AB7EF797-CBF0-4607-8DB4-A8D4FC6FED86}" destId="{EDBDC44F-B63D-435C-B03F-BB8BB84211B2}" srcOrd="0" destOrd="0" parTransId="{EDB6DB3D-69FC-4FEA-B4C6-20AC08BD44F1}" sibTransId="{F728568F-C6B2-4E0A-9B77-7634B974685B}"/>
    <dgm:cxn modelId="{0E1BE266-0DF0-45C8-9CF2-1913B1901F4B}" type="presOf" srcId="{EDBDC44F-B63D-435C-B03F-BB8BB84211B2}" destId="{6EA9C62B-F253-42FB-959F-F22F2D373326}" srcOrd="0" destOrd="0" presId="urn:microsoft.com/office/officeart/2005/8/layout/vList2"/>
    <dgm:cxn modelId="{FBAD4052-B6C2-420D-A154-6DF810515BB6}" type="presOf" srcId="{AB7EF797-CBF0-4607-8DB4-A8D4FC6FED86}" destId="{CAF9105A-3009-4384-A2E6-EBB38C308639}" srcOrd="0" destOrd="0" presId="urn:microsoft.com/office/officeart/2005/8/layout/vList2"/>
    <dgm:cxn modelId="{002F7B72-4DA6-4F29-B4AA-65BA3DF1A268}" type="presOf" srcId="{192103A8-23D3-4E35-9716-90EC4E79B9FD}" destId="{1B78730C-A3EC-44E9-8BC8-E1A56ABADA7F}" srcOrd="0" destOrd="0" presId="urn:microsoft.com/office/officeart/2005/8/layout/vList2"/>
    <dgm:cxn modelId="{102CB9A5-016F-402C-863E-A7DD2227424C}" srcId="{AB7EF797-CBF0-4607-8DB4-A8D4FC6FED86}" destId="{B2F3C194-E1E4-4D50-B771-D69DADBD88F0}" srcOrd="1" destOrd="0" parTransId="{69B6AA1F-DE72-4EA4-BB84-863E3F7B0A63}" sibTransId="{4759BCC4-E428-4705-8117-B2258F3A32DD}"/>
    <dgm:cxn modelId="{B59741D0-7019-449B-98FC-5FFD966358D6}" type="presOf" srcId="{C336704E-B02A-4EFC-A6E4-DF8377E332EF}" destId="{48ED9BB2-1E4D-4144-A7AF-16A2002EEA63}" srcOrd="0" destOrd="0" presId="urn:microsoft.com/office/officeart/2005/8/layout/vList2"/>
    <dgm:cxn modelId="{2F2B74E6-0CBD-4DC2-ADB8-D3117554B080}" srcId="{AB7EF797-CBF0-4607-8DB4-A8D4FC6FED86}" destId="{C336704E-B02A-4EFC-A6E4-DF8377E332EF}" srcOrd="3" destOrd="0" parTransId="{A37387C7-3D5B-4CC3-842E-FA28E3A04143}" sibTransId="{B5A9488A-6A69-409B-9EBB-DE8FA5DBE3B9}"/>
    <dgm:cxn modelId="{F3FF976F-B903-4B4C-B677-D4CFA7108DA7}" type="presParOf" srcId="{CAF9105A-3009-4384-A2E6-EBB38C308639}" destId="{6EA9C62B-F253-42FB-959F-F22F2D373326}" srcOrd="0" destOrd="0" presId="urn:microsoft.com/office/officeart/2005/8/layout/vList2"/>
    <dgm:cxn modelId="{1AC69182-E226-46D5-9EC9-4021B18B7710}" type="presParOf" srcId="{CAF9105A-3009-4384-A2E6-EBB38C308639}" destId="{1123D14D-CA87-480E-AA70-6F99CB093F71}" srcOrd="1" destOrd="0" presId="urn:microsoft.com/office/officeart/2005/8/layout/vList2"/>
    <dgm:cxn modelId="{93345F20-8F65-4ABA-B003-01AFE17FB506}" type="presParOf" srcId="{CAF9105A-3009-4384-A2E6-EBB38C308639}" destId="{95DE2348-4D64-4CB5-BC60-5EE9E0C3CDEE}" srcOrd="2" destOrd="0" presId="urn:microsoft.com/office/officeart/2005/8/layout/vList2"/>
    <dgm:cxn modelId="{3EB3D602-12B0-4038-A4A6-FC832CAEA4CD}" type="presParOf" srcId="{CAF9105A-3009-4384-A2E6-EBB38C308639}" destId="{8EEDAF81-7CCD-439A-B6DB-593C7A13DDAF}" srcOrd="3" destOrd="0" presId="urn:microsoft.com/office/officeart/2005/8/layout/vList2"/>
    <dgm:cxn modelId="{FC1E8166-8327-4A9D-8E0C-9681E1193238}" type="presParOf" srcId="{CAF9105A-3009-4384-A2E6-EBB38C308639}" destId="{1B78730C-A3EC-44E9-8BC8-E1A56ABADA7F}" srcOrd="4" destOrd="0" presId="urn:microsoft.com/office/officeart/2005/8/layout/vList2"/>
    <dgm:cxn modelId="{094F3FC3-1753-4B91-A949-5DE0C6D938B5}" type="presParOf" srcId="{CAF9105A-3009-4384-A2E6-EBB38C308639}" destId="{CAD44C87-D272-47A6-B0BA-6F1E5433AB3A}" srcOrd="5" destOrd="0" presId="urn:microsoft.com/office/officeart/2005/8/layout/vList2"/>
    <dgm:cxn modelId="{172BD2E2-3396-4978-9B4A-01AD8D87ACA8}" type="presParOf" srcId="{CAF9105A-3009-4384-A2E6-EBB38C308639}" destId="{48ED9BB2-1E4D-4144-A7AF-16A2002EEA6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221A5B42-ED2D-410D-BB14-7564D1EBB2E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200996E-A7DD-4E27-BD73-47FA202B9703}">
      <dgm:prSet/>
      <dgm:spPr/>
      <dgm:t>
        <a:bodyPr/>
        <a:lstStyle/>
        <a:p>
          <a:r>
            <a:rPr lang="ru-RU" b="0" i="0"/>
            <a:t>Зборівського договору 1649 р.</a:t>
          </a:r>
          <a:endParaRPr lang="uk-UA"/>
        </a:p>
      </dgm:t>
    </dgm:pt>
    <dgm:pt modelId="{8784241F-FA52-4E9B-A5BA-69663D9B6479}" type="parTrans" cxnId="{BF9121B8-9F9A-4B17-9F5C-8001D014E9A9}">
      <dgm:prSet/>
      <dgm:spPr/>
      <dgm:t>
        <a:bodyPr/>
        <a:lstStyle/>
        <a:p>
          <a:endParaRPr lang="uk-UA"/>
        </a:p>
      </dgm:t>
    </dgm:pt>
    <dgm:pt modelId="{F5B7C2C1-6E54-4824-85C3-F1398D1FACF6}" type="sibTrans" cxnId="{BF9121B8-9F9A-4B17-9F5C-8001D014E9A9}">
      <dgm:prSet/>
      <dgm:spPr/>
      <dgm:t>
        <a:bodyPr/>
        <a:lstStyle/>
        <a:p>
          <a:endParaRPr lang="uk-UA"/>
        </a:p>
      </dgm:t>
    </dgm:pt>
    <dgm:pt modelId="{949E3509-42E3-4FB2-9136-D6682BEA718F}">
      <dgm:prSet/>
      <dgm:spPr/>
      <dgm:t>
        <a:bodyPr/>
        <a:lstStyle/>
        <a:p>
          <a:r>
            <a:rPr lang="ru-RU" b="0" i="0" dirty="0" err="1"/>
            <a:t>Білоцерківського</a:t>
          </a:r>
          <a:r>
            <a:rPr lang="ru-RU" b="0" i="0" dirty="0"/>
            <a:t> договору 1651 р.</a:t>
          </a:r>
          <a:endParaRPr lang="uk-UA" dirty="0"/>
        </a:p>
      </dgm:t>
    </dgm:pt>
    <dgm:pt modelId="{9AF5730D-EF07-499B-9522-41BF1DEEEB97}" type="parTrans" cxnId="{6DD7E031-BFEA-4AFF-9289-B3D6EBE0325E}">
      <dgm:prSet/>
      <dgm:spPr/>
      <dgm:t>
        <a:bodyPr/>
        <a:lstStyle/>
        <a:p>
          <a:endParaRPr lang="uk-UA"/>
        </a:p>
      </dgm:t>
    </dgm:pt>
    <dgm:pt modelId="{A126B473-2D1B-44BF-A8C2-894CFEA7267E}" type="sibTrans" cxnId="{6DD7E031-BFEA-4AFF-9289-B3D6EBE0325E}">
      <dgm:prSet/>
      <dgm:spPr/>
      <dgm:t>
        <a:bodyPr/>
        <a:lstStyle/>
        <a:p>
          <a:endParaRPr lang="uk-UA"/>
        </a:p>
      </dgm:t>
    </dgm:pt>
    <dgm:pt modelId="{0F66E112-14DD-416A-BD33-F683F7C1D5F1}">
      <dgm:prSet/>
      <dgm:spPr/>
      <dgm:t>
        <a:bodyPr/>
        <a:lstStyle/>
        <a:p>
          <a:r>
            <a:rPr lang="ru-RU" b="0" i="0" dirty="0" err="1"/>
            <a:t>Гадяцького</a:t>
          </a:r>
          <a:r>
            <a:rPr lang="ru-RU" b="0" i="0" dirty="0"/>
            <a:t> договору 1658 р.</a:t>
          </a:r>
          <a:endParaRPr lang="uk-UA" dirty="0"/>
        </a:p>
      </dgm:t>
    </dgm:pt>
    <dgm:pt modelId="{6DB16D37-7F35-43B7-A888-F0BCA3F7D3B5}" type="parTrans" cxnId="{95CCD687-FA38-4B2E-A9D1-F78A3CBD0CF6}">
      <dgm:prSet/>
      <dgm:spPr/>
      <dgm:t>
        <a:bodyPr/>
        <a:lstStyle/>
        <a:p>
          <a:endParaRPr lang="uk-UA"/>
        </a:p>
      </dgm:t>
    </dgm:pt>
    <dgm:pt modelId="{05687780-25C7-413F-A323-7EC05C861E4E}" type="sibTrans" cxnId="{95CCD687-FA38-4B2E-A9D1-F78A3CBD0CF6}">
      <dgm:prSet/>
      <dgm:spPr/>
      <dgm:t>
        <a:bodyPr/>
        <a:lstStyle/>
        <a:p>
          <a:endParaRPr lang="uk-UA"/>
        </a:p>
      </dgm:t>
    </dgm:pt>
    <dgm:pt modelId="{84C0186C-2BC2-4E40-B773-A1B14D6E04EE}">
      <dgm:prSet/>
      <dgm:spPr/>
      <dgm:t>
        <a:bodyPr/>
        <a:lstStyle/>
        <a:p>
          <a:r>
            <a:rPr lang="ru-RU" b="0" i="0" dirty="0" err="1"/>
            <a:t>Андрусівського</a:t>
          </a:r>
          <a:r>
            <a:rPr lang="ru-RU" b="0" i="0" dirty="0"/>
            <a:t> договору 1667 р.</a:t>
          </a:r>
          <a:endParaRPr lang="uk-UA" dirty="0"/>
        </a:p>
      </dgm:t>
    </dgm:pt>
    <dgm:pt modelId="{5B0868AA-9936-43ED-A30A-3DD255D1A018}" type="parTrans" cxnId="{41132E0B-B253-47D4-AEDC-2AD2BA51DC03}">
      <dgm:prSet/>
      <dgm:spPr/>
      <dgm:t>
        <a:bodyPr/>
        <a:lstStyle/>
        <a:p>
          <a:endParaRPr lang="uk-UA"/>
        </a:p>
      </dgm:t>
    </dgm:pt>
    <dgm:pt modelId="{3D14AFE2-0517-4F8C-B333-855A8DBD3340}" type="sibTrans" cxnId="{41132E0B-B253-47D4-AEDC-2AD2BA51DC03}">
      <dgm:prSet/>
      <dgm:spPr/>
      <dgm:t>
        <a:bodyPr/>
        <a:lstStyle/>
        <a:p>
          <a:endParaRPr lang="uk-UA"/>
        </a:p>
      </dgm:t>
    </dgm:pt>
    <dgm:pt modelId="{2C1292EA-FAE6-4C79-BAF9-CBFDAA0D6289}" type="pres">
      <dgm:prSet presAssocID="{221A5B42-ED2D-410D-BB14-7564D1EBB2EE}" presName="linear" presStyleCnt="0">
        <dgm:presLayoutVars>
          <dgm:animLvl val="lvl"/>
          <dgm:resizeHandles val="exact"/>
        </dgm:presLayoutVars>
      </dgm:prSet>
      <dgm:spPr/>
    </dgm:pt>
    <dgm:pt modelId="{018FBA23-CB98-42E2-9E85-A5B7996C9681}" type="pres">
      <dgm:prSet presAssocID="{9200996E-A7DD-4E27-BD73-47FA202B9703}" presName="parentText" presStyleLbl="node1" presStyleIdx="0" presStyleCnt="4">
        <dgm:presLayoutVars>
          <dgm:chMax val="0"/>
          <dgm:bulletEnabled val="1"/>
        </dgm:presLayoutVars>
      </dgm:prSet>
      <dgm:spPr/>
    </dgm:pt>
    <dgm:pt modelId="{A57CA0A5-0B09-4A82-9935-445898E0A3C2}" type="pres">
      <dgm:prSet presAssocID="{F5B7C2C1-6E54-4824-85C3-F1398D1FACF6}" presName="spacer" presStyleCnt="0"/>
      <dgm:spPr/>
    </dgm:pt>
    <dgm:pt modelId="{929B24C1-EB03-4464-9725-8DD286E9B697}" type="pres">
      <dgm:prSet presAssocID="{949E3509-42E3-4FB2-9136-D6682BEA718F}" presName="parentText" presStyleLbl="node1" presStyleIdx="1" presStyleCnt="4">
        <dgm:presLayoutVars>
          <dgm:chMax val="0"/>
          <dgm:bulletEnabled val="1"/>
        </dgm:presLayoutVars>
      </dgm:prSet>
      <dgm:spPr/>
    </dgm:pt>
    <dgm:pt modelId="{25B74D41-C7A2-426E-87C7-925E70B17F57}" type="pres">
      <dgm:prSet presAssocID="{A126B473-2D1B-44BF-A8C2-894CFEA7267E}" presName="spacer" presStyleCnt="0"/>
      <dgm:spPr/>
    </dgm:pt>
    <dgm:pt modelId="{064BE8C4-9D96-477D-843D-AF42A783506E}" type="pres">
      <dgm:prSet presAssocID="{0F66E112-14DD-416A-BD33-F683F7C1D5F1}" presName="parentText" presStyleLbl="node1" presStyleIdx="2" presStyleCnt="4">
        <dgm:presLayoutVars>
          <dgm:chMax val="0"/>
          <dgm:bulletEnabled val="1"/>
        </dgm:presLayoutVars>
      </dgm:prSet>
      <dgm:spPr/>
    </dgm:pt>
    <dgm:pt modelId="{6B1FA7E1-6021-4D60-8E2A-50A8EF85E12D}" type="pres">
      <dgm:prSet presAssocID="{05687780-25C7-413F-A323-7EC05C861E4E}" presName="spacer" presStyleCnt="0"/>
      <dgm:spPr/>
    </dgm:pt>
    <dgm:pt modelId="{31464149-1F60-4FF2-BAC4-3F6B20D610AE}" type="pres">
      <dgm:prSet presAssocID="{84C0186C-2BC2-4E40-B773-A1B14D6E04EE}" presName="parentText" presStyleLbl="node1" presStyleIdx="3" presStyleCnt="4">
        <dgm:presLayoutVars>
          <dgm:chMax val="0"/>
          <dgm:bulletEnabled val="1"/>
        </dgm:presLayoutVars>
      </dgm:prSet>
      <dgm:spPr/>
    </dgm:pt>
  </dgm:ptLst>
  <dgm:cxnLst>
    <dgm:cxn modelId="{41132E0B-B253-47D4-AEDC-2AD2BA51DC03}" srcId="{221A5B42-ED2D-410D-BB14-7564D1EBB2EE}" destId="{84C0186C-2BC2-4E40-B773-A1B14D6E04EE}" srcOrd="3" destOrd="0" parTransId="{5B0868AA-9936-43ED-A30A-3DD255D1A018}" sibTransId="{3D14AFE2-0517-4F8C-B333-855A8DBD3340}"/>
    <dgm:cxn modelId="{6DD7E031-BFEA-4AFF-9289-B3D6EBE0325E}" srcId="{221A5B42-ED2D-410D-BB14-7564D1EBB2EE}" destId="{949E3509-42E3-4FB2-9136-D6682BEA718F}" srcOrd="1" destOrd="0" parTransId="{9AF5730D-EF07-499B-9522-41BF1DEEEB97}" sibTransId="{A126B473-2D1B-44BF-A8C2-894CFEA7267E}"/>
    <dgm:cxn modelId="{0612265B-A5C0-4DDB-863B-86FB0DE4A83C}" type="presOf" srcId="{949E3509-42E3-4FB2-9136-D6682BEA718F}" destId="{929B24C1-EB03-4464-9725-8DD286E9B697}" srcOrd="0" destOrd="0" presId="urn:microsoft.com/office/officeart/2005/8/layout/vList2"/>
    <dgm:cxn modelId="{7AB02750-4E7D-45D7-B74C-280AC9F31A3E}" type="presOf" srcId="{84C0186C-2BC2-4E40-B773-A1B14D6E04EE}" destId="{31464149-1F60-4FF2-BAC4-3F6B20D610AE}" srcOrd="0" destOrd="0" presId="urn:microsoft.com/office/officeart/2005/8/layout/vList2"/>
    <dgm:cxn modelId="{95CCD687-FA38-4B2E-A9D1-F78A3CBD0CF6}" srcId="{221A5B42-ED2D-410D-BB14-7564D1EBB2EE}" destId="{0F66E112-14DD-416A-BD33-F683F7C1D5F1}" srcOrd="2" destOrd="0" parTransId="{6DB16D37-7F35-43B7-A888-F0BCA3F7D3B5}" sibTransId="{05687780-25C7-413F-A323-7EC05C861E4E}"/>
    <dgm:cxn modelId="{2D404CAD-9BEA-4423-ABA6-121EC48F673F}" type="presOf" srcId="{9200996E-A7DD-4E27-BD73-47FA202B9703}" destId="{018FBA23-CB98-42E2-9E85-A5B7996C9681}" srcOrd="0" destOrd="0" presId="urn:microsoft.com/office/officeart/2005/8/layout/vList2"/>
    <dgm:cxn modelId="{BF9121B8-9F9A-4B17-9F5C-8001D014E9A9}" srcId="{221A5B42-ED2D-410D-BB14-7564D1EBB2EE}" destId="{9200996E-A7DD-4E27-BD73-47FA202B9703}" srcOrd="0" destOrd="0" parTransId="{8784241F-FA52-4E9B-A5BA-69663D9B6479}" sibTransId="{F5B7C2C1-6E54-4824-85C3-F1398D1FACF6}"/>
    <dgm:cxn modelId="{5C1A6BC9-7722-4AF8-9DCC-48E558489A37}" type="presOf" srcId="{0F66E112-14DD-416A-BD33-F683F7C1D5F1}" destId="{064BE8C4-9D96-477D-843D-AF42A783506E}" srcOrd="0" destOrd="0" presId="urn:microsoft.com/office/officeart/2005/8/layout/vList2"/>
    <dgm:cxn modelId="{36D934D8-8064-4881-B7F7-BCEAEA397704}" type="presOf" srcId="{221A5B42-ED2D-410D-BB14-7564D1EBB2EE}" destId="{2C1292EA-FAE6-4C79-BAF9-CBFDAA0D6289}" srcOrd="0" destOrd="0" presId="urn:microsoft.com/office/officeart/2005/8/layout/vList2"/>
    <dgm:cxn modelId="{9DEC1BD8-86B9-4420-BCED-0005EA8BEE21}" type="presParOf" srcId="{2C1292EA-FAE6-4C79-BAF9-CBFDAA0D6289}" destId="{018FBA23-CB98-42E2-9E85-A5B7996C9681}" srcOrd="0" destOrd="0" presId="urn:microsoft.com/office/officeart/2005/8/layout/vList2"/>
    <dgm:cxn modelId="{FCEC8FD8-C65E-46F0-9321-21CC77A4E3AD}" type="presParOf" srcId="{2C1292EA-FAE6-4C79-BAF9-CBFDAA0D6289}" destId="{A57CA0A5-0B09-4A82-9935-445898E0A3C2}" srcOrd="1" destOrd="0" presId="urn:microsoft.com/office/officeart/2005/8/layout/vList2"/>
    <dgm:cxn modelId="{68A3F06F-CB7A-4A30-894F-9DF05DEE2E17}" type="presParOf" srcId="{2C1292EA-FAE6-4C79-BAF9-CBFDAA0D6289}" destId="{929B24C1-EB03-4464-9725-8DD286E9B697}" srcOrd="2" destOrd="0" presId="urn:microsoft.com/office/officeart/2005/8/layout/vList2"/>
    <dgm:cxn modelId="{70628AFC-70B4-40C8-A0D0-EC5D912BF6E6}" type="presParOf" srcId="{2C1292EA-FAE6-4C79-BAF9-CBFDAA0D6289}" destId="{25B74D41-C7A2-426E-87C7-925E70B17F57}" srcOrd="3" destOrd="0" presId="urn:microsoft.com/office/officeart/2005/8/layout/vList2"/>
    <dgm:cxn modelId="{315EFAEF-30E9-4EF7-98DD-9A59BC8C8D7E}" type="presParOf" srcId="{2C1292EA-FAE6-4C79-BAF9-CBFDAA0D6289}" destId="{064BE8C4-9D96-477D-843D-AF42A783506E}" srcOrd="4" destOrd="0" presId="urn:microsoft.com/office/officeart/2005/8/layout/vList2"/>
    <dgm:cxn modelId="{331E63FE-DBDB-48FF-A78D-899CAA2FD0FD}" type="presParOf" srcId="{2C1292EA-FAE6-4C79-BAF9-CBFDAA0D6289}" destId="{6B1FA7E1-6021-4D60-8E2A-50A8EF85E12D}" srcOrd="5" destOrd="0" presId="urn:microsoft.com/office/officeart/2005/8/layout/vList2"/>
    <dgm:cxn modelId="{9B64DE51-858C-45EE-92C0-B145B37289E3}" type="presParOf" srcId="{2C1292EA-FAE6-4C79-BAF9-CBFDAA0D6289}" destId="{31464149-1F60-4FF2-BAC4-3F6B20D610A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90D09754-F999-4F97-B702-DBB76860BE0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07B1F89-9CEC-4C31-A403-BE65CEA60DCD}">
      <dgm:prSet/>
      <dgm:spPr/>
      <dgm:t>
        <a:bodyPr/>
        <a:lstStyle/>
        <a:p>
          <a:r>
            <a:rPr lang="ru-RU" b="0" i="0"/>
            <a:t>повстання під проводом полковника С. Палія</a:t>
          </a:r>
          <a:endParaRPr lang="uk-UA"/>
        </a:p>
      </dgm:t>
    </dgm:pt>
    <dgm:pt modelId="{9E4DBCA9-693C-478F-BDA4-89EFF1689F2D}" type="parTrans" cxnId="{1290531F-E703-4546-A2D8-9752E169ABB3}">
      <dgm:prSet/>
      <dgm:spPr/>
      <dgm:t>
        <a:bodyPr/>
        <a:lstStyle/>
        <a:p>
          <a:endParaRPr lang="uk-UA"/>
        </a:p>
      </dgm:t>
    </dgm:pt>
    <dgm:pt modelId="{1C6C8411-D8E2-4F7E-97F9-94C4AD50C923}" type="sibTrans" cxnId="{1290531F-E703-4546-A2D8-9752E169ABB3}">
      <dgm:prSet/>
      <dgm:spPr/>
      <dgm:t>
        <a:bodyPr/>
        <a:lstStyle/>
        <a:p>
          <a:endParaRPr lang="uk-UA"/>
        </a:p>
      </dgm:t>
    </dgm:pt>
    <dgm:pt modelId="{8CDF440F-6E47-4013-AEA6-0B5E35344DAD}">
      <dgm:prSet/>
      <dgm:spPr/>
      <dgm:t>
        <a:bodyPr/>
        <a:lstStyle/>
        <a:p>
          <a:r>
            <a:rPr lang="ru-RU" b="0" i="0" dirty="0" err="1"/>
            <a:t>створення</a:t>
          </a:r>
          <a:r>
            <a:rPr lang="ru-RU" b="0" i="0" dirty="0"/>
            <a:t> </a:t>
          </a:r>
          <a:r>
            <a:rPr lang="ru-RU" b="0" i="0" dirty="0" err="1"/>
            <a:t>найманого</a:t>
          </a:r>
          <a:r>
            <a:rPr lang="ru-RU" b="0" i="0" dirty="0"/>
            <a:t> </a:t>
          </a:r>
          <a:r>
            <a:rPr lang="ru-RU" b="0" i="0" dirty="0" err="1"/>
            <a:t>кінного</a:t>
          </a:r>
          <a:r>
            <a:rPr lang="ru-RU" b="0" i="0" dirty="0"/>
            <a:t> </a:t>
          </a:r>
          <a:r>
            <a:rPr lang="ru-RU" b="0" i="0" dirty="0" err="1"/>
            <a:t>війська</a:t>
          </a:r>
          <a:r>
            <a:rPr lang="ru-RU" b="0" i="0" dirty="0"/>
            <a:t> «</a:t>
          </a:r>
          <a:r>
            <a:rPr lang="ru-RU" b="0" i="0" dirty="0" err="1"/>
            <a:t>компанійців</a:t>
          </a:r>
          <a:r>
            <a:rPr lang="ru-RU" b="0" i="0" dirty="0"/>
            <a:t>»</a:t>
          </a:r>
          <a:endParaRPr lang="uk-UA" dirty="0"/>
        </a:p>
      </dgm:t>
    </dgm:pt>
    <dgm:pt modelId="{4CA9304F-C627-42AC-B8CE-59D96867F356}" type="parTrans" cxnId="{041AC0C1-F0E6-4361-BCF0-6908D4F54031}">
      <dgm:prSet/>
      <dgm:spPr/>
      <dgm:t>
        <a:bodyPr/>
        <a:lstStyle/>
        <a:p>
          <a:endParaRPr lang="uk-UA"/>
        </a:p>
      </dgm:t>
    </dgm:pt>
    <dgm:pt modelId="{F2928BA9-1E6C-4A32-B8F1-8A847330897F}" type="sibTrans" cxnId="{041AC0C1-F0E6-4361-BCF0-6908D4F54031}">
      <dgm:prSet/>
      <dgm:spPr/>
      <dgm:t>
        <a:bodyPr/>
        <a:lstStyle/>
        <a:p>
          <a:endParaRPr lang="uk-UA"/>
        </a:p>
      </dgm:t>
    </dgm:pt>
    <dgm:pt modelId="{86B0D2B9-C3F5-4C16-95D7-6484A8CB8552}">
      <dgm:prSet/>
      <dgm:spPr/>
      <dgm:t>
        <a:bodyPr/>
        <a:lstStyle/>
        <a:p>
          <a:r>
            <a:rPr lang="ru-RU" b="0" i="0" dirty="0" err="1"/>
            <a:t>здійснення</a:t>
          </a:r>
          <a:r>
            <a:rPr lang="ru-RU" b="0" i="0" dirty="0"/>
            <a:t> </a:t>
          </a:r>
          <a:r>
            <a:rPr lang="ru-RU" b="0" i="0" dirty="0" err="1"/>
            <a:t>гетьманом</a:t>
          </a:r>
          <a:r>
            <a:rPr lang="ru-RU" b="0" i="0" dirty="0"/>
            <a:t> І. Самойловичем «Великого </a:t>
          </a:r>
          <a:r>
            <a:rPr lang="ru-RU" b="0" i="0" dirty="0" err="1"/>
            <a:t>згону</a:t>
          </a:r>
          <a:r>
            <a:rPr lang="ru-RU" b="0" i="0" dirty="0"/>
            <a:t>»</a:t>
          </a:r>
          <a:endParaRPr lang="uk-UA" dirty="0"/>
        </a:p>
      </dgm:t>
    </dgm:pt>
    <dgm:pt modelId="{E6DD0016-204A-469C-BF32-A4802CB88898}" type="parTrans" cxnId="{8236703A-6751-4368-B070-0396AC818BA2}">
      <dgm:prSet/>
      <dgm:spPr/>
      <dgm:t>
        <a:bodyPr/>
        <a:lstStyle/>
        <a:p>
          <a:endParaRPr lang="uk-UA"/>
        </a:p>
      </dgm:t>
    </dgm:pt>
    <dgm:pt modelId="{E43EC494-E0D6-46D3-9F20-807FAD8027A9}" type="sibTrans" cxnId="{8236703A-6751-4368-B070-0396AC818BA2}">
      <dgm:prSet/>
      <dgm:spPr/>
      <dgm:t>
        <a:bodyPr/>
        <a:lstStyle/>
        <a:p>
          <a:endParaRPr lang="uk-UA"/>
        </a:p>
      </dgm:t>
    </dgm:pt>
    <dgm:pt modelId="{350FF2DA-39FF-4DB3-9EAC-A3CD2CABA415}">
      <dgm:prSet/>
      <dgm:spPr/>
      <dgm:t>
        <a:bodyPr/>
        <a:lstStyle/>
        <a:p>
          <a:r>
            <a:rPr lang="ru-RU" b="0" i="0" dirty="0" err="1"/>
            <a:t>розпад</a:t>
          </a:r>
          <a:r>
            <a:rPr lang="ru-RU" b="0" i="0" dirty="0"/>
            <a:t> </a:t>
          </a:r>
          <a:r>
            <a:rPr lang="ru-RU" b="0" i="0" dirty="0" err="1"/>
            <a:t>Гетьманщини</a:t>
          </a:r>
          <a:r>
            <a:rPr lang="ru-RU" b="0" i="0" dirty="0"/>
            <a:t> на </a:t>
          </a:r>
          <a:r>
            <a:rPr lang="ru-RU" b="0" i="0" dirty="0" err="1"/>
            <a:t>дві</a:t>
          </a:r>
          <a:r>
            <a:rPr lang="ru-RU" b="0" i="0" dirty="0"/>
            <a:t> </a:t>
          </a:r>
          <a:r>
            <a:rPr lang="ru-RU" b="0" i="0" dirty="0" err="1"/>
            <a:t>частини</a:t>
          </a:r>
          <a:r>
            <a:rPr lang="ru-RU" b="0" i="0" dirty="0"/>
            <a:t> – </a:t>
          </a:r>
          <a:r>
            <a:rPr lang="ru-RU" b="0" i="0" dirty="0" err="1"/>
            <a:t>Правобережну</a:t>
          </a:r>
          <a:r>
            <a:rPr lang="ru-RU" b="0" i="0" dirty="0"/>
            <a:t> й </a:t>
          </a:r>
          <a:r>
            <a:rPr lang="ru-RU" b="0" i="0" dirty="0" err="1"/>
            <a:t>Лівобережну</a:t>
          </a:r>
          <a:endParaRPr lang="uk-UA" dirty="0"/>
        </a:p>
      </dgm:t>
    </dgm:pt>
    <dgm:pt modelId="{0883C3D8-8291-4D7B-AD2C-BD8E47B4802B}" type="parTrans" cxnId="{58A050DC-CE3D-47AC-9F11-E48C50526A61}">
      <dgm:prSet/>
      <dgm:spPr/>
      <dgm:t>
        <a:bodyPr/>
        <a:lstStyle/>
        <a:p>
          <a:endParaRPr lang="uk-UA"/>
        </a:p>
      </dgm:t>
    </dgm:pt>
    <dgm:pt modelId="{AD234C73-AFD6-45FD-81B1-51F34474E101}" type="sibTrans" cxnId="{58A050DC-CE3D-47AC-9F11-E48C50526A61}">
      <dgm:prSet/>
      <dgm:spPr/>
      <dgm:t>
        <a:bodyPr/>
        <a:lstStyle/>
        <a:p>
          <a:endParaRPr lang="uk-UA"/>
        </a:p>
      </dgm:t>
    </dgm:pt>
    <dgm:pt modelId="{98426467-BEF2-4E5B-A8F3-F4CBD484C64B}" type="pres">
      <dgm:prSet presAssocID="{90D09754-F999-4F97-B702-DBB76860BE04}" presName="linear" presStyleCnt="0">
        <dgm:presLayoutVars>
          <dgm:animLvl val="lvl"/>
          <dgm:resizeHandles val="exact"/>
        </dgm:presLayoutVars>
      </dgm:prSet>
      <dgm:spPr/>
    </dgm:pt>
    <dgm:pt modelId="{0BE5C4DB-EB05-4195-98EB-364C99F922D2}" type="pres">
      <dgm:prSet presAssocID="{007B1F89-9CEC-4C31-A403-BE65CEA60DCD}" presName="parentText" presStyleLbl="node1" presStyleIdx="0" presStyleCnt="4">
        <dgm:presLayoutVars>
          <dgm:chMax val="0"/>
          <dgm:bulletEnabled val="1"/>
        </dgm:presLayoutVars>
      </dgm:prSet>
      <dgm:spPr/>
    </dgm:pt>
    <dgm:pt modelId="{A18BCF8E-9C4C-4BBD-ADB6-399B1187EB0E}" type="pres">
      <dgm:prSet presAssocID="{1C6C8411-D8E2-4F7E-97F9-94C4AD50C923}" presName="spacer" presStyleCnt="0"/>
      <dgm:spPr/>
    </dgm:pt>
    <dgm:pt modelId="{3DACC075-9E46-47F9-848B-2AF3E0D3C1BE}" type="pres">
      <dgm:prSet presAssocID="{8CDF440F-6E47-4013-AEA6-0B5E35344DAD}" presName="parentText" presStyleLbl="node1" presStyleIdx="1" presStyleCnt="4">
        <dgm:presLayoutVars>
          <dgm:chMax val="0"/>
          <dgm:bulletEnabled val="1"/>
        </dgm:presLayoutVars>
      </dgm:prSet>
      <dgm:spPr/>
    </dgm:pt>
    <dgm:pt modelId="{FC904517-86B3-4FA4-9F85-D01BD42A3BF5}" type="pres">
      <dgm:prSet presAssocID="{F2928BA9-1E6C-4A32-B8F1-8A847330897F}" presName="spacer" presStyleCnt="0"/>
      <dgm:spPr/>
    </dgm:pt>
    <dgm:pt modelId="{11EF8777-8074-463E-A53C-5423DDA8384F}" type="pres">
      <dgm:prSet presAssocID="{86B0D2B9-C3F5-4C16-95D7-6484A8CB8552}" presName="parentText" presStyleLbl="node1" presStyleIdx="2" presStyleCnt="4">
        <dgm:presLayoutVars>
          <dgm:chMax val="0"/>
          <dgm:bulletEnabled val="1"/>
        </dgm:presLayoutVars>
      </dgm:prSet>
      <dgm:spPr/>
    </dgm:pt>
    <dgm:pt modelId="{6C9B84FE-DD61-4F9F-822F-888DDF5087C6}" type="pres">
      <dgm:prSet presAssocID="{E43EC494-E0D6-46D3-9F20-807FAD8027A9}" presName="spacer" presStyleCnt="0"/>
      <dgm:spPr/>
    </dgm:pt>
    <dgm:pt modelId="{3D0DF09B-9A98-42E0-8E1C-8F96FD6349B7}" type="pres">
      <dgm:prSet presAssocID="{350FF2DA-39FF-4DB3-9EAC-A3CD2CABA415}" presName="parentText" presStyleLbl="node1" presStyleIdx="3" presStyleCnt="4">
        <dgm:presLayoutVars>
          <dgm:chMax val="0"/>
          <dgm:bulletEnabled val="1"/>
        </dgm:presLayoutVars>
      </dgm:prSet>
      <dgm:spPr/>
    </dgm:pt>
  </dgm:ptLst>
  <dgm:cxnLst>
    <dgm:cxn modelId="{1290531F-E703-4546-A2D8-9752E169ABB3}" srcId="{90D09754-F999-4F97-B702-DBB76860BE04}" destId="{007B1F89-9CEC-4C31-A403-BE65CEA60DCD}" srcOrd="0" destOrd="0" parTransId="{9E4DBCA9-693C-478F-BDA4-89EFF1689F2D}" sibTransId="{1C6C8411-D8E2-4F7E-97F9-94C4AD50C923}"/>
    <dgm:cxn modelId="{8236703A-6751-4368-B070-0396AC818BA2}" srcId="{90D09754-F999-4F97-B702-DBB76860BE04}" destId="{86B0D2B9-C3F5-4C16-95D7-6484A8CB8552}" srcOrd="2" destOrd="0" parTransId="{E6DD0016-204A-469C-BF32-A4802CB88898}" sibTransId="{E43EC494-E0D6-46D3-9F20-807FAD8027A9}"/>
    <dgm:cxn modelId="{D70AD34B-74DC-427A-B0B6-9A1182518992}" type="presOf" srcId="{350FF2DA-39FF-4DB3-9EAC-A3CD2CABA415}" destId="{3D0DF09B-9A98-42E0-8E1C-8F96FD6349B7}" srcOrd="0" destOrd="0" presId="urn:microsoft.com/office/officeart/2005/8/layout/vList2"/>
    <dgm:cxn modelId="{A9A2699A-BABD-4962-A069-6FE734006931}" type="presOf" srcId="{007B1F89-9CEC-4C31-A403-BE65CEA60DCD}" destId="{0BE5C4DB-EB05-4195-98EB-364C99F922D2}" srcOrd="0" destOrd="0" presId="urn:microsoft.com/office/officeart/2005/8/layout/vList2"/>
    <dgm:cxn modelId="{041AC0C1-F0E6-4361-BCF0-6908D4F54031}" srcId="{90D09754-F999-4F97-B702-DBB76860BE04}" destId="{8CDF440F-6E47-4013-AEA6-0B5E35344DAD}" srcOrd="1" destOrd="0" parTransId="{4CA9304F-C627-42AC-B8CE-59D96867F356}" sibTransId="{F2928BA9-1E6C-4A32-B8F1-8A847330897F}"/>
    <dgm:cxn modelId="{1D22CBC3-64E7-47A9-B2DC-5B6BC5F618A5}" type="presOf" srcId="{90D09754-F999-4F97-B702-DBB76860BE04}" destId="{98426467-BEF2-4E5B-A8F3-F4CBD484C64B}" srcOrd="0" destOrd="0" presId="urn:microsoft.com/office/officeart/2005/8/layout/vList2"/>
    <dgm:cxn modelId="{EB19DCCE-0861-495C-A8C7-32D11D196611}" type="presOf" srcId="{86B0D2B9-C3F5-4C16-95D7-6484A8CB8552}" destId="{11EF8777-8074-463E-A53C-5423DDA8384F}" srcOrd="0" destOrd="0" presId="urn:microsoft.com/office/officeart/2005/8/layout/vList2"/>
    <dgm:cxn modelId="{58A050DC-CE3D-47AC-9F11-E48C50526A61}" srcId="{90D09754-F999-4F97-B702-DBB76860BE04}" destId="{350FF2DA-39FF-4DB3-9EAC-A3CD2CABA415}" srcOrd="3" destOrd="0" parTransId="{0883C3D8-8291-4D7B-AD2C-BD8E47B4802B}" sibTransId="{AD234C73-AFD6-45FD-81B1-51F34474E101}"/>
    <dgm:cxn modelId="{0CD7CBF5-5FF9-428D-8847-E662C2430362}" type="presOf" srcId="{8CDF440F-6E47-4013-AEA6-0B5E35344DAD}" destId="{3DACC075-9E46-47F9-848B-2AF3E0D3C1BE}" srcOrd="0" destOrd="0" presId="urn:microsoft.com/office/officeart/2005/8/layout/vList2"/>
    <dgm:cxn modelId="{AB4E6AA0-1B98-42E3-87C5-AB3307168D72}" type="presParOf" srcId="{98426467-BEF2-4E5B-A8F3-F4CBD484C64B}" destId="{0BE5C4DB-EB05-4195-98EB-364C99F922D2}" srcOrd="0" destOrd="0" presId="urn:microsoft.com/office/officeart/2005/8/layout/vList2"/>
    <dgm:cxn modelId="{5F899DF7-4215-4E5B-BD32-A16B9BDB44A6}" type="presParOf" srcId="{98426467-BEF2-4E5B-A8F3-F4CBD484C64B}" destId="{A18BCF8E-9C4C-4BBD-ADB6-399B1187EB0E}" srcOrd="1" destOrd="0" presId="urn:microsoft.com/office/officeart/2005/8/layout/vList2"/>
    <dgm:cxn modelId="{D41FB504-5C30-4C66-B8CB-CEF6971101DA}" type="presParOf" srcId="{98426467-BEF2-4E5B-A8F3-F4CBD484C64B}" destId="{3DACC075-9E46-47F9-848B-2AF3E0D3C1BE}" srcOrd="2" destOrd="0" presId="urn:microsoft.com/office/officeart/2005/8/layout/vList2"/>
    <dgm:cxn modelId="{6C25B83F-AA64-48BF-94F3-DDF6211C3525}" type="presParOf" srcId="{98426467-BEF2-4E5B-A8F3-F4CBD484C64B}" destId="{FC904517-86B3-4FA4-9F85-D01BD42A3BF5}" srcOrd="3" destOrd="0" presId="urn:microsoft.com/office/officeart/2005/8/layout/vList2"/>
    <dgm:cxn modelId="{A3CEE2C5-81ED-440E-AA0E-AB7F24D013EA}" type="presParOf" srcId="{98426467-BEF2-4E5B-A8F3-F4CBD484C64B}" destId="{11EF8777-8074-463E-A53C-5423DDA8384F}" srcOrd="4" destOrd="0" presId="urn:microsoft.com/office/officeart/2005/8/layout/vList2"/>
    <dgm:cxn modelId="{5BC08105-70C0-42A3-9223-58B7FE3A0D2B}" type="presParOf" srcId="{98426467-BEF2-4E5B-A8F3-F4CBD484C64B}" destId="{6C9B84FE-DD61-4F9F-822F-888DDF5087C6}" srcOrd="5" destOrd="0" presId="urn:microsoft.com/office/officeart/2005/8/layout/vList2"/>
    <dgm:cxn modelId="{869F6D7A-DA1D-45A6-AE43-B0B63B4CFF76}" type="presParOf" srcId="{98426467-BEF2-4E5B-A8F3-F4CBD484C64B}" destId="{3D0DF09B-9A98-42E0-8E1C-8F96FD6349B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184D440A-EE6A-4B96-9C33-D0C230373B9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23EFABE0-4955-4169-B5AD-B562B44C5416}">
      <dgm:prSet/>
      <dgm:spPr/>
      <dgm:t>
        <a:bodyPr/>
        <a:lstStyle/>
        <a:p>
          <a:r>
            <a:rPr lang="uk-UA" b="0" i="0"/>
            <a:t>1</a:t>
          </a:r>
          <a:endParaRPr lang="uk-UA"/>
        </a:p>
      </dgm:t>
    </dgm:pt>
    <dgm:pt modelId="{ABD98178-D755-4A97-B64D-5792492D67A6}" type="parTrans" cxnId="{02015507-34F7-4C3E-AF6D-A81B3A38FCF3}">
      <dgm:prSet/>
      <dgm:spPr/>
      <dgm:t>
        <a:bodyPr/>
        <a:lstStyle/>
        <a:p>
          <a:endParaRPr lang="uk-UA"/>
        </a:p>
      </dgm:t>
    </dgm:pt>
    <dgm:pt modelId="{D97F92E1-C75F-4CAF-BEBC-166F7F230123}" type="sibTrans" cxnId="{02015507-34F7-4C3E-AF6D-A81B3A38FCF3}">
      <dgm:prSet/>
      <dgm:spPr/>
      <dgm:t>
        <a:bodyPr/>
        <a:lstStyle/>
        <a:p>
          <a:endParaRPr lang="uk-UA"/>
        </a:p>
      </dgm:t>
    </dgm:pt>
    <dgm:pt modelId="{1882CF6E-76A8-4856-A47B-446324813DD2}">
      <dgm:prSet/>
      <dgm:spPr/>
      <dgm:t>
        <a:bodyPr/>
        <a:lstStyle/>
        <a:p>
          <a:r>
            <a:rPr lang="uk-UA" b="0" i="0"/>
            <a:t>2</a:t>
          </a:r>
          <a:endParaRPr lang="uk-UA"/>
        </a:p>
      </dgm:t>
    </dgm:pt>
    <dgm:pt modelId="{15AF3054-FD6C-433E-81ED-A52147DA11B3}" type="parTrans" cxnId="{A77BB1AE-27E4-4BF5-A451-99E95752AF90}">
      <dgm:prSet/>
      <dgm:spPr/>
      <dgm:t>
        <a:bodyPr/>
        <a:lstStyle/>
        <a:p>
          <a:endParaRPr lang="uk-UA"/>
        </a:p>
      </dgm:t>
    </dgm:pt>
    <dgm:pt modelId="{D95B74E4-3C3A-4F8C-AE45-5FAF33677BB3}" type="sibTrans" cxnId="{A77BB1AE-27E4-4BF5-A451-99E95752AF90}">
      <dgm:prSet/>
      <dgm:spPr/>
      <dgm:t>
        <a:bodyPr/>
        <a:lstStyle/>
        <a:p>
          <a:endParaRPr lang="uk-UA"/>
        </a:p>
      </dgm:t>
    </dgm:pt>
    <dgm:pt modelId="{C0F2BA37-F2C4-47A1-A597-5D209D0915B5}">
      <dgm:prSet/>
      <dgm:spPr/>
      <dgm:t>
        <a:bodyPr/>
        <a:lstStyle/>
        <a:p>
          <a:r>
            <a:rPr lang="uk-UA" b="0" i="0"/>
            <a:t>3</a:t>
          </a:r>
          <a:endParaRPr lang="uk-UA"/>
        </a:p>
      </dgm:t>
    </dgm:pt>
    <dgm:pt modelId="{6DB3C3B4-A859-45D0-A1F7-FADA6AF3E029}" type="parTrans" cxnId="{D0C2D0BA-0CE5-486B-95B4-786D92CE93C6}">
      <dgm:prSet/>
      <dgm:spPr/>
      <dgm:t>
        <a:bodyPr/>
        <a:lstStyle/>
        <a:p>
          <a:endParaRPr lang="uk-UA"/>
        </a:p>
      </dgm:t>
    </dgm:pt>
    <dgm:pt modelId="{159330F6-4204-4A61-BC9B-94E6DB83659C}" type="sibTrans" cxnId="{D0C2D0BA-0CE5-486B-95B4-786D92CE93C6}">
      <dgm:prSet/>
      <dgm:spPr/>
      <dgm:t>
        <a:bodyPr/>
        <a:lstStyle/>
        <a:p>
          <a:endParaRPr lang="uk-UA"/>
        </a:p>
      </dgm:t>
    </dgm:pt>
    <dgm:pt modelId="{0C8366A2-2D07-439B-8232-DD810F2195F0}">
      <dgm:prSet/>
      <dgm:spPr/>
      <dgm:t>
        <a:bodyPr/>
        <a:lstStyle/>
        <a:p>
          <a:r>
            <a:rPr lang="uk-UA" b="0" i="0" dirty="0"/>
            <a:t>4</a:t>
          </a:r>
          <a:endParaRPr lang="uk-UA" dirty="0"/>
        </a:p>
      </dgm:t>
    </dgm:pt>
    <dgm:pt modelId="{29BEAC76-A795-4DB0-A44B-11CED5A2F287}" type="parTrans" cxnId="{CD0B9EB7-DEA6-46EA-B27A-985673BF1F1C}">
      <dgm:prSet/>
      <dgm:spPr/>
      <dgm:t>
        <a:bodyPr/>
        <a:lstStyle/>
        <a:p>
          <a:endParaRPr lang="uk-UA"/>
        </a:p>
      </dgm:t>
    </dgm:pt>
    <dgm:pt modelId="{D1800FB9-932A-4668-8129-A207BD325588}" type="sibTrans" cxnId="{CD0B9EB7-DEA6-46EA-B27A-985673BF1F1C}">
      <dgm:prSet/>
      <dgm:spPr/>
      <dgm:t>
        <a:bodyPr/>
        <a:lstStyle/>
        <a:p>
          <a:endParaRPr lang="uk-UA"/>
        </a:p>
      </dgm:t>
    </dgm:pt>
    <dgm:pt modelId="{6904D466-FBCA-4B42-82AD-3202F4504219}" type="pres">
      <dgm:prSet presAssocID="{184D440A-EE6A-4B96-9C33-D0C230373B9F}" presName="matrix" presStyleCnt="0">
        <dgm:presLayoutVars>
          <dgm:chMax val="1"/>
          <dgm:dir/>
          <dgm:resizeHandles val="exact"/>
        </dgm:presLayoutVars>
      </dgm:prSet>
      <dgm:spPr/>
    </dgm:pt>
    <dgm:pt modelId="{94395C06-0A15-4F0B-B56E-1C6CE24040BF}" type="pres">
      <dgm:prSet presAssocID="{184D440A-EE6A-4B96-9C33-D0C230373B9F}" presName="diamond" presStyleLbl="bgShp" presStyleIdx="0" presStyleCnt="1"/>
      <dgm:spPr/>
    </dgm:pt>
    <dgm:pt modelId="{17E5136A-F5E6-4487-9925-7CC98196EEFF}" type="pres">
      <dgm:prSet presAssocID="{184D440A-EE6A-4B96-9C33-D0C230373B9F}" presName="quad1" presStyleLbl="node1" presStyleIdx="0" presStyleCnt="4">
        <dgm:presLayoutVars>
          <dgm:chMax val="0"/>
          <dgm:chPref val="0"/>
          <dgm:bulletEnabled val="1"/>
        </dgm:presLayoutVars>
      </dgm:prSet>
      <dgm:spPr/>
    </dgm:pt>
    <dgm:pt modelId="{154B75B3-07FA-40CE-804D-A4030314ABBA}" type="pres">
      <dgm:prSet presAssocID="{184D440A-EE6A-4B96-9C33-D0C230373B9F}" presName="quad2" presStyleLbl="node1" presStyleIdx="1" presStyleCnt="4">
        <dgm:presLayoutVars>
          <dgm:chMax val="0"/>
          <dgm:chPref val="0"/>
          <dgm:bulletEnabled val="1"/>
        </dgm:presLayoutVars>
      </dgm:prSet>
      <dgm:spPr/>
    </dgm:pt>
    <dgm:pt modelId="{6FB2CF54-EAF7-460B-8039-4498182CFDCD}" type="pres">
      <dgm:prSet presAssocID="{184D440A-EE6A-4B96-9C33-D0C230373B9F}" presName="quad3" presStyleLbl="node1" presStyleIdx="2" presStyleCnt="4">
        <dgm:presLayoutVars>
          <dgm:chMax val="0"/>
          <dgm:chPref val="0"/>
          <dgm:bulletEnabled val="1"/>
        </dgm:presLayoutVars>
      </dgm:prSet>
      <dgm:spPr/>
    </dgm:pt>
    <dgm:pt modelId="{D835D16B-456D-4453-91AD-083CFAE768BB}" type="pres">
      <dgm:prSet presAssocID="{184D440A-EE6A-4B96-9C33-D0C230373B9F}" presName="quad4" presStyleLbl="node1" presStyleIdx="3" presStyleCnt="4">
        <dgm:presLayoutVars>
          <dgm:chMax val="0"/>
          <dgm:chPref val="0"/>
          <dgm:bulletEnabled val="1"/>
        </dgm:presLayoutVars>
      </dgm:prSet>
      <dgm:spPr/>
    </dgm:pt>
  </dgm:ptLst>
  <dgm:cxnLst>
    <dgm:cxn modelId="{02015507-34F7-4C3E-AF6D-A81B3A38FCF3}" srcId="{184D440A-EE6A-4B96-9C33-D0C230373B9F}" destId="{23EFABE0-4955-4169-B5AD-B562B44C5416}" srcOrd="0" destOrd="0" parTransId="{ABD98178-D755-4A97-B64D-5792492D67A6}" sibTransId="{D97F92E1-C75F-4CAF-BEBC-166F7F230123}"/>
    <dgm:cxn modelId="{B853521F-4295-433B-A912-15835F46E530}" type="presOf" srcId="{C0F2BA37-F2C4-47A1-A597-5D209D0915B5}" destId="{6FB2CF54-EAF7-460B-8039-4498182CFDCD}" srcOrd="0" destOrd="0" presId="urn:microsoft.com/office/officeart/2005/8/layout/matrix3"/>
    <dgm:cxn modelId="{8D521920-29EC-4FCB-9227-6B3E34BF9D6D}" type="presOf" srcId="{1882CF6E-76A8-4856-A47B-446324813DD2}" destId="{154B75B3-07FA-40CE-804D-A4030314ABBA}" srcOrd="0" destOrd="0" presId="urn:microsoft.com/office/officeart/2005/8/layout/matrix3"/>
    <dgm:cxn modelId="{3FA6B85F-488D-4CCA-A518-FE298D0A6B33}" type="presOf" srcId="{23EFABE0-4955-4169-B5AD-B562B44C5416}" destId="{17E5136A-F5E6-4487-9925-7CC98196EEFF}" srcOrd="0" destOrd="0" presId="urn:microsoft.com/office/officeart/2005/8/layout/matrix3"/>
    <dgm:cxn modelId="{043DBDA2-1D3D-4941-9FB0-C0D448072D45}" type="presOf" srcId="{184D440A-EE6A-4B96-9C33-D0C230373B9F}" destId="{6904D466-FBCA-4B42-82AD-3202F4504219}" srcOrd="0" destOrd="0" presId="urn:microsoft.com/office/officeart/2005/8/layout/matrix3"/>
    <dgm:cxn modelId="{412734A5-EB84-44F4-AAFA-9B6624CD0016}" type="presOf" srcId="{0C8366A2-2D07-439B-8232-DD810F2195F0}" destId="{D835D16B-456D-4453-91AD-083CFAE768BB}" srcOrd="0" destOrd="0" presId="urn:microsoft.com/office/officeart/2005/8/layout/matrix3"/>
    <dgm:cxn modelId="{A77BB1AE-27E4-4BF5-A451-99E95752AF90}" srcId="{184D440A-EE6A-4B96-9C33-D0C230373B9F}" destId="{1882CF6E-76A8-4856-A47B-446324813DD2}" srcOrd="1" destOrd="0" parTransId="{15AF3054-FD6C-433E-81ED-A52147DA11B3}" sibTransId="{D95B74E4-3C3A-4F8C-AE45-5FAF33677BB3}"/>
    <dgm:cxn modelId="{CD0B9EB7-DEA6-46EA-B27A-985673BF1F1C}" srcId="{184D440A-EE6A-4B96-9C33-D0C230373B9F}" destId="{0C8366A2-2D07-439B-8232-DD810F2195F0}" srcOrd="3" destOrd="0" parTransId="{29BEAC76-A795-4DB0-A44B-11CED5A2F287}" sibTransId="{D1800FB9-932A-4668-8129-A207BD325588}"/>
    <dgm:cxn modelId="{D0C2D0BA-0CE5-486B-95B4-786D92CE93C6}" srcId="{184D440A-EE6A-4B96-9C33-D0C230373B9F}" destId="{C0F2BA37-F2C4-47A1-A597-5D209D0915B5}" srcOrd="2" destOrd="0" parTransId="{6DB3C3B4-A859-45D0-A1F7-FADA6AF3E029}" sibTransId="{159330F6-4204-4A61-BC9B-94E6DB83659C}"/>
    <dgm:cxn modelId="{31B5568C-F238-4AC6-B6AF-56D8D63841A9}" type="presParOf" srcId="{6904D466-FBCA-4B42-82AD-3202F4504219}" destId="{94395C06-0A15-4F0B-B56E-1C6CE24040BF}" srcOrd="0" destOrd="0" presId="urn:microsoft.com/office/officeart/2005/8/layout/matrix3"/>
    <dgm:cxn modelId="{AE742129-BF04-40D8-9FE4-30A4A8787792}" type="presParOf" srcId="{6904D466-FBCA-4B42-82AD-3202F4504219}" destId="{17E5136A-F5E6-4487-9925-7CC98196EEFF}" srcOrd="1" destOrd="0" presId="urn:microsoft.com/office/officeart/2005/8/layout/matrix3"/>
    <dgm:cxn modelId="{79E11B1F-2A39-401F-B385-9CB57B2C8FBF}" type="presParOf" srcId="{6904D466-FBCA-4B42-82AD-3202F4504219}" destId="{154B75B3-07FA-40CE-804D-A4030314ABBA}" srcOrd="2" destOrd="0" presId="urn:microsoft.com/office/officeart/2005/8/layout/matrix3"/>
    <dgm:cxn modelId="{AA6CB214-7A87-4948-B952-361D402ACE66}" type="presParOf" srcId="{6904D466-FBCA-4B42-82AD-3202F4504219}" destId="{6FB2CF54-EAF7-460B-8039-4498182CFDCD}" srcOrd="3" destOrd="0" presId="urn:microsoft.com/office/officeart/2005/8/layout/matrix3"/>
    <dgm:cxn modelId="{A017B538-2FFB-481E-8352-7A1A2B3DD717}" type="presParOf" srcId="{6904D466-FBCA-4B42-82AD-3202F4504219}" destId="{D835D16B-456D-4453-91AD-083CFAE768BB}"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2CB0A04B-03AF-4E17-A36D-53FE56421D9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D2D1C5B-7273-47A6-9656-D171B030D323}">
      <dgm:prSet/>
      <dgm:spPr/>
      <dgm:t>
        <a:bodyPr/>
        <a:lstStyle/>
        <a:p>
          <a:r>
            <a:rPr lang="ru-RU" b="0" i="0"/>
            <a:t>турецькому султану та московському царю.</a:t>
          </a:r>
          <a:endParaRPr lang="uk-UA"/>
        </a:p>
      </dgm:t>
    </dgm:pt>
    <dgm:pt modelId="{AA5A6E6E-30DB-4AA7-A713-C20DFBB5CF74}" type="parTrans" cxnId="{99E1573A-7770-405A-A351-5FC63CEE01E0}">
      <dgm:prSet/>
      <dgm:spPr/>
      <dgm:t>
        <a:bodyPr/>
        <a:lstStyle/>
        <a:p>
          <a:endParaRPr lang="uk-UA"/>
        </a:p>
      </dgm:t>
    </dgm:pt>
    <dgm:pt modelId="{E6916983-D964-4F07-BE26-7F9F56940676}" type="sibTrans" cxnId="{99E1573A-7770-405A-A351-5FC63CEE01E0}">
      <dgm:prSet/>
      <dgm:spPr/>
      <dgm:t>
        <a:bodyPr/>
        <a:lstStyle/>
        <a:p>
          <a:endParaRPr lang="uk-UA"/>
        </a:p>
      </dgm:t>
    </dgm:pt>
    <dgm:pt modelId="{1AE00BA8-6C82-42AD-BD07-55C127214978}">
      <dgm:prSet/>
      <dgm:spPr/>
      <dgm:t>
        <a:bodyPr/>
        <a:lstStyle/>
        <a:p>
          <a:r>
            <a:rPr lang="ru-RU" b="0" i="0" dirty="0" err="1"/>
            <a:t>кримському</a:t>
          </a:r>
          <a:r>
            <a:rPr lang="ru-RU" b="0" i="0" dirty="0"/>
            <a:t> хану та </a:t>
          </a:r>
          <a:r>
            <a:rPr lang="ru-RU" b="0" i="0" dirty="0" err="1"/>
            <a:t>польському</a:t>
          </a:r>
          <a:r>
            <a:rPr lang="ru-RU" b="0" i="0" dirty="0"/>
            <a:t> королю.</a:t>
          </a:r>
          <a:endParaRPr lang="uk-UA" dirty="0"/>
        </a:p>
      </dgm:t>
    </dgm:pt>
    <dgm:pt modelId="{2EA539DD-C552-4092-A2EF-6661D501D9F2}" type="parTrans" cxnId="{1AE1B17F-5B22-4485-A0F6-E4E70E5B5F14}">
      <dgm:prSet/>
      <dgm:spPr/>
      <dgm:t>
        <a:bodyPr/>
        <a:lstStyle/>
        <a:p>
          <a:endParaRPr lang="uk-UA"/>
        </a:p>
      </dgm:t>
    </dgm:pt>
    <dgm:pt modelId="{5B523BE3-F31F-4A60-91A8-C364AE762380}" type="sibTrans" cxnId="{1AE1B17F-5B22-4485-A0F6-E4E70E5B5F14}">
      <dgm:prSet/>
      <dgm:spPr/>
      <dgm:t>
        <a:bodyPr/>
        <a:lstStyle/>
        <a:p>
          <a:endParaRPr lang="uk-UA"/>
        </a:p>
      </dgm:t>
    </dgm:pt>
    <dgm:pt modelId="{4DB00918-DE4B-4017-A2A8-AE774667246F}">
      <dgm:prSet/>
      <dgm:spPr/>
      <dgm:t>
        <a:bodyPr/>
        <a:lstStyle/>
        <a:p>
          <a:r>
            <a:rPr lang="ru-RU" b="0" i="0"/>
            <a:t>московському царю та польському королю.</a:t>
          </a:r>
          <a:endParaRPr lang="uk-UA"/>
        </a:p>
      </dgm:t>
    </dgm:pt>
    <dgm:pt modelId="{384F3682-124F-4107-90CB-C34F96F2AF84}" type="parTrans" cxnId="{302E584C-A378-4DFA-9405-3FF56DB401AD}">
      <dgm:prSet/>
      <dgm:spPr/>
      <dgm:t>
        <a:bodyPr/>
        <a:lstStyle/>
        <a:p>
          <a:endParaRPr lang="uk-UA"/>
        </a:p>
      </dgm:t>
    </dgm:pt>
    <dgm:pt modelId="{AF756372-EED4-44E8-A405-113CB515C20E}" type="sibTrans" cxnId="{302E584C-A378-4DFA-9405-3FF56DB401AD}">
      <dgm:prSet/>
      <dgm:spPr/>
      <dgm:t>
        <a:bodyPr/>
        <a:lstStyle/>
        <a:p>
          <a:endParaRPr lang="uk-UA"/>
        </a:p>
      </dgm:t>
    </dgm:pt>
    <dgm:pt modelId="{F19BA109-E7A8-4ECB-A554-7E937137C94F}">
      <dgm:prSet/>
      <dgm:spPr/>
      <dgm:t>
        <a:bodyPr/>
        <a:lstStyle/>
        <a:p>
          <a:r>
            <a:rPr lang="ru-RU" b="0" i="0" dirty="0" err="1"/>
            <a:t>турецькому</a:t>
          </a:r>
          <a:r>
            <a:rPr lang="ru-RU" b="0" i="0" dirty="0"/>
            <a:t> султану та </a:t>
          </a:r>
          <a:r>
            <a:rPr lang="ru-RU" b="0" i="0" dirty="0" err="1"/>
            <a:t>кримському</a:t>
          </a:r>
          <a:r>
            <a:rPr lang="ru-RU" b="0" i="0" dirty="0"/>
            <a:t> хану.</a:t>
          </a:r>
          <a:endParaRPr lang="uk-UA" dirty="0"/>
        </a:p>
      </dgm:t>
    </dgm:pt>
    <dgm:pt modelId="{5BD92F82-3B06-4F7F-9C73-9B1C43846EDA}" type="parTrans" cxnId="{90017753-D77C-43D2-95B6-EA1603DDE9A8}">
      <dgm:prSet/>
      <dgm:spPr/>
      <dgm:t>
        <a:bodyPr/>
        <a:lstStyle/>
        <a:p>
          <a:endParaRPr lang="uk-UA"/>
        </a:p>
      </dgm:t>
    </dgm:pt>
    <dgm:pt modelId="{E2E7CF2F-1BEB-40AC-83FD-5EF5D7E455E5}" type="sibTrans" cxnId="{90017753-D77C-43D2-95B6-EA1603DDE9A8}">
      <dgm:prSet/>
      <dgm:spPr/>
      <dgm:t>
        <a:bodyPr/>
        <a:lstStyle/>
        <a:p>
          <a:endParaRPr lang="uk-UA"/>
        </a:p>
      </dgm:t>
    </dgm:pt>
    <dgm:pt modelId="{D1DE349A-3743-456A-8631-D4FCFDE2769D}" type="pres">
      <dgm:prSet presAssocID="{2CB0A04B-03AF-4E17-A36D-53FE56421D9B}" presName="linear" presStyleCnt="0">
        <dgm:presLayoutVars>
          <dgm:animLvl val="lvl"/>
          <dgm:resizeHandles val="exact"/>
        </dgm:presLayoutVars>
      </dgm:prSet>
      <dgm:spPr/>
    </dgm:pt>
    <dgm:pt modelId="{D2A35188-C78D-437A-9D50-FCF41095DEEF}" type="pres">
      <dgm:prSet presAssocID="{CD2D1C5B-7273-47A6-9656-D171B030D323}" presName="parentText" presStyleLbl="node1" presStyleIdx="0" presStyleCnt="4">
        <dgm:presLayoutVars>
          <dgm:chMax val="0"/>
          <dgm:bulletEnabled val="1"/>
        </dgm:presLayoutVars>
      </dgm:prSet>
      <dgm:spPr/>
    </dgm:pt>
    <dgm:pt modelId="{FC6BD91D-88B4-4814-A167-74B1560DAEC7}" type="pres">
      <dgm:prSet presAssocID="{E6916983-D964-4F07-BE26-7F9F56940676}" presName="spacer" presStyleCnt="0"/>
      <dgm:spPr/>
    </dgm:pt>
    <dgm:pt modelId="{0D0A596C-53D2-429D-B97F-FB3F7585FB22}" type="pres">
      <dgm:prSet presAssocID="{1AE00BA8-6C82-42AD-BD07-55C127214978}" presName="parentText" presStyleLbl="node1" presStyleIdx="1" presStyleCnt="4">
        <dgm:presLayoutVars>
          <dgm:chMax val="0"/>
          <dgm:bulletEnabled val="1"/>
        </dgm:presLayoutVars>
      </dgm:prSet>
      <dgm:spPr/>
    </dgm:pt>
    <dgm:pt modelId="{16510B13-A2CA-437D-B417-5D5A8F1A254E}" type="pres">
      <dgm:prSet presAssocID="{5B523BE3-F31F-4A60-91A8-C364AE762380}" presName="spacer" presStyleCnt="0"/>
      <dgm:spPr/>
    </dgm:pt>
    <dgm:pt modelId="{15686CD1-F32E-47F7-8A7F-C4C9A9840068}" type="pres">
      <dgm:prSet presAssocID="{4DB00918-DE4B-4017-A2A8-AE774667246F}" presName="parentText" presStyleLbl="node1" presStyleIdx="2" presStyleCnt="4">
        <dgm:presLayoutVars>
          <dgm:chMax val="0"/>
          <dgm:bulletEnabled val="1"/>
        </dgm:presLayoutVars>
      </dgm:prSet>
      <dgm:spPr/>
    </dgm:pt>
    <dgm:pt modelId="{94C6EF62-05C4-4852-94D4-F201F0B0DA0F}" type="pres">
      <dgm:prSet presAssocID="{AF756372-EED4-44E8-A405-113CB515C20E}" presName="spacer" presStyleCnt="0"/>
      <dgm:spPr/>
    </dgm:pt>
    <dgm:pt modelId="{DD1EE2DA-1A8E-42F7-B4A7-229AD6A61382}" type="pres">
      <dgm:prSet presAssocID="{F19BA109-E7A8-4ECB-A554-7E937137C94F}" presName="parentText" presStyleLbl="node1" presStyleIdx="3" presStyleCnt="4">
        <dgm:presLayoutVars>
          <dgm:chMax val="0"/>
          <dgm:bulletEnabled val="1"/>
        </dgm:presLayoutVars>
      </dgm:prSet>
      <dgm:spPr/>
    </dgm:pt>
  </dgm:ptLst>
  <dgm:cxnLst>
    <dgm:cxn modelId="{BA39C21F-AD8E-4CE5-9974-0AC0002FBAE4}" type="presOf" srcId="{1AE00BA8-6C82-42AD-BD07-55C127214978}" destId="{0D0A596C-53D2-429D-B97F-FB3F7585FB22}" srcOrd="0" destOrd="0" presId="urn:microsoft.com/office/officeart/2005/8/layout/vList2"/>
    <dgm:cxn modelId="{FF6BEE36-BE05-44CD-B1B8-4CF8C8E0E01E}" type="presOf" srcId="{2CB0A04B-03AF-4E17-A36D-53FE56421D9B}" destId="{D1DE349A-3743-456A-8631-D4FCFDE2769D}" srcOrd="0" destOrd="0" presId="urn:microsoft.com/office/officeart/2005/8/layout/vList2"/>
    <dgm:cxn modelId="{99E1573A-7770-405A-A351-5FC63CEE01E0}" srcId="{2CB0A04B-03AF-4E17-A36D-53FE56421D9B}" destId="{CD2D1C5B-7273-47A6-9656-D171B030D323}" srcOrd="0" destOrd="0" parTransId="{AA5A6E6E-30DB-4AA7-A713-C20DFBB5CF74}" sibTransId="{E6916983-D964-4F07-BE26-7F9F56940676}"/>
    <dgm:cxn modelId="{1C69354B-F0A6-498F-8BB1-966C547C6482}" type="presOf" srcId="{CD2D1C5B-7273-47A6-9656-D171B030D323}" destId="{D2A35188-C78D-437A-9D50-FCF41095DEEF}" srcOrd="0" destOrd="0" presId="urn:microsoft.com/office/officeart/2005/8/layout/vList2"/>
    <dgm:cxn modelId="{302E584C-A378-4DFA-9405-3FF56DB401AD}" srcId="{2CB0A04B-03AF-4E17-A36D-53FE56421D9B}" destId="{4DB00918-DE4B-4017-A2A8-AE774667246F}" srcOrd="2" destOrd="0" parTransId="{384F3682-124F-4107-90CB-C34F96F2AF84}" sibTransId="{AF756372-EED4-44E8-A405-113CB515C20E}"/>
    <dgm:cxn modelId="{90017753-D77C-43D2-95B6-EA1603DDE9A8}" srcId="{2CB0A04B-03AF-4E17-A36D-53FE56421D9B}" destId="{F19BA109-E7A8-4ECB-A554-7E937137C94F}" srcOrd="3" destOrd="0" parTransId="{5BD92F82-3B06-4F7F-9C73-9B1C43846EDA}" sibTransId="{E2E7CF2F-1BEB-40AC-83FD-5EF5D7E455E5}"/>
    <dgm:cxn modelId="{1AE1B17F-5B22-4485-A0F6-E4E70E5B5F14}" srcId="{2CB0A04B-03AF-4E17-A36D-53FE56421D9B}" destId="{1AE00BA8-6C82-42AD-BD07-55C127214978}" srcOrd="1" destOrd="0" parTransId="{2EA539DD-C552-4092-A2EF-6661D501D9F2}" sibTransId="{5B523BE3-F31F-4A60-91A8-C364AE762380}"/>
    <dgm:cxn modelId="{81D10992-E885-44CD-848B-34B54D489FDB}" type="presOf" srcId="{F19BA109-E7A8-4ECB-A554-7E937137C94F}" destId="{DD1EE2DA-1A8E-42F7-B4A7-229AD6A61382}" srcOrd="0" destOrd="0" presId="urn:microsoft.com/office/officeart/2005/8/layout/vList2"/>
    <dgm:cxn modelId="{159414F3-119F-4396-90D6-4D85758BEBE3}" type="presOf" srcId="{4DB00918-DE4B-4017-A2A8-AE774667246F}" destId="{15686CD1-F32E-47F7-8A7F-C4C9A9840068}" srcOrd="0" destOrd="0" presId="urn:microsoft.com/office/officeart/2005/8/layout/vList2"/>
    <dgm:cxn modelId="{05195357-CFF7-4BFA-8B87-6BC1B53B8FAE}" type="presParOf" srcId="{D1DE349A-3743-456A-8631-D4FCFDE2769D}" destId="{D2A35188-C78D-437A-9D50-FCF41095DEEF}" srcOrd="0" destOrd="0" presId="urn:microsoft.com/office/officeart/2005/8/layout/vList2"/>
    <dgm:cxn modelId="{541717E8-D99E-4699-AF91-10955B346661}" type="presParOf" srcId="{D1DE349A-3743-456A-8631-D4FCFDE2769D}" destId="{FC6BD91D-88B4-4814-A167-74B1560DAEC7}" srcOrd="1" destOrd="0" presId="urn:microsoft.com/office/officeart/2005/8/layout/vList2"/>
    <dgm:cxn modelId="{3CB5326A-A2CD-42A2-BAE8-513532D7D9D4}" type="presParOf" srcId="{D1DE349A-3743-456A-8631-D4FCFDE2769D}" destId="{0D0A596C-53D2-429D-B97F-FB3F7585FB22}" srcOrd="2" destOrd="0" presId="urn:microsoft.com/office/officeart/2005/8/layout/vList2"/>
    <dgm:cxn modelId="{CC1B432C-A4CE-4A84-9278-5D4ADA5CC0E7}" type="presParOf" srcId="{D1DE349A-3743-456A-8631-D4FCFDE2769D}" destId="{16510B13-A2CA-437D-B417-5D5A8F1A254E}" srcOrd="3" destOrd="0" presId="urn:microsoft.com/office/officeart/2005/8/layout/vList2"/>
    <dgm:cxn modelId="{ED570061-797A-449C-88F6-CC94814FD326}" type="presParOf" srcId="{D1DE349A-3743-456A-8631-D4FCFDE2769D}" destId="{15686CD1-F32E-47F7-8A7F-C4C9A9840068}" srcOrd="4" destOrd="0" presId="urn:microsoft.com/office/officeart/2005/8/layout/vList2"/>
    <dgm:cxn modelId="{F368339F-F84B-498C-B158-BD69819EDAAA}" type="presParOf" srcId="{D1DE349A-3743-456A-8631-D4FCFDE2769D}" destId="{94C6EF62-05C4-4852-94D4-F201F0B0DA0F}" srcOrd="5" destOrd="0" presId="urn:microsoft.com/office/officeart/2005/8/layout/vList2"/>
    <dgm:cxn modelId="{5E9A59ED-DAEF-4B3D-A031-61FDA608D8C2}" type="presParOf" srcId="{D1DE349A-3743-456A-8631-D4FCFDE2769D}" destId="{DD1EE2DA-1A8E-42F7-B4A7-229AD6A6138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0C2E199D-9CF4-4F6A-885E-7E649C9F883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004C94C-26C1-4BA8-B6A6-D0B50F8240D7}">
      <dgm:prSet/>
      <dgm:spPr/>
      <dgm:t>
        <a:bodyPr/>
        <a:lstStyle/>
        <a:p>
          <a:r>
            <a:rPr lang="ru-RU" b="0" i="0" dirty="0"/>
            <a:t>1654 р.</a:t>
          </a:r>
          <a:endParaRPr lang="uk-UA" dirty="0"/>
        </a:p>
      </dgm:t>
    </dgm:pt>
    <dgm:pt modelId="{5955F6B1-5D9C-44EB-B1F9-791B58DB830E}" type="parTrans" cxnId="{2724660A-9CCB-4097-82A7-410C06B8BBF0}">
      <dgm:prSet/>
      <dgm:spPr/>
      <dgm:t>
        <a:bodyPr/>
        <a:lstStyle/>
        <a:p>
          <a:endParaRPr lang="uk-UA"/>
        </a:p>
      </dgm:t>
    </dgm:pt>
    <dgm:pt modelId="{1131E3AE-EC7F-49FE-8472-E9F756FA869E}" type="sibTrans" cxnId="{2724660A-9CCB-4097-82A7-410C06B8BBF0}">
      <dgm:prSet/>
      <dgm:spPr/>
      <dgm:t>
        <a:bodyPr/>
        <a:lstStyle/>
        <a:p>
          <a:endParaRPr lang="uk-UA"/>
        </a:p>
      </dgm:t>
    </dgm:pt>
    <dgm:pt modelId="{6909C340-F951-4828-B35E-7ECFAEE863F2}">
      <dgm:prSet/>
      <dgm:spPr/>
      <dgm:t>
        <a:bodyPr/>
        <a:lstStyle/>
        <a:p>
          <a:r>
            <a:rPr lang="ru-RU" b="0" i="0"/>
            <a:t>1686 р.</a:t>
          </a:r>
          <a:endParaRPr lang="uk-UA"/>
        </a:p>
      </dgm:t>
    </dgm:pt>
    <dgm:pt modelId="{BCE20298-0D82-4335-9656-05AAB473744F}" type="parTrans" cxnId="{5E8947FA-F57E-4F83-AE0C-0641319B4D66}">
      <dgm:prSet/>
      <dgm:spPr/>
      <dgm:t>
        <a:bodyPr/>
        <a:lstStyle/>
        <a:p>
          <a:endParaRPr lang="uk-UA"/>
        </a:p>
      </dgm:t>
    </dgm:pt>
    <dgm:pt modelId="{27FF2061-3713-4024-9590-FBFFB9D001EB}" type="sibTrans" cxnId="{5E8947FA-F57E-4F83-AE0C-0641319B4D66}">
      <dgm:prSet/>
      <dgm:spPr/>
      <dgm:t>
        <a:bodyPr/>
        <a:lstStyle/>
        <a:p>
          <a:endParaRPr lang="uk-UA"/>
        </a:p>
      </dgm:t>
    </dgm:pt>
    <dgm:pt modelId="{2A7B31C7-4BD3-47AA-81B0-D580D52EF320}">
      <dgm:prSet/>
      <dgm:spPr/>
      <dgm:t>
        <a:bodyPr/>
        <a:lstStyle/>
        <a:p>
          <a:r>
            <a:rPr lang="ru-RU" b="0" i="0"/>
            <a:t>1708 р. .</a:t>
          </a:r>
          <a:endParaRPr lang="uk-UA"/>
        </a:p>
      </dgm:t>
    </dgm:pt>
    <dgm:pt modelId="{AF811086-7479-48A2-B73B-BFA26E28B79E}" type="parTrans" cxnId="{8D7007D8-CB4D-492C-8756-AB39B13E04CE}">
      <dgm:prSet/>
      <dgm:spPr/>
      <dgm:t>
        <a:bodyPr/>
        <a:lstStyle/>
        <a:p>
          <a:endParaRPr lang="uk-UA"/>
        </a:p>
      </dgm:t>
    </dgm:pt>
    <dgm:pt modelId="{CFF6371E-DF20-4E28-9CF8-3FD059415760}" type="sibTrans" cxnId="{8D7007D8-CB4D-492C-8756-AB39B13E04CE}">
      <dgm:prSet/>
      <dgm:spPr/>
      <dgm:t>
        <a:bodyPr/>
        <a:lstStyle/>
        <a:p>
          <a:endParaRPr lang="uk-UA"/>
        </a:p>
      </dgm:t>
    </dgm:pt>
    <dgm:pt modelId="{DEF82ADA-C4B8-4DD1-8500-29A51046E14F}">
      <dgm:prSet/>
      <dgm:spPr/>
      <dgm:t>
        <a:bodyPr/>
        <a:lstStyle/>
        <a:p>
          <a:r>
            <a:rPr lang="ru-RU" b="0" i="0" dirty="0"/>
            <a:t>1764 р</a:t>
          </a:r>
          <a:endParaRPr lang="uk-UA" dirty="0"/>
        </a:p>
      </dgm:t>
    </dgm:pt>
    <dgm:pt modelId="{DFB88E25-F34D-4D53-88F0-FC87CDBB7753}" type="parTrans" cxnId="{9A04EA4A-BBB2-45A2-A231-16217B1C76EC}">
      <dgm:prSet/>
      <dgm:spPr/>
      <dgm:t>
        <a:bodyPr/>
        <a:lstStyle/>
        <a:p>
          <a:endParaRPr lang="uk-UA"/>
        </a:p>
      </dgm:t>
    </dgm:pt>
    <dgm:pt modelId="{B840B47F-5BD0-4D0B-9736-06F763EE20B8}" type="sibTrans" cxnId="{9A04EA4A-BBB2-45A2-A231-16217B1C76EC}">
      <dgm:prSet/>
      <dgm:spPr/>
      <dgm:t>
        <a:bodyPr/>
        <a:lstStyle/>
        <a:p>
          <a:endParaRPr lang="uk-UA"/>
        </a:p>
      </dgm:t>
    </dgm:pt>
    <dgm:pt modelId="{AAD188D2-0DF6-407B-919E-5F9D0F2D96A9}" type="pres">
      <dgm:prSet presAssocID="{0C2E199D-9CF4-4F6A-885E-7E649C9F8836}" presName="linear" presStyleCnt="0">
        <dgm:presLayoutVars>
          <dgm:animLvl val="lvl"/>
          <dgm:resizeHandles val="exact"/>
        </dgm:presLayoutVars>
      </dgm:prSet>
      <dgm:spPr/>
    </dgm:pt>
    <dgm:pt modelId="{684A4437-B83C-4B5F-B182-614F996D9994}" type="pres">
      <dgm:prSet presAssocID="{8004C94C-26C1-4BA8-B6A6-D0B50F8240D7}" presName="parentText" presStyleLbl="node1" presStyleIdx="0" presStyleCnt="4">
        <dgm:presLayoutVars>
          <dgm:chMax val="0"/>
          <dgm:bulletEnabled val="1"/>
        </dgm:presLayoutVars>
      </dgm:prSet>
      <dgm:spPr/>
    </dgm:pt>
    <dgm:pt modelId="{0256537A-889E-475A-8405-5FA2FA963145}" type="pres">
      <dgm:prSet presAssocID="{1131E3AE-EC7F-49FE-8472-E9F756FA869E}" presName="spacer" presStyleCnt="0"/>
      <dgm:spPr/>
    </dgm:pt>
    <dgm:pt modelId="{365CDCC9-58A5-45AD-B653-1437B168213B}" type="pres">
      <dgm:prSet presAssocID="{6909C340-F951-4828-B35E-7ECFAEE863F2}" presName="parentText" presStyleLbl="node1" presStyleIdx="1" presStyleCnt="4">
        <dgm:presLayoutVars>
          <dgm:chMax val="0"/>
          <dgm:bulletEnabled val="1"/>
        </dgm:presLayoutVars>
      </dgm:prSet>
      <dgm:spPr/>
    </dgm:pt>
    <dgm:pt modelId="{D7B9016B-80BD-4A03-82D0-46EE66C2112E}" type="pres">
      <dgm:prSet presAssocID="{27FF2061-3713-4024-9590-FBFFB9D001EB}" presName="spacer" presStyleCnt="0"/>
      <dgm:spPr/>
    </dgm:pt>
    <dgm:pt modelId="{70B1B377-0DF9-4065-B647-8D27083F112E}" type="pres">
      <dgm:prSet presAssocID="{2A7B31C7-4BD3-47AA-81B0-D580D52EF320}" presName="parentText" presStyleLbl="node1" presStyleIdx="2" presStyleCnt="4">
        <dgm:presLayoutVars>
          <dgm:chMax val="0"/>
          <dgm:bulletEnabled val="1"/>
        </dgm:presLayoutVars>
      </dgm:prSet>
      <dgm:spPr/>
    </dgm:pt>
    <dgm:pt modelId="{211369EB-EB15-414D-A9A4-413B1AF4ACFE}" type="pres">
      <dgm:prSet presAssocID="{CFF6371E-DF20-4E28-9CF8-3FD059415760}" presName="spacer" presStyleCnt="0"/>
      <dgm:spPr/>
    </dgm:pt>
    <dgm:pt modelId="{91AED944-C789-49B9-92BE-CEF96D0E7942}" type="pres">
      <dgm:prSet presAssocID="{DEF82ADA-C4B8-4DD1-8500-29A51046E14F}" presName="parentText" presStyleLbl="node1" presStyleIdx="3" presStyleCnt="4">
        <dgm:presLayoutVars>
          <dgm:chMax val="0"/>
          <dgm:bulletEnabled val="1"/>
        </dgm:presLayoutVars>
      </dgm:prSet>
      <dgm:spPr/>
    </dgm:pt>
  </dgm:ptLst>
  <dgm:cxnLst>
    <dgm:cxn modelId="{2724660A-9CCB-4097-82A7-410C06B8BBF0}" srcId="{0C2E199D-9CF4-4F6A-885E-7E649C9F8836}" destId="{8004C94C-26C1-4BA8-B6A6-D0B50F8240D7}" srcOrd="0" destOrd="0" parTransId="{5955F6B1-5D9C-44EB-B1F9-791B58DB830E}" sibTransId="{1131E3AE-EC7F-49FE-8472-E9F756FA869E}"/>
    <dgm:cxn modelId="{89A41541-5AAC-4B74-B7C1-59776137E338}" type="presOf" srcId="{6909C340-F951-4828-B35E-7ECFAEE863F2}" destId="{365CDCC9-58A5-45AD-B653-1437B168213B}" srcOrd="0" destOrd="0" presId="urn:microsoft.com/office/officeart/2005/8/layout/vList2"/>
    <dgm:cxn modelId="{943FB56A-D895-4D38-88FD-A6F621A8CC6C}" type="presOf" srcId="{DEF82ADA-C4B8-4DD1-8500-29A51046E14F}" destId="{91AED944-C789-49B9-92BE-CEF96D0E7942}" srcOrd="0" destOrd="0" presId="urn:microsoft.com/office/officeart/2005/8/layout/vList2"/>
    <dgm:cxn modelId="{9A04EA4A-BBB2-45A2-A231-16217B1C76EC}" srcId="{0C2E199D-9CF4-4F6A-885E-7E649C9F8836}" destId="{DEF82ADA-C4B8-4DD1-8500-29A51046E14F}" srcOrd="3" destOrd="0" parTransId="{DFB88E25-F34D-4D53-88F0-FC87CDBB7753}" sibTransId="{B840B47F-5BD0-4D0B-9736-06F763EE20B8}"/>
    <dgm:cxn modelId="{E1A327B8-0A13-409A-A639-5F20D94C3641}" type="presOf" srcId="{8004C94C-26C1-4BA8-B6A6-D0B50F8240D7}" destId="{684A4437-B83C-4B5F-B182-614F996D9994}" srcOrd="0" destOrd="0" presId="urn:microsoft.com/office/officeart/2005/8/layout/vList2"/>
    <dgm:cxn modelId="{82DA7DCE-1DDF-4185-B401-6ABB62245B75}" type="presOf" srcId="{0C2E199D-9CF4-4F6A-885E-7E649C9F8836}" destId="{AAD188D2-0DF6-407B-919E-5F9D0F2D96A9}" srcOrd="0" destOrd="0" presId="urn:microsoft.com/office/officeart/2005/8/layout/vList2"/>
    <dgm:cxn modelId="{EED5E9D7-42F2-4278-981C-7E718AE98AEF}" type="presOf" srcId="{2A7B31C7-4BD3-47AA-81B0-D580D52EF320}" destId="{70B1B377-0DF9-4065-B647-8D27083F112E}" srcOrd="0" destOrd="0" presId="urn:microsoft.com/office/officeart/2005/8/layout/vList2"/>
    <dgm:cxn modelId="{8D7007D8-CB4D-492C-8756-AB39B13E04CE}" srcId="{0C2E199D-9CF4-4F6A-885E-7E649C9F8836}" destId="{2A7B31C7-4BD3-47AA-81B0-D580D52EF320}" srcOrd="2" destOrd="0" parTransId="{AF811086-7479-48A2-B73B-BFA26E28B79E}" sibTransId="{CFF6371E-DF20-4E28-9CF8-3FD059415760}"/>
    <dgm:cxn modelId="{5E8947FA-F57E-4F83-AE0C-0641319B4D66}" srcId="{0C2E199D-9CF4-4F6A-885E-7E649C9F8836}" destId="{6909C340-F951-4828-B35E-7ECFAEE863F2}" srcOrd="1" destOrd="0" parTransId="{BCE20298-0D82-4335-9656-05AAB473744F}" sibTransId="{27FF2061-3713-4024-9590-FBFFB9D001EB}"/>
    <dgm:cxn modelId="{7BDA24B7-38E3-4509-B44E-0EDE56D5E9F8}" type="presParOf" srcId="{AAD188D2-0DF6-407B-919E-5F9D0F2D96A9}" destId="{684A4437-B83C-4B5F-B182-614F996D9994}" srcOrd="0" destOrd="0" presId="urn:microsoft.com/office/officeart/2005/8/layout/vList2"/>
    <dgm:cxn modelId="{8C912B22-F994-442B-86DD-69657BB1FD6C}" type="presParOf" srcId="{AAD188D2-0DF6-407B-919E-5F9D0F2D96A9}" destId="{0256537A-889E-475A-8405-5FA2FA963145}" srcOrd="1" destOrd="0" presId="urn:microsoft.com/office/officeart/2005/8/layout/vList2"/>
    <dgm:cxn modelId="{EE956849-502A-48BC-978E-7A7C4E0EA0BA}" type="presParOf" srcId="{AAD188D2-0DF6-407B-919E-5F9D0F2D96A9}" destId="{365CDCC9-58A5-45AD-B653-1437B168213B}" srcOrd="2" destOrd="0" presId="urn:microsoft.com/office/officeart/2005/8/layout/vList2"/>
    <dgm:cxn modelId="{46DFB91C-77E5-4781-A76F-12A38B8ACF05}" type="presParOf" srcId="{AAD188D2-0DF6-407B-919E-5F9D0F2D96A9}" destId="{D7B9016B-80BD-4A03-82D0-46EE66C2112E}" srcOrd="3" destOrd="0" presId="urn:microsoft.com/office/officeart/2005/8/layout/vList2"/>
    <dgm:cxn modelId="{A3654657-B19C-496C-BE2D-ED5723780EC4}" type="presParOf" srcId="{AAD188D2-0DF6-407B-919E-5F9D0F2D96A9}" destId="{70B1B377-0DF9-4065-B647-8D27083F112E}" srcOrd="4" destOrd="0" presId="urn:microsoft.com/office/officeart/2005/8/layout/vList2"/>
    <dgm:cxn modelId="{D45049EE-89B3-4D2A-A605-F7906B879D34}" type="presParOf" srcId="{AAD188D2-0DF6-407B-919E-5F9D0F2D96A9}" destId="{211369EB-EB15-414D-A9A4-413B1AF4ACFE}" srcOrd="5" destOrd="0" presId="urn:microsoft.com/office/officeart/2005/8/layout/vList2"/>
    <dgm:cxn modelId="{A5E90AA6-B351-44BE-9C8F-458EB63CEC4F}" type="presParOf" srcId="{AAD188D2-0DF6-407B-919E-5F9D0F2D96A9}" destId="{91AED944-C789-49B9-92BE-CEF96D0E794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F701AE12-5ED5-4865-9EBB-E75B993346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1E25ABD-3D96-4DD5-A916-F9744637EA5E}">
      <dgm:prSet/>
      <dgm:spPr/>
      <dgm:t>
        <a:bodyPr/>
        <a:lstStyle/>
        <a:p>
          <a:r>
            <a:rPr lang="uk-UA" b="0" i="1" dirty="0"/>
            <a:t>«А ті міста і землі, які в минулій війні від Корони Польської і Великого князівства Литовського завойовані були, залишаються у володінні і в державі його царської величності… </a:t>
          </a:r>
          <a:r>
            <a:rPr lang="uk-UA" b="0" i="1" dirty="0" err="1"/>
            <a:t>Запороги</a:t>
          </a:r>
          <a:r>
            <a:rPr lang="uk-UA" b="0" i="1" dirty="0"/>
            <a:t> та козаки, що там живуть… мають бути в послуху та під високою рукою обох Великих государів…»</a:t>
          </a:r>
          <a:endParaRPr lang="uk-UA" dirty="0"/>
        </a:p>
      </dgm:t>
    </dgm:pt>
    <dgm:pt modelId="{5686CAB5-1DCA-4715-911F-FCB4D9DAEB7A}" type="parTrans" cxnId="{A4A53E16-65D2-4604-A0A4-D3BB2938E5D3}">
      <dgm:prSet/>
      <dgm:spPr/>
      <dgm:t>
        <a:bodyPr/>
        <a:lstStyle/>
        <a:p>
          <a:endParaRPr lang="uk-UA"/>
        </a:p>
      </dgm:t>
    </dgm:pt>
    <dgm:pt modelId="{83B7233A-CC06-4C90-9476-2DD2FD55A4A3}" type="sibTrans" cxnId="{A4A53E16-65D2-4604-A0A4-D3BB2938E5D3}">
      <dgm:prSet/>
      <dgm:spPr/>
      <dgm:t>
        <a:bodyPr/>
        <a:lstStyle/>
        <a:p>
          <a:endParaRPr lang="uk-UA"/>
        </a:p>
      </dgm:t>
    </dgm:pt>
    <dgm:pt modelId="{BA78B1F1-3D10-4599-8BDC-6F5213DD3C39}">
      <dgm:prSet/>
      <dgm:spPr/>
      <dgm:t>
        <a:bodyPr/>
        <a:lstStyle/>
        <a:p>
          <a:r>
            <a:rPr lang="uk-UA" b="0" i="1" dirty="0"/>
            <a:t>«Уся Річ Посполита народу Польського, Великого князівства Литовського і Великого князівства Руського, і належних до них провінцій відновлюється цілком такою, як була перед війною…»</a:t>
          </a:r>
          <a:endParaRPr lang="uk-UA" dirty="0"/>
        </a:p>
      </dgm:t>
    </dgm:pt>
    <dgm:pt modelId="{CF0F67F2-0AC9-4BC9-9D31-2A59936D5A49}" type="parTrans" cxnId="{4330780F-8A60-42DC-BD0D-E93E20436D8E}">
      <dgm:prSet/>
      <dgm:spPr/>
      <dgm:t>
        <a:bodyPr/>
        <a:lstStyle/>
        <a:p>
          <a:endParaRPr lang="uk-UA"/>
        </a:p>
      </dgm:t>
    </dgm:pt>
    <dgm:pt modelId="{BED4B0AA-90B7-450D-8D68-504CB85CE4CA}" type="sibTrans" cxnId="{4330780F-8A60-42DC-BD0D-E93E20436D8E}">
      <dgm:prSet/>
      <dgm:spPr/>
      <dgm:t>
        <a:bodyPr/>
        <a:lstStyle/>
        <a:p>
          <a:endParaRPr lang="uk-UA"/>
        </a:p>
      </dgm:t>
    </dgm:pt>
    <dgm:pt modelId="{4007E291-F20F-49D7-BD5B-2EC271224FE4}" type="pres">
      <dgm:prSet presAssocID="{F701AE12-5ED5-4865-9EBB-E75B993346E9}" presName="linear" presStyleCnt="0">
        <dgm:presLayoutVars>
          <dgm:animLvl val="lvl"/>
          <dgm:resizeHandles val="exact"/>
        </dgm:presLayoutVars>
      </dgm:prSet>
      <dgm:spPr/>
    </dgm:pt>
    <dgm:pt modelId="{E1A831A6-1FD0-46AA-9476-12338A3E4A29}" type="pres">
      <dgm:prSet presAssocID="{C1E25ABD-3D96-4DD5-A916-F9744637EA5E}" presName="parentText" presStyleLbl="node1" presStyleIdx="0" presStyleCnt="2">
        <dgm:presLayoutVars>
          <dgm:chMax val="0"/>
          <dgm:bulletEnabled val="1"/>
        </dgm:presLayoutVars>
      </dgm:prSet>
      <dgm:spPr/>
    </dgm:pt>
    <dgm:pt modelId="{F5576D8A-57DB-42D0-BCDA-363B6A32CF85}" type="pres">
      <dgm:prSet presAssocID="{83B7233A-CC06-4C90-9476-2DD2FD55A4A3}" presName="spacer" presStyleCnt="0"/>
      <dgm:spPr/>
    </dgm:pt>
    <dgm:pt modelId="{0873350F-89AD-41B1-AFC9-A8B9FAE9BA49}" type="pres">
      <dgm:prSet presAssocID="{BA78B1F1-3D10-4599-8BDC-6F5213DD3C39}" presName="parentText" presStyleLbl="node1" presStyleIdx="1" presStyleCnt="2">
        <dgm:presLayoutVars>
          <dgm:chMax val="0"/>
          <dgm:bulletEnabled val="1"/>
        </dgm:presLayoutVars>
      </dgm:prSet>
      <dgm:spPr/>
    </dgm:pt>
  </dgm:ptLst>
  <dgm:cxnLst>
    <dgm:cxn modelId="{4330780F-8A60-42DC-BD0D-E93E20436D8E}" srcId="{F701AE12-5ED5-4865-9EBB-E75B993346E9}" destId="{BA78B1F1-3D10-4599-8BDC-6F5213DD3C39}" srcOrd="1" destOrd="0" parTransId="{CF0F67F2-0AC9-4BC9-9D31-2A59936D5A49}" sibTransId="{BED4B0AA-90B7-450D-8D68-504CB85CE4CA}"/>
    <dgm:cxn modelId="{A4A53E16-65D2-4604-A0A4-D3BB2938E5D3}" srcId="{F701AE12-5ED5-4865-9EBB-E75B993346E9}" destId="{C1E25ABD-3D96-4DD5-A916-F9744637EA5E}" srcOrd="0" destOrd="0" parTransId="{5686CAB5-1DCA-4715-911F-FCB4D9DAEB7A}" sibTransId="{83B7233A-CC06-4C90-9476-2DD2FD55A4A3}"/>
    <dgm:cxn modelId="{FF0A32B3-E927-4B4C-80E5-D93A10988637}" type="presOf" srcId="{C1E25ABD-3D96-4DD5-A916-F9744637EA5E}" destId="{E1A831A6-1FD0-46AA-9476-12338A3E4A29}" srcOrd="0" destOrd="0" presId="urn:microsoft.com/office/officeart/2005/8/layout/vList2"/>
    <dgm:cxn modelId="{3F84F6B9-ECF4-46F3-B48C-C822BABD7C4D}" type="presOf" srcId="{BA78B1F1-3D10-4599-8BDC-6F5213DD3C39}" destId="{0873350F-89AD-41B1-AFC9-A8B9FAE9BA49}" srcOrd="0" destOrd="0" presId="urn:microsoft.com/office/officeart/2005/8/layout/vList2"/>
    <dgm:cxn modelId="{0D7B59EF-8E70-456D-ACA3-63D0A2867748}" type="presOf" srcId="{F701AE12-5ED5-4865-9EBB-E75B993346E9}" destId="{4007E291-F20F-49D7-BD5B-2EC271224FE4}" srcOrd="0" destOrd="0" presId="urn:microsoft.com/office/officeart/2005/8/layout/vList2"/>
    <dgm:cxn modelId="{C53B4C8A-90BF-45FE-82DD-FFFEAD09EA8B}" type="presParOf" srcId="{4007E291-F20F-49D7-BD5B-2EC271224FE4}" destId="{E1A831A6-1FD0-46AA-9476-12338A3E4A29}" srcOrd="0" destOrd="0" presId="urn:microsoft.com/office/officeart/2005/8/layout/vList2"/>
    <dgm:cxn modelId="{BC6FBDCE-B62B-4457-8169-3ED485EE40D3}" type="presParOf" srcId="{4007E291-F20F-49D7-BD5B-2EC271224FE4}" destId="{F5576D8A-57DB-42D0-BCDA-363B6A32CF85}" srcOrd="1" destOrd="0" presId="urn:microsoft.com/office/officeart/2005/8/layout/vList2"/>
    <dgm:cxn modelId="{7CAF2B59-51B7-4040-9A96-F0C6B7318132}" type="presParOf" srcId="{4007E291-F20F-49D7-BD5B-2EC271224FE4}" destId="{0873350F-89AD-41B1-AFC9-A8B9FAE9BA4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E3C3C374-6E29-4C37-8474-B6A6BDEBFEA5}"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3426D666-3784-402F-A2A2-C1AC97EC625B}">
      <dgm:prSet/>
      <dgm:spPr/>
      <dgm:t>
        <a:bodyPr/>
        <a:lstStyle/>
        <a:p>
          <a:r>
            <a:rPr lang="uk-UA" b="0" i="0"/>
            <a:t>Гадяцький договір (1658 р.)</a:t>
          </a:r>
          <a:endParaRPr lang="uk-UA"/>
        </a:p>
      </dgm:t>
    </dgm:pt>
    <dgm:pt modelId="{DE3EB4A9-4E98-47BF-99D6-8FA46EFA01C2}" type="parTrans" cxnId="{FB81040C-452B-47DB-8CCD-FBEEE2B3B1BA}">
      <dgm:prSet/>
      <dgm:spPr/>
      <dgm:t>
        <a:bodyPr/>
        <a:lstStyle/>
        <a:p>
          <a:endParaRPr lang="uk-UA"/>
        </a:p>
      </dgm:t>
    </dgm:pt>
    <dgm:pt modelId="{9910CBDF-4FDD-49D0-9524-A4D98593191C}" type="sibTrans" cxnId="{FB81040C-452B-47DB-8CCD-FBEEE2B3B1BA}">
      <dgm:prSet/>
      <dgm:spPr/>
      <dgm:t>
        <a:bodyPr/>
        <a:lstStyle/>
        <a:p>
          <a:endParaRPr lang="uk-UA"/>
        </a:p>
      </dgm:t>
    </dgm:pt>
    <dgm:pt modelId="{EF5E5B2A-4DF7-4AE2-933A-3F4249E6837F}">
      <dgm:prSet/>
      <dgm:spPr/>
      <dgm:t>
        <a:bodyPr/>
        <a:lstStyle/>
        <a:p>
          <a:r>
            <a:rPr lang="uk-UA" b="0" i="0" dirty="0"/>
            <a:t>Віленське перемир’я (1656 р.)</a:t>
          </a:r>
          <a:endParaRPr lang="uk-UA" dirty="0"/>
        </a:p>
      </dgm:t>
    </dgm:pt>
    <dgm:pt modelId="{643B9FE9-ECC4-4D39-A258-BE05F7417A67}" type="parTrans" cxnId="{6C590267-4429-4EE7-9C0F-6D0EF4B73C76}">
      <dgm:prSet/>
      <dgm:spPr/>
      <dgm:t>
        <a:bodyPr/>
        <a:lstStyle/>
        <a:p>
          <a:endParaRPr lang="uk-UA"/>
        </a:p>
      </dgm:t>
    </dgm:pt>
    <dgm:pt modelId="{4E407165-72C7-4551-845B-42D09E4FFE58}" type="sibTrans" cxnId="{6C590267-4429-4EE7-9C0F-6D0EF4B73C76}">
      <dgm:prSet/>
      <dgm:spPr/>
      <dgm:t>
        <a:bodyPr/>
        <a:lstStyle/>
        <a:p>
          <a:endParaRPr lang="uk-UA"/>
        </a:p>
      </dgm:t>
    </dgm:pt>
    <dgm:pt modelId="{06B3D974-4610-471B-8F0B-AF3E2B98D0B6}">
      <dgm:prSet/>
      <dgm:spPr/>
      <dgm:t>
        <a:bodyPr/>
        <a:lstStyle/>
        <a:p>
          <a:r>
            <a:rPr lang="uk-UA" b="0" i="0"/>
            <a:t>Андрусівське перемир’я (1667 р.)</a:t>
          </a:r>
          <a:endParaRPr lang="uk-UA"/>
        </a:p>
      </dgm:t>
    </dgm:pt>
    <dgm:pt modelId="{0176B732-6EFF-416B-9DC1-C32EA3C353FA}" type="parTrans" cxnId="{385CFDDD-102F-4F8F-856C-DD87F96049C3}">
      <dgm:prSet/>
      <dgm:spPr/>
      <dgm:t>
        <a:bodyPr/>
        <a:lstStyle/>
        <a:p>
          <a:endParaRPr lang="uk-UA"/>
        </a:p>
      </dgm:t>
    </dgm:pt>
    <dgm:pt modelId="{CC721CC8-4852-45F1-ABFA-14D96F7560BB}" type="sibTrans" cxnId="{385CFDDD-102F-4F8F-856C-DD87F96049C3}">
      <dgm:prSet/>
      <dgm:spPr/>
      <dgm:t>
        <a:bodyPr/>
        <a:lstStyle/>
        <a:p>
          <a:endParaRPr lang="uk-UA"/>
        </a:p>
      </dgm:t>
    </dgm:pt>
    <dgm:pt modelId="{9D8963B3-050A-48C5-ABD2-51BAB52FC5B3}">
      <dgm:prSet/>
      <dgm:spPr/>
      <dgm:t>
        <a:bodyPr/>
        <a:lstStyle/>
        <a:p>
          <a:r>
            <a:rPr lang="uk-UA" b="0" i="0"/>
            <a:t>Корсунська угода (1669 р.)</a:t>
          </a:r>
          <a:endParaRPr lang="uk-UA"/>
        </a:p>
      </dgm:t>
    </dgm:pt>
    <dgm:pt modelId="{8B4DA2F0-DF7A-43A1-88A6-19BAA74C6880}" type="parTrans" cxnId="{AE64219C-B87B-40B9-859D-E6EF3AC784DA}">
      <dgm:prSet/>
      <dgm:spPr/>
      <dgm:t>
        <a:bodyPr/>
        <a:lstStyle/>
        <a:p>
          <a:endParaRPr lang="uk-UA"/>
        </a:p>
      </dgm:t>
    </dgm:pt>
    <dgm:pt modelId="{7EAA29AC-5244-47EE-A6A0-EB5006ED2F4E}" type="sibTrans" cxnId="{AE64219C-B87B-40B9-859D-E6EF3AC784DA}">
      <dgm:prSet/>
      <dgm:spPr/>
      <dgm:t>
        <a:bodyPr/>
        <a:lstStyle/>
        <a:p>
          <a:endParaRPr lang="uk-UA"/>
        </a:p>
      </dgm:t>
    </dgm:pt>
    <dgm:pt modelId="{059FBA50-E824-4627-A043-F2D0040F6A73}">
      <dgm:prSet/>
      <dgm:spPr/>
      <dgm:t>
        <a:bodyPr/>
        <a:lstStyle/>
        <a:p>
          <a:r>
            <a:rPr lang="uk-UA" b="0" i="0" dirty="0"/>
            <a:t>Бахчисарайський договір (1681 р.)</a:t>
          </a:r>
          <a:endParaRPr lang="uk-UA" dirty="0"/>
        </a:p>
      </dgm:t>
    </dgm:pt>
    <dgm:pt modelId="{0FC657AE-977D-42AE-9581-FD3E33510FFE}" type="parTrans" cxnId="{5D40275C-2A16-4DB6-92C9-0187C385686E}">
      <dgm:prSet/>
      <dgm:spPr/>
      <dgm:t>
        <a:bodyPr/>
        <a:lstStyle/>
        <a:p>
          <a:endParaRPr lang="uk-UA"/>
        </a:p>
      </dgm:t>
    </dgm:pt>
    <dgm:pt modelId="{DC53B8A4-8070-4766-A16F-EBF39270FD52}" type="sibTrans" cxnId="{5D40275C-2A16-4DB6-92C9-0187C385686E}">
      <dgm:prSet/>
      <dgm:spPr/>
      <dgm:t>
        <a:bodyPr/>
        <a:lstStyle/>
        <a:p>
          <a:endParaRPr lang="uk-UA"/>
        </a:p>
      </dgm:t>
    </dgm:pt>
    <dgm:pt modelId="{F04635B7-DA47-414F-8C92-8134B2E9E2EE}" type="pres">
      <dgm:prSet presAssocID="{E3C3C374-6E29-4C37-8474-B6A6BDEBFEA5}" presName="Name0" presStyleCnt="0">
        <dgm:presLayoutVars>
          <dgm:chMax val="7"/>
          <dgm:chPref val="7"/>
          <dgm:dir/>
        </dgm:presLayoutVars>
      </dgm:prSet>
      <dgm:spPr/>
    </dgm:pt>
    <dgm:pt modelId="{8D7A0EF1-EA83-45EC-9DF3-1F8F5410BB42}" type="pres">
      <dgm:prSet presAssocID="{E3C3C374-6E29-4C37-8474-B6A6BDEBFEA5}" presName="Name1" presStyleCnt="0"/>
      <dgm:spPr/>
    </dgm:pt>
    <dgm:pt modelId="{90F6F105-44C9-4B2F-9CD1-34463765BD4E}" type="pres">
      <dgm:prSet presAssocID="{E3C3C374-6E29-4C37-8474-B6A6BDEBFEA5}" presName="cycle" presStyleCnt="0"/>
      <dgm:spPr/>
    </dgm:pt>
    <dgm:pt modelId="{A4B3A3E8-088C-4999-93D7-3E319E589782}" type="pres">
      <dgm:prSet presAssocID="{E3C3C374-6E29-4C37-8474-B6A6BDEBFEA5}" presName="srcNode" presStyleLbl="node1" presStyleIdx="0" presStyleCnt="5"/>
      <dgm:spPr/>
    </dgm:pt>
    <dgm:pt modelId="{03EA8BAE-307F-4C63-A70B-7B1D702F9F3C}" type="pres">
      <dgm:prSet presAssocID="{E3C3C374-6E29-4C37-8474-B6A6BDEBFEA5}" presName="conn" presStyleLbl="parChTrans1D2" presStyleIdx="0" presStyleCnt="1"/>
      <dgm:spPr/>
    </dgm:pt>
    <dgm:pt modelId="{C41DCCF3-1E00-451C-9A08-30D2FE746DC4}" type="pres">
      <dgm:prSet presAssocID="{E3C3C374-6E29-4C37-8474-B6A6BDEBFEA5}" presName="extraNode" presStyleLbl="node1" presStyleIdx="0" presStyleCnt="5"/>
      <dgm:spPr/>
    </dgm:pt>
    <dgm:pt modelId="{B3D9ADFA-DA1D-4A49-BE85-E89EE1BCBE24}" type="pres">
      <dgm:prSet presAssocID="{E3C3C374-6E29-4C37-8474-B6A6BDEBFEA5}" presName="dstNode" presStyleLbl="node1" presStyleIdx="0" presStyleCnt="5"/>
      <dgm:spPr/>
    </dgm:pt>
    <dgm:pt modelId="{5E0EF1CC-D0F7-4F97-B5BF-CF773704D2A9}" type="pres">
      <dgm:prSet presAssocID="{3426D666-3784-402F-A2A2-C1AC97EC625B}" presName="text_1" presStyleLbl="node1" presStyleIdx="0" presStyleCnt="5">
        <dgm:presLayoutVars>
          <dgm:bulletEnabled val="1"/>
        </dgm:presLayoutVars>
      </dgm:prSet>
      <dgm:spPr/>
    </dgm:pt>
    <dgm:pt modelId="{5B77E3FD-427A-4464-A7E8-A4F0CC239E28}" type="pres">
      <dgm:prSet presAssocID="{3426D666-3784-402F-A2A2-C1AC97EC625B}" presName="accent_1" presStyleCnt="0"/>
      <dgm:spPr/>
    </dgm:pt>
    <dgm:pt modelId="{F9BFC6B0-DE90-42A3-99A0-3858E09B6D50}" type="pres">
      <dgm:prSet presAssocID="{3426D666-3784-402F-A2A2-C1AC97EC625B}" presName="accentRepeatNode" presStyleLbl="solidFgAcc1" presStyleIdx="0" presStyleCnt="5"/>
      <dgm:spPr/>
    </dgm:pt>
    <dgm:pt modelId="{EA57C806-67D9-45A3-9FB9-A18A867EA415}" type="pres">
      <dgm:prSet presAssocID="{EF5E5B2A-4DF7-4AE2-933A-3F4249E6837F}" presName="text_2" presStyleLbl="node1" presStyleIdx="1" presStyleCnt="5">
        <dgm:presLayoutVars>
          <dgm:bulletEnabled val="1"/>
        </dgm:presLayoutVars>
      </dgm:prSet>
      <dgm:spPr/>
    </dgm:pt>
    <dgm:pt modelId="{35735E68-A4BE-4528-8F42-96BBD9D3242A}" type="pres">
      <dgm:prSet presAssocID="{EF5E5B2A-4DF7-4AE2-933A-3F4249E6837F}" presName="accent_2" presStyleCnt="0"/>
      <dgm:spPr/>
    </dgm:pt>
    <dgm:pt modelId="{29AABA35-57DC-404F-AD2E-23B8B772C6FC}" type="pres">
      <dgm:prSet presAssocID="{EF5E5B2A-4DF7-4AE2-933A-3F4249E6837F}" presName="accentRepeatNode" presStyleLbl="solidFgAcc1" presStyleIdx="1" presStyleCnt="5"/>
      <dgm:spPr/>
    </dgm:pt>
    <dgm:pt modelId="{51BE5BF2-EADD-4902-B918-697E0DD0E123}" type="pres">
      <dgm:prSet presAssocID="{06B3D974-4610-471B-8F0B-AF3E2B98D0B6}" presName="text_3" presStyleLbl="node1" presStyleIdx="2" presStyleCnt="5">
        <dgm:presLayoutVars>
          <dgm:bulletEnabled val="1"/>
        </dgm:presLayoutVars>
      </dgm:prSet>
      <dgm:spPr/>
    </dgm:pt>
    <dgm:pt modelId="{5F0BF58A-3C81-4504-A0AC-1F05F05903DD}" type="pres">
      <dgm:prSet presAssocID="{06B3D974-4610-471B-8F0B-AF3E2B98D0B6}" presName="accent_3" presStyleCnt="0"/>
      <dgm:spPr/>
    </dgm:pt>
    <dgm:pt modelId="{BE376C99-38DE-4D4D-9946-BE83DA3BE23D}" type="pres">
      <dgm:prSet presAssocID="{06B3D974-4610-471B-8F0B-AF3E2B98D0B6}" presName="accentRepeatNode" presStyleLbl="solidFgAcc1" presStyleIdx="2" presStyleCnt="5"/>
      <dgm:spPr/>
    </dgm:pt>
    <dgm:pt modelId="{610AC7D2-7285-4EB6-B7EF-A5D732D3AFC7}" type="pres">
      <dgm:prSet presAssocID="{9D8963B3-050A-48C5-ABD2-51BAB52FC5B3}" presName="text_4" presStyleLbl="node1" presStyleIdx="3" presStyleCnt="5">
        <dgm:presLayoutVars>
          <dgm:bulletEnabled val="1"/>
        </dgm:presLayoutVars>
      </dgm:prSet>
      <dgm:spPr/>
    </dgm:pt>
    <dgm:pt modelId="{774D9D1E-3009-4DCD-91CD-94518F4FA61F}" type="pres">
      <dgm:prSet presAssocID="{9D8963B3-050A-48C5-ABD2-51BAB52FC5B3}" presName="accent_4" presStyleCnt="0"/>
      <dgm:spPr/>
    </dgm:pt>
    <dgm:pt modelId="{580BF0FE-A189-478D-B8A6-462E2F87D727}" type="pres">
      <dgm:prSet presAssocID="{9D8963B3-050A-48C5-ABD2-51BAB52FC5B3}" presName="accentRepeatNode" presStyleLbl="solidFgAcc1" presStyleIdx="3" presStyleCnt="5"/>
      <dgm:spPr/>
    </dgm:pt>
    <dgm:pt modelId="{8CF8E2E6-31D8-4392-8F8F-2B76B6B426F1}" type="pres">
      <dgm:prSet presAssocID="{059FBA50-E824-4627-A043-F2D0040F6A73}" presName="text_5" presStyleLbl="node1" presStyleIdx="4" presStyleCnt="5">
        <dgm:presLayoutVars>
          <dgm:bulletEnabled val="1"/>
        </dgm:presLayoutVars>
      </dgm:prSet>
      <dgm:spPr/>
    </dgm:pt>
    <dgm:pt modelId="{1275E94C-DABF-4122-A873-F9B1D02FA02B}" type="pres">
      <dgm:prSet presAssocID="{059FBA50-E824-4627-A043-F2D0040F6A73}" presName="accent_5" presStyleCnt="0"/>
      <dgm:spPr/>
    </dgm:pt>
    <dgm:pt modelId="{14522E67-5B1E-493E-95B4-AD0BB0BC8322}" type="pres">
      <dgm:prSet presAssocID="{059FBA50-E824-4627-A043-F2D0040F6A73}" presName="accentRepeatNode" presStyleLbl="solidFgAcc1" presStyleIdx="4" presStyleCnt="5"/>
      <dgm:spPr/>
    </dgm:pt>
  </dgm:ptLst>
  <dgm:cxnLst>
    <dgm:cxn modelId="{F68B4305-BAE2-4DF3-8C7E-D2EBD8EC0082}" type="presOf" srcId="{EF5E5B2A-4DF7-4AE2-933A-3F4249E6837F}" destId="{EA57C806-67D9-45A3-9FB9-A18A867EA415}" srcOrd="0" destOrd="0" presId="urn:microsoft.com/office/officeart/2008/layout/VerticalCurvedList"/>
    <dgm:cxn modelId="{535F9807-2AE1-407F-ACF2-65862D4E523C}" type="presOf" srcId="{06B3D974-4610-471B-8F0B-AF3E2B98D0B6}" destId="{51BE5BF2-EADD-4902-B918-697E0DD0E123}" srcOrd="0" destOrd="0" presId="urn:microsoft.com/office/officeart/2008/layout/VerticalCurvedList"/>
    <dgm:cxn modelId="{FB81040C-452B-47DB-8CCD-FBEEE2B3B1BA}" srcId="{E3C3C374-6E29-4C37-8474-B6A6BDEBFEA5}" destId="{3426D666-3784-402F-A2A2-C1AC97EC625B}" srcOrd="0" destOrd="0" parTransId="{DE3EB4A9-4E98-47BF-99D6-8FA46EFA01C2}" sibTransId="{9910CBDF-4FDD-49D0-9524-A4D98593191C}"/>
    <dgm:cxn modelId="{7208FB3E-31DA-41B7-AABE-50FB2EBC90E8}" type="presOf" srcId="{9D8963B3-050A-48C5-ABD2-51BAB52FC5B3}" destId="{610AC7D2-7285-4EB6-B7EF-A5D732D3AFC7}" srcOrd="0" destOrd="0" presId="urn:microsoft.com/office/officeart/2008/layout/VerticalCurvedList"/>
    <dgm:cxn modelId="{5D40275C-2A16-4DB6-92C9-0187C385686E}" srcId="{E3C3C374-6E29-4C37-8474-B6A6BDEBFEA5}" destId="{059FBA50-E824-4627-A043-F2D0040F6A73}" srcOrd="4" destOrd="0" parTransId="{0FC657AE-977D-42AE-9581-FD3E33510FFE}" sibTransId="{DC53B8A4-8070-4766-A16F-EBF39270FD52}"/>
    <dgm:cxn modelId="{6C590267-4429-4EE7-9C0F-6D0EF4B73C76}" srcId="{E3C3C374-6E29-4C37-8474-B6A6BDEBFEA5}" destId="{EF5E5B2A-4DF7-4AE2-933A-3F4249E6837F}" srcOrd="1" destOrd="0" parTransId="{643B9FE9-ECC4-4D39-A258-BE05F7417A67}" sibTransId="{4E407165-72C7-4551-845B-42D09E4FFE58}"/>
    <dgm:cxn modelId="{50A6346B-75E5-4260-9835-95DD10D7E85F}" type="presOf" srcId="{059FBA50-E824-4627-A043-F2D0040F6A73}" destId="{8CF8E2E6-31D8-4392-8F8F-2B76B6B426F1}" srcOrd="0" destOrd="0" presId="urn:microsoft.com/office/officeart/2008/layout/VerticalCurvedList"/>
    <dgm:cxn modelId="{4E8E2778-0EA1-4C03-B3F9-979ABA0B236C}" type="presOf" srcId="{3426D666-3784-402F-A2A2-C1AC97EC625B}" destId="{5E0EF1CC-D0F7-4F97-B5BF-CF773704D2A9}" srcOrd="0" destOrd="0" presId="urn:microsoft.com/office/officeart/2008/layout/VerticalCurvedList"/>
    <dgm:cxn modelId="{FF46BB9B-B542-40FE-B6C0-457E2262A953}" type="presOf" srcId="{E3C3C374-6E29-4C37-8474-B6A6BDEBFEA5}" destId="{F04635B7-DA47-414F-8C92-8134B2E9E2EE}" srcOrd="0" destOrd="0" presId="urn:microsoft.com/office/officeart/2008/layout/VerticalCurvedList"/>
    <dgm:cxn modelId="{AE64219C-B87B-40B9-859D-E6EF3AC784DA}" srcId="{E3C3C374-6E29-4C37-8474-B6A6BDEBFEA5}" destId="{9D8963B3-050A-48C5-ABD2-51BAB52FC5B3}" srcOrd="3" destOrd="0" parTransId="{8B4DA2F0-DF7A-43A1-88A6-19BAA74C6880}" sibTransId="{7EAA29AC-5244-47EE-A6A0-EB5006ED2F4E}"/>
    <dgm:cxn modelId="{9702ADD5-0273-4E55-8532-1AB816B5E496}" type="presOf" srcId="{9910CBDF-4FDD-49D0-9524-A4D98593191C}" destId="{03EA8BAE-307F-4C63-A70B-7B1D702F9F3C}" srcOrd="0" destOrd="0" presId="urn:microsoft.com/office/officeart/2008/layout/VerticalCurvedList"/>
    <dgm:cxn modelId="{385CFDDD-102F-4F8F-856C-DD87F96049C3}" srcId="{E3C3C374-6E29-4C37-8474-B6A6BDEBFEA5}" destId="{06B3D974-4610-471B-8F0B-AF3E2B98D0B6}" srcOrd="2" destOrd="0" parTransId="{0176B732-6EFF-416B-9DC1-C32EA3C353FA}" sibTransId="{CC721CC8-4852-45F1-ABFA-14D96F7560BB}"/>
    <dgm:cxn modelId="{58CB31C7-40ED-4F2D-8947-2789E676F708}" type="presParOf" srcId="{F04635B7-DA47-414F-8C92-8134B2E9E2EE}" destId="{8D7A0EF1-EA83-45EC-9DF3-1F8F5410BB42}" srcOrd="0" destOrd="0" presId="urn:microsoft.com/office/officeart/2008/layout/VerticalCurvedList"/>
    <dgm:cxn modelId="{8AC8E477-DDA8-4DA5-B73F-FFEDA4765D7B}" type="presParOf" srcId="{8D7A0EF1-EA83-45EC-9DF3-1F8F5410BB42}" destId="{90F6F105-44C9-4B2F-9CD1-34463765BD4E}" srcOrd="0" destOrd="0" presId="urn:microsoft.com/office/officeart/2008/layout/VerticalCurvedList"/>
    <dgm:cxn modelId="{5520F834-6391-4FA8-A85F-A4913732FEBC}" type="presParOf" srcId="{90F6F105-44C9-4B2F-9CD1-34463765BD4E}" destId="{A4B3A3E8-088C-4999-93D7-3E319E589782}" srcOrd="0" destOrd="0" presId="urn:microsoft.com/office/officeart/2008/layout/VerticalCurvedList"/>
    <dgm:cxn modelId="{6AD92504-6E79-4597-9012-B8F8653D962E}" type="presParOf" srcId="{90F6F105-44C9-4B2F-9CD1-34463765BD4E}" destId="{03EA8BAE-307F-4C63-A70B-7B1D702F9F3C}" srcOrd="1" destOrd="0" presId="urn:microsoft.com/office/officeart/2008/layout/VerticalCurvedList"/>
    <dgm:cxn modelId="{8FD84C74-CCBA-4DFD-BEA7-8FB5D408BB22}" type="presParOf" srcId="{90F6F105-44C9-4B2F-9CD1-34463765BD4E}" destId="{C41DCCF3-1E00-451C-9A08-30D2FE746DC4}" srcOrd="2" destOrd="0" presId="urn:microsoft.com/office/officeart/2008/layout/VerticalCurvedList"/>
    <dgm:cxn modelId="{39BDFD79-86A0-4F43-BDB1-5DE6DB7F0525}" type="presParOf" srcId="{90F6F105-44C9-4B2F-9CD1-34463765BD4E}" destId="{B3D9ADFA-DA1D-4A49-BE85-E89EE1BCBE24}" srcOrd="3" destOrd="0" presId="urn:microsoft.com/office/officeart/2008/layout/VerticalCurvedList"/>
    <dgm:cxn modelId="{AD42C624-489F-4B4B-A750-384267611302}" type="presParOf" srcId="{8D7A0EF1-EA83-45EC-9DF3-1F8F5410BB42}" destId="{5E0EF1CC-D0F7-4F97-B5BF-CF773704D2A9}" srcOrd="1" destOrd="0" presId="urn:microsoft.com/office/officeart/2008/layout/VerticalCurvedList"/>
    <dgm:cxn modelId="{08932885-BBC5-43A7-8172-EC34563542B9}" type="presParOf" srcId="{8D7A0EF1-EA83-45EC-9DF3-1F8F5410BB42}" destId="{5B77E3FD-427A-4464-A7E8-A4F0CC239E28}" srcOrd="2" destOrd="0" presId="urn:microsoft.com/office/officeart/2008/layout/VerticalCurvedList"/>
    <dgm:cxn modelId="{DEE26EC1-E03E-403D-AFEF-C5A9491B5ED6}" type="presParOf" srcId="{5B77E3FD-427A-4464-A7E8-A4F0CC239E28}" destId="{F9BFC6B0-DE90-42A3-99A0-3858E09B6D50}" srcOrd="0" destOrd="0" presId="urn:microsoft.com/office/officeart/2008/layout/VerticalCurvedList"/>
    <dgm:cxn modelId="{71D0E638-CE05-4F80-A89B-81D9787D49B9}" type="presParOf" srcId="{8D7A0EF1-EA83-45EC-9DF3-1F8F5410BB42}" destId="{EA57C806-67D9-45A3-9FB9-A18A867EA415}" srcOrd="3" destOrd="0" presId="urn:microsoft.com/office/officeart/2008/layout/VerticalCurvedList"/>
    <dgm:cxn modelId="{02D3F4C1-CB16-4BCD-BCD0-501F2C4E5291}" type="presParOf" srcId="{8D7A0EF1-EA83-45EC-9DF3-1F8F5410BB42}" destId="{35735E68-A4BE-4528-8F42-96BBD9D3242A}" srcOrd="4" destOrd="0" presId="urn:microsoft.com/office/officeart/2008/layout/VerticalCurvedList"/>
    <dgm:cxn modelId="{6D12951E-21FB-4D43-8A75-705E944F6F9F}" type="presParOf" srcId="{35735E68-A4BE-4528-8F42-96BBD9D3242A}" destId="{29AABA35-57DC-404F-AD2E-23B8B772C6FC}" srcOrd="0" destOrd="0" presId="urn:microsoft.com/office/officeart/2008/layout/VerticalCurvedList"/>
    <dgm:cxn modelId="{4C820B5B-5FF4-409F-B7C6-8841726B3054}" type="presParOf" srcId="{8D7A0EF1-EA83-45EC-9DF3-1F8F5410BB42}" destId="{51BE5BF2-EADD-4902-B918-697E0DD0E123}" srcOrd="5" destOrd="0" presId="urn:microsoft.com/office/officeart/2008/layout/VerticalCurvedList"/>
    <dgm:cxn modelId="{EF373DC0-E5F3-4260-AAD6-DA53548C8868}" type="presParOf" srcId="{8D7A0EF1-EA83-45EC-9DF3-1F8F5410BB42}" destId="{5F0BF58A-3C81-4504-A0AC-1F05F05903DD}" srcOrd="6" destOrd="0" presId="urn:microsoft.com/office/officeart/2008/layout/VerticalCurvedList"/>
    <dgm:cxn modelId="{FF15B6EF-AC4E-43D5-A088-D8E47325D999}" type="presParOf" srcId="{5F0BF58A-3C81-4504-A0AC-1F05F05903DD}" destId="{BE376C99-38DE-4D4D-9946-BE83DA3BE23D}" srcOrd="0" destOrd="0" presId="urn:microsoft.com/office/officeart/2008/layout/VerticalCurvedList"/>
    <dgm:cxn modelId="{C97B7D98-8CC0-4305-B1AE-9001B820D989}" type="presParOf" srcId="{8D7A0EF1-EA83-45EC-9DF3-1F8F5410BB42}" destId="{610AC7D2-7285-4EB6-B7EF-A5D732D3AFC7}" srcOrd="7" destOrd="0" presId="urn:microsoft.com/office/officeart/2008/layout/VerticalCurvedList"/>
    <dgm:cxn modelId="{D860B0F4-78F8-4FB3-8A11-F93E2F032D61}" type="presParOf" srcId="{8D7A0EF1-EA83-45EC-9DF3-1F8F5410BB42}" destId="{774D9D1E-3009-4DCD-91CD-94518F4FA61F}" srcOrd="8" destOrd="0" presId="urn:microsoft.com/office/officeart/2008/layout/VerticalCurvedList"/>
    <dgm:cxn modelId="{1A7E746A-F0E5-400F-9CCD-432A342BAF3D}" type="presParOf" srcId="{774D9D1E-3009-4DCD-91CD-94518F4FA61F}" destId="{580BF0FE-A189-478D-B8A6-462E2F87D727}" srcOrd="0" destOrd="0" presId="urn:microsoft.com/office/officeart/2008/layout/VerticalCurvedList"/>
    <dgm:cxn modelId="{ED0A60DB-3A2E-4BF4-B45C-7E925503D4FF}" type="presParOf" srcId="{8D7A0EF1-EA83-45EC-9DF3-1F8F5410BB42}" destId="{8CF8E2E6-31D8-4392-8F8F-2B76B6B426F1}" srcOrd="9" destOrd="0" presId="urn:microsoft.com/office/officeart/2008/layout/VerticalCurvedList"/>
    <dgm:cxn modelId="{2AA5C27A-F808-4894-A7E1-DD13F32B3B8E}" type="presParOf" srcId="{8D7A0EF1-EA83-45EC-9DF3-1F8F5410BB42}" destId="{1275E94C-DABF-4122-A873-F9B1D02FA02B}" srcOrd="10" destOrd="0" presId="urn:microsoft.com/office/officeart/2008/layout/VerticalCurvedList"/>
    <dgm:cxn modelId="{553D3F78-CC12-40E6-9598-F1769CC97A01}" type="presParOf" srcId="{1275E94C-DABF-4122-A873-F9B1D02FA02B}" destId="{14522E67-5B1E-493E-95B4-AD0BB0BC8322}" srcOrd="0" destOrd="0" presId="urn:microsoft.com/office/officeart/2008/layout/VerticalCurv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6BA40785-85F2-49A7-A492-11FECCCA2BE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9DA5B0A-51AA-45E5-9B7A-5D68ECB00491}">
      <dgm:prSet/>
      <dgm:spPr/>
      <dgm:t>
        <a:bodyPr/>
        <a:lstStyle/>
        <a:p>
          <a:r>
            <a:rPr lang="ru-RU" b="0" i="1" dirty="0"/>
            <a:t>«...кордону бути по </a:t>
          </a:r>
          <a:r>
            <a:rPr lang="ru-RU" b="0" i="1" dirty="0" err="1"/>
            <a:t>річці</a:t>
          </a:r>
          <a:r>
            <a:rPr lang="ru-RU" b="0" i="1" dirty="0"/>
            <a:t> </a:t>
          </a:r>
          <a:r>
            <a:rPr lang="ru-RU" b="0" i="1" dirty="0" err="1"/>
            <a:t>Дніпро</a:t>
          </a:r>
          <a:r>
            <a:rPr lang="ru-RU" b="0" i="1" dirty="0"/>
            <a:t>… </a:t>
          </a:r>
          <a:r>
            <a:rPr lang="ru-RU" b="0" i="1" dirty="0" err="1"/>
            <a:t>Кримським</a:t>
          </a:r>
          <a:r>
            <a:rPr lang="ru-RU" b="0" i="1" dirty="0"/>
            <a:t> татарам </a:t>
          </a:r>
          <a:r>
            <a:rPr lang="ru-RU" b="0" i="1" dirty="0" err="1"/>
            <a:t>вільно</a:t>
          </a:r>
          <a:r>
            <a:rPr lang="ru-RU" b="0" i="1" dirty="0"/>
            <a:t> по </a:t>
          </a:r>
          <a:r>
            <a:rPr lang="ru-RU" b="0" i="1" dirty="0" err="1"/>
            <a:t>обидві</a:t>
          </a:r>
          <a:r>
            <a:rPr lang="ru-RU" b="0" i="1" dirty="0"/>
            <a:t> </a:t>
          </a:r>
          <a:r>
            <a:rPr lang="ru-RU" b="0" i="1" dirty="0" err="1"/>
            <a:t>сторони</a:t>
          </a:r>
          <a:r>
            <a:rPr lang="ru-RU" b="0" i="1" dirty="0"/>
            <a:t> </a:t>
          </a:r>
          <a:r>
            <a:rPr lang="ru-RU" b="0" i="1" dirty="0" err="1"/>
            <a:t>Дніпра</a:t>
          </a:r>
          <a:r>
            <a:rPr lang="ru-RU" b="0" i="1" dirty="0"/>
            <a:t> </a:t>
          </a:r>
          <a:r>
            <a:rPr lang="ru-RU" b="0" i="1" dirty="0" err="1"/>
            <a:t>кочувати</a:t>
          </a:r>
          <a:r>
            <a:rPr lang="ru-RU" b="0" i="1" dirty="0"/>
            <a:t>… козакам </a:t>
          </a:r>
          <a:r>
            <a:rPr lang="ru-RU" b="0" i="1" dirty="0" err="1"/>
            <a:t>Низовим</a:t>
          </a:r>
          <a:r>
            <a:rPr lang="ru-RU" b="0" i="1" dirty="0"/>
            <a:t> і </a:t>
          </a:r>
          <a:r>
            <a:rPr lang="ru-RU" b="0" i="1" dirty="0" err="1"/>
            <a:t>городовим</a:t>
          </a:r>
          <a:r>
            <a:rPr lang="ru-RU" b="0" i="1" dirty="0"/>
            <a:t> </a:t>
          </a:r>
          <a:r>
            <a:rPr lang="ru-RU" b="0" i="1" dirty="0" err="1"/>
            <a:t>війська</a:t>
          </a:r>
          <a:r>
            <a:rPr lang="ru-RU" b="0" i="1" dirty="0"/>
            <a:t> </a:t>
          </a:r>
          <a:r>
            <a:rPr lang="ru-RU" b="0" i="1" dirty="0" err="1"/>
            <a:t>Запорозького</a:t>
          </a:r>
          <a:r>
            <a:rPr lang="ru-RU" b="0" i="1" dirty="0"/>
            <a:t> </a:t>
          </a:r>
          <a:r>
            <a:rPr lang="ru-RU" b="0" i="1" dirty="0" err="1"/>
            <a:t>плавати</a:t>
          </a:r>
          <a:r>
            <a:rPr lang="ru-RU" b="0" i="1" dirty="0"/>
            <a:t> </a:t>
          </a:r>
          <a:r>
            <a:rPr lang="ru-RU" b="0" i="1" dirty="0" err="1"/>
            <a:t>Дніпром</a:t>
          </a:r>
          <a:r>
            <a:rPr lang="ru-RU" b="0" i="1" dirty="0"/>
            <a:t>… </a:t>
          </a:r>
          <a:r>
            <a:rPr lang="ru-RU" b="0" i="1" dirty="0" err="1"/>
            <a:t>Київ</a:t>
          </a:r>
          <a:r>
            <a:rPr lang="ru-RU" b="0" i="1" dirty="0"/>
            <a:t> </a:t>
          </a:r>
          <a:r>
            <a:rPr lang="ru-RU" b="0" i="1" dirty="0" err="1"/>
            <a:t>має</a:t>
          </a:r>
          <a:r>
            <a:rPr lang="ru-RU" b="0" i="1" dirty="0"/>
            <a:t> бути на </a:t>
          </a:r>
          <a:r>
            <a:rPr lang="ru-RU" b="0" i="1" dirty="0" err="1"/>
            <a:t>стороні</a:t>
          </a:r>
          <a:r>
            <a:rPr lang="ru-RU" b="0" i="1" dirty="0"/>
            <a:t> </a:t>
          </a:r>
          <a:r>
            <a:rPr lang="ru-RU" b="0" i="1" dirty="0" err="1"/>
            <a:t>Його</a:t>
          </a:r>
          <a:r>
            <a:rPr lang="ru-RU" b="0" i="1" dirty="0"/>
            <a:t> </a:t>
          </a:r>
          <a:r>
            <a:rPr lang="ru-RU" b="0" i="1" dirty="0" err="1"/>
            <a:t>царської</a:t>
          </a:r>
          <a:r>
            <a:rPr lang="ru-RU" b="0" i="1" dirty="0"/>
            <a:t> </a:t>
          </a:r>
          <a:r>
            <a:rPr lang="ru-RU" b="0" i="1" dirty="0" err="1"/>
            <a:t>величності</a:t>
          </a:r>
          <a:r>
            <a:rPr lang="ru-RU" b="0" i="1" dirty="0"/>
            <a:t>…»</a:t>
          </a:r>
          <a:endParaRPr lang="uk-UA" dirty="0"/>
        </a:p>
      </dgm:t>
    </dgm:pt>
    <dgm:pt modelId="{60895A75-A9FE-4F94-8BFB-B6A3D2BF942F}" type="parTrans" cxnId="{8DB1C9A1-0072-48B5-9178-639B0FF5DEC0}">
      <dgm:prSet/>
      <dgm:spPr/>
      <dgm:t>
        <a:bodyPr/>
        <a:lstStyle/>
        <a:p>
          <a:endParaRPr lang="uk-UA"/>
        </a:p>
      </dgm:t>
    </dgm:pt>
    <dgm:pt modelId="{25C773A2-DCEE-4BBB-B187-F3F942ED5C55}" type="sibTrans" cxnId="{8DB1C9A1-0072-48B5-9178-639B0FF5DEC0}">
      <dgm:prSet/>
      <dgm:spPr/>
      <dgm:t>
        <a:bodyPr/>
        <a:lstStyle/>
        <a:p>
          <a:endParaRPr lang="uk-UA"/>
        </a:p>
      </dgm:t>
    </dgm:pt>
    <dgm:pt modelId="{2EF1359D-DC16-4C79-BD66-D8B73A8F0874}">
      <dgm:prSet/>
      <dgm:spPr/>
      <dgm:t>
        <a:bodyPr/>
        <a:lstStyle/>
        <a:p>
          <a:r>
            <a:rPr lang="ru-RU" b="0" i="1" dirty="0"/>
            <a:t>«Нехай не учинить </a:t>
          </a:r>
          <a:r>
            <a:rPr lang="ru-RU" b="0" i="1" dirty="0" err="1"/>
            <a:t>ані</a:t>
          </a:r>
          <a:r>
            <a:rPr lang="ru-RU" b="0" i="1" dirty="0"/>
            <a:t> султан </a:t>
          </a:r>
          <a:r>
            <a:rPr lang="ru-RU" b="0" i="1" dirty="0" err="1"/>
            <a:t>турецький</a:t>
          </a:r>
          <a:r>
            <a:rPr lang="ru-RU" b="0" i="1" dirty="0"/>
            <a:t>, </a:t>
          </a:r>
          <a:r>
            <a:rPr lang="ru-RU" b="0" i="1" dirty="0" err="1"/>
            <a:t>ані</a:t>
          </a:r>
          <a:r>
            <a:rPr lang="ru-RU" b="0" i="1" dirty="0"/>
            <a:t> хан </a:t>
          </a:r>
          <a:r>
            <a:rPr lang="ru-RU" b="0" i="1" dirty="0" err="1"/>
            <a:t>татарський</a:t>
          </a:r>
          <a:r>
            <a:rPr lang="ru-RU" b="0" i="1" dirty="0"/>
            <a:t> миру з королем </a:t>
          </a:r>
          <a:r>
            <a:rPr lang="ru-RU" b="0" i="1" dirty="0" err="1"/>
            <a:t>польським</a:t>
          </a:r>
          <a:r>
            <a:rPr lang="ru-RU" b="0" i="1" dirty="0"/>
            <a:t> і з царем </a:t>
          </a:r>
          <a:r>
            <a:rPr lang="ru-RU" b="0" i="1" dirty="0" err="1"/>
            <a:t>московським</a:t>
          </a:r>
          <a:r>
            <a:rPr lang="ru-RU" b="0" i="1" dirty="0"/>
            <a:t>, союзу дружества нехай не творить без </a:t>
          </a:r>
          <a:r>
            <a:rPr lang="ru-RU" b="0" i="1" dirty="0" err="1"/>
            <a:t>відома</a:t>
          </a:r>
          <a:r>
            <a:rPr lang="ru-RU" b="0" i="1" dirty="0"/>
            <a:t> та </a:t>
          </a:r>
          <a:r>
            <a:rPr lang="ru-RU" b="0" i="1" dirty="0" err="1"/>
            <a:t>згоди</a:t>
          </a:r>
          <a:r>
            <a:rPr lang="ru-RU" b="0" i="1" dirty="0"/>
            <a:t> </a:t>
          </a:r>
          <a:r>
            <a:rPr lang="ru-RU" b="0" i="1" dirty="0" err="1"/>
            <a:t>нашого</a:t>
          </a:r>
          <a:r>
            <a:rPr lang="ru-RU" b="0" i="1" dirty="0"/>
            <a:t> </a:t>
          </a:r>
          <a:r>
            <a:rPr lang="ru-RU" b="0" i="1" dirty="0" err="1"/>
            <a:t>гетьмана</a:t>
          </a:r>
          <a:r>
            <a:rPr lang="ru-RU" b="0" i="1" dirty="0"/>
            <a:t> і </a:t>
          </a:r>
          <a:r>
            <a:rPr lang="ru-RU" b="0" i="1" dirty="0" err="1"/>
            <a:t>всього</a:t>
          </a:r>
          <a:r>
            <a:rPr lang="ru-RU" b="0" i="1" dirty="0"/>
            <a:t> </a:t>
          </a:r>
          <a:r>
            <a:rPr lang="ru-RU" b="0" i="1" dirty="0" err="1"/>
            <a:t>козацького</a:t>
          </a:r>
          <a:r>
            <a:rPr lang="ru-RU" b="0" i="1" dirty="0"/>
            <a:t> </a:t>
          </a:r>
          <a:r>
            <a:rPr lang="ru-RU" b="0" i="1" dirty="0" err="1"/>
            <a:t>війська</a:t>
          </a:r>
          <a:r>
            <a:rPr lang="ru-RU" b="0" i="1" dirty="0"/>
            <a:t>…»</a:t>
          </a:r>
          <a:endParaRPr lang="uk-UA" dirty="0"/>
        </a:p>
      </dgm:t>
    </dgm:pt>
    <dgm:pt modelId="{899D9C8E-4C63-4ACA-992C-E1DB6095CA04}" type="parTrans" cxnId="{C591072F-F4CA-4533-940C-AAB17973C5FB}">
      <dgm:prSet/>
      <dgm:spPr/>
      <dgm:t>
        <a:bodyPr/>
        <a:lstStyle/>
        <a:p>
          <a:endParaRPr lang="uk-UA"/>
        </a:p>
      </dgm:t>
    </dgm:pt>
    <dgm:pt modelId="{91CD96CC-0C07-46B7-AD6C-D035851B1C4B}" type="sibTrans" cxnId="{C591072F-F4CA-4533-940C-AAB17973C5FB}">
      <dgm:prSet/>
      <dgm:spPr/>
      <dgm:t>
        <a:bodyPr/>
        <a:lstStyle/>
        <a:p>
          <a:endParaRPr lang="uk-UA"/>
        </a:p>
      </dgm:t>
    </dgm:pt>
    <dgm:pt modelId="{97DF95A2-8749-4E5D-ADE2-72412BF5FF39}" type="pres">
      <dgm:prSet presAssocID="{6BA40785-85F2-49A7-A492-11FECCCA2BE2}" presName="linear" presStyleCnt="0">
        <dgm:presLayoutVars>
          <dgm:animLvl val="lvl"/>
          <dgm:resizeHandles val="exact"/>
        </dgm:presLayoutVars>
      </dgm:prSet>
      <dgm:spPr/>
    </dgm:pt>
    <dgm:pt modelId="{60F17E73-43ED-44C4-8B12-3DB32366B172}" type="pres">
      <dgm:prSet presAssocID="{B9DA5B0A-51AA-45E5-9B7A-5D68ECB00491}" presName="parentText" presStyleLbl="node1" presStyleIdx="0" presStyleCnt="2">
        <dgm:presLayoutVars>
          <dgm:chMax val="0"/>
          <dgm:bulletEnabled val="1"/>
        </dgm:presLayoutVars>
      </dgm:prSet>
      <dgm:spPr/>
    </dgm:pt>
    <dgm:pt modelId="{34F2D34F-1C55-4778-9EC0-AC83FFF0E464}" type="pres">
      <dgm:prSet presAssocID="{25C773A2-DCEE-4BBB-B187-F3F942ED5C55}" presName="spacer" presStyleCnt="0"/>
      <dgm:spPr/>
    </dgm:pt>
    <dgm:pt modelId="{87E5BFB4-B466-46BF-A2EF-E76227C9899D}" type="pres">
      <dgm:prSet presAssocID="{2EF1359D-DC16-4C79-BD66-D8B73A8F0874}" presName="parentText" presStyleLbl="node1" presStyleIdx="1" presStyleCnt="2">
        <dgm:presLayoutVars>
          <dgm:chMax val="0"/>
          <dgm:bulletEnabled val="1"/>
        </dgm:presLayoutVars>
      </dgm:prSet>
      <dgm:spPr/>
    </dgm:pt>
  </dgm:ptLst>
  <dgm:cxnLst>
    <dgm:cxn modelId="{C591072F-F4CA-4533-940C-AAB17973C5FB}" srcId="{6BA40785-85F2-49A7-A492-11FECCCA2BE2}" destId="{2EF1359D-DC16-4C79-BD66-D8B73A8F0874}" srcOrd="1" destOrd="0" parTransId="{899D9C8E-4C63-4ACA-992C-E1DB6095CA04}" sibTransId="{91CD96CC-0C07-46B7-AD6C-D035851B1C4B}"/>
    <dgm:cxn modelId="{450B739B-C082-4756-A7CF-0D862CE8B589}" type="presOf" srcId="{2EF1359D-DC16-4C79-BD66-D8B73A8F0874}" destId="{87E5BFB4-B466-46BF-A2EF-E76227C9899D}" srcOrd="0" destOrd="0" presId="urn:microsoft.com/office/officeart/2005/8/layout/vList2"/>
    <dgm:cxn modelId="{8DB1C9A1-0072-48B5-9178-639B0FF5DEC0}" srcId="{6BA40785-85F2-49A7-A492-11FECCCA2BE2}" destId="{B9DA5B0A-51AA-45E5-9B7A-5D68ECB00491}" srcOrd="0" destOrd="0" parTransId="{60895A75-A9FE-4F94-8BFB-B6A3D2BF942F}" sibTransId="{25C773A2-DCEE-4BBB-B187-F3F942ED5C55}"/>
    <dgm:cxn modelId="{2DB2EDF6-E586-4863-96C0-614AADA28A82}" type="presOf" srcId="{6BA40785-85F2-49A7-A492-11FECCCA2BE2}" destId="{97DF95A2-8749-4E5D-ADE2-72412BF5FF39}" srcOrd="0" destOrd="0" presId="urn:microsoft.com/office/officeart/2005/8/layout/vList2"/>
    <dgm:cxn modelId="{4EBEB5FF-41DF-473B-981B-EC9B7E372458}" type="presOf" srcId="{B9DA5B0A-51AA-45E5-9B7A-5D68ECB00491}" destId="{60F17E73-43ED-44C4-8B12-3DB32366B172}" srcOrd="0" destOrd="0" presId="urn:microsoft.com/office/officeart/2005/8/layout/vList2"/>
    <dgm:cxn modelId="{EFC2C672-4059-4BFA-AC73-88098748C2B5}" type="presParOf" srcId="{97DF95A2-8749-4E5D-ADE2-72412BF5FF39}" destId="{60F17E73-43ED-44C4-8B12-3DB32366B172}" srcOrd="0" destOrd="0" presId="urn:microsoft.com/office/officeart/2005/8/layout/vList2"/>
    <dgm:cxn modelId="{02D45AFD-CEE7-4C3C-9E06-BE43F15C0441}" type="presParOf" srcId="{97DF95A2-8749-4E5D-ADE2-72412BF5FF39}" destId="{34F2D34F-1C55-4778-9EC0-AC83FFF0E464}" srcOrd="1" destOrd="0" presId="urn:microsoft.com/office/officeart/2005/8/layout/vList2"/>
    <dgm:cxn modelId="{1A06E0BA-D34E-41BE-B33D-EF2765A947BE}" type="presParOf" srcId="{97DF95A2-8749-4E5D-ADE2-72412BF5FF39}" destId="{87E5BFB4-B466-46BF-A2EF-E76227C9899D}" srcOrd="2"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E32F2CFE-A9A4-4168-95CA-8EC346952AFE}"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8F7757CA-C343-4399-B27D-4FA6E871F055}">
      <dgm:prSet/>
      <dgm:spPr/>
      <dgm:t>
        <a:bodyPr/>
        <a:lstStyle/>
        <a:p>
          <a:r>
            <a:rPr lang="ru-RU" b="0" i="0"/>
            <a:t>1654 р.</a:t>
          </a:r>
          <a:endParaRPr lang="uk-UA"/>
        </a:p>
      </dgm:t>
    </dgm:pt>
    <dgm:pt modelId="{A0B8FF12-DB5E-428A-AD5A-BC332176DF78}" type="parTrans" cxnId="{5C7FC199-86AE-4165-BE5D-AF6D93401D03}">
      <dgm:prSet/>
      <dgm:spPr/>
      <dgm:t>
        <a:bodyPr/>
        <a:lstStyle/>
        <a:p>
          <a:endParaRPr lang="uk-UA"/>
        </a:p>
      </dgm:t>
    </dgm:pt>
    <dgm:pt modelId="{905B4800-BF7B-4DCC-B792-F2FA0C3CC57D}" type="sibTrans" cxnId="{5C7FC199-86AE-4165-BE5D-AF6D93401D03}">
      <dgm:prSet/>
      <dgm:spPr/>
      <dgm:t>
        <a:bodyPr/>
        <a:lstStyle/>
        <a:p>
          <a:endParaRPr lang="uk-UA"/>
        </a:p>
      </dgm:t>
    </dgm:pt>
    <dgm:pt modelId="{15CD40E3-97A3-4130-AE64-967489CAA1B2}">
      <dgm:prSet/>
      <dgm:spPr/>
      <dgm:t>
        <a:bodyPr/>
        <a:lstStyle/>
        <a:p>
          <a:r>
            <a:rPr lang="ru-RU" b="0" i="0" dirty="0"/>
            <a:t>1656 р.</a:t>
          </a:r>
          <a:endParaRPr lang="uk-UA" dirty="0"/>
        </a:p>
      </dgm:t>
    </dgm:pt>
    <dgm:pt modelId="{A1FD88EA-5E2A-4810-BB77-297A25DC6DC2}" type="parTrans" cxnId="{24CED2FD-8C5A-4A22-A545-8F8628F3D4CA}">
      <dgm:prSet/>
      <dgm:spPr/>
      <dgm:t>
        <a:bodyPr/>
        <a:lstStyle/>
        <a:p>
          <a:endParaRPr lang="uk-UA"/>
        </a:p>
      </dgm:t>
    </dgm:pt>
    <dgm:pt modelId="{46A32151-B05E-413A-848D-62366A4E09AA}" type="sibTrans" cxnId="{24CED2FD-8C5A-4A22-A545-8F8628F3D4CA}">
      <dgm:prSet/>
      <dgm:spPr/>
      <dgm:t>
        <a:bodyPr/>
        <a:lstStyle/>
        <a:p>
          <a:endParaRPr lang="uk-UA"/>
        </a:p>
      </dgm:t>
    </dgm:pt>
    <dgm:pt modelId="{70435976-AB31-49EC-A260-154D3C87EA82}">
      <dgm:prSet/>
      <dgm:spPr/>
      <dgm:t>
        <a:bodyPr/>
        <a:lstStyle/>
        <a:p>
          <a:r>
            <a:rPr lang="ru-RU" b="0" i="0"/>
            <a:t>1681 р.</a:t>
          </a:r>
          <a:endParaRPr lang="uk-UA"/>
        </a:p>
      </dgm:t>
    </dgm:pt>
    <dgm:pt modelId="{EA0C114A-B76D-49C1-954B-5C9D43906A99}" type="parTrans" cxnId="{F6CB0322-ABF0-4A48-9655-D14E7228BD45}">
      <dgm:prSet/>
      <dgm:spPr/>
      <dgm:t>
        <a:bodyPr/>
        <a:lstStyle/>
        <a:p>
          <a:endParaRPr lang="uk-UA"/>
        </a:p>
      </dgm:t>
    </dgm:pt>
    <dgm:pt modelId="{D3640425-D38D-4FF1-8DC9-5DAC299111C4}" type="sibTrans" cxnId="{F6CB0322-ABF0-4A48-9655-D14E7228BD45}">
      <dgm:prSet/>
      <dgm:spPr/>
      <dgm:t>
        <a:bodyPr/>
        <a:lstStyle/>
        <a:p>
          <a:endParaRPr lang="uk-UA"/>
        </a:p>
      </dgm:t>
    </dgm:pt>
    <dgm:pt modelId="{B572C08A-EB8B-4ADA-91BB-7A410C0A6AB9}">
      <dgm:prSet/>
      <dgm:spPr/>
      <dgm:t>
        <a:bodyPr/>
        <a:lstStyle/>
        <a:p>
          <a:r>
            <a:rPr lang="ru-RU" b="0" i="0" dirty="0"/>
            <a:t>1686 р.</a:t>
          </a:r>
          <a:endParaRPr lang="uk-UA" dirty="0"/>
        </a:p>
      </dgm:t>
    </dgm:pt>
    <dgm:pt modelId="{5465F060-B9C2-423B-AEA7-F7B64BC3FFB3}" type="parTrans" cxnId="{B032163A-A7EA-489D-9B3B-B390AF9F50FA}">
      <dgm:prSet/>
      <dgm:spPr/>
      <dgm:t>
        <a:bodyPr/>
        <a:lstStyle/>
        <a:p>
          <a:endParaRPr lang="uk-UA"/>
        </a:p>
      </dgm:t>
    </dgm:pt>
    <dgm:pt modelId="{23221F0F-5236-4942-9D7A-8252DC1108A4}" type="sibTrans" cxnId="{B032163A-A7EA-489D-9B3B-B390AF9F50FA}">
      <dgm:prSet/>
      <dgm:spPr/>
      <dgm:t>
        <a:bodyPr/>
        <a:lstStyle/>
        <a:p>
          <a:endParaRPr lang="uk-UA"/>
        </a:p>
      </dgm:t>
    </dgm:pt>
    <dgm:pt modelId="{874AB2FE-E225-46C5-9EA7-2573C11AF7FA}" type="pres">
      <dgm:prSet presAssocID="{E32F2CFE-A9A4-4168-95CA-8EC346952AFE}" presName="matrix" presStyleCnt="0">
        <dgm:presLayoutVars>
          <dgm:chMax val="1"/>
          <dgm:dir/>
          <dgm:resizeHandles val="exact"/>
        </dgm:presLayoutVars>
      </dgm:prSet>
      <dgm:spPr/>
    </dgm:pt>
    <dgm:pt modelId="{3579677F-8A54-4786-BCAB-87B6F2FB4EB3}" type="pres">
      <dgm:prSet presAssocID="{E32F2CFE-A9A4-4168-95CA-8EC346952AFE}" presName="diamond" presStyleLbl="bgShp" presStyleIdx="0" presStyleCnt="1"/>
      <dgm:spPr/>
    </dgm:pt>
    <dgm:pt modelId="{980ADAC3-88A7-42CF-A4EF-B622E04C4DCA}" type="pres">
      <dgm:prSet presAssocID="{E32F2CFE-A9A4-4168-95CA-8EC346952AFE}" presName="quad1" presStyleLbl="node1" presStyleIdx="0" presStyleCnt="4">
        <dgm:presLayoutVars>
          <dgm:chMax val="0"/>
          <dgm:chPref val="0"/>
          <dgm:bulletEnabled val="1"/>
        </dgm:presLayoutVars>
      </dgm:prSet>
      <dgm:spPr/>
    </dgm:pt>
    <dgm:pt modelId="{876625C0-D146-4C21-BEB6-940107FF101E}" type="pres">
      <dgm:prSet presAssocID="{E32F2CFE-A9A4-4168-95CA-8EC346952AFE}" presName="quad2" presStyleLbl="node1" presStyleIdx="1" presStyleCnt="4">
        <dgm:presLayoutVars>
          <dgm:chMax val="0"/>
          <dgm:chPref val="0"/>
          <dgm:bulletEnabled val="1"/>
        </dgm:presLayoutVars>
      </dgm:prSet>
      <dgm:spPr/>
    </dgm:pt>
    <dgm:pt modelId="{8D49E276-48F6-44E3-9C47-9E6487D32730}" type="pres">
      <dgm:prSet presAssocID="{E32F2CFE-A9A4-4168-95CA-8EC346952AFE}" presName="quad3" presStyleLbl="node1" presStyleIdx="2" presStyleCnt="4">
        <dgm:presLayoutVars>
          <dgm:chMax val="0"/>
          <dgm:chPref val="0"/>
          <dgm:bulletEnabled val="1"/>
        </dgm:presLayoutVars>
      </dgm:prSet>
      <dgm:spPr/>
    </dgm:pt>
    <dgm:pt modelId="{CFDE474E-CBD0-4BF0-BB71-FE108E90B682}" type="pres">
      <dgm:prSet presAssocID="{E32F2CFE-A9A4-4168-95CA-8EC346952AFE}" presName="quad4" presStyleLbl="node1" presStyleIdx="3" presStyleCnt="4">
        <dgm:presLayoutVars>
          <dgm:chMax val="0"/>
          <dgm:chPref val="0"/>
          <dgm:bulletEnabled val="1"/>
        </dgm:presLayoutVars>
      </dgm:prSet>
      <dgm:spPr/>
    </dgm:pt>
  </dgm:ptLst>
  <dgm:cxnLst>
    <dgm:cxn modelId="{F9287E10-B186-4D6C-ACE9-89E1EEE921B6}" type="presOf" srcId="{70435976-AB31-49EC-A260-154D3C87EA82}" destId="{8D49E276-48F6-44E3-9C47-9E6487D32730}" srcOrd="0" destOrd="0" presId="urn:microsoft.com/office/officeart/2005/8/layout/matrix3"/>
    <dgm:cxn modelId="{E4E8B716-21F2-43BA-9864-20B215A3BB53}" type="presOf" srcId="{E32F2CFE-A9A4-4168-95CA-8EC346952AFE}" destId="{874AB2FE-E225-46C5-9EA7-2573C11AF7FA}" srcOrd="0" destOrd="0" presId="urn:microsoft.com/office/officeart/2005/8/layout/matrix3"/>
    <dgm:cxn modelId="{F6CB0322-ABF0-4A48-9655-D14E7228BD45}" srcId="{E32F2CFE-A9A4-4168-95CA-8EC346952AFE}" destId="{70435976-AB31-49EC-A260-154D3C87EA82}" srcOrd="2" destOrd="0" parTransId="{EA0C114A-B76D-49C1-954B-5C9D43906A99}" sibTransId="{D3640425-D38D-4FF1-8DC9-5DAC299111C4}"/>
    <dgm:cxn modelId="{B032163A-A7EA-489D-9B3B-B390AF9F50FA}" srcId="{E32F2CFE-A9A4-4168-95CA-8EC346952AFE}" destId="{B572C08A-EB8B-4ADA-91BB-7A410C0A6AB9}" srcOrd="3" destOrd="0" parTransId="{5465F060-B9C2-423B-AEA7-F7B64BC3FFB3}" sibTransId="{23221F0F-5236-4942-9D7A-8252DC1108A4}"/>
    <dgm:cxn modelId="{ECD6496C-0991-4297-8D02-9745D40E0895}" type="presOf" srcId="{15CD40E3-97A3-4130-AE64-967489CAA1B2}" destId="{876625C0-D146-4C21-BEB6-940107FF101E}" srcOrd="0" destOrd="0" presId="urn:microsoft.com/office/officeart/2005/8/layout/matrix3"/>
    <dgm:cxn modelId="{5F57047C-662D-4BDA-8755-A24FDEA79558}" type="presOf" srcId="{8F7757CA-C343-4399-B27D-4FA6E871F055}" destId="{980ADAC3-88A7-42CF-A4EF-B622E04C4DCA}" srcOrd="0" destOrd="0" presId="urn:microsoft.com/office/officeart/2005/8/layout/matrix3"/>
    <dgm:cxn modelId="{5C7FC199-86AE-4165-BE5D-AF6D93401D03}" srcId="{E32F2CFE-A9A4-4168-95CA-8EC346952AFE}" destId="{8F7757CA-C343-4399-B27D-4FA6E871F055}" srcOrd="0" destOrd="0" parTransId="{A0B8FF12-DB5E-428A-AD5A-BC332176DF78}" sibTransId="{905B4800-BF7B-4DCC-B792-F2FA0C3CC57D}"/>
    <dgm:cxn modelId="{19EAC8F3-B899-4B1B-812B-250B3D2DD83D}" type="presOf" srcId="{B572C08A-EB8B-4ADA-91BB-7A410C0A6AB9}" destId="{CFDE474E-CBD0-4BF0-BB71-FE108E90B682}" srcOrd="0" destOrd="0" presId="urn:microsoft.com/office/officeart/2005/8/layout/matrix3"/>
    <dgm:cxn modelId="{24CED2FD-8C5A-4A22-A545-8F8628F3D4CA}" srcId="{E32F2CFE-A9A4-4168-95CA-8EC346952AFE}" destId="{15CD40E3-97A3-4130-AE64-967489CAA1B2}" srcOrd="1" destOrd="0" parTransId="{A1FD88EA-5E2A-4810-BB77-297A25DC6DC2}" sibTransId="{46A32151-B05E-413A-848D-62366A4E09AA}"/>
    <dgm:cxn modelId="{9484E083-2D79-473E-BDCC-69522B3AF2F1}" type="presParOf" srcId="{874AB2FE-E225-46C5-9EA7-2573C11AF7FA}" destId="{3579677F-8A54-4786-BCAB-87B6F2FB4EB3}" srcOrd="0" destOrd="0" presId="urn:microsoft.com/office/officeart/2005/8/layout/matrix3"/>
    <dgm:cxn modelId="{678BC8F8-0B5A-4110-9E54-A1B8BD74B794}" type="presParOf" srcId="{874AB2FE-E225-46C5-9EA7-2573C11AF7FA}" destId="{980ADAC3-88A7-42CF-A4EF-B622E04C4DCA}" srcOrd="1" destOrd="0" presId="urn:microsoft.com/office/officeart/2005/8/layout/matrix3"/>
    <dgm:cxn modelId="{580D9641-32EE-4849-AC5A-F95E94AE93F4}" type="presParOf" srcId="{874AB2FE-E225-46C5-9EA7-2573C11AF7FA}" destId="{876625C0-D146-4C21-BEB6-940107FF101E}" srcOrd="2" destOrd="0" presId="urn:microsoft.com/office/officeart/2005/8/layout/matrix3"/>
    <dgm:cxn modelId="{5E8C95FC-14F2-40E4-B470-DE2D8F8CB450}" type="presParOf" srcId="{874AB2FE-E225-46C5-9EA7-2573C11AF7FA}" destId="{8D49E276-48F6-44E3-9C47-9E6487D32730}" srcOrd="3" destOrd="0" presId="urn:microsoft.com/office/officeart/2005/8/layout/matrix3"/>
    <dgm:cxn modelId="{E32EBBA7-0641-4EED-B108-3506A2AB3412}" type="presParOf" srcId="{874AB2FE-E225-46C5-9EA7-2573C11AF7FA}" destId="{CFDE474E-CBD0-4BF0-BB71-FE108E90B682}"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D1570C74-29B7-44F2-9CE3-6256057D35A9}" type="doc">
      <dgm:prSet loTypeId="urn:microsoft.com/office/officeart/2005/8/layout/pyramid2" loCatId="pyramid" qsTypeId="urn:microsoft.com/office/officeart/2005/8/quickstyle/simple1" qsCatId="simple" csTypeId="urn:microsoft.com/office/officeart/2005/8/colors/accent1_2" csCatId="accent1"/>
      <dgm:spPr/>
      <dgm:t>
        <a:bodyPr/>
        <a:lstStyle/>
        <a:p>
          <a:endParaRPr lang="uk-UA"/>
        </a:p>
      </dgm:t>
    </dgm:pt>
    <dgm:pt modelId="{DADF8A57-E243-48C7-884E-755FBDABD021}">
      <dgm:prSet/>
      <dgm:spPr/>
      <dgm:t>
        <a:bodyPr/>
        <a:lstStyle/>
        <a:p>
          <a:r>
            <a:rPr lang="ru-RU" b="0" i="0"/>
            <a:t>І. Виговського.</a:t>
          </a:r>
          <a:endParaRPr lang="uk-UA"/>
        </a:p>
      </dgm:t>
    </dgm:pt>
    <dgm:pt modelId="{7F5E3E98-911D-4998-B72D-9547E864A32F}" type="parTrans" cxnId="{2728EE4A-697C-4531-8DAC-68671B7B6210}">
      <dgm:prSet/>
      <dgm:spPr/>
      <dgm:t>
        <a:bodyPr/>
        <a:lstStyle/>
        <a:p>
          <a:endParaRPr lang="uk-UA"/>
        </a:p>
      </dgm:t>
    </dgm:pt>
    <dgm:pt modelId="{1A2016B3-E636-4F02-8015-756270914DD6}" type="sibTrans" cxnId="{2728EE4A-697C-4531-8DAC-68671B7B6210}">
      <dgm:prSet/>
      <dgm:spPr/>
      <dgm:t>
        <a:bodyPr/>
        <a:lstStyle/>
        <a:p>
          <a:endParaRPr lang="uk-UA"/>
        </a:p>
      </dgm:t>
    </dgm:pt>
    <dgm:pt modelId="{7413DC93-3C5D-40DF-9856-F47F68A9790E}">
      <dgm:prSet/>
      <dgm:spPr/>
      <dgm:t>
        <a:bodyPr/>
        <a:lstStyle/>
        <a:p>
          <a:r>
            <a:rPr lang="ru-RU" b="0" i="0" dirty="0"/>
            <a:t>Ю. </a:t>
          </a:r>
          <a:r>
            <a:rPr lang="ru-RU" b="0" i="0" dirty="0" err="1"/>
            <a:t>Хмельницького</a:t>
          </a:r>
          <a:r>
            <a:rPr lang="ru-RU" b="0" i="0" dirty="0"/>
            <a:t>.</a:t>
          </a:r>
          <a:endParaRPr lang="uk-UA" dirty="0"/>
        </a:p>
      </dgm:t>
    </dgm:pt>
    <dgm:pt modelId="{1371534B-B1B6-4584-8A5A-5E5A3ED0A85D}" type="parTrans" cxnId="{5B513347-A2FE-4BCD-A157-1BCDCD1E9702}">
      <dgm:prSet/>
      <dgm:spPr/>
      <dgm:t>
        <a:bodyPr/>
        <a:lstStyle/>
        <a:p>
          <a:endParaRPr lang="uk-UA"/>
        </a:p>
      </dgm:t>
    </dgm:pt>
    <dgm:pt modelId="{D414A6FC-7A44-4B10-B3C8-D1C96556E2A4}" type="sibTrans" cxnId="{5B513347-A2FE-4BCD-A157-1BCDCD1E9702}">
      <dgm:prSet/>
      <dgm:spPr/>
      <dgm:t>
        <a:bodyPr/>
        <a:lstStyle/>
        <a:p>
          <a:endParaRPr lang="uk-UA"/>
        </a:p>
      </dgm:t>
    </dgm:pt>
    <dgm:pt modelId="{273D4377-DF32-4BEE-9C1E-9E0D37B8A32D}">
      <dgm:prSet/>
      <dgm:spPr/>
      <dgm:t>
        <a:bodyPr/>
        <a:lstStyle/>
        <a:p>
          <a:r>
            <a:rPr lang="ru-RU" b="0" i="0" dirty="0"/>
            <a:t>П. </a:t>
          </a:r>
          <a:r>
            <a:rPr lang="ru-RU" b="0" i="0" dirty="0" err="1"/>
            <a:t>Тетері</a:t>
          </a:r>
          <a:r>
            <a:rPr lang="ru-RU" b="0" i="0" dirty="0"/>
            <a:t>.</a:t>
          </a:r>
          <a:endParaRPr lang="uk-UA" dirty="0"/>
        </a:p>
      </dgm:t>
    </dgm:pt>
    <dgm:pt modelId="{BBFE03EF-E2B4-429F-966D-C29FA3FDE00D}" type="parTrans" cxnId="{6DA71FF2-82FD-4F29-BF8B-0E7B0960E031}">
      <dgm:prSet/>
      <dgm:spPr/>
      <dgm:t>
        <a:bodyPr/>
        <a:lstStyle/>
        <a:p>
          <a:endParaRPr lang="uk-UA"/>
        </a:p>
      </dgm:t>
    </dgm:pt>
    <dgm:pt modelId="{105D3B73-A047-41AC-9968-1AEEFFD3D0A8}" type="sibTrans" cxnId="{6DA71FF2-82FD-4F29-BF8B-0E7B0960E031}">
      <dgm:prSet/>
      <dgm:spPr/>
      <dgm:t>
        <a:bodyPr/>
        <a:lstStyle/>
        <a:p>
          <a:endParaRPr lang="uk-UA"/>
        </a:p>
      </dgm:t>
    </dgm:pt>
    <dgm:pt modelId="{43DBDD6A-587D-4A3D-B8E7-80CBE7AA7EDA}">
      <dgm:prSet/>
      <dgm:spPr/>
      <dgm:t>
        <a:bodyPr/>
        <a:lstStyle/>
        <a:p>
          <a:r>
            <a:rPr lang="ru-RU" b="0" i="0" dirty="0"/>
            <a:t>П. Дорошенка.</a:t>
          </a:r>
          <a:endParaRPr lang="uk-UA" dirty="0"/>
        </a:p>
      </dgm:t>
    </dgm:pt>
    <dgm:pt modelId="{A6800FD4-933E-453C-800F-033EE0B330EF}" type="parTrans" cxnId="{070E5296-40B4-488D-9B7C-A1AFC78011C9}">
      <dgm:prSet/>
      <dgm:spPr/>
      <dgm:t>
        <a:bodyPr/>
        <a:lstStyle/>
        <a:p>
          <a:endParaRPr lang="uk-UA"/>
        </a:p>
      </dgm:t>
    </dgm:pt>
    <dgm:pt modelId="{502D827D-3CAD-4E18-B62B-A4FDA63F65C4}" type="sibTrans" cxnId="{070E5296-40B4-488D-9B7C-A1AFC78011C9}">
      <dgm:prSet/>
      <dgm:spPr/>
      <dgm:t>
        <a:bodyPr/>
        <a:lstStyle/>
        <a:p>
          <a:endParaRPr lang="uk-UA"/>
        </a:p>
      </dgm:t>
    </dgm:pt>
    <dgm:pt modelId="{AA2E0F97-D4A1-4EBE-9638-A8F895B2AE35}" type="pres">
      <dgm:prSet presAssocID="{D1570C74-29B7-44F2-9CE3-6256057D35A9}" presName="compositeShape" presStyleCnt="0">
        <dgm:presLayoutVars>
          <dgm:dir/>
          <dgm:resizeHandles/>
        </dgm:presLayoutVars>
      </dgm:prSet>
      <dgm:spPr/>
    </dgm:pt>
    <dgm:pt modelId="{DE4A608D-A1A1-4826-B565-0133039E8D8D}" type="pres">
      <dgm:prSet presAssocID="{D1570C74-29B7-44F2-9CE3-6256057D35A9}" presName="pyramid" presStyleLbl="node1" presStyleIdx="0" presStyleCnt="1"/>
      <dgm:spPr/>
    </dgm:pt>
    <dgm:pt modelId="{29F8EA0A-E247-4315-8EF1-98F63669B7FB}" type="pres">
      <dgm:prSet presAssocID="{D1570C74-29B7-44F2-9CE3-6256057D35A9}" presName="theList" presStyleCnt="0"/>
      <dgm:spPr/>
    </dgm:pt>
    <dgm:pt modelId="{52B68275-90B9-4DDC-B182-18D05BA3959F}" type="pres">
      <dgm:prSet presAssocID="{DADF8A57-E243-48C7-884E-755FBDABD021}" presName="aNode" presStyleLbl="fgAcc1" presStyleIdx="0" presStyleCnt="4">
        <dgm:presLayoutVars>
          <dgm:bulletEnabled val="1"/>
        </dgm:presLayoutVars>
      </dgm:prSet>
      <dgm:spPr/>
    </dgm:pt>
    <dgm:pt modelId="{44BB9B49-CD70-456C-A4FF-6FC67676F7F4}" type="pres">
      <dgm:prSet presAssocID="{DADF8A57-E243-48C7-884E-755FBDABD021}" presName="aSpace" presStyleCnt="0"/>
      <dgm:spPr/>
    </dgm:pt>
    <dgm:pt modelId="{A0EBEFE0-8454-46AC-99AB-BF17FBE27A2E}" type="pres">
      <dgm:prSet presAssocID="{7413DC93-3C5D-40DF-9856-F47F68A9790E}" presName="aNode" presStyleLbl="fgAcc1" presStyleIdx="1" presStyleCnt="4">
        <dgm:presLayoutVars>
          <dgm:bulletEnabled val="1"/>
        </dgm:presLayoutVars>
      </dgm:prSet>
      <dgm:spPr/>
    </dgm:pt>
    <dgm:pt modelId="{234961CB-3FD9-41F8-AB4C-CB4819B53233}" type="pres">
      <dgm:prSet presAssocID="{7413DC93-3C5D-40DF-9856-F47F68A9790E}" presName="aSpace" presStyleCnt="0"/>
      <dgm:spPr/>
    </dgm:pt>
    <dgm:pt modelId="{73D4B556-9F1D-41E7-9564-518A22F688AF}" type="pres">
      <dgm:prSet presAssocID="{273D4377-DF32-4BEE-9C1E-9E0D37B8A32D}" presName="aNode" presStyleLbl="fgAcc1" presStyleIdx="2" presStyleCnt="4">
        <dgm:presLayoutVars>
          <dgm:bulletEnabled val="1"/>
        </dgm:presLayoutVars>
      </dgm:prSet>
      <dgm:spPr/>
    </dgm:pt>
    <dgm:pt modelId="{8473193D-545E-4AEC-8300-C6C000482E81}" type="pres">
      <dgm:prSet presAssocID="{273D4377-DF32-4BEE-9C1E-9E0D37B8A32D}" presName="aSpace" presStyleCnt="0"/>
      <dgm:spPr/>
    </dgm:pt>
    <dgm:pt modelId="{88133227-3C06-4163-85E2-AA3166CB59ED}" type="pres">
      <dgm:prSet presAssocID="{43DBDD6A-587D-4A3D-B8E7-80CBE7AA7EDA}" presName="aNode" presStyleLbl="fgAcc1" presStyleIdx="3" presStyleCnt="4">
        <dgm:presLayoutVars>
          <dgm:bulletEnabled val="1"/>
        </dgm:presLayoutVars>
      </dgm:prSet>
      <dgm:spPr/>
    </dgm:pt>
    <dgm:pt modelId="{D9CCFA2D-CEC0-4DFC-9574-3F6FB135E1B6}" type="pres">
      <dgm:prSet presAssocID="{43DBDD6A-587D-4A3D-B8E7-80CBE7AA7EDA}" presName="aSpace" presStyleCnt="0"/>
      <dgm:spPr/>
    </dgm:pt>
  </dgm:ptLst>
  <dgm:cxnLst>
    <dgm:cxn modelId="{5B513347-A2FE-4BCD-A157-1BCDCD1E9702}" srcId="{D1570C74-29B7-44F2-9CE3-6256057D35A9}" destId="{7413DC93-3C5D-40DF-9856-F47F68A9790E}" srcOrd="1" destOrd="0" parTransId="{1371534B-B1B6-4584-8A5A-5E5A3ED0A85D}" sibTransId="{D414A6FC-7A44-4B10-B3C8-D1C96556E2A4}"/>
    <dgm:cxn modelId="{2728EE4A-697C-4531-8DAC-68671B7B6210}" srcId="{D1570C74-29B7-44F2-9CE3-6256057D35A9}" destId="{DADF8A57-E243-48C7-884E-755FBDABD021}" srcOrd="0" destOrd="0" parTransId="{7F5E3E98-911D-4998-B72D-9547E864A32F}" sibTransId="{1A2016B3-E636-4F02-8015-756270914DD6}"/>
    <dgm:cxn modelId="{D8CEBD52-074A-4CDF-81F4-106F30114FE4}" type="presOf" srcId="{D1570C74-29B7-44F2-9CE3-6256057D35A9}" destId="{AA2E0F97-D4A1-4EBE-9638-A8F895B2AE35}" srcOrd="0" destOrd="0" presId="urn:microsoft.com/office/officeart/2005/8/layout/pyramid2"/>
    <dgm:cxn modelId="{90582281-C9D3-4C69-AA39-6BD24CFDA3C4}" type="presOf" srcId="{43DBDD6A-587D-4A3D-B8E7-80CBE7AA7EDA}" destId="{88133227-3C06-4163-85E2-AA3166CB59ED}" srcOrd="0" destOrd="0" presId="urn:microsoft.com/office/officeart/2005/8/layout/pyramid2"/>
    <dgm:cxn modelId="{070E5296-40B4-488D-9B7C-A1AFC78011C9}" srcId="{D1570C74-29B7-44F2-9CE3-6256057D35A9}" destId="{43DBDD6A-587D-4A3D-B8E7-80CBE7AA7EDA}" srcOrd="3" destOrd="0" parTransId="{A6800FD4-933E-453C-800F-033EE0B330EF}" sibTransId="{502D827D-3CAD-4E18-B62B-A4FDA63F65C4}"/>
    <dgm:cxn modelId="{BCA300D2-6788-4F8D-846A-526665912BAF}" type="presOf" srcId="{DADF8A57-E243-48C7-884E-755FBDABD021}" destId="{52B68275-90B9-4DDC-B182-18D05BA3959F}" srcOrd="0" destOrd="0" presId="urn:microsoft.com/office/officeart/2005/8/layout/pyramid2"/>
    <dgm:cxn modelId="{394AAAD5-7350-4B38-A3D4-CE2271A0F72B}" type="presOf" srcId="{273D4377-DF32-4BEE-9C1E-9E0D37B8A32D}" destId="{73D4B556-9F1D-41E7-9564-518A22F688AF}" srcOrd="0" destOrd="0" presId="urn:microsoft.com/office/officeart/2005/8/layout/pyramid2"/>
    <dgm:cxn modelId="{D12F99E4-98A2-4208-95A3-B7433B182E60}" type="presOf" srcId="{7413DC93-3C5D-40DF-9856-F47F68A9790E}" destId="{A0EBEFE0-8454-46AC-99AB-BF17FBE27A2E}" srcOrd="0" destOrd="0" presId="urn:microsoft.com/office/officeart/2005/8/layout/pyramid2"/>
    <dgm:cxn modelId="{6DA71FF2-82FD-4F29-BF8B-0E7B0960E031}" srcId="{D1570C74-29B7-44F2-9CE3-6256057D35A9}" destId="{273D4377-DF32-4BEE-9C1E-9E0D37B8A32D}" srcOrd="2" destOrd="0" parTransId="{BBFE03EF-E2B4-429F-966D-C29FA3FDE00D}" sibTransId="{105D3B73-A047-41AC-9968-1AEEFFD3D0A8}"/>
    <dgm:cxn modelId="{CEB63F96-E7C6-402B-B387-BBECEF8AA635}" type="presParOf" srcId="{AA2E0F97-D4A1-4EBE-9638-A8F895B2AE35}" destId="{DE4A608D-A1A1-4826-B565-0133039E8D8D}" srcOrd="0" destOrd="0" presId="urn:microsoft.com/office/officeart/2005/8/layout/pyramid2"/>
    <dgm:cxn modelId="{83083420-DE18-48C9-8AD8-11300C596446}" type="presParOf" srcId="{AA2E0F97-D4A1-4EBE-9638-A8F895B2AE35}" destId="{29F8EA0A-E247-4315-8EF1-98F63669B7FB}" srcOrd="1" destOrd="0" presId="urn:microsoft.com/office/officeart/2005/8/layout/pyramid2"/>
    <dgm:cxn modelId="{2003B534-FCFE-4B42-9BD8-5FFCD6AB0675}" type="presParOf" srcId="{29F8EA0A-E247-4315-8EF1-98F63669B7FB}" destId="{52B68275-90B9-4DDC-B182-18D05BA3959F}" srcOrd="0" destOrd="0" presId="urn:microsoft.com/office/officeart/2005/8/layout/pyramid2"/>
    <dgm:cxn modelId="{FD7106A5-0FF8-4305-9185-0CB2BF912952}" type="presParOf" srcId="{29F8EA0A-E247-4315-8EF1-98F63669B7FB}" destId="{44BB9B49-CD70-456C-A4FF-6FC67676F7F4}" srcOrd="1" destOrd="0" presId="urn:microsoft.com/office/officeart/2005/8/layout/pyramid2"/>
    <dgm:cxn modelId="{8C0A711C-3EB2-43C2-9264-02302595FCAA}" type="presParOf" srcId="{29F8EA0A-E247-4315-8EF1-98F63669B7FB}" destId="{A0EBEFE0-8454-46AC-99AB-BF17FBE27A2E}" srcOrd="2" destOrd="0" presId="urn:microsoft.com/office/officeart/2005/8/layout/pyramid2"/>
    <dgm:cxn modelId="{31E3CA88-441B-4926-93EB-5F6A81E0CF14}" type="presParOf" srcId="{29F8EA0A-E247-4315-8EF1-98F63669B7FB}" destId="{234961CB-3FD9-41F8-AB4C-CB4819B53233}" srcOrd="3" destOrd="0" presId="urn:microsoft.com/office/officeart/2005/8/layout/pyramid2"/>
    <dgm:cxn modelId="{2350F02E-8132-43BC-824C-B77121BEC79A}" type="presParOf" srcId="{29F8EA0A-E247-4315-8EF1-98F63669B7FB}" destId="{73D4B556-9F1D-41E7-9564-518A22F688AF}" srcOrd="4" destOrd="0" presId="urn:microsoft.com/office/officeart/2005/8/layout/pyramid2"/>
    <dgm:cxn modelId="{3146F477-839F-4094-9BDD-C89192C87CCA}" type="presParOf" srcId="{29F8EA0A-E247-4315-8EF1-98F63669B7FB}" destId="{8473193D-545E-4AEC-8300-C6C000482E81}" srcOrd="5" destOrd="0" presId="urn:microsoft.com/office/officeart/2005/8/layout/pyramid2"/>
    <dgm:cxn modelId="{FE0294AA-1F77-4F2D-A795-A8B3942A2790}" type="presParOf" srcId="{29F8EA0A-E247-4315-8EF1-98F63669B7FB}" destId="{88133227-3C06-4163-85E2-AA3166CB59ED}" srcOrd="6" destOrd="0" presId="urn:microsoft.com/office/officeart/2005/8/layout/pyramid2"/>
    <dgm:cxn modelId="{2CAAE044-637B-4803-A2B6-1215318DB38E}" type="presParOf" srcId="{29F8EA0A-E247-4315-8EF1-98F63669B7FB}" destId="{D9CCFA2D-CEC0-4DFC-9574-3F6FB135E1B6}"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0D08909E-AD41-42B0-AE3A-D679A09FE514}"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7A850121-61E0-41C1-BAC0-4576CBC78274}">
      <dgm:prSet/>
      <dgm:spPr/>
      <dgm:t>
        <a:bodyPr/>
        <a:lstStyle/>
        <a:p>
          <a:r>
            <a:rPr lang="ru-RU" b="0" i="0"/>
            <a:t>укладення Гадяцького договору</a:t>
          </a:r>
          <a:endParaRPr lang="uk-UA"/>
        </a:p>
      </dgm:t>
    </dgm:pt>
    <dgm:pt modelId="{C00D3903-A31B-4092-BBAC-AEDC54ED1B1B}" type="parTrans" cxnId="{AF2A5C3A-AD5C-430C-BFA4-E59B54D54151}">
      <dgm:prSet/>
      <dgm:spPr/>
      <dgm:t>
        <a:bodyPr/>
        <a:lstStyle/>
        <a:p>
          <a:endParaRPr lang="uk-UA"/>
        </a:p>
      </dgm:t>
    </dgm:pt>
    <dgm:pt modelId="{DD28FD09-1AEF-438D-B7E0-9E6207832920}" type="sibTrans" cxnId="{AF2A5C3A-AD5C-430C-BFA4-E59B54D54151}">
      <dgm:prSet/>
      <dgm:spPr/>
      <dgm:t>
        <a:bodyPr/>
        <a:lstStyle/>
        <a:p>
          <a:endParaRPr lang="uk-UA"/>
        </a:p>
      </dgm:t>
    </dgm:pt>
    <dgm:pt modelId="{9EB56860-740F-441D-9C75-2FC910B0D2CA}">
      <dgm:prSet/>
      <dgm:spPr/>
      <dgm:t>
        <a:bodyPr/>
        <a:lstStyle/>
        <a:p>
          <a:r>
            <a:rPr lang="ru-RU" b="0" i="0" dirty="0" err="1"/>
            <a:t>Чигиринські</a:t>
          </a:r>
          <a:r>
            <a:rPr lang="ru-RU" b="0" i="0" dirty="0"/>
            <a:t> походи </a:t>
          </a:r>
          <a:r>
            <a:rPr lang="ru-RU" b="0" i="0" dirty="0" err="1"/>
            <a:t>турецько-татарської</a:t>
          </a:r>
          <a:r>
            <a:rPr lang="ru-RU" b="0" i="0" dirty="0"/>
            <a:t> </a:t>
          </a:r>
          <a:r>
            <a:rPr lang="ru-RU" b="0" i="0" dirty="0" err="1"/>
            <a:t>армії</a:t>
          </a:r>
          <a:endParaRPr lang="uk-UA" dirty="0"/>
        </a:p>
      </dgm:t>
    </dgm:pt>
    <dgm:pt modelId="{651A21BF-E3B0-482A-9AEE-76E0500F9CDA}" type="parTrans" cxnId="{A2F84386-6C1F-4136-9668-A532051A7980}">
      <dgm:prSet/>
      <dgm:spPr/>
      <dgm:t>
        <a:bodyPr/>
        <a:lstStyle/>
        <a:p>
          <a:endParaRPr lang="uk-UA"/>
        </a:p>
      </dgm:t>
    </dgm:pt>
    <dgm:pt modelId="{A588FCD0-27A0-4601-8143-E9CC652A18B7}" type="sibTrans" cxnId="{A2F84386-6C1F-4136-9668-A532051A7980}">
      <dgm:prSet/>
      <dgm:spPr/>
      <dgm:t>
        <a:bodyPr/>
        <a:lstStyle/>
        <a:p>
          <a:endParaRPr lang="uk-UA"/>
        </a:p>
      </dgm:t>
    </dgm:pt>
    <dgm:pt modelId="{4587396C-1BAB-4938-B48B-9A4A67E2C3E4}">
      <dgm:prSet/>
      <dgm:spPr/>
      <dgm:t>
        <a:bodyPr/>
        <a:lstStyle/>
        <a:p>
          <a:r>
            <a:rPr lang="ru-RU" b="0" i="0"/>
            <a:t>проведення Чорної ради поблизу Ніжина</a:t>
          </a:r>
          <a:endParaRPr lang="uk-UA"/>
        </a:p>
      </dgm:t>
    </dgm:pt>
    <dgm:pt modelId="{A37E1511-02D7-4C06-8C3A-C0D221BCB644}" type="parTrans" cxnId="{CAB3CF1C-73E0-4922-BA80-C3A46039DFED}">
      <dgm:prSet/>
      <dgm:spPr/>
      <dgm:t>
        <a:bodyPr/>
        <a:lstStyle/>
        <a:p>
          <a:endParaRPr lang="uk-UA"/>
        </a:p>
      </dgm:t>
    </dgm:pt>
    <dgm:pt modelId="{D8D18ED9-7CB0-45CA-BB96-3BE4F3850465}" type="sibTrans" cxnId="{CAB3CF1C-73E0-4922-BA80-C3A46039DFED}">
      <dgm:prSet/>
      <dgm:spPr/>
      <dgm:t>
        <a:bodyPr/>
        <a:lstStyle/>
        <a:p>
          <a:endParaRPr lang="uk-UA"/>
        </a:p>
      </dgm:t>
    </dgm:pt>
    <dgm:pt modelId="{8AC892E4-43E2-48F5-8897-B44C39F4BB7C}">
      <dgm:prSet/>
      <dgm:spPr/>
      <dgm:t>
        <a:bodyPr/>
        <a:lstStyle/>
        <a:p>
          <a:r>
            <a:rPr lang="ru-RU" b="0" i="0" dirty="0" err="1"/>
            <a:t>обрання</a:t>
          </a:r>
          <a:r>
            <a:rPr lang="ru-RU" b="0" i="0" dirty="0"/>
            <a:t> </a:t>
          </a:r>
          <a:r>
            <a:rPr lang="ru-RU" b="0" i="0" dirty="0" err="1"/>
            <a:t>гетьманом</a:t>
          </a:r>
          <a:r>
            <a:rPr lang="ru-RU" b="0" i="0" dirty="0"/>
            <a:t> Д. </a:t>
          </a:r>
          <a:r>
            <a:rPr lang="ru-RU" b="0" i="0" dirty="0" err="1"/>
            <a:t>Многогрішного</a:t>
          </a:r>
          <a:endParaRPr lang="uk-UA" dirty="0"/>
        </a:p>
      </dgm:t>
    </dgm:pt>
    <dgm:pt modelId="{AC84CB97-B291-4CD6-B1B8-5C1BEB41709A}" type="parTrans" cxnId="{D7890B69-1FA0-4A68-BCF9-0FF0BB79BA69}">
      <dgm:prSet/>
      <dgm:spPr/>
      <dgm:t>
        <a:bodyPr/>
        <a:lstStyle/>
        <a:p>
          <a:endParaRPr lang="uk-UA"/>
        </a:p>
      </dgm:t>
    </dgm:pt>
    <dgm:pt modelId="{F3273383-7EC3-4140-86D9-3D8001CD49AA}" type="sibTrans" cxnId="{D7890B69-1FA0-4A68-BCF9-0FF0BB79BA69}">
      <dgm:prSet/>
      <dgm:spPr/>
      <dgm:t>
        <a:bodyPr/>
        <a:lstStyle/>
        <a:p>
          <a:endParaRPr lang="uk-UA"/>
        </a:p>
      </dgm:t>
    </dgm:pt>
    <dgm:pt modelId="{CE324FAA-D0DF-4684-BC71-0D7BA2DAA331}" type="pres">
      <dgm:prSet presAssocID="{0D08909E-AD41-42B0-AE3A-D679A09FE514}" presName="Name0" presStyleCnt="0">
        <dgm:presLayoutVars>
          <dgm:chMax val="7"/>
          <dgm:chPref val="7"/>
          <dgm:dir/>
        </dgm:presLayoutVars>
      </dgm:prSet>
      <dgm:spPr/>
    </dgm:pt>
    <dgm:pt modelId="{E9AD9A65-1CA4-4AD4-B03A-9943D8A01E7B}" type="pres">
      <dgm:prSet presAssocID="{0D08909E-AD41-42B0-AE3A-D679A09FE514}" presName="Name1" presStyleCnt="0"/>
      <dgm:spPr/>
    </dgm:pt>
    <dgm:pt modelId="{77351BB2-AAB4-4651-B4BB-D80BFE03B26B}" type="pres">
      <dgm:prSet presAssocID="{0D08909E-AD41-42B0-AE3A-D679A09FE514}" presName="cycle" presStyleCnt="0"/>
      <dgm:spPr/>
    </dgm:pt>
    <dgm:pt modelId="{DD309EDF-E63D-44D6-BD87-4C09573EABCF}" type="pres">
      <dgm:prSet presAssocID="{0D08909E-AD41-42B0-AE3A-D679A09FE514}" presName="srcNode" presStyleLbl="node1" presStyleIdx="0" presStyleCnt="4"/>
      <dgm:spPr/>
    </dgm:pt>
    <dgm:pt modelId="{93330708-8B23-455F-81EA-45D776F67EF0}" type="pres">
      <dgm:prSet presAssocID="{0D08909E-AD41-42B0-AE3A-D679A09FE514}" presName="conn" presStyleLbl="parChTrans1D2" presStyleIdx="0" presStyleCnt="1"/>
      <dgm:spPr/>
    </dgm:pt>
    <dgm:pt modelId="{1B80A2ED-4FF8-4B73-A177-4F5C55AD7C5D}" type="pres">
      <dgm:prSet presAssocID="{0D08909E-AD41-42B0-AE3A-D679A09FE514}" presName="extraNode" presStyleLbl="node1" presStyleIdx="0" presStyleCnt="4"/>
      <dgm:spPr/>
    </dgm:pt>
    <dgm:pt modelId="{C5A08059-A763-4909-8217-77FF75BFF57F}" type="pres">
      <dgm:prSet presAssocID="{0D08909E-AD41-42B0-AE3A-D679A09FE514}" presName="dstNode" presStyleLbl="node1" presStyleIdx="0" presStyleCnt="4"/>
      <dgm:spPr/>
    </dgm:pt>
    <dgm:pt modelId="{B36C50A9-4AC9-42A9-97A0-6B393429FC10}" type="pres">
      <dgm:prSet presAssocID="{7A850121-61E0-41C1-BAC0-4576CBC78274}" presName="text_1" presStyleLbl="node1" presStyleIdx="0" presStyleCnt="4">
        <dgm:presLayoutVars>
          <dgm:bulletEnabled val="1"/>
        </dgm:presLayoutVars>
      </dgm:prSet>
      <dgm:spPr/>
    </dgm:pt>
    <dgm:pt modelId="{120E0FCC-A029-45A3-9C15-8FFB24C62097}" type="pres">
      <dgm:prSet presAssocID="{7A850121-61E0-41C1-BAC0-4576CBC78274}" presName="accent_1" presStyleCnt="0"/>
      <dgm:spPr/>
    </dgm:pt>
    <dgm:pt modelId="{A979A374-925C-40A0-A5E3-489413711F59}" type="pres">
      <dgm:prSet presAssocID="{7A850121-61E0-41C1-BAC0-4576CBC78274}" presName="accentRepeatNode" presStyleLbl="solidFgAcc1" presStyleIdx="0" presStyleCnt="4"/>
      <dgm:spPr/>
    </dgm:pt>
    <dgm:pt modelId="{144154D0-CA8B-4D13-81B1-7C1CD6BD47C2}" type="pres">
      <dgm:prSet presAssocID="{9EB56860-740F-441D-9C75-2FC910B0D2CA}" presName="text_2" presStyleLbl="node1" presStyleIdx="1" presStyleCnt="4">
        <dgm:presLayoutVars>
          <dgm:bulletEnabled val="1"/>
        </dgm:presLayoutVars>
      </dgm:prSet>
      <dgm:spPr/>
    </dgm:pt>
    <dgm:pt modelId="{5D5C8D32-40CC-4290-9DCF-34EA5426B661}" type="pres">
      <dgm:prSet presAssocID="{9EB56860-740F-441D-9C75-2FC910B0D2CA}" presName="accent_2" presStyleCnt="0"/>
      <dgm:spPr/>
    </dgm:pt>
    <dgm:pt modelId="{D5D2A45D-C394-4BCD-8B7F-6AABAA9E301E}" type="pres">
      <dgm:prSet presAssocID="{9EB56860-740F-441D-9C75-2FC910B0D2CA}" presName="accentRepeatNode" presStyleLbl="solidFgAcc1" presStyleIdx="1" presStyleCnt="4"/>
      <dgm:spPr/>
    </dgm:pt>
    <dgm:pt modelId="{3BA2B655-2F46-43D9-B871-204409BDDA87}" type="pres">
      <dgm:prSet presAssocID="{4587396C-1BAB-4938-B48B-9A4A67E2C3E4}" presName="text_3" presStyleLbl="node1" presStyleIdx="2" presStyleCnt="4">
        <dgm:presLayoutVars>
          <dgm:bulletEnabled val="1"/>
        </dgm:presLayoutVars>
      </dgm:prSet>
      <dgm:spPr/>
    </dgm:pt>
    <dgm:pt modelId="{EBCB755C-E9EE-4293-AF9E-E2EAD6A88608}" type="pres">
      <dgm:prSet presAssocID="{4587396C-1BAB-4938-B48B-9A4A67E2C3E4}" presName="accent_3" presStyleCnt="0"/>
      <dgm:spPr/>
    </dgm:pt>
    <dgm:pt modelId="{E0C9072B-E8F0-410F-9014-951D20F87C71}" type="pres">
      <dgm:prSet presAssocID="{4587396C-1BAB-4938-B48B-9A4A67E2C3E4}" presName="accentRepeatNode" presStyleLbl="solidFgAcc1" presStyleIdx="2" presStyleCnt="4"/>
      <dgm:spPr/>
    </dgm:pt>
    <dgm:pt modelId="{4195E0B0-8686-4D40-A57E-4295A26CC52A}" type="pres">
      <dgm:prSet presAssocID="{8AC892E4-43E2-48F5-8897-B44C39F4BB7C}" presName="text_4" presStyleLbl="node1" presStyleIdx="3" presStyleCnt="4">
        <dgm:presLayoutVars>
          <dgm:bulletEnabled val="1"/>
        </dgm:presLayoutVars>
      </dgm:prSet>
      <dgm:spPr/>
    </dgm:pt>
    <dgm:pt modelId="{E6AAA19B-F681-4E36-A0F3-65BE73EA8903}" type="pres">
      <dgm:prSet presAssocID="{8AC892E4-43E2-48F5-8897-B44C39F4BB7C}" presName="accent_4" presStyleCnt="0"/>
      <dgm:spPr/>
    </dgm:pt>
    <dgm:pt modelId="{0FE95262-AB94-47C2-9152-87B6879C9AEC}" type="pres">
      <dgm:prSet presAssocID="{8AC892E4-43E2-48F5-8897-B44C39F4BB7C}" presName="accentRepeatNode" presStyleLbl="solidFgAcc1" presStyleIdx="3" presStyleCnt="4"/>
      <dgm:spPr/>
    </dgm:pt>
  </dgm:ptLst>
  <dgm:cxnLst>
    <dgm:cxn modelId="{CAB3CF1C-73E0-4922-BA80-C3A46039DFED}" srcId="{0D08909E-AD41-42B0-AE3A-D679A09FE514}" destId="{4587396C-1BAB-4938-B48B-9A4A67E2C3E4}" srcOrd="2" destOrd="0" parTransId="{A37E1511-02D7-4C06-8C3A-C0D221BCB644}" sibTransId="{D8D18ED9-7CB0-45CA-BB96-3BE4F3850465}"/>
    <dgm:cxn modelId="{AF2A5C3A-AD5C-430C-BFA4-E59B54D54151}" srcId="{0D08909E-AD41-42B0-AE3A-D679A09FE514}" destId="{7A850121-61E0-41C1-BAC0-4576CBC78274}" srcOrd="0" destOrd="0" parTransId="{C00D3903-A31B-4092-BBAC-AEDC54ED1B1B}" sibTransId="{DD28FD09-1AEF-438D-B7E0-9E6207832920}"/>
    <dgm:cxn modelId="{D7890B69-1FA0-4A68-BCF9-0FF0BB79BA69}" srcId="{0D08909E-AD41-42B0-AE3A-D679A09FE514}" destId="{8AC892E4-43E2-48F5-8897-B44C39F4BB7C}" srcOrd="3" destOrd="0" parTransId="{AC84CB97-B291-4CD6-B1B8-5C1BEB41709A}" sibTransId="{F3273383-7EC3-4140-86D9-3D8001CD49AA}"/>
    <dgm:cxn modelId="{E65A094A-C3F5-49D6-BA46-34634E1EB106}" type="presOf" srcId="{8AC892E4-43E2-48F5-8897-B44C39F4BB7C}" destId="{4195E0B0-8686-4D40-A57E-4295A26CC52A}" srcOrd="0" destOrd="0" presId="urn:microsoft.com/office/officeart/2008/layout/VerticalCurvedList"/>
    <dgm:cxn modelId="{FE07E956-D9CC-480A-884B-F400E372F480}" type="presOf" srcId="{7A850121-61E0-41C1-BAC0-4576CBC78274}" destId="{B36C50A9-4AC9-42A9-97A0-6B393429FC10}" srcOrd="0" destOrd="0" presId="urn:microsoft.com/office/officeart/2008/layout/VerticalCurvedList"/>
    <dgm:cxn modelId="{A2F84386-6C1F-4136-9668-A532051A7980}" srcId="{0D08909E-AD41-42B0-AE3A-D679A09FE514}" destId="{9EB56860-740F-441D-9C75-2FC910B0D2CA}" srcOrd="1" destOrd="0" parTransId="{651A21BF-E3B0-482A-9AEE-76E0500F9CDA}" sibTransId="{A588FCD0-27A0-4601-8143-E9CC652A18B7}"/>
    <dgm:cxn modelId="{B44E6B93-1956-409A-BE15-48195827678C}" type="presOf" srcId="{4587396C-1BAB-4938-B48B-9A4A67E2C3E4}" destId="{3BA2B655-2F46-43D9-B871-204409BDDA87}" srcOrd="0" destOrd="0" presId="urn:microsoft.com/office/officeart/2008/layout/VerticalCurvedList"/>
    <dgm:cxn modelId="{32D5BCD8-DFE6-4123-9F58-10796D48CBCF}" type="presOf" srcId="{9EB56860-740F-441D-9C75-2FC910B0D2CA}" destId="{144154D0-CA8B-4D13-81B1-7C1CD6BD47C2}" srcOrd="0" destOrd="0" presId="urn:microsoft.com/office/officeart/2008/layout/VerticalCurvedList"/>
    <dgm:cxn modelId="{99AC10EC-8929-4456-995D-7CF6E541CF6E}" type="presOf" srcId="{DD28FD09-1AEF-438D-B7E0-9E6207832920}" destId="{93330708-8B23-455F-81EA-45D776F67EF0}" srcOrd="0" destOrd="0" presId="urn:microsoft.com/office/officeart/2008/layout/VerticalCurvedList"/>
    <dgm:cxn modelId="{8FAC79F5-8AAB-46F4-AA24-BC3569733ACD}" type="presOf" srcId="{0D08909E-AD41-42B0-AE3A-D679A09FE514}" destId="{CE324FAA-D0DF-4684-BC71-0D7BA2DAA331}" srcOrd="0" destOrd="0" presId="urn:microsoft.com/office/officeart/2008/layout/VerticalCurvedList"/>
    <dgm:cxn modelId="{B128DC5A-B204-494E-9751-2087EB232EE2}" type="presParOf" srcId="{CE324FAA-D0DF-4684-BC71-0D7BA2DAA331}" destId="{E9AD9A65-1CA4-4AD4-B03A-9943D8A01E7B}" srcOrd="0" destOrd="0" presId="urn:microsoft.com/office/officeart/2008/layout/VerticalCurvedList"/>
    <dgm:cxn modelId="{C055BCED-A477-4966-AA10-07D908D4CA35}" type="presParOf" srcId="{E9AD9A65-1CA4-4AD4-B03A-9943D8A01E7B}" destId="{77351BB2-AAB4-4651-B4BB-D80BFE03B26B}" srcOrd="0" destOrd="0" presId="urn:microsoft.com/office/officeart/2008/layout/VerticalCurvedList"/>
    <dgm:cxn modelId="{D583A5BD-2AD2-494F-9B65-4BBC59729A3F}" type="presParOf" srcId="{77351BB2-AAB4-4651-B4BB-D80BFE03B26B}" destId="{DD309EDF-E63D-44D6-BD87-4C09573EABCF}" srcOrd="0" destOrd="0" presId="urn:microsoft.com/office/officeart/2008/layout/VerticalCurvedList"/>
    <dgm:cxn modelId="{A8AAD620-E626-46AD-B1AA-11AEBFA5748B}" type="presParOf" srcId="{77351BB2-AAB4-4651-B4BB-D80BFE03B26B}" destId="{93330708-8B23-455F-81EA-45D776F67EF0}" srcOrd="1" destOrd="0" presId="urn:microsoft.com/office/officeart/2008/layout/VerticalCurvedList"/>
    <dgm:cxn modelId="{1151C64C-DA20-4D43-85B7-DC552D5BE46C}" type="presParOf" srcId="{77351BB2-AAB4-4651-B4BB-D80BFE03B26B}" destId="{1B80A2ED-4FF8-4B73-A177-4F5C55AD7C5D}" srcOrd="2" destOrd="0" presId="urn:microsoft.com/office/officeart/2008/layout/VerticalCurvedList"/>
    <dgm:cxn modelId="{E4D81356-BDEB-475B-B35E-DC3820B0F5F8}" type="presParOf" srcId="{77351BB2-AAB4-4651-B4BB-D80BFE03B26B}" destId="{C5A08059-A763-4909-8217-77FF75BFF57F}" srcOrd="3" destOrd="0" presId="urn:microsoft.com/office/officeart/2008/layout/VerticalCurvedList"/>
    <dgm:cxn modelId="{04177C8E-3167-4DFF-ACE4-EB6959799DCC}" type="presParOf" srcId="{E9AD9A65-1CA4-4AD4-B03A-9943D8A01E7B}" destId="{B36C50A9-4AC9-42A9-97A0-6B393429FC10}" srcOrd="1" destOrd="0" presId="urn:microsoft.com/office/officeart/2008/layout/VerticalCurvedList"/>
    <dgm:cxn modelId="{D55E7E66-B664-4B90-AD74-9993C7464579}" type="presParOf" srcId="{E9AD9A65-1CA4-4AD4-B03A-9943D8A01E7B}" destId="{120E0FCC-A029-45A3-9C15-8FFB24C62097}" srcOrd="2" destOrd="0" presId="urn:microsoft.com/office/officeart/2008/layout/VerticalCurvedList"/>
    <dgm:cxn modelId="{24AC5CF5-ED1C-42C5-8FEF-1B1703FAE653}" type="presParOf" srcId="{120E0FCC-A029-45A3-9C15-8FFB24C62097}" destId="{A979A374-925C-40A0-A5E3-489413711F59}" srcOrd="0" destOrd="0" presId="urn:microsoft.com/office/officeart/2008/layout/VerticalCurvedList"/>
    <dgm:cxn modelId="{E86871BA-A4E9-44AC-8A6E-C36D5CCFE028}" type="presParOf" srcId="{E9AD9A65-1CA4-4AD4-B03A-9943D8A01E7B}" destId="{144154D0-CA8B-4D13-81B1-7C1CD6BD47C2}" srcOrd="3" destOrd="0" presId="urn:microsoft.com/office/officeart/2008/layout/VerticalCurvedList"/>
    <dgm:cxn modelId="{D8AA3A9F-70CF-4A9A-8DBC-06D4D0D60B10}" type="presParOf" srcId="{E9AD9A65-1CA4-4AD4-B03A-9943D8A01E7B}" destId="{5D5C8D32-40CC-4290-9DCF-34EA5426B661}" srcOrd="4" destOrd="0" presId="urn:microsoft.com/office/officeart/2008/layout/VerticalCurvedList"/>
    <dgm:cxn modelId="{F6BE8038-1101-456E-B0A1-EBBABD92D8CC}" type="presParOf" srcId="{5D5C8D32-40CC-4290-9DCF-34EA5426B661}" destId="{D5D2A45D-C394-4BCD-8B7F-6AABAA9E301E}" srcOrd="0" destOrd="0" presId="urn:microsoft.com/office/officeart/2008/layout/VerticalCurvedList"/>
    <dgm:cxn modelId="{63AE5576-8879-4867-BB9E-BAEFF056C327}" type="presParOf" srcId="{E9AD9A65-1CA4-4AD4-B03A-9943D8A01E7B}" destId="{3BA2B655-2F46-43D9-B871-204409BDDA87}" srcOrd="5" destOrd="0" presId="urn:microsoft.com/office/officeart/2008/layout/VerticalCurvedList"/>
    <dgm:cxn modelId="{72E37817-7002-45EF-AC94-FA01350AEB31}" type="presParOf" srcId="{E9AD9A65-1CA4-4AD4-B03A-9943D8A01E7B}" destId="{EBCB755C-E9EE-4293-AF9E-E2EAD6A88608}" srcOrd="6" destOrd="0" presId="urn:microsoft.com/office/officeart/2008/layout/VerticalCurvedList"/>
    <dgm:cxn modelId="{AB655F4D-A2DB-4004-A059-0F81C445D605}" type="presParOf" srcId="{EBCB755C-E9EE-4293-AF9E-E2EAD6A88608}" destId="{E0C9072B-E8F0-410F-9014-951D20F87C71}" srcOrd="0" destOrd="0" presId="urn:microsoft.com/office/officeart/2008/layout/VerticalCurvedList"/>
    <dgm:cxn modelId="{B5A0B93D-CA09-49AB-AE04-B43D9F0E3CE2}" type="presParOf" srcId="{E9AD9A65-1CA4-4AD4-B03A-9943D8A01E7B}" destId="{4195E0B0-8686-4D40-A57E-4295A26CC52A}" srcOrd="7" destOrd="0" presId="urn:microsoft.com/office/officeart/2008/layout/VerticalCurvedList"/>
    <dgm:cxn modelId="{677ABEA9-C954-4FC7-9954-A1FD2669684D}" type="presParOf" srcId="{E9AD9A65-1CA4-4AD4-B03A-9943D8A01E7B}" destId="{E6AAA19B-F681-4E36-A0F3-65BE73EA8903}" srcOrd="8" destOrd="0" presId="urn:microsoft.com/office/officeart/2008/layout/VerticalCurvedList"/>
    <dgm:cxn modelId="{361F5B4E-0AF2-409E-A766-D11F2310EF51}" type="presParOf" srcId="{E6AAA19B-F681-4E36-A0F3-65BE73EA8903}" destId="{0FE95262-AB94-47C2-9152-87B6879C9AE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24CF1F86-4341-4470-98BB-190DFB17102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524112A-5AA5-4E3F-8CE7-8CF477166845}">
      <dgm:prSet/>
      <dgm:spPr/>
      <dgm:t>
        <a:bodyPr/>
        <a:lstStyle/>
        <a:p>
          <a:r>
            <a:rPr lang="uk-UA" b="0" i="0"/>
            <a:t>створення найманого кінного війська «компанійців»</a:t>
          </a:r>
          <a:endParaRPr lang="uk-UA"/>
        </a:p>
      </dgm:t>
    </dgm:pt>
    <dgm:pt modelId="{E145B1A0-1188-43E2-8E2B-868138E04525}" type="parTrans" cxnId="{C3CDF958-64DD-4FD3-A534-E671D81DB104}">
      <dgm:prSet/>
      <dgm:spPr/>
      <dgm:t>
        <a:bodyPr/>
        <a:lstStyle/>
        <a:p>
          <a:endParaRPr lang="uk-UA"/>
        </a:p>
      </dgm:t>
    </dgm:pt>
    <dgm:pt modelId="{951BC3CF-CE17-4EAC-B6F1-5190F4797EAF}" type="sibTrans" cxnId="{C3CDF958-64DD-4FD3-A534-E671D81DB104}">
      <dgm:prSet/>
      <dgm:spPr/>
      <dgm:t>
        <a:bodyPr/>
        <a:lstStyle/>
        <a:p>
          <a:endParaRPr lang="uk-UA"/>
        </a:p>
      </dgm:t>
    </dgm:pt>
    <dgm:pt modelId="{5D1314F0-8743-400E-AEDE-8B12AB054F9D}">
      <dgm:prSet/>
      <dgm:spPr/>
      <dgm:t>
        <a:bodyPr/>
        <a:lstStyle/>
        <a:p>
          <a:r>
            <a:rPr lang="uk-UA" b="0" i="0" dirty="0"/>
            <a:t>агресія Московського царства проти Гетьманщини</a:t>
          </a:r>
          <a:endParaRPr lang="uk-UA" dirty="0"/>
        </a:p>
      </dgm:t>
    </dgm:pt>
    <dgm:pt modelId="{F8068F7B-2F71-4A10-9D48-F9660B8F8EFB}" type="parTrans" cxnId="{7642A06E-D111-4DF0-83FD-B9E1B63DB3B0}">
      <dgm:prSet/>
      <dgm:spPr/>
      <dgm:t>
        <a:bodyPr/>
        <a:lstStyle/>
        <a:p>
          <a:endParaRPr lang="uk-UA"/>
        </a:p>
      </dgm:t>
    </dgm:pt>
    <dgm:pt modelId="{EA9432C6-EC63-44A9-A229-2CD6EF3713A9}" type="sibTrans" cxnId="{7642A06E-D111-4DF0-83FD-B9E1B63DB3B0}">
      <dgm:prSet/>
      <dgm:spPr/>
      <dgm:t>
        <a:bodyPr/>
        <a:lstStyle/>
        <a:p>
          <a:endParaRPr lang="uk-UA"/>
        </a:p>
      </dgm:t>
    </dgm:pt>
    <dgm:pt modelId="{219559D4-82F1-4C3D-A6E0-D47B1E8330BD}">
      <dgm:prSet/>
      <dgm:spPr/>
      <dgm:t>
        <a:bodyPr/>
        <a:lstStyle/>
        <a:p>
          <a:r>
            <a:rPr lang="uk-UA" b="0" i="0" dirty="0"/>
            <a:t>здійснення гетьманом І. Самойловичем «Великого згону»</a:t>
          </a:r>
          <a:endParaRPr lang="uk-UA" dirty="0"/>
        </a:p>
      </dgm:t>
    </dgm:pt>
    <dgm:pt modelId="{174F21B0-7990-4F62-83CD-384DF83B8FB3}" type="parTrans" cxnId="{7A927432-4EE8-4182-807D-4806CCAC5CC5}">
      <dgm:prSet/>
      <dgm:spPr/>
      <dgm:t>
        <a:bodyPr/>
        <a:lstStyle/>
        <a:p>
          <a:endParaRPr lang="uk-UA"/>
        </a:p>
      </dgm:t>
    </dgm:pt>
    <dgm:pt modelId="{341E0A8A-55D4-4EB2-8112-4A3F215E2A99}" type="sibTrans" cxnId="{7A927432-4EE8-4182-807D-4806CCAC5CC5}">
      <dgm:prSet/>
      <dgm:spPr/>
      <dgm:t>
        <a:bodyPr/>
        <a:lstStyle/>
        <a:p>
          <a:endParaRPr lang="uk-UA"/>
        </a:p>
      </dgm:t>
    </dgm:pt>
    <dgm:pt modelId="{B0D4D0DB-24BF-4A73-AD62-C7A1128611CB}">
      <dgm:prSet/>
      <dgm:spPr/>
      <dgm:t>
        <a:bodyPr/>
        <a:lstStyle/>
        <a:p>
          <a:r>
            <a:rPr lang="uk-UA" b="0" i="0"/>
            <a:t>повстання під проводом полковника С. Палія</a:t>
          </a:r>
          <a:endParaRPr lang="uk-UA"/>
        </a:p>
      </dgm:t>
    </dgm:pt>
    <dgm:pt modelId="{B1A9CD79-D83A-42A6-861D-4ED13EEDF8E0}" type="parTrans" cxnId="{340CC281-8473-4BAF-A547-B992C4E6A524}">
      <dgm:prSet/>
      <dgm:spPr/>
      <dgm:t>
        <a:bodyPr/>
        <a:lstStyle/>
        <a:p>
          <a:endParaRPr lang="uk-UA"/>
        </a:p>
      </dgm:t>
    </dgm:pt>
    <dgm:pt modelId="{10555934-E008-4B32-A6F3-7F4DCC2AAB31}" type="sibTrans" cxnId="{340CC281-8473-4BAF-A547-B992C4E6A524}">
      <dgm:prSet/>
      <dgm:spPr/>
      <dgm:t>
        <a:bodyPr/>
        <a:lstStyle/>
        <a:p>
          <a:endParaRPr lang="uk-UA"/>
        </a:p>
      </dgm:t>
    </dgm:pt>
    <dgm:pt modelId="{817CBEAA-3818-4C19-ABBC-1B310D690AFB}">
      <dgm:prSet/>
      <dgm:spPr/>
      <dgm:t>
        <a:bodyPr/>
        <a:lstStyle/>
        <a:p>
          <a:r>
            <a:rPr lang="uk-UA" b="0" i="0" dirty="0"/>
            <a:t>розпад Гетьманщини на дві частини – Правобережну та Лівобережну</a:t>
          </a:r>
          <a:endParaRPr lang="uk-UA" dirty="0"/>
        </a:p>
      </dgm:t>
    </dgm:pt>
    <dgm:pt modelId="{415015C5-48DA-43BB-B286-04326DF9FD04}" type="parTrans" cxnId="{8A79061B-B742-4CFB-8D24-77BBBE7CF668}">
      <dgm:prSet/>
      <dgm:spPr/>
      <dgm:t>
        <a:bodyPr/>
        <a:lstStyle/>
        <a:p>
          <a:endParaRPr lang="uk-UA"/>
        </a:p>
      </dgm:t>
    </dgm:pt>
    <dgm:pt modelId="{1564B4E8-6D69-4404-8CF7-969C5B2E0601}" type="sibTrans" cxnId="{8A79061B-B742-4CFB-8D24-77BBBE7CF668}">
      <dgm:prSet/>
      <dgm:spPr/>
      <dgm:t>
        <a:bodyPr/>
        <a:lstStyle/>
        <a:p>
          <a:endParaRPr lang="uk-UA"/>
        </a:p>
      </dgm:t>
    </dgm:pt>
    <dgm:pt modelId="{ABADEF5A-DE90-41B8-B7FC-782C868A4E23}" type="pres">
      <dgm:prSet presAssocID="{24CF1F86-4341-4470-98BB-190DFB171027}" presName="linear" presStyleCnt="0">
        <dgm:presLayoutVars>
          <dgm:animLvl val="lvl"/>
          <dgm:resizeHandles val="exact"/>
        </dgm:presLayoutVars>
      </dgm:prSet>
      <dgm:spPr/>
    </dgm:pt>
    <dgm:pt modelId="{02930DE2-2845-4BE7-AF06-8E55E40C5895}" type="pres">
      <dgm:prSet presAssocID="{E524112A-5AA5-4E3F-8CE7-8CF477166845}" presName="parentText" presStyleLbl="node1" presStyleIdx="0" presStyleCnt="5">
        <dgm:presLayoutVars>
          <dgm:chMax val="0"/>
          <dgm:bulletEnabled val="1"/>
        </dgm:presLayoutVars>
      </dgm:prSet>
      <dgm:spPr/>
    </dgm:pt>
    <dgm:pt modelId="{B70F0B80-6097-4F68-AB2C-9CB1CDD29C49}" type="pres">
      <dgm:prSet presAssocID="{951BC3CF-CE17-4EAC-B6F1-5190F4797EAF}" presName="spacer" presStyleCnt="0"/>
      <dgm:spPr/>
    </dgm:pt>
    <dgm:pt modelId="{B3D580F6-C498-46F3-876B-1D8D7BE7590B}" type="pres">
      <dgm:prSet presAssocID="{5D1314F0-8743-400E-AEDE-8B12AB054F9D}" presName="parentText" presStyleLbl="node1" presStyleIdx="1" presStyleCnt="5">
        <dgm:presLayoutVars>
          <dgm:chMax val="0"/>
          <dgm:bulletEnabled val="1"/>
        </dgm:presLayoutVars>
      </dgm:prSet>
      <dgm:spPr/>
    </dgm:pt>
    <dgm:pt modelId="{5967DB39-E83C-4565-8179-2991079C9A0F}" type="pres">
      <dgm:prSet presAssocID="{EA9432C6-EC63-44A9-A229-2CD6EF3713A9}" presName="spacer" presStyleCnt="0"/>
      <dgm:spPr/>
    </dgm:pt>
    <dgm:pt modelId="{AE49582E-418F-45AB-B138-5142EBA24662}" type="pres">
      <dgm:prSet presAssocID="{219559D4-82F1-4C3D-A6E0-D47B1E8330BD}" presName="parentText" presStyleLbl="node1" presStyleIdx="2" presStyleCnt="5">
        <dgm:presLayoutVars>
          <dgm:chMax val="0"/>
          <dgm:bulletEnabled val="1"/>
        </dgm:presLayoutVars>
      </dgm:prSet>
      <dgm:spPr/>
    </dgm:pt>
    <dgm:pt modelId="{13FDF916-FFA2-44B7-9A68-713DFFB40D31}" type="pres">
      <dgm:prSet presAssocID="{341E0A8A-55D4-4EB2-8112-4A3F215E2A99}" presName="spacer" presStyleCnt="0"/>
      <dgm:spPr/>
    </dgm:pt>
    <dgm:pt modelId="{6B53DD0F-3DE8-4CF6-90A3-26A9BB21E481}" type="pres">
      <dgm:prSet presAssocID="{B0D4D0DB-24BF-4A73-AD62-C7A1128611CB}" presName="parentText" presStyleLbl="node1" presStyleIdx="3" presStyleCnt="5">
        <dgm:presLayoutVars>
          <dgm:chMax val="0"/>
          <dgm:bulletEnabled val="1"/>
        </dgm:presLayoutVars>
      </dgm:prSet>
      <dgm:spPr/>
    </dgm:pt>
    <dgm:pt modelId="{B0C66171-C213-4921-B56A-3EA05B1426B1}" type="pres">
      <dgm:prSet presAssocID="{10555934-E008-4B32-A6F3-7F4DCC2AAB31}" presName="spacer" presStyleCnt="0"/>
      <dgm:spPr/>
    </dgm:pt>
    <dgm:pt modelId="{2C5AB042-78A5-4E0F-93D7-AF2266173F3B}" type="pres">
      <dgm:prSet presAssocID="{817CBEAA-3818-4C19-ABBC-1B310D690AFB}" presName="parentText" presStyleLbl="node1" presStyleIdx="4" presStyleCnt="5">
        <dgm:presLayoutVars>
          <dgm:chMax val="0"/>
          <dgm:bulletEnabled val="1"/>
        </dgm:presLayoutVars>
      </dgm:prSet>
      <dgm:spPr/>
    </dgm:pt>
  </dgm:ptLst>
  <dgm:cxnLst>
    <dgm:cxn modelId="{DC096F19-25C8-4D8E-A193-834D99C6B76F}" type="presOf" srcId="{817CBEAA-3818-4C19-ABBC-1B310D690AFB}" destId="{2C5AB042-78A5-4E0F-93D7-AF2266173F3B}" srcOrd="0" destOrd="0" presId="urn:microsoft.com/office/officeart/2005/8/layout/vList2"/>
    <dgm:cxn modelId="{8A79061B-B742-4CFB-8D24-77BBBE7CF668}" srcId="{24CF1F86-4341-4470-98BB-190DFB171027}" destId="{817CBEAA-3818-4C19-ABBC-1B310D690AFB}" srcOrd="4" destOrd="0" parTransId="{415015C5-48DA-43BB-B286-04326DF9FD04}" sibTransId="{1564B4E8-6D69-4404-8CF7-969C5B2E0601}"/>
    <dgm:cxn modelId="{7A927432-4EE8-4182-807D-4806CCAC5CC5}" srcId="{24CF1F86-4341-4470-98BB-190DFB171027}" destId="{219559D4-82F1-4C3D-A6E0-D47B1E8330BD}" srcOrd="2" destOrd="0" parTransId="{174F21B0-7990-4F62-83CD-384DF83B8FB3}" sibTransId="{341E0A8A-55D4-4EB2-8112-4A3F215E2A99}"/>
    <dgm:cxn modelId="{7642A06E-D111-4DF0-83FD-B9E1B63DB3B0}" srcId="{24CF1F86-4341-4470-98BB-190DFB171027}" destId="{5D1314F0-8743-400E-AEDE-8B12AB054F9D}" srcOrd="1" destOrd="0" parTransId="{F8068F7B-2F71-4A10-9D48-F9660B8F8EFB}" sibTransId="{EA9432C6-EC63-44A9-A229-2CD6EF3713A9}"/>
    <dgm:cxn modelId="{C3CDF958-64DD-4FD3-A534-E671D81DB104}" srcId="{24CF1F86-4341-4470-98BB-190DFB171027}" destId="{E524112A-5AA5-4E3F-8CE7-8CF477166845}" srcOrd="0" destOrd="0" parTransId="{E145B1A0-1188-43E2-8E2B-868138E04525}" sibTransId="{951BC3CF-CE17-4EAC-B6F1-5190F4797EAF}"/>
    <dgm:cxn modelId="{340CC281-8473-4BAF-A547-B992C4E6A524}" srcId="{24CF1F86-4341-4470-98BB-190DFB171027}" destId="{B0D4D0DB-24BF-4A73-AD62-C7A1128611CB}" srcOrd="3" destOrd="0" parTransId="{B1A9CD79-D83A-42A6-861D-4ED13EEDF8E0}" sibTransId="{10555934-E008-4B32-A6F3-7F4DCC2AAB31}"/>
    <dgm:cxn modelId="{42359E92-36E5-47AE-8298-9E04D38D7E60}" type="presOf" srcId="{E524112A-5AA5-4E3F-8CE7-8CF477166845}" destId="{02930DE2-2845-4BE7-AF06-8E55E40C5895}" srcOrd="0" destOrd="0" presId="urn:microsoft.com/office/officeart/2005/8/layout/vList2"/>
    <dgm:cxn modelId="{8DEF0E9E-1BC7-4C0F-AF9E-DC499288D49C}" type="presOf" srcId="{24CF1F86-4341-4470-98BB-190DFB171027}" destId="{ABADEF5A-DE90-41B8-B7FC-782C868A4E23}" srcOrd="0" destOrd="0" presId="urn:microsoft.com/office/officeart/2005/8/layout/vList2"/>
    <dgm:cxn modelId="{CE2D64BF-9FB8-4B1A-805F-6CE8E700BFAB}" type="presOf" srcId="{B0D4D0DB-24BF-4A73-AD62-C7A1128611CB}" destId="{6B53DD0F-3DE8-4CF6-90A3-26A9BB21E481}" srcOrd="0" destOrd="0" presId="urn:microsoft.com/office/officeart/2005/8/layout/vList2"/>
    <dgm:cxn modelId="{5C4413DF-F66B-4976-8D01-0CFC3B668892}" type="presOf" srcId="{219559D4-82F1-4C3D-A6E0-D47B1E8330BD}" destId="{AE49582E-418F-45AB-B138-5142EBA24662}" srcOrd="0" destOrd="0" presId="urn:microsoft.com/office/officeart/2005/8/layout/vList2"/>
    <dgm:cxn modelId="{387F16DF-98E7-43CC-B946-D45CC2A3326B}" type="presOf" srcId="{5D1314F0-8743-400E-AEDE-8B12AB054F9D}" destId="{B3D580F6-C498-46F3-876B-1D8D7BE7590B}" srcOrd="0" destOrd="0" presId="urn:microsoft.com/office/officeart/2005/8/layout/vList2"/>
    <dgm:cxn modelId="{4567E2DE-E2B5-41D0-B55B-0A1CE9E387E6}" type="presParOf" srcId="{ABADEF5A-DE90-41B8-B7FC-782C868A4E23}" destId="{02930DE2-2845-4BE7-AF06-8E55E40C5895}" srcOrd="0" destOrd="0" presId="urn:microsoft.com/office/officeart/2005/8/layout/vList2"/>
    <dgm:cxn modelId="{2E33E6D2-7FAA-4F8F-8370-0E81525BEB03}" type="presParOf" srcId="{ABADEF5A-DE90-41B8-B7FC-782C868A4E23}" destId="{B70F0B80-6097-4F68-AB2C-9CB1CDD29C49}" srcOrd="1" destOrd="0" presId="urn:microsoft.com/office/officeart/2005/8/layout/vList2"/>
    <dgm:cxn modelId="{7AE5CF23-FAEF-4BEA-B62E-EBA2981301E1}" type="presParOf" srcId="{ABADEF5A-DE90-41B8-B7FC-782C868A4E23}" destId="{B3D580F6-C498-46F3-876B-1D8D7BE7590B}" srcOrd="2" destOrd="0" presId="urn:microsoft.com/office/officeart/2005/8/layout/vList2"/>
    <dgm:cxn modelId="{D868E070-4E4D-4363-904C-0FC5776B7E93}" type="presParOf" srcId="{ABADEF5A-DE90-41B8-B7FC-782C868A4E23}" destId="{5967DB39-E83C-4565-8179-2991079C9A0F}" srcOrd="3" destOrd="0" presId="urn:microsoft.com/office/officeart/2005/8/layout/vList2"/>
    <dgm:cxn modelId="{C4FB4D8E-F92A-4A80-A6E9-1A8401CC1049}" type="presParOf" srcId="{ABADEF5A-DE90-41B8-B7FC-782C868A4E23}" destId="{AE49582E-418F-45AB-B138-5142EBA24662}" srcOrd="4" destOrd="0" presId="urn:microsoft.com/office/officeart/2005/8/layout/vList2"/>
    <dgm:cxn modelId="{5E5067A9-17FF-4360-888F-7EECA86CFC53}" type="presParOf" srcId="{ABADEF5A-DE90-41B8-B7FC-782C868A4E23}" destId="{13FDF916-FFA2-44B7-9A68-713DFFB40D31}" srcOrd="5" destOrd="0" presId="urn:microsoft.com/office/officeart/2005/8/layout/vList2"/>
    <dgm:cxn modelId="{5E5EBB17-40E0-4261-8483-72FDE99C47C7}" type="presParOf" srcId="{ABADEF5A-DE90-41B8-B7FC-782C868A4E23}" destId="{6B53DD0F-3DE8-4CF6-90A3-26A9BB21E481}" srcOrd="6" destOrd="0" presId="urn:microsoft.com/office/officeart/2005/8/layout/vList2"/>
    <dgm:cxn modelId="{5E95EFB4-BE1C-4A56-96E3-8B2521229DE3}" type="presParOf" srcId="{ABADEF5A-DE90-41B8-B7FC-782C868A4E23}" destId="{B0C66171-C213-4921-B56A-3EA05B1426B1}" srcOrd="7" destOrd="0" presId="urn:microsoft.com/office/officeart/2005/8/layout/vList2"/>
    <dgm:cxn modelId="{2A083A1B-E7A0-493C-A3AA-966DFB25B301}" type="presParOf" srcId="{ABADEF5A-DE90-41B8-B7FC-782C868A4E23}" destId="{2C5AB042-78A5-4E0F-93D7-AF2266173F3B}"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EA430160-D374-4F0E-A85B-2A476CEE568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14AC7CE-7612-477B-969C-9D18D28AC30E}">
      <dgm:prSet/>
      <dgm:spPr/>
      <dgm:t>
        <a:bodyPr/>
        <a:lstStyle/>
        <a:p>
          <a:r>
            <a:rPr lang="ru-RU" b="0" i="0" dirty="0" err="1"/>
            <a:t>Віленським</a:t>
          </a:r>
          <a:r>
            <a:rPr lang="ru-RU" b="0" i="0" dirty="0"/>
            <a:t> </a:t>
          </a:r>
          <a:r>
            <a:rPr lang="ru-RU" b="0" i="0" dirty="0" err="1"/>
            <a:t>перемир’ям</a:t>
          </a:r>
          <a:r>
            <a:rPr lang="ru-RU" b="0" i="0" dirty="0"/>
            <a:t>.</a:t>
          </a:r>
          <a:endParaRPr lang="uk-UA" dirty="0"/>
        </a:p>
      </dgm:t>
    </dgm:pt>
    <dgm:pt modelId="{0757CAFD-9B06-453F-A23C-7C5FD06D9FBF}" type="parTrans" cxnId="{7F185D72-9514-473D-830E-4023E8E65372}">
      <dgm:prSet/>
      <dgm:spPr/>
      <dgm:t>
        <a:bodyPr/>
        <a:lstStyle/>
        <a:p>
          <a:endParaRPr lang="uk-UA"/>
        </a:p>
      </dgm:t>
    </dgm:pt>
    <dgm:pt modelId="{43AEE3DE-31A4-4294-97C4-F07208A24807}" type="sibTrans" cxnId="{7F185D72-9514-473D-830E-4023E8E65372}">
      <dgm:prSet/>
      <dgm:spPr/>
      <dgm:t>
        <a:bodyPr/>
        <a:lstStyle/>
        <a:p>
          <a:endParaRPr lang="uk-UA"/>
        </a:p>
      </dgm:t>
    </dgm:pt>
    <dgm:pt modelId="{A52D6584-29D2-4403-80C0-2FF2F290C496}">
      <dgm:prSet/>
      <dgm:spPr/>
      <dgm:t>
        <a:bodyPr/>
        <a:lstStyle/>
        <a:p>
          <a:r>
            <a:rPr lang="ru-RU" b="0" i="0" dirty="0" err="1"/>
            <a:t>Гадяцьким</a:t>
          </a:r>
          <a:r>
            <a:rPr lang="ru-RU" b="0" i="0" dirty="0"/>
            <a:t> договором.</a:t>
          </a:r>
          <a:endParaRPr lang="uk-UA" dirty="0"/>
        </a:p>
      </dgm:t>
    </dgm:pt>
    <dgm:pt modelId="{468F784E-2D7E-47DF-A166-0FADD0EDBBF0}" type="parTrans" cxnId="{723B102C-02A8-4B8A-9602-04215B336FEA}">
      <dgm:prSet/>
      <dgm:spPr/>
      <dgm:t>
        <a:bodyPr/>
        <a:lstStyle/>
        <a:p>
          <a:endParaRPr lang="uk-UA"/>
        </a:p>
      </dgm:t>
    </dgm:pt>
    <dgm:pt modelId="{D9480FCF-841F-4B29-9115-EF3C01A431D0}" type="sibTrans" cxnId="{723B102C-02A8-4B8A-9602-04215B336FEA}">
      <dgm:prSet/>
      <dgm:spPr/>
      <dgm:t>
        <a:bodyPr/>
        <a:lstStyle/>
        <a:p>
          <a:endParaRPr lang="uk-UA"/>
        </a:p>
      </dgm:t>
    </dgm:pt>
    <dgm:pt modelId="{1A7A8128-6116-4CA7-8FDD-AD4499AE97BE}">
      <dgm:prSet/>
      <dgm:spPr/>
      <dgm:t>
        <a:bodyPr/>
        <a:lstStyle/>
        <a:p>
          <a:r>
            <a:rPr lang="ru-RU" b="0" i="0"/>
            <a:t>Андрусівським перемир’ям.</a:t>
          </a:r>
          <a:endParaRPr lang="uk-UA"/>
        </a:p>
      </dgm:t>
    </dgm:pt>
    <dgm:pt modelId="{F52408D4-A61A-40FD-AE44-8BBE540640B2}" type="parTrans" cxnId="{7D7F269F-F652-4A32-81FB-9263153E75DE}">
      <dgm:prSet/>
      <dgm:spPr/>
      <dgm:t>
        <a:bodyPr/>
        <a:lstStyle/>
        <a:p>
          <a:endParaRPr lang="uk-UA"/>
        </a:p>
      </dgm:t>
    </dgm:pt>
    <dgm:pt modelId="{1D8B56C4-7917-4131-8BA6-EB56F7D65AEF}" type="sibTrans" cxnId="{7D7F269F-F652-4A32-81FB-9263153E75DE}">
      <dgm:prSet/>
      <dgm:spPr/>
      <dgm:t>
        <a:bodyPr/>
        <a:lstStyle/>
        <a:p>
          <a:endParaRPr lang="uk-UA"/>
        </a:p>
      </dgm:t>
    </dgm:pt>
    <dgm:pt modelId="{D1B85A5E-C396-4535-9E95-C82EC5BD033B}">
      <dgm:prSet/>
      <dgm:spPr/>
      <dgm:t>
        <a:bodyPr/>
        <a:lstStyle/>
        <a:p>
          <a:r>
            <a:rPr lang="ru-RU" b="0" i="0" dirty="0"/>
            <a:t>«</a:t>
          </a:r>
          <a:r>
            <a:rPr lang="ru-RU" b="0" i="0" dirty="0" err="1"/>
            <a:t>Березневими</a:t>
          </a:r>
          <a:r>
            <a:rPr lang="ru-RU" b="0" i="0" dirty="0"/>
            <a:t> </a:t>
          </a:r>
          <a:r>
            <a:rPr lang="ru-RU" b="0" i="0" dirty="0" err="1"/>
            <a:t>статтями</a:t>
          </a:r>
          <a:r>
            <a:rPr lang="ru-RU" b="0" i="0" dirty="0"/>
            <a:t>».</a:t>
          </a:r>
          <a:endParaRPr lang="uk-UA" dirty="0"/>
        </a:p>
      </dgm:t>
    </dgm:pt>
    <dgm:pt modelId="{E0C20798-33DA-458C-A2A1-CBC796A587FD}" type="parTrans" cxnId="{96F2B4C4-4490-4E4B-A4AE-D53384B4797C}">
      <dgm:prSet/>
      <dgm:spPr/>
      <dgm:t>
        <a:bodyPr/>
        <a:lstStyle/>
        <a:p>
          <a:endParaRPr lang="uk-UA"/>
        </a:p>
      </dgm:t>
    </dgm:pt>
    <dgm:pt modelId="{B5F3620E-296D-4F74-9C45-772F2A3F0344}" type="sibTrans" cxnId="{96F2B4C4-4490-4E4B-A4AE-D53384B4797C}">
      <dgm:prSet/>
      <dgm:spPr/>
      <dgm:t>
        <a:bodyPr/>
        <a:lstStyle/>
        <a:p>
          <a:endParaRPr lang="uk-UA"/>
        </a:p>
      </dgm:t>
    </dgm:pt>
    <dgm:pt modelId="{ADD45644-BF34-44C5-A7C9-92AB31D01863}" type="pres">
      <dgm:prSet presAssocID="{EA430160-D374-4F0E-A85B-2A476CEE568C}" presName="linear" presStyleCnt="0">
        <dgm:presLayoutVars>
          <dgm:animLvl val="lvl"/>
          <dgm:resizeHandles val="exact"/>
        </dgm:presLayoutVars>
      </dgm:prSet>
      <dgm:spPr/>
    </dgm:pt>
    <dgm:pt modelId="{CCF8233D-B3BB-4BD0-80E2-9646C497ED7C}" type="pres">
      <dgm:prSet presAssocID="{914AC7CE-7612-477B-969C-9D18D28AC30E}" presName="parentText" presStyleLbl="node1" presStyleIdx="0" presStyleCnt="4">
        <dgm:presLayoutVars>
          <dgm:chMax val="0"/>
          <dgm:bulletEnabled val="1"/>
        </dgm:presLayoutVars>
      </dgm:prSet>
      <dgm:spPr/>
    </dgm:pt>
    <dgm:pt modelId="{18EF066A-BCE8-45B6-AC4B-DF5E0F545F1E}" type="pres">
      <dgm:prSet presAssocID="{43AEE3DE-31A4-4294-97C4-F07208A24807}" presName="spacer" presStyleCnt="0"/>
      <dgm:spPr/>
    </dgm:pt>
    <dgm:pt modelId="{22A91EA0-F291-4F89-9B1C-1FAB2868AE76}" type="pres">
      <dgm:prSet presAssocID="{A52D6584-29D2-4403-80C0-2FF2F290C496}" presName="parentText" presStyleLbl="node1" presStyleIdx="1" presStyleCnt="4">
        <dgm:presLayoutVars>
          <dgm:chMax val="0"/>
          <dgm:bulletEnabled val="1"/>
        </dgm:presLayoutVars>
      </dgm:prSet>
      <dgm:spPr/>
    </dgm:pt>
    <dgm:pt modelId="{491CA0F3-CDB1-4288-89CE-4BF86D3A579D}" type="pres">
      <dgm:prSet presAssocID="{D9480FCF-841F-4B29-9115-EF3C01A431D0}" presName="spacer" presStyleCnt="0"/>
      <dgm:spPr/>
    </dgm:pt>
    <dgm:pt modelId="{E2B85726-BA04-4251-9ABC-AB5B0D972269}" type="pres">
      <dgm:prSet presAssocID="{1A7A8128-6116-4CA7-8FDD-AD4499AE97BE}" presName="parentText" presStyleLbl="node1" presStyleIdx="2" presStyleCnt="4">
        <dgm:presLayoutVars>
          <dgm:chMax val="0"/>
          <dgm:bulletEnabled val="1"/>
        </dgm:presLayoutVars>
      </dgm:prSet>
      <dgm:spPr/>
    </dgm:pt>
    <dgm:pt modelId="{BA131DA1-4ED0-4135-A106-9C177B1361A2}" type="pres">
      <dgm:prSet presAssocID="{1D8B56C4-7917-4131-8BA6-EB56F7D65AEF}" presName="spacer" presStyleCnt="0"/>
      <dgm:spPr/>
    </dgm:pt>
    <dgm:pt modelId="{77742290-8B7F-4F9A-85F7-97639C194FA4}" type="pres">
      <dgm:prSet presAssocID="{D1B85A5E-C396-4535-9E95-C82EC5BD033B}" presName="parentText" presStyleLbl="node1" presStyleIdx="3" presStyleCnt="4">
        <dgm:presLayoutVars>
          <dgm:chMax val="0"/>
          <dgm:bulletEnabled val="1"/>
        </dgm:presLayoutVars>
      </dgm:prSet>
      <dgm:spPr/>
    </dgm:pt>
  </dgm:ptLst>
  <dgm:cxnLst>
    <dgm:cxn modelId="{723B102C-02A8-4B8A-9602-04215B336FEA}" srcId="{EA430160-D374-4F0E-A85B-2A476CEE568C}" destId="{A52D6584-29D2-4403-80C0-2FF2F290C496}" srcOrd="1" destOrd="0" parTransId="{468F784E-2D7E-47DF-A166-0FADD0EDBBF0}" sibTransId="{D9480FCF-841F-4B29-9115-EF3C01A431D0}"/>
    <dgm:cxn modelId="{F958E82E-6454-40C3-B7C3-A4C43F2E018E}" type="presOf" srcId="{D1B85A5E-C396-4535-9E95-C82EC5BD033B}" destId="{77742290-8B7F-4F9A-85F7-97639C194FA4}" srcOrd="0" destOrd="0" presId="urn:microsoft.com/office/officeart/2005/8/layout/vList2"/>
    <dgm:cxn modelId="{754FFB3E-F327-490D-8215-EA9B0FFE9622}" type="presOf" srcId="{EA430160-D374-4F0E-A85B-2A476CEE568C}" destId="{ADD45644-BF34-44C5-A7C9-92AB31D01863}" srcOrd="0" destOrd="0" presId="urn:microsoft.com/office/officeart/2005/8/layout/vList2"/>
    <dgm:cxn modelId="{7F185D72-9514-473D-830E-4023E8E65372}" srcId="{EA430160-D374-4F0E-A85B-2A476CEE568C}" destId="{914AC7CE-7612-477B-969C-9D18D28AC30E}" srcOrd="0" destOrd="0" parTransId="{0757CAFD-9B06-453F-A23C-7C5FD06D9FBF}" sibTransId="{43AEE3DE-31A4-4294-97C4-F07208A24807}"/>
    <dgm:cxn modelId="{BFCFE47E-2535-4DC3-9DBF-C3D0382D14AE}" type="presOf" srcId="{1A7A8128-6116-4CA7-8FDD-AD4499AE97BE}" destId="{E2B85726-BA04-4251-9ABC-AB5B0D972269}" srcOrd="0" destOrd="0" presId="urn:microsoft.com/office/officeart/2005/8/layout/vList2"/>
    <dgm:cxn modelId="{7D7F269F-F652-4A32-81FB-9263153E75DE}" srcId="{EA430160-D374-4F0E-A85B-2A476CEE568C}" destId="{1A7A8128-6116-4CA7-8FDD-AD4499AE97BE}" srcOrd="2" destOrd="0" parTransId="{F52408D4-A61A-40FD-AE44-8BBE540640B2}" sibTransId="{1D8B56C4-7917-4131-8BA6-EB56F7D65AEF}"/>
    <dgm:cxn modelId="{96F2B4C4-4490-4E4B-A4AE-D53384B4797C}" srcId="{EA430160-D374-4F0E-A85B-2A476CEE568C}" destId="{D1B85A5E-C396-4535-9E95-C82EC5BD033B}" srcOrd="3" destOrd="0" parTransId="{E0C20798-33DA-458C-A2A1-CBC796A587FD}" sibTransId="{B5F3620E-296D-4F74-9C45-772F2A3F0344}"/>
    <dgm:cxn modelId="{3CBA73DB-796D-4B1D-9E3D-2F07803F53C0}" type="presOf" srcId="{A52D6584-29D2-4403-80C0-2FF2F290C496}" destId="{22A91EA0-F291-4F89-9B1C-1FAB2868AE76}" srcOrd="0" destOrd="0" presId="urn:microsoft.com/office/officeart/2005/8/layout/vList2"/>
    <dgm:cxn modelId="{C64881DB-1893-4E27-81F0-8C23BD8E4BC1}" type="presOf" srcId="{914AC7CE-7612-477B-969C-9D18D28AC30E}" destId="{CCF8233D-B3BB-4BD0-80E2-9646C497ED7C}" srcOrd="0" destOrd="0" presId="urn:microsoft.com/office/officeart/2005/8/layout/vList2"/>
    <dgm:cxn modelId="{D290535A-8059-4DA0-8410-F11AC4F5A855}" type="presParOf" srcId="{ADD45644-BF34-44C5-A7C9-92AB31D01863}" destId="{CCF8233D-B3BB-4BD0-80E2-9646C497ED7C}" srcOrd="0" destOrd="0" presId="urn:microsoft.com/office/officeart/2005/8/layout/vList2"/>
    <dgm:cxn modelId="{2BF955B6-1D6D-4B31-BEB7-592C9971DC47}" type="presParOf" srcId="{ADD45644-BF34-44C5-A7C9-92AB31D01863}" destId="{18EF066A-BCE8-45B6-AC4B-DF5E0F545F1E}" srcOrd="1" destOrd="0" presId="urn:microsoft.com/office/officeart/2005/8/layout/vList2"/>
    <dgm:cxn modelId="{F5F27B3F-85B4-49B3-82F2-D66F31000BDF}" type="presParOf" srcId="{ADD45644-BF34-44C5-A7C9-92AB31D01863}" destId="{22A91EA0-F291-4F89-9B1C-1FAB2868AE76}" srcOrd="2" destOrd="0" presId="urn:microsoft.com/office/officeart/2005/8/layout/vList2"/>
    <dgm:cxn modelId="{EEE7A9FE-3CAC-4BEC-9093-B6F41A9F40CF}" type="presParOf" srcId="{ADD45644-BF34-44C5-A7C9-92AB31D01863}" destId="{491CA0F3-CDB1-4288-89CE-4BF86D3A579D}" srcOrd="3" destOrd="0" presId="urn:microsoft.com/office/officeart/2005/8/layout/vList2"/>
    <dgm:cxn modelId="{D6E77FC2-A774-4635-AABA-869ADFBAB18B}" type="presParOf" srcId="{ADD45644-BF34-44C5-A7C9-92AB31D01863}" destId="{E2B85726-BA04-4251-9ABC-AB5B0D972269}" srcOrd="4" destOrd="0" presId="urn:microsoft.com/office/officeart/2005/8/layout/vList2"/>
    <dgm:cxn modelId="{6634A706-4363-492B-A359-42DC4E8D48F6}" type="presParOf" srcId="{ADD45644-BF34-44C5-A7C9-92AB31D01863}" destId="{BA131DA1-4ED0-4135-A106-9C177B1361A2}" srcOrd="5" destOrd="0" presId="urn:microsoft.com/office/officeart/2005/8/layout/vList2"/>
    <dgm:cxn modelId="{864AD984-C481-4896-B90E-A02FBB7F6BB1}" type="presParOf" srcId="{ADD45644-BF34-44C5-A7C9-92AB31D01863}" destId="{77742290-8B7F-4F9A-85F7-97639C194FA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FD4966D6-3EDD-4B3E-BF6C-339429933CE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DDAA292-CE98-424A-A0D9-B5C102EB0EB9}">
      <dgm:prSet/>
      <dgm:spPr/>
      <dgm:t>
        <a:bodyPr/>
        <a:lstStyle/>
        <a:p>
          <a:r>
            <a:rPr lang="uk-UA" b="0" i="0"/>
            <a:t>Правобережною Україною.</a:t>
          </a:r>
          <a:endParaRPr lang="uk-UA"/>
        </a:p>
      </dgm:t>
    </dgm:pt>
    <dgm:pt modelId="{D7EFAA97-BDC5-4DDB-B317-A7D468EAAC50}" type="parTrans" cxnId="{D4504B7E-4A09-41EC-BD31-DA4262C0B114}">
      <dgm:prSet/>
      <dgm:spPr/>
      <dgm:t>
        <a:bodyPr/>
        <a:lstStyle/>
        <a:p>
          <a:endParaRPr lang="uk-UA"/>
        </a:p>
      </dgm:t>
    </dgm:pt>
    <dgm:pt modelId="{502EA677-76C4-409B-95F5-23F6265E01B0}" type="sibTrans" cxnId="{D4504B7E-4A09-41EC-BD31-DA4262C0B114}">
      <dgm:prSet/>
      <dgm:spPr/>
      <dgm:t>
        <a:bodyPr/>
        <a:lstStyle/>
        <a:p>
          <a:endParaRPr lang="uk-UA"/>
        </a:p>
      </dgm:t>
    </dgm:pt>
    <dgm:pt modelId="{F373E971-D3D7-4303-92E1-6C381FD94C3F}">
      <dgm:prSet/>
      <dgm:spPr/>
      <dgm:t>
        <a:bodyPr/>
        <a:lstStyle/>
        <a:p>
          <a:r>
            <a:rPr lang="uk-UA" b="0" i="0" dirty="0"/>
            <a:t>Чернігово-Сіверською землею.</a:t>
          </a:r>
          <a:endParaRPr lang="uk-UA" dirty="0"/>
        </a:p>
      </dgm:t>
    </dgm:pt>
    <dgm:pt modelId="{E8E70B18-0DFA-4A0A-BC51-C97E1F7A64F7}" type="parTrans" cxnId="{AB49CCD3-BA19-4A18-9C6A-DFA07522B079}">
      <dgm:prSet/>
      <dgm:spPr/>
      <dgm:t>
        <a:bodyPr/>
        <a:lstStyle/>
        <a:p>
          <a:endParaRPr lang="uk-UA"/>
        </a:p>
      </dgm:t>
    </dgm:pt>
    <dgm:pt modelId="{700959CA-490E-43F9-9E52-22DEE0577EE3}" type="sibTrans" cxnId="{AB49CCD3-BA19-4A18-9C6A-DFA07522B079}">
      <dgm:prSet/>
      <dgm:spPr/>
      <dgm:t>
        <a:bodyPr/>
        <a:lstStyle/>
        <a:p>
          <a:endParaRPr lang="uk-UA"/>
        </a:p>
      </dgm:t>
    </dgm:pt>
    <dgm:pt modelId="{A236F7A9-9969-4EF9-9E2B-DD34CBED94A7}">
      <dgm:prSet/>
      <dgm:spPr/>
      <dgm:t>
        <a:bodyPr/>
        <a:lstStyle/>
        <a:p>
          <a:r>
            <a:rPr lang="uk-UA" b="0" i="0"/>
            <a:t>Лівобережною Україною.</a:t>
          </a:r>
          <a:endParaRPr lang="uk-UA"/>
        </a:p>
      </dgm:t>
    </dgm:pt>
    <dgm:pt modelId="{612F4988-B5C3-451D-A6E1-56B90D1ABF6F}" type="parTrans" cxnId="{1E267D30-5B1F-467D-ABE4-D5D3775F3AC2}">
      <dgm:prSet/>
      <dgm:spPr/>
      <dgm:t>
        <a:bodyPr/>
        <a:lstStyle/>
        <a:p>
          <a:endParaRPr lang="uk-UA"/>
        </a:p>
      </dgm:t>
    </dgm:pt>
    <dgm:pt modelId="{19E8D489-1A78-4A04-85DC-622DDC213F17}" type="sibTrans" cxnId="{1E267D30-5B1F-467D-ABE4-D5D3775F3AC2}">
      <dgm:prSet/>
      <dgm:spPr/>
      <dgm:t>
        <a:bodyPr/>
        <a:lstStyle/>
        <a:p>
          <a:endParaRPr lang="uk-UA"/>
        </a:p>
      </dgm:t>
    </dgm:pt>
    <dgm:pt modelId="{A373254B-3F9E-4A42-A9E9-B3852111254B}">
      <dgm:prSet/>
      <dgm:spPr/>
      <dgm:t>
        <a:bodyPr/>
        <a:lstStyle/>
        <a:p>
          <a:r>
            <a:rPr lang="uk-UA" b="0" i="0" dirty="0"/>
            <a:t>Запоріжжям.</a:t>
          </a:r>
          <a:endParaRPr lang="uk-UA" dirty="0"/>
        </a:p>
      </dgm:t>
    </dgm:pt>
    <dgm:pt modelId="{214D641B-E1A0-4070-9F19-A18762704ADE}" type="parTrans" cxnId="{8068A575-C20D-4D5E-9039-77E6925D780D}">
      <dgm:prSet/>
      <dgm:spPr/>
      <dgm:t>
        <a:bodyPr/>
        <a:lstStyle/>
        <a:p>
          <a:endParaRPr lang="uk-UA"/>
        </a:p>
      </dgm:t>
    </dgm:pt>
    <dgm:pt modelId="{65BCD8FF-832C-4948-A06E-EFC90BF8016C}" type="sibTrans" cxnId="{8068A575-C20D-4D5E-9039-77E6925D780D}">
      <dgm:prSet/>
      <dgm:spPr/>
      <dgm:t>
        <a:bodyPr/>
        <a:lstStyle/>
        <a:p>
          <a:endParaRPr lang="uk-UA"/>
        </a:p>
      </dgm:t>
    </dgm:pt>
    <dgm:pt modelId="{784F0C0F-5BA2-4907-BC6A-0254D48B9A75}" type="pres">
      <dgm:prSet presAssocID="{FD4966D6-3EDD-4B3E-BF6C-339429933CE5}" presName="linear" presStyleCnt="0">
        <dgm:presLayoutVars>
          <dgm:animLvl val="lvl"/>
          <dgm:resizeHandles val="exact"/>
        </dgm:presLayoutVars>
      </dgm:prSet>
      <dgm:spPr/>
    </dgm:pt>
    <dgm:pt modelId="{068519D9-7903-42F6-8CFC-4046B52F8BD2}" type="pres">
      <dgm:prSet presAssocID="{BDDAA292-CE98-424A-A0D9-B5C102EB0EB9}" presName="parentText" presStyleLbl="node1" presStyleIdx="0" presStyleCnt="4">
        <dgm:presLayoutVars>
          <dgm:chMax val="0"/>
          <dgm:bulletEnabled val="1"/>
        </dgm:presLayoutVars>
      </dgm:prSet>
      <dgm:spPr/>
    </dgm:pt>
    <dgm:pt modelId="{D1A2FBB8-21DE-482E-A134-D1E7ABA729AA}" type="pres">
      <dgm:prSet presAssocID="{502EA677-76C4-409B-95F5-23F6265E01B0}" presName="spacer" presStyleCnt="0"/>
      <dgm:spPr/>
    </dgm:pt>
    <dgm:pt modelId="{C808CF50-3EB5-4C7C-A4A3-DA91AB7614F3}" type="pres">
      <dgm:prSet presAssocID="{F373E971-D3D7-4303-92E1-6C381FD94C3F}" presName="parentText" presStyleLbl="node1" presStyleIdx="1" presStyleCnt="4">
        <dgm:presLayoutVars>
          <dgm:chMax val="0"/>
          <dgm:bulletEnabled val="1"/>
        </dgm:presLayoutVars>
      </dgm:prSet>
      <dgm:spPr/>
    </dgm:pt>
    <dgm:pt modelId="{47F5A261-78B4-40A6-8646-8B7234986276}" type="pres">
      <dgm:prSet presAssocID="{700959CA-490E-43F9-9E52-22DEE0577EE3}" presName="spacer" presStyleCnt="0"/>
      <dgm:spPr/>
    </dgm:pt>
    <dgm:pt modelId="{DAD5679F-5074-41E7-ACE0-2E2CDCC0DF22}" type="pres">
      <dgm:prSet presAssocID="{A236F7A9-9969-4EF9-9E2B-DD34CBED94A7}" presName="parentText" presStyleLbl="node1" presStyleIdx="2" presStyleCnt="4">
        <dgm:presLayoutVars>
          <dgm:chMax val="0"/>
          <dgm:bulletEnabled val="1"/>
        </dgm:presLayoutVars>
      </dgm:prSet>
      <dgm:spPr/>
    </dgm:pt>
    <dgm:pt modelId="{967289CA-A8AF-4EEC-82EC-EF3CF15500E2}" type="pres">
      <dgm:prSet presAssocID="{19E8D489-1A78-4A04-85DC-622DDC213F17}" presName="spacer" presStyleCnt="0"/>
      <dgm:spPr/>
    </dgm:pt>
    <dgm:pt modelId="{06BEF463-A4AB-4128-A2EA-05003A5FFD76}" type="pres">
      <dgm:prSet presAssocID="{A373254B-3F9E-4A42-A9E9-B3852111254B}" presName="parentText" presStyleLbl="node1" presStyleIdx="3" presStyleCnt="4">
        <dgm:presLayoutVars>
          <dgm:chMax val="0"/>
          <dgm:bulletEnabled val="1"/>
        </dgm:presLayoutVars>
      </dgm:prSet>
      <dgm:spPr/>
    </dgm:pt>
  </dgm:ptLst>
  <dgm:cxnLst>
    <dgm:cxn modelId="{A6938909-CBC0-41AE-8453-1F24F8744E5D}" type="presOf" srcId="{FD4966D6-3EDD-4B3E-BF6C-339429933CE5}" destId="{784F0C0F-5BA2-4907-BC6A-0254D48B9A75}" srcOrd="0" destOrd="0" presId="urn:microsoft.com/office/officeart/2005/8/layout/vList2"/>
    <dgm:cxn modelId="{E2C6941C-C518-4FD1-8D06-508D1100C7F3}" type="presOf" srcId="{A373254B-3F9E-4A42-A9E9-B3852111254B}" destId="{06BEF463-A4AB-4128-A2EA-05003A5FFD76}" srcOrd="0" destOrd="0" presId="urn:microsoft.com/office/officeart/2005/8/layout/vList2"/>
    <dgm:cxn modelId="{1E267D30-5B1F-467D-ABE4-D5D3775F3AC2}" srcId="{FD4966D6-3EDD-4B3E-BF6C-339429933CE5}" destId="{A236F7A9-9969-4EF9-9E2B-DD34CBED94A7}" srcOrd="2" destOrd="0" parTransId="{612F4988-B5C3-451D-A6E1-56B90D1ABF6F}" sibTransId="{19E8D489-1A78-4A04-85DC-622DDC213F17}"/>
    <dgm:cxn modelId="{B8BA0669-ADE8-4826-B2F3-0BDDE3D9FB16}" type="presOf" srcId="{A236F7A9-9969-4EF9-9E2B-DD34CBED94A7}" destId="{DAD5679F-5074-41E7-ACE0-2E2CDCC0DF22}" srcOrd="0" destOrd="0" presId="urn:microsoft.com/office/officeart/2005/8/layout/vList2"/>
    <dgm:cxn modelId="{8068A575-C20D-4D5E-9039-77E6925D780D}" srcId="{FD4966D6-3EDD-4B3E-BF6C-339429933CE5}" destId="{A373254B-3F9E-4A42-A9E9-B3852111254B}" srcOrd="3" destOrd="0" parTransId="{214D641B-E1A0-4070-9F19-A18762704ADE}" sibTransId="{65BCD8FF-832C-4948-A06E-EFC90BF8016C}"/>
    <dgm:cxn modelId="{D4504B7E-4A09-41EC-BD31-DA4262C0B114}" srcId="{FD4966D6-3EDD-4B3E-BF6C-339429933CE5}" destId="{BDDAA292-CE98-424A-A0D9-B5C102EB0EB9}" srcOrd="0" destOrd="0" parTransId="{D7EFAA97-BDC5-4DDB-B317-A7D468EAAC50}" sibTransId="{502EA677-76C4-409B-95F5-23F6265E01B0}"/>
    <dgm:cxn modelId="{DAAD81A3-0A76-44E9-90EE-99EB0193AE98}" type="presOf" srcId="{BDDAA292-CE98-424A-A0D9-B5C102EB0EB9}" destId="{068519D9-7903-42F6-8CFC-4046B52F8BD2}" srcOrd="0" destOrd="0" presId="urn:microsoft.com/office/officeart/2005/8/layout/vList2"/>
    <dgm:cxn modelId="{607EA0B4-78E8-4FDE-BB26-B5FC773C83AF}" type="presOf" srcId="{F373E971-D3D7-4303-92E1-6C381FD94C3F}" destId="{C808CF50-3EB5-4C7C-A4A3-DA91AB7614F3}" srcOrd="0" destOrd="0" presId="urn:microsoft.com/office/officeart/2005/8/layout/vList2"/>
    <dgm:cxn modelId="{AB49CCD3-BA19-4A18-9C6A-DFA07522B079}" srcId="{FD4966D6-3EDD-4B3E-BF6C-339429933CE5}" destId="{F373E971-D3D7-4303-92E1-6C381FD94C3F}" srcOrd="1" destOrd="0" parTransId="{E8E70B18-0DFA-4A0A-BC51-C97E1F7A64F7}" sibTransId="{700959CA-490E-43F9-9E52-22DEE0577EE3}"/>
    <dgm:cxn modelId="{66092318-1D93-4F94-9328-FD3FB60D9C85}" type="presParOf" srcId="{784F0C0F-5BA2-4907-BC6A-0254D48B9A75}" destId="{068519D9-7903-42F6-8CFC-4046B52F8BD2}" srcOrd="0" destOrd="0" presId="urn:microsoft.com/office/officeart/2005/8/layout/vList2"/>
    <dgm:cxn modelId="{3A45BFC9-A63D-4B8E-8C40-5948B0F93F58}" type="presParOf" srcId="{784F0C0F-5BA2-4907-BC6A-0254D48B9A75}" destId="{D1A2FBB8-21DE-482E-A134-D1E7ABA729AA}" srcOrd="1" destOrd="0" presId="urn:microsoft.com/office/officeart/2005/8/layout/vList2"/>
    <dgm:cxn modelId="{F5725C9D-79AF-4442-B7C0-CB42327D78B0}" type="presParOf" srcId="{784F0C0F-5BA2-4907-BC6A-0254D48B9A75}" destId="{C808CF50-3EB5-4C7C-A4A3-DA91AB7614F3}" srcOrd="2" destOrd="0" presId="urn:microsoft.com/office/officeart/2005/8/layout/vList2"/>
    <dgm:cxn modelId="{AB1653CA-26B9-428A-A6CB-80D8EB8F46E1}" type="presParOf" srcId="{784F0C0F-5BA2-4907-BC6A-0254D48B9A75}" destId="{47F5A261-78B4-40A6-8646-8B7234986276}" srcOrd="3" destOrd="0" presId="urn:microsoft.com/office/officeart/2005/8/layout/vList2"/>
    <dgm:cxn modelId="{FDA8FAFE-CF7C-4685-AE4C-2E30B087F58A}" type="presParOf" srcId="{784F0C0F-5BA2-4907-BC6A-0254D48B9A75}" destId="{DAD5679F-5074-41E7-ACE0-2E2CDCC0DF22}" srcOrd="4" destOrd="0" presId="urn:microsoft.com/office/officeart/2005/8/layout/vList2"/>
    <dgm:cxn modelId="{9F817830-784F-4B53-8F98-621855ED153D}" type="presParOf" srcId="{784F0C0F-5BA2-4907-BC6A-0254D48B9A75}" destId="{967289CA-A8AF-4EEC-82EC-EF3CF15500E2}" srcOrd="5" destOrd="0" presId="urn:microsoft.com/office/officeart/2005/8/layout/vList2"/>
    <dgm:cxn modelId="{C2B69BA3-968A-41C8-BAFB-6FD6AA0A6D1C}" type="presParOf" srcId="{784F0C0F-5BA2-4907-BC6A-0254D48B9A75}" destId="{06BEF463-A4AB-4128-A2EA-05003A5FFD7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1046EA32-D892-4245-8633-1AB7565E379A}"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D0DFC06D-E383-4139-9A9E-C1D0BE620D5F}">
      <dgm:prSet/>
      <dgm:spPr/>
      <dgm:t>
        <a:bodyPr/>
        <a:lstStyle/>
        <a:p>
          <a:r>
            <a:rPr lang="ru-RU" b="0" i="0"/>
            <a:t>«Вічний мир»</a:t>
          </a:r>
          <a:endParaRPr lang="uk-UA"/>
        </a:p>
      </dgm:t>
    </dgm:pt>
    <dgm:pt modelId="{582857E4-DA19-44EE-BCAD-D7A0D027E1A9}" type="parTrans" cxnId="{FD0DECE3-1534-423D-86DD-DC4AA0D7B684}">
      <dgm:prSet/>
      <dgm:spPr/>
      <dgm:t>
        <a:bodyPr/>
        <a:lstStyle/>
        <a:p>
          <a:endParaRPr lang="uk-UA"/>
        </a:p>
      </dgm:t>
    </dgm:pt>
    <dgm:pt modelId="{3BD1107F-A35C-4064-ADEE-BF65759444D5}" type="sibTrans" cxnId="{FD0DECE3-1534-423D-86DD-DC4AA0D7B684}">
      <dgm:prSet/>
      <dgm:spPr/>
      <dgm:t>
        <a:bodyPr/>
        <a:lstStyle/>
        <a:p>
          <a:endParaRPr lang="uk-UA"/>
        </a:p>
      </dgm:t>
    </dgm:pt>
    <dgm:pt modelId="{353FFE57-5140-4430-B001-A7DBEEC9E370}">
      <dgm:prSet/>
      <dgm:spPr/>
      <dgm:t>
        <a:bodyPr/>
        <a:lstStyle/>
        <a:p>
          <a:r>
            <a:rPr lang="ru-RU" b="0" i="0"/>
            <a:t>Гадяцькі пункти.</a:t>
          </a:r>
          <a:endParaRPr lang="uk-UA"/>
        </a:p>
      </dgm:t>
    </dgm:pt>
    <dgm:pt modelId="{110E0A61-81CF-45D2-89D4-3D18516B306F}" type="parTrans" cxnId="{87C78635-39AF-49AA-8058-1349245A5F6A}">
      <dgm:prSet/>
      <dgm:spPr/>
      <dgm:t>
        <a:bodyPr/>
        <a:lstStyle/>
        <a:p>
          <a:endParaRPr lang="uk-UA"/>
        </a:p>
      </dgm:t>
    </dgm:pt>
    <dgm:pt modelId="{EE309243-FBB9-44A7-9B4E-86F3FB0AC8E5}" type="sibTrans" cxnId="{87C78635-39AF-49AA-8058-1349245A5F6A}">
      <dgm:prSet/>
      <dgm:spPr/>
      <dgm:t>
        <a:bodyPr/>
        <a:lstStyle/>
        <a:p>
          <a:endParaRPr lang="uk-UA"/>
        </a:p>
      </dgm:t>
    </dgm:pt>
    <dgm:pt modelId="{8B42E2B8-3FA4-4362-9220-FE2AE6EE7C2B}">
      <dgm:prSet/>
      <dgm:spPr/>
      <dgm:t>
        <a:bodyPr/>
        <a:lstStyle/>
        <a:p>
          <a:r>
            <a:rPr lang="ru-RU" b="0" i="0" dirty="0" err="1"/>
            <a:t>Зборівський</a:t>
          </a:r>
          <a:r>
            <a:rPr lang="ru-RU" b="0" i="0" dirty="0"/>
            <a:t> </a:t>
          </a:r>
          <a:r>
            <a:rPr lang="ru-RU" b="0" i="0" dirty="0" err="1"/>
            <a:t>договір</a:t>
          </a:r>
          <a:r>
            <a:rPr lang="ru-RU" b="0" i="0" dirty="0"/>
            <a:t>.</a:t>
          </a:r>
          <a:endParaRPr lang="uk-UA" dirty="0"/>
        </a:p>
      </dgm:t>
    </dgm:pt>
    <dgm:pt modelId="{E16BB4C4-499E-46E6-99C7-735B7957DF5D}" type="parTrans" cxnId="{7A6F4324-2E6B-46EB-8279-CE222231E99F}">
      <dgm:prSet/>
      <dgm:spPr/>
      <dgm:t>
        <a:bodyPr/>
        <a:lstStyle/>
        <a:p>
          <a:endParaRPr lang="uk-UA"/>
        </a:p>
      </dgm:t>
    </dgm:pt>
    <dgm:pt modelId="{FBB9D410-60AE-4AB8-AF93-037BA9054E97}" type="sibTrans" cxnId="{7A6F4324-2E6B-46EB-8279-CE222231E99F}">
      <dgm:prSet/>
      <dgm:spPr/>
      <dgm:t>
        <a:bodyPr/>
        <a:lstStyle/>
        <a:p>
          <a:endParaRPr lang="uk-UA"/>
        </a:p>
      </dgm:t>
    </dgm:pt>
    <dgm:pt modelId="{7B43620D-A5BD-4B77-BB80-C6E3BE13BE3E}">
      <dgm:prSet/>
      <dgm:spPr/>
      <dgm:t>
        <a:bodyPr/>
        <a:lstStyle/>
        <a:p>
          <a:r>
            <a:rPr lang="ru-RU" b="0" i="0" dirty="0" err="1"/>
            <a:t>Андрусівське</a:t>
          </a:r>
          <a:r>
            <a:rPr lang="ru-RU" b="0" i="0" dirty="0"/>
            <a:t> </a:t>
          </a:r>
          <a:r>
            <a:rPr lang="ru-RU" b="0" i="0" dirty="0" err="1"/>
            <a:t>перемир’я</a:t>
          </a:r>
          <a:r>
            <a:rPr lang="ru-RU" b="0" i="0" dirty="0"/>
            <a:t>.</a:t>
          </a:r>
          <a:endParaRPr lang="uk-UA" dirty="0"/>
        </a:p>
      </dgm:t>
    </dgm:pt>
    <dgm:pt modelId="{08721333-8A3A-492E-9EB7-754B9CFEE5D1}" type="parTrans" cxnId="{18AAEAA8-913F-4760-BFF4-7501B9F5FAC3}">
      <dgm:prSet/>
      <dgm:spPr/>
      <dgm:t>
        <a:bodyPr/>
        <a:lstStyle/>
        <a:p>
          <a:endParaRPr lang="uk-UA"/>
        </a:p>
      </dgm:t>
    </dgm:pt>
    <dgm:pt modelId="{B2347BB5-4DDC-4765-8E07-440571D1E346}" type="sibTrans" cxnId="{18AAEAA8-913F-4760-BFF4-7501B9F5FAC3}">
      <dgm:prSet/>
      <dgm:spPr/>
      <dgm:t>
        <a:bodyPr/>
        <a:lstStyle/>
        <a:p>
          <a:endParaRPr lang="uk-UA"/>
        </a:p>
      </dgm:t>
    </dgm:pt>
    <dgm:pt modelId="{36F6B512-BC3D-4A7E-A880-A8BB1394748C}" type="pres">
      <dgm:prSet presAssocID="{1046EA32-D892-4245-8633-1AB7565E379A}" presName="matrix" presStyleCnt="0">
        <dgm:presLayoutVars>
          <dgm:chMax val="1"/>
          <dgm:dir/>
          <dgm:resizeHandles val="exact"/>
        </dgm:presLayoutVars>
      </dgm:prSet>
      <dgm:spPr/>
    </dgm:pt>
    <dgm:pt modelId="{462BA82E-C22B-41F8-BF2C-4FC75004B10E}" type="pres">
      <dgm:prSet presAssocID="{1046EA32-D892-4245-8633-1AB7565E379A}" presName="diamond" presStyleLbl="bgShp" presStyleIdx="0" presStyleCnt="1"/>
      <dgm:spPr/>
    </dgm:pt>
    <dgm:pt modelId="{5187F5E0-30EA-4F17-8712-ED93CBE0D91B}" type="pres">
      <dgm:prSet presAssocID="{1046EA32-D892-4245-8633-1AB7565E379A}" presName="quad1" presStyleLbl="node1" presStyleIdx="0" presStyleCnt="4">
        <dgm:presLayoutVars>
          <dgm:chMax val="0"/>
          <dgm:chPref val="0"/>
          <dgm:bulletEnabled val="1"/>
        </dgm:presLayoutVars>
      </dgm:prSet>
      <dgm:spPr/>
    </dgm:pt>
    <dgm:pt modelId="{8A174003-A25A-4D48-832B-8D53CC7D5FD0}" type="pres">
      <dgm:prSet presAssocID="{1046EA32-D892-4245-8633-1AB7565E379A}" presName="quad2" presStyleLbl="node1" presStyleIdx="1" presStyleCnt="4">
        <dgm:presLayoutVars>
          <dgm:chMax val="0"/>
          <dgm:chPref val="0"/>
          <dgm:bulletEnabled val="1"/>
        </dgm:presLayoutVars>
      </dgm:prSet>
      <dgm:spPr/>
    </dgm:pt>
    <dgm:pt modelId="{E8474526-1317-4A79-97D2-7E289CE12153}" type="pres">
      <dgm:prSet presAssocID="{1046EA32-D892-4245-8633-1AB7565E379A}" presName="quad3" presStyleLbl="node1" presStyleIdx="2" presStyleCnt="4">
        <dgm:presLayoutVars>
          <dgm:chMax val="0"/>
          <dgm:chPref val="0"/>
          <dgm:bulletEnabled val="1"/>
        </dgm:presLayoutVars>
      </dgm:prSet>
      <dgm:spPr/>
    </dgm:pt>
    <dgm:pt modelId="{FCC839EA-0B46-47CE-8595-1A9DB41E9E80}" type="pres">
      <dgm:prSet presAssocID="{1046EA32-D892-4245-8633-1AB7565E379A}" presName="quad4" presStyleLbl="node1" presStyleIdx="3" presStyleCnt="4">
        <dgm:presLayoutVars>
          <dgm:chMax val="0"/>
          <dgm:chPref val="0"/>
          <dgm:bulletEnabled val="1"/>
        </dgm:presLayoutVars>
      </dgm:prSet>
      <dgm:spPr/>
    </dgm:pt>
  </dgm:ptLst>
  <dgm:cxnLst>
    <dgm:cxn modelId="{706B4C05-57FC-4057-B787-20013793D6B2}" type="presOf" srcId="{7B43620D-A5BD-4B77-BB80-C6E3BE13BE3E}" destId="{FCC839EA-0B46-47CE-8595-1A9DB41E9E80}" srcOrd="0" destOrd="0" presId="urn:microsoft.com/office/officeart/2005/8/layout/matrix3"/>
    <dgm:cxn modelId="{111FF806-7A2C-4C69-BB64-2A49473EC276}" type="presOf" srcId="{353FFE57-5140-4430-B001-A7DBEEC9E370}" destId="{8A174003-A25A-4D48-832B-8D53CC7D5FD0}" srcOrd="0" destOrd="0" presId="urn:microsoft.com/office/officeart/2005/8/layout/matrix3"/>
    <dgm:cxn modelId="{EE14EF0F-F4B4-46CE-BCD0-A8E127588DF5}" type="presOf" srcId="{1046EA32-D892-4245-8633-1AB7565E379A}" destId="{36F6B512-BC3D-4A7E-A880-A8BB1394748C}" srcOrd="0" destOrd="0" presId="urn:microsoft.com/office/officeart/2005/8/layout/matrix3"/>
    <dgm:cxn modelId="{7A6F4324-2E6B-46EB-8279-CE222231E99F}" srcId="{1046EA32-D892-4245-8633-1AB7565E379A}" destId="{8B42E2B8-3FA4-4362-9220-FE2AE6EE7C2B}" srcOrd="2" destOrd="0" parTransId="{E16BB4C4-499E-46E6-99C7-735B7957DF5D}" sibTransId="{FBB9D410-60AE-4AB8-AF93-037BA9054E97}"/>
    <dgm:cxn modelId="{87C78635-39AF-49AA-8058-1349245A5F6A}" srcId="{1046EA32-D892-4245-8633-1AB7565E379A}" destId="{353FFE57-5140-4430-B001-A7DBEEC9E370}" srcOrd="1" destOrd="0" parTransId="{110E0A61-81CF-45D2-89D4-3D18516B306F}" sibTransId="{EE309243-FBB9-44A7-9B4E-86F3FB0AC8E5}"/>
    <dgm:cxn modelId="{E37C3650-6317-407E-8CF5-0079D2E6ECA6}" type="presOf" srcId="{D0DFC06D-E383-4139-9A9E-C1D0BE620D5F}" destId="{5187F5E0-30EA-4F17-8712-ED93CBE0D91B}" srcOrd="0" destOrd="0" presId="urn:microsoft.com/office/officeart/2005/8/layout/matrix3"/>
    <dgm:cxn modelId="{18AAEAA8-913F-4760-BFF4-7501B9F5FAC3}" srcId="{1046EA32-D892-4245-8633-1AB7565E379A}" destId="{7B43620D-A5BD-4B77-BB80-C6E3BE13BE3E}" srcOrd="3" destOrd="0" parTransId="{08721333-8A3A-492E-9EB7-754B9CFEE5D1}" sibTransId="{B2347BB5-4DDC-4765-8E07-440571D1E346}"/>
    <dgm:cxn modelId="{FF6492CD-259D-43A2-B39A-A60BA10D13BB}" type="presOf" srcId="{8B42E2B8-3FA4-4362-9220-FE2AE6EE7C2B}" destId="{E8474526-1317-4A79-97D2-7E289CE12153}" srcOrd="0" destOrd="0" presId="urn:microsoft.com/office/officeart/2005/8/layout/matrix3"/>
    <dgm:cxn modelId="{FD0DECE3-1534-423D-86DD-DC4AA0D7B684}" srcId="{1046EA32-D892-4245-8633-1AB7565E379A}" destId="{D0DFC06D-E383-4139-9A9E-C1D0BE620D5F}" srcOrd="0" destOrd="0" parTransId="{582857E4-DA19-44EE-BCAD-D7A0D027E1A9}" sibTransId="{3BD1107F-A35C-4064-ADEE-BF65759444D5}"/>
    <dgm:cxn modelId="{3E194170-D199-4CA5-99C6-09A0FAC3F86A}" type="presParOf" srcId="{36F6B512-BC3D-4A7E-A880-A8BB1394748C}" destId="{462BA82E-C22B-41F8-BF2C-4FC75004B10E}" srcOrd="0" destOrd="0" presId="urn:microsoft.com/office/officeart/2005/8/layout/matrix3"/>
    <dgm:cxn modelId="{74F8345C-3AA8-4D9F-AF23-EDBEBB7EF579}" type="presParOf" srcId="{36F6B512-BC3D-4A7E-A880-A8BB1394748C}" destId="{5187F5E0-30EA-4F17-8712-ED93CBE0D91B}" srcOrd="1" destOrd="0" presId="urn:microsoft.com/office/officeart/2005/8/layout/matrix3"/>
    <dgm:cxn modelId="{B0166CE6-2C1E-4F21-826A-E1DCFEE4261B}" type="presParOf" srcId="{36F6B512-BC3D-4A7E-A880-A8BB1394748C}" destId="{8A174003-A25A-4D48-832B-8D53CC7D5FD0}" srcOrd="2" destOrd="0" presId="urn:microsoft.com/office/officeart/2005/8/layout/matrix3"/>
    <dgm:cxn modelId="{146B66D3-55A0-49A7-AEF8-9ED78F805BD1}" type="presParOf" srcId="{36F6B512-BC3D-4A7E-A880-A8BB1394748C}" destId="{E8474526-1317-4A79-97D2-7E289CE12153}" srcOrd="3" destOrd="0" presId="urn:microsoft.com/office/officeart/2005/8/layout/matrix3"/>
    <dgm:cxn modelId="{8E7DF8C4-C6F3-4A60-8E6C-D58DF8FF3733}" type="presParOf" srcId="{36F6B512-BC3D-4A7E-A880-A8BB1394748C}" destId="{FCC839EA-0B46-47CE-8595-1A9DB41E9E8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01E176EA-26AE-44C7-B685-31B5C3AEA713}"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D0861F66-EB38-416C-A86A-2A223960B37D}">
      <dgm:prSet/>
      <dgm:spPr/>
      <dgm:t>
        <a:bodyPr/>
        <a:lstStyle/>
        <a:p>
          <a:r>
            <a:rPr lang="uk-UA" b="0" i="0"/>
            <a:t>Белзьке</a:t>
          </a:r>
          <a:endParaRPr lang="uk-UA"/>
        </a:p>
      </dgm:t>
    </dgm:pt>
    <dgm:pt modelId="{37ABC525-7E92-4F82-8763-F349DF9FD224}" type="parTrans" cxnId="{CFDB005B-D831-498C-BA99-8B303833E820}">
      <dgm:prSet/>
      <dgm:spPr/>
      <dgm:t>
        <a:bodyPr/>
        <a:lstStyle/>
        <a:p>
          <a:endParaRPr lang="uk-UA"/>
        </a:p>
      </dgm:t>
    </dgm:pt>
    <dgm:pt modelId="{B3504871-B758-4D27-AC61-1E73D8CA8CC2}" type="sibTrans" cxnId="{CFDB005B-D831-498C-BA99-8B303833E820}">
      <dgm:prSet/>
      <dgm:spPr/>
      <dgm:t>
        <a:bodyPr/>
        <a:lstStyle/>
        <a:p>
          <a:endParaRPr lang="uk-UA"/>
        </a:p>
      </dgm:t>
    </dgm:pt>
    <dgm:pt modelId="{0005EF54-4BF0-4F1D-863A-16024C5FFA3F}">
      <dgm:prSet/>
      <dgm:spPr/>
      <dgm:t>
        <a:bodyPr/>
        <a:lstStyle/>
        <a:p>
          <a:r>
            <a:rPr lang="uk-UA" b="0" i="0" dirty="0"/>
            <a:t>Волинське</a:t>
          </a:r>
          <a:endParaRPr lang="uk-UA" dirty="0"/>
        </a:p>
      </dgm:t>
    </dgm:pt>
    <dgm:pt modelId="{1A76D8CA-E37B-4A15-871D-256E48846AF0}" type="parTrans" cxnId="{E0CD0DE4-B690-4562-B700-711C06DB90F3}">
      <dgm:prSet/>
      <dgm:spPr/>
      <dgm:t>
        <a:bodyPr/>
        <a:lstStyle/>
        <a:p>
          <a:endParaRPr lang="uk-UA"/>
        </a:p>
      </dgm:t>
    </dgm:pt>
    <dgm:pt modelId="{42934A7B-8A1D-435B-9352-DFEFC0B91781}" type="sibTrans" cxnId="{E0CD0DE4-B690-4562-B700-711C06DB90F3}">
      <dgm:prSet/>
      <dgm:spPr/>
      <dgm:t>
        <a:bodyPr/>
        <a:lstStyle/>
        <a:p>
          <a:endParaRPr lang="uk-UA"/>
        </a:p>
      </dgm:t>
    </dgm:pt>
    <dgm:pt modelId="{45E79B9D-BD9C-4B16-88E3-BDF1E78DB247}">
      <dgm:prSet/>
      <dgm:spPr/>
      <dgm:t>
        <a:bodyPr/>
        <a:lstStyle/>
        <a:p>
          <a:r>
            <a:rPr lang="uk-UA" b="0" i="0"/>
            <a:t>Брацлавське</a:t>
          </a:r>
          <a:endParaRPr lang="uk-UA"/>
        </a:p>
      </dgm:t>
    </dgm:pt>
    <dgm:pt modelId="{643AF5DE-F51F-4569-B443-C858C5219D57}" type="parTrans" cxnId="{8B51555C-E0AD-4CD9-AADD-CD748E54A38A}">
      <dgm:prSet/>
      <dgm:spPr/>
      <dgm:t>
        <a:bodyPr/>
        <a:lstStyle/>
        <a:p>
          <a:endParaRPr lang="uk-UA"/>
        </a:p>
      </dgm:t>
    </dgm:pt>
    <dgm:pt modelId="{FEBFC948-4313-498B-93CE-05F91213B804}" type="sibTrans" cxnId="{8B51555C-E0AD-4CD9-AADD-CD748E54A38A}">
      <dgm:prSet/>
      <dgm:spPr/>
      <dgm:t>
        <a:bodyPr/>
        <a:lstStyle/>
        <a:p>
          <a:endParaRPr lang="uk-UA"/>
        </a:p>
      </dgm:t>
    </dgm:pt>
    <dgm:pt modelId="{1530209C-A2F3-46CB-BC4C-606970D17A16}">
      <dgm:prSet/>
      <dgm:spPr/>
      <dgm:t>
        <a:bodyPr/>
        <a:lstStyle/>
        <a:p>
          <a:r>
            <a:rPr lang="uk-UA" b="0" i="0"/>
            <a:t>Руське</a:t>
          </a:r>
          <a:endParaRPr lang="uk-UA"/>
        </a:p>
      </dgm:t>
    </dgm:pt>
    <dgm:pt modelId="{99F03859-B0F5-4779-86F5-A487B5813F62}" type="parTrans" cxnId="{5C1D6B9C-9010-4340-98AA-A11E3910E93A}">
      <dgm:prSet/>
      <dgm:spPr/>
      <dgm:t>
        <a:bodyPr/>
        <a:lstStyle/>
        <a:p>
          <a:endParaRPr lang="uk-UA"/>
        </a:p>
      </dgm:t>
    </dgm:pt>
    <dgm:pt modelId="{6758C67E-5BAB-4850-B6E8-6B887DF9F36B}" type="sibTrans" cxnId="{5C1D6B9C-9010-4340-98AA-A11E3910E93A}">
      <dgm:prSet/>
      <dgm:spPr/>
      <dgm:t>
        <a:bodyPr/>
        <a:lstStyle/>
        <a:p>
          <a:endParaRPr lang="uk-UA"/>
        </a:p>
      </dgm:t>
    </dgm:pt>
    <dgm:pt modelId="{4D8E7B62-40B4-4B5E-9006-F25F58479E31}">
      <dgm:prSet/>
      <dgm:spPr/>
      <dgm:t>
        <a:bodyPr/>
        <a:lstStyle/>
        <a:p>
          <a:r>
            <a:rPr lang="uk-UA" b="0" i="0"/>
            <a:t>Подільське</a:t>
          </a:r>
          <a:endParaRPr lang="uk-UA"/>
        </a:p>
      </dgm:t>
    </dgm:pt>
    <dgm:pt modelId="{CFC6B092-6B32-4586-A567-674710891DF4}" type="parTrans" cxnId="{4DF19477-8BF6-41B9-9AB1-201C895E327B}">
      <dgm:prSet/>
      <dgm:spPr/>
      <dgm:t>
        <a:bodyPr/>
        <a:lstStyle/>
        <a:p>
          <a:endParaRPr lang="uk-UA"/>
        </a:p>
      </dgm:t>
    </dgm:pt>
    <dgm:pt modelId="{501CD1B5-D320-47D1-8194-63FFEEAAEE50}" type="sibTrans" cxnId="{4DF19477-8BF6-41B9-9AB1-201C895E327B}">
      <dgm:prSet/>
      <dgm:spPr/>
      <dgm:t>
        <a:bodyPr/>
        <a:lstStyle/>
        <a:p>
          <a:endParaRPr lang="uk-UA"/>
        </a:p>
      </dgm:t>
    </dgm:pt>
    <dgm:pt modelId="{0ACDC71C-21E2-4808-A0ED-904354704949}">
      <dgm:prSet/>
      <dgm:spPr/>
      <dgm:t>
        <a:bodyPr/>
        <a:lstStyle/>
        <a:p>
          <a:r>
            <a:rPr lang="uk-UA" b="0" i="0"/>
            <a:t>Київське</a:t>
          </a:r>
          <a:endParaRPr lang="uk-UA"/>
        </a:p>
      </dgm:t>
    </dgm:pt>
    <dgm:pt modelId="{0FF05803-1061-4FEF-B37A-024BBB9F0DD7}" type="parTrans" cxnId="{6032116F-EC38-48F5-BD8B-783D420345FF}">
      <dgm:prSet/>
      <dgm:spPr/>
      <dgm:t>
        <a:bodyPr/>
        <a:lstStyle/>
        <a:p>
          <a:endParaRPr lang="uk-UA"/>
        </a:p>
      </dgm:t>
    </dgm:pt>
    <dgm:pt modelId="{33D6AE1E-2EC8-449E-81ED-FF2D66CAF2C1}" type="sibTrans" cxnId="{6032116F-EC38-48F5-BD8B-783D420345FF}">
      <dgm:prSet/>
      <dgm:spPr/>
      <dgm:t>
        <a:bodyPr/>
        <a:lstStyle/>
        <a:p>
          <a:endParaRPr lang="uk-UA"/>
        </a:p>
      </dgm:t>
    </dgm:pt>
    <dgm:pt modelId="{90D43414-EADC-4A32-8F0C-C6822784C569}">
      <dgm:prSet/>
      <dgm:spPr/>
      <dgm:t>
        <a:bodyPr/>
        <a:lstStyle/>
        <a:p>
          <a:r>
            <a:rPr lang="uk-UA" b="0" i="0" dirty="0"/>
            <a:t>Чернігівське</a:t>
          </a:r>
          <a:endParaRPr lang="uk-UA" dirty="0"/>
        </a:p>
      </dgm:t>
    </dgm:pt>
    <dgm:pt modelId="{0D34EBD1-C9EA-4E3F-A4E6-37C269D1B8EB}" type="parTrans" cxnId="{1A631FC9-C83C-408C-963F-94149162ECAD}">
      <dgm:prSet/>
      <dgm:spPr/>
      <dgm:t>
        <a:bodyPr/>
        <a:lstStyle/>
        <a:p>
          <a:endParaRPr lang="uk-UA"/>
        </a:p>
      </dgm:t>
    </dgm:pt>
    <dgm:pt modelId="{8910F8FE-C64B-4C68-912F-2DD490218204}" type="sibTrans" cxnId="{1A631FC9-C83C-408C-963F-94149162ECAD}">
      <dgm:prSet/>
      <dgm:spPr/>
      <dgm:t>
        <a:bodyPr/>
        <a:lstStyle/>
        <a:p>
          <a:endParaRPr lang="uk-UA"/>
        </a:p>
      </dgm:t>
    </dgm:pt>
    <dgm:pt modelId="{B67A3953-F03E-4F1C-8B13-7D6313CCB08F}" type="pres">
      <dgm:prSet presAssocID="{01E176EA-26AE-44C7-B685-31B5C3AEA713}" presName="compositeShape" presStyleCnt="0">
        <dgm:presLayoutVars>
          <dgm:chMax val="7"/>
          <dgm:dir/>
          <dgm:resizeHandles val="exact"/>
        </dgm:presLayoutVars>
      </dgm:prSet>
      <dgm:spPr/>
    </dgm:pt>
    <dgm:pt modelId="{C1D59A16-ED62-45E6-991F-1862008E528E}" type="pres">
      <dgm:prSet presAssocID="{D0861F66-EB38-416C-A86A-2A223960B37D}" presName="circ1" presStyleLbl="vennNode1" presStyleIdx="0" presStyleCnt="7"/>
      <dgm:spPr/>
    </dgm:pt>
    <dgm:pt modelId="{6F4BA19C-1B71-441C-9AD5-39776D853807}" type="pres">
      <dgm:prSet presAssocID="{D0861F66-EB38-416C-A86A-2A223960B37D}" presName="circ1Tx" presStyleLbl="revTx" presStyleIdx="0" presStyleCnt="0">
        <dgm:presLayoutVars>
          <dgm:chMax val="0"/>
          <dgm:chPref val="0"/>
          <dgm:bulletEnabled val="1"/>
        </dgm:presLayoutVars>
      </dgm:prSet>
      <dgm:spPr/>
    </dgm:pt>
    <dgm:pt modelId="{96B85B6F-2078-4DC1-B17C-7C4779866319}" type="pres">
      <dgm:prSet presAssocID="{0005EF54-4BF0-4F1D-863A-16024C5FFA3F}" presName="circ2" presStyleLbl="vennNode1" presStyleIdx="1" presStyleCnt="7"/>
      <dgm:spPr/>
    </dgm:pt>
    <dgm:pt modelId="{3F087231-D717-481C-8728-E928A3B2C96C}" type="pres">
      <dgm:prSet presAssocID="{0005EF54-4BF0-4F1D-863A-16024C5FFA3F}" presName="circ2Tx" presStyleLbl="revTx" presStyleIdx="0" presStyleCnt="0">
        <dgm:presLayoutVars>
          <dgm:chMax val="0"/>
          <dgm:chPref val="0"/>
          <dgm:bulletEnabled val="1"/>
        </dgm:presLayoutVars>
      </dgm:prSet>
      <dgm:spPr/>
    </dgm:pt>
    <dgm:pt modelId="{66F880AB-BFED-4F35-A902-2F1761068901}" type="pres">
      <dgm:prSet presAssocID="{45E79B9D-BD9C-4B16-88E3-BDF1E78DB247}" presName="circ3" presStyleLbl="vennNode1" presStyleIdx="2" presStyleCnt="7"/>
      <dgm:spPr/>
    </dgm:pt>
    <dgm:pt modelId="{7F3D8708-11FE-43E0-867E-3F1FE8AC47B1}" type="pres">
      <dgm:prSet presAssocID="{45E79B9D-BD9C-4B16-88E3-BDF1E78DB247}" presName="circ3Tx" presStyleLbl="revTx" presStyleIdx="0" presStyleCnt="0">
        <dgm:presLayoutVars>
          <dgm:chMax val="0"/>
          <dgm:chPref val="0"/>
          <dgm:bulletEnabled val="1"/>
        </dgm:presLayoutVars>
      </dgm:prSet>
      <dgm:spPr/>
    </dgm:pt>
    <dgm:pt modelId="{39A615F6-D274-4B6F-93AD-9BEFD4BF64BD}" type="pres">
      <dgm:prSet presAssocID="{1530209C-A2F3-46CB-BC4C-606970D17A16}" presName="circ4" presStyleLbl="vennNode1" presStyleIdx="3" presStyleCnt="7"/>
      <dgm:spPr/>
    </dgm:pt>
    <dgm:pt modelId="{FFC1C427-AE3E-46BF-AFE4-0D4918CF6C39}" type="pres">
      <dgm:prSet presAssocID="{1530209C-A2F3-46CB-BC4C-606970D17A16}" presName="circ4Tx" presStyleLbl="revTx" presStyleIdx="0" presStyleCnt="0">
        <dgm:presLayoutVars>
          <dgm:chMax val="0"/>
          <dgm:chPref val="0"/>
          <dgm:bulletEnabled val="1"/>
        </dgm:presLayoutVars>
      </dgm:prSet>
      <dgm:spPr/>
    </dgm:pt>
    <dgm:pt modelId="{0F402911-09E3-47D2-BF7C-441FBF611FA3}" type="pres">
      <dgm:prSet presAssocID="{4D8E7B62-40B4-4B5E-9006-F25F58479E31}" presName="circ5" presStyleLbl="vennNode1" presStyleIdx="4" presStyleCnt="7"/>
      <dgm:spPr/>
    </dgm:pt>
    <dgm:pt modelId="{1894E474-A7CD-4713-AFF9-58EDEF536FA2}" type="pres">
      <dgm:prSet presAssocID="{4D8E7B62-40B4-4B5E-9006-F25F58479E31}" presName="circ5Tx" presStyleLbl="revTx" presStyleIdx="0" presStyleCnt="0">
        <dgm:presLayoutVars>
          <dgm:chMax val="0"/>
          <dgm:chPref val="0"/>
          <dgm:bulletEnabled val="1"/>
        </dgm:presLayoutVars>
      </dgm:prSet>
      <dgm:spPr/>
    </dgm:pt>
    <dgm:pt modelId="{3067DAC2-DF27-427F-9BAA-DC996B3A701E}" type="pres">
      <dgm:prSet presAssocID="{0ACDC71C-21E2-4808-A0ED-904354704949}" presName="circ6" presStyleLbl="vennNode1" presStyleIdx="5" presStyleCnt="7"/>
      <dgm:spPr/>
    </dgm:pt>
    <dgm:pt modelId="{82318255-5553-4367-8187-0790EB3E270C}" type="pres">
      <dgm:prSet presAssocID="{0ACDC71C-21E2-4808-A0ED-904354704949}" presName="circ6Tx" presStyleLbl="revTx" presStyleIdx="0" presStyleCnt="0">
        <dgm:presLayoutVars>
          <dgm:chMax val="0"/>
          <dgm:chPref val="0"/>
          <dgm:bulletEnabled val="1"/>
        </dgm:presLayoutVars>
      </dgm:prSet>
      <dgm:spPr/>
    </dgm:pt>
    <dgm:pt modelId="{BBDDE28C-EF43-4807-8638-345F9FD27F2D}" type="pres">
      <dgm:prSet presAssocID="{90D43414-EADC-4A32-8F0C-C6822784C569}" presName="circ7" presStyleLbl="vennNode1" presStyleIdx="6" presStyleCnt="7"/>
      <dgm:spPr/>
    </dgm:pt>
    <dgm:pt modelId="{3029F690-4408-41B7-A94B-EA67A2448CE6}" type="pres">
      <dgm:prSet presAssocID="{90D43414-EADC-4A32-8F0C-C6822784C569}" presName="circ7Tx" presStyleLbl="revTx" presStyleIdx="0" presStyleCnt="0">
        <dgm:presLayoutVars>
          <dgm:chMax val="0"/>
          <dgm:chPref val="0"/>
          <dgm:bulletEnabled val="1"/>
        </dgm:presLayoutVars>
      </dgm:prSet>
      <dgm:spPr/>
    </dgm:pt>
  </dgm:ptLst>
  <dgm:cxnLst>
    <dgm:cxn modelId="{2310D524-DF0B-4F3F-AA48-B1154D75F577}" type="presOf" srcId="{D0861F66-EB38-416C-A86A-2A223960B37D}" destId="{6F4BA19C-1B71-441C-9AD5-39776D853807}" srcOrd="0" destOrd="0" presId="urn:microsoft.com/office/officeart/2005/8/layout/venn1"/>
    <dgm:cxn modelId="{CFDB005B-D831-498C-BA99-8B303833E820}" srcId="{01E176EA-26AE-44C7-B685-31B5C3AEA713}" destId="{D0861F66-EB38-416C-A86A-2A223960B37D}" srcOrd="0" destOrd="0" parTransId="{37ABC525-7E92-4F82-8763-F349DF9FD224}" sibTransId="{B3504871-B758-4D27-AC61-1E73D8CA8CC2}"/>
    <dgm:cxn modelId="{8B51555C-E0AD-4CD9-AADD-CD748E54A38A}" srcId="{01E176EA-26AE-44C7-B685-31B5C3AEA713}" destId="{45E79B9D-BD9C-4B16-88E3-BDF1E78DB247}" srcOrd="2" destOrd="0" parTransId="{643AF5DE-F51F-4569-B443-C858C5219D57}" sibTransId="{FEBFC948-4313-498B-93CE-05F91213B804}"/>
    <dgm:cxn modelId="{6032116F-EC38-48F5-BD8B-783D420345FF}" srcId="{01E176EA-26AE-44C7-B685-31B5C3AEA713}" destId="{0ACDC71C-21E2-4808-A0ED-904354704949}" srcOrd="5" destOrd="0" parTransId="{0FF05803-1061-4FEF-B37A-024BBB9F0DD7}" sibTransId="{33D6AE1E-2EC8-449E-81ED-FF2D66CAF2C1}"/>
    <dgm:cxn modelId="{4DF19477-8BF6-41B9-9AB1-201C895E327B}" srcId="{01E176EA-26AE-44C7-B685-31B5C3AEA713}" destId="{4D8E7B62-40B4-4B5E-9006-F25F58479E31}" srcOrd="4" destOrd="0" parTransId="{CFC6B092-6B32-4586-A567-674710891DF4}" sibTransId="{501CD1B5-D320-47D1-8194-63FFEEAAEE50}"/>
    <dgm:cxn modelId="{77CFD07D-5B3D-425D-A795-611454C54B70}" type="presOf" srcId="{90D43414-EADC-4A32-8F0C-C6822784C569}" destId="{3029F690-4408-41B7-A94B-EA67A2448CE6}" srcOrd="0" destOrd="0" presId="urn:microsoft.com/office/officeart/2005/8/layout/venn1"/>
    <dgm:cxn modelId="{75E35C7F-3302-412A-A897-A8A38C284F6C}" type="presOf" srcId="{45E79B9D-BD9C-4B16-88E3-BDF1E78DB247}" destId="{7F3D8708-11FE-43E0-867E-3F1FE8AC47B1}" srcOrd="0" destOrd="0" presId="urn:microsoft.com/office/officeart/2005/8/layout/venn1"/>
    <dgm:cxn modelId="{6A124E99-F1CF-4110-9BF6-B382E3B56840}" type="presOf" srcId="{4D8E7B62-40B4-4B5E-9006-F25F58479E31}" destId="{1894E474-A7CD-4713-AFF9-58EDEF536FA2}" srcOrd="0" destOrd="0" presId="urn:microsoft.com/office/officeart/2005/8/layout/venn1"/>
    <dgm:cxn modelId="{5C1D6B9C-9010-4340-98AA-A11E3910E93A}" srcId="{01E176EA-26AE-44C7-B685-31B5C3AEA713}" destId="{1530209C-A2F3-46CB-BC4C-606970D17A16}" srcOrd="3" destOrd="0" parTransId="{99F03859-B0F5-4779-86F5-A487B5813F62}" sibTransId="{6758C67E-5BAB-4850-B6E8-6B887DF9F36B}"/>
    <dgm:cxn modelId="{EA49FCA7-A1B2-42AF-B821-3648643DB30D}" type="presOf" srcId="{1530209C-A2F3-46CB-BC4C-606970D17A16}" destId="{FFC1C427-AE3E-46BF-AFE4-0D4918CF6C39}" srcOrd="0" destOrd="0" presId="urn:microsoft.com/office/officeart/2005/8/layout/venn1"/>
    <dgm:cxn modelId="{4D76C1AE-F4EC-47A0-B286-A370AE12967A}" type="presOf" srcId="{01E176EA-26AE-44C7-B685-31B5C3AEA713}" destId="{B67A3953-F03E-4F1C-8B13-7D6313CCB08F}" srcOrd="0" destOrd="0" presId="urn:microsoft.com/office/officeart/2005/8/layout/venn1"/>
    <dgm:cxn modelId="{ADCE65B1-F35D-4923-8139-EB257AC1C930}" type="presOf" srcId="{0005EF54-4BF0-4F1D-863A-16024C5FFA3F}" destId="{3F087231-D717-481C-8728-E928A3B2C96C}" srcOrd="0" destOrd="0" presId="urn:microsoft.com/office/officeart/2005/8/layout/venn1"/>
    <dgm:cxn modelId="{1A631FC9-C83C-408C-963F-94149162ECAD}" srcId="{01E176EA-26AE-44C7-B685-31B5C3AEA713}" destId="{90D43414-EADC-4A32-8F0C-C6822784C569}" srcOrd="6" destOrd="0" parTransId="{0D34EBD1-C9EA-4E3F-A4E6-37C269D1B8EB}" sibTransId="{8910F8FE-C64B-4C68-912F-2DD490218204}"/>
    <dgm:cxn modelId="{069CEBDF-7CAA-472D-B5AF-85750D251837}" type="presOf" srcId="{0ACDC71C-21E2-4808-A0ED-904354704949}" destId="{82318255-5553-4367-8187-0790EB3E270C}" srcOrd="0" destOrd="0" presId="urn:microsoft.com/office/officeart/2005/8/layout/venn1"/>
    <dgm:cxn modelId="{E0CD0DE4-B690-4562-B700-711C06DB90F3}" srcId="{01E176EA-26AE-44C7-B685-31B5C3AEA713}" destId="{0005EF54-4BF0-4F1D-863A-16024C5FFA3F}" srcOrd="1" destOrd="0" parTransId="{1A76D8CA-E37B-4A15-871D-256E48846AF0}" sibTransId="{42934A7B-8A1D-435B-9352-DFEFC0B91781}"/>
    <dgm:cxn modelId="{084B7A95-0C52-4632-9F4A-7EC43F99459A}" type="presParOf" srcId="{B67A3953-F03E-4F1C-8B13-7D6313CCB08F}" destId="{C1D59A16-ED62-45E6-991F-1862008E528E}" srcOrd="0" destOrd="0" presId="urn:microsoft.com/office/officeart/2005/8/layout/venn1"/>
    <dgm:cxn modelId="{805294E9-30A6-44C4-B2AD-019998AF2453}" type="presParOf" srcId="{B67A3953-F03E-4F1C-8B13-7D6313CCB08F}" destId="{6F4BA19C-1B71-441C-9AD5-39776D853807}" srcOrd="1" destOrd="0" presId="urn:microsoft.com/office/officeart/2005/8/layout/venn1"/>
    <dgm:cxn modelId="{016AB48A-E0B3-44E2-952A-521F286B0C08}" type="presParOf" srcId="{B67A3953-F03E-4F1C-8B13-7D6313CCB08F}" destId="{96B85B6F-2078-4DC1-B17C-7C4779866319}" srcOrd="2" destOrd="0" presId="urn:microsoft.com/office/officeart/2005/8/layout/venn1"/>
    <dgm:cxn modelId="{40396274-46A4-4F20-A714-4225A813FE1F}" type="presParOf" srcId="{B67A3953-F03E-4F1C-8B13-7D6313CCB08F}" destId="{3F087231-D717-481C-8728-E928A3B2C96C}" srcOrd="3" destOrd="0" presId="urn:microsoft.com/office/officeart/2005/8/layout/venn1"/>
    <dgm:cxn modelId="{9B80C2FA-5E3E-42BA-A636-C60F4436714C}" type="presParOf" srcId="{B67A3953-F03E-4F1C-8B13-7D6313CCB08F}" destId="{66F880AB-BFED-4F35-A902-2F1761068901}" srcOrd="4" destOrd="0" presId="urn:microsoft.com/office/officeart/2005/8/layout/venn1"/>
    <dgm:cxn modelId="{C049782B-4E68-4287-A90A-8F371AEDF148}" type="presParOf" srcId="{B67A3953-F03E-4F1C-8B13-7D6313CCB08F}" destId="{7F3D8708-11FE-43E0-867E-3F1FE8AC47B1}" srcOrd="5" destOrd="0" presId="urn:microsoft.com/office/officeart/2005/8/layout/venn1"/>
    <dgm:cxn modelId="{DCCE4754-1177-4AAC-A7EF-1134CC437C2F}" type="presParOf" srcId="{B67A3953-F03E-4F1C-8B13-7D6313CCB08F}" destId="{39A615F6-D274-4B6F-93AD-9BEFD4BF64BD}" srcOrd="6" destOrd="0" presId="urn:microsoft.com/office/officeart/2005/8/layout/venn1"/>
    <dgm:cxn modelId="{D6210367-F7A6-4D5C-9637-36CCFC4E13E7}" type="presParOf" srcId="{B67A3953-F03E-4F1C-8B13-7D6313CCB08F}" destId="{FFC1C427-AE3E-46BF-AFE4-0D4918CF6C39}" srcOrd="7" destOrd="0" presId="urn:microsoft.com/office/officeart/2005/8/layout/venn1"/>
    <dgm:cxn modelId="{579E50F8-65A7-4937-9A75-F1A8622942B9}" type="presParOf" srcId="{B67A3953-F03E-4F1C-8B13-7D6313CCB08F}" destId="{0F402911-09E3-47D2-BF7C-441FBF611FA3}" srcOrd="8" destOrd="0" presId="urn:microsoft.com/office/officeart/2005/8/layout/venn1"/>
    <dgm:cxn modelId="{D8DBA915-551A-4433-BB0F-A1F39FDDD8F6}" type="presParOf" srcId="{B67A3953-F03E-4F1C-8B13-7D6313CCB08F}" destId="{1894E474-A7CD-4713-AFF9-58EDEF536FA2}" srcOrd="9" destOrd="0" presId="urn:microsoft.com/office/officeart/2005/8/layout/venn1"/>
    <dgm:cxn modelId="{742852EF-F6F2-4F90-9847-35E8246030F1}" type="presParOf" srcId="{B67A3953-F03E-4F1C-8B13-7D6313CCB08F}" destId="{3067DAC2-DF27-427F-9BAA-DC996B3A701E}" srcOrd="10" destOrd="0" presId="urn:microsoft.com/office/officeart/2005/8/layout/venn1"/>
    <dgm:cxn modelId="{0F767E33-BE15-41A4-A5CF-829B565009AE}" type="presParOf" srcId="{B67A3953-F03E-4F1C-8B13-7D6313CCB08F}" destId="{82318255-5553-4367-8187-0790EB3E270C}" srcOrd="11" destOrd="0" presId="urn:microsoft.com/office/officeart/2005/8/layout/venn1"/>
    <dgm:cxn modelId="{D46095A2-FB64-47FB-95FB-42A0184E4C32}" type="presParOf" srcId="{B67A3953-F03E-4F1C-8B13-7D6313CCB08F}" destId="{BBDDE28C-EF43-4807-8638-345F9FD27F2D}" srcOrd="12" destOrd="0" presId="urn:microsoft.com/office/officeart/2005/8/layout/venn1"/>
    <dgm:cxn modelId="{9FFB1168-D1F7-4050-AE90-D7FF22D97DFD}" type="presParOf" srcId="{B67A3953-F03E-4F1C-8B13-7D6313CCB08F}" destId="{3029F690-4408-41B7-A94B-EA67A2448CE6}" srcOrd="1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5DBAF422-8068-4DC1-A660-F109748AD437}"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76071BBF-B3B9-4ED9-B859-82CE6F567664}">
      <dgm:prSet/>
      <dgm:spPr/>
      <dgm:t>
        <a:bodyPr/>
        <a:lstStyle/>
        <a:p>
          <a:r>
            <a:rPr lang="uk-UA" b="0" i="0" dirty="0"/>
            <a:t>Куруківська угода</a:t>
          </a:r>
          <a:endParaRPr lang="uk-UA" dirty="0"/>
        </a:p>
      </dgm:t>
    </dgm:pt>
    <dgm:pt modelId="{E7822729-B878-4353-916E-FB51855EF8F0}" type="parTrans" cxnId="{E86BFE05-4480-44E1-9F7C-7B4819041C03}">
      <dgm:prSet/>
      <dgm:spPr/>
      <dgm:t>
        <a:bodyPr/>
        <a:lstStyle/>
        <a:p>
          <a:endParaRPr lang="uk-UA"/>
        </a:p>
      </dgm:t>
    </dgm:pt>
    <dgm:pt modelId="{94F35575-4DF8-4DE0-A13A-584CFD8D4B87}" type="sibTrans" cxnId="{E86BFE05-4480-44E1-9F7C-7B4819041C03}">
      <dgm:prSet/>
      <dgm:spPr/>
      <dgm:t>
        <a:bodyPr/>
        <a:lstStyle/>
        <a:p>
          <a:endParaRPr lang="uk-UA"/>
        </a:p>
      </dgm:t>
    </dgm:pt>
    <dgm:pt modelId="{9F819963-4804-4E09-9055-F0D86FCECC28}">
      <dgm:prSet/>
      <dgm:spPr/>
      <dgm:t>
        <a:bodyPr/>
        <a:lstStyle/>
        <a:p>
          <a:r>
            <a:rPr lang="uk-UA" b="0" i="0"/>
            <a:t>Зборівський договір</a:t>
          </a:r>
          <a:endParaRPr lang="uk-UA"/>
        </a:p>
      </dgm:t>
    </dgm:pt>
    <dgm:pt modelId="{EE828DEE-4AF1-4B4B-BA58-6D8EE2F41B7F}" type="parTrans" cxnId="{D98F99E8-D9E5-4527-A8D3-58C30E7AAB53}">
      <dgm:prSet/>
      <dgm:spPr/>
      <dgm:t>
        <a:bodyPr/>
        <a:lstStyle/>
        <a:p>
          <a:endParaRPr lang="uk-UA"/>
        </a:p>
      </dgm:t>
    </dgm:pt>
    <dgm:pt modelId="{114F09F8-F426-4448-B716-348D136488B8}" type="sibTrans" cxnId="{D98F99E8-D9E5-4527-A8D3-58C30E7AAB53}">
      <dgm:prSet/>
      <dgm:spPr/>
      <dgm:t>
        <a:bodyPr/>
        <a:lstStyle/>
        <a:p>
          <a:endParaRPr lang="uk-UA"/>
        </a:p>
      </dgm:t>
    </dgm:pt>
    <dgm:pt modelId="{63511379-0E86-403B-A4E6-2575330D17B9}">
      <dgm:prSet/>
      <dgm:spPr/>
      <dgm:t>
        <a:bodyPr/>
        <a:lstStyle/>
        <a:p>
          <a:r>
            <a:rPr lang="uk-UA" b="0" i="0"/>
            <a:t>Гадяцькі пункти</a:t>
          </a:r>
          <a:endParaRPr lang="uk-UA"/>
        </a:p>
      </dgm:t>
    </dgm:pt>
    <dgm:pt modelId="{534B0366-CD30-4079-86B8-CA589FD36EBA}" type="parTrans" cxnId="{69ECABF3-346E-477B-BE06-8971EC20454F}">
      <dgm:prSet/>
      <dgm:spPr/>
      <dgm:t>
        <a:bodyPr/>
        <a:lstStyle/>
        <a:p>
          <a:endParaRPr lang="uk-UA"/>
        </a:p>
      </dgm:t>
    </dgm:pt>
    <dgm:pt modelId="{5444E9A2-8128-4DBC-A74E-DD8D0ABE85E7}" type="sibTrans" cxnId="{69ECABF3-346E-477B-BE06-8971EC20454F}">
      <dgm:prSet/>
      <dgm:spPr/>
      <dgm:t>
        <a:bodyPr/>
        <a:lstStyle/>
        <a:p>
          <a:endParaRPr lang="uk-UA"/>
        </a:p>
      </dgm:t>
    </dgm:pt>
    <dgm:pt modelId="{857E45F9-9A70-403F-9629-57A2D993D322}">
      <dgm:prSet/>
      <dgm:spPr/>
      <dgm:t>
        <a:bodyPr/>
        <a:lstStyle/>
        <a:p>
          <a:r>
            <a:rPr lang="uk-UA" b="0" i="0" dirty="0"/>
            <a:t>Білоцерківський договір</a:t>
          </a:r>
          <a:endParaRPr lang="uk-UA" dirty="0"/>
        </a:p>
      </dgm:t>
    </dgm:pt>
    <dgm:pt modelId="{F6ED89E8-E256-4BE9-B439-0B4288C8996A}" type="parTrans" cxnId="{19D6523A-12E6-4D2B-AEDE-716625C9AA94}">
      <dgm:prSet/>
      <dgm:spPr/>
      <dgm:t>
        <a:bodyPr/>
        <a:lstStyle/>
        <a:p>
          <a:endParaRPr lang="uk-UA"/>
        </a:p>
      </dgm:t>
    </dgm:pt>
    <dgm:pt modelId="{6AA333D1-F52C-4C4F-913D-D11A1FEFFA41}" type="sibTrans" cxnId="{19D6523A-12E6-4D2B-AEDE-716625C9AA94}">
      <dgm:prSet/>
      <dgm:spPr/>
      <dgm:t>
        <a:bodyPr/>
        <a:lstStyle/>
        <a:p>
          <a:endParaRPr lang="uk-UA"/>
        </a:p>
      </dgm:t>
    </dgm:pt>
    <dgm:pt modelId="{9E401DE5-12DE-4EED-9BAD-B1DCC53B7A0B}" type="pres">
      <dgm:prSet presAssocID="{5DBAF422-8068-4DC1-A660-F109748AD437}" presName="Name0" presStyleCnt="0">
        <dgm:presLayoutVars>
          <dgm:chMax val="7"/>
          <dgm:chPref val="7"/>
          <dgm:dir/>
        </dgm:presLayoutVars>
      </dgm:prSet>
      <dgm:spPr/>
    </dgm:pt>
    <dgm:pt modelId="{14DEF9A4-05E4-4EA6-AEA4-63CAA251B64B}" type="pres">
      <dgm:prSet presAssocID="{5DBAF422-8068-4DC1-A660-F109748AD437}" presName="Name1" presStyleCnt="0"/>
      <dgm:spPr/>
    </dgm:pt>
    <dgm:pt modelId="{95D03DE3-29A8-416B-B05D-2F76BEBEC21A}" type="pres">
      <dgm:prSet presAssocID="{5DBAF422-8068-4DC1-A660-F109748AD437}" presName="cycle" presStyleCnt="0"/>
      <dgm:spPr/>
    </dgm:pt>
    <dgm:pt modelId="{531B8BE5-658F-42FB-A252-F2DAAB8DB6D9}" type="pres">
      <dgm:prSet presAssocID="{5DBAF422-8068-4DC1-A660-F109748AD437}" presName="srcNode" presStyleLbl="node1" presStyleIdx="0" presStyleCnt="4"/>
      <dgm:spPr/>
    </dgm:pt>
    <dgm:pt modelId="{71B7986F-750B-4256-AA37-11DB280EB64B}" type="pres">
      <dgm:prSet presAssocID="{5DBAF422-8068-4DC1-A660-F109748AD437}" presName="conn" presStyleLbl="parChTrans1D2" presStyleIdx="0" presStyleCnt="1"/>
      <dgm:spPr/>
    </dgm:pt>
    <dgm:pt modelId="{E499DC8C-7A97-4E6D-8AF8-738979780AF1}" type="pres">
      <dgm:prSet presAssocID="{5DBAF422-8068-4DC1-A660-F109748AD437}" presName="extraNode" presStyleLbl="node1" presStyleIdx="0" presStyleCnt="4"/>
      <dgm:spPr/>
    </dgm:pt>
    <dgm:pt modelId="{3C489C33-22B2-4E42-8FEA-C21DA8E19115}" type="pres">
      <dgm:prSet presAssocID="{5DBAF422-8068-4DC1-A660-F109748AD437}" presName="dstNode" presStyleLbl="node1" presStyleIdx="0" presStyleCnt="4"/>
      <dgm:spPr/>
    </dgm:pt>
    <dgm:pt modelId="{7F81CF92-6D37-42DF-9F9F-01775081F723}" type="pres">
      <dgm:prSet presAssocID="{76071BBF-B3B9-4ED9-B859-82CE6F567664}" presName="text_1" presStyleLbl="node1" presStyleIdx="0" presStyleCnt="4">
        <dgm:presLayoutVars>
          <dgm:bulletEnabled val="1"/>
        </dgm:presLayoutVars>
      </dgm:prSet>
      <dgm:spPr/>
    </dgm:pt>
    <dgm:pt modelId="{38BFF8CD-58C9-4720-B796-FCBBD6E29CF5}" type="pres">
      <dgm:prSet presAssocID="{76071BBF-B3B9-4ED9-B859-82CE6F567664}" presName="accent_1" presStyleCnt="0"/>
      <dgm:spPr/>
    </dgm:pt>
    <dgm:pt modelId="{9DED1EA0-D3E3-4DD5-9004-26AE14724E52}" type="pres">
      <dgm:prSet presAssocID="{76071BBF-B3B9-4ED9-B859-82CE6F567664}" presName="accentRepeatNode" presStyleLbl="solidFgAcc1" presStyleIdx="0" presStyleCnt="4"/>
      <dgm:spPr/>
    </dgm:pt>
    <dgm:pt modelId="{8AD271BD-7E9F-4E19-957D-0374048D9B93}" type="pres">
      <dgm:prSet presAssocID="{9F819963-4804-4E09-9055-F0D86FCECC28}" presName="text_2" presStyleLbl="node1" presStyleIdx="1" presStyleCnt="4">
        <dgm:presLayoutVars>
          <dgm:bulletEnabled val="1"/>
        </dgm:presLayoutVars>
      </dgm:prSet>
      <dgm:spPr/>
    </dgm:pt>
    <dgm:pt modelId="{C08A9D1D-A5EB-41EC-814F-181336B40447}" type="pres">
      <dgm:prSet presAssocID="{9F819963-4804-4E09-9055-F0D86FCECC28}" presName="accent_2" presStyleCnt="0"/>
      <dgm:spPr/>
    </dgm:pt>
    <dgm:pt modelId="{C15DC0D5-E825-4CD0-BF39-BED2C9888F6A}" type="pres">
      <dgm:prSet presAssocID="{9F819963-4804-4E09-9055-F0D86FCECC28}" presName="accentRepeatNode" presStyleLbl="solidFgAcc1" presStyleIdx="1" presStyleCnt="4"/>
      <dgm:spPr/>
    </dgm:pt>
    <dgm:pt modelId="{863C3957-564C-4222-9AF4-F43C65D1D09F}" type="pres">
      <dgm:prSet presAssocID="{63511379-0E86-403B-A4E6-2575330D17B9}" presName="text_3" presStyleLbl="node1" presStyleIdx="2" presStyleCnt="4">
        <dgm:presLayoutVars>
          <dgm:bulletEnabled val="1"/>
        </dgm:presLayoutVars>
      </dgm:prSet>
      <dgm:spPr/>
    </dgm:pt>
    <dgm:pt modelId="{7C33542A-24B7-4468-8A1B-3E571328534D}" type="pres">
      <dgm:prSet presAssocID="{63511379-0E86-403B-A4E6-2575330D17B9}" presName="accent_3" presStyleCnt="0"/>
      <dgm:spPr/>
    </dgm:pt>
    <dgm:pt modelId="{406BB070-F021-4008-9B52-1D9905510AD3}" type="pres">
      <dgm:prSet presAssocID="{63511379-0E86-403B-A4E6-2575330D17B9}" presName="accentRepeatNode" presStyleLbl="solidFgAcc1" presStyleIdx="2" presStyleCnt="4"/>
      <dgm:spPr/>
    </dgm:pt>
    <dgm:pt modelId="{67D17E5D-F2EA-488A-AFA0-CDF0F245C370}" type="pres">
      <dgm:prSet presAssocID="{857E45F9-9A70-403F-9629-57A2D993D322}" presName="text_4" presStyleLbl="node1" presStyleIdx="3" presStyleCnt="4">
        <dgm:presLayoutVars>
          <dgm:bulletEnabled val="1"/>
        </dgm:presLayoutVars>
      </dgm:prSet>
      <dgm:spPr/>
    </dgm:pt>
    <dgm:pt modelId="{89C13F18-BB90-4586-806C-FC09EB0BB8CE}" type="pres">
      <dgm:prSet presAssocID="{857E45F9-9A70-403F-9629-57A2D993D322}" presName="accent_4" presStyleCnt="0"/>
      <dgm:spPr/>
    </dgm:pt>
    <dgm:pt modelId="{57FF0541-E56A-468B-BA69-F15835479C56}" type="pres">
      <dgm:prSet presAssocID="{857E45F9-9A70-403F-9629-57A2D993D322}" presName="accentRepeatNode" presStyleLbl="solidFgAcc1" presStyleIdx="3" presStyleCnt="4"/>
      <dgm:spPr/>
    </dgm:pt>
  </dgm:ptLst>
  <dgm:cxnLst>
    <dgm:cxn modelId="{E86BFE05-4480-44E1-9F7C-7B4819041C03}" srcId="{5DBAF422-8068-4DC1-A660-F109748AD437}" destId="{76071BBF-B3B9-4ED9-B859-82CE6F567664}" srcOrd="0" destOrd="0" parTransId="{E7822729-B878-4353-916E-FB51855EF8F0}" sibTransId="{94F35575-4DF8-4DE0-A13A-584CFD8D4B87}"/>
    <dgm:cxn modelId="{B0880B35-020A-41A2-B65F-BA6CFC172457}" type="presOf" srcId="{76071BBF-B3B9-4ED9-B859-82CE6F567664}" destId="{7F81CF92-6D37-42DF-9F9F-01775081F723}" srcOrd="0" destOrd="0" presId="urn:microsoft.com/office/officeart/2008/layout/VerticalCurvedList"/>
    <dgm:cxn modelId="{19D6523A-12E6-4D2B-AEDE-716625C9AA94}" srcId="{5DBAF422-8068-4DC1-A660-F109748AD437}" destId="{857E45F9-9A70-403F-9629-57A2D993D322}" srcOrd="3" destOrd="0" parTransId="{F6ED89E8-E256-4BE9-B439-0B4288C8996A}" sibTransId="{6AA333D1-F52C-4C4F-913D-D11A1FEFFA41}"/>
    <dgm:cxn modelId="{9D7B0964-B7DA-4EEE-8766-E3E356AED5EC}" type="presOf" srcId="{9F819963-4804-4E09-9055-F0D86FCECC28}" destId="{8AD271BD-7E9F-4E19-957D-0374048D9B93}" srcOrd="0" destOrd="0" presId="urn:microsoft.com/office/officeart/2008/layout/VerticalCurvedList"/>
    <dgm:cxn modelId="{8FAEA4B1-284D-45BF-AAC9-A18B3FFBCD1C}" type="presOf" srcId="{857E45F9-9A70-403F-9629-57A2D993D322}" destId="{67D17E5D-F2EA-488A-AFA0-CDF0F245C370}" srcOrd="0" destOrd="0" presId="urn:microsoft.com/office/officeart/2008/layout/VerticalCurvedList"/>
    <dgm:cxn modelId="{C81C4ACD-5597-4555-9E85-E068FA9DDF7B}" type="presOf" srcId="{94F35575-4DF8-4DE0-A13A-584CFD8D4B87}" destId="{71B7986F-750B-4256-AA37-11DB280EB64B}" srcOrd="0" destOrd="0" presId="urn:microsoft.com/office/officeart/2008/layout/VerticalCurvedList"/>
    <dgm:cxn modelId="{D247C0DB-257D-4384-9DE2-4E81F6D9D739}" type="presOf" srcId="{5DBAF422-8068-4DC1-A660-F109748AD437}" destId="{9E401DE5-12DE-4EED-9BAD-B1DCC53B7A0B}" srcOrd="0" destOrd="0" presId="urn:microsoft.com/office/officeart/2008/layout/VerticalCurvedList"/>
    <dgm:cxn modelId="{D98F99E8-D9E5-4527-A8D3-58C30E7AAB53}" srcId="{5DBAF422-8068-4DC1-A660-F109748AD437}" destId="{9F819963-4804-4E09-9055-F0D86FCECC28}" srcOrd="1" destOrd="0" parTransId="{EE828DEE-4AF1-4B4B-BA58-6D8EE2F41B7F}" sibTransId="{114F09F8-F426-4448-B716-348D136488B8}"/>
    <dgm:cxn modelId="{69ECABF3-346E-477B-BE06-8971EC20454F}" srcId="{5DBAF422-8068-4DC1-A660-F109748AD437}" destId="{63511379-0E86-403B-A4E6-2575330D17B9}" srcOrd="2" destOrd="0" parTransId="{534B0366-CD30-4079-86B8-CA589FD36EBA}" sibTransId="{5444E9A2-8128-4DBC-A74E-DD8D0ABE85E7}"/>
    <dgm:cxn modelId="{14E15EFB-B603-40D0-9134-04763DD3A6FF}" type="presOf" srcId="{63511379-0E86-403B-A4E6-2575330D17B9}" destId="{863C3957-564C-4222-9AF4-F43C65D1D09F}" srcOrd="0" destOrd="0" presId="urn:microsoft.com/office/officeart/2008/layout/VerticalCurvedList"/>
    <dgm:cxn modelId="{8FE52A60-59B0-4EEE-B04D-6F06986D2E32}" type="presParOf" srcId="{9E401DE5-12DE-4EED-9BAD-B1DCC53B7A0B}" destId="{14DEF9A4-05E4-4EA6-AEA4-63CAA251B64B}" srcOrd="0" destOrd="0" presId="urn:microsoft.com/office/officeart/2008/layout/VerticalCurvedList"/>
    <dgm:cxn modelId="{B319EDA5-FA31-4157-B5BB-043FF8D082A7}" type="presParOf" srcId="{14DEF9A4-05E4-4EA6-AEA4-63CAA251B64B}" destId="{95D03DE3-29A8-416B-B05D-2F76BEBEC21A}" srcOrd="0" destOrd="0" presId="urn:microsoft.com/office/officeart/2008/layout/VerticalCurvedList"/>
    <dgm:cxn modelId="{430C6F52-F227-4696-80C0-AB7A4736DA51}" type="presParOf" srcId="{95D03DE3-29A8-416B-B05D-2F76BEBEC21A}" destId="{531B8BE5-658F-42FB-A252-F2DAAB8DB6D9}" srcOrd="0" destOrd="0" presId="urn:microsoft.com/office/officeart/2008/layout/VerticalCurvedList"/>
    <dgm:cxn modelId="{D0D15EFA-56C0-4447-B986-1D94B9DE1874}" type="presParOf" srcId="{95D03DE3-29A8-416B-B05D-2F76BEBEC21A}" destId="{71B7986F-750B-4256-AA37-11DB280EB64B}" srcOrd="1" destOrd="0" presId="urn:microsoft.com/office/officeart/2008/layout/VerticalCurvedList"/>
    <dgm:cxn modelId="{0A3BE232-3B3E-4EB0-84D0-0840B9703845}" type="presParOf" srcId="{95D03DE3-29A8-416B-B05D-2F76BEBEC21A}" destId="{E499DC8C-7A97-4E6D-8AF8-738979780AF1}" srcOrd="2" destOrd="0" presId="urn:microsoft.com/office/officeart/2008/layout/VerticalCurvedList"/>
    <dgm:cxn modelId="{5CED5E50-B313-4C83-813C-82FA0D6BBA12}" type="presParOf" srcId="{95D03DE3-29A8-416B-B05D-2F76BEBEC21A}" destId="{3C489C33-22B2-4E42-8FEA-C21DA8E19115}" srcOrd="3" destOrd="0" presId="urn:microsoft.com/office/officeart/2008/layout/VerticalCurvedList"/>
    <dgm:cxn modelId="{371EA1D4-75FD-44E2-B081-C7395BDC3EE5}" type="presParOf" srcId="{14DEF9A4-05E4-4EA6-AEA4-63CAA251B64B}" destId="{7F81CF92-6D37-42DF-9F9F-01775081F723}" srcOrd="1" destOrd="0" presId="urn:microsoft.com/office/officeart/2008/layout/VerticalCurvedList"/>
    <dgm:cxn modelId="{3E306473-9757-45C4-908D-42B5B58854CA}" type="presParOf" srcId="{14DEF9A4-05E4-4EA6-AEA4-63CAA251B64B}" destId="{38BFF8CD-58C9-4720-B796-FCBBD6E29CF5}" srcOrd="2" destOrd="0" presId="urn:microsoft.com/office/officeart/2008/layout/VerticalCurvedList"/>
    <dgm:cxn modelId="{5299A489-545E-4F32-85F4-573D63FED14E}" type="presParOf" srcId="{38BFF8CD-58C9-4720-B796-FCBBD6E29CF5}" destId="{9DED1EA0-D3E3-4DD5-9004-26AE14724E52}" srcOrd="0" destOrd="0" presId="urn:microsoft.com/office/officeart/2008/layout/VerticalCurvedList"/>
    <dgm:cxn modelId="{0F74305D-9E72-45DE-BBA5-211A2F0F52FD}" type="presParOf" srcId="{14DEF9A4-05E4-4EA6-AEA4-63CAA251B64B}" destId="{8AD271BD-7E9F-4E19-957D-0374048D9B93}" srcOrd="3" destOrd="0" presId="urn:microsoft.com/office/officeart/2008/layout/VerticalCurvedList"/>
    <dgm:cxn modelId="{8E15E112-0284-4EED-9873-541ABC3A991F}" type="presParOf" srcId="{14DEF9A4-05E4-4EA6-AEA4-63CAA251B64B}" destId="{C08A9D1D-A5EB-41EC-814F-181336B40447}" srcOrd="4" destOrd="0" presId="urn:microsoft.com/office/officeart/2008/layout/VerticalCurvedList"/>
    <dgm:cxn modelId="{F4760876-FF3C-4067-A9BC-A6E81A94DEB0}" type="presParOf" srcId="{C08A9D1D-A5EB-41EC-814F-181336B40447}" destId="{C15DC0D5-E825-4CD0-BF39-BED2C9888F6A}" srcOrd="0" destOrd="0" presId="urn:microsoft.com/office/officeart/2008/layout/VerticalCurvedList"/>
    <dgm:cxn modelId="{65FF873F-CCC3-4F93-B7A0-63AACF99013A}" type="presParOf" srcId="{14DEF9A4-05E4-4EA6-AEA4-63CAA251B64B}" destId="{863C3957-564C-4222-9AF4-F43C65D1D09F}" srcOrd="5" destOrd="0" presId="urn:microsoft.com/office/officeart/2008/layout/VerticalCurvedList"/>
    <dgm:cxn modelId="{211A705D-7AC5-44A3-B67E-960C08200599}" type="presParOf" srcId="{14DEF9A4-05E4-4EA6-AEA4-63CAA251B64B}" destId="{7C33542A-24B7-4468-8A1B-3E571328534D}" srcOrd="6" destOrd="0" presId="urn:microsoft.com/office/officeart/2008/layout/VerticalCurvedList"/>
    <dgm:cxn modelId="{97D07816-F1BE-477B-996B-6895A8209E71}" type="presParOf" srcId="{7C33542A-24B7-4468-8A1B-3E571328534D}" destId="{406BB070-F021-4008-9B52-1D9905510AD3}" srcOrd="0" destOrd="0" presId="urn:microsoft.com/office/officeart/2008/layout/VerticalCurvedList"/>
    <dgm:cxn modelId="{CCA119BE-8362-4672-B35C-631C9EFFCEFA}" type="presParOf" srcId="{14DEF9A4-05E4-4EA6-AEA4-63CAA251B64B}" destId="{67D17E5D-F2EA-488A-AFA0-CDF0F245C370}" srcOrd="7" destOrd="0" presId="urn:microsoft.com/office/officeart/2008/layout/VerticalCurvedList"/>
    <dgm:cxn modelId="{918DAE9E-DD5B-4062-B5AD-8D1E0D24700C}" type="presParOf" srcId="{14DEF9A4-05E4-4EA6-AEA4-63CAA251B64B}" destId="{89C13F18-BB90-4586-806C-FC09EB0BB8CE}" srcOrd="8" destOrd="0" presId="urn:microsoft.com/office/officeart/2008/layout/VerticalCurvedList"/>
    <dgm:cxn modelId="{153C36F4-04D6-4B9B-A6FB-8BD58B590720}" type="presParOf" srcId="{89C13F18-BB90-4586-806C-FC09EB0BB8CE}" destId="{57FF0541-E56A-468B-BA69-F15835479C5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16895F15-103C-4644-A030-BF741850400B}"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1776EE21-861C-4379-B30B-105A52640A4D}">
      <dgm:prSet/>
      <dgm:spPr/>
      <dgm:t>
        <a:bodyPr/>
        <a:lstStyle/>
        <a:p>
          <a:r>
            <a:rPr lang="ru-RU" b="0" i="0" dirty="0"/>
            <a:t>1621 р.</a:t>
          </a:r>
          <a:endParaRPr lang="uk-UA" dirty="0"/>
        </a:p>
      </dgm:t>
    </dgm:pt>
    <dgm:pt modelId="{6C2A547E-6DBC-4FE6-8814-3224056B9A86}" type="parTrans" cxnId="{649487E4-AFCC-4F07-992E-4770BFBAE3EB}">
      <dgm:prSet/>
      <dgm:spPr/>
      <dgm:t>
        <a:bodyPr/>
        <a:lstStyle/>
        <a:p>
          <a:endParaRPr lang="uk-UA"/>
        </a:p>
      </dgm:t>
    </dgm:pt>
    <dgm:pt modelId="{19EAF551-827A-42BA-9150-A27A83E79C64}" type="sibTrans" cxnId="{649487E4-AFCC-4F07-992E-4770BFBAE3EB}">
      <dgm:prSet/>
      <dgm:spPr/>
      <dgm:t>
        <a:bodyPr/>
        <a:lstStyle/>
        <a:p>
          <a:endParaRPr lang="uk-UA"/>
        </a:p>
      </dgm:t>
    </dgm:pt>
    <dgm:pt modelId="{3FF12162-E3FF-4930-842E-3EDD57972E4B}">
      <dgm:prSet/>
      <dgm:spPr/>
      <dgm:t>
        <a:bodyPr/>
        <a:lstStyle/>
        <a:p>
          <a:r>
            <a:rPr lang="ru-RU" b="0" i="0" dirty="0"/>
            <a:t>1625 р.</a:t>
          </a:r>
          <a:endParaRPr lang="uk-UA" dirty="0"/>
        </a:p>
      </dgm:t>
    </dgm:pt>
    <dgm:pt modelId="{8E325E45-692D-4D62-8DE5-38B6AB0318C8}" type="parTrans" cxnId="{F83E6903-E39E-4520-A63F-BD9EB3C95FB0}">
      <dgm:prSet/>
      <dgm:spPr/>
      <dgm:t>
        <a:bodyPr/>
        <a:lstStyle/>
        <a:p>
          <a:endParaRPr lang="uk-UA"/>
        </a:p>
      </dgm:t>
    </dgm:pt>
    <dgm:pt modelId="{86904582-FA30-4B91-97C3-E49C1ECE840B}" type="sibTrans" cxnId="{F83E6903-E39E-4520-A63F-BD9EB3C95FB0}">
      <dgm:prSet/>
      <dgm:spPr/>
      <dgm:t>
        <a:bodyPr/>
        <a:lstStyle/>
        <a:p>
          <a:endParaRPr lang="uk-UA"/>
        </a:p>
      </dgm:t>
    </dgm:pt>
    <dgm:pt modelId="{1E143845-35BD-4C1B-944D-CB01B05FD7CC}">
      <dgm:prSet/>
      <dgm:spPr/>
      <dgm:t>
        <a:bodyPr/>
        <a:lstStyle/>
        <a:p>
          <a:r>
            <a:rPr lang="ru-RU" b="0" i="0"/>
            <a:t>1649 р.</a:t>
          </a:r>
          <a:endParaRPr lang="uk-UA"/>
        </a:p>
      </dgm:t>
    </dgm:pt>
    <dgm:pt modelId="{BCABA7E2-FC63-456B-B9C9-70A62C1E4EE6}" type="parTrans" cxnId="{9E6B0E29-E485-406E-AB1A-8702204A0A2B}">
      <dgm:prSet/>
      <dgm:spPr/>
      <dgm:t>
        <a:bodyPr/>
        <a:lstStyle/>
        <a:p>
          <a:endParaRPr lang="uk-UA"/>
        </a:p>
      </dgm:t>
    </dgm:pt>
    <dgm:pt modelId="{DCC25370-6927-48B2-9C3C-B1DA3064336A}" type="sibTrans" cxnId="{9E6B0E29-E485-406E-AB1A-8702204A0A2B}">
      <dgm:prSet/>
      <dgm:spPr/>
      <dgm:t>
        <a:bodyPr/>
        <a:lstStyle/>
        <a:p>
          <a:endParaRPr lang="uk-UA"/>
        </a:p>
      </dgm:t>
    </dgm:pt>
    <dgm:pt modelId="{B9F4DA21-D31A-4FDB-BAAE-971F0446EF7B}">
      <dgm:prSet/>
      <dgm:spPr/>
      <dgm:t>
        <a:bodyPr/>
        <a:lstStyle/>
        <a:p>
          <a:r>
            <a:rPr lang="ru-RU" b="0" i="0"/>
            <a:t>1651 р.</a:t>
          </a:r>
          <a:endParaRPr lang="uk-UA"/>
        </a:p>
      </dgm:t>
    </dgm:pt>
    <dgm:pt modelId="{1A8490B2-C2D9-4255-96F7-3258B2AF5AF5}" type="parTrans" cxnId="{0556DAE7-ABA9-46EC-BF8B-60996D680D5A}">
      <dgm:prSet/>
      <dgm:spPr/>
      <dgm:t>
        <a:bodyPr/>
        <a:lstStyle/>
        <a:p>
          <a:endParaRPr lang="uk-UA"/>
        </a:p>
      </dgm:t>
    </dgm:pt>
    <dgm:pt modelId="{0B21A783-D8E8-4388-85F5-98970C2D88E9}" type="sibTrans" cxnId="{0556DAE7-ABA9-46EC-BF8B-60996D680D5A}">
      <dgm:prSet/>
      <dgm:spPr/>
      <dgm:t>
        <a:bodyPr/>
        <a:lstStyle/>
        <a:p>
          <a:endParaRPr lang="uk-UA"/>
        </a:p>
      </dgm:t>
    </dgm:pt>
    <dgm:pt modelId="{8B7803A6-B6E7-432D-8EC1-86CD2F7392CE}">
      <dgm:prSet/>
      <dgm:spPr/>
      <dgm:t>
        <a:bodyPr/>
        <a:lstStyle/>
        <a:p>
          <a:r>
            <a:rPr lang="ru-RU" b="0" i="0" dirty="0"/>
            <a:t>1658 р.</a:t>
          </a:r>
          <a:endParaRPr lang="uk-UA" dirty="0"/>
        </a:p>
      </dgm:t>
    </dgm:pt>
    <dgm:pt modelId="{5CCED411-636F-4B64-8BA3-106209B6D9D2}" type="parTrans" cxnId="{CFFDC00E-B665-4A17-8478-0E4163F76C4F}">
      <dgm:prSet/>
      <dgm:spPr/>
      <dgm:t>
        <a:bodyPr/>
        <a:lstStyle/>
        <a:p>
          <a:endParaRPr lang="uk-UA"/>
        </a:p>
      </dgm:t>
    </dgm:pt>
    <dgm:pt modelId="{697A7A14-539D-430E-9805-8911238EB0E7}" type="sibTrans" cxnId="{CFFDC00E-B665-4A17-8478-0E4163F76C4F}">
      <dgm:prSet/>
      <dgm:spPr/>
      <dgm:t>
        <a:bodyPr/>
        <a:lstStyle/>
        <a:p>
          <a:endParaRPr lang="uk-UA"/>
        </a:p>
      </dgm:t>
    </dgm:pt>
    <dgm:pt modelId="{4A60C932-70E9-4378-A3B7-1B3D60D509E7}" type="pres">
      <dgm:prSet presAssocID="{16895F15-103C-4644-A030-BF741850400B}" presName="compositeShape" presStyleCnt="0">
        <dgm:presLayoutVars>
          <dgm:chMax val="7"/>
          <dgm:dir/>
          <dgm:resizeHandles val="exact"/>
        </dgm:presLayoutVars>
      </dgm:prSet>
      <dgm:spPr/>
    </dgm:pt>
    <dgm:pt modelId="{870038F1-61D5-4398-B92B-6C3D152EDC10}" type="pres">
      <dgm:prSet presAssocID="{1776EE21-861C-4379-B30B-105A52640A4D}" presName="circ1" presStyleLbl="vennNode1" presStyleIdx="0" presStyleCnt="5"/>
      <dgm:spPr/>
    </dgm:pt>
    <dgm:pt modelId="{BBDB0482-778D-48DC-AC24-9CD67EF2CEFF}" type="pres">
      <dgm:prSet presAssocID="{1776EE21-861C-4379-B30B-105A52640A4D}" presName="circ1Tx" presStyleLbl="revTx" presStyleIdx="0" presStyleCnt="0">
        <dgm:presLayoutVars>
          <dgm:chMax val="0"/>
          <dgm:chPref val="0"/>
          <dgm:bulletEnabled val="1"/>
        </dgm:presLayoutVars>
      </dgm:prSet>
      <dgm:spPr/>
    </dgm:pt>
    <dgm:pt modelId="{44390B75-6C2D-4435-B964-6E1E772A82FC}" type="pres">
      <dgm:prSet presAssocID="{3FF12162-E3FF-4930-842E-3EDD57972E4B}" presName="circ2" presStyleLbl="vennNode1" presStyleIdx="1" presStyleCnt="5"/>
      <dgm:spPr/>
    </dgm:pt>
    <dgm:pt modelId="{5565CF53-2787-4336-BC73-D3851802CB43}" type="pres">
      <dgm:prSet presAssocID="{3FF12162-E3FF-4930-842E-3EDD57972E4B}" presName="circ2Tx" presStyleLbl="revTx" presStyleIdx="0" presStyleCnt="0">
        <dgm:presLayoutVars>
          <dgm:chMax val="0"/>
          <dgm:chPref val="0"/>
          <dgm:bulletEnabled val="1"/>
        </dgm:presLayoutVars>
      </dgm:prSet>
      <dgm:spPr/>
    </dgm:pt>
    <dgm:pt modelId="{CA781992-80D4-4468-90AE-A26DB83130E8}" type="pres">
      <dgm:prSet presAssocID="{1E143845-35BD-4C1B-944D-CB01B05FD7CC}" presName="circ3" presStyleLbl="vennNode1" presStyleIdx="2" presStyleCnt="5"/>
      <dgm:spPr/>
    </dgm:pt>
    <dgm:pt modelId="{6852876A-8026-48B2-A7BD-BC15732009E3}" type="pres">
      <dgm:prSet presAssocID="{1E143845-35BD-4C1B-944D-CB01B05FD7CC}" presName="circ3Tx" presStyleLbl="revTx" presStyleIdx="0" presStyleCnt="0">
        <dgm:presLayoutVars>
          <dgm:chMax val="0"/>
          <dgm:chPref val="0"/>
          <dgm:bulletEnabled val="1"/>
        </dgm:presLayoutVars>
      </dgm:prSet>
      <dgm:spPr/>
    </dgm:pt>
    <dgm:pt modelId="{4A3C3FDF-CCE8-443E-A6A1-CE07FDA73DCC}" type="pres">
      <dgm:prSet presAssocID="{B9F4DA21-D31A-4FDB-BAAE-971F0446EF7B}" presName="circ4" presStyleLbl="vennNode1" presStyleIdx="3" presStyleCnt="5"/>
      <dgm:spPr/>
    </dgm:pt>
    <dgm:pt modelId="{BDF01A9A-4431-4FF0-8CCE-E129529336C5}" type="pres">
      <dgm:prSet presAssocID="{B9F4DA21-D31A-4FDB-BAAE-971F0446EF7B}" presName="circ4Tx" presStyleLbl="revTx" presStyleIdx="0" presStyleCnt="0">
        <dgm:presLayoutVars>
          <dgm:chMax val="0"/>
          <dgm:chPref val="0"/>
          <dgm:bulletEnabled val="1"/>
        </dgm:presLayoutVars>
      </dgm:prSet>
      <dgm:spPr/>
    </dgm:pt>
    <dgm:pt modelId="{9315BE29-EE81-4976-BBAD-04E3FBB7FED2}" type="pres">
      <dgm:prSet presAssocID="{8B7803A6-B6E7-432D-8EC1-86CD2F7392CE}" presName="circ5" presStyleLbl="vennNode1" presStyleIdx="4" presStyleCnt="5"/>
      <dgm:spPr/>
    </dgm:pt>
    <dgm:pt modelId="{056FF341-E69B-4AA6-8E2E-721EA033694E}" type="pres">
      <dgm:prSet presAssocID="{8B7803A6-B6E7-432D-8EC1-86CD2F7392CE}" presName="circ5Tx" presStyleLbl="revTx" presStyleIdx="0" presStyleCnt="0">
        <dgm:presLayoutVars>
          <dgm:chMax val="0"/>
          <dgm:chPref val="0"/>
          <dgm:bulletEnabled val="1"/>
        </dgm:presLayoutVars>
      </dgm:prSet>
      <dgm:spPr/>
    </dgm:pt>
  </dgm:ptLst>
  <dgm:cxnLst>
    <dgm:cxn modelId="{F83E6903-E39E-4520-A63F-BD9EB3C95FB0}" srcId="{16895F15-103C-4644-A030-BF741850400B}" destId="{3FF12162-E3FF-4930-842E-3EDD57972E4B}" srcOrd="1" destOrd="0" parTransId="{8E325E45-692D-4D62-8DE5-38B6AB0318C8}" sibTransId="{86904582-FA30-4B91-97C3-E49C1ECE840B}"/>
    <dgm:cxn modelId="{CFFDC00E-B665-4A17-8478-0E4163F76C4F}" srcId="{16895F15-103C-4644-A030-BF741850400B}" destId="{8B7803A6-B6E7-432D-8EC1-86CD2F7392CE}" srcOrd="4" destOrd="0" parTransId="{5CCED411-636F-4B64-8BA3-106209B6D9D2}" sibTransId="{697A7A14-539D-430E-9805-8911238EB0E7}"/>
    <dgm:cxn modelId="{617E3916-32F8-4EC6-B9D6-DBDF7117613D}" type="presOf" srcId="{B9F4DA21-D31A-4FDB-BAAE-971F0446EF7B}" destId="{BDF01A9A-4431-4FF0-8CCE-E129529336C5}" srcOrd="0" destOrd="0" presId="urn:microsoft.com/office/officeart/2005/8/layout/venn1"/>
    <dgm:cxn modelId="{9E6B0E29-E485-406E-AB1A-8702204A0A2B}" srcId="{16895F15-103C-4644-A030-BF741850400B}" destId="{1E143845-35BD-4C1B-944D-CB01B05FD7CC}" srcOrd="2" destOrd="0" parTransId="{BCABA7E2-FC63-456B-B9C9-70A62C1E4EE6}" sibTransId="{DCC25370-6927-48B2-9C3C-B1DA3064336A}"/>
    <dgm:cxn modelId="{820FC23B-9598-4AE3-B06A-79D578F154A2}" type="presOf" srcId="{16895F15-103C-4644-A030-BF741850400B}" destId="{4A60C932-70E9-4378-A3B7-1B3D60D509E7}" srcOrd="0" destOrd="0" presId="urn:microsoft.com/office/officeart/2005/8/layout/venn1"/>
    <dgm:cxn modelId="{E31F3B55-E73E-46FE-8F35-661D31150516}" type="presOf" srcId="{3FF12162-E3FF-4930-842E-3EDD57972E4B}" destId="{5565CF53-2787-4336-BC73-D3851802CB43}" srcOrd="0" destOrd="0" presId="urn:microsoft.com/office/officeart/2005/8/layout/venn1"/>
    <dgm:cxn modelId="{AFD99375-06F5-49BC-8C1D-2913D902D653}" type="presOf" srcId="{1E143845-35BD-4C1B-944D-CB01B05FD7CC}" destId="{6852876A-8026-48B2-A7BD-BC15732009E3}" srcOrd="0" destOrd="0" presId="urn:microsoft.com/office/officeart/2005/8/layout/venn1"/>
    <dgm:cxn modelId="{A6AFA584-A67E-4BB3-8C20-750D851343FE}" type="presOf" srcId="{1776EE21-861C-4379-B30B-105A52640A4D}" destId="{BBDB0482-778D-48DC-AC24-9CD67EF2CEFF}" srcOrd="0" destOrd="0" presId="urn:microsoft.com/office/officeart/2005/8/layout/venn1"/>
    <dgm:cxn modelId="{8542D0B1-4B5A-4651-89D2-4C571D7DB675}" type="presOf" srcId="{8B7803A6-B6E7-432D-8EC1-86CD2F7392CE}" destId="{056FF341-E69B-4AA6-8E2E-721EA033694E}" srcOrd="0" destOrd="0" presId="urn:microsoft.com/office/officeart/2005/8/layout/venn1"/>
    <dgm:cxn modelId="{649487E4-AFCC-4F07-992E-4770BFBAE3EB}" srcId="{16895F15-103C-4644-A030-BF741850400B}" destId="{1776EE21-861C-4379-B30B-105A52640A4D}" srcOrd="0" destOrd="0" parTransId="{6C2A547E-6DBC-4FE6-8814-3224056B9A86}" sibTransId="{19EAF551-827A-42BA-9150-A27A83E79C64}"/>
    <dgm:cxn modelId="{0556DAE7-ABA9-46EC-BF8B-60996D680D5A}" srcId="{16895F15-103C-4644-A030-BF741850400B}" destId="{B9F4DA21-D31A-4FDB-BAAE-971F0446EF7B}" srcOrd="3" destOrd="0" parTransId="{1A8490B2-C2D9-4255-96F7-3258B2AF5AF5}" sibTransId="{0B21A783-D8E8-4388-85F5-98970C2D88E9}"/>
    <dgm:cxn modelId="{088F7980-88D5-4B9F-B287-7ABCA90EACA7}" type="presParOf" srcId="{4A60C932-70E9-4378-A3B7-1B3D60D509E7}" destId="{870038F1-61D5-4398-B92B-6C3D152EDC10}" srcOrd="0" destOrd="0" presId="urn:microsoft.com/office/officeart/2005/8/layout/venn1"/>
    <dgm:cxn modelId="{DC649E5C-E9F5-46E9-BE81-2C11A05A7A23}" type="presParOf" srcId="{4A60C932-70E9-4378-A3B7-1B3D60D509E7}" destId="{BBDB0482-778D-48DC-AC24-9CD67EF2CEFF}" srcOrd="1" destOrd="0" presId="urn:microsoft.com/office/officeart/2005/8/layout/venn1"/>
    <dgm:cxn modelId="{388A601E-82A8-4420-8201-CDBBE7D07971}" type="presParOf" srcId="{4A60C932-70E9-4378-A3B7-1B3D60D509E7}" destId="{44390B75-6C2D-4435-B964-6E1E772A82FC}" srcOrd="2" destOrd="0" presId="urn:microsoft.com/office/officeart/2005/8/layout/venn1"/>
    <dgm:cxn modelId="{63A65FFA-0EC8-4130-A94A-4A816FA9D8CE}" type="presParOf" srcId="{4A60C932-70E9-4378-A3B7-1B3D60D509E7}" destId="{5565CF53-2787-4336-BC73-D3851802CB43}" srcOrd="3" destOrd="0" presId="urn:microsoft.com/office/officeart/2005/8/layout/venn1"/>
    <dgm:cxn modelId="{0EB74597-6B9F-4093-84DA-7B0376C96B12}" type="presParOf" srcId="{4A60C932-70E9-4378-A3B7-1B3D60D509E7}" destId="{CA781992-80D4-4468-90AE-A26DB83130E8}" srcOrd="4" destOrd="0" presId="urn:microsoft.com/office/officeart/2005/8/layout/venn1"/>
    <dgm:cxn modelId="{53139876-7B7A-4015-86ED-49CB03FEEE39}" type="presParOf" srcId="{4A60C932-70E9-4378-A3B7-1B3D60D509E7}" destId="{6852876A-8026-48B2-A7BD-BC15732009E3}" srcOrd="5" destOrd="0" presId="urn:microsoft.com/office/officeart/2005/8/layout/venn1"/>
    <dgm:cxn modelId="{F92AE0DE-BD7C-4485-8B08-AA73604F3845}" type="presParOf" srcId="{4A60C932-70E9-4378-A3B7-1B3D60D509E7}" destId="{4A3C3FDF-CCE8-443E-A6A1-CE07FDA73DCC}" srcOrd="6" destOrd="0" presId="urn:microsoft.com/office/officeart/2005/8/layout/venn1"/>
    <dgm:cxn modelId="{CB5EA494-06C1-4CB6-ADD4-AFCD47DFEBD3}" type="presParOf" srcId="{4A60C932-70E9-4378-A3B7-1B3D60D509E7}" destId="{BDF01A9A-4431-4FF0-8CCE-E129529336C5}" srcOrd="7" destOrd="0" presId="urn:microsoft.com/office/officeart/2005/8/layout/venn1"/>
    <dgm:cxn modelId="{D3A3F6B1-DC60-4E80-9BDF-B1429E6FB609}" type="presParOf" srcId="{4A60C932-70E9-4378-A3B7-1B3D60D509E7}" destId="{9315BE29-EE81-4976-BBAD-04E3FBB7FED2}" srcOrd="8" destOrd="0" presId="urn:microsoft.com/office/officeart/2005/8/layout/venn1"/>
    <dgm:cxn modelId="{B467B0F6-3A92-40AD-B36B-D0EA8D0D4EBD}" type="presParOf" srcId="{4A60C932-70E9-4378-A3B7-1B3D60D509E7}" destId="{056FF341-E69B-4AA6-8E2E-721EA033694E}" srcOrd="9"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4D6BE6C7-A276-4CF7-97B1-F73B54F3FD1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D295430-5BF0-4636-AD95-617408DC4CC0}">
      <dgm:prSet/>
      <dgm:spPr/>
      <dgm:t>
        <a:bodyPr/>
        <a:lstStyle/>
        <a:p>
          <a:r>
            <a:rPr lang="uk-UA" b="0" i="0"/>
            <a:t>Річчю Посполитою та Османською імперією.</a:t>
          </a:r>
          <a:endParaRPr lang="uk-UA"/>
        </a:p>
      </dgm:t>
    </dgm:pt>
    <dgm:pt modelId="{2E51A641-EDD5-49EA-B2FA-B4102DABF4BA}" type="parTrans" cxnId="{4E07637C-4180-476C-8C8B-BB0D2274FE6D}">
      <dgm:prSet/>
      <dgm:spPr/>
      <dgm:t>
        <a:bodyPr/>
        <a:lstStyle/>
        <a:p>
          <a:endParaRPr lang="uk-UA"/>
        </a:p>
      </dgm:t>
    </dgm:pt>
    <dgm:pt modelId="{CC5523B1-C53B-475E-BD90-B9694B3800B8}" type="sibTrans" cxnId="{4E07637C-4180-476C-8C8B-BB0D2274FE6D}">
      <dgm:prSet/>
      <dgm:spPr/>
      <dgm:t>
        <a:bodyPr/>
        <a:lstStyle/>
        <a:p>
          <a:endParaRPr lang="uk-UA"/>
        </a:p>
      </dgm:t>
    </dgm:pt>
    <dgm:pt modelId="{1920C24F-C0EE-460E-8233-4F2A5DECC614}">
      <dgm:prSet/>
      <dgm:spPr/>
      <dgm:t>
        <a:bodyPr/>
        <a:lstStyle/>
        <a:p>
          <a:r>
            <a:rPr lang="uk-UA" b="0" i="0" dirty="0"/>
            <a:t>Османською імперією та Великим князівством Литовським.</a:t>
          </a:r>
          <a:endParaRPr lang="uk-UA" dirty="0"/>
        </a:p>
      </dgm:t>
    </dgm:pt>
    <dgm:pt modelId="{E13DC356-8036-4730-A737-E5196AAAD3C6}" type="parTrans" cxnId="{96443597-0EA0-4735-B762-16EC7364A7CB}">
      <dgm:prSet/>
      <dgm:spPr/>
      <dgm:t>
        <a:bodyPr/>
        <a:lstStyle/>
        <a:p>
          <a:endParaRPr lang="uk-UA"/>
        </a:p>
      </dgm:t>
    </dgm:pt>
    <dgm:pt modelId="{27B47C93-B848-458D-B461-43EED08110BE}" type="sibTrans" cxnId="{96443597-0EA0-4735-B762-16EC7364A7CB}">
      <dgm:prSet/>
      <dgm:spPr/>
      <dgm:t>
        <a:bodyPr/>
        <a:lstStyle/>
        <a:p>
          <a:endParaRPr lang="uk-UA"/>
        </a:p>
      </dgm:t>
    </dgm:pt>
    <dgm:pt modelId="{83BCE197-506F-4DA5-A263-4869C5B33F5D}">
      <dgm:prSet/>
      <dgm:spPr/>
      <dgm:t>
        <a:bodyPr/>
        <a:lstStyle/>
        <a:p>
          <a:r>
            <a:rPr lang="uk-UA" b="0" i="0"/>
            <a:t>Великим князівством Литовським і Московським царством.</a:t>
          </a:r>
          <a:endParaRPr lang="uk-UA"/>
        </a:p>
      </dgm:t>
    </dgm:pt>
    <dgm:pt modelId="{0C2A531B-FACD-4CE1-B9F3-593FD71EC0EB}" type="parTrans" cxnId="{EE68A808-8BC4-42EA-AD5A-EDF716C22C51}">
      <dgm:prSet/>
      <dgm:spPr/>
      <dgm:t>
        <a:bodyPr/>
        <a:lstStyle/>
        <a:p>
          <a:endParaRPr lang="uk-UA"/>
        </a:p>
      </dgm:t>
    </dgm:pt>
    <dgm:pt modelId="{17AD9E36-AF31-464A-80D1-4E7A9632045C}" type="sibTrans" cxnId="{EE68A808-8BC4-42EA-AD5A-EDF716C22C51}">
      <dgm:prSet/>
      <dgm:spPr/>
      <dgm:t>
        <a:bodyPr/>
        <a:lstStyle/>
        <a:p>
          <a:endParaRPr lang="uk-UA"/>
        </a:p>
      </dgm:t>
    </dgm:pt>
    <dgm:pt modelId="{CFE4AC4E-BE1C-4DB5-883D-2E4A896C6C22}">
      <dgm:prSet/>
      <dgm:spPr/>
      <dgm:t>
        <a:bodyPr/>
        <a:lstStyle/>
        <a:p>
          <a:r>
            <a:rPr lang="uk-UA" b="0" i="0" dirty="0"/>
            <a:t>Московським царством і Річчю Посполитою</a:t>
          </a:r>
          <a:endParaRPr lang="uk-UA" dirty="0"/>
        </a:p>
      </dgm:t>
    </dgm:pt>
    <dgm:pt modelId="{3ADD39D9-3641-4AC2-A4FB-5DCE7380FAC4}" type="parTrans" cxnId="{787751FD-739C-4056-9CA4-AB31220DF265}">
      <dgm:prSet/>
      <dgm:spPr/>
      <dgm:t>
        <a:bodyPr/>
        <a:lstStyle/>
        <a:p>
          <a:endParaRPr lang="uk-UA"/>
        </a:p>
      </dgm:t>
    </dgm:pt>
    <dgm:pt modelId="{31BDA623-E6BF-48CC-BD0E-0594A19B62A2}" type="sibTrans" cxnId="{787751FD-739C-4056-9CA4-AB31220DF265}">
      <dgm:prSet/>
      <dgm:spPr/>
      <dgm:t>
        <a:bodyPr/>
        <a:lstStyle/>
        <a:p>
          <a:endParaRPr lang="uk-UA"/>
        </a:p>
      </dgm:t>
    </dgm:pt>
    <dgm:pt modelId="{C4E3BDBE-B031-4815-B840-6D3A6F5B5F20}" type="pres">
      <dgm:prSet presAssocID="{4D6BE6C7-A276-4CF7-97B1-F73B54F3FD1F}" presName="linear" presStyleCnt="0">
        <dgm:presLayoutVars>
          <dgm:animLvl val="lvl"/>
          <dgm:resizeHandles val="exact"/>
        </dgm:presLayoutVars>
      </dgm:prSet>
      <dgm:spPr/>
    </dgm:pt>
    <dgm:pt modelId="{81B6E387-B6DB-461C-A31F-439059FED339}" type="pres">
      <dgm:prSet presAssocID="{6D295430-5BF0-4636-AD95-617408DC4CC0}" presName="parentText" presStyleLbl="node1" presStyleIdx="0" presStyleCnt="4">
        <dgm:presLayoutVars>
          <dgm:chMax val="0"/>
          <dgm:bulletEnabled val="1"/>
        </dgm:presLayoutVars>
      </dgm:prSet>
      <dgm:spPr/>
    </dgm:pt>
    <dgm:pt modelId="{57F9E303-EDD3-4AE3-AFC2-D1C85F9D95F5}" type="pres">
      <dgm:prSet presAssocID="{CC5523B1-C53B-475E-BD90-B9694B3800B8}" presName="spacer" presStyleCnt="0"/>
      <dgm:spPr/>
    </dgm:pt>
    <dgm:pt modelId="{B7E183CA-6B42-43E7-B3E9-05CF77D8280B}" type="pres">
      <dgm:prSet presAssocID="{1920C24F-C0EE-460E-8233-4F2A5DECC614}" presName="parentText" presStyleLbl="node1" presStyleIdx="1" presStyleCnt="4">
        <dgm:presLayoutVars>
          <dgm:chMax val="0"/>
          <dgm:bulletEnabled val="1"/>
        </dgm:presLayoutVars>
      </dgm:prSet>
      <dgm:spPr/>
    </dgm:pt>
    <dgm:pt modelId="{AA63D8A4-63CE-4F35-BDBC-8EED057B6BCD}" type="pres">
      <dgm:prSet presAssocID="{27B47C93-B848-458D-B461-43EED08110BE}" presName="spacer" presStyleCnt="0"/>
      <dgm:spPr/>
    </dgm:pt>
    <dgm:pt modelId="{109657F2-ED0B-49F0-8744-D1035BA54361}" type="pres">
      <dgm:prSet presAssocID="{83BCE197-506F-4DA5-A263-4869C5B33F5D}" presName="parentText" presStyleLbl="node1" presStyleIdx="2" presStyleCnt="4">
        <dgm:presLayoutVars>
          <dgm:chMax val="0"/>
          <dgm:bulletEnabled val="1"/>
        </dgm:presLayoutVars>
      </dgm:prSet>
      <dgm:spPr/>
    </dgm:pt>
    <dgm:pt modelId="{CE350F1D-9D4E-4E81-8373-97DB957B8D55}" type="pres">
      <dgm:prSet presAssocID="{17AD9E36-AF31-464A-80D1-4E7A9632045C}" presName="spacer" presStyleCnt="0"/>
      <dgm:spPr/>
    </dgm:pt>
    <dgm:pt modelId="{3823E60C-6309-4AFA-9900-C3F189AB82DF}" type="pres">
      <dgm:prSet presAssocID="{CFE4AC4E-BE1C-4DB5-883D-2E4A896C6C22}" presName="parentText" presStyleLbl="node1" presStyleIdx="3" presStyleCnt="4">
        <dgm:presLayoutVars>
          <dgm:chMax val="0"/>
          <dgm:bulletEnabled val="1"/>
        </dgm:presLayoutVars>
      </dgm:prSet>
      <dgm:spPr/>
    </dgm:pt>
  </dgm:ptLst>
  <dgm:cxnLst>
    <dgm:cxn modelId="{EE68A808-8BC4-42EA-AD5A-EDF716C22C51}" srcId="{4D6BE6C7-A276-4CF7-97B1-F73B54F3FD1F}" destId="{83BCE197-506F-4DA5-A263-4869C5B33F5D}" srcOrd="2" destOrd="0" parTransId="{0C2A531B-FACD-4CE1-B9F3-593FD71EC0EB}" sibTransId="{17AD9E36-AF31-464A-80D1-4E7A9632045C}"/>
    <dgm:cxn modelId="{3F821A18-193D-4118-B089-9A73930682BA}" type="presOf" srcId="{6D295430-5BF0-4636-AD95-617408DC4CC0}" destId="{81B6E387-B6DB-461C-A31F-439059FED339}" srcOrd="0" destOrd="0" presId="urn:microsoft.com/office/officeart/2005/8/layout/vList2"/>
    <dgm:cxn modelId="{9209FD5C-A5CF-4034-A501-06F7AF680EC8}" type="presOf" srcId="{1920C24F-C0EE-460E-8233-4F2A5DECC614}" destId="{B7E183CA-6B42-43E7-B3E9-05CF77D8280B}" srcOrd="0" destOrd="0" presId="urn:microsoft.com/office/officeart/2005/8/layout/vList2"/>
    <dgm:cxn modelId="{4E07637C-4180-476C-8C8B-BB0D2274FE6D}" srcId="{4D6BE6C7-A276-4CF7-97B1-F73B54F3FD1F}" destId="{6D295430-5BF0-4636-AD95-617408DC4CC0}" srcOrd="0" destOrd="0" parTransId="{2E51A641-EDD5-49EA-B2FA-B4102DABF4BA}" sibTransId="{CC5523B1-C53B-475E-BD90-B9694B3800B8}"/>
    <dgm:cxn modelId="{96443597-0EA0-4735-B762-16EC7364A7CB}" srcId="{4D6BE6C7-A276-4CF7-97B1-F73B54F3FD1F}" destId="{1920C24F-C0EE-460E-8233-4F2A5DECC614}" srcOrd="1" destOrd="0" parTransId="{E13DC356-8036-4730-A737-E5196AAAD3C6}" sibTransId="{27B47C93-B848-458D-B461-43EED08110BE}"/>
    <dgm:cxn modelId="{76DB2DC2-3F3E-4A26-8DE1-EF9C1382D577}" type="presOf" srcId="{83BCE197-506F-4DA5-A263-4869C5B33F5D}" destId="{109657F2-ED0B-49F0-8744-D1035BA54361}" srcOrd="0" destOrd="0" presId="urn:microsoft.com/office/officeart/2005/8/layout/vList2"/>
    <dgm:cxn modelId="{1204E5C9-5373-4A3A-8D8B-903887AF6E5A}" type="presOf" srcId="{4D6BE6C7-A276-4CF7-97B1-F73B54F3FD1F}" destId="{C4E3BDBE-B031-4815-B840-6D3A6F5B5F20}" srcOrd="0" destOrd="0" presId="urn:microsoft.com/office/officeart/2005/8/layout/vList2"/>
    <dgm:cxn modelId="{1F771BDA-1434-425B-93C9-C15370DC6A7B}" type="presOf" srcId="{CFE4AC4E-BE1C-4DB5-883D-2E4A896C6C22}" destId="{3823E60C-6309-4AFA-9900-C3F189AB82DF}" srcOrd="0" destOrd="0" presId="urn:microsoft.com/office/officeart/2005/8/layout/vList2"/>
    <dgm:cxn modelId="{787751FD-739C-4056-9CA4-AB31220DF265}" srcId="{4D6BE6C7-A276-4CF7-97B1-F73B54F3FD1F}" destId="{CFE4AC4E-BE1C-4DB5-883D-2E4A896C6C22}" srcOrd="3" destOrd="0" parTransId="{3ADD39D9-3641-4AC2-A4FB-5DCE7380FAC4}" sibTransId="{31BDA623-E6BF-48CC-BD0E-0594A19B62A2}"/>
    <dgm:cxn modelId="{5C33BEFB-CD63-411C-A3C0-845A63D46810}" type="presParOf" srcId="{C4E3BDBE-B031-4815-B840-6D3A6F5B5F20}" destId="{81B6E387-B6DB-461C-A31F-439059FED339}" srcOrd="0" destOrd="0" presId="urn:microsoft.com/office/officeart/2005/8/layout/vList2"/>
    <dgm:cxn modelId="{6BB6A64D-9ED1-4A9A-AF1C-6CEF7F8BA70F}" type="presParOf" srcId="{C4E3BDBE-B031-4815-B840-6D3A6F5B5F20}" destId="{57F9E303-EDD3-4AE3-AFC2-D1C85F9D95F5}" srcOrd="1" destOrd="0" presId="urn:microsoft.com/office/officeart/2005/8/layout/vList2"/>
    <dgm:cxn modelId="{DFD9B689-5F97-4446-8282-EBEB025468EB}" type="presParOf" srcId="{C4E3BDBE-B031-4815-B840-6D3A6F5B5F20}" destId="{B7E183CA-6B42-43E7-B3E9-05CF77D8280B}" srcOrd="2" destOrd="0" presId="urn:microsoft.com/office/officeart/2005/8/layout/vList2"/>
    <dgm:cxn modelId="{15706168-C4FD-4D72-BBBB-2E5FE6E7D0C1}" type="presParOf" srcId="{C4E3BDBE-B031-4815-B840-6D3A6F5B5F20}" destId="{AA63D8A4-63CE-4F35-BDBC-8EED057B6BCD}" srcOrd="3" destOrd="0" presId="urn:microsoft.com/office/officeart/2005/8/layout/vList2"/>
    <dgm:cxn modelId="{8DABD217-7C39-4062-A302-6848B7F0F949}" type="presParOf" srcId="{C4E3BDBE-B031-4815-B840-6D3A6F5B5F20}" destId="{109657F2-ED0B-49F0-8744-D1035BA54361}" srcOrd="4" destOrd="0" presId="urn:microsoft.com/office/officeart/2005/8/layout/vList2"/>
    <dgm:cxn modelId="{ED677653-1B21-4E01-B1B0-772A53898DE2}" type="presParOf" srcId="{C4E3BDBE-B031-4815-B840-6D3A6F5B5F20}" destId="{CE350F1D-9D4E-4E81-8373-97DB957B8D55}" srcOrd="5" destOrd="0" presId="urn:microsoft.com/office/officeart/2005/8/layout/vList2"/>
    <dgm:cxn modelId="{67F98C05-C1A5-40B4-8A71-349A58D473C4}" type="presParOf" srcId="{C4E3BDBE-B031-4815-B840-6D3A6F5B5F20}" destId="{3823E60C-6309-4AFA-9900-C3F189AB82D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818C2D10-39DB-42F3-984C-745C4A5F11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5632A6B-64C5-470D-84AD-0041E5E8559E}">
      <dgm:prSet/>
      <dgm:spPr/>
      <dgm:t>
        <a:bodyPr/>
        <a:lstStyle/>
        <a:p>
          <a:r>
            <a:rPr lang="ru-RU" b="0" i="0"/>
            <a:t>австрійським цісарем.</a:t>
          </a:r>
          <a:endParaRPr lang="uk-UA"/>
        </a:p>
      </dgm:t>
    </dgm:pt>
    <dgm:pt modelId="{8346EA4E-F279-4ED2-8CCF-78CAE13675A7}" type="parTrans" cxnId="{1F6BCFDB-52DB-4982-8F38-475613B429B3}">
      <dgm:prSet/>
      <dgm:spPr/>
      <dgm:t>
        <a:bodyPr/>
        <a:lstStyle/>
        <a:p>
          <a:endParaRPr lang="uk-UA"/>
        </a:p>
      </dgm:t>
    </dgm:pt>
    <dgm:pt modelId="{49DAAD2B-6C1F-4BAE-AE39-B7943E2A1A42}" type="sibTrans" cxnId="{1F6BCFDB-52DB-4982-8F38-475613B429B3}">
      <dgm:prSet/>
      <dgm:spPr/>
      <dgm:t>
        <a:bodyPr/>
        <a:lstStyle/>
        <a:p>
          <a:endParaRPr lang="uk-UA"/>
        </a:p>
      </dgm:t>
    </dgm:pt>
    <dgm:pt modelId="{4D4EF46A-A824-470A-A73D-325E5BB850A9}">
      <dgm:prSet/>
      <dgm:spPr/>
      <dgm:t>
        <a:bodyPr/>
        <a:lstStyle/>
        <a:p>
          <a:r>
            <a:rPr lang="ru-RU" b="0" i="0" dirty="0" err="1"/>
            <a:t>московським</a:t>
          </a:r>
          <a:r>
            <a:rPr lang="ru-RU" b="0" i="0" dirty="0"/>
            <a:t> царем.</a:t>
          </a:r>
          <a:endParaRPr lang="uk-UA" dirty="0"/>
        </a:p>
      </dgm:t>
    </dgm:pt>
    <dgm:pt modelId="{D4E56A3F-ED90-4750-98FC-AA26BE4B381E}" type="parTrans" cxnId="{F4682805-D7EA-4B95-BFD8-7F46721E4A70}">
      <dgm:prSet/>
      <dgm:spPr/>
      <dgm:t>
        <a:bodyPr/>
        <a:lstStyle/>
        <a:p>
          <a:endParaRPr lang="uk-UA"/>
        </a:p>
      </dgm:t>
    </dgm:pt>
    <dgm:pt modelId="{244CEAAD-B938-434F-AD2F-0140A29603BD}" type="sibTrans" cxnId="{F4682805-D7EA-4B95-BFD8-7F46721E4A70}">
      <dgm:prSet/>
      <dgm:spPr/>
      <dgm:t>
        <a:bodyPr/>
        <a:lstStyle/>
        <a:p>
          <a:endParaRPr lang="uk-UA"/>
        </a:p>
      </dgm:t>
    </dgm:pt>
    <dgm:pt modelId="{1AD7B5DC-9D90-4FA9-BB36-1CC2F3F8F872}">
      <dgm:prSet/>
      <dgm:spPr/>
      <dgm:t>
        <a:bodyPr/>
        <a:lstStyle/>
        <a:p>
          <a:r>
            <a:rPr lang="ru-RU" b="0" i="0"/>
            <a:t>шведським королем.</a:t>
          </a:r>
          <a:endParaRPr lang="uk-UA"/>
        </a:p>
      </dgm:t>
    </dgm:pt>
    <dgm:pt modelId="{3C27E2C9-8035-4D21-804D-6021125C4663}" type="parTrans" cxnId="{77476244-3746-4F11-8B97-6C3CAA23AAB1}">
      <dgm:prSet/>
      <dgm:spPr/>
      <dgm:t>
        <a:bodyPr/>
        <a:lstStyle/>
        <a:p>
          <a:endParaRPr lang="uk-UA"/>
        </a:p>
      </dgm:t>
    </dgm:pt>
    <dgm:pt modelId="{20B5665F-B65B-4BFE-9CE2-F412D2E36BB3}" type="sibTrans" cxnId="{77476244-3746-4F11-8B97-6C3CAA23AAB1}">
      <dgm:prSet/>
      <dgm:spPr/>
      <dgm:t>
        <a:bodyPr/>
        <a:lstStyle/>
        <a:p>
          <a:endParaRPr lang="uk-UA"/>
        </a:p>
      </dgm:t>
    </dgm:pt>
    <dgm:pt modelId="{2ECB02B6-1CBE-4541-84CD-346CA324824F}">
      <dgm:prSet/>
      <dgm:spPr/>
      <dgm:t>
        <a:bodyPr/>
        <a:lstStyle/>
        <a:p>
          <a:r>
            <a:rPr lang="ru-RU" b="0" i="0" dirty="0" err="1"/>
            <a:t>польським</a:t>
          </a:r>
          <a:r>
            <a:rPr lang="ru-RU" b="0" i="0" dirty="0"/>
            <a:t> королем.</a:t>
          </a:r>
          <a:endParaRPr lang="uk-UA" dirty="0"/>
        </a:p>
      </dgm:t>
    </dgm:pt>
    <dgm:pt modelId="{BAAFA2D0-417D-47A8-9D8E-579224F58D83}" type="parTrans" cxnId="{06204891-0ED5-4282-884B-312EC6474216}">
      <dgm:prSet/>
      <dgm:spPr/>
      <dgm:t>
        <a:bodyPr/>
        <a:lstStyle/>
        <a:p>
          <a:endParaRPr lang="uk-UA"/>
        </a:p>
      </dgm:t>
    </dgm:pt>
    <dgm:pt modelId="{B9435135-1BB2-43AF-BAE1-A0DC5ACF49B7}" type="sibTrans" cxnId="{06204891-0ED5-4282-884B-312EC6474216}">
      <dgm:prSet/>
      <dgm:spPr/>
      <dgm:t>
        <a:bodyPr/>
        <a:lstStyle/>
        <a:p>
          <a:endParaRPr lang="uk-UA"/>
        </a:p>
      </dgm:t>
    </dgm:pt>
    <dgm:pt modelId="{7F8B9CA6-C2F3-4A71-8E59-DF948C445F6D}" type="pres">
      <dgm:prSet presAssocID="{818C2D10-39DB-42F3-984C-745C4A5F1153}" presName="linear" presStyleCnt="0">
        <dgm:presLayoutVars>
          <dgm:animLvl val="lvl"/>
          <dgm:resizeHandles val="exact"/>
        </dgm:presLayoutVars>
      </dgm:prSet>
      <dgm:spPr/>
    </dgm:pt>
    <dgm:pt modelId="{050D226A-C6A3-423E-87CE-800B6915D01D}" type="pres">
      <dgm:prSet presAssocID="{75632A6B-64C5-470D-84AD-0041E5E8559E}" presName="parentText" presStyleLbl="node1" presStyleIdx="0" presStyleCnt="4">
        <dgm:presLayoutVars>
          <dgm:chMax val="0"/>
          <dgm:bulletEnabled val="1"/>
        </dgm:presLayoutVars>
      </dgm:prSet>
      <dgm:spPr/>
    </dgm:pt>
    <dgm:pt modelId="{10DB4BC4-D4B1-4515-BC00-C726004A2868}" type="pres">
      <dgm:prSet presAssocID="{49DAAD2B-6C1F-4BAE-AE39-B7943E2A1A42}" presName="spacer" presStyleCnt="0"/>
      <dgm:spPr/>
    </dgm:pt>
    <dgm:pt modelId="{58218219-5ACE-4B6F-BCD1-655064C92697}" type="pres">
      <dgm:prSet presAssocID="{4D4EF46A-A824-470A-A73D-325E5BB850A9}" presName="parentText" presStyleLbl="node1" presStyleIdx="1" presStyleCnt="4">
        <dgm:presLayoutVars>
          <dgm:chMax val="0"/>
          <dgm:bulletEnabled val="1"/>
        </dgm:presLayoutVars>
      </dgm:prSet>
      <dgm:spPr/>
    </dgm:pt>
    <dgm:pt modelId="{45D76177-549B-4DAB-BBE9-5E54EB21B8C0}" type="pres">
      <dgm:prSet presAssocID="{244CEAAD-B938-434F-AD2F-0140A29603BD}" presName="spacer" presStyleCnt="0"/>
      <dgm:spPr/>
    </dgm:pt>
    <dgm:pt modelId="{B1731D9E-5A41-4B57-929F-FA5139ADE79A}" type="pres">
      <dgm:prSet presAssocID="{1AD7B5DC-9D90-4FA9-BB36-1CC2F3F8F872}" presName="parentText" presStyleLbl="node1" presStyleIdx="2" presStyleCnt="4">
        <dgm:presLayoutVars>
          <dgm:chMax val="0"/>
          <dgm:bulletEnabled val="1"/>
        </dgm:presLayoutVars>
      </dgm:prSet>
      <dgm:spPr/>
    </dgm:pt>
    <dgm:pt modelId="{34D0FAA3-1488-4141-9F56-2AFBF19EDCF0}" type="pres">
      <dgm:prSet presAssocID="{20B5665F-B65B-4BFE-9CE2-F412D2E36BB3}" presName="spacer" presStyleCnt="0"/>
      <dgm:spPr/>
    </dgm:pt>
    <dgm:pt modelId="{B353ECFB-20EF-4968-BE53-89E9D06CA6DA}" type="pres">
      <dgm:prSet presAssocID="{2ECB02B6-1CBE-4541-84CD-346CA324824F}" presName="parentText" presStyleLbl="node1" presStyleIdx="3" presStyleCnt="4">
        <dgm:presLayoutVars>
          <dgm:chMax val="0"/>
          <dgm:bulletEnabled val="1"/>
        </dgm:presLayoutVars>
      </dgm:prSet>
      <dgm:spPr/>
    </dgm:pt>
  </dgm:ptLst>
  <dgm:cxnLst>
    <dgm:cxn modelId="{F4682805-D7EA-4B95-BFD8-7F46721E4A70}" srcId="{818C2D10-39DB-42F3-984C-745C4A5F1153}" destId="{4D4EF46A-A824-470A-A73D-325E5BB850A9}" srcOrd="1" destOrd="0" parTransId="{D4E56A3F-ED90-4750-98FC-AA26BE4B381E}" sibTransId="{244CEAAD-B938-434F-AD2F-0140A29603BD}"/>
    <dgm:cxn modelId="{38A92C5C-9A3F-46C3-8F2F-67B3597ADCAD}" type="presOf" srcId="{1AD7B5DC-9D90-4FA9-BB36-1CC2F3F8F872}" destId="{B1731D9E-5A41-4B57-929F-FA5139ADE79A}" srcOrd="0" destOrd="0" presId="urn:microsoft.com/office/officeart/2005/8/layout/vList2"/>
    <dgm:cxn modelId="{6C487363-5FCB-4BE1-972B-0EA9CCE39E45}" type="presOf" srcId="{818C2D10-39DB-42F3-984C-745C4A5F1153}" destId="{7F8B9CA6-C2F3-4A71-8E59-DF948C445F6D}" srcOrd="0" destOrd="0" presId="urn:microsoft.com/office/officeart/2005/8/layout/vList2"/>
    <dgm:cxn modelId="{77476244-3746-4F11-8B97-6C3CAA23AAB1}" srcId="{818C2D10-39DB-42F3-984C-745C4A5F1153}" destId="{1AD7B5DC-9D90-4FA9-BB36-1CC2F3F8F872}" srcOrd="2" destOrd="0" parTransId="{3C27E2C9-8035-4D21-804D-6021125C4663}" sibTransId="{20B5665F-B65B-4BFE-9CE2-F412D2E36BB3}"/>
    <dgm:cxn modelId="{14191D67-016A-4444-B932-709AA36B7C0D}" type="presOf" srcId="{2ECB02B6-1CBE-4541-84CD-346CA324824F}" destId="{B353ECFB-20EF-4968-BE53-89E9D06CA6DA}" srcOrd="0" destOrd="0" presId="urn:microsoft.com/office/officeart/2005/8/layout/vList2"/>
    <dgm:cxn modelId="{06204891-0ED5-4282-884B-312EC6474216}" srcId="{818C2D10-39DB-42F3-984C-745C4A5F1153}" destId="{2ECB02B6-1CBE-4541-84CD-346CA324824F}" srcOrd="3" destOrd="0" parTransId="{BAAFA2D0-417D-47A8-9D8E-579224F58D83}" sibTransId="{B9435135-1BB2-43AF-BAE1-A0DC5ACF49B7}"/>
    <dgm:cxn modelId="{3B2326C2-9E27-4379-9AAE-6B4A95C076D3}" type="presOf" srcId="{4D4EF46A-A824-470A-A73D-325E5BB850A9}" destId="{58218219-5ACE-4B6F-BCD1-655064C92697}" srcOrd="0" destOrd="0" presId="urn:microsoft.com/office/officeart/2005/8/layout/vList2"/>
    <dgm:cxn modelId="{1F6BCFDB-52DB-4982-8F38-475613B429B3}" srcId="{818C2D10-39DB-42F3-984C-745C4A5F1153}" destId="{75632A6B-64C5-470D-84AD-0041E5E8559E}" srcOrd="0" destOrd="0" parTransId="{8346EA4E-F279-4ED2-8CCF-78CAE13675A7}" sibTransId="{49DAAD2B-6C1F-4BAE-AE39-B7943E2A1A42}"/>
    <dgm:cxn modelId="{4E6EE2DD-C84D-4978-AAC7-36342624275C}" type="presOf" srcId="{75632A6B-64C5-470D-84AD-0041E5E8559E}" destId="{050D226A-C6A3-423E-87CE-800B6915D01D}" srcOrd="0" destOrd="0" presId="urn:microsoft.com/office/officeart/2005/8/layout/vList2"/>
    <dgm:cxn modelId="{6FBCFB37-7B65-47BF-BD7D-3773133803F3}" type="presParOf" srcId="{7F8B9CA6-C2F3-4A71-8E59-DF948C445F6D}" destId="{050D226A-C6A3-423E-87CE-800B6915D01D}" srcOrd="0" destOrd="0" presId="urn:microsoft.com/office/officeart/2005/8/layout/vList2"/>
    <dgm:cxn modelId="{EB74BD7F-1DED-498B-B866-64C3C2D73DCA}" type="presParOf" srcId="{7F8B9CA6-C2F3-4A71-8E59-DF948C445F6D}" destId="{10DB4BC4-D4B1-4515-BC00-C726004A2868}" srcOrd="1" destOrd="0" presId="urn:microsoft.com/office/officeart/2005/8/layout/vList2"/>
    <dgm:cxn modelId="{94CE77AC-8F9D-4EA7-BD23-23C01825D8C5}" type="presParOf" srcId="{7F8B9CA6-C2F3-4A71-8E59-DF948C445F6D}" destId="{58218219-5ACE-4B6F-BCD1-655064C92697}" srcOrd="2" destOrd="0" presId="urn:microsoft.com/office/officeart/2005/8/layout/vList2"/>
    <dgm:cxn modelId="{0FA5844E-0721-4F9E-AA94-7DC59842CB84}" type="presParOf" srcId="{7F8B9CA6-C2F3-4A71-8E59-DF948C445F6D}" destId="{45D76177-549B-4DAB-BBE9-5E54EB21B8C0}" srcOrd="3" destOrd="0" presId="urn:microsoft.com/office/officeart/2005/8/layout/vList2"/>
    <dgm:cxn modelId="{62F6FBE1-86D9-4CFB-A198-D989D13EF6C9}" type="presParOf" srcId="{7F8B9CA6-C2F3-4A71-8E59-DF948C445F6D}" destId="{B1731D9E-5A41-4B57-929F-FA5139ADE79A}" srcOrd="4" destOrd="0" presId="urn:microsoft.com/office/officeart/2005/8/layout/vList2"/>
    <dgm:cxn modelId="{0E7E4C8E-6BA3-4546-AFC8-CE3C3B3861D7}" type="presParOf" srcId="{7F8B9CA6-C2F3-4A71-8E59-DF948C445F6D}" destId="{34D0FAA3-1488-4141-9F56-2AFBF19EDCF0}" srcOrd="5" destOrd="0" presId="urn:microsoft.com/office/officeart/2005/8/layout/vList2"/>
    <dgm:cxn modelId="{B7BFBBF0-60C7-42C8-9064-F4F952AEC74F}" type="presParOf" srcId="{7F8B9CA6-C2F3-4A71-8E59-DF948C445F6D}" destId="{B353ECFB-20EF-4968-BE53-89E9D06CA6D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BC5D5F58-5EF2-4245-AEA5-094AE26BD8A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6BD164D-9D88-470E-ABAD-15FD07E3B3C7}">
      <dgm:prSet/>
      <dgm:spPr/>
      <dgm:t>
        <a:bodyPr/>
        <a:lstStyle/>
        <a:p>
          <a:r>
            <a:rPr lang="uk-UA" b="0" i="0"/>
            <a:t>польсько-український Гадяцький договір</a:t>
          </a:r>
          <a:endParaRPr lang="uk-UA"/>
        </a:p>
      </dgm:t>
    </dgm:pt>
    <dgm:pt modelId="{B068EDB3-1D96-4422-8A50-E0AD9C7EC6A7}" type="parTrans" cxnId="{3D8534A3-0CB9-4BD5-9D54-D80480D9CDD9}">
      <dgm:prSet/>
      <dgm:spPr/>
      <dgm:t>
        <a:bodyPr/>
        <a:lstStyle/>
        <a:p>
          <a:endParaRPr lang="uk-UA"/>
        </a:p>
      </dgm:t>
    </dgm:pt>
    <dgm:pt modelId="{C2883F16-1D6D-4CE1-9D61-BF96BB9F2871}" type="sibTrans" cxnId="{3D8534A3-0CB9-4BD5-9D54-D80480D9CDD9}">
      <dgm:prSet/>
      <dgm:spPr/>
      <dgm:t>
        <a:bodyPr/>
        <a:lstStyle/>
        <a:p>
          <a:endParaRPr lang="uk-UA"/>
        </a:p>
      </dgm:t>
    </dgm:pt>
    <dgm:pt modelId="{1A013AF3-257D-4CFF-B054-C290FDF4697D}">
      <dgm:prSet/>
      <dgm:spPr/>
      <dgm:t>
        <a:bodyPr/>
        <a:lstStyle/>
        <a:p>
          <a:r>
            <a:rPr lang="uk-UA" b="0" i="0"/>
            <a:t>польсько-московське Андрусівське перемир’я</a:t>
          </a:r>
          <a:endParaRPr lang="uk-UA"/>
        </a:p>
      </dgm:t>
    </dgm:pt>
    <dgm:pt modelId="{D5AEFE18-05C4-4D23-914A-2497C2FCBBA6}" type="parTrans" cxnId="{95FE7BDB-F784-4BFA-A0B4-EA1E01DAAA66}">
      <dgm:prSet/>
      <dgm:spPr/>
      <dgm:t>
        <a:bodyPr/>
        <a:lstStyle/>
        <a:p>
          <a:endParaRPr lang="uk-UA"/>
        </a:p>
      </dgm:t>
    </dgm:pt>
    <dgm:pt modelId="{4230693A-4CD7-4A78-A1A9-4C068007EA56}" type="sibTrans" cxnId="{95FE7BDB-F784-4BFA-A0B4-EA1E01DAAA66}">
      <dgm:prSet/>
      <dgm:spPr/>
      <dgm:t>
        <a:bodyPr/>
        <a:lstStyle/>
        <a:p>
          <a:endParaRPr lang="uk-UA"/>
        </a:p>
      </dgm:t>
    </dgm:pt>
    <dgm:pt modelId="{EBA11C6F-FCC6-43FE-B733-FC9E541B27A5}">
      <dgm:prSet/>
      <dgm:spPr/>
      <dgm:t>
        <a:bodyPr/>
        <a:lstStyle/>
        <a:p>
          <a:r>
            <a:rPr lang="uk-UA" b="0" i="0" dirty="0"/>
            <a:t>українсько-московські «Березневі статті»</a:t>
          </a:r>
          <a:endParaRPr lang="uk-UA" dirty="0"/>
        </a:p>
      </dgm:t>
    </dgm:pt>
    <dgm:pt modelId="{9D8DB5C8-EBEE-473E-912A-E5240982195C}" type="parTrans" cxnId="{6418C263-A528-4CFE-A530-D83EE45878D8}">
      <dgm:prSet/>
      <dgm:spPr/>
      <dgm:t>
        <a:bodyPr/>
        <a:lstStyle/>
        <a:p>
          <a:endParaRPr lang="uk-UA"/>
        </a:p>
      </dgm:t>
    </dgm:pt>
    <dgm:pt modelId="{602046EC-8DDB-40B4-A2EF-502982CA583D}" type="sibTrans" cxnId="{6418C263-A528-4CFE-A530-D83EE45878D8}">
      <dgm:prSet/>
      <dgm:spPr/>
      <dgm:t>
        <a:bodyPr/>
        <a:lstStyle/>
        <a:p>
          <a:endParaRPr lang="uk-UA"/>
        </a:p>
      </dgm:t>
    </dgm:pt>
    <dgm:pt modelId="{514796CB-3003-49EA-B224-F04B99CE2A48}">
      <dgm:prSet/>
      <dgm:spPr/>
      <dgm:t>
        <a:bodyPr/>
        <a:lstStyle/>
        <a:p>
          <a:r>
            <a:rPr lang="uk-UA" b="0" i="0" dirty="0" err="1"/>
            <a:t>московсько</a:t>
          </a:r>
          <a:r>
            <a:rPr lang="uk-UA" b="0" i="0" dirty="0"/>
            <a:t>-</a:t>
          </a:r>
          <a:r>
            <a:rPr lang="uk-UA" b="0" i="0" dirty="0" err="1"/>
            <a:t>турецько</a:t>
          </a:r>
          <a:r>
            <a:rPr lang="uk-UA" b="0" i="0" dirty="0"/>
            <a:t>-татарський Бахчисарайський договір</a:t>
          </a:r>
          <a:endParaRPr lang="uk-UA" dirty="0"/>
        </a:p>
      </dgm:t>
    </dgm:pt>
    <dgm:pt modelId="{C74AE436-704E-4DF9-AA99-962F064836BE}" type="parTrans" cxnId="{B106C64C-0FE8-42E6-89DF-399516BA86BD}">
      <dgm:prSet/>
      <dgm:spPr/>
      <dgm:t>
        <a:bodyPr/>
        <a:lstStyle/>
        <a:p>
          <a:endParaRPr lang="uk-UA"/>
        </a:p>
      </dgm:t>
    </dgm:pt>
    <dgm:pt modelId="{D97B494D-40AC-40E2-951E-9465621C955C}" type="sibTrans" cxnId="{B106C64C-0FE8-42E6-89DF-399516BA86BD}">
      <dgm:prSet/>
      <dgm:spPr/>
      <dgm:t>
        <a:bodyPr/>
        <a:lstStyle/>
        <a:p>
          <a:endParaRPr lang="uk-UA"/>
        </a:p>
      </dgm:t>
    </dgm:pt>
    <dgm:pt modelId="{D96E47C4-B87A-443D-91D6-17FB3DE8ECE3}" type="pres">
      <dgm:prSet presAssocID="{BC5D5F58-5EF2-4245-AEA5-094AE26BD8AF}" presName="linear" presStyleCnt="0">
        <dgm:presLayoutVars>
          <dgm:animLvl val="lvl"/>
          <dgm:resizeHandles val="exact"/>
        </dgm:presLayoutVars>
      </dgm:prSet>
      <dgm:spPr/>
    </dgm:pt>
    <dgm:pt modelId="{46431FE1-98BB-48CE-9FCC-FDAB410FD313}" type="pres">
      <dgm:prSet presAssocID="{56BD164D-9D88-470E-ABAD-15FD07E3B3C7}" presName="parentText" presStyleLbl="node1" presStyleIdx="0" presStyleCnt="4">
        <dgm:presLayoutVars>
          <dgm:chMax val="0"/>
          <dgm:bulletEnabled val="1"/>
        </dgm:presLayoutVars>
      </dgm:prSet>
      <dgm:spPr/>
    </dgm:pt>
    <dgm:pt modelId="{C1BACE75-B7FB-4E64-B943-C1BFCB4B90BA}" type="pres">
      <dgm:prSet presAssocID="{C2883F16-1D6D-4CE1-9D61-BF96BB9F2871}" presName="spacer" presStyleCnt="0"/>
      <dgm:spPr/>
    </dgm:pt>
    <dgm:pt modelId="{81D434E1-FEEE-4387-A039-C503F489450C}" type="pres">
      <dgm:prSet presAssocID="{1A013AF3-257D-4CFF-B054-C290FDF4697D}" presName="parentText" presStyleLbl="node1" presStyleIdx="1" presStyleCnt="4">
        <dgm:presLayoutVars>
          <dgm:chMax val="0"/>
          <dgm:bulletEnabled val="1"/>
        </dgm:presLayoutVars>
      </dgm:prSet>
      <dgm:spPr/>
    </dgm:pt>
    <dgm:pt modelId="{0C6AD2EE-66DC-4B3A-8CEE-65F66A9CDE0D}" type="pres">
      <dgm:prSet presAssocID="{4230693A-4CD7-4A78-A1A9-4C068007EA56}" presName="spacer" presStyleCnt="0"/>
      <dgm:spPr/>
    </dgm:pt>
    <dgm:pt modelId="{2FF70CC8-DCE1-490D-B7D5-EB35915DA682}" type="pres">
      <dgm:prSet presAssocID="{EBA11C6F-FCC6-43FE-B733-FC9E541B27A5}" presName="parentText" presStyleLbl="node1" presStyleIdx="2" presStyleCnt="4">
        <dgm:presLayoutVars>
          <dgm:chMax val="0"/>
          <dgm:bulletEnabled val="1"/>
        </dgm:presLayoutVars>
      </dgm:prSet>
      <dgm:spPr/>
    </dgm:pt>
    <dgm:pt modelId="{CE7AB441-B1E0-4FDF-8DA6-E92B4CE3D0CB}" type="pres">
      <dgm:prSet presAssocID="{602046EC-8DDB-40B4-A2EF-502982CA583D}" presName="spacer" presStyleCnt="0"/>
      <dgm:spPr/>
    </dgm:pt>
    <dgm:pt modelId="{DC0A3AD6-A869-4A63-AC15-7B12BAB1C5F6}" type="pres">
      <dgm:prSet presAssocID="{514796CB-3003-49EA-B224-F04B99CE2A48}" presName="parentText" presStyleLbl="node1" presStyleIdx="3" presStyleCnt="4">
        <dgm:presLayoutVars>
          <dgm:chMax val="0"/>
          <dgm:bulletEnabled val="1"/>
        </dgm:presLayoutVars>
      </dgm:prSet>
      <dgm:spPr/>
    </dgm:pt>
  </dgm:ptLst>
  <dgm:cxnLst>
    <dgm:cxn modelId="{92240817-08E6-4C81-A8C1-10538240F1AC}" type="presOf" srcId="{1A013AF3-257D-4CFF-B054-C290FDF4697D}" destId="{81D434E1-FEEE-4387-A039-C503F489450C}" srcOrd="0" destOrd="0" presId="urn:microsoft.com/office/officeart/2005/8/layout/vList2"/>
    <dgm:cxn modelId="{6418C263-A528-4CFE-A530-D83EE45878D8}" srcId="{BC5D5F58-5EF2-4245-AEA5-094AE26BD8AF}" destId="{EBA11C6F-FCC6-43FE-B733-FC9E541B27A5}" srcOrd="2" destOrd="0" parTransId="{9D8DB5C8-EBEE-473E-912A-E5240982195C}" sibTransId="{602046EC-8DDB-40B4-A2EF-502982CA583D}"/>
    <dgm:cxn modelId="{B106C64C-0FE8-42E6-89DF-399516BA86BD}" srcId="{BC5D5F58-5EF2-4245-AEA5-094AE26BD8AF}" destId="{514796CB-3003-49EA-B224-F04B99CE2A48}" srcOrd="3" destOrd="0" parTransId="{C74AE436-704E-4DF9-AA99-962F064836BE}" sibTransId="{D97B494D-40AC-40E2-951E-9465621C955C}"/>
    <dgm:cxn modelId="{F081B270-DD91-4A15-9396-1C13CA3233F0}" type="presOf" srcId="{56BD164D-9D88-470E-ABAD-15FD07E3B3C7}" destId="{46431FE1-98BB-48CE-9FCC-FDAB410FD313}" srcOrd="0" destOrd="0" presId="urn:microsoft.com/office/officeart/2005/8/layout/vList2"/>
    <dgm:cxn modelId="{F337BFA2-FF93-44ED-B580-45102C67C729}" type="presOf" srcId="{514796CB-3003-49EA-B224-F04B99CE2A48}" destId="{DC0A3AD6-A869-4A63-AC15-7B12BAB1C5F6}" srcOrd="0" destOrd="0" presId="urn:microsoft.com/office/officeart/2005/8/layout/vList2"/>
    <dgm:cxn modelId="{3D8534A3-0CB9-4BD5-9D54-D80480D9CDD9}" srcId="{BC5D5F58-5EF2-4245-AEA5-094AE26BD8AF}" destId="{56BD164D-9D88-470E-ABAD-15FD07E3B3C7}" srcOrd="0" destOrd="0" parTransId="{B068EDB3-1D96-4422-8A50-E0AD9C7EC6A7}" sibTransId="{C2883F16-1D6D-4CE1-9D61-BF96BB9F2871}"/>
    <dgm:cxn modelId="{818B6DA3-82E1-4D51-94BC-736C7BE83FFA}" type="presOf" srcId="{EBA11C6F-FCC6-43FE-B733-FC9E541B27A5}" destId="{2FF70CC8-DCE1-490D-B7D5-EB35915DA682}" srcOrd="0" destOrd="0" presId="urn:microsoft.com/office/officeart/2005/8/layout/vList2"/>
    <dgm:cxn modelId="{95FE7BDB-F784-4BFA-A0B4-EA1E01DAAA66}" srcId="{BC5D5F58-5EF2-4245-AEA5-094AE26BD8AF}" destId="{1A013AF3-257D-4CFF-B054-C290FDF4697D}" srcOrd="1" destOrd="0" parTransId="{D5AEFE18-05C4-4D23-914A-2497C2FCBBA6}" sibTransId="{4230693A-4CD7-4A78-A1A9-4C068007EA56}"/>
    <dgm:cxn modelId="{F063DEF8-D06A-4A32-80FD-4BF79D420E6B}" type="presOf" srcId="{BC5D5F58-5EF2-4245-AEA5-094AE26BD8AF}" destId="{D96E47C4-B87A-443D-91D6-17FB3DE8ECE3}" srcOrd="0" destOrd="0" presId="urn:microsoft.com/office/officeart/2005/8/layout/vList2"/>
    <dgm:cxn modelId="{D62532D4-8581-4B95-9CB8-3BA1AE45685F}" type="presParOf" srcId="{D96E47C4-B87A-443D-91D6-17FB3DE8ECE3}" destId="{46431FE1-98BB-48CE-9FCC-FDAB410FD313}" srcOrd="0" destOrd="0" presId="urn:microsoft.com/office/officeart/2005/8/layout/vList2"/>
    <dgm:cxn modelId="{E0D8065D-DFF4-48CE-99C8-4BB0B2684EF6}" type="presParOf" srcId="{D96E47C4-B87A-443D-91D6-17FB3DE8ECE3}" destId="{C1BACE75-B7FB-4E64-B943-C1BFCB4B90BA}" srcOrd="1" destOrd="0" presId="urn:microsoft.com/office/officeart/2005/8/layout/vList2"/>
    <dgm:cxn modelId="{0AAFFF86-6F45-4463-8BCE-5236431B0CCA}" type="presParOf" srcId="{D96E47C4-B87A-443D-91D6-17FB3DE8ECE3}" destId="{81D434E1-FEEE-4387-A039-C503F489450C}" srcOrd="2" destOrd="0" presId="urn:microsoft.com/office/officeart/2005/8/layout/vList2"/>
    <dgm:cxn modelId="{5E644442-495B-4BC1-B45E-BD7E583E3B7C}" type="presParOf" srcId="{D96E47C4-B87A-443D-91D6-17FB3DE8ECE3}" destId="{0C6AD2EE-66DC-4B3A-8CEE-65F66A9CDE0D}" srcOrd="3" destOrd="0" presId="urn:microsoft.com/office/officeart/2005/8/layout/vList2"/>
    <dgm:cxn modelId="{952B561B-27FB-4E33-A3F3-AFFE56FFCC3D}" type="presParOf" srcId="{D96E47C4-B87A-443D-91D6-17FB3DE8ECE3}" destId="{2FF70CC8-DCE1-490D-B7D5-EB35915DA682}" srcOrd="4" destOrd="0" presId="urn:microsoft.com/office/officeart/2005/8/layout/vList2"/>
    <dgm:cxn modelId="{D49F7AAD-DDF2-4D3F-81C6-2353C365CFEF}" type="presParOf" srcId="{D96E47C4-B87A-443D-91D6-17FB3DE8ECE3}" destId="{CE7AB441-B1E0-4FDF-8DA6-E92B4CE3D0CB}" srcOrd="5" destOrd="0" presId="urn:microsoft.com/office/officeart/2005/8/layout/vList2"/>
    <dgm:cxn modelId="{3AD50B90-9CE2-4790-86AA-0884C4691349}" type="presParOf" srcId="{D96E47C4-B87A-443D-91D6-17FB3DE8ECE3}" destId="{DC0A3AD6-A869-4A63-AC15-7B12BAB1C5F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C6EE4612-9FE5-4281-B330-D19E75C9B2F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F329B97A-FA9B-43B3-94EB-2B75E1DACE79}">
      <dgm:prSet/>
      <dgm:spPr/>
      <dgm:t>
        <a:bodyPr/>
        <a:lstStyle/>
        <a:p>
          <a:r>
            <a:rPr lang="uk-UA" b="0" i="0" dirty="0"/>
            <a:t>укладання між Річчю Посполитою та Османською імперією</a:t>
          </a:r>
          <a:endParaRPr lang="uk-UA" dirty="0"/>
        </a:p>
      </dgm:t>
    </dgm:pt>
    <dgm:pt modelId="{8A8E8406-4754-4F40-9658-1AA39C378D26}" type="parTrans" cxnId="{3B0BBB5D-5425-4F34-B579-6707D119AFB9}">
      <dgm:prSet/>
      <dgm:spPr/>
      <dgm:t>
        <a:bodyPr/>
        <a:lstStyle/>
        <a:p>
          <a:endParaRPr lang="uk-UA"/>
        </a:p>
      </dgm:t>
    </dgm:pt>
    <dgm:pt modelId="{ACD22D7F-2366-44DE-874C-097AB5E31ACF}" type="sibTrans" cxnId="{3B0BBB5D-5425-4F34-B579-6707D119AFB9}">
      <dgm:prSet/>
      <dgm:spPr/>
      <dgm:t>
        <a:bodyPr/>
        <a:lstStyle/>
        <a:p>
          <a:endParaRPr lang="uk-UA"/>
        </a:p>
      </dgm:t>
    </dgm:pt>
    <dgm:pt modelId="{957174D7-73C1-40C9-8038-ED9C25FC33AC}">
      <dgm:prSet/>
      <dgm:spPr/>
      <dgm:t>
        <a:bodyPr/>
        <a:lstStyle/>
        <a:p>
          <a:r>
            <a:rPr lang="uk-UA" b="0" i="0" dirty="0"/>
            <a:t>закріплення передання Поділля під владу турецького султана</a:t>
          </a:r>
          <a:endParaRPr lang="uk-UA" dirty="0"/>
        </a:p>
      </dgm:t>
    </dgm:pt>
    <dgm:pt modelId="{8E1F7249-D884-4C2F-8EDE-B66B6017AB1A}" type="parTrans" cxnId="{303D2A1F-050E-45B4-9423-F2EC7CC519C9}">
      <dgm:prSet/>
      <dgm:spPr/>
      <dgm:t>
        <a:bodyPr/>
        <a:lstStyle/>
        <a:p>
          <a:endParaRPr lang="uk-UA"/>
        </a:p>
      </dgm:t>
    </dgm:pt>
    <dgm:pt modelId="{4941A13E-8F36-4446-9A6F-BBCF4FE4208E}" type="sibTrans" cxnId="{303D2A1F-050E-45B4-9423-F2EC7CC519C9}">
      <dgm:prSet/>
      <dgm:spPr/>
      <dgm:t>
        <a:bodyPr/>
        <a:lstStyle/>
        <a:p>
          <a:endParaRPr lang="uk-UA"/>
        </a:p>
      </dgm:t>
    </dgm:pt>
    <dgm:pt modelId="{6942F319-BDFF-4649-9D75-58186019B36F}" type="pres">
      <dgm:prSet presAssocID="{C6EE4612-9FE5-4281-B330-D19E75C9B2FE}" presName="linear" presStyleCnt="0">
        <dgm:presLayoutVars>
          <dgm:animLvl val="lvl"/>
          <dgm:resizeHandles val="exact"/>
        </dgm:presLayoutVars>
      </dgm:prSet>
      <dgm:spPr/>
    </dgm:pt>
    <dgm:pt modelId="{AE558841-A477-4C14-81DF-BBAF230D0474}" type="pres">
      <dgm:prSet presAssocID="{F329B97A-FA9B-43B3-94EB-2B75E1DACE79}" presName="parentText" presStyleLbl="node1" presStyleIdx="0" presStyleCnt="2">
        <dgm:presLayoutVars>
          <dgm:chMax val="0"/>
          <dgm:bulletEnabled val="1"/>
        </dgm:presLayoutVars>
      </dgm:prSet>
      <dgm:spPr/>
    </dgm:pt>
    <dgm:pt modelId="{8F4241E7-E27A-40A5-A8FD-164B57CF0723}" type="pres">
      <dgm:prSet presAssocID="{ACD22D7F-2366-44DE-874C-097AB5E31ACF}" presName="spacer" presStyleCnt="0"/>
      <dgm:spPr/>
    </dgm:pt>
    <dgm:pt modelId="{C254E184-5775-4823-82C0-2169740AD8D5}" type="pres">
      <dgm:prSet presAssocID="{957174D7-73C1-40C9-8038-ED9C25FC33AC}" presName="parentText" presStyleLbl="node1" presStyleIdx="1" presStyleCnt="2">
        <dgm:presLayoutVars>
          <dgm:chMax val="0"/>
          <dgm:bulletEnabled val="1"/>
        </dgm:presLayoutVars>
      </dgm:prSet>
      <dgm:spPr/>
    </dgm:pt>
  </dgm:ptLst>
  <dgm:cxnLst>
    <dgm:cxn modelId="{303D2A1F-050E-45B4-9423-F2EC7CC519C9}" srcId="{C6EE4612-9FE5-4281-B330-D19E75C9B2FE}" destId="{957174D7-73C1-40C9-8038-ED9C25FC33AC}" srcOrd="1" destOrd="0" parTransId="{8E1F7249-D884-4C2F-8EDE-B66B6017AB1A}" sibTransId="{4941A13E-8F36-4446-9A6F-BBCF4FE4208E}"/>
    <dgm:cxn modelId="{3B0BBB5D-5425-4F34-B579-6707D119AFB9}" srcId="{C6EE4612-9FE5-4281-B330-D19E75C9B2FE}" destId="{F329B97A-FA9B-43B3-94EB-2B75E1DACE79}" srcOrd="0" destOrd="0" parTransId="{8A8E8406-4754-4F40-9658-1AA39C378D26}" sibTransId="{ACD22D7F-2366-44DE-874C-097AB5E31ACF}"/>
    <dgm:cxn modelId="{7F1662D6-B676-4D83-95FD-A77D43405332}" type="presOf" srcId="{957174D7-73C1-40C9-8038-ED9C25FC33AC}" destId="{C254E184-5775-4823-82C0-2169740AD8D5}" srcOrd="0" destOrd="0" presId="urn:microsoft.com/office/officeart/2005/8/layout/vList2"/>
    <dgm:cxn modelId="{457358DE-66AC-4052-AA04-20D51B3FB00C}" type="presOf" srcId="{C6EE4612-9FE5-4281-B330-D19E75C9B2FE}" destId="{6942F319-BDFF-4649-9D75-58186019B36F}" srcOrd="0" destOrd="0" presId="urn:microsoft.com/office/officeart/2005/8/layout/vList2"/>
    <dgm:cxn modelId="{39A6AAF4-14E1-4D68-9CDE-C27D092CA11F}" type="presOf" srcId="{F329B97A-FA9B-43B3-94EB-2B75E1DACE79}" destId="{AE558841-A477-4C14-81DF-BBAF230D0474}" srcOrd="0" destOrd="0" presId="urn:microsoft.com/office/officeart/2005/8/layout/vList2"/>
    <dgm:cxn modelId="{038D3908-06DB-473A-A5C0-A0F775396359}" type="presParOf" srcId="{6942F319-BDFF-4649-9D75-58186019B36F}" destId="{AE558841-A477-4C14-81DF-BBAF230D0474}" srcOrd="0" destOrd="0" presId="urn:microsoft.com/office/officeart/2005/8/layout/vList2"/>
    <dgm:cxn modelId="{6DBD8E46-8534-4BB6-B4CD-259020392ADE}" type="presParOf" srcId="{6942F319-BDFF-4649-9D75-58186019B36F}" destId="{8F4241E7-E27A-40A5-A8FD-164B57CF0723}" srcOrd="1" destOrd="0" presId="urn:microsoft.com/office/officeart/2005/8/layout/vList2"/>
    <dgm:cxn modelId="{449838BC-B42C-431C-B483-6C2B08087CB2}" type="presParOf" srcId="{6942F319-BDFF-4649-9D75-58186019B36F}" destId="{C254E184-5775-4823-82C0-2169740AD8D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B066E7F3-196D-40F7-995C-80EF4A93409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B20BCBD-7C39-4B6D-BC43-2ED12D854DEF}">
      <dgm:prSet/>
      <dgm:spPr/>
      <dgm:t>
        <a:bodyPr/>
        <a:lstStyle/>
        <a:p>
          <a:r>
            <a:rPr lang="uk-UA" b="0" i="0" dirty="0"/>
            <a:t>передання Запорозької Січі під протекторат Московської держави</a:t>
          </a:r>
          <a:endParaRPr lang="uk-UA" dirty="0"/>
        </a:p>
      </dgm:t>
    </dgm:pt>
    <dgm:pt modelId="{FAE5F799-39CB-4E5E-A212-2E724237808C}" type="parTrans" cxnId="{B69AE389-7F11-4C0E-A858-1BB904F3CD79}">
      <dgm:prSet/>
      <dgm:spPr/>
      <dgm:t>
        <a:bodyPr/>
        <a:lstStyle/>
        <a:p>
          <a:endParaRPr lang="uk-UA"/>
        </a:p>
      </dgm:t>
    </dgm:pt>
    <dgm:pt modelId="{A523CD40-E978-45E2-805E-FE8E2453DEAC}" type="sibTrans" cxnId="{B69AE389-7F11-4C0E-A858-1BB904F3CD79}">
      <dgm:prSet/>
      <dgm:spPr/>
      <dgm:t>
        <a:bodyPr/>
        <a:lstStyle/>
        <a:p>
          <a:endParaRPr lang="uk-UA"/>
        </a:p>
      </dgm:t>
    </dgm:pt>
    <dgm:pt modelId="{8465FB3A-7B46-4435-86AF-B0C6E9E36887}">
      <dgm:prSet/>
      <dgm:spPr/>
      <dgm:t>
        <a:bodyPr/>
        <a:lstStyle/>
        <a:p>
          <a:r>
            <a:rPr lang="uk-UA" b="0" i="0" dirty="0"/>
            <a:t>підпорядкування Правобережної України Речі Посполитій</a:t>
          </a:r>
          <a:endParaRPr lang="uk-UA" dirty="0"/>
        </a:p>
      </dgm:t>
    </dgm:pt>
    <dgm:pt modelId="{988B4665-214F-422E-A6B1-A57562712E16}" type="parTrans" cxnId="{22C49D62-A0C1-44E5-8130-E06F4D2A82A5}">
      <dgm:prSet/>
      <dgm:spPr/>
      <dgm:t>
        <a:bodyPr/>
        <a:lstStyle/>
        <a:p>
          <a:endParaRPr lang="uk-UA"/>
        </a:p>
      </dgm:t>
    </dgm:pt>
    <dgm:pt modelId="{1C9C8888-64B3-43BD-9DFA-CA1FE1AF6C37}" type="sibTrans" cxnId="{22C49D62-A0C1-44E5-8130-E06F4D2A82A5}">
      <dgm:prSet/>
      <dgm:spPr/>
      <dgm:t>
        <a:bodyPr/>
        <a:lstStyle/>
        <a:p>
          <a:endParaRPr lang="uk-UA"/>
        </a:p>
      </dgm:t>
    </dgm:pt>
    <dgm:pt modelId="{635F0AD4-DDEF-4B1E-845A-ACAC6BF9B5EB}" type="pres">
      <dgm:prSet presAssocID="{B066E7F3-196D-40F7-995C-80EF4A934096}" presName="linear" presStyleCnt="0">
        <dgm:presLayoutVars>
          <dgm:animLvl val="lvl"/>
          <dgm:resizeHandles val="exact"/>
        </dgm:presLayoutVars>
      </dgm:prSet>
      <dgm:spPr/>
    </dgm:pt>
    <dgm:pt modelId="{7D10C7A2-8AED-4FB3-AF5D-760F2349D77D}" type="pres">
      <dgm:prSet presAssocID="{0B20BCBD-7C39-4B6D-BC43-2ED12D854DEF}" presName="parentText" presStyleLbl="node1" presStyleIdx="0" presStyleCnt="2">
        <dgm:presLayoutVars>
          <dgm:chMax val="0"/>
          <dgm:bulletEnabled val="1"/>
        </dgm:presLayoutVars>
      </dgm:prSet>
      <dgm:spPr/>
    </dgm:pt>
    <dgm:pt modelId="{C3DA1A9A-63E9-4B08-B7CB-BF7B2FEED6BD}" type="pres">
      <dgm:prSet presAssocID="{A523CD40-E978-45E2-805E-FE8E2453DEAC}" presName="spacer" presStyleCnt="0"/>
      <dgm:spPr/>
    </dgm:pt>
    <dgm:pt modelId="{F9C28ADA-69F6-4ADE-8C65-2442F0F0566E}" type="pres">
      <dgm:prSet presAssocID="{8465FB3A-7B46-4435-86AF-B0C6E9E36887}" presName="parentText" presStyleLbl="node1" presStyleIdx="1" presStyleCnt="2">
        <dgm:presLayoutVars>
          <dgm:chMax val="0"/>
          <dgm:bulletEnabled val="1"/>
        </dgm:presLayoutVars>
      </dgm:prSet>
      <dgm:spPr/>
    </dgm:pt>
  </dgm:ptLst>
  <dgm:cxnLst>
    <dgm:cxn modelId="{22C49D62-A0C1-44E5-8130-E06F4D2A82A5}" srcId="{B066E7F3-196D-40F7-995C-80EF4A934096}" destId="{8465FB3A-7B46-4435-86AF-B0C6E9E36887}" srcOrd="1" destOrd="0" parTransId="{988B4665-214F-422E-A6B1-A57562712E16}" sibTransId="{1C9C8888-64B3-43BD-9DFA-CA1FE1AF6C37}"/>
    <dgm:cxn modelId="{E78AA36C-C99B-4121-BBE5-C206DE8E2E44}" type="presOf" srcId="{8465FB3A-7B46-4435-86AF-B0C6E9E36887}" destId="{F9C28ADA-69F6-4ADE-8C65-2442F0F0566E}" srcOrd="0" destOrd="0" presId="urn:microsoft.com/office/officeart/2005/8/layout/vList2"/>
    <dgm:cxn modelId="{B69AE389-7F11-4C0E-A858-1BB904F3CD79}" srcId="{B066E7F3-196D-40F7-995C-80EF4A934096}" destId="{0B20BCBD-7C39-4B6D-BC43-2ED12D854DEF}" srcOrd="0" destOrd="0" parTransId="{FAE5F799-39CB-4E5E-A212-2E724237808C}" sibTransId="{A523CD40-E978-45E2-805E-FE8E2453DEAC}"/>
    <dgm:cxn modelId="{F0F1CBBF-6C95-4438-8A48-39C5938AD4F7}" type="presOf" srcId="{0B20BCBD-7C39-4B6D-BC43-2ED12D854DEF}" destId="{7D10C7A2-8AED-4FB3-AF5D-760F2349D77D}" srcOrd="0" destOrd="0" presId="urn:microsoft.com/office/officeart/2005/8/layout/vList2"/>
    <dgm:cxn modelId="{EF6D70D5-BC47-439A-9643-FABF9819A533}" type="presOf" srcId="{B066E7F3-196D-40F7-995C-80EF4A934096}" destId="{635F0AD4-DDEF-4B1E-845A-ACAC6BF9B5EB}" srcOrd="0" destOrd="0" presId="urn:microsoft.com/office/officeart/2005/8/layout/vList2"/>
    <dgm:cxn modelId="{E1AD6E97-968B-404B-9246-4BF259723E86}" type="presParOf" srcId="{635F0AD4-DDEF-4B1E-845A-ACAC6BF9B5EB}" destId="{7D10C7A2-8AED-4FB3-AF5D-760F2349D77D}" srcOrd="0" destOrd="0" presId="urn:microsoft.com/office/officeart/2005/8/layout/vList2"/>
    <dgm:cxn modelId="{CA041FF2-6013-4C54-A449-3DE882A021BC}" type="presParOf" srcId="{635F0AD4-DDEF-4B1E-845A-ACAC6BF9B5EB}" destId="{C3DA1A9A-63E9-4B08-B7CB-BF7B2FEED6BD}" srcOrd="1" destOrd="0" presId="urn:microsoft.com/office/officeart/2005/8/layout/vList2"/>
    <dgm:cxn modelId="{A074FACB-F6F8-4140-8F03-E882AB63379F}" type="presParOf" srcId="{635F0AD4-DDEF-4B1E-845A-ACAC6BF9B5EB}" destId="{F9C28ADA-69F6-4ADE-8C65-2442F0F0566E}"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0FE7F164-0F8C-4C4F-9DCB-377AE68E9322}" type="doc">
      <dgm:prSet loTypeId="urn:microsoft.com/office/officeart/2005/8/layout/target1" loCatId="relationship" qsTypeId="urn:microsoft.com/office/officeart/2005/8/quickstyle/simple1" qsCatId="simple" csTypeId="urn:microsoft.com/office/officeart/2005/8/colors/accent1_2" csCatId="accent1"/>
      <dgm:spPr/>
      <dgm:t>
        <a:bodyPr/>
        <a:lstStyle/>
        <a:p>
          <a:endParaRPr lang="uk-UA"/>
        </a:p>
      </dgm:t>
    </dgm:pt>
    <dgm:pt modelId="{A6FD8F4F-5760-450B-8A51-91F1393D9057}">
      <dgm:prSet/>
      <dgm:spPr/>
      <dgm:t>
        <a:bodyPr/>
        <a:lstStyle/>
        <a:p>
          <a:r>
            <a:rPr lang="ru-RU" b="0" i="0"/>
            <a:t>1648 р.</a:t>
          </a:r>
          <a:endParaRPr lang="uk-UA"/>
        </a:p>
      </dgm:t>
    </dgm:pt>
    <dgm:pt modelId="{9CD0F977-8306-4807-B58F-B725498C6351}" type="parTrans" cxnId="{24F82EEF-87BE-4904-96FA-1868BFF83B89}">
      <dgm:prSet/>
      <dgm:spPr/>
      <dgm:t>
        <a:bodyPr/>
        <a:lstStyle/>
        <a:p>
          <a:endParaRPr lang="uk-UA"/>
        </a:p>
      </dgm:t>
    </dgm:pt>
    <dgm:pt modelId="{3DE56ED3-08CF-43DB-8BED-970D1A069E1C}" type="sibTrans" cxnId="{24F82EEF-87BE-4904-96FA-1868BFF83B89}">
      <dgm:prSet/>
      <dgm:spPr/>
      <dgm:t>
        <a:bodyPr/>
        <a:lstStyle/>
        <a:p>
          <a:endParaRPr lang="uk-UA"/>
        </a:p>
      </dgm:t>
    </dgm:pt>
    <dgm:pt modelId="{D5BA281B-6D66-4EF5-8155-70A8771070ED}">
      <dgm:prSet/>
      <dgm:spPr/>
      <dgm:t>
        <a:bodyPr/>
        <a:lstStyle/>
        <a:p>
          <a:r>
            <a:rPr lang="ru-RU" b="0" i="0"/>
            <a:t>1651 р.</a:t>
          </a:r>
          <a:endParaRPr lang="uk-UA"/>
        </a:p>
      </dgm:t>
    </dgm:pt>
    <dgm:pt modelId="{BC9FA3CF-64BB-4FF0-9ADB-EC3EF3F54E7B}" type="parTrans" cxnId="{3C744332-6F8C-4EF3-80C9-20C054DD5932}">
      <dgm:prSet/>
      <dgm:spPr/>
      <dgm:t>
        <a:bodyPr/>
        <a:lstStyle/>
        <a:p>
          <a:endParaRPr lang="uk-UA"/>
        </a:p>
      </dgm:t>
    </dgm:pt>
    <dgm:pt modelId="{1371A585-A0B9-4F7F-9F60-1BBBDCF6B588}" type="sibTrans" cxnId="{3C744332-6F8C-4EF3-80C9-20C054DD5932}">
      <dgm:prSet/>
      <dgm:spPr/>
      <dgm:t>
        <a:bodyPr/>
        <a:lstStyle/>
        <a:p>
          <a:endParaRPr lang="uk-UA"/>
        </a:p>
      </dgm:t>
    </dgm:pt>
    <dgm:pt modelId="{35F6048C-4C29-4900-9AAE-0247C3F08EE2}">
      <dgm:prSet/>
      <dgm:spPr/>
      <dgm:t>
        <a:bodyPr/>
        <a:lstStyle/>
        <a:p>
          <a:r>
            <a:rPr lang="ru-RU" b="0" i="0" dirty="0"/>
            <a:t>1652 р.</a:t>
          </a:r>
          <a:endParaRPr lang="uk-UA" dirty="0"/>
        </a:p>
      </dgm:t>
    </dgm:pt>
    <dgm:pt modelId="{7B793B4E-3603-41D8-B4C9-745A0039B198}" type="parTrans" cxnId="{6E66EFFE-04B6-4182-8558-0076892BE9C2}">
      <dgm:prSet/>
      <dgm:spPr/>
      <dgm:t>
        <a:bodyPr/>
        <a:lstStyle/>
        <a:p>
          <a:endParaRPr lang="uk-UA"/>
        </a:p>
      </dgm:t>
    </dgm:pt>
    <dgm:pt modelId="{94DA5BCA-CFE0-4023-A23A-F435519B4A8A}" type="sibTrans" cxnId="{6E66EFFE-04B6-4182-8558-0076892BE9C2}">
      <dgm:prSet/>
      <dgm:spPr/>
      <dgm:t>
        <a:bodyPr/>
        <a:lstStyle/>
        <a:p>
          <a:endParaRPr lang="uk-UA"/>
        </a:p>
      </dgm:t>
    </dgm:pt>
    <dgm:pt modelId="{580B2BB8-04BD-4B54-A563-E48F9BFEABAB}">
      <dgm:prSet/>
      <dgm:spPr/>
      <dgm:t>
        <a:bodyPr/>
        <a:lstStyle/>
        <a:p>
          <a:r>
            <a:rPr lang="ru-RU" b="0" i="0"/>
            <a:t>1653 р.</a:t>
          </a:r>
          <a:endParaRPr lang="uk-UA"/>
        </a:p>
      </dgm:t>
    </dgm:pt>
    <dgm:pt modelId="{A1754BBD-5E3E-4A00-9817-780115446909}" type="parTrans" cxnId="{64D67745-C276-4641-B96D-8A88593FA704}">
      <dgm:prSet/>
      <dgm:spPr/>
      <dgm:t>
        <a:bodyPr/>
        <a:lstStyle/>
        <a:p>
          <a:endParaRPr lang="uk-UA"/>
        </a:p>
      </dgm:t>
    </dgm:pt>
    <dgm:pt modelId="{B4713451-1E53-4857-B261-371A1B2A5E02}" type="sibTrans" cxnId="{64D67745-C276-4641-B96D-8A88593FA704}">
      <dgm:prSet/>
      <dgm:spPr/>
      <dgm:t>
        <a:bodyPr/>
        <a:lstStyle/>
        <a:p>
          <a:endParaRPr lang="uk-UA"/>
        </a:p>
      </dgm:t>
    </dgm:pt>
    <dgm:pt modelId="{723EEC16-1285-4256-8E43-00398F2425CD}">
      <dgm:prSet/>
      <dgm:spPr/>
      <dgm:t>
        <a:bodyPr/>
        <a:lstStyle/>
        <a:p>
          <a:r>
            <a:rPr lang="ru-RU" b="0" i="0" dirty="0"/>
            <a:t>1659 р.</a:t>
          </a:r>
          <a:endParaRPr lang="uk-UA" dirty="0"/>
        </a:p>
      </dgm:t>
    </dgm:pt>
    <dgm:pt modelId="{412744B0-52A0-4FF1-8DF5-8396016E8A2E}" type="parTrans" cxnId="{8B8428D0-62A4-462F-80A2-D4F7E9C852D0}">
      <dgm:prSet/>
      <dgm:spPr/>
      <dgm:t>
        <a:bodyPr/>
        <a:lstStyle/>
        <a:p>
          <a:endParaRPr lang="uk-UA"/>
        </a:p>
      </dgm:t>
    </dgm:pt>
    <dgm:pt modelId="{AE64BD73-97B7-4854-B646-50CEA4BDC440}" type="sibTrans" cxnId="{8B8428D0-62A4-462F-80A2-D4F7E9C852D0}">
      <dgm:prSet/>
      <dgm:spPr/>
      <dgm:t>
        <a:bodyPr/>
        <a:lstStyle/>
        <a:p>
          <a:endParaRPr lang="uk-UA"/>
        </a:p>
      </dgm:t>
    </dgm:pt>
    <dgm:pt modelId="{589B6579-491E-4FBD-99AE-0FBC7BE0EA45}" type="pres">
      <dgm:prSet presAssocID="{0FE7F164-0F8C-4C4F-9DCB-377AE68E9322}" presName="composite" presStyleCnt="0">
        <dgm:presLayoutVars>
          <dgm:chMax val="5"/>
          <dgm:dir/>
          <dgm:resizeHandles val="exact"/>
        </dgm:presLayoutVars>
      </dgm:prSet>
      <dgm:spPr/>
    </dgm:pt>
    <dgm:pt modelId="{444907CB-2610-4E71-B6A3-1A5CE8DDB548}" type="pres">
      <dgm:prSet presAssocID="{A6FD8F4F-5760-450B-8A51-91F1393D9057}" presName="circle1" presStyleLbl="lnNode1" presStyleIdx="0" presStyleCnt="5"/>
      <dgm:spPr/>
    </dgm:pt>
    <dgm:pt modelId="{71A925BD-256F-4E6C-8196-B5BA120CADBD}" type="pres">
      <dgm:prSet presAssocID="{A6FD8F4F-5760-450B-8A51-91F1393D9057}" presName="text1" presStyleLbl="revTx" presStyleIdx="0" presStyleCnt="5">
        <dgm:presLayoutVars>
          <dgm:bulletEnabled val="1"/>
        </dgm:presLayoutVars>
      </dgm:prSet>
      <dgm:spPr/>
    </dgm:pt>
    <dgm:pt modelId="{0BAF1CAE-A2FD-4412-8F1C-90E94EE09CB8}" type="pres">
      <dgm:prSet presAssocID="{A6FD8F4F-5760-450B-8A51-91F1393D9057}" presName="line1" presStyleLbl="callout" presStyleIdx="0" presStyleCnt="10"/>
      <dgm:spPr/>
    </dgm:pt>
    <dgm:pt modelId="{BB371573-47BF-4856-A4ED-C2E3FF68A4F7}" type="pres">
      <dgm:prSet presAssocID="{A6FD8F4F-5760-450B-8A51-91F1393D9057}" presName="d1" presStyleLbl="callout" presStyleIdx="1" presStyleCnt="10"/>
      <dgm:spPr/>
    </dgm:pt>
    <dgm:pt modelId="{C9399641-4A67-4D94-BF28-98AF5E667D9B}" type="pres">
      <dgm:prSet presAssocID="{D5BA281B-6D66-4EF5-8155-70A8771070ED}" presName="circle2" presStyleLbl="lnNode1" presStyleIdx="1" presStyleCnt="5"/>
      <dgm:spPr/>
    </dgm:pt>
    <dgm:pt modelId="{0D16DD18-3BC4-4907-BE38-93FDF854A3A3}" type="pres">
      <dgm:prSet presAssocID="{D5BA281B-6D66-4EF5-8155-70A8771070ED}" presName="text2" presStyleLbl="revTx" presStyleIdx="1" presStyleCnt="5">
        <dgm:presLayoutVars>
          <dgm:bulletEnabled val="1"/>
        </dgm:presLayoutVars>
      </dgm:prSet>
      <dgm:spPr/>
    </dgm:pt>
    <dgm:pt modelId="{1F40D657-D470-4DB2-87DD-AB8C0D55D51C}" type="pres">
      <dgm:prSet presAssocID="{D5BA281B-6D66-4EF5-8155-70A8771070ED}" presName="line2" presStyleLbl="callout" presStyleIdx="2" presStyleCnt="10"/>
      <dgm:spPr/>
    </dgm:pt>
    <dgm:pt modelId="{9FC31953-3FBB-43F9-AC60-D46228BB3103}" type="pres">
      <dgm:prSet presAssocID="{D5BA281B-6D66-4EF5-8155-70A8771070ED}" presName="d2" presStyleLbl="callout" presStyleIdx="3" presStyleCnt="10"/>
      <dgm:spPr/>
    </dgm:pt>
    <dgm:pt modelId="{729B8D2E-C7A4-464F-BE9E-84784F3C7DF3}" type="pres">
      <dgm:prSet presAssocID="{35F6048C-4C29-4900-9AAE-0247C3F08EE2}" presName="circle3" presStyleLbl="lnNode1" presStyleIdx="2" presStyleCnt="5"/>
      <dgm:spPr/>
    </dgm:pt>
    <dgm:pt modelId="{601642AE-3960-4453-B067-3641A7DC0652}" type="pres">
      <dgm:prSet presAssocID="{35F6048C-4C29-4900-9AAE-0247C3F08EE2}" presName="text3" presStyleLbl="revTx" presStyleIdx="2" presStyleCnt="5">
        <dgm:presLayoutVars>
          <dgm:bulletEnabled val="1"/>
        </dgm:presLayoutVars>
      </dgm:prSet>
      <dgm:spPr/>
    </dgm:pt>
    <dgm:pt modelId="{6D4489C8-32C1-4B30-BE00-17AB1D8143FC}" type="pres">
      <dgm:prSet presAssocID="{35F6048C-4C29-4900-9AAE-0247C3F08EE2}" presName="line3" presStyleLbl="callout" presStyleIdx="4" presStyleCnt="10"/>
      <dgm:spPr/>
    </dgm:pt>
    <dgm:pt modelId="{C51764B4-F3B4-4D5B-8CE1-67B81FC09685}" type="pres">
      <dgm:prSet presAssocID="{35F6048C-4C29-4900-9AAE-0247C3F08EE2}" presName="d3" presStyleLbl="callout" presStyleIdx="5" presStyleCnt="10"/>
      <dgm:spPr/>
    </dgm:pt>
    <dgm:pt modelId="{5D1A0830-F75F-4DE5-BF03-BA9069942B61}" type="pres">
      <dgm:prSet presAssocID="{580B2BB8-04BD-4B54-A563-E48F9BFEABAB}" presName="circle4" presStyleLbl="lnNode1" presStyleIdx="3" presStyleCnt="5"/>
      <dgm:spPr/>
    </dgm:pt>
    <dgm:pt modelId="{6116CBF0-A512-4224-8CC9-B1CD6C30F279}" type="pres">
      <dgm:prSet presAssocID="{580B2BB8-04BD-4B54-A563-E48F9BFEABAB}" presName="text4" presStyleLbl="revTx" presStyleIdx="3" presStyleCnt="5">
        <dgm:presLayoutVars>
          <dgm:bulletEnabled val="1"/>
        </dgm:presLayoutVars>
      </dgm:prSet>
      <dgm:spPr/>
    </dgm:pt>
    <dgm:pt modelId="{7331880B-07F2-4435-84B1-4982934FB196}" type="pres">
      <dgm:prSet presAssocID="{580B2BB8-04BD-4B54-A563-E48F9BFEABAB}" presName="line4" presStyleLbl="callout" presStyleIdx="6" presStyleCnt="10"/>
      <dgm:spPr/>
    </dgm:pt>
    <dgm:pt modelId="{B3236297-046F-4518-BD39-8C7AF2115E33}" type="pres">
      <dgm:prSet presAssocID="{580B2BB8-04BD-4B54-A563-E48F9BFEABAB}" presName="d4" presStyleLbl="callout" presStyleIdx="7" presStyleCnt="10"/>
      <dgm:spPr/>
    </dgm:pt>
    <dgm:pt modelId="{36CCD791-1D0C-4B3E-BA75-3107BBA1D26C}" type="pres">
      <dgm:prSet presAssocID="{723EEC16-1285-4256-8E43-00398F2425CD}" presName="circle5" presStyleLbl="lnNode1" presStyleIdx="4" presStyleCnt="5"/>
      <dgm:spPr/>
    </dgm:pt>
    <dgm:pt modelId="{00CF9144-27DC-4A4E-8A83-F5C8265380D1}" type="pres">
      <dgm:prSet presAssocID="{723EEC16-1285-4256-8E43-00398F2425CD}" presName="text5" presStyleLbl="revTx" presStyleIdx="4" presStyleCnt="5">
        <dgm:presLayoutVars>
          <dgm:bulletEnabled val="1"/>
        </dgm:presLayoutVars>
      </dgm:prSet>
      <dgm:spPr/>
    </dgm:pt>
    <dgm:pt modelId="{254221AC-59FA-47B2-8BB0-34FB068C547C}" type="pres">
      <dgm:prSet presAssocID="{723EEC16-1285-4256-8E43-00398F2425CD}" presName="line5" presStyleLbl="callout" presStyleIdx="8" presStyleCnt="10"/>
      <dgm:spPr/>
    </dgm:pt>
    <dgm:pt modelId="{C7FD758D-14E9-4883-93FE-17B315F43DC4}" type="pres">
      <dgm:prSet presAssocID="{723EEC16-1285-4256-8E43-00398F2425CD}" presName="d5" presStyleLbl="callout" presStyleIdx="9" presStyleCnt="10"/>
      <dgm:spPr/>
    </dgm:pt>
  </dgm:ptLst>
  <dgm:cxnLst>
    <dgm:cxn modelId="{2AFD9530-759E-42EF-8F93-4329380C1728}" type="presOf" srcId="{0FE7F164-0F8C-4C4F-9DCB-377AE68E9322}" destId="{589B6579-491E-4FBD-99AE-0FBC7BE0EA45}" srcOrd="0" destOrd="0" presId="urn:microsoft.com/office/officeart/2005/8/layout/target1"/>
    <dgm:cxn modelId="{3C744332-6F8C-4EF3-80C9-20C054DD5932}" srcId="{0FE7F164-0F8C-4C4F-9DCB-377AE68E9322}" destId="{D5BA281B-6D66-4EF5-8155-70A8771070ED}" srcOrd="1" destOrd="0" parTransId="{BC9FA3CF-64BB-4FF0-9ADB-EC3EF3F54E7B}" sibTransId="{1371A585-A0B9-4F7F-9F60-1BBBDCF6B588}"/>
    <dgm:cxn modelId="{64D67745-C276-4641-B96D-8A88593FA704}" srcId="{0FE7F164-0F8C-4C4F-9DCB-377AE68E9322}" destId="{580B2BB8-04BD-4B54-A563-E48F9BFEABAB}" srcOrd="3" destOrd="0" parTransId="{A1754BBD-5E3E-4A00-9817-780115446909}" sibTransId="{B4713451-1E53-4857-B261-371A1B2A5E02}"/>
    <dgm:cxn modelId="{F2360647-AFA3-42D0-A99F-E7138B7E10BF}" type="presOf" srcId="{580B2BB8-04BD-4B54-A563-E48F9BFEABAB}" destId="{6116CBF0-A512-4224-8CC9-B1CD6C30F279}" srcOrd="0" destOrd="0" presId="urn:microsoft.com/office/officeart/2005/8/layout/target1"/>
    <dgm:cxn modelId="{4DBEFC4F-E121-4348-B5EE-EC05B99BCF27}" type="presOf" srcId="{D5BA281B-6D66-4EF5-8155-70A8771070ED}" destId="{0D16DD18-3BC4-4907-BE38-93FDF854A3A3}" srcOrd="0" destOrd="0" presId="urn:microsoft.com/office/officeart/2005/8/layout/target1"/>
    <dgm:cxn modelId="{39EE6F82-6C39-4023-A5A4-626559E3588F}" type="presOf" srcId="{723EEC16-1285-4256-8E43-00398F2425CD}" destId="{00CF9144-27DC-4A4E-8A83-F5C8265380D1}" srcOrd="0" destOrd="0" presId="urn:microsoft.com/office/officeart/2005/8/layout/target1"/>
    <dgm:cxn modelId="{48CF9D8C-B9ED-42D6-80D2-7510BC6AD7F6}" type="presOf" srcId="{35F6048C-4C29-4900-9AAE-0247C3F08EE2}" destId="{601642AE-3960-4453-B067-3641A7DC0652}" srcOrd="0" destOrd="0" presId="urn:microsoft.com/office/officeart/2005/8/layout/target1"/>
    <dgm:cxn modelId="{C6B3E2A8-3C44-4CD0-94C3-48E3DF5FF48D}" type="presOf" srcId="{A6FD8F4F-5760-450B-8A51-91F1393D9057}" destId="{71A925BD-256F-4E6C-8196-B5BA120CADBD}" srcOrd="0" destOrd="0" presId="urn:microsoft.com/office/officeart/2005/8/layout/target1"/>
    <dgm:cxn modelId="{8B8428D0-62A4-462F-80A2-D4F7E9C852D0}" srcId="{0FE7F164-0F8C-4C4F-9DCB-377AE68E9322}" destId="{723EEC16-1285-4256-8E43-00398F2425CD}" srcOrd="4" destOrd="0" parTransId="{412744B0-52A0-4FF1-8DF5-8396016E8A2E}" sibTransId="{AE64BD73-97B7-4854-B646-50CEA4BDC440}"/>
    <dgm:cxn modelId="{24F82EEF-87BE-4904-96FA-1868BFF83B89}" srcId="{0FE7F164-0F8C-4C4F-9DCB-377AE68E9322}" destId="{A6FD8F4F-5760-450B-8A51-91F1393D9057}" srcOrd="0" destOrd="0" parTransId="{9CD0F977-8306-4807-B58F-B725498C6351}" sibTransId="{3DE56ED3-08CF-43DB-8BED-970D1A069E1C}"/>
    <dgm:cxn modelId="{6E66EFFE-04B6-4182-8558-0076892BE9C2}" srcId="{0FE7F164-0F8C-4C4F-9DCB-377AE68E9322}" destId="{35F6048C-4C29-4900-9AAE-0247C3F08EE2}" srcOrd="2" destOrd="0" parTransId="{7B793B4E-3603-41D8-B4C9-745A0039B198}" sibTransId="{94DA5BCA-CFE0-4023-A23A-F435519B4A8A}"/>
    <dgm:cxn modelId="{B5C8B30A-2D6E-4CD6-A5CF-190F3670D877}" type="presParOf" srcId="{589B6579-491E-4FBD-99AE-0FBC7BE0EA45}" destId="{444907CB-2610-4E71-B6A3-1A5CE8DDB548}" srcOrd="0" destOrd="0" presId="urn:microsoft.com/office/officeart/2005/8/layout/target1"/>
    <dgm:cxn modelId="{24544B65-3752-444A-87CB-9816262EB298}" type="presParOf" srcId="{589B6579-491E-4FBD-99AE-0FBC7BE0EA45}" destId="{71A925BD-256F-4E6C-8196-B5BA120CADBD}" srcOrd="1" destOrd="0" presId="urn:microsoft.com/office/officeart/2005/8/layout/target1"/>
    <dgm:cxn modelId="{2FC33B08-B498-45BF-ADB1-AA6CB6AAA1B5}" type="presParOf" srcId="{589B6579-491E-4FBD-99AE-0FBC7BE0EA45}" destId="{0BAF1CAE-A2FD-4412-8F1C-90E94EE09CB8}" srcOrd="2" destOrd="0" presId="urn:microsoft.com/office/officeart/2005/8/layout/target1"/>
    <dgm:cxn modelId="{30787F3E-4222-4384-B151-C204A8B66D4A}" type="presParOf" srcId="{589B6579-491E-4FBD-99AE-0FBC7BE0EA45}" destId="{BB371573-47BF-4856-A4ED-C2E3FF68A4F7}" srcOrd="3" destOrd="0" presId="urn:microsoft.com/office/officeart/2005/8/layout/target1"/>
    <dgm:cxn modelId="{9BBE0C60-C0EF-44A4-958F-4662EA64F920}" type="presParOf" srcId="{589B6579-491E-4FBD-99AE-0FBC7BE0EA45}" destId="{C9399641-4A67-4D94-BF28-98AF5E667D9B}" srcOrd="4" destOrd="0" presId="urn:microsoft.com/office/officeart/2005/8/layout/target1"/>
    <dgm:cxn modelId="{2C4407C4-F4A5-4FAA-9715-D54910A45AC9}" type="presParOf" srcId="{589B6579-491E-4FBD-99AE-0FBC7BE0EA45}" destId="{0D16DD18-3BC4-4907-BE38-93FDF854A3A3}" srcOrd="5" destOrd="0" presId="urn:microsoft.com/office/officeart/2005/8/layout/target1"/>
    <dgm:cxn modelId="{A5A688E9-E886-4CF4-A863-5FA97579D5F9}" type="presParOf" srcId="{589B6579-491E-4FBD-99AE-0FBC7BE0EA45}" destId="{1F40D657-D470-4DB2-87DD-AB8C0D55D51C}" srcOrd="6" destOrd="0" presId="urn:microsoft.com/office/officeart/2005/8/layout/target1"/>
    <dgm:cxn modelId="{970296F1-F23B-429A-BEB6-3B6B6BFE4CF1}" type="presParOf" srcId="{589B6579-491E-4FBD-99AE-0FBC7BE0EA45}" destId="{9FC31953-3FBB-43F9-AC60-D46228BB3103}" srcOrd="7" destOrd="0" presId="urn:microsoft.com/office/officeart/2005/8/layout/target1"/>
    <dgm:cxn modelId="{ACFF7448-2F2C-420B-8D1E-6DAE2C004DD5}" type="presParOf" srcId="{589B6579-491E-4FBD-99AE-0FBC7BE0EA45}" destId="{729B8D2E-C7A4-464F-BE9E-84784F3C7DF3}" srcOrd="8" destOrd="0" presId="urn:microsoft.com/office/officeart/2005/8/layout/target1"/>
    <dgm:cxn modelId="{71E26950-7243-45E3-A54F-B0A6F2A661F9}" type="presParOf" srcId="{589B6579-491E-4FBD-99AE-0FBC7BE0EA45}" destId="{601642AE-3960-4453-B067-3641A7DC0652}" srcOrd="9" destOrd="0" presId="urn:microsoft.com/office/officeart/2005/8/layout/target1"/>
    <dgm:cxn modelId="{7F2AB3C8-AF43-4575-A267-77BD36C3A474}" type="presParOf" srcId="{589B6579-491E-4FBD-99AE-0FBC7BE0EA45}" destId="{6D4489C8-32C1-4B30-BE00-17AB1D8143FC}" srcOrd="10" destOrd="0" presId="urn:microsoft.com/office/officeart/2005/8/layout/target1"/>
    <dgm:cxn modelId="{7890AF4B-3066-485E-A055-9CDBEAEEC4C3}" type="presParOf" srcId="{589B6579-491E-4FBD-99AE-0FBC7BE0EA45}" destId="{C51764B4-F3B4-4D5B-8CE1-67B81FC09685}" srcOrd="11" destOrd="0" presId="urn:microsoft.com/office/officeart/2005/8/layout/target1"/>
    <dgm:cxn modelId="{18DE4520-52DF-4C25-B705-B30A720567B4}" type="presParOf" srcId="{589B6579-491E-4FBD-99AE-0FBC7BE0EA45}" destId="{5D1A0830-F75F-4DE5-BF03-BA9069942B61}" srcOrd="12" destOrd="0" presId="urn:microsoft.com/office/officeart/2005/8/layout/target1"/>
    <dgm:cxn modelId="{6D7EF140-B2DA-408F-B507-BB1B92906C93}" type="presParOf" srcId="{589B6579-491E-4FBD-99AE-0FBC7BE0EA45}" destId="{6116CBF0-A512-4224-8CC9-B1CD6C30F279}" srcOrd="13" destOrd="0" presId="urn:microsoft.com/office/officeart/2005/8/layout/target1"/>
    <dgm:cxn modelId="{E6743B7D-5B04-44FC-A8F1-32E5024D0D41}" type="presParOf" srcId="{589B6579-491E-4FBD-99AE-0FBC7BE0EA45}" destId="{7331880B-07F2-4435-84B1-4982934FB196}" srcOrd="14" destOrd="0" presId="urn:microsoft.com/office/officeart/2005/8/layout/target1"/>
    <dgm:cxn modelId="{C6CB5D75-58AC-42C7-8269-EBDE9D1F8753}" type="presParOf" srcId="{589B6579-491E-4FBD-99AE-0FBC7BE0EA45}" destId="{B3236297-046F-4518-BD39-8C7AF2115E33}" srcOrd="15" destOrd="0" presId="urn:microsoft.com/office/officeart/2005/8/layout/target1"/>
    <dgm:cxn modelId="{4C2C3514-547B-4188-82C4-04A5653C76E8}" type="presParOf" srcId="{589B6579-491E-4FBD-99AE-0FBC7BE0EA45}" destId="{36CCD791-1D0C-4B3E-BA75-3107BBA1D26C}" srcOrd="16" destOrd="0" presId="urn:microsoft.com/office/officeart/2005/8/layout/target1"/>
    <dgm:cxn modelId="{6F7AC6DC-42B6-49C4-B3A5-CAEA74CD8E03}" type="presParOf" srcId="{589B6579-491E-4FBD-99AE-0FBC7BE0EA45}" destId="{00CF9144-27DC-4A4E-8A83-F5C8265380D1}" srcOrd="17" destOrd="0" presId="urn:microsoft.com/office/officeart/2005/8/layout/target1"/>
    <dgm:cxn modelId="{C3F851E0-7533-4C6B-A862-40D3BF385B93}" type="presParOf" srcId="{589B6579-491E-4FBD-99AE-0FBC7BE0EA45}" destId="{254221AC-59FA-47B2-8BB0-34FB068C547C}" srcOrd="18" destOrd="0" presId="urn:microsoft.com/office/officeart/2005/8/layout/target1"/>
    <dgm:cxn modelId="{3CD4A361-C798-4985-88EB-BFFB094F4B68}" type="presParOf" srcId="{589B6579-491E-4FBD-99AE-0FBC7BE0EA45}" destId="{C7FD758D-14E9-4883-93FE-17B315F43DC4}" srcOrd="19"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7848B1E2-07C8-4DDD-9027-AB632893E4D9}"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BB7D093-3C3E-4A1C-8ECB-6A00EA384BD3}">
      <dgm:prSet/>
      <dgm:spPr/>
      <dgm:t>
        <a:bodyPr/>
        <a:lstStyle/>
        <a:p>
          <a:r>
            <a:rPr lang="ru-RU" b="0" i="0" dirty="0" err="1"/>
            <a:t>Жванецька</a:t>
          </a:r>
          <a:r>
            <a:rPr lang="ru-RU" b="0" i="0" dirty="0"/>
            <a:t> облога</a:t>
          </a:r>
          <a:endParaRPr lang="uk-UA" dirty="0"/>
        </a:p>
      </dgm:t>
    </dgm:pt>
    <dgm:pt modelId="{8E149B38-868D-4F51-AF19-C9BA0A319AAC}" type="parTrans" cxnId="{0C46C9C7-CE95-4D9C-979D-5A57F1A69F21}">
      <dgm:prSet/>
      <dgm:spPr/>
      <dgm:t>
        <a:bodyPr/>
        <a:lstStyle/>
        <a:p>
          <a:endParaRPr lang="uk-UA"/>
        </a:p>
      </dgm:t>
    </dgm:pt>
    <dgm:pt modelId="{70E51CAA-A1E6-47AF-AEB2-705FD3277DC4}" type="sibTrans" cxnId="{0C46C9C7-CE95-4D9C-979D-5A57F1A69F21}">
      <dgm:prSet/>
      <dgm:spPr/>
      <dgm:t>
        <a:bodyPr/>
        <a:lstStyle/>
        <a:p>
          <a:endParaRPr lang="uk-UA"/>
        </a:p>
      </dgm:t>
    </dgm:pt>
    <dgm:pt modelId="{FB9A4606-299A-439D-8B43-EC428FC327E9}">
      <dgm:prSet/>
      <dgm:spPr/>
      <dgm:t>
        <a:bodyPr/>
        <a:lstStyle/>
        <a:p>
          <a:r>
            <a:rPr lang="ru-RU" b="0" i="0"/>
            <a:t>Конотопська битва</a:t>
          </a:r>
          <a:endParaRPr lang="uk-UA"/>
        </a:p>
      </dgm:t>
    </dgm:pt>
    <dgm:pt modelId="{6D0620F1-1ED1-4605-98A9-5F42CB2E7CEC}" type="parTrans" cxnId="{EC530084-CA3E-4E0E-9942-A0E32EBB0AF8}">
      <dgm:prSet/>
      <dgm:spPr/>
      <dgm:t>
        <a:bodyPr/>
        <a:lstStyle/>
        <a:p>
          <a:endParaRPr lang="uk-UA"/>
        </a:p>
      </dgm:t>
    </dgm:pt>
    <dgm:pt modelId="{0040C9EC-5BD4-47D5-BE39-CE91865AE720}" type="sibTrans" cxnId="{EC530084-CA3E-4E0E-9942-A0E32EBB0AF8}">
      <dgm:prSet/>
      <dgm:spPr/>
      <dgm:t>
        <a:bodyPr/>
        <a:lstStyle/>
        <a:p>
          <a:endParaRPr lang="uk-UA"/>
        </a:p>
      </dgm:t>
    </dgm:pt>
    <dgm:pt modelId="{9DBC456C-4932-46F6-BA6F-A114C1F88B72}">
      <dgm:prSet/>
      <dgm:spPr/>
      <dgm:t>
        <a:bodyPr/>
        <a:lstStyle/>
        <a:p>
          <a:r>
            <a:rPr lang="ru-RU" b="0" i="0"/>
            <a:t>Пилявецька битва</a:t>
          </a:r>
          <a:endParaRPr lang="uk-UA"/>
        </a:p>
      </dgm:t>
    </dgm:pt>
    <dgm:pt modelId="{848E5ABD-0BB1-4676-BF78-D855246DBBF9}" type="parTrans" cxnId="{A75D7259-B0AD-4EC1-B129-E17CCE7FD9F6}">
      <dgm:prSet/>
      <dgm:spPr/>
      <dgm:t>
        <a:bodyPr/>
        <a:lstStyle/>
        <a:p>
          <a:endParaRPr lang="uk-UA"/>
        </a:p>
      </dgm:t>
    </dgm:pt>
    <dgm:pt modelId="{FB2070C8-F3CD-4E63-AFC5-ABFA3D794CF8}" type="sibTrans" cxnId="{A75D7259-B0AD-4EC1-B129-E17CCE7FD9F6}">
      <dgm:prSet/>
      <dgm:spPr/>
      <dgm:t>
        <a:bodyPr/>
        <a:lstStyle/>
        <a:p>
          <a:endParaRPr lang="uk-UA"/>
        </a:p>
      </dgm:t>
    </dgm:pt>
    <dgm:pt modelId="{5FBD1083-4DCD-4FE4-8D54-A4D2A961DBA4}">
      <dgm:prSet/>
      <dgm:spPr/>
      <dgm:t>
        <a:bodyPr/>
        <a:lstStyle/>
        <a:p>
          <a:r>
            <a:rPr lang="ru-RU" b="0" i="0" dirty="0" err="1"/>
            <a:t>Берестецька</a:t>
          </a:r>
          <a:r>
            <a:rPr lang="ru-RU" b="0" i="0" dirty="0"/>
            <a:t> битва</a:t>
          </a:r>
          <a:endParaRPr lang="uk-UA" dirty="0"/>
        </a:p>
      </dgm:t>
    </dgm:pt>
    <dgm:pt modelId="{A763D23B-746C-4FB3-A913-03AD475D6F3D}" type="parTrans" cxnId="{14F62442-7302-45E7-96A0-7A1E2FB937A7}">
      <dgm:prSet/>
      <dgm:spPr/>
      <dgm:t>
        <a:bodyPr/>
        <a:lstStyle/>
        <a:p>
          <a:endParaRPr lang="uk-UA"/>
        </a:p>
      </dgm:t>
    </dgm:pt>
    <dgm:pt modelId="{C681DA7F-161D-413F-9309-B49E0BCDE580}" type="sibTrans" cxnId="{14F62442-7302-45E7-96A0-7A1E2FB937A7}">
      <dgm:prSet/>
      <dgm:spPr/>
      <dgm:t>
        <a:bodyPr/>
        <a:lstStyle/>
        <a:p>
          <a:endParaRPr lang="uk-UA"/>
        </a:p>
      </dgm:t>
    </dgm:pt>
    <dgm:pt modelId="{D7647E11-7AC2-4AF2-A506-148B572C8BE7}" type="pres">
      <dgm:prSet presAssocID="{7848B1E2-07C8-4DDD-9027-AB632893E4D9}" presName="linearFlow" presStyleCnt="0">
        <dgm:presLayoutVars>
          <dgm:dir/>
          <dgm:resizeHandles val="exact"/>
        </dgm:presLayoutVars>
      </dgm:prSet>
      <dgm:spPr/>
    </dgm:pt>
    <dgm:pt modelId="{2251BAD6-BF96-444E-A7CC-72F8F46ECBE8}" type="pres">
      <dgm:prSet presAssocID="{4BB7D093-3C3E-4A1C-8ECB-6A00EA384BD3}" presName="composite" presStyleCnt="0"/>
      <dgm:spPr/>
    </dgm:pt>
    <dgm:pt modelId="{AD791C4D-3514-487B-9A25-2323C15B3C6E}" type="pres">
      <dgm:prSet presAssocID="{4BB7D093-3C3E-4A1C-8ECB-6A00EA384BD3}" presName="imgShp" presStyleLbl="fgImgPlace1" presStyleIdx="0" presStyleCnt="4"/>
      <dgm:spPr/>
    </dgm:pt>
    <dgm:pt modelId="{90B3D360-D439-4128-8731-051700688086}" type="pres">
      <dgm:prSet presAssocID="{4BB7D093-3C3E-4A1C-8ECB-6A00EA384BD3}" presName="txShp" presStyleLbl="node1" presStyleIdx="0" presStyleCnt="4">
        <dgm:presLayoutVars>
          <dgm:bulletEnabled val="1"/>
        </dgm:presLayoutVars>
      </dgm:prSet>
      <dgm:spPr/>
    </dgm:pt>
    <dgm:pt modelId="{B477D512-B42A-4768-A03D-6A6BDBA479D8}" type="pres">
      <dgm:prSet presAssocID="{70E51CAA-A1E6-47AF-AEB2-705FD3277DC4}" presName="spacing" presStyleCnt="0"/>
      <dgm:spPr/>
    </dgm:pt>
    <dgm:pt modelId="{920969A9-2698-4D11-8C87-A8E8B51FF96F}" type="pres">
      <dgm:prSet presAssocID="{FB9A4606-299A-439D-8B43-EC428FC327E9}" presName="composite" presStyleCnt="0"/>
      <dgm:spPr/>
    </dgm:pt>
    <dgm:pt modelId="{8A964719-0EA5-4C48-9240-F81D62B6E04B}" type="pres">
      <dgm:prSet presAssocID="{FB9A4606-299A-439D-8B43-EC428FC327E9}" presName="imgShp" presStyleLbl="fgImgPlace1" presStyleIdx="1" presStyleCnt="4"/>
      <dgm:spPr/>
    </dgm:pt>
    <dgm:pt modelId="{F696F03B-BD53-45C5-ADA3-F1D959F5ECA2}" type="pres">
      <dgm:prSet presAssocID="{FB9A4606-299A-439D-8B43-EC428FC327E9}" presName="txShp" presStyleLbl="node1" presStyleIdx="1" presStyleCnt="4">
        <dgm:presLayoutVars>
          <dgm:bulletEnabled val="1"/>
        </dgm:presLayoutVars>
      </dgm:prSet>
      <dgm:spPr/>
    </dgm:pt>
    <dgm:pt modelId="{3EF0783F-A69E-4F0B-B27C-AB542B7A117B}" type="pres">
      <dgm:prSet presAssocID="{0040C9EC-5BD4-47D5-BE39-CE91865AE720}" presName="spacing" presStyleCnt="0"/>
      <dgm:spPr/>
    </dgm:pt>
    <dgm:pt modelId="{25DA40BF-3CCE-4EA7-9004-378E5EDE455C}" type="pres">
      <dgm:prSet presAssocID="{9DBC456C-4932-46F6-BA6F-A114C1F88B72}" presName="composite" presStyleCnt="0"/>
      <dgm:spPr/>
    </dgm:pt>
    <dgm:pt modelId="{C3D52855-1348-4F49-83C6-FA7F38984CC3}" type="pres">
      <dgm:prSet presAssocID="{9DBC456C-4932-46F6-BA6F-A114C1F88B72}" presName="imgShp" presStyleLbl="fgImgPlace1" presStyleIdx="2" presStyleCnt="4"/>
      <dgm:spPr/>
    </dgm:pt>
    <dgm:pt modelId="{9854AFD3-FFD6-4799-A5C6-95A167C25E8A}" type="pres">
      <dgm:prSet presAssocID="{9DBC456C-4932-46F6-BA6F-A114C1F88B72}" presName="txShp" presStyleLbl="node1" presStyleIdx="2" presStyleCnt="4">
        <dgm:presLayoutVars>
          <dgm:bulletEnabled val="1"/>
        </dgm:presLayoutVars>
      </dgm:prSet>
      <dgm:spPr/>
    </dgm:pt>
    <dgm:pt modelId="{70C4C40E-145F-4D20-AFDC-180B0E9F75E5}" type="pres">
      <dgm:prSet presAssocID="{FB2070C8-F3CD-4E63-AFC5-ABFA3D794CF8}" presName="spacing" presStyleCnt="0"/>
      <dgm:spPr/>
    </dgm:pt>
    <dgm:pt modelId="{62473379-855F-4424-852F-9550BE8FEA7A}" type="pres">
      <dgm:prSet presAssocID="{5FBD1083-4DCD-4FE4-8D54-A4D2A961DBA4}" presName="composite" presStyleCnt="0"/>
      <dgm:spPr/>
    </dgm:pt>
    <dgm:pt modelId="{83FF2BBB-F1D4-4A76-807F-BE5F2541B615}" type="pres">
      <dgm:prSet presAssocID="{5FBD1083-4DCD-4FE4-8D54-A4D2A961DBA4}" presName="imgShp" presStyleLbl="fgImgPlace1" presStyleIdx="3" presStyleCnt="4"/>
      <dgm:spPr/>
    </dgm:pt>
    <dgm:pt modelId="{0B6C9F34-2183-4581-A8A5-FC5ABF1720CD}" type="pres">
      <dgm:prSet presAssocID="{5FBD1083-4DCD-4FE4-8D54-A4D2A961DBA4}" presName="txShp" presStyleLbl="node1" presStyleIdx="3" presStyleCnt="4">
        <dgm:presLayoutVars>
          <dgm:bulletEnabled val="1"/>
        </dgm:presLayoutVars>
      </dgm:prSet>
      <dgm:spPr/>
    </dgm:pt>
  </dgm:ptLst>
  <dgm:cxnLst>
    <dgm:cxn modelId="{8F406A31-790E-45E8-9866-AAD95B75E769}" type="presOf" srcId="{9DBC456C-4932-46F6-BA6F-A114C1F88B72}" destId="{9854AFD3-FFD6-4799-A5C6-95A167C25E8A}" srcOrd="0" destOrd="0" presId="urn:microsoft.com/office/officeart/2005/8/layout/vList3"/>
    <dgm:cxn modelId="{14F62442-7302-45E7-96A0-7A1E2FB937A7}" srcId="{7848B1E2-07C8-4DDD-9027-AB632893E4D9}" destId="{5FBD1083-4DCD-4FE4-8D54-A4D2A961DBA4}" srcOrd="3" destOrd="0" parTransId="{A763D23B-746C-4FB3-A913-03AD475D6F3D}" sibTransId="{C681DA7F-161D-413F-9309-B49E0BCDE580}"/>
    <dgm:cxn modelId="{A75D7259-B0AD-4EC1-B129-E17CCE7FD9F6}" srcId="{7848B1E2-07C8-4DDD-9027-AB632893E4D9}" destId="{9DBC456C-4932-46F6-BA6F-A114C1F88B72}" srcOrd="2" destOrd="0" parTransId="{848E5ABD-0BB1-4676-BF78-D855246DBBF9}" sibTransId="{FB2070C8-F3CD-4E63-AFC5-ABFA3D794CF8}"/>
    <dgm:cxn modelId="{EC530084-CA3E-4E0E-9942-A0E32EBB0AF8}" srcId="{7848B1E2-07C8-4DDD-9027-AB632893E4D9}" destId="{FB9A4606-299A-439D-8B43-EC428FC327E9}" srcOrd="1" destOrd="0" parTransId="{6D0620F1-1ED1-4605-98A9-5F42CB2E7CEC}" sibTransId="{0040C9EC-5BD4-47D5-BE39-CE91865AE720}"/>
    <dgm:cxn modelId="{CB59F789-ADE2-474E-A7A3-82605F3ECBE3}" type="presOf" srcId="{4BB7D093-3C3E-4A1C-8ECB-6A00EA384BD3}" destId="{90B3D360-D439-4128-8731-051700688086}" srcOrd="0" destOrd="0" presId="urn:microsoft.com/office/officeart/2005/8/layout/vList3"/>
    <dgm:cxn modelId="{91F5B28F-8799-409C-9462-E9EF785F26E3}" type="presOf" srcId="{7848B1E2-07C8-4DDD-9027-AB632893E4D9}" destId="{D7647E11-7AC2-4AF2-A506-148B572C8BE7}" srcOrd="0" destOrd="0" presId="urn:microsoft.com/office/officeart/2005/8/layout/vList3"/>
    <dgm:cxn modelId="{C8464CA8-5A48-49E4-8466-9626FD86E277}" type="presOf" srcId="{FB9A4606-299A-439D-8B43-EC428FC327E9}" destId="{F696F03B-BD53-45C5-ADA3-F1D959F5ECA2}" srcOrd="0" destOrd="0" presId="urn:microsoft.com/office/officeart/2005/8/layout/vList3"/>
    <dgm:cxn modelId="{0C46C9C7-CE95-4D9C-979D-5A57F1A69F21}" srcId="{7848B1E2-07C8-4DDD-9027-AB632893E4D9}" destId="{4BB7D093-3C3E-4A1C-8ECB-6A00EA384BD3}" srcOrd="0" destOrd="0" parTransId="{8E149B38-868D-4F51-AF19-C9BA0A319AAC}" sibTransId="{70E51CAA-A1E6-47AF-AEB2-705FD3277DC4}"/>
    <dgm:cxn modelId="{BE06F1DC-D8D7-49F9-A321-F4D5D6D3607F}" type="presOf" srcId="{5FBD1083-4DCD-4FE4-8D54-A4D2A961DBA4}" destId="{0B6C9F34-2183-4581-A8A5-FC5ABF1720CD}" srcOrd="0" destOrd="0" presId="urn:microsoft.com/office/officeart/2005/8/layout/vList3"/>
    <dgm:cxn modelId="{9563C13C-61CA-4531-B25B-50053B235D86}" type="presParOf" srcId="{D7647E11-7AC2-4AF2-A506-148B572C8BE7}" destId="{2251BAD6-BF96-444E-A7CC-72F8F46ECBE8}" srcOrd="0" destOrd="0" presId="urn:microsoft.com/office/officeart/2005/8/layout/vList3"/>
    <dgm:cxn modelId="{90C6CE77-11A4-45AD-B11C-CF0BA3BE9822}" type="presParOf" srcId="{2251BAD6-BF96-444E-A7CC-72F8F46ECBE8}" destId="{AD791C4D-3514-487B-9A25-2323C15B3C6E}" srcOrd="0" destOrd="0" presId="urn:microsoft.com/office/officeart/2005/8/layout/vList3"/>
    <dgm:cxn modelId="{405E21DC-6475-4A2F-AF9E-0BF9F2A1854D}" type="presParOf" srcId="{2251BAD6-BF96-444E-A7CC-72F8F46ECBE8}" destId="{90B3D360-D439-4128-8731-051700688086}" srcOrd="1" destOrd="0" presId="urn:microsoft.com/office/officeart/2005/8/layout/vList3"/>
    <dgm:cxn modelId="{70CCD70E-BB2C-42B0-8EA4-17837C24DE38}" type="presParOf" srcId="{D7647E11-7AC2-4AF2-A506-148B572C8BE7}" destId="{B477D512-B42A-4768-A03D-6A6BDBA479D8}" srcOrd="1" destOrd="0" presId="urn:microsoft.com/office/officeart/2005/8/layout/vList3"/>
    <dgm:cxn modelId="{0342FF4A-861B-4644-B920-EB1FCF7E4F43}" type="presParOf" srcId="{D7647E11-7AC2-4AF2-A506-148B572C8BE7}" destId="{920969A9-2698-4D11-8C87-A8E8B51FF96F}" srcOrd="2" destOrd="0" presId="urn:microsoft.com/office/officeart/2005/8/layout/vList3"/>
    <dgm:cxn modelId="{879960C4-4274-4719-AA44-8A7B04647733}" type="presParOf" srcId="{920969A9-2698-4D11-8C87-A8E8B51FF96F}" destId="{8A964719-0EA5-4C48-9240-F81D62B6E04B}" srcOrd="0" destOrd="0" presId="urn:microsoft.com/office/officeart/2005/8/layout/vList3"/>
    <dgm:cxn modelId="{81DF43A5-6EC6-42E4-8367-6AAB29EDDE9E}" type="presParOf" srcId="{920969A9-2698-4D11-8C87-A8E8B51FF96F}" destId="{F696F03B-BD53-45C5-ADA3-F1D959F5ECA2}" srcOrd="1" destOrd="0" presId="urn:microsoft.com/office/officeart/2005/8/layout/vList3"/>
    <dgm:cxn modelId="{C4A0E830-41E1-4E1D-BAC5-8066C6CBD85D}" type="presParOf" srcId="{D7647E11-7AC2-4AF2-A506-148B572C8BE7}" destId="{3EF0783F-A69E-4F0B-B27C-AB542B7A117B}" srcOrd="3" destOrd="0" presId="urn:microsoft.com/office/officeart/2005/8/layout/vList3"/>
    <dgm:cxn modelId="{4BA20E00-DD15-4545-95D3-85C8A0CD4CF5}" type="presParOf" srcId="{D7647E11-7AC2-4AF2-A506-148B572C8BE7}" destId="{25DA40BF-3CCE-4EA7-9004-378E5EDE455C}" srcOrd="4" destOrd="0" presId="urn:microsoft.com/office/officeart/2005/8/layout/vList3"/>
    <dgm:cxn modelId="{96BAB555-583C-482D-96F6-C5FE1BE96D46}" type="presParOf" srcId="{25DA40BF-3CCE-4EA7-9004-378E5EDE455C}" destId="{C3D52855-1348-4F49-83C6-FA7F38984CC3}" srcOrd="0" destOrd="0" presId="urn:microsoft.com/office/officeart/2005/8/layout/vList3"/>
    <dgm:cxn modelId="{0D2D304E-7490-4BB3-8E69-24C38815CD02}" type="presParOf" srcId="{25DA40BF-3CCE-4EA7-9004-378E5EDE455C}" destId="{9854AFD3-FFD6-4799-A5C6-95A167C25E8A}" srcOrd="1" destOrd="0" presId="urn:microsoft.com/office/officeart/2005/8/layout/vList3"/>
    <dgm:cxn modelId="{3DF480D1-FD04-49D4-8AFD-5C4FC714847E}" type="presParOf" srcId="{D7647E11-7AC2-4AF2-A506-148B572C8BE7}" destId="{70C4C40E-145F-4D20-AFDC-180B0E9F75E5}" srcOrd="5" destOrd="0" presId="urn:microsoft.com/office/officeart/2005/8/layout/vList3"/>
    <dgm:cxn modelId="{DD1C1280-9AB7-4B8B-9BBF-DA83B66C0B58}" type="presParOf" srcId="{D7647E11-7AC2-4AF2-A506-148B572C8BE7}" destId="{62473379-855F-4424-852F-9550BE8FEA7A}" srcOrd="6" destOrd="0" presId="urn:microsoft.com/office/officeart/2005/8/layout/vList3"/>
    <dgm:cxn modelId="{58CFB8AF-4139-4779-B844-8ABFD45BA199}" type="presParOf" srcId="{62473379-855F-4424-852F-9550BE8FEA7A}" destId="{83FF2BBB-F1D4-4A76-807F-BE5F2541B615}" srcOrd="0" destOrd="0" presId="urn:microsoft.com/office/officeart/2005/8/layout/vList3"/>
    <dgm:cxn modelId="{2C0588AE-2D98-430F-A615-2410348B483F}" type="presParOf" srcId="{62473379-855F-4424-852F-9550BE8FEA7A}" destId="{0B6C9F34-2183-4581-A8A5-FC5ABF1720CD}"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60B074DA-A13A-4206-92B8-CC60ABDCD45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315B866-8BD0-4337-BA59-A32C72877CEE}">
      <dgm:prSet/>
      <dgm:spPr/>
      <dgm:t>
        <a:bodyPr/>
        <a:lstStyle/>
        <a:p>
          <a:r>
            <a:rPr lang="uk-UA" b="0" i="0"/>
            <a:t>біля міста Конотоп</a:t>
          </a:r>
          <a:endParaRPr lang="uk-UA"/>
        </a:p>
      </dgm:t>
    </dgm:pt>
    <dgm:pt modelId="{00C86D39-B808-4E64-B801-9841B8E072DF}" type="parTrans" cxnId="{5054C065-ED98-4321-9C00-FCBD2C045C32}">
      <dgm:prSet/>
      <dgm:spPr/>
      <dgm:t>
        <a:bodyPr/>
        <a:lstStyle/>
        <a:p>
          <a:endParaRPr lang="uk-UA"/>
        </a:p>
      </dgm:t>
    </dgm:pt>
    <dgm:pt modelId="{B16582D9-70C6-47A1-B247-44DA5BA03591}" type="sibTrans" cxnId="{5054C065-ED98-4321-9C00-FCBD2C045C32}">
      <dgm:prSet/>
      <dgm:spPr/>
      <dgm:t>
        <a:bodyPr/>
        <a:lstStyle/>
        <a:p>
          <a:endParaRPr lang="uk-UA"/>
        </a:p>
      </dgm:t>
    </dgm:pt>
    <dgm:pt modelId="{E7A6C402-8B60-458C-9793-EFD81E41CCD0}">
      <dgm:prSet/>
      <dgm:spPr/>
      <dgm:t>
        <a:bodyPr/>
        <a:lstStyle/>
        <a:p>
          <a:r>
            <a:rPr lang="uk-UA" b="0" i="0" dirty="0"/>
            <a:t>біля міста Пилявці</a:t>
          </a:r>
          <a:endParaRPr lang="uk-UA" dirty="0"/>
        </a:p>
      </dgm:t>
    </dgm:pt>
    <dgm:pt modelId="{7EECF220-C9E1-40FD-9D0B-0322726E4966}" type="parTrans" cxnId="{874641D5-3ABB-4D61-94A7-B3E3C95233BE}">
      <dgm:prSet/>
      <dgm:spPr/>
      <dgm:t>
        <a:bodyPr/>
        <a:lstStyle/>
        <a:p>
          <a:endParaRPr lang="uk-UA"/>
        </a:p>
      </dgm:t>
    </dgm:pt>
    <dgm:pt modelId="{2C517CC1-BE1F-44F0-BDD3-51115A0D597C}" type="sibTrans" cxnId="{874641D5-3ABB-4D61-94A7-B3E3C95233BE}">
      <dgm:prSet/>
      <dgm:spPr/>
      <dgm:t>
        <a:bodyPr/>
        <a:lstStyle/>
        <a:p>
          <a:endParaRPr lang="uk-UA"/>
        </a:p>
      </dgm:t>
    </dgm:pt>
    <dgm:pt modelId="{F512DC89-684F-4572-A971-65154456E29C}">
      <dgm:prSet/>
      <dgm:spPr/>
      <dgm:t>
        <a:bodyPr/>
        <a:lstStyle/>
        <a:p>
          <a:r>
            <a:rPr lang="uk-UA" b="0" i="0"/>
            <a:t>біля річки Сині Води</a:t>
          </a:r>
          <a:endParaRPr lang="uk-UA"/>
        </a:p>
      </dgm:t>
    </dgm:pt>
    <dgm:pt modelId="{ABDBEBCA-C4B0-453C-BC9E-D8F9BCEB5D94}" type="parTrans" cxnId="{AAB8AE03-02B5-4C1F-A923-3031273F9F08}">
      <dgm:prSet/>
      <dgm:spPr/>
      <dgm:t>
        <a:bodyPr/>
        <a:lstStyle/>
        <a:p>
          <a:endParaRPr lang="uk-UA"/>
        </a:p>
      </dgm:t>
    </dgm:pt>
    <dgm:pt modelId="{29E011AE-92E7-48E9-890F-2D6CACCEA78F}" type="sibTrans" cxnId="{AAB8AE03-02B5-4C1F-A923-3031273F9F08}">
      <dgm:prSet/>
      <dgm:spPr/>
      <dgm:t>
        <a:bodyPr/>
        <a:lstStyle/>
        <a:p>
          <a:endParaRPr lang="uk-UA"/>
        </a:p>
      </dgm:t>
    </dgm:pt>
    <dgm:pt modelId="{792D2157-71D0-4E70-A155-C594AFD32155}">
      <dgm:prSet/>
      <dgm:spPr/>
      <dgm:t>
        <a:bodyPr/>
        <a:lstStyle/>
        <a:p>
          <a:r>
            <a:rPr lang="uk-UA" b="0" i="0" dirty="0"/>
            <a:t>біля міста </a:t>
          </a:r>
          <a:r>
            <a:rPr lang="uk-UA" b="0" i="0" dirty="0" err="1"/>
            <a:t>Орша</a:t>
          </a:r>
          <a:endParaRPr lang="uk-UA" dirty="0"/>
        </a:p>
      </dgm:t>
    </dgm:pt>
    <dgm:pt modelId="{F4D4711A-59E9-4BC9-9B81-73D0403E035F}" type="parTrans" cxnId="{67C76D42-E396-45A6-A07C-BABDF14FE029}">
      <dgm:prSet/>
      <dgm:spPr/>
      <dgm:t>
        <a:bodyPr/>
        <a:lstStyle/>
        <a:p>
          <a:endParaRPr lang="uk-UA"/>
        </a:p>
      </dgm:t>
    </dgm:pt>
    <dgm:pt modelId="{D03A317A-6E94-4CD1-B076-36D9A828BD65}" type="sibTrans" cxnId="{67C76D42-E396-45A6-A07C-BABDF14FE029}">
      <dgm:prSet/>
      <dgm:spPr/>
      <dgm:t>
        <a:bodyPr/>
        <a:lstStyle/>
        <a:p>
          <a:endParaRPr lang="uk-UA"/>
        </a:p>
      </dgm:t>
    </dgm:pt>
    <dgm:pt modelId="{D026FAA7-C060-46FF-A7FC-1D2759BC2EC3}" type="pres">
      <dgm:prSet presAssocID="{60B074DA-A13A-4206-92B8-CC60ABDCD45D}" presName="linear" presStyleCnt="0">
        <dgm:presLayoutVars>
          <dgm:animLvl val="lvl"/>
          <dgm:resizeHandles val="exact"/>
        </dgm:presLayoutVars>
      </dgm:prSet>
      <dgm:spPr/>
    </dgm:pt>
    <dgm:pt modelId="{3ED4B36E-2C69-45A3-BD15-4FB797937173}" type="pres">
      <dgm:prSet presAssocID="{3315B866-8BD0-4337-BA59-A32C72877CEE}" presName="parentText" presStyleLbl="node1" presStyleIdx="0" presStyleCnt="4">
        <dgm:presLayoutVars>
          <dgm:chMax val="0"/>
          <dgm:bulletEnabled val="1"/>
        </dgm:presLayoutVars>
      </dgm:prSet>
      <dgm:spPr/>
    </dgm:pt>
    <dgm:pt modelId="{B107C4D5-A8A8-4358-810E-1DE1DCE6924B}" type="pres">
      <dgm:prSet presAssocID="{B16582D9-70C6-47A1-B247-44DA5BA03591}" presName="spacer" presStyleCnt="0"/>
      <dgm:spPr/>
    </dgm:pt>
    <dgm:pt modelId="{62EDB0B4-9E0D-4609-8E9A-D84E25183B2C}" type="pres">
      <dgm:prSet presAssocID="{E7A6C402-8B60-458C-9793-EFD81E41CCD0}" presName="parentText" presStyleLbl="node1" presStyleIdx="1" presStyleCnt="4">
        <dgm:presLayoutVars>
          <dgm:chMax val="0"/>
          <dgm:bulletEnabled val="1"/>
        </dgm:presLayoutVars>
      </dgm:prSet>
      <dgm:spPr/>
    </dgm:pt>
    <dgm:pt modelId="{594C60E3-466B-4026-B486-F3864B9BF543}" type="pres">
      <dgm:prSet presAssocID="{2C517CC1-BE1F-44F0-BDD3-51115A0D597C}" presName="spacer" presStyleCnt="0"/>
      <dgm:spPr/>
    </dgm:pt>
    <dgm:pt modelId="{F0D3E1E8-9072-4EDF-BDE0-EC3C84E08B43}" type="pres">
      <dgm:prSet presAssocID="{F512DC89-684F-4572-A971-65154456E29C}" presName="parentText" presStyleLbl="node1" presStyleIdx="2" presStyleCnt="4">
        <dgm:presLayoutVars>
          <dgm:chMax val="0"/>
          <dgm:bulletEnabled val="1"/>
        </dgm:presLayoutVars>
      </dgm:prSet>
      <dgm:spPr/>
    </dgm:pt>
    <dgm:pt modelId="{B8DFA63D-AA64-476C-A423-042B1F61F784}" type="pres">
      <dgm:prSet presAssocID="{29E011AE-92E7-48E9-890F-2D6CACCEA78F}" presName="spacer" presStyleCnt="0"/>
      <dgm:spPr/>
    </dgm:pt>
    <dgm:pt modelId="{62DDD53D-307F-4C7C-9213-4BD5677832F0}" type="pres">
      <dgm:prSet presAssocID="{792D2157-71D0-4E70-A155-C594AFD32155}" presName="parentText" presStyleLbl="node1" presStyleIdx="3" presStyleCnt="4">
        <dgm:presLayoutVars>
          <dgm:chMax val="0"/>
          <dgm:bulletEnabled val="1"/>
        </dgm:presLayoutVars>
      </dgm:prSet>
      <dgm:spPr/>
    </dgm:pt>
  </dgm:ptLst>
  <dgm:cxnLst>
    <dgm:cxn modelId="{AAB8AE03-02B5-4C1F-A923-3031273F9F08}" srcId="{60B074DA-A13A-4206-92B8-CC60ABDCD45D}" destId="{F512DC89-684F-4572-A971-65154456E29C}" srcOrd="2" destOrd="0" parTransId="{ABDBEBCA-C4B0-453C-BC9E-D8F9BCEB5D94}" sibTransId="{29E011AE-92E7-48E9-890F-2D6CACCEA78F}"/>
    <dgm:cxn modelId="{0FE4A327-BB3B-403B-84BA-FBDABC712547}" type="presOf" srcId="{792D2157-71D0-4E70-A155-C594AFD32155}" destId="{62DDD53D-307F-4C7C-9213-4BD5677832F0}" srcOrd="0" destOrd="0" presId="urn:microsoft.com/office/officeart/2005/8/layout/vList2"/>
    <dgm:cxn modelId="{3D92BF2A-A0AD-4901-8652-8DBD5F223923}" type="presOf" srcId="{3315B866-8BD0-4337-BA59-A32C72877CEE}" destId="{3ED4B36E-2C69-45A3-BD15-4FB797937173}" srcOrd="0" destOrd="0" presId="urn:microsoft.com/office/officeart/2005/8/layout/vList2"/>
    <dgm:cxn modelId="{67C76D42-E396-45A6-A07C-BABDF14FE029}" srcId="{60B074DA-A13A-4206-92B8-CC60ABDCD45D}" destId="{792D2157-71D0-4E70-A155-C594AFD32155}" srcOrd="3" destOrd="0" parTransId="{F4D4711A-59E9-4BC9-9B81-73D0403E035F}" sibTransId="{D03A317A-6E94-4CD1-B076-36D9A828BD65}"/>
    <dgm:cxn modelId="{5054C065-ED98-4321-9C00-FCBD2C045C32}" srcId="{60B074DA-A13A-4206-92B8-CC60ABDCD45D}" destId="{3315B866-8BD0-4337-BA59-A32C72877CEE}" srcOrd="0" destOrd="0" parTransId="{00C86D39-B808-4E64-B801-9841B8E072DF}" sibTransId="{B16582D9-70C6-47A1-B247-44DA5BA03591}"/>
    <dgm:cxn modelId="{015C6D9C-2DF5-46A1-9613-EAA3C44283C9}" type="presOf" srcId="{F512DC89-684F-4572-A971-65154456E29C}" destId="{F0D3E1E8-9072-4EDF-BDE0-EC3C84E08B43}" srcOrd="0" destOrd="0" presId="urn:microsoft.com/office/officeart/2005/8/layout/vList2"/>
    <dgm:cxn modelId="{8C0A12D0-E27E-497B-AA51-93835417A9D8}" type="presOf" srcId="{60B074DA-A13A-4206-92B8-CC60ABDCD45D}" destId="{D026FAA7-C060-46FF-A7FC-1D2759BC2EC3}" srcOrd="0" destOrd="0" presId="urn:microsoft.com/office/officeart/2005/8/layout/vList2"/>
    <dgm:cxn modelId="{874641D5-3ABB-4D61-94A7-B3E3C95233BE}" srcId="{60B074DA-A13A-4206-92B8-CC60ABDCD45D}" destId="{E7A6C402-8B60-458C-9793-EFD81E41CCD0}" srcOrd="1" destOrd="0" parTransId="{7EECF220-C9E1-40FD-9D0B-0322726E4966}" sibTransId="{2C517CC1-BE1F-44F0-BDD3-51115A0D597C}"/>
    <dgm:cxn modelId="{785C03FD-6C6A-45F1-ABA5-ADF83C4476B5}" type="presOf" srcId="{E7A6C402-8B60-458C-9793-EFD81E41CCD0}" destId="{62EDB0B4-9E0D-4609-8E9A-D84E25183B2C}" srcOrd="0" destOrd="0" presId="urn:microsoft.com/office/officeart/2005/8/layout/vList2"/>
    <dgm:cxn modelId="{F8B42631-BF3C-40EC-A05B-F01E8A216F74}" type="presParOf" srcId="{D026FAA7-C060-46FF-A7FC-1D2759BC2EC3}" destId="{3ED4B36E-2C69-45A3-BD15-4FB797937173}" srcOrd="0" destOrd="0" presId="urn:microsoft.com/office/officeart/2005/8/layout/vList2"/>
    <dgm:cxn modelId="{D80CFF32-7F99-4F9F-92E0-E3A83791715D}" type="presParOf" srcId="{D026FAA7-C060-46FF-A7FC-1D2759BC2EC3}" destId="{B107C4D5-A8A8-4358-810E-1DE1DCE6924B}" srcOrd="1" destOrd="0" presId="urn:microsoft.com/office/officeart/2005/8/layout/vList2"/>
    <dgm:cxn modelId="{7E7DD15A-6D31-4240-A7AE-A455FA3E3485}" type="presParOf" srcId="{D026FAA7-C060-46FF-A7FC-1D2759BC2EC3}" destId="{62EDB0B4-9E0D-4609-8E9A-D84E25183B2C}" srcOrd="2" destOrd="0" presId="urn:microsoft.com/office/officeart/2005/8/layout/vList2"/>
    <dgm:cxn modelId="{2A814704-5E98-4B36-88D2-17A0FA39B1A1}" type="presParOf" srcId="{D026FAA7-C060-46FF-A7FC-1D2759BC2EC3}" destId="{594C60E3-466B-4026-B486-F3864B9BF543}" srcOrd="3" destOrd="0" presId="urn:microsoft.com/office/officeart/2005/8/layout/vList2"/>
    <dgm:cxn modelId="{D927C7E7-CA96-4B6B-86A0-058126B7E962}" type="presParOf" srcId="{D026FAA7-C060-46FF-A7FC-1D2759BC2EC3}" destId="{F0D3E1E8-9072-4EDF-BDE0-EC3C84E08B43}" srcOrd="4" destOrd="0" presId="urn:microsoft.com/office/officeart/2005/8/layout/vList2"/>
    <dgm:cxn modelId="{0F1F2B56-8BA4-44FC-B97D-1F7F783D4D2B}" type="presParOf" srcId="{D026FAA7-C060-46FF-A7FC-1D2759BC2EC3}" destId="{B8DFA63D-AA64-476C-A423-042B1F61F784}" srcOrd="5" destOrd="0" presId="urn:microsoft.com/office/officeart/2005/8/layout/vList2"/>
    <dgm:cxn modelId="{5A7DD19F-A663-4BEA-BFE8-251C234B8621}" type="presParOf" srcId="{D026FAA7-C060-46FF-A7FC-1D2759BC2EC3}" destId="{62DDD53D-307F-4C7C-9213-4BD5677832F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B36B5E7C-7F10-430D-AD1C-2656383351BD}"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EEC95E43-1569-4355-BF23-C0BADDFE50FA}">
      <dgm:prSet/>
      <dgm:spPr/>
      <dgm:t>
        <a:bodyPr/>
        <a:lstStyle/>
        <a:p>
          <a:r>
            <a:rPr lang="uk-UA" b="0" i="0"/>
            <a:t>Батогом.</a:t>
          </a:r>
          <a:endParaRPr lang="uk-UA"/>
        </a:p>
      </dgm:t>
    </dgm:pt>
    <dgm:pt modelId="{35B69470-88B6-4D71-AEEB-F81FE68ABFCE}" type="parTrans" cxnId="{46470245-E5E8-4258-8D9B-31DB707AA729}">
      <dgm:prSet/>
      <dgm:spPr/>
      <dgm:t>
        <a:bodyPr/>
        <a:lstStyle/>
        <a:p>
          <a:endParaRPr lang="uk-UA"/>
        </a:p>
      </dgm:t>
    </dgm:pt>
    <dgm:pt modelId="{73008AD2-AA2A-4181-9319-794F40F34D51}" type="sibTrans" cxnId="{46470245-E5E8-4258-8D9B-31DB707AA729}">
      <dgm:prSet/>
      <dgm:spPr/>
      <dgm:t>
        <a:bodyPr/>
        <a:lstStyle/>
        <a:p>
          <a:endParaRPr lang="uk-UA"/>
        </a:p>
      </dgm:t>
    </dgm:pt>
    <dgm:pt modelId="{8C20D4F4-3079-491C-98D7-71B90BC15193}">
      <dgm:prSet/>
      <dgm:spPr/>
      <dgm:t>
        <a:bodyPr/>
        <a:lstStyle/>
        <a:p>
          <a:r>
            <a:rPr lang="uk-UA" b="0" i="0"/>
            <a:t>Оршею.</a:t>
          </a:r>
          <a:endParaRPr lang="uk-UA"/>
        </a:p>
      </dgm:t>
    </dgm:pt>
    <dgm:pt modelId="{0614896A-B5C0-4861-B2CF-806CD3C899E4}" type="parTrans" cxnId="{538EEF7A-0E3D-4B2B-BA0C-2260A52DD310}">
      <dgm:prSet/>
      <dgm:spPr/>
      <dgm:t>
        <a:bodyPr/>
        <a:lstStyle/>
        <a:p>
          <a:endParaRPr lang="uk-UA"/>
        </a:p>
      </dgm:t>
    </dgm:pt>
    <dgm:pt modelId="{9F33063B-01B7-4C51-8BF6-FF4C14D33090}" type="sibTrans" cxnId="{538EEF7A-0E3D-4B2B-BA0C-2260A52DD310}">
      <dgm:prSet/>
      <dgm:spPr/>
      <dgm:t>
        <a:bodyPr/>
        <a:lstStyle/>
        <a:p>
          <a:endParaRPr lang="uk-UA"/>
        </a:p>
      </dgm:t>
    </dgm:pt>
    <dgm:pt modelId="{4D4A1EFE-5767-475B-812C-5C4E3D4D1330}">
      <dgm:prSet/>
      <dgm:spPr/>
      <dgm:t>
        <a:bodyPr/>
        <a:lstStyle/>
        <a:p>
          <a:r>
            <a:rPr lang="uk-UA" b="0" i="0" dirty="0" err="1"/>
            <a:t>Хотином</a:t>
          </a:r>
          <a:r>
            <a:rPr lang="uk-UA" b="0" i="0" dirty="0"/>
            <a:t>.</a:t>
          </a:r>
          <a:endParaRPr lang="uk-UA" dirty="0"/>
        </a:p>
      </dgm:t>
    </dgm:pt>
    <dgm:pt modelId="{6ADB1E9C-DC06-488A-9472-19DC15DC1EBC}" type="parTrans" cxnId="{2CA85AAC-0692-417F-BD02-D3456D0C74BA}">
      <dgm:prSet/>
      <dgm:spPr/>
      <dgm:t>
        <a:bodyPr/>
        <a:lstStyle/>
        <a:p>
          <a:endParaRPr lang="uk-UA"/>
        </a:p>
      </dgm:t>
    </dgm:pt>
    <dgm:pt modelId="{64211108-F69C-4AA2-BD85-D5DDD9BC9175}" type="sibTrans" cxnId="{2CA85AAC-0692-417F-BD02-D3456D0C74BA}">
      <dgm:prSet/>
      <dgm:spPr/>
      <dgm:t>
        <a:bodyPr/>
        <a:lstStyle/>
        <a:p>
          <a:endParaRPr lang="uk-UA"/>
        </a:p>
      </dgm:t>
    </dgm:pt>
    <dgm:pt modelId="{028A48CA-7D1B-4752-9949-0F3B1151741B}">
      <dgm:prSet/>
      <dgm:spPr/>
      <dgm:t>
        <a:bodyPr/>
        <a:lstStyle/>
        <a:p>
          <a:r>
            <a:rPr lang="uk-UA" b="0" i="0" dirty="0"/>
            <a:t>Конотопом.</a:t>
          </a:r>
          <a:endParaRPr lang="uk-UA" dirty="0"/>
        </a:p>
      </dgm:t>
    </dgm:pt>
    <dgm:pt modelId="{9635F955-7058-4D27-AADA-EAB451828EF9}" type="parTrans" cxnId="{0195B354-A932-434B-9736-65921CE86DD6}">
      <dgm:prSet/>
      <dgm:spPr/>
      <dgm:t>
        <a:bodyPr/>
        <a:lstStyle/>
        <a:p>
          <a:endParaRPr lang="uk-UA"/>
        </a:p>
      </dgm:t>
    </dgm:pt>
    <dgm:pt modelId="{7760E577-F622-4DEB-9EBC-801F4716383B}" type="sibTrans" cxnId="{0195B354-A932-434B-9736-65921CE86DD6}">
      <dgm:prSet/>
      <dgm:spPr/>
      <dgm:t>
        <a:bodyPr/>
        <a:lstStyle/>
        <a:p>
          <a:endParaRPr lang="uk-UA"/>
        </a:p>
      </dgm:t>
    </dgm:pt>
    <dgm:pt modelId="{C698804C-8526-4812-A9AB-FFBB1DB64049}" type="pres">
      <dgm:prSet presAssocID="{B36B5E7C-7F10-430D-AD1C-2656383351BD}" presName="Name0" presStyleCnt="0">
        <dgm:presLayoutVars>
          <dgm:chMax val="7"/>
          <dgm:chPref val="7"/>
          <dgm:dir/>
        </dgm:presLayoutVars>
      </dgm:prSet>
      <dgm:spPr/>
    </dgm:pt>
    <dgm:pt modelId="{DDB1F2EC-E066-4AEE-ABC5-73949D94E142}" type="pres">
      <dgm:prSet presAssocID="{B36B5E7C-7F10-430D-AD1C-2656383351BD}" presName="Name1" presStyleCnt="0"/>
      <dgm:spPr/>
    </dgm:pt>
    <dgm:pt modelId="{F55D1D03-F683-4DE7-9AC8-DFBFE456038E}" type="pres">
      <dgm:prSet presAssocID="{B36B5E7C-7F10-430D-AD1C-2656383351BD}" presName="cycle" presStyleCnt="0"/>
      <dgm:spPr/>
    </dgm:pt>
    <dgm:pt modelId="{752482CC-6CBA-47F2-BD9D-8D29B39C6976}" type="pres">
      <dgm:prSet presAssocID="{B36B5E7C-7F10-430D-AD1C-2656383351BD}" presName="srcNode" presStyleLbl="node1" presStyleIdx="0" presStyleCnt="4"/>
      <dgm:spPr/>
    </dgm:pt>
    <dgm:pt modelId="{F47F702F-8184-4F25-9368-B6937AE85C2F}" type="pres">
      <dgm:prSet presAssocID="{B36B5E7C-7F10-430D-AD1C-2656383351BD}" presName="conn" presStyleLbl="parChTrans1D2" presStyleIdx="0" presStyleCnt="1"/>
      <dgm:spPr/>
    </dgm:pt>
    <dgm:pt modelId="{2FC564E8-8A51-40AD-8D2B-D1F5463DB0D7}" type="pres">
      <dgm:prSet presAssocID="{B36B5E7C-7F10-430D-AD1C-2656383351BD}" presName="extraNode" presStyleLbl="node1" presStyleIdx="0" presStyleCnt="4"/>
      <dgm:spPr/>
    </dgm:pt>
    <dgm:pt modelId="{2BB55C62-F946-4A27-AD0C-99DE5A571FA3}" type="pres">
      <dgm:prSet presAssocID="{B36B5E7C-7F10-430D-AD1C-2656383351BD}" presName="dstNode" presStyleLbl="node1" presStyleIdx="0" presStyleCnt="4"/>
      <dgm:spPr/>
    </dgm:pt>
    <dgm:pt modelId="{84DE5C15-4D26-43D1-9CD9-E6F548A02218}" type="pres">
      <dgm:prSet presAssocID="{EEC95E43-1569-4355-BF23-C0BADDFE50FA}" presName="text_1" presStyleLbl="node1" presStyleIdx="0" presStyleCnt="4">
        <dgm:presLayoutVars>
          <dgm:bulletEnabled val="1"/>
        </dgm:presLayoutVars>
      </dgm:prSet>
      <dgm:spPr/>
    </dgm:pt>
    <dgm:pt modelId="{FC54B4C9-C483-4E8E-94D8-6193365BA42C}" type="pres">
      <dgm:prSet presAssocID="{EEC95E43-1569-4355-BF23-C0BADDFE50FA}" presName="accent_1" presStyleCnt="0"/>
      <dgm:spPr/>
    </dgm:pt>
    <dgm:pt modelId="{CD07F723-F057-48CB-B2D7-26BDBCFD3393}" type="pres">
      <dgm:prSet presAssocID="{EEC95E43-1569-4355-BF23-C0BADDFE50FA}" presName="accentRepeatNode" presStyleLbl="solidFgAcc1" presStyleIdx="0" presStyleCnt="4"/>
      <dgm:spPr/>
    </dgm:pt>
    <dgm:pt modelId="{39CBBCBB-7C26-4703-91A2-C03A6CE38D86}" type="pres">
      <dgm:prSet presAssocID="{8C20D4F4-3079-491C-98D7-71B90BC15193}" presName="text_2" presStyleLbl="node1" presStyleIdx="1" presStyleCnt="4">
        <dgm:presLayoutVars>
          <dgm:bulletEnabled val="1"/>
        </dgm:presLayoutVars>
      </dgm:prSet>
      <dgm:spPr/>
    </dgm:pt>
    <dgm:pt modelId="{651C821F-DF4A-47BC-B8F1-27833346A1DF}" type="pres">
      <dgm:prSet presAssocID="{8C20D4F4-3079-491C-98D7-71B90BC15193}" presName="accent_2" presStyleCnt="0"/>
      <dgm:spPr/>
    </dgm:pt>
    <dgm:pt modelId="{2B92314C-66E8-454B-9397-335C446F534F}" type="pres">
      <dgm:prSet presAssocID="{8C20D4F4-3079-491C-98D7-71B90BC15193}" presName="accentRepeatNode" presStyleLbl="solidFgAcc1" presStyleIdx="1" presStyleCnt="4"/>
      <dgm:spPr/>
    </dgm:pt>
    <dgm:pt modelId="{794E01C6-4220-41A4-8A62-ACA2DFBFA90C}" type="pres">
      <dgm:prSet presAssocID="{4D4A1EFE-5767-475B-812C-5C4E3D4D1330}" presName="text_3" presStyleLbl="node1" presStyleIdx="2" presStyleCnt="4">
        <dgm:presLayoutVars>
          <dgm:bulletEnabled val="1"/>
        </dgm:presLayoutVars>
      </dgm:prSet>
      <dgm:spPr/>
    </dgm:pt>
    <dgm:pt modelId="{38323EC4-10FA-4D9D-80EC-5B2B3AD8361E}" type="pres">
      <dgm:prSet presAssocID="{4D4A1EFE-5767-475B-812C-5C4E3D4D1330}" presName="accent_3" presStyleCnt="0"/>
      <dgm:spPr/>
    </dgm:pt>
    <dgm:pt modelId="{B3954633-B487-48BB-8130-578394F92469}" type="pres">
      <dgm:prSet presAssocID="{4D4A1EFE-5767-475B-812C-5C4E3D4D1330}" presName="accentRepeatNode" presStyleLbl="solidFgAcc1" presStyleIdx="2" presStyleCnt="4"/>
      <dgm:spPr/>
    </dgm:pt>
    <dgm:pt modelId="{7B4336C2-91E9-49AE-B7C7-F1817DBEBAF2}" type="pres">
      <dgm:prSet presAssocID="{028A48CA-7D1B-4752-9949-0F3B1151741B}" presName="text_4" presStyleLbl="node1" presStyleIdx="3" presStyleCnt="4">
        <dgm:presLayoutVars>
          <dgm:bulletEnabled val="1"/>
        </dgm:presLayoutVars>
      </dgm:prSet>
      <dgm:spPr/>
    </dgm:pt>
    <dgm:pt modelId="{6DBFE959-A142-4C73-8A39-0180BAA7199D}" type="pres">
      <dgm:prSet presAssocID="{028A48CA-7D1B-4752-9949-0F3B1151741B}" presName="accent_4" presStyleCnt="0"/>
      <dgm:spPr/>
    </dgm:pt>
    <dgm:pt modelId="{148D0483-FD4C-4AAE-BD37-92F5588D5E99}" type="pres">
      <dgm:prSet presAssocID="{028A48CA-7D1B-4752-9949-0F3B1151741B}" presName="accentRepeatNode" presStyleLbl="solidFgAcc1" presStyleIdx="3" presStyleCnt="4"/>
      <dgm:spPr/>
    </dgm:pt>
  </dgm:ptLst>
  <dgm:cxnLst>
    <dgm:cxn modelId="{57241203-6F7F-47D3-9036-4E18CA3F775B}" type="presOf" srcId="{EEC95E43-1569-4355-BF23-C0BADDFE50FA}" destId="{84DE5C15-4D26-43D1-9CD9-E6F548A02218}" srcOrd="0" destOrd="0" presId="urn:microsoft.com/office/officeart/2008/layout/VerticalCurvedList"/>
    <dgm:cxn modelId="{98BDF208-5C29-4372-88E9-B4BE55D91830}" type="presOf" srcId="{8C20D4F4-3079-491C-98D7-71B90BC15193}" destId="{39CBBCBB-7C26-4703-91A2-C03A6CE38D86}" srcOrd="0" destOrd="0" presId="urn:microsoft.com/office/officeart/2008/layout/VerticalCurvedList"/>
    <dgm:cxn modelId="{D2F48224-CF40-402C-9832-F4473BB5FB70}" type="presOf" srcId="{73008AD2-AA2A-4181-9319-794F40F34D51}" destId="{F47F702F-8184-4F25-9368-B6937AE85C2F}" srcOrd="0" destOrd="0" presId="urn:microsoft.com/office/officeart/2008/layout/VerticalCurvedList"/>
    <dgm:cxn modelId="{46470245-E5E8-4258-8D9B-31DB707AA729}" srcId="{B36B5E7C-7F10-430D-AD1C-2656383351BD}" destId="{EEC95E43-1569-4355-BF23-C0BADDFE50FA}" srcOrd="0" destOrd="0" parTransId="{35B69470-88B6-4D71-AEEB-F81FE68ABFCE}" sibTransId="{73008AD2-AA2A-4181-9319-794F40F34D51}"/>
    <dgm:cxn modelId="{BD88964F-A825-4EC6-9BE3-70C0CBE955A7}" type="presOf" srcId="{4D4A1EFE-5767-475B-812C-5C4E3D4D1330}" destId="{794E01C6-4220-41A4-8A62-ACA2DFBFA90C}" srcOrd="0" destOrd="0" presId="urn:microsoft.com/office/officeart/2008/layout/VerticalCurvedList"/>
    <dgm:cxn modelId="{0195B354-A932-434B-9736-65921CE86DD6}" srcId="{B36B5E7C-7F10-430D-AD1C-2656383351BD}" destId="{028A48CA-7D1B-4752-9949-0F3B1151741B}" srcOrd="3" destOrd="0" parTransId="{9635F955-7058-4D27-AADA-EAB451828EF9}" sibTransId="{7760E577-F622-4DEB-9EBC-801F4716383B}"/>
    <dgm:cxn modelId="{538EEF7A-0E3D-4B2B-BA0C-2260A52DD310}" srcId="{B36B5E7C-7F10-430D-AD1C-2656383351BD}" destId="{8C20D4F4-3079-491C-98D7-71B90BC15193}" srcOrd="1" destOrd="0" parTransId="{0614896A-B5C0-4861-B2CF-806CD3C899E4}" sibTransId="{9F33063B-01B7-4C51-8BF6-FF4C14D33090}"/>
    <dgm:cxn modelId="{2CA85AAC-0692-417F-BD02-D3456D0C74BA}" srcId="{B36B5E7C-7F10-430D-AD1C-2656383351BD}" destId="{4D4A1EFE-5767-475B-812C-5C4E3D4D1330}" srcOrd="2" destOrd="0" parTransId="{6ADB1E9C-DC06-488A-9472-19DC15DC1EBC}" sibTransId="{64211108-F69C-4AA2-BD85-D5DDD9BC9175}"/>
    <dgm:cxn modelId="{1F2FEEB7-DFDC-4CE6-9A0B-4A33325BDF6E}" type="presOf" srcId="{B36B5E7C-7F10-430D-AD1C-2656383351BD}" destId="{C698804C-8526-4812-A9AB-FFBB1DB64049}" srcOrd="0" destOrd="0" presId="urn:microsoft.com/office/officeart/2008/layout/VerticalCurvedList"/>
    <dgm:cxn modelId="{0D6386CD-4C74-4256-BF32-933AD82DC619}" type="presOf" srcId="{028A48CA-7D1B-4752-9949-0F3B1151741B}" destId="{7B4336C2-91E9-49AE-B7C7-F1817DBEBAF2}" srcOrd="0" destOrd="0" presId="urn:microsoft.com/office/officeart/2008/layout/VerticalCurvedList"/>
    <dgm:cxn modelId="{746C0B02-A27C-4ECE-AE39-5A570B937A76}" type="presParOf" srcId="{C698804C-8526-4812-A9AB-FFBB1DB64049}" destId="{DDB1F2EC-E066-4AEE-ABC5-73949D94E142}" srcOrd="0" destOrd="0" presId="urn:microsoft.com/office/officeart/2008/layout/VerticalCurvedList"/>
    <dgm:cxn modelId="{615CF505-C502-448B-83A3-A2494D8133D2}" type="presParOf" srcId="{DDB1F2EC-E066-4AEE-ABC5-73949D94E142}" destId="{F55D1D03-F683-4DE7-9AC8-DFBFE456038E}" srcOrd="0" destOrd="0" presId="urn:microsoft.com/office/officeart/2008/layout/VerticalCurvedList"/>
    <dgm:cxn modelId="{D9A6DDEA-E84E-4F7A-B6B6-B85CDD580A2E}" type="presParOf" srcId="{F55D1D03-F683-4DE7-9AC8-DFBFE456038E}" destId="{752482CC-6CBA-47F2-BD9D-8D29B39C6976}" srcOrd="0" destOrd="0" presId="urn:microsoft.com/office/officeart/2008/layout/VerticalCurvedList"/>
    <dgm:cxn modelId="{5F165962-1119-4F88-847F-594D0A5AAF36}" type="presParOf" srcId="{F55D1D03-F683-4DE7-9AC8-DFBFE456038E}" destId="{F47F702F-8184-4F25-9368-B6937AE85C2F}" srcOrd="1" destOrd="0" presId="urn:microsoft.com/office/officeart/2008/layout/VerticalCurvedList"/>
    <dgm:cxn modelId="{9B839746-3453-437B-9F6A-4B676C0D3935}" type="presParOf" srcId="{F55D1D03-F683-4DE7-9AC8-DFBFE456038E}" destId="{2FC564E8-8A51-40AD-8D2B-D1F5463DB0D7}" srcOrd="2" destOrd="0" presId="urn:microsoft.com/office/officeart/2008/layout/VerticalCurvedList"/>
    <dgm:cxn modelId="{9BD56079-BF41-40FF-AAF9-67DBB2BF45E4}" type="presParOf" srcId="{F55D1D03-F683-4DE7-9AC8-DFBFE456038E}" destId="{2BB55C62-F946-4A27-AD0C-99DE5A571FA3}" srcOrd="3" destOrd="0" presId="urn:microsoft.com/office/officeart/2008/layout/VerticalCurvedList"/>
    <dgm:cxn modelId="{7C848F41-EE30-4BDE-97CB-1F4997DBF08C}" type="presParOf" srcId="{DDB1F2EC-E066-4AEE-ABC5-73949D94E142}" destId="{84DE5C15-4D26-43D1-9CD9-E6F548A02218}" srcOrd="1" destOrd="0" presId="urn:microsoft.com/office/officeart/2008/layout/VerticalCurvedList"/>
    <dgm:cxn modelId="{EDFCAD4A-3F3E-49E7-B630-1657602F719B}" type="presParOf" srcId="{DDB1F2EC-E066-4AEE-ABC5-73949D94E142}" destId="{FC54B4C9-C483-4E8E-94D8-6193365BA42C}" srcOrd="2" destOrd="0" presId="urn:microsoft.com/office/officeart/2008/layout/VerticalCurvedList"/>
    <dgm:cxn modelId="{7DCFC276-67F4-4859-A3F5-00A9F17B6CC0}" type="presParOf" srcId="{FC54B4C9-C483-4E8E-94D8-6193365BA42C}" destId="{CD07F723-F057-48CB-B2D7-26BDBCFD3393}" srcOrd="0" destOrd="0" presId="urn:microsoft.com/office/officeart/2008/layout/VerticalCurvedList"/>
    <dgm:cxn modelId="{D440276E-AAC9-497D-A219-46E3AD269DC0}" type="presParOf" srcId="{DDB1F2EC-E066-4AEE-ABC5-73949D94E142}" destId="{39CBBCBB-7C26-4703-91A2-C03A6CE38D86}" srcOrd="3" destOrd="0" presId="urn:microsoft.com/office/officeart/2008/layout/VerticalCurvedList"/>
    <dgm:cxn modelId="{D172541B-B933-400C-B28F-DBC2EC3B3D87}" type="presParOf" srcId="{DDB1F2EC-E066-4AEE-ABC5-73949D94E142}" destId="{651C821F-DF4A-47BC-B8F1-27833346A1DF}" srcOrd="4" destOrd="0" presId="urn:microsoft.com/office/officeart/2008/layout/VerticalCurvedList"/>
    <dgm:cxn modelId="{8D120D81-784B-4797-9BBE-3DCBAC96644F}" type="presParOf" srcId="{651C821F-DF4A-47BC-B8F1-27833346A1DF}" destId="{2B92314C-66E8-454B-9397-335C446F534F}" srcOrd="0" destOrd="0" presId="urn:microsoft.com/office/officeart/2008/layout/VerticalCurvedList"/>
    <dgm:cxn modelId="{8E596254-342A-421A-BC10-497286DF4F38}" type="presParOf" srcId="{DDB1F2EC-E066-4AEE-ABC5-73949D94E142}" destId="{794E01C6-4220-41A4-8A62-ACA2DFBFA90C}" srcOrd="5" destOrd="0" presId="urn:microsoft.com/office/officeart/2008/layout/VerticalCurvedList"/>
    <dgm:cxn modelId="{325DD9DB-53E4-4ADD-A3CB-4BD7F6188469}" type="presParOf" srcId="{DDB1F2EC-E066-4AEE-ABC5-73949D94E142}" destId="{38323EC4-10FA-4D9D-80EC-5B2B3AD8361E}" srcOrd="6" destOrd="0" presId="urn:microsoft.com/office/officeart/2008/layout/VerticalCurvedList"/>
    <dgm:cxn modelId="{54643283-C82E-48AA-BA0E-03FA724CF951}" type="presParOf" srcId="{38323EC4-10FA-4D9D-80EC-5B2B3AD8361E}" destId="{B3954633-B487-48BB-8130-578394F92469}" srcOrd="0" destOrd="0" presId="urn:microsoft.com/office/officeart/2008/layout/VerticalCurvedList"/>
    <dgm:cxn modelId="{D4BA41C6-48C2-43A1-9F1C-38B7691E01F1}" type="presParOf" srcId="{DDB1F2EC-E066-4AEE-ABC5-73949D94E142}" destId="{7B4336C2-91E9-49AE-B7C7-F1817DBEBAF2}" srcOrd="7" destOrd="0" presId="urn:microsoft.com/office/officeart/2008/layout/VerticalCurvedList"/>
    <dgm:cxn modelId="{48A1FEF4-2099-45C4-BC80-171FC4FB1332}" type="presParOf" srcId="{DDB1F2EC-E066-4AEE-ABC5-73949D94E142}" destId="{6DBFE959-A142-4C73-8A39-0180BAA7199D}" srcOrd="8" destOrd="0" presId="urn:microsoft.com/office/officeart/2008/layout/VerticalCurvedList"/>
    <dgm:cxn modelId="{C8E0899D-BDD9-4BF2-8610-A7297327832E}" type="presParOf" srcId="{6DBFE959-A142-4C73-8A39-0180BAA7199D}" destId="{148D0483-FD4C-4AAE-BD37-92F5588D5E9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222D4C1E-E7C9-4251-BBCE-6817BD27D002}"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8BBEEB10-3B0C-42AB-9C29-79C08CE857B4}">
      <dgm:prSet/>
      <dgm:spPr/>
      <dgm:t>
        <a:bodyPr/>
        <a:lstStyle/>
        <a:p>
          <a:r>
            <a:rPr lang="uk-UA" b="0" i="0" dirty="0"/>
            <a:t>Глухова</a:t>
          </a:r>
          <a:endParaRPr lang="uk-UA" dirty="0"/>
        </a:p>
      </dgm:t>
    </dgm:pt>
    <dgm:pt modelId="{84AC6B0D-6B95-4BCA-AE46-F1562C28914C}" type="parTrans" cxnId="{C66DF533-EC0D-44E3-B03F-9762F217EF96}">
      <dgm:prSet/>
      <dgm:spPr/>
      <dgm:t>
        <a:bodyPr/>
        <a:lstStyle/>
        <a:p>
          <a:endParaRPr lang="uk-UA"/>
        </a:p>
      </dgm:t>
    </dgm:pt>
    <dgm:pt modelId="{44CC65E9-0859-464B-A3BD-F26E9AB796B0}" type="sibTrans" cxnId="{C66DF533-EC0D-44E3-B03F-9762F217EF96}">
      <dgm:prSet/>
      <dgm:spPr/>
      <dgm:t>
        <a:bodyPr/>
        <a:lstStyle/>
        <a:p>
          <a:endParaRPr lang="uk-UA"/>
        </a:p>
      </dgm:t>
    </dgm:pt>
    <dgm:pt modelId="{487594B8-8DDB-4D60-B365-A7B753A2F75B}">
      <dgm:prSet/>
      <dgm:spPr/>
      <dgm:t>
        <a:bodyPr/>
        <a:lstStyle/>
        <a:p>
          <a:r>
            <a:rPr lang="uk-UA" b="0" i="0"/>
            <a:t>Чигирина</a:t>
          </a:r>
          <a:endParaRPr lang="uk-UA"/>
        </a:p>
      </dgm:t>
    </dgm:pt>
    <dgm:pt modelId="{A09E2881-A7F4-4EDF-ACDE-D50190BD0B5C}" type="parTrans" cxnId="{F45CB2ED-D38D-4DA6-A6E3-B85194726B9A}">
      <dgm:prSet/>
      <dgm:spPr/>
      <dgm:t>
        <a:bodyPr/>
        <a:lstStyle/>
        <a:p>
          <a:endParaRPr lang="uk-UA"/>
        </a:p>
      </dgm:t>
    </dgm:pt>
    <dgm:pt modelId="{A6D4E147-24AA-4BC8-9267-9172786976B7}" type="sibTrans" cxnId="{F45CB2ED-D38D-4DA6-A6E3-B85194726B9A}">
      <dgm:prSet/>
      <dgm:spPr/>
      <dgm:t>
        <a:bodyPr/>
        <a:lstStyle/>
        <a:p>
          <a:endParaRPr lang="uk-UA"/>
        </a:p>
      </dgm:t>
    </dgm:pt>
    <dgm:pt modelId="{B09FA3F3-1DB9-49B8-B7C3-9DBB4A47EEE2}">
      <dgm:prSet/>
      <dgm:spPr/>
      <dgm:t>
        <a:bodyPr/>
        <a:lstStyle/>
        <a:p>
          <a:r>
            <a:rPr lang="uk-UA" b="0" i="0"/>
            <a:t>Батурина</a:t>
          </a:r>
          <a:endParaRPr lang="uk-UA"/>
        </a:p>
      </dgm:t>
    </dgm:pt>
    <dgm:pt modelId="{9811B86B-41D1-49E0-9DBA-A4DFA88C804A}" type="parTrans" cxnId="{84F36734-D00C-493C-9303-353FE9A649AF}">
      <dgm:prSet/>
      <dgm:spPr/>
      <dgm:t>
        <a:bodyPr/>
        <a:lstStyle/>
        <a:p>
          <a:endParaRPr lang="uk-UA"/>
        </a:p>
      </dgm:t>
    </dgm:pt>
    <dgm:pt modelId="{7FBDDFD5-FCE5-4201-B835-5DDF741D467D}" type="sibTrans" cxnId="{84F36734-D00C-493C-9303-353FE9A649AF}">
      <dgm:prSet/>
      <dgm:spPr/>
      <dgm:t>
        <a:bodyPr/>
        <a:lstStyle/>
        <a:p>
          <a:endParaRPr lang="uk-UA"/>
        </a:p>
      </dgm:t>
    </dgm:pt>
    <dgm:pt modelId="{54F9A747-4336-49BC-9829-C02C27192857}">
      <dgm:prSet/>
      <dgm:spPr/>
      <dgm:t>
        <a:bodyPr/>
        <a:lstStyle/>
        <a:p>
          <a:r>
            <a:rPr lang="uk-UA" b="0" i="0" dirty="0"/>
            <a:t>Гадяча</a:t>
          </a:r>
          <a:endParaRPr lang="uk-UA" dirty="0"/>
        </a:p>
      </dgm:t>
    </dgm:pt>
    <dgm:pt modelId="{F8D50F73-523A-46CA-B518-65258AB178B9}" type="parTrans" cxnId="{E0526369-C26C-4726-9C6D-68892965BC7F}">
      <dgm:prSet/>
      <dgm:spPr/>
      <dgm:t>
        <a:bodyPr/>
        <a:lstStyle/>
        <a:p>
          <a:endParaRPr lang="uk-UA"/>
        </a:p>
      </dgm:t>
    </dgm:pt>
    <dgm:pt modelId="{78CFC282-6DBD-459C-B3DE-E89FC05E0A3B}" type="sibTrans" cxnId="{E0526369-C26C-4726-9C6D-68892965BC7F}">
      <dgm:prSet/>
      <dgm:spPr/>
      <dgm:t>
        <a:bodyPr/>
        <a:lstStyle/>
        <a:p>
          <a:endParaRPr lang="uk-UA"/>
        </a:p>
      </dgm:t>
    </dgm:pt>
    <dgm:pt modelId="{93971A92-0E95-4E39-8B4D-88AFD758A41C}" type="pres">
      <dgm:prSet presAssocID="{222D4C1E-E7C9-4251-BBCE-6817BD27D002}" presName="matrix" presStyleCnt="0">
        <dgm:presLayoutVars>
          <dgm:chMax val="1"/>
          <dgm:dir/>
          <dgm:resizeHandles val="exact"/>
        </dgm:presLayoutVars>
      </dgm:prSet>
      <dgm:spPr/>
    </dgm:pt>
    <dgm:pt modelId="{F7691D0F-A820-4782-A495-39964CB039B5}" type="pres">
      <dgm:prSet presAssocID="{222D4C1E-E7C9-4251-BBCE-6817BD27D002}" presName="diamond" presStyleLbl="bgShp" presStyleIdx="0" presStyleCnt="1"/>
      <dgm:spPr/>
    </dgm:pt>
    <dgm:pt modelId="{3F03D800-A7CC-4FDB-A9EB-560BD541B485}" type="pres">
      <dgm:prSet presAssocID="{222D4C1E-E7C9-4251-BBCE-6817BD27D002}" presName="quad1" presStyleLbl="node1" presStyleIdx="0" presStyleCnt="4">
        <dgm:presLayoutVars>
          <dgm:chMax val="0"/>
          <dgm:chPref val="0"/>
          <dgm:bulletEnabled val="1"/>
        </dgm:presLayoutVars>
      </dgm:prSet>
      <dgm:spPr/>
    </dgm:pt>
    <dgm:pt modelId="{DF38D369-0234-40DB-A27E-4E6DE5F748E4}" type="pres">
      <dgm:prSet presAssocID="{222D4C1E-E7C9-4251-BBCE-6817BD27D002}" presName="quad2" presStyleLbl="node1" presStyleIdx="1" presStyleCnt="4">
        <dgm:presLayoutVars>
          <dgm:chMax val="0"/>
          <dgm:chPref val="0"/>
          <dgm:bulletEnabled val="1"/>
        </dgm:presLayoutVars>
      </dgm:prSet>
      <dgm:spPr/>
    </dgm:pt>
    <dgm:pt modelId="{DCECD244-EBF8-4FE8-98AC-74FDCCA30FFC}" type="pres">
      <dgm:prSet presAssocID="{222D4C1E-E7C9-4251-BBCE-6817BD27D002}" presName="quad3" presStyleLbl="node1" presStyleIdx="2" presStyleCnt="4">
        <dgm:presLayoutVars>
          <dgm:chMax val="0"/>
          <dgm:chPref val="0"/>
          <dgm:bulletEnabled val="1"/>
        </dgm:presLayoutVars>
      </dgm:prSet>
      <dgm:spPr/>
    </dgm:pt>
    <dgm:pt modelId="{5937C4A6-0D4E-4E27-881E-ED63BCE7B2CB}" type="pres">
      <dgm:prSet presAssocID="{222D4C1E-E7C9-4251-BBCE-6817BD27D002}" presName="quad4" presStyleLbl="node1" presStyleIdx="3" presStyleCnt="4">
        <dgm:presLayoutVars>
          <dgm:chMax val="0"/>
          <dgm:chPref val="0"/>
          <dgm:bulletEnabled val="1"/>
        </dgm:presLayoutVars>
      </dgm:prSet>
      <dgm:spPr/>
    </dgm:pt>
  </dgm:ptLst>
  <dgm:cxnLst>
    <dgm:cxn modelId="{F6EEB61D-51A2-4BC3-BF54-B3A3A92F2628}" type="presOf" srcId="{487594B8-8DDB-4D60-B365-A7B753A2F75B}" destId="{DF38D369-0234-40DB-A27E-4E6DE5F748E4}" srcOrd="0" destOrd="0" presId="urn:microsoft.com/office/officeart/2005/8/layout/matrix3"/>
    <dgm:cxn modelId="{C66DF533-EC0D-44E3-B03F-9762F217EF96}" srcId="{222D4C1E-E7C9-4251-BBCE-6817BD27D002}" destId="{8BBEEB10-3B0C-42AB-9C29-79C08CE857B4}" srcOrd="0" destOrd="0" parTransId="{84AC6B0D-6B95-4BCA-AE46-F1562C28914C}" sibTransId="{44CC65E9-0859-464B-A3BD-F26E9AB796B0}"/>
    <dgm:cxn modelId="{84F36734-D00C-493C-9303-353FE9A649AF}" srcId="{222D4C1E-E7C9-4251-BBCE-6817BD27D002}" destId="{B09FA3F3-1DB9-49B8-B7C3-9DBB4A47EEE2}" srcOrd="2" destOrd="0" parTransId="{9811B86B-41D1-49E0-9DBA-A4DFA88C804A}" sibTransId="{7FBDDFD5-FCE5-4201-B835-5DDF741D467D}"/>
    <dgm:cxn modelId="{E0526369-C26C-4726-9C6D-68892965BC7F}" srcId="{222D4C1E-E7C9-4251-BBCE-6817BD27D002}" destId="{54F9A747-4336-49BC-9829-C02C27192857}" srcOrd="3" destOrd="0" parTransId="{F8D50F73-523A-46CA-B518-65258AB178B9}" sibTransId="{78CFC282-6DBD-459C-B3DE-E89FC05E0A3B}"/>
    <dgm:cxn modelId="{9BB8C079-2692-46D6-ACF6-544297B84240}" type="presOf" srcId="{54F9A747-4336-49BC-9829-C02C27192857}" destId="{5937C4A6-0D4E-4E27-881E-ED63BCE7B2CB}" srcOrd="0" destOrd="0" presId="urn:microsoft.com/office/officeart/2005/8/layout/matrix3"/>
    <dgm:cxn modelId="{AE5FB2AA-176E-4A1D-8219-A3F04BD40AA3}" type="presOf" srcId="{8BBEEB10-3B0C-42AB-9C29-79C08CE857B4}" destId="{3F03D800-A7CC-4FDB-A9EB-560BD541B485}" srcOrd="0" destOrd="0" presId="urn:microsoft.com/office/officeart/2005/8/layout/matrix3"/>
    <dgm:cxn modelId="{AFF78DAB-CD72-486A-865F-CEA66EF10C87}" type="presOf" srcId="{222D4C1E-E7C9-4251-BBCE-6817BD27D002}" destId="{93971A92-0E95-4E39-8B4D-88AFD758A41C}" srcOrd="0" destOrd="0" presId="urn:microsoft.com/office/officeart/2005/8/layout/matrix3"/>
    <dgm:cxn modelId="{9BF450C5-0BE4-4CC9-A567-7A9B5AC3F268}" type="presOf" srcId="{B09FA3F3-1DB9-49B8-B7C3-9DBB4A47EEE2}" destId="{DCECD244-EBF8-4FE8-98AC-74FDCCA30FFC}" srcOrd="0" destOrd="0" presId="urn:microsoft.com/office/officeart/2005/8/layout/matrix3"/>
    <dgm:cxn modelId="{F45CB2ED-D38D-4DA6-A6E3-B85194726B9A}" srcId="{222D4C1E-E7C9-4251-BBCE-6817BD27D002}" destId="{487594B8-8DDB-4D60-B365-A7B753A2F75B}" srcOrd="1" destOrd="0" parTransId="{A09E2881-A7F4-4EDF-ACDE-D50190BD0B5C}" sibTransId="{A6D4E147-24AA-4BC8-9267-9172786976B7}"/>
    <dgm:cxn modelId="{8F9FBBA7-E42A-4FD0-AE7B-5CD412D03BFF}" type="presParOf" srcId="{93971A92-0E95-4E39-8B4D-88AFD758A41C}" destId="{F7691D0F-A820-4782-A495-39964CB039B5}" srcOrd="0" destOrd="0" presId="urn:microsoft.com/office/officeart/2005/8/layout/matrix3"/>
    <dgm:cxn modelId="{DD620787-8168-43B3-B44E-4BE942BB1507}" type="presParOf" srcId="{93971A92-0E95-4E39-8B4D-88AFD758A41C}" destId="{3F03D800-A7CC-4FDB-A9EB-560BD541B485}" srcOrd="1" destOrd="0" presId="urn:microsoft.com/office/officeart/2005/8/layout/matrix3"/>
    <dgm:cxn modelId="{19072F7B-1B2D-4C1D-B7C7-B1D91219BCD6}" type="presParOf" srcId="{93971A92-0E95-4E39-8B4D-88AFD758A41C}" destId="{DF38D369-0234-40DB-A27E-4E6DE5F748E4}" srcOrd="2" destOrd="0" presId="urn:microsoft.com/office/officeart/2005/8/layout/matrix3"/>
    <dgm:cxn modelId="{52E6DC6B-5E1D-4F43-B7B3-3532A4E3A3D9}" type="presParOf" srcId="{93971A92-0E95-4E39-8B4D-88AFD758A41C}" destId="{DCECD244-EBF8-4FE8-98AC-74FDCCA30FFC}" srcOrd="3" destOrd="0" presId="urn:microsoft.com/office/officeart/2005/8/layout/matrix3"/>
    <dgm:cxn modelId="{FCD285EE-B845-4CB3-B5EB-E6BD8BC6F08A}" type="presParOf" srcId="{93971A92-0E95-4E39-8B4D-88AFD758A41C}" destId="{5937C4A6-0D4E-4E27-881E-ED63BCE7B2CB}"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435A8E79-540D-469C-9183-EEBF791159EE}"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39419EAC-C1BE-4087-B673-21007212506A}">
      <dgm:prSet/>
      <dgm:spPr/>
      <dgm:t>
        <a:bodyPr/>
        <a:lstStyle/>
        <a:p>
          <a:r>
            <a:rPr lang="ru-RU" b="0" i="0"/>
            <a:t>І. Виговського.</a:t>
          </a:r>
          <a:endParaRPr lang="uk-UA"/>
        </a:p>
      </dgm:t>
    </dgm:pt>
    <dgm:pt modelId="{8F70EE57-3AD9-45F2-9DBB-46B064BC4C83}" type="parTrans" cxnId="{541FF421-8028-47A8-A8C2-C668FA1C42A7}">
      <dgm:prSet/>
      <dgm:spPr/>
      <dgm:t>
        <a:bodyPr/>
        <a:lstStyle/>
        <a:p>
          <a:endParaRPr lang="uk-UA"/>
        </a:p>
      </dgm:t>
    </dgm:pt>
    <dgm:pt modelId="{63B980FE-1988-4C27-9962-46B63CD94FF8}" type="sibTrans" cxnId="{541FF421-8028-47A8-A8C2-C668FA1C42A7}">
      <dgm:prSet/>
      <dgm:spPr/>
      <dgm:t>
        <a:bodyPr/>
        <a:lstStyle/>
        <a:p>
          <a:endParaRPr lang="uk-UA"/>
        </a:p>
      </dgm:t>
    </dgm:pt>
    <dgm:pt modelId="{787E2940-3E07-4534-B873-4ED1D5C1F9AA}">
      <dgm:prSet/>
      <dgm:spPr/>
      <dgm:t>
        <a:bodyPr/>
        <a:lstStyle/>
        <a:p>
          <a:r>
            <a:rPr lang="ru-RU" b="0" i="0" dirty="0"/>
            <a:t>Ю. </a:t>
          </a:r>
          <a:r>
            <a:rPr lang="ru-RU" b="0" i="0" dirty="0" err="1"/>
            <a:t>Хмельницького</a:t>
          </a:r>
          <a:r>
            <a:rPr lang="ru-RU" b="0" i="0" dirty="0"/>
            <a:t>.</a:t>
          </a:r>
          <a:endParaRPr lang="uk-UA" dirty="0"/>
        </a:p>
      </dgm:t>
    </dgm:pt>
    <dgm:pt modelId="{3CDDCE6C-0571-40B2-9625-EA00CD830A0F}" type="parTrans" cxnId="{20FA0B22-573F-4900-8FB0-616976FC1538}">
      <dgm:prSet/>
      <dgm:spPr/>
      <dgm:t>
        <a:bodyPr/>
        <a:lstStyle/>
        <a:p>
          <a:endParaRPr lang="uk-UA"/>
        </a:p>
      </dgm:t>
    </dgm:pt>
    <dgm:pt modelId="{9A8D19E6-136C-4102-A0B0-5DF87B5F5B00}" type="sibTrans" cxnId="{20FA0B22-573F-4900-8FB0-616976FC1538}">
      <dgm:prSet/>
      <dgm:spPr/>
      <dgm:t>
        <a:bodyPr/>
        <a:lstStyle/>
        <a:p>
          <a:endParaRPr lang="uk-UA"/>
        </a:p>
      </dgm:t>
    </dgm:pt>
    <dgm:pt modelId="{7A1671E7-6FED-4180-A98A-19EE232B535C}">
      <dgm:prSet/>
      <dgm:spPr/>
      <dgm:t>
        <a:bodyPr/>
        <a:lstStyle/>
        <a:p>
          <a:r>
            <a:rPr lang="ru-RU" b="0" i="0" dirty="0"/>
            <a:t>П. </a:t>
          </a:r>
          <a:r>
            <a:rPr lang="ru-RU" b="0" i="0" dirty="0" err="1"/>
            <a:t>Тетері</a:t>
          </a:r>
          <a:r>
            <a:rPr lang="ru-RU" b="0" i="0" dirty="0"/>
            <a:t>.</a:t>
          </a:r>
          <a:endParaRPr lang="uk-UA" dirty="0"/>
        </a:p>
      </dgm:t>
    </dgm:pt>
    <dgm:pt modelId="{C92D6A31-1537-4307-B408-7243D15B2969}" type="parTrans" cxnId="{EE85B600-CE43-4E23-B504-9609D7E8FEE1}">
      <dgm:prSet/>
      <dgm:spPr/>
      <dgm:t>
        <a:bodyPr/>
        <a:lstStyle/>
        <a:p>
          <a:endParaRPr lang="uk-UA"/>
        </a:p>
      </dgm:t>
    </dgm:pt>
    <dgm:pt modelId="{F74ABBAF-3DD5-4FC8-A3A6-E56080460E41}" type="sibTrans" cxnId="{EE85B600-CE43-4E23-B504-9609D7E8FEE1}">
      <dgm:prSet/>
      <dgm:spPr/>
      <dgm:t>
        <a:bodyPr/>
        <a:lstStyle/>
        <a:p>
          <a:endParaRPr lang="uk-UA"/>
        </a:p>
      </dgm:t>
    </dgm:pt>
    <dgm:pt modelId="{0C19F483-31F1-47D1-8896-1211CC667740}">
      <dgm:prSet/>
      <dgm:spPr/>
      <dgm:t>
        <a:bodyPr/>
        <a:lstStyle/>
        <a:p>
          <a:r>
            <a:rPr lang="ru-RU" b="0" i="0" dirty="0"/>
            <a:t>П. Дорошенка.</a:t>
          </a:r>
          <a:endParaRPr lang="uk-UA" dirty="0"/>
        </a:p>
      </dgm:t>
    </dgm:pt>
    <dgm:pt modelId="{C589829D-42EA-4BF6-AF50-384AD69F628F}" type="parTrans" cxnId="{ECDD546A-98EE-4662-AFB9-1E6572DA5CF5}">
      <dgm:prSet/>
      <dgm:spPr/>
      <dgm:t>
        <a:bodyPr/>
        <a:lstStyle/>
        <a:p>
          <a:endParaRPr lang="uk-UA"/>
        </a:p>
      </dgm:t>
    </dgm:pt>
    <dgm:pt modelId="{CAA20E0F-D9D9-4D47-A5A3-39D00028EA87}" type="sibTrans" cxnId="{ECDD546A-98EE-4662-AFB9-1E6572DA5CF5}">
      <dgm:prSet/>
      <dgm:spPr/>
      <dgm:t>
        <a:bodyPr/>
        <a:lstStyle/>
        <a:p>
          <a:endParaRPr lang="uk-UA"/>
        </a:p>
      </dgm:t>
    </dgm:pt>
    <dgm:pt modelId="{D0233137-C9C4-4280-9893-89A1A3A3E767}" type="pres">
      <dgm:prSet presAssocID="{435A8E79-540D-469C-9183-EEBF791159EE}" presName="Name0" presStyleCnt="0">
        <dgm:presLayoutVars>
          <dgm:chMax val="7"/>
          <dgm:chPref val="7"/>
          <dgm:dir/>
        </dgm:presLayoutVars>
      </dgm:prSet>
      <dgm:spPr/>
    </dgm:pt>
    <dgm:pt modelId="{4C61CFF4-A609-480B-8309-994CC31C94B1}" type="pres">
      <dgm:prSet presAssocID="{435A8E79-540D-469C-9183-EEBF791159EE}" presName="Name1" presStyleCnt="0"/>
      <dgm:spPr/>
    </dgm:pt>
    <dgm:pt modelId="{6B7D05B9-B569-46F6-9179-79FAACE260ED}" type="pres">
      <dgm:prSet presAssocID="{435A8E79-540D-469C-9183-EEBF791159EE}" presName="cycle" presStyleCnt="0"/>
      <dgm:spPr/>
    </dgm:pt>
    <dgm:pt modelId="{7D7E7C37-AD96-452D-B62D-AFBF46E9D0DE}" type="pres">
      <dgm:prSet presAssocID="{435A8E79-540D-469C-9183-EEBF791159EE}" presName="srcNode" presStyleLbl="node1" presStyleIdx="0" presStyleCnt="4"/>
      <dgm:spPr/>
    </dgm:pt>
    <dgm:pt modelId="{B8D852B7-8E86-49AA-86E7-FEE1B1C82881}" type="pres">
      <dgm:prSet presAssocID="{435A8E79-540D-469C-9183-EEBF791159EE}" presName="conn" presStyleLbl="parChTrans1D2" presStyleIdx="0" presStyleCnt="1"/>
      <dgm:spPr/>
    </dgm:pt>
    <dgm:pt modelId="{9489278D-E6A0-4ABC-9740-0ED11AD86222}" type="pres">
      <dgm:prSet presAssocID="{435A8E79-540D-469C-9183-EEBF791159EE}" presName="extraNode" presStyleLbl="node1" presStyleIdx="0" presStyleCnt="4"/>
      <dgm:spPr/>
    </dgm:pt>
    <dgm:pt modelId="{E3867D08-90CA-4205-AA4E-D74BC15E5C83}" type="pres">
      <dgm:prSet presAssocID="{435A8E79-540D-469C-9183-EEBF791159EE}" presName="dstNode" presStyleLbl="node1" presStyleIdx="0" presStyleCnt="4"/>
      <dgm:spPr/>
    </dgm:pt>
    <dgm:pt modelId="{3D4B9E07-4B2A-4254-927C-B15951384CF1}" type="pres">
      <dgm:prSet presAssocID="{39419EAC-C1BE-4087-B673-21007212506A}" presName="text_1" presStyleLbl="node1" presStyleIdx="0" presStyleCnt="4">
        <dgm:presLayoutVars>
          <dgm:bulletEnabled val="1"/>
        </dgm:presLayoutVars>
      </dgm:prSet>
      <dgm:spPr/>
    </dgm:pt>
    <dgm:pt modelId="{60ACB529-AC7E-463C-944D-9F579C2ED969}" type="pres">
      <dgm:prSet presAssocID="{39419EAC-C1BE-4087-B673-21007212506A}" presName="accent_1" presStyleCnt="0"/>
      <dgm:spPr/>
    </dgm:pt>
    <dgm:pt modelId="{2FB276BE-1F6D-47F2-851B-850DD0630EBC}" type="pres">
      <dgm:prSet presAssocID="{39419EAC-C1BE-4087-B673-21007212506A}" presName="accentRepeatNode" presStyleLbl="solidFgAcc1" presStyleIdx="0" presStyleCnt="4"/>
      <dgm:spPr/>
    </dgm:pt>
    <dgm:pt modelId="{3B3E21FD-1405-4388-B517-2971618F7E4E}" type="pres">
      <dgm:prSet presAssocID="{787E2940-3E07-4534-B873-4ED1D5C1F9AA}" presName="text_2" presStyleLbl="node1" presStyleIdx="1" presStyleCnt="4">
        <dgm:presLayoutVars>
          <dgm:bulletEnabled val="1"/>
        </dgm:presLayoutVars>
      </dgm:prSet>
      <dgm:spPr/>
    </dgm:pt>
    <dgm:pt modelId="{9CD931FA-7A08-470D-A52D-6A8D1E9CBFC2}" type="pres">
      <dgm:prSet presAssocID="{787E2940-3E07-4534-B873-4ED1D5C1F9AA}" presName="accent_2" presStyleCnt="0"/>
      <dgm:spPr/>
    </dgm:pt>
    <dgm:pt modelId="{9947BC66-2315-461E-9996-A51004C51264}" type="pres">
      <dgm:prSet presAssocID="{787E2940-3E07-4534-B873-4ED1D5C1F9AA}" presName="accentRepeatNode" presStyleLbl="solidFgAcc1" presStyleIdx="1" presStyleCnt="4"/>
      <dgm:spPr/>
    </dgm:pt>
    <dgm:pt modelId="{F198A44C-38F9-4389-8B92-9070E0D36C3D}" type="pres">
      <dgm:prSet presAssocID="{7A1671E7-6FED-4180-A98A-19EE232B535C}" presName="text_3" presStyleLbl="node1" presStyleIdx="2" presStyleCnt="4">
        <dgm:presLayoutVars>
          <dgm:bulletEnabled val="1"/>
        </dgm:presLayoutVars>
      </dgm:prSet>
      <dgm:spPr/>
    </dgm:pt>
    <dgm:pt modelId="{A8BDE0E8-2315-4385-96B4-972C06C7EC56}" type="pres">
      <dgm:prSet presAssocID="{7A1671E7-6FED-4180-A98A-19EE232B535C}" presName="accent_3" presStyleCnt="0"/>
      <dgm:spPr/>
    </dgm:pt>
    <dgm:pt modelId="{890943B2-17B4-4432-B6A7-B97958DE4F4F}" type="pres">
      <dgm:prSet presAssocID="{7A1671E7-6FED-4180-A98A-19EE232B535C}" presName="accentRepeatNode" presStyleLbl="solidFgAcc1" presStyleIdx="2" presStyleCnt="4"/>
      <dgm:spPr/>
    </dgm:pt>
    <dgm:pt modelId="{E062C696-8161-461A-AB38-A88D9AF3D4DF}" type="pres">
      <dgm:prSet presAssocID="{0C19F483-31F1-47D1-8896-1211CC667740}" presName="text_4" presStyleLbl="node1" presStyleIdx="3" presStyleCnt="4">
        <dgm:presLayoutVars>
          <dgm:bulletEnabled val="1"/>
        </dgm:presLayoutVars>
      </dgm:prSet>
      <dgm:spPr/>
    </dgm:pt>
    <dgm:pt modelId="{064835BC-7EEF-457C-AF2D-9AFF55EFFE95}" type="pres">
      <dgm:prSet presAssocID="{0C19F483-31F1-47D1-8896-1211CC667740}" presName="accent_4" presStyleCnt="0"/>
      <dgm:spPr/>
    </dgm:pt>
    <dgm:pt modelId="{CB3ED185-30AD-4942-B540-BE8E2FFB7EC5}" type="pres">
      <dgm:prSet presAssocID="{0C19F483-31F1-47D1-8896-1211CC667740}" presName="accentRepeatNode" presStyleLbl="solidFgAcc1" presStyleIdx="3" presStyleCnt="4"/>
      <dgm:spPr/>
    </dgm:pt>
  </dgm:ptLst>
  <dgm:cxnLst>
    <dgm:cxn modelId="{EE85B600-CE43-4E23-B504-9609D7E8FEE1}" srcId="{435A8E79-540D-469C-9183-EEBF791159EE}" destId="{7A1671E7-6FED-4180-A98A-19EE232B535C}" srcOrd="2" destOrd="0" parTransId="{C92D6A31-1537-4307-B408-7243D15B2969}" sibTransId="{F74ABBAF-3DD5-4FC8-A3A6-E56080460E41}"/>
    <dgm:cxn modelId="{66F0DF18-CF0A-4D69-8AAA-83586CB8033C}" type="presOf" srcId="{435A8E79-540D-469C-9183-EEBF791159EE}" destId="{D0233137-C9C4-4280-9893-89A1A3A3E767}" srcOrd="0" destOrd="0" presId="urn:microsoft.com/office/officeart/2008/layout/VerticalCurvedList"/>
    <dgm:cxn modelId="{541FF421-8028-47A8-A8C2-C668FA1C42A7}" srcId="{435A8E79-540D-469C-9183-EEBF791159EE}" destId="{39419EAC-C1BE-4087-B673-21007212506A}" srcOrd="0" destOrd="0" parTransId="{8F70EE57-3AD9-45F2-9DBB-46B064BC4C83}" sibTransId="{63B980FE-1988-4C27-9962-46B63CD94FF8}"/>
    <dgm:cxn modelId="{20FA0B22-573F-4900-8FB0-616976FC1538}" srcId="{435A8E79-540D-469C-9183-EEBF791159EE}" destId="{787E2940-3E07-4534-B873-4ED1D5C1F9AA}" srcOrd="1" destOrd="0" parTransId="{3CDDCE6C-0571-40B2-9625-EA00CD830A0F}" sibTransId="{9A8D19E6-136C-4102-A0B0-5DF87B5F5B00}"/>
    <dgm:cxn modelId="{2C64582F-ACC0-4B07-B82F-BEB58F3C6B25}" type="presOf" srcId="{39419EAC-C1BE-4087-B673-21007212506A}" destId="{3D4B9E07-4B2A-4254-927C-B15951384CF1}" srcOrd="0" destOrd="0" presId="urn:microsoft.com/office/officeart/2008/layout/VerticalCurvedList"/>
    <dgm:cxn modelId="{ECDD546A-98EE-4662-AFB9-1E6572DA5CF5}" srcId="{435A8E79-540D-469C-9183-EEBF791159EE}" destId="{0C19F483-31F1-47D1-8896-1211CC667740}" srcOrd="3" destOrd="0" parTransId="{C589829D-42EA-4BF6-AF50-384AD69F628F}" sibTransId="{CAA20E0F-D9D9-4D47-A5A3-39D00028EA87}"/>
    <dgm:cxn modelId="{56C3DFB4-8B81-4019-AD9E-4DC9C04BF6FE}" type="presOf" srcId="{7A1671E7-6FED-4180-A98A-19EE232B535C}" destId="{F198A44C-38F9-4389-8B92-9070E0D36C3D}" srcOrd="0" destOrd="0" presId="urn:microsoft.com/office/officeart/2008/layout/VerticalCurvedList"/>
    <dgm:cxn modelId="{B9B2BCD0-A282-439F-AF3B-33012ABEAD3F}" type="presOf" srcId="{63B980FE-1988-4C27-9962-46B63CD94FF8}" destId="{B8D852B7-8E86-49AA-86E7-FEE1B1C82881}" srcOrd="0" destOrd="0" presId="urn:microsoft.com/office/officeart/2008/layout/VerticalCurvedList"/>
    <dgm:cxn modelId="{CE1B1EDE-EF0A-4F2D-9017-486FF6AE96D5}" type="presOf" srcId="{787E2940-3E07-4534-B873-4ED1D5C1F9AA}" destId="{3B3E21FD-1405-4388-B517-2971618F7E4E}" srcOrd="0" destOrd="0" presId="urn:microsoft.com/office/officeart/2008/layout/VerticalCurvedList"/>
    <dgm:cxn modelId="{E69493F1-CBC6-4737-A070-BF63D784EE24}" type="presOf" srcId="{0C19F483-31F1-47D1-8896-1211CC667740}" destId="{E062C696-8161-461A-AB38-A88D9AF3D4DF}" srcOrd="0" destOrd="0" presId="urn:microsoft.com/office/officeart/2008/layout/VerticalCurvedList"/>
    <dgm:cxn modelId="{3EC86F21-9A20-418B-B819-6064F24AB07D}" type="presParOf" srcId="{D0233137-C9C4-4280-9893-89A1A3A3E767}" destId="{4C61CFF4-A609-480B-8309-994CC31C94B1}" srcOrd="0" destOrd="0" presId="urn:microsoft.com/office/officeart/2008/layout/VerticalCurvedList"/>
    <dgm:cxn modelId="{3FD194CC-9E13-4B7B-9E99-95F92D755E2F}" type="presParOf" srcId="{4C61CFF4-A609-480B-8309-994CC31C94B1}" destId="{6B7D05B9-B569-46F6-9179-79FAACE260ED}" srcOrd="0" destOrd="0" presId="urn:microsoft.com/office/officeart/2008/layout/VerticalCurvedList"/>
    <dgm:cxn modelId="{16F50F8F-8B40-4BB3-947C-5FEC36AE4FBF}" type="presParOf" srcId="{6B7D05B9-B569-46F6-9179-79FAACE260ED}" destId="{7D7E7C37-AD96-452D-B62D-AFBF46E9D0DE}" srcOrd="0" destOrd="0" presId="urn:microsoft.com/office/officeart/2008/layout/VerticalCurvedList"/>
    <dgm:cxn modelId="{74C72CA4-29FC-4DB8-9692-FE4AC29DC7E0}" type="presParOf" srcId="{6B7D05B9-B569-46F6-9179-79FAACE260ED}" destId="{B8D852B7-8E86-49AA-86E7-FEE1B1C82881}" srcOrd="1" destOrd="0" presId="urn:microsoft.com/office/officeart/2008/layout/VerticalCurvedList"/>
    <dgm:cxn modelId="{0E100BFD-62BE-408B-9F57-5D5E70755797}" type="presParOf" srcId="{6B7D05B9-B569-46F6-9179-79FAACE260ED}" destId="{9489278D-E6A0-4ABC-9740-0ED11AD86222}" srcOrd="2" destOrd="0" presId="urn:microsoft.com/office/officeart/2008/layout/VerticalCurvedList"/>
    <dgm:cxn modelId="{3FD82713-2B55-4F7E-B1A9-BCB58FCDDA0F}" type="presParOf" srcId="{6B7D05B9-B569-46F6-9179-79FAACE260ED}" destId="{E3867D08-90CA-4205-AA4E-D74BC15E5C83}" srcOrd="3" destOrd="0" presId="urn:microsoft.com/office/officeart/2008/layout/VerticalCurvedList"/>
    <dgm:cxn modelId="{72A8D7A6-E58D-4FCB-B12E-BF86AB1393A1}" type="presParOf" srcId="{4C61CFF4-A609-480B-8309-994CC31C94B1}" destId="{3D4B9E07-4B2A-4254-927C-B15951384CF1}" srcOrd="1" destOrd="0" presId="urn:microsoft.com/office/officeart/2008/layout/VerticalCurvedList"/>
    <dgm:cxn modelId="{A046C0C9-4A46-4229-A2A8-1D673AA22181}" type="presParOf" srcId="{4C61CFF4-A609-480B-8309-994CC31C94B1}" destId="{60ACB529-AC7E-463C-944D-9F579C2ED969}" srcOrd="2" destOrd="0" presId="urn:microsoft.com/office/officeart/2008/layout/VerticalCurvedList"/>
    <dgm:cxn modelId="{15AB6CB7-1E93-419F-B0E3-967EA212EA0A}" type="presParOf" srcId="{60ACB529-AC7E-463C-944D-9F579C2ED969}" destId="{2FB276BE-1F6D-47F2-851B-850DD0630EBC}" srcOrd="0" destOrd="0" presId="urn:microsoft.com/office/officeart/2008/layout/VerticalCurvedList"/>
    <dgm:cxn modelId="{D0CB6DF5-DD1C-4566-9F61-85B09215827B}" type="presParOf" srcId="{4C61CFF4-A609-480B-8309-994CC31C94B1}" destId="{3B3E21FD-1405-4388-B517-2971618F7E4E}" srcOrd="3" destOrd="0" presId="urn:microsoft.com/office/officeart/2008/layout/VerticalCurvedList"/>
    <dgm:cxn modelId="{E5EA2A13-6271-4BEA-B7B8-566371CCADF9}" type="presParOf" srcId="{4C61CFF4-A609-480B-8309-994CC31C94B1}" destId="{9CD931FA-7A08-470D-A52D-6A8D1E9CBFC2}" srcOrd="4" destOrd="0" presId="urn:microsoft.com/office/officeart/2008/layout/VerticalCurvedList"/>
    <dgm:cxn modelId="{485E555D-EB48-4459-9764-20C46DC87306}" type="presParOf" srcId="{9CD931FA-7A08-470D-A52D-6A8D1E9CBFC2}" destId="{9947BC66-2315-461E-9996-A51004C51264}" srcOrd="0" destOrd="0" presId="urn:microsoft.com/office/officeart/2008/layout/VerticalCurvedList"/>
    <dgm:cxn modelId="{5B2032A2-961A-471A-8FEA-5F590FD9852F}" type="presParOf" srcId="{4C61CFF4-A609-480B-8309-994CC31C94B1}" destId="{F198A44C-38F9-4389-8B92-9070E0D36C3D}" srcOrd="5" destOrd="0" presId="urn:microsoft.com/office/officeart/2008/layout/VerticalCurvedList"/>
    <dgm:cxn modelId="{12B8E05C-C0E3-4598-975A-29FEF8415E08}" type="presParOf" srcId="{4C61CFF4-A609-480B-8309-994CC31C94B1}" destId="{A8BDE0E8-2315-4385-96B4-972C06C7EC56}" srcOrd="6" destOrd="0" presId="urn:microsoft.com/office/officeart/2008/layout/VerticalCurvedList"/>
    <dgm:cxn modelId="{350EB6ED-06F9-48BB-BDB4-5452282D673C}" type="presParOf" srcId="{A8BDE0E8-2315-4385-96B4-972C06C7EC56}" destId="{890943B2-17B4-4432-B6A7-B97958DE4F4F}" srcOrd="0" destOrd="0" presId="urn:microsoft.com/office/officeart/2008/layout/VerticalCurvedList"/>
    <dgm:cxn modelId="{60E19FFB-FB20-4905-AAF4-1F86504D9D9A}" type="presParOf" srcId="{4C61CFF4-A609-480B-8309-994CC31C94B1}" destId="{E062C696-8161-461A-AB38-A88D9AF3D4DF}" srcOrd="7" destOrd="0" presId="urn:microsoft.com/office/officeart/2008/layout/VerticalCurvedList"/>
    <dgm:cxn modelId="{3ECF48C9-CF2D-48A3-8D7D-E372D7D1A9FE}" type="presParOf" srcId="{4C61CFF4-A609-480B-8309-994CC31C94B1}" destId="{064835BC-7EEF-457C-AF2D-9AFF55EFFE95}" srcOrd="8" destOrd="0" presId="urn:microsoft.com/office/officeart/2008/layout/VerticalCurvedList"/>
    <dgm:cxn modelId="{0638281C-C3B2-4371-9504-94C7D0832F1B}" type="presParOf" srcId="{064835BC-7EEF-457C-AF2D-9AFF55EFFE95}" destId="{CB3ED185-30AD-4942-B540-BE8E2FFB7EC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78F8AD00-B729-4900-AC06-7D0BD2A5DFB6}"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658D0969-B662-4E79-B7ED-D06F01B77C9E}">
      <dgm:prSet/>
      <dgm:spPr/>
      <dgm:t>
        <a:bodyPr/>
        <a:lstStyle/>
        <a:p>
          <a:r>
            <a:rPr lang="uk-UA" b="0" i="0"/>
            <a:t>Київ</a:t>
          </a:r>
          <a:endParaRPr lang="uk-UA"/>
        </a:p>
      </dgm:t>
    </dgm:pt>
    <dgm:pt modelId="{01785747-52A5-447E-B61D-F8349D22B552}" type="parTrans" cxnId="{DC4FE1CD-86E0-4D36-8D5A-01AEFF33A452}">
      <dgm:prSet/>
      <dgm:spPr/>
      <dgm:t>
        <a:bodyPr/>
        <a:lstStyle/>
        <a:p>
          <a:endParaRPr lang="uk-UA"/>
        </a:p>
      </dgm:t>
    </dgm:pt>
    <dgm:pt modelId="{87D5F529-F736-4B96-B6A1-401542C0246E}" type="sibTrans" cxnId="{DC4FE1CD-86E0-4D36-8D5A-01AEFF33A452}">
      <dgm:prSet/>
      <dgm:spPr/>
      <dgm:t>
        <a:bodyPr/>
        <a:lstStyle/>
        <a:p>
          <a:endParaRPr lang="uk-UA"/>
        </a:p>
      </dgm:t>
    </dgm:pt>
    <dgm:pt modelId="{9177BC20-FB00-4FF2-B5B9-3794FD446233}">
      <dgm:prSet/>
      <dgm:spPr/>
      <dgm:t>
        <a:bodyPr/>
        <a:lstStyle/>
        <a:p>
          <a:r>
            <a:rPr lang="uk-UA" b="0" i="0"/>
            <a:t>Чигирин</a:t>
          </a:r>
          <a:endParaRPr lang="uk-UA"/>
        </a:p>
      </dgm:t>
    </dgm:pt>
    <dgm:pt modelId="{8EADC6FD-797A-41F5-9ACE-B122135E91E8}" type="parTrans" cxnId="{1A97C237-0DD2-4918-A895-0F46BCC49CA4}">
      <dgm:prSet/>
      <dgm:spPr/>
      <dgm:t>
        <a:bodyPr/>
        <a:lstStyle/>
        <a:p>
          <a:endParaRPr lang="uk-UA"/>
        </a:p>
      </dgm:t>
    </dgm:pt>
    <dgm:pt modelId="{1CC24206-35A3-4078-8585-66F14FE1C6A1}" type="sibTrans" cxnId="{1A97C237-0DD2-4918-A895-0F46BCC49CA4}">
      <dgm:prSet/>
      <dgm:spPr/>
      <dgm:t>
        <a:bodyPr/>
        <a:lstStyle/>
        <a:p>
          <a:endParaRPr lang="uk-UA"/>
        </a:p>
      </dgm:t>
    </dgm:pt>
    <dgm:pt modelId="{D7F4109D-0CB9-4941-B5BC-E695DB8368D9}">
      <dgm:prSet/>
      <dgm:spPr/>
      <dgm:t>
        <a:bodyPr/>
        <a:lstStyle/>
        <a:p>
          <a:r>
            <a:rPr lang="uk-UA" b="0" i="0" dirty="0"/>
            <a:t>Батурин</a:t>
          </a:r>
          <a:endParaRPr lang="uk-UA" dirty="0"/>
        </a:p>
      </dgm:t>
    </dgm:pt>
    <dgm:pt modelId="{E49447DD-89DA-47AA-B114-28CB6BFBA6A7}" type="parTrans" cxnId="{E1F80ACC-3C17-462A-96D4-4A463D86AD06}">
      <dgm:prSet/>
      <dgm:spPr/>
      <dgm:t>
        <a:bodyPr/>
        <a:lstStyle/>
        <a:p>
          <a:endParaRPr lang="uk-UA"/>
        </a:p>
      </dgm:t>
    </dgm:pt>
    <dgm:pt modelId="{19AFC2F1-D959-4BCA-A69C-326B17745D89}" type="sibTrans" cxnId="{E1F80ACC-3C17-462A-96D4-4A463D86AD06}">
      <dgm:prSet/>
      <dgm:spPr/>
      <dgm:t>
        <a:bodyPr/>
        <a:lstStyle/>
        <a:p>
          <a:endParaRPr lang="uk-UA"/>
        </a:p>
      </dgm:t>
    </dgm:pt>
    <dgm:pt modelId="{2E6F8AF4-0262-4C5A-A562-7EE347775A63}">
      <dgm:prSet/>
      <dgm:spPr/>
      <dgm:t>
        <a:bodyPr/>
        <a:lstStyle/>
        <a:p>
          <a:r>
            <a:rPr lang="uk-UA" b="0" i="0" dirty="0"/>
            <a:t>Глухів</a:t>
          </a:r>
          <a:endParaRPr lang="uk-UA" dirty="0"/>
        </a:p>
      </dgm:t>
    </dgm:pt>
    <dgm:pt modelId="{039B31F9-CB07-4669-9235-3588D81BD34B}" type="parTrans" cxnId="{492DAE0F-65A1-477E-9236-9ADB5EF88FD4}">
      <dgm:prSet/>
      <dgm:spPr/>
      <dgm:t>
        <a:bodyPr/>
        <a:lstStyle/>
        <a:p>
          <a:endParaRPr lang="uk-UA"/>
        </a:p>
      </dgm:t>
    </dgm:pt>
    <dgm:pt modelId="{28163449-2373-495A-9709-12142FD34009}" type="sibTrans" cxnId="{492DAE0F-65A1-477E-9236-9ADB5EF88FD4}">
      <dgm:prSet/>
      <dgm:spPr/>
      <dgm:t>
        <a:bodyPr/>
        <a:lstStyle/>
        <a:p>
          <a:endParaRPr lang="uk-UA"/>
        </a:p>
      </dgm:t>
    </dgm:pt>
    <dgm:pt modelId="{EA4967A2-EF7D-4554-A522-2598AF24A396}" type="pres">
      <dgm:prSet presAssocID="{78F8AD00-B729-4900-AC06-7D0BD2A5DFB6}" presName="matrix" presStyleCnt="0">
        <dgm:presLayoutVars>
          <dgm:chMax val="1"/>
          <dgm:dir/>
          <dgm:resizeHandles val="exact"/>
        </dgm:presLayoutVars>
      </dgm:prSet>
      <dgm:spPr/>
    </dgm:pt>
    <dgm:pt modelId="{48F67B3D-0A26-4F07-9E8F-09037D4EB66D}" type="pres">
      <dgm:prSet presAssocID="{78F8AD00-B729-4900-AC06-7D0BD2A5DFB6}" presName="diamond" presStyleLbl="bgShp" presStyleIdx="0" presStyleCnt="1"/>
      <dgm:spPr/>
    </dgm:pt>
    <dgm:pt modelId="{76E034AD-C2B3-42E3-80E4-20E321C18770}" type="pres">
      <dgm:prSet presAssocID="{78F8AD00-B729-4900-AC06-7D0BD2A5DFB6}" presName="quad1" presStyleLbl="node1" presStyleIdx="0" presStyleCnt="4">
        <dgm:presLayoutVars>
          <dgm:chMax val="0"/>
          <dgm:chPref val="0"/>
          <dgm:bulletEnabled val="1"/>
        </dgm:presLayoutVars>
      </dgm:prSet>
      <dgm:spPr/>
    </dgm:pt>
    <dgm:pt modelId="{02436F20-2DD2-46AD-AB55-E486DDDA2FD6}" type="pres">
      <dgm:prSet presAssocID="{78F8AD00-B729-4900-AC06-7D0BD2A5DFB6}" presName="quad2" presStyleLbl="node1" presStyleIdx="1" presStyleCnt="4">
        <dgm:presLayoutVars>
          <dgm:chMax val="0"/>
          <dgm:chPref val="0"/>
          <dgm:bulletEnabled val="1"/>
        </dgm:presLayoutVars>
      </dgm:prSet>
      <dgm:spPr/>
    </dgm:pt>
    <dgm:pt modelId="{2AD0CFE0-3D74-4C15-A511-35DE2B27695F}" type="pres">
      <dgm:prSet presAssocID="{78F8AD00-B729-4900-AC06-7D0BD2A5DFB6}" presName="quad3" presStyleLbl="node1" presStyleIdx="2" presStyleCnt="4">
        <dgm:presLayoutVars>
          <dgm:chMax val="0"/>
          <dgm:chPref val="0"/>
          <dgm:bulletEnabled val="1"/>
        </dgm:presLayoutVars>
      </dgm:prSet>
      <dgm:spPr/>
    </dgm:pt>
    <dgm:pt modelId="{13C06078-9378-43AA-9E8D-6DC981829A71}" type="pres">
      <dgm:prSet presAssocID="{78F8AD00-B729-4900-AC06-7D0BD2A5DFB6}" presName="quad4" presStyleLbl="node1" presStyleIdx="3" presStyleCnt="4">
        <dgm:presLayoutVars>
          <dgm:chMax val="0"/>
          <dgm:chPref val="0"/>
          <dgm:bulletEnabled val="1"/>
        </dgm:presLayoutVars>
      </dgm:prSet>
      <dgm:spPr/>
    </dgm:pt>
  </dgm:ptLst>
  <dgm:cxnLst>
    <dgm:cxn modelId="{492DAE0F-65A1-477E-9236-9ADB5EF88FD4}" srcId="{78F8AD00-B729-4900-AC06-7D0BD2A5DFB6}" destId="{2E6F8AF4-0262-4C5A-A562-7EE347775A63}" srcOrd="3" destOrd="0" parTransId="{039B31F9-CB07-4669-9235-3588D81BD34B}" sibTransId="{28163449-2373-495A-9709-12142FD34009}"/>
    <dgm:cxn modelId="{DC81E129-0F2C-4298-A7DD-3F9E05C6A3EB}" type="presOf" srcId="{9177BC20-FB00-4FF2-B5B9-3794FD446233}" destId="{02436F20-2DD2-46AD-AB55-E486DDDA2FD6}" srcOrd="0" destOrd="0" presId="urn:microsoft.com/office/officeart/2005/8/layout/matrix3"/>
    <dgm:cxn modelId="{6423B937-BC64-4B5A-9DBC-112E4DF7B788}" type="presOf" srcId="{78F8AD00-B729-4900-AC06-7D0BD2A5DFB6}" destId="{EA4967A2-EF7D-4554-A522-2598AF24A396}" srcOrd="0" destOrd="0" presId="urn:microsoft.com/office/officeart/2005/8/layout/matrix3"/>
    <dgm:cxn modelId="{1A97C237-0DD2-4918-A895-0F46BCC49CA4}" srcId="{78F8AD00-B729-4900-AC06-7D0BD2A5DFB6}" destId="{9177BC20-FB00-4FF2-B5B9-3794FD446233}" srcOrd="1" destOrd="0" parTransId="{8EADC6FD-797A-41F5-9ACE-B122135E91E8}" sibTransId="{1CC24206-35A3-4078-8585-66F14FE1C6A1}"/>
    <dgm:cxn modelId="{A2B8316F-FDDA-421E-A64B-FBBC02443892}" type="presOf" srcId="{2E6F8AF4-0262-4C5A-A562-7EE347775A63}" destId="{13C06078-9378-43AA-9E8D-6DC981829A71}" srcOrd="0" destOrd="0" presId="urn:microsoft.com/office/officeart/2005/8/layout/matrix3"/>
    <dgm:cxn modelId="{0B45C497-4CAC-4FA1-AD5C-84E542180A51}" type="presOf" srcId="{D7F4109D-0CB9-4941-B5BC-E695DB8368D9}" destId="{2AD0CFE0-3D74-4C15-A511-35DE2B27695F}" srcOrd="0" destOrd="0" presId="urn:microsoft.com/office/officeart/2005/8/layout/matrix3"/>
    <dgm:cxn modelId="{E1F80ACC-3C17-462A-96D4-4A463D86AD06}" srcId="{78F8AD00-B729-4900-AC06-7D0BD2A5DFB6}" destId="{D7F4109D-0CB9-4941-B5BC-E695DB8368D9}" srcOrd="2" destOrd="0" parTransId="{E49447DD-89DA-47AA-B114-28CB6BFBA6A7}" sibTransId="{19AFC2F1-D959-4BCA-A69C-326B17745D89}"/>
    <dgm:cxn modelId="{DC4FE1CD-86E0-4D36-8D5A-01AEFF33A452}" srcId="{78F8AD00-B729-4900-AC06-7D0BD2A5DFB6}" destId="{658D0969-B662-4E79-B7ED-D06F01B77C9E}" srcOrd="0" destOrd="0" parTransId="{01785747-52A5-447E-B61D-F8349D22B552}" sibTransId="{87D5F529-F736-4B96-B6A1-401542C0246E}"/>
    <dgm:cxn modelId="{5C7150D6-3458-46EA-9F27-0812F1B942D8}" type="presOf" srcId="{658D0969-B662-4E79-B7ED-D06F01B77C9E}" destId="{76E034AD-C2B3-42E3-80E4-20E321C18770}" srcOrd="0" destOrd="0" presId="urn:microsoft.com/office/officeart/2005/8/layout/matrix3"/>
    <dgm:cxn modelId="{5D2347BF-EB5A-4649-9A4E-7670F3E6CDF2}" type="presParOf" srcId="{EA4967A2-EF7D-4554-A522-2598AF24A396}" destId="{48F67B3D-0A26-4F07-9E8F-09037D4EB66D}" srcOrd="0" destOrd="0" presId="urn:microsoft.com/office/officeart/2005/8/layout/matrix3"/>
    <dgm:cxn modelId="{E5DF50AE-DEB4-48EE-BEEC-A3AF30B92AFD}" type="presParOf" srcId="{EA4967A2-EF7D-4554-A522-2598AF24A396}" destId="{76E034AD-C2B3-42E3-80E4-20E321C18770}" srcOrd="1" destOrd="0" presId="urn:microsoft.com/office/officeart/2005/8/layout/matrix3"/>
    <dgm:cxn modelId="{6D97D770-106E-465F-ADEA-F2F91568DCCD}" type="presParOf" srcId="{EA4967A2-EF7D-4554-A522-2598AF24A396}" destId="{02436F20-2DD2-46AD-AB55-E486DDDA2FD6}" srcOrd="2" destOrd="0" presId="urn:microsoft.com/office/officeart/2005/8/layout/matrix3"/>
    <dgm:cxn modelId="{42DB5E36-30BE-47BF-A077-F510805DAF23}" type="presParOf" srcId="{EA4967A2-EF7D-4554-A522-2598AF24A396}" destId="{2AD0CFE0-3D74-4C15-A511-35DE2B27695F}" srcOrd="3" destOrd="0" presId="urn:microsoft.com/office/officeart/2005/8/layout/matrix3"/>
    <dgm:cxn modelId="{7EC0A5C3-8B33-43A1-BA2B-9AF925CF92D0}" type="presParOf" srcId="{EA4967A2-EF7D-4554-A522-2598AF24A396}" destId="{13C06078-9378-43AA-9E8D-6DC981829A71}"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16EEA328-9733-488C-A22D-004E38D3EC0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46EF334-C874-4F51-AF35-C75673FB0619}">
      <dgm:prSet/>
      <dgm:spPr/>
      <dgm:t>
        <a:bodyPr/>
        <a:lstStyle/>
        <a:p>
          <a:r>
            <a:rPr lang="ru-RU" b="0" i="0" dirty="0" err="1"/>
            <a:t>Андрусівського</a:t>
          </a:r>
          <a:r>
            <a:rPr lang="ru-RU" b="0" i="0" dirty="0"/>
            <a:t> </a:t>
          </a:r>
          <a:r>
            <a:rPr lang="ru-RU" b="0" i="0" dirty="0" err="1"/>
            <a:t>перемир’я</a:t>
          </a:r>
          <a:r>
            <a:rPr lang="ru-RU" b="0" i="0" dirty="0"/>
            <a:t>.</a:t>
          </a:r>
          <a:endParaRPr lang="uk-UA" dirty="0"/>
        </a:p>
      </dgm:t>
    </dgm:pt>
    <dgm:pt modelId="{8B551F83-01EA-48AE-8228-A28E9A80BCD0}" type="parTrans" cxnId="{2F7BDEFD-01B3-4173-A009-C22F642C95A0}">
      <dgm:prSet/>
      <dgm:spPr/>
      <dgm:t>
        <a:bodyPr/>
        <a:lstStyle/>
        <a:p>
          <a:endParaRPr lang="uk-UA"/>
        </a:p>
      </dgm:t>
    </dgm:pt>
    <dgm:pt modelId="{76412B33-533D-44FE-A202-004FD5B3389A}" type="sibTrans" cxnId="{2F7BDEFD-01B3-4173-A009-C22F642C95A0}">
      <dgm:prSet/>
      <dgm:spPr/>
      <dgm:t>
        <a:bodyPr/>
        <a:lstStyle/>
        <a:p>
          <a:endParaRPr lang="uk-UA"/>
        </a:p>
      </dgm:t>
    </dgm:pt>
    <dgm:pt modelId="{D5627C7A-08F8-4810-A152-B42B4F5DF0D7}">
      <dgm:prSet/>
      <dgm:spPr/>
      <dgm:t>
        <a:bodyPr/>
        <a:lstStyle/>
        <a:p>
          <a:r>
            <a:rPr lang="ru-RU" b="0" i="0"/>
            <a:t>Корсунської угоди.</a:t>
          </a:r>
          <a:endParaRPr lang="uk-UA"/>
        </a:p>
      </dgm:t>
    </dgm:pt>
    <dgm:pt modelId="{09E2FE79-DCEB-49B3-97EF-78E3E2D86C69}" type="parTrans" cxnId="{9BE553AF-A997-4BB4-8944-86E923983B48}">
      <dgm:prSet/>
      <dgm:spPr/>
      <dgm:t>
        <a:bodyPr/>
        <a:lstStyle/>
        <a:p>
          <a:endParaRPr lang="uk-UA"/>
        </a:p>
      </dgm:t>
    </dgm:pt>
    <dgm:pt modelId="{7CAF6429-0A02-4D61-BA43-20B841BA97A1}" type="sibTrans" cxnId="{9BE553AF-A997-4BB4-8944-86E923983B48}">
      <dgm:prSet/>
      <dgm:spPr/>
      <dgm:t>
        <a:bodyPr/>
        <a:lstStyle/>
        <a:p>
          <a:endParaRPr lang="uk-UA"/>
        </a:p>
      </dgm:t>
    </dgm:pt>
    <dgm:pt modelId="{0ECE360E-353F-4245-8487-B86AC7D9E1F7}">
      <dgm:prSet/>
      <dgm:spPr/>
      <dgm:t>
        <a:bodyPr/>
        <a:lstStyle/>
        <a:p>
          <a:r>
            <a:rPr lang="ru-RU" b="0" i="0"/>
            <a:t>Бахчисарайського мирного договору.</a:t>
          </a:r>
          <a:endParaRPr lang="uk-UA"/>
        </a:p>
      </dgm:t>
    </dgm:pt>
    <dgm:pt modelId="{6D3D7B6A-6D94-42BA-B808-EE963408814D}" type="parTrans" cxnId="{6B1D11AF-54D1-4F38-BF00-C166652519A1}">
      <dgm:prSet/>
      <dgm:spPr/>
      <dgm:t>
        <a:bodyPr/>
        <a:lstStyle/>
        <a:p>
          <a:endParaRPr lang="uk-UA"/>
        </a:p>
      </dgm:t>
    </dgm:pt>
    <dgm:pt modelId="{E2785B69-A887-4B00-9B95-3408E2832659}" type="sibTrans" cxnId="{6B1D11AF-54D1-4F38-BF00-C166652519A1}">
      <dgm:prSet/>
      <dgm:spPr/>
      <dgm:t>
        <a:bodyPr/>
        <a:lstStyle/>
        <a:p>
          <a:endParaRPr lang="uk-UA"/>
        </a:p>
      </dgm:t>
    </dgm:pt>
    <dgm:pt modelId="{B0019738-CA0A-4606-8ACB-04490D94A8F3}">
      <dgm:prSet/>
      <dgm:spPr/>
      <dgm:t>
        <a:bodyPr/>
        <a:lstStyle/>
        <a:p>
          <a:r>
            <a:rPr lang="ru-RU" b="0" i="0" dirty="0"/>
            <a:t>«</a:t>
          </a:r>
          <a:r>
            <a:rPr lang="ru-RU" b="0" i="0" dirty="0" err="1"/>
            <a:t>Вічного</a:t>
          </a:r>
          <a:r>
            <a:rPr lang="ru-RU" b="0" i="0" dirty="0"/>
            <a:t> миру».</a:t>
          </a:r>
          <a:endParaRPr lang="uk-UA" dirty="0"/>
        </a:p>
      </dgm:t>
    </dgm:pt>
    <dgm:pt modelId="{37438C99-625E-47CF-BB9D-6BD37D55B315}" type="parTrans" cxnId="{2D721019-59D7-45A4-A4E6-7C4C7F6BA697}">
      <dgm:prSet/>
      <dgm:spPr/>
      <dgm:t>
        <a:bodyPr/>
        <a:lstStyle/>
        <a:p>
          <a:endParaRPr lang="uk-UA"/>
        </a:p>
      </dgm:t>
    </dgm:pt>
    <dgm:pt modelId="{A74B6C8E-B8F9-44A1-9524-070691F7FB30}" type="sibTrans" cxnId="{2D721019-59D7-45A4-A4E6-7C4C7F6BA697}">
      <dgm:prSet/>
      <dgm:spPr/>
      <dgm:t>
        <a:bodyPr/>
        <a:lstStyle/>
        <a:p>
          <a:endParaRPr lang="uk-UA"/>
        </a:p>
      </dgm:t>
    </dgm:pt>
    <dgm:pt modelId="{0170C061-C0C9-470C-AD94-C7257D03DDC1}" type="pres">
      <dgm:prSet presAssocID="{16EEA328-9733-488C-A22D-004E38D3EC06}" presName="linearFlow" presStyleCnt="0">
        <dgm:presLayoutVars>
          <dgm:dir/>
          <dgm:resizeHandles val="exact"/>
        </dgm:presLayoutVars>
      </dgm:prSet>
      <dgm:spPr/>
    </dgm:pt>
    <dgm:pt modelId="{AE1E2DE0-EA5B-48F8-BD47-482ECC85559C}" type="pres">
      <dgm:prSet presAssocID="{546EF334-C874-4F51-AF35-C75673FB0619}" presName="composite" presStyleCnt="0"/>
      <dgm:spPr/>
    </dgm:pt>
    <dgm:pt modelId="{C4FD99FF-C746-4968-823C-91EB4CD7A346}" type="pres">
      <dgm:prSet presAssocID="{546EF334-C874-4F51-AF35-C75673FB0619}" presName="imgShp" presStyleLbl="fgImgPlace1" presStyleIdx="0" presStyleCnt="4"/>
      <dgm:spPr/>
    </dgm:pt>
    <dgm:pt modelId="{DB4F6F00-5FE8-402B-800B-DA7683EB5FCD}" type="pres">
      <dgm:prSet presAssocID="{546EF334-C874-4F51-AF35-C75673FB0619}" presName="txShp" presStyleLbl="node1" presStyleIdx="0" presStyleCnt="4">
        <dgm:presLayoutVars>
          <dgm:bulletEnabled val="1"/>
        </dgm:presLayoutVars>
      </dgm:prSet>
      <dgm:spPr/>
    </dgm:pt>
    <dgm:pt modelId="{92E0FB43-BCE8-4A43-B457-D88D28241267}" type="pres">
      <dgm:prSet presAssocID="{76412B33-533D-44FE-A202-004FD5B3389A}" presName="spacing" presStyleCnt="0"/>
      <dgm:spPr/>
    </dgm:pt>
    <dgm:pt modelId="{AA8C7A48-3076-46D1-8886-CDE69274C79C}" type="pres">
      <dgm:prSet presAssocID="{D5627C7A-08F8-4810-A152-B42B4F5DF0D7}" presName="composite" presStyleCnt="0"/>
      <dgm:spPr/>
    </dgm:pt>
    <dgm:pt modelId="{08815A5A-3215-4631-AB4B-5DF0131C4CAF}" type="pres">
      <dgm:prSet presAssocID="{D5627C7A-08F8-4810-A152-B42B4F5DF0D7}" presName="imgShp" presStyleLbl="fgImgPlace1" presStyleIdx="1" presStyleCnt="4"/>
      <dgm:spPr/>
    </dgm:pt>
    <dgm:pt modelId="{00E8E1F0-A66A-4265-AED2-E6F1B4156450}" type="pres">
      <dgm:prSet presAssocID="{D5627C7A-08F8-4810-A152-B42B4F5DF0D7}" presName="txShp" presStyleLbl="node1" presStyleIdx="1" presStyleCnt="4">
        <dgm:presLayoutVars>
          <dgm:bulletEnabled val="1"/>
        </dgm:presLayoutVars>
      </dgm:prSet>
      <dgm:spPr/>
    </dgm:pt>
    <dgm:pt modelId="{2993D961-6AAF-4DDB-8817-74694F44DCBF}" type="pres">
      <dgm:prSet presAssocID="{7CAF6429-0A02-4D61-BA43-20B841BA97A1}" presName="spacing" presStyleCnt="0"/>
      <dgm:spPr/>
    </dgm:pt>
    <dgm:pt modelId="{2C813D4D-9925-4192-BD01-F8E10EA2DADB}" type="pres">
      <dgm:prSet presAssocID="{0ECE360E-353F-4245-8487-B86AC7D9E1F7}" presName="composite" presStyleCnt="0"/>
      <dgm:spPr/>
    </dgm:pt>
    <dgm:pt modelId="{BAFAA545-FC16-4762-A3ED-BACBE58E6863}" type="pres">
      <dgm:prSet presAssocID="{0ECE360E-353F-4245-8487-B86AC7D9E1F7}" presName="imgShp" presStyleLbl="fgImgPlace1" presStyleIdx="2" presStyleCnt="4"/>
      <dgm:spPr/>
    </dgm:pt>
    <dgm:pt modelId="{98AB78DA-D043-4084-AC36-B25C26BF0A88}" type="pres">
      <dgm:prSet presAssocID="{0ECE360E-353F-4245-8487-B86AC7D9E1F7}" presName="txShp" presStyleLbl="node1" presStyleIdx="2" presStyleCnt="4">
        <dgm:presLayoutVars>
          <dgm:bulletEnabled val="1"/>
        </dgm:presLayoutVars>
      </dgm:prSet>
      <dgm:spPr/>
    </dgm:pt>
    <dgm:pt modelId="{49EE9F9A-8B1B-49B2-B3A8-FFDEF7C1AE9A}" type="pres">
      <dgm:prSet presAssocID="{E2785B69-A887-4B00-9B95-3408E2832659}" presName="spacing" presStyleCnt="0"/>
      <dgm:spPr/>
    </dgm:pt>
    <dgm:pt modelId="{ACD1DAE7-BAF3-4137-84E7-74C3C56A1122}" type="pres">
      <dgm:prSet presAssocID="{B0019738-CA0A-4606-8ACB-04490D94A8F3}" presName="composite" presStyleCnt="0"/>
      <dgm:spPr/>
    </dgm:pt>
    <dgm:pt modelId="{45304EA6-0BBA-43A3-973E-C0B85CD9F765}" type="pres">
      <dgm:prSet presAssocID="{B0019738-CA0A-4606-8ACB-04490D94A8F3}" presName="imgShp" presStyleLbl="fgImgPlace1" presStyleIdx="3" presStyleCnt="4"/>
      <dgm:spPr/>
    </dgm:pt>
    <dgm:pt modelId="{A7DEAFAA-B84F-45CB-90AF-082C02D301B9}" type="pres">
      <dgm:prSet presAssocID="{B0019738-CA0A-4606-8ACB-04490D94A8F3}" presName="txShp" presStyleLbl="node1" presStyleIdx="3" presStyleCnt="4">
        <dgm:presLayoutVars>
          <dgm:bulletEnabled val="1"/>
        </dgm:presLayoutVars>
      </dgm:prSet>
      <dgm:spPr/>
    </dgm:pt>
  </dgm:ptLst>
  <dgm:cxnLst>
    <dgm:cxn modelId="{F6F84604-B7D2-431B-826B-CBE773496D90}" type="presOf" srcId="{16EEA328-9733-488C-A22D-004E38D3EC06}" destId="{0170C061-C0C9-470C-AD94-C7257D03DDC1}" srcOrd="0" destOrd="0" presId="urn:microsoft.com/office/officeart/2005/8/layout/vList3"/>
    <dgm:cxn modelId="{9ADE3007-51AD-46AF-8614-FE1C934DC014}" type="presOf" srcId="{B0019738-CA0A-4606-8ACB-04490D94A8F3}" destId="{A7DEAFAA-B84F-45CB-90AF-082C02D301B9}" srcOrd="0" destOrd="0" presId="urn:microsoft.com/office/officeart/2005/8/layout/vList3"/>
    <dgm:cxn modelId="{062E8817-7249-4F9C-8C0B-92288106B041}" type="presOf" srcId="{546EF334-C874-4F51-AF35-C75673FB0619}" destId="{DB4F6F00-5FE8-402B-800B-DA7683EB5FCD}" srcOrd="0" destOrd="0" presId="urn:microsoft.com/office/officeart/2005/8/layout/vList3"/>
    <dgm:cxn modelId="{2D721019-59D7-45A4-A4E6-7C4C7F6BA697}" srcId="{16EEA328-9733-488C-A22D-004E38D3EC06}" destId="{B0019738-CA0A-4606-8ACB-04490D94A8F3}" srcOrd="3" destOrd="0" parTransId="{37438C99-625E-47CF-BB9D-6BD37D55B315}" sibTransId="{A74B6C8E-B8F9-44A1-9524-070691F7FB30}"/>
    <dgm:cxn modelId="{A6B36774-84E3-4B65-B5B1-3A95B6D3D899}" type="presOf" srcId="{D5627C7A-08F8-4810-A152-B42B4F5DF0D7}" destId="{00E8E1F0-A66A-4265-AED2-E6F1B4156450}" srcOrd="0" destOrd="0" presId="urn:microsoft.com/office/officeart/2005/8/layout/vList3"/>
    <dgm:cxn modelId="{6B1D11AF-54D1-4F38-BF00-C166652519A1}" srcId="{16EEA328-9733-488C-A22D-004E38D3EC06}" destId="{0ECE360E-353F-4245-8487-B86AC7D9E1F7}" srcOrd="2" destOrd="0" parTransId="{6D3D7B6A-6D94-42BA-B808-EE963408814D}" sibTransId="{E2785B69-A887-4B00-9B95-3408E2832659}"/>
    <dgm:cxn modelId="{9BE553AF-A997-4BB4-8944-86E923983B48}" srcId="{16EEA328-9733-488C-A22D-004E38D3EC06}" destId="{D5627C7A-08F8-4810-A152-B42B4F5DF0D7}" srcOrd="1" destOrd="0" parTransId="{09E2FE79-DCEB-49B3-97EF-78E3E2D86C69}" sibTransId="{7CAF6429-0A02-4D61-BA43-20B841BA97A1}"/>
    <dgm:cxn modelId="{236554C4-5CCB-44E9-AC56-43106598D05C}" type="presOf" srcId="{0ECE360E-353F-4245-8487-B86AC7D9E1F7}" destId="{98AB78DA-D043-4084-AC36-B25C26BF0A88}" srcOrd="0" destOrd="0" presId="urn:microsoft.com/office/officeart/2005/8/layout/vList3"/>
    <dgm:cxn modelId="{2F7BDEFD-01B3-4173-A009-C22F642C95A0}" srcId="{16EEA328-9733-488C-A22D-004E38D3EC06}" destId="{546EF334-C874-4F51-AF35-C75673FB0619}" srcOrd="0" destOrd="0" parTransId="{8B551F83-01EA-48AE-8228-A28E9A80BCD0}" sibTransId="{76412B33-533D-44FE-A202-004FD5B3389A}"/>
    <dgm:cxn modelId="{B819A700-2EDE-4091-9FA7-EAFCDFDEDCB4}" type="presParOf" srcId="{0170C061-C0C9-470C-AD94-C7257D03DDC1}" destId="{AE1E2DE0-EA5B-48F8-BD47-482ECC85559C}" srcOrd="0" destOrd="0" presId="urn:microsoft.com/office/officeart/2005/8/layout/vList3"/>
    <dgm:cxn modelId="{F164D0BB-B947-49BE-A771-E8515BC643BE}" type="presParOf" srcId="{AE1E2DE0-EA5B-48F8-BD47-482ECC85559C}" destId="{C4FD99FF-C746-4968-823C-91EB4CD7A346}" srcOrd="0" destOrd="0" presId="urn:microsoft.com/office/officeart/2005/8/layout/vList3"/>
    <dgm:cxn modelId="{26F4EF32-1593-4C66-8C82-8AF34434D7ED}" type="presParOf" srcId="{AE1E2DE0-EA5B-48F8-BD47-482ECC85559C}" destId="{DB4F6F00-5FE8-402B-800B-DA7683EB5FCD}" srcOrd="1" destOrd="0" presId="urn:microsoft.com/office/officeart/2005/8/layout/vList3"/>
    <dgm:cxn modelId="{42059888-7EC7-4CEE-86BA-52B52E5708CE}" type="presParOf" srcId="{0170C061-C0C9-470C-AD94-C7257D03DDC1}" destId="{92E0FB43-BCE8-4A43-B457-D88D28241267}" srcOrd="1" destOrd="0" presId="urn:microsoft.com/office/officeart/2005/8/layout/vList3"/>
    <dgm:cxn modelId="{901071E1-F3A3-4C87-A5F2-74A7223E9F3C}" type="presParOf" srcId="{0170C061-C0C9-470C-AD94-C7257D03DDC1}" destId="{AA8C7A48-3076-46D1-8886-CDE69274C79C}" srcOrd="2" destOrd="0" presId="urn:microsoft.com/office/officeart/2005/8/layout/vList3"/>
    <dgm:cxn modelId="{AA20B31C-37D6-4EAD-8960-2BFC16DEE0D8}" type="presParOf" srcId="{AA8C7A48-3076-46D1-8886-CDE69274C79C}" destId="{08815A5A-3215-4631-AB4B-5DF0131C4CAF}" srcOrd="0" destOrd="0" presId="urn:microsoft.com/office/officeart/2005/8/layout/vList3"/>
    <dgm:cxn modelId="{580D1AA3-0854-4786-B519-1194E15C66BF}" type="presParOf" srcId="{AA8C7A48-3076-46D1-8886-CDE69274C79C}" destId="{00E8E1F0-A66A-4265-AED2-E6F1B4156450}" srcOrd="1" destOrd="0" presId="urn:microsoft.com/office/officeart/2005/8/layout/vList3"/>
    <dgm:cxn modelId="{BFCD1AF4-162D-4DFA-8150-6F85DCDE69F7}" type="presParOf" srcId="{0170C061-C0C9-470C-AD94-C7257D03DDC1}" destId="{2993D961-6AAF-4DDB-8817-74694F44DCBF}" srcOrd="3" destOrd="0" presId="urn:microsoft.com/office/officeart/2005/8/layout/vList3"/>
    <dgm:cxn modelId="{57C28BD5-C076-483B-A724-49D8A0D8C9B4}" type="presParOf" srcId="{0170C061-C0C9-470C-AD94-C7257D03DDC1}" destId="{2C813D4D-9925-4192-BD01-F8E10EA2DADB}" srcOrd="4" destOrd="0" presId="urn:microsoft.com/office/officeart/2005/8/layout/vList3"/>
    <dgm:cxn modelId="{8D5F139B-3AEB-45F5-BF27-4AFDDAF53E48}" type="presParOf" srcId="{2C813D4D-9925-4192-BD01-F8E10EA2DADB}" destId="{BAFAA545-FC16-4762-A3ED-BACBE58E6863}" srcOrd="0" destOrd="0" presId="urn:microsoft.com/office/officeart/2005/8/layout/vList3"/>
    <dgm:cxn modelId="{7826E5A6-CFA2-4135-AACF-13A9469E4F18}" type="presParOf" srcId="{2C813D4D-9925-4192-BD01-F8E10EA2DADB}" destId="{98AB78DA-D043-4084-AC36-B25C26BF0A88}" srcOrd="1" destOrd="0" presId="urn:microsoft.com/office/officeart/2005/8/layout/vList3"/>
    <dgm:cxn modelId="{C8685D58-EB8F-4DD3-AFC9-B2757926DC9F}" type="presParOf" srcId="{0170C061-C0C9-470C-AD94-C7257D03DDC1}" destId="{49EE9F9A-8B1B-49B2-B3A8-FFDEF7C1AE9A}" srcOrd="5" destOrd="0" presId="urn:microsoft.com/office/officeart/2005/8/layout/vList3"/>
    <dgm:cxn modelId="{FE73B622-F237-45C5-8B80-2258E69CA964}" type="presParOf" srcId="{0170C061-C0C9-470C-AD94-C7257D03DDC1}" destId="{ACD1DAE7-BAF3-4137-84E7-74C3C56A1122}" srcOrd="6" destOrd="0" presId="urn:microsoft.com/office/officeart/2005/8/layout/vList3"/>
    <dgm:cxn modelId="{120DA041-805D-4F43-B2FC-356FD3738186}" type="presParOf" srcId="{ACD1DAE7-BAF3-4137-84E7-74C3C56A1122}" destId="{45304EA6-0BBA-43A3-973E-C0B85CD9F765}" srcOrd="0" destOrd="0" presId="urn:microsoft.com/office/officeart/2005/8/layout/vList3"/>
    <dgm:cxn modelId="{F17CA438-DE39-4425-BAD9-E8BA7BB7BF81}" type="presParOf" srcId="{ACD1DAE7-BAF3-4137-84E7-74C3C56A1122}" destId="{A7DEAFAA-B84F-45CB-90AF-082C02D301B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0B5591F1-D829-4068-8E23-8E7EE26B02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2E6B697-09E3-427F-9E6D-ACCA64B79DFA}">
      <dgm:prSet/>
      <dgm:spPr/>
      <dgm:t>
        <a:bodyPr/>
        <a:lstStyle/>
        <a:p>
          <a:r>
            <a:rPr lang="uk-UA" b="0" i="0"/>
            <a:t>біля міста Конотоп</a:t>
          </a:r>
          <a:endParaRPr lang="uk-UA"/>
        </a:p>
      </dgm:t>
    </dgm:pt>
    <dgm:pt modelId="{5878BEBB-43E9-49EF-9E4A-46B0D84C1677}" type="parTrans" cxnId="{8F3299CF-FB1C-4341-A1A9-68DDDBF404F6}">
      <dgm:prSet/>
      <dgm:spPr/>
      <dgm:t>
        <a:bodyPr/>
        <a:lstStyle/>
        <a:p>
          <a:endParaRPr lang="uk-UA"/>
        </a:p>
      </dgm:t>
    </dgm:pt>
    <dgm:pt modelId="{1F0AA596-A5BF-44B9-800B-848AA3E5897F}" type="sibTrans" cxnId="{8F3299CF-FB1C-4341-A1A9-68DDDBF404F6}">
      <dgm:prSet/>
      <dgm:spPr/>
      <dgm:t>
        <a:bodyPr/>
        <a:lstStyle/>
        <a:p>
          <a:endParaRPr lang="uk-UA"/>
        </a:p>
      </dgm:t>
    </dgm:pt>
    <dgm:pt modelId="{48C1B40C-0B6A-4583-9D7D-3B25154EC434}">
      <dgm:prSet/>
      <dgm:spPr/>
      <dgm:t>
        <a:bodyPr/>
        <a:lstStyle/>
        <a:p>
          <a:r>
            <a:rPr lang="uk-UA" b="0" i="0"/>
            <a:t>біля міста Пилявці</a:t>
          </a:r>
          <a:endParaRPr lang="uk-UA"/>
        </a:p>
      </dgm:t>
    </dgm:pt>
    <dgm:pt modelId="{A851835B-A408-47C3-8EEE-2B35B59D0D6B}" type="parTrans" cxnId="{63A38355-2DCE-456B-9E9D-E88EA4A2D938}">
      <dgm:prSet/>
      <dgm:spPr/>
      <dgm:t>
        <a:bodyPr/>
        <a:lstStyle/>
        <a:p>
          <a:endParaRPr lang="uk-UA"/>
        </a:p>
      </dgm:t>
    </dgm:pt>
    <dgm:pt modelId="{A7352B71-6818-4C72-9D70-76D8AABDA4BF}" type="sibTrans" cxnId="{63A38355-2DCE-456B-9E9D-E88EA4A2D938}">
      <dgm:prSet/>
      <dgm:spPr/>
      <dgm:t>
        <a:bodyPr/>
        <a:lstStyle/>
        <a:p>
          <a:endParaRPr lang="uk-UA"/>
        </a:p>
      </dgm:t>
    </dgm:pt>
    <dgm:pt modelId="{A320C6A2-2C21-4C03-AB2D-79833DBA7DE6}">
      <dgm:prSet/>
      <dgm:spPr/>
      <dgm:t>
        <a:bodyPr/>
        <a:lstStyle/>
        <a:p>
          <a:r>
            <a:rPr lang="uk-UA" b="0" i="0"/>
            <a:t>біля річки Сині Води</a:t>
          </a:r>
          <a:endParaRPr lang="uk-UA"/>
        </a:p>
      </dgm:t>
    </dgm:pt>
    <dgm:pt modelId="{785EEC8C-EB29-425A-8F33-78A3615165CC}" type="parTrans" cxnId="{EF5EE6AD-E0FA-49B1-BF2F-2E0F4E6B65D3}">
      <dgm:prSet/>
      <dgm:spPr/>
      <dgm:t>
        <a:bodyPr/>
        <a:lstStyle/>
        <a:p>
          <a:endParaRPr lang="uk-UA"/>
        </a:p>
      </dgm:t>
    </dgm:pt>
    <dgm:pt modelId="{65CDFE42-999E-4C6D-A8DC-64AB53755619}" type="sibTrans" cxnId="{EF5EE6AD-E0FA-49B1-BF2F-2E0F4E6B65D3}">
      <dgm:prSet/>
      <dgm:spPr/>
      <dgm:t>
        <a:bodyPr/>
        <a:lstStyle/>
        <a:p>
          <a:endParaRPr lang="uk-UA"/>
        </a:p>
      </dgm:t>
    </dgm:pt>
    <dgm:pt modelId="{C1CDE6E8-8915-4DE9-BF23-2D8D0F91C866}">
      <dgm:prSet/>
      <dgm:spPr/>
      <dgm:t>
        <a:bodyPr/>
        <a:lstStyle/>
        <a:p>
          <a:r>
            <a:rPr lang="uk-UA" b="0" i="0"/>
            <a:t>біля міста Орша</a:t>
          </a:r>
          <a:endParaRPr lang="uk-UA"/>
        </a:p>
      </dgm:t>
    </dgm:pt>
    <dgm:pt modelId="{4664E730-D3A7-42E2-B0BA-4B55CE6F452C}" type="parTrans" cxnId="{588B392A-8D17-4030-8F1A-717A96DD860D}">
      <dgm:prSet/>
      <dgm:spPr/>
      <dgm:t>
        <a:bodyPr/>
        <a:lstStyle/>
        <a:p>
          <a:endParaRPr lang="uk-UA"/>
        </a:p>
      </dgm:t>
    </dgm:pt>
    <dgm:pt modelId="{4607FB56-0B9F-4359-BA96-E7BAC22B051B}" type="sibTrans" cxnId="{588B392A-8D17-4030-8F1A-717A96DD860D}">
      <dgm:prSet/>
      <dgm:spPr/>
      <dgm:t>
        <a:bodyPr/>
        <a:lstStyle/>
        <a:p>
          <a:endParaRPr lang="uk-UA"/>
        </a:p>
      </dgm:t>
    </dgm:pt>
    <dgm:pt modelId="{4422F06E-EFDB-46E4-B742-ED73CDA2E310}" type="pres">
      <dgm:prSet presAssocID="{0B5591F1-D829-4068-8E23-8E7EE26B0257}" presName="linear" presStyleCnt="0">
        <dgm:presLayoutVars>
          <dgm:animLvl val="lvl"/>
          <dgm:resizeHandles val="exact"/>
        </dgm:presLayoutVars>
      </dgm:prSet>
      <dgm:spPr/>
    </dgm:pt>
    <dgm:pt modelId="{584FFC9D-355B-4325-B3D1-057488EC8EE4}" type="pres">
      <dgm:prSet presAssocID="{52E6B697-09E3-427F-9E6D-ACCA64B79DFA}" presName="parentText" presStyleLbl="node1" presStyleIdx="0" presStyleCnt="4">
        <dgm:presLayoutVars>
          <dgm:chMax val="0"/>
          <dgm:bulletEnabled val="1"/>
        </dgm:presLayoutVars>
      </dgm:prSet>
      <dgm:spPr/>
    </dgm:pt>
    <dgm:pt modelId="{B8657CBA-0B91-4F1D-ABB4-23F61C14A732}" type="pres">
      <dgm:prSet presAssocID="{1F0AA596-A5BF-44B9-800B-848AA3E5897F}" presName="spacer" presStyleCnt="0"/>
      <dgm:spPr/>
    </dgm:pt>
    <dgm:pt modelId="{EFCB2649-2713-424E-A66A-37F38175CBE9}" type="pres">
      <dgm:prSet presAssocID="{48C1B40C-0B6A-4583-9D7D-3B25154EC434}" presName="parentText" presStyleLbl="node1" presStyleIdx="1" presStyleCnt="4">
        <dgm:presLayoutVars>
          <dgm:chMax val="0"/>
          <dgm:bulletEnabled val="1"/>
        </dgm:presLayoutVars>
      </dgm:prSet>
      <dgm:spPr/>
    </dgm:pt>
    <dgm:pt modelId="{34C3919F-5CEE-4C80-8714-23791E7A44EE}" type="pres">
      <dgm:prSet presAssocID="{A7352B71-6818-4C72-9D70-76D8AABDA4BF}" presName="spacer" presStyleCnt="0"/>
      <dgm:spPr/>
    </dgm:pt>
    <dgm:pt modelId="{4CC80BD2-853F-414D-AA5C-93D94678BAE3}" type="pres">
      <dgm:prSet presAssocID="{A320C6A2-2C21-4C03-AB2D-79833DBA7DE6}" presName="parentText" presStyleLbl="node1" presStyleIdx="2" presStyleCnt="4">
        <dgm:presLayoutVars>
          <dgm:chMax val="0"/>
          <dgm:bulletEnabled val="1"/>
        </dgm:presLayoutVars>
      </dgm:prSet>
      <dgm:spPr/>
    </dgm:pt>
    <dgm:pt modelId="{9402D10B-03A9-4DD9-8D9C-832D8EE080B9}" type="pres">
      <dgm:prSet presAssocID="{65CDFE42-999E-4C6D-A8DC-64AB53755619}" presName="spacer" presStyleCnt="0"/>
      <dgm:spPr/>
    </dgm:pt>
    <dgm:pt modelId="{6CAE8F2B-0C79-4D76-A98F-8B912BD18BF9}" type="pres">
      <dgm:prSet presAssocID="{C1CDE6E8-8915-4DE9-BF23-2D8D0F91C866}" presName="parentText" presStyleLbl="node1" presStyleIdx="3" presStyleCnt="4">
        <dgm:presLayoutVars>
          <dgm:chMax val="0"/>
          <dgm:bulletEnabled val="1"/>
        </dgm:presLayoutVars>
      </dgm:prSet>
      <dgm:spPr/>
    </dgm:pt>
  </dgm:ptLst>
  <dgm:cxnLst>
    <dgm:cxn modelId="{C8678415-4721-4CBD-849D-A46D0772C421}" type="presOf" srcId="{52E6B697-09E3-427F-9E6D-ACCA64B79DFA}" destId="{584FFC9D-355B-4325-B3D1-057488EC8EE4}" srcOrd="0" destOrd="0" presId="urn:microsoft.com/office/officeart/2005/8/layout/vList2"/>
    <dgm:cxn modelId="{588B392A-8D17-4030-8F1A-717A96DD860D}" srcId="{0B5591F1-D829-4068-8E23-8E7EE26B0257}" destId="{C1CDE6E8-8915-4DE9-BF23-2D8D0F91C866}" srcOrd="3" destOrd="0" parTransId="{4664E730-D3A7-42E2-B0BA-4B55CE6F452C}" sibTransId="{4607FB56-0B9F-4359-BA96-E7BAC22B051B}"/>
    <dgm:cxn modelId="{E53BD364-ADE9-4B63-BCA4-0C3FBFA25A27}" type="presOf" srcId="{48C1B40C-0B6A-4583-9D7D-3B25154EC434}" destId="{EFCB2649-2713-424E-A66A-37F38175CBE9}" srcOrd="0" destOrd="0" presId="urn:microsoft.com/office/officeart/2005/8/layout/vList2"/>
    <dgm:cxn modelId="{63A38355-2DCE-456B-9E9D-E88EA4A2D938}" srcId="{0B5591F1-D829-4068-8E23-8E7EE26B0257}" destId="{48C1B40C-0B6A-4583-9D7D-3B25154EC434}" srcOrd="1" destOrd="0" parTransId="{A851835B-A408-47C3-8EEE-2B35B59D0D6B}" sibTransId="{A7352B71-6818-4C72-9D70-76D8AABDA4BF}"/>
    <dgm:cxn modelId="{9F92F28B-784E-4A7E-9404-E12DBD019FAF}" type="presOf" srcId="{0B5591F1-D829-4068-8E23-8E7EE26B0257}" destId="{4422F06E-EFDB-46E4-B742-ED73CDA2E310}" srcOrd="0" destOrd="0" presId="urn:microsoft.com/office/officeart/2005/8/layout/vList2"/>
    <dgm:cxn modelId="{EF5EE6AD-E0FA-49B1-BF2F-2E0F4E6B65D3}" srcId="{0B5591F1-D829-4068-8E23-8E7EE26B0257}" destId="{A320C6A2-2C21-4C03-AB2D-79833DBA7DE6}" srcOrd="2" destOrd="0" parTransId="{785EEC8C-EB29-425A-8F33-78A3615165CC}" sibTransId="{65CDFE42-999E-4C6D-A8DC-64AB53755619}"/>
    <dgm:cxn modelId="{F8F3DDC7-D248-468E-8917-06F8C53B1D4D}" type="presOf" srcId="{A320C6A2-2C21-4C03-AB2D-79833DBA7DE6}" destId="{4CC80BD2-853F-414D-AA5C-93D94678BAE3}" srcOrd="0" destOrd="0" presId="urn:microsoft.com/office/officeart/2005/8/layout/vList2"/>
    <dgm:cxn modelId="{8F3299CF-FB1C-4341-A1A9-68DDDBF404F6}" srcId="{0B5591F1-D829-4068-8E23-8E7EE26B0257}" destId="{52E6B697-09E3-427F-9E6D-ACCA64B79DFA}" srcOrd="0" destOrd="0" parTransId="{5878BEBB-43E9-49EF-9E4A-46B0D84C1677}" sibTransId="{1F0AA596-A5BF-44B9-800B-848AA3E5897F}"/>
    <dgm:cxn modelId="{F5B50CFF-61FC-43DA-9E99-C69680EF2B0B}" type="presOf" srcId="{C1CDE6E8-8915-4DE9-BF23-2D8D0F91C866}" destId="{6CAE8F2B-0C79-4D76-A98F-8B912BD18BF9}" srcOrd="0" destOrd="0" presId="urn:microsoft.com/office/officeart/2005/8/layout/vList2"/>
    <dgm:cxn modelId="{D09F5015-2EAC-400C-8CB4-280BBE79B1E5}" type="presParOf" srcId="{4422F06E-EFDB-46E4-B742-ED73CDA2E310}" destId="{584FFC9D-355B-4325-B3D1-057488EC8EE4}" srcOrd="0" destOrd="0" presId="urn:microsoft.com/office/officeart/2005/8/layout/vList2"/>
    <dgm:cxn modelId="{783BE9AD-8122-40E1-B1BC-D1381E52875C}" type="presParOf" srcId="{4422F06E-EFDB-46E4-B742-ED73CDA2E310}" destId="{B8657CBA-0B91-4F1D-ABB4-23F61C14A732}" srcOrd="1" destOrd="0" presId="urn:microsoft.com/office/officeart/2005/8/layout/vList2"/>
    <dgm:cxn modelId="{25E3ABE9-A385-4193-99C7-DB4085FEE238}" type="presParOf" srcId="{4422F06E-EFDB-46E4-B742-ED73CDA2E310}" destId="{EFCB2649-2713-424E-A66A-37F38175CBE9}" srcOrd="2" destOrd="0" presId="urn:microsoft.com/office/officeart/2005/8/layout/vList2"/>
    <dgm:cxn modelId="{531803D4-EEA7-4F92-897D-245E949E4C71}" type="presParOf" srcId="{4422F06E-EFDB-46E4-B742-ED73CDA2E310}" destId="{34C3919F-5CEE-4C80-8714-23791E7A44EE}" srcOrd="3" destOrd="0" presId="urn:microsoft.com/office/officeart/2005/8/layout/vList2"/>
    <dgm:cxn modelId="{FCAE3E82-DA74-40E5-BB38-574CC12DE908}" type="presParOf" srcId="{4422F06E-EFDB-46E4-B742-ED73CDA2E310}" destId="{4CC80BD2-853F-414D-AA5C-93D94678BAE3}" srcOrd="4" destOrd="0" presId="urn:microsoft.com/office/officeart/2005/8/layout/vList2"/>
    <dgm:cxn modelId="{0F1BBB70-2D4E-47D4-B29B-93FBEDF0D752}" type="presParOf" srcId="{4422F06E-EFDB-46E4-B742-ED73CDA2E310}" destId="{9402D10B-03A9-4DD9-8D9C-832D8EE080B9}" srcOrd="5" destOrd="0" presId="urn:microsoft.com/office/officeart/2005/8/layout/vList2"/>
    <dgm:cxn modelId="{C4A30C67-334F-46FE-95BE-810B7DD76DBE}" type="presParOf" srcId="{4422F06E-EFDB-46E4-B742-ED73CDA2E310}" destId="{6CAE8F2B-0C79-4D76-A98F-8B912BD18BF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2BE61EBE-47D3-48F5-B775-5C5CE1B9C096}"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3A58173A-B69E-46B6-89F7-F4A6277F58F4}">
      <dgm:prSet/>
      <dgm:spPr/>
      <dgm:t>
        <a:bodyPr/>
        <a:lstStyle/>
        <a:p>
          <a:r>
            <a:rPr lang="ru-RU" b="0" i="0"/>
            <a:t>1648 р.</a:t>
          </a:r>
          <a:endParaRPr lang="uk-UA"/>
        </a:p>
      </dgm:t>
    </dgm:pt>
    <dgm:pt modelId="{29884DFC-2CB9-4E55-B1BA-FC7842AA090C}" type="parTrans" cxnId="{981889FB-A5C5-42AD-B1C5-465F4D0074B4}">
      <dgm:prSet/>
      <dgm:spPr/>
      <dgm:t>
        <a:bodyPr/>
        <a:lstStyle/>
        <a:p>
          <a:endParaRPr lang="uk-UA"/>
        </a:p>
      </dgm:t>
    </dgm:pt>
    <dgm:pt modelId="{9F76D9A4-BD33-4668-BE4D-4ECC10561E7B}" type="sibTrans" cxnId="{981889FB-A5C5-42AD-B1C5-465F4D0074B4}">
      <dgm:prSet/>
      <dgm:spPr/>
      <dgm:t>
        <a:bodyPr/>
        <a:lstStyle/>
        <a:p>
          <a:endParaRPr lang="uk-UA"/>
        </a:p>
      </dgm:t>
    </dgm:pt>
    <dgm:pt modelId="{022852C7-C81B-4968-A0C7-0B32FC4923BE}">
      <dgm:prSet/>
      <dgm:spPr/>
      <dgm:t>
        <a:bodyPr/>
        <a:lstStyle/>
        <a:p>
          <a:r>
            <a:rPr lang="ru-RU" b="0" i="0" dirty="0"/>
            <a:t>1649 р.</a:t>
          </a:r>
          <a:endParaRPr lang="uk-UA" dirty="0"/>
        </a:p>
      </dgm:t>
    </dgm:pt>
    <dgm:pt modelId="{A11133A7-EBE6-4A2A-82BE-7660948C3667}" type="parTrans" cxnId="{848B4E65-EC8F-48BE-B15F-CE7415D155BF}">
      <dgm:prSet/>
      <dgm:spPr/>
      <dgm:t>
        <a:bodyPr/>
        <a:lstStyle/>
        <a:p>
          <a:endParaRPr lang="uk-UA"/>
        </a:p>
      </dgm:t>
    </dgm:pt>
    <dgm:pt modelId="{6D3A68F1-FE05-49CA-AFE5-68088BE58C83}" type="sibTrans" cxnId="{848B4E65-EC8F-48BE-B15F-CE7415D155BF}">
      <dgm:prSet/>
      <dgm:spPr/>
      <dgm:t>
        <a:bodyPr/>
        <a:lstStyle/>
        <a:p>
          <a:endParaRPr lang="uk-UA"/>
        </a:p>
      </dgm:t>
    </dgm:pt>
    <dgm:pt modelId="{91E4B685-42AB-487F-A1F2-74D8A755C019}">
      <dgm:prSet/>
      <dgm:spPr/>
      <dgm:t>
        <a:bodyPr/>
        <a:lstStyle/>
        <a:p>
          <a:r>
            <a:rPr lang="ru-RU" b="0" i="0"/>
            <a:t>1651 р.</a:t>
          </a:r>
          <a:endParaRPr lang="uk-UA"/>
        </a:p>
      </dgm:t>
    </dgm:pt>
    <dgm:pt modelId="{C6BF5C87-6A64-4B70-8333-F936E1044B69}" type="parTrans" cxnId="{EE9F7EF1-A1F2-41AE-8362-6F5877897B87}">
      <dgm:prSet/>
      <dgm:spPr/>
      <dgm:t>
        <a:bodyPr/>
        <a:lstStyle/>
        <a:p>
          <a:endParaRPr lang="uk-UA"/>
        </a:p>
      </dgm:t>
    </dgm:pt>
    <dgm:pt modelId="{5265371F-5E7F-49F3-B3CD-F0FF03C33038}" type="sibTrans" cxnId="{EE9F7EF1-A1F2-41AE-8362-6F5877897B87}">
      <dgm:prSet/>
      <dgm:spPr/>
      <dgm:t>
        <a:bodyPr/>
        <a:lstStyle/>
        <a:p>
          <a:endParaRPr lang="uk-UA"/>
        </a:p>
      </dgm:t>
    </dgm:pt>
    <dgm:pt modelId="{D2517DBA-9D3C-44B0-ACDD-5D2C124A04B9}">
      <dgm:prSet/>
      <dgm:spPr/>
      <dgm:t>
        <a:bodyPr/>
        <a:lstStyle/>
        <a:p>
          <a:r>
            <a:rPr lang="ru-RU" b="0" i="0" dirty="0"/>
            <a:t>1659 р.</a:t>
          </a:r>
          <a:endParaRPr lang="uk-UA" dirty="0"/>
        </a:p>
      </dgm:t>
    </dgm:pt>
    <dgm:pt modelId="{9B0AE5D7-19D4-479A-80ED-F6646A0D4BE7}" type="parTrans" cxnId="{D91EB19D-E58A-422F-91BF-C17CFCD9A260}">
      <dgm:prSet/>
      <dgm:spPr/>
      <dgm:t>
        <a:bodyPr/>
        <a:lstStyle/>
        <a:p>
          <a:endParaRPr lang="uk-UA"/>
        </a:p>
      </dgm:t>
    </dgm:pt>
    <dgm:pt modelId="{92D868A3-00DD-47E1-B2AA-A0BE0E216B74}" type="sibTrans" cxnId="{D91EB19D-E58A-422F-91BF-C17CFCD9A260}">
      <dgm:prSet/>
      <dgm:spPr/>
      <dgm:t>
        <a:bodyPr/>
        <a:lstStyle/>
        <a:p>
          <a:endParaRPr lang="uk-UA"/>
        </a:p>
      </dgm:t>
    </dgm:pt>
    <dgm:pt modelId="{090D7A77-1529-440A-98CA-964D7B90A6A2}" type="pres">
      <dgm:prSet presAssocID="{2BE61EBE-47D3-48F5-B775-5C5CE1B9C096}" presName="matrix" presStyleCnt="0">
        <dgm:presLayoutVars>
          <dgm:chMax val="1"/>
          <dgm:dir/>
          <dgm:resizeHandles val="exact"/>
        </dgm:presLayoutVars>
      </dgm:prSet>
      <dgm:spPr/>
    </dgm:pt>
    <dgm:pt modelId="{D5E7FB97-23AC-48F7-9C1F-71BCF155838D}" type="pres">
      <dgm:prSet presAssocID="{2BE61EBE-47D3-48F5-B775-5C5CE1B9C096}" presName="diamond" presStyleLbl="bgShp" presStyleIdx="0" presStyleCnt="1"/>
      <dgm:spPr/>
    </dgm:pt>
    <dgm:pt modelId="{F536A4CE-A0F8-45AF-ADEB-4CAA34475BCF}" type="pres">
      <dgm:prSet presAssocID="{2BE61EBE-47D3-48F5-B775-5C5CE1B9C096}" presName="quad1" presStyleLbl="node1" presStyleIdx="0" presStyleCnt="4">
        <dgm:presLayoutVars>
          <dgm:chMax val="0"/>
          <dgm:chPref val="0"/>
          <dgm:bulletEnabled val="1"/>
        </dgm:presLayoutVars>
      </dgm:prSet>
      <dgm:spPr/>
    </dgm:pt>
    <dgm:pt modelId="{4034D2D8-9720-41E7-B8FD-4ED9240B3224}" type="pres">
      <dgm:prSet presAssocID="{2BE61EBE-47D3-48F5-B775-5C5CE1B9C096}" presName="quad2" presStyleLbl="node1" presStyleIdx="1" presStyleCnt="4">
        <dgm:presLayoutVars>
          <dgm:chMax val="0"/>
          <dgm:chPref val="0"/>
          <dgm:bulletEnabled val="1"/>
        </dgm:presLayoutVars>
      </dgm:prSet>
      <dgm:spPr/>
    </dgm:pt>
    <dgm:pt modelId="{E9EE0679-B233-4810-97C6-E714DE1C1B8F}" type="pres">
      <dgm:prSet presAssocID="{2BE61EBE-47D3-48F5-B775-5C5CE1B9C096}" presName="quad3" presStyleLbl="node1" presStyleIdx="2" presStyleCnt="4">
        <dgm:presLayoutVars>
          <dgm:chMax val="0"/>
          <dgm:chPref val="0"/>
          <dgm:bulletEnabled val="1"/>
        </dgm:presLayoutVars>
      </dgm:prSet>
      <dgm:spPr/>
    </dgm:pt>
    <dgm:pt modelId="{B48BBA51-E964-4E59-870D-E22E5A328FE0}" type="pres">
      <dgm:prSet presAssocID="{2BE61EBE-47D3-48F5-B775-5C5CE1B9C096}" presName="quad4" presStyleLbl="node1" presStyleIdx="3" presStyleCnt="4">
        <dgm:presLayoutVars>
          <dgm:chMax val="0"/>
          <dgm:chPref val="0"/>
          <dgm:bulletEnabled val="1"/>
        </dgm:presLayoutVars>
      </dgm:prSet>
      <dgm:spPr/>
    </dgm:pt>
  </dgm:ptLst>
  <dgm:cxnLst>
    <dgm:cxn modelId="{F6C37932-DA60-4D14-9BC4-95436F3390A4}" type="presOf" srcId="{3A58173A-B69E-46B6-89F7-F4A6277F58F4}" destId="{F536A4CE-A0F8-45AF-ADEB-4CAA34475BCF}" srcOrd="0" destOrd="0" presId="urn:microsoft.com/office/officeart/2005/8/layout/matrix3"/>
    <dgm:cxn modelId="{848B4E65-EC8F-48BE-B15F-CE7415D155BF}" srcId="{2BE61EBE-47D3-48F5-B775-5C5CE1B9C096}" destId="{022852C7-C81B-4968-A0C7-0B32FC4923BE}" srcOrd="1" destOrd="0" parTransId="{A11133A7-EBE6-4A2A-82BE-7660948C3667}" sibTransId="{6D3A68F1-FE05-49CA-AFE5-68088BE58C83}"/>
    <dgm:cxn modelId="{20162D80-3FF4-4ABB-B2BC-73C8A8CD0925}" type="presOf" srcId="{D2517DBA-9D3C-44B0-ACDD-5D2C124A04B9}" destId="{B48BBA51-E964-4E59-870D-E22E5A328FE0}" srcOrd="0" destOrd="0" presId="urn:microsoft.com/office/officeart/2005/8/layout/matrix3"/>
    <dgm:cxn modelId="{1AE5C28A-9C11-4FAC-9CDB-7A81ADD2B490}" type="presOf" srcId="{022852C7-C81B-4968-A0C7-0B32FC4923BE}" destId="{4034D2D8-9720-41E7-B8FD-4ED9240B3224}" srcOrd="0" destOrd="0" presId="urn:microsoft.com/office/officeart/2005/8/layout/matrix3"/>
    <dgm:cxn modelId="{21DF3392-B2FB-4C22-A3C5-32867EC82885}" type="presOf" srcId="{2BE61EBE-47D3-48F5-B775-5C5CE1B9C096}" destId="{090D7A77-1529-440A-98CA-964D7B90A6A2}" srcOrd="0" destOrd="0" presId="urn:microsoft.com/office/officeart/2005/8/layout/matrix3"/>
    <dgm:cxn modelId="{D91EB19D-E58A-422F-91BF-C17CFCD9A260}" srcId="{2BE61EBE-47D3-48F5-B775-5C5CE1B9C096}" destId="{D2517DBA-9D3C-44B0-ACDD-5D2C124A04B9}" srcOrd="3" destOrd="0" parTransId="{9B0AE5D7-19D4-479A-80ED-F6646A0D4BE7}" sibTransId="{92D868A3-00DD-47E1-B2AA-A0BE0E216B74}"/>
    <dgm:cxn modelId="{6E5BEEDE-C474-41B4-91F0-16CA0C7CD6F9}" type="presOf" srcId="{91E4B685-42AB-487F-A1F2-74D8A755C019}" destId="{E9EE0679-B233-4810-97C6-E714DE1C1B8F}" srcOrd="0" destOrd="0" presId="urn:microsoft.com/office/officeart/2005/8/layout/matrix3"/>
    <dgm:cxn modelId="{EE9F7EF1-A1F2-41AE-8362-6F5877897B87}" srcId="{2BE61EBE-47D3-48F5-B775-5C5CE1B9C096}" destId="{91E4B685-42AB-487F-A1F2-74D8A755C019}" srcOrd="2" destOrd="0" parTransId="{C6BF5C87-6A64-4B70-8333-F936E1044B69}" sibTransId="{5265371F-5E7F-49F3-B3CD-F0FF03C33038}"/>
    <dgm:cxn modelId="{981889FB-A5C5-42AD-B1C5-465F4D0074B4}" srcId="{2BE61EBE-47D3-48F5-B775-5C5CE1B9C096}" destId="{3A58173A-B69E-46B6-89F7-F4A6277F58F4}" srcOrd="0" destOrd="0" parTransId="{29884DFC-2CB9-4E55-B1BA-FC7842AA090C}" sibTransId="{9F76D9A4-BD33-4668-BE4D-4ECC10561E7B}"/>
    <dgm:cxn modelId="{A45F8FC7-EEEA-4C9D-A0B6-797F99A177CC}" type="presParOf" srcId="{090D7A77-1529-440A-98CA-964D7B90A6A2}" destId="{D5E7FB97-23AC-48F7-9C1F-71BCF155838D}" srcOrd="0" destOrd="0" presId="urn:microsoft.com/office/officeart/2005/8/layout/matrix3"/>
    <dgm:cxn modelId="{49C545B9-A64D-4C78-BDB9-B860425E36E2}" type="presParOf" srcId="{090D7A77-1529-440A-98CA-964D7B90A6A2}" destId="{F536A4CE-A0F8-45AF-ADEB-4CAA34475BCF}" srcOrd="1" destOrd="0" presId="urn:microsoft.com/office/officeart/2005/8/layout/matrix3"/>
    <dgm:cxn modelId="{DD77AAD2-3952-4B59-8DFC-4C516495CF10}" type="presParOf" srcId="{090D7A77-1529-440A-98CA-964D7B90A6A2}" destId="{4034D2D8-9720-41E7-B8FD-4ED9240B3224}" srcOrd="2" destOrd="0" presId="urn:microsoft.com/office/officeart/2005/8/layout/matrix3"/>
    <dgm:cxn modelId="{4B4DC20D-4E82-425D-ADD8-38018DD61343}" type="presParOf" srcId="{090D7A77-1529-440A-98CA-964D7B90A6A2}" destId="{E9EE0679-B233-4810-97C6-E714DE1C1B8F}" srcOrd="3" destOrd="0" presId="urn:microsoft.com/office/officeart/2005/8/layout/matrix3"/>
    <dgm:cxn modelId="{4092359A-2A0A-4EBE-9011-74F0B1D1F7E6}" type="presParOf" srcId="{090D7A77-1529-440A-98CA-964D7B90A6A2}" destId="{B48BBA51-E964-4E59-870D-E22E5A328FE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5F7E078C-7A38-4D1E-BB2C-8F6AFEFF520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63B9A8F-7546-48EE-AADC-3954FE43D7EA}">
      <dgm:prSet/>
      <dgm:spPr/>
      <dgm:t>
        <a:bodyPr/>
        <a:lstStyle/>
        <a:p>
          <a:r>
            <a:rPr lang="uk-UA" b="0" i="0"/>
            <a:t>турецько-татарського війська під час Хотинської війни 1620-1621 рр.</a:t>
          </a:r>
          <a:endParaRPr lang="uk-UA"/>
        </a:p>
      </dgm:t>
    </dgm:pt>
    <dgm:pt modelId="{C723D487-81EB-407F-B7B6-CF67B6BF4238}" type="parTrans" cxnId="{D00BCB39-2627-4EE6-BFD1-9778F20CC327}">
      <dgm:prSet/>
      <dgm:spPr/>
      <dgm:t>
        <a:bodyPr/>
        <a:lstStyle/>
        <a:p>
          <a:endParaRPr lang="uk-UA"/>
        </a:p>
      </dgm:t>
    </dgm:pt>
    <dgm:pt modelId="{E9F8C5FF-46FE-4362-BF35-4064548E3B4C}" type="sibTrans" cxnId="{D00BCB39-2627-4EE6-BFD1-9778F20CC327}">
      <dgm:prSet/>
      <dgm:spPr/>
      <dgm:t>
        <a:bodyPr/>
        <a:lstStyle/>
        <a:p>
          <a:endParaRPr lang="uk-UA"/>
        </a:p>
      </dgm:t>
    </dgm:pt>
    <dgm:pt modelId="{FDBC298C-FAC0-47F3-AE2F-F07762D50254}">
      <dgm:prSet/>
      <dgm:spPr/>
      <dgm:t>
        <a:bodyPr/>
        <a:lstStyle/>
        <a:p>
          <a:r>
            <a:rPr lang="uk-UA" b="0" i="0" dirty="0"/>
            <a:t>козацько-трансільванських військ полковника А. Ждановича 1656-1657 рр.</a:t>
          </a:r>
          <a:endParaRPr lang="uk-UA" dirty="0"/>
        </a:p>
      </dgm:t>
    </dgm:pt>
    <dgm:pt modelId="{E64CFC00-FB45-4F68-925D-BD68ED53251C}" type="parTrans" cxnId="{22478D41-9BBB-4DD2-A9D4-F24747963765}">
      <dgm:prSet/>
      <dgm:spPr/>
      <dgm:t>
        <a:bodyPr/>
        <a:lstStyle/>
        <a:p>
          <a:endParaRPr lang="uk-UA"/>
        </a:p>
      </dgm:t>
    </dgm:pt>
    <dgm:pt modelId="{521B7132-20E2-47E4-879E-E92DA2A6B8D1}" type="sibTrans" cxnId="{22478D41-9BBB-4DD2-A9D4-F24747963765}">
      <dgm:prSet/>
      <dgm:spPr/>
      <dgm:t>
        <a:bodyPr/>
        <a:lstStyle/>
        <a:p>
          <a:endParaRPr lang="uk-UA"/>
        </a:p>
      </dgm:t>
    </dgm:pt>
    <dgm:pt modelId="{A3BC8849-65FA-4F5B-80B5-6C6749225DA4}">
      <dgm:prSet/>
      <dgm:spPr/>
      <dgm:t>
        <a:bodyPr/>
        <a:lstStyle/>
        <a:p>
          <a:r>
            <a:rPr lang="uk-UA" b="0" i="0"/>
            <a:t>турецько-татарсько-козацького війська 1672 р., 1677-1678 рр.</a:t>
          </a:r>
          <a:endParaRPr lang="uk-UA"/>
        </a:p>
      </dgm:t>
    </dgm:pt>
    <dgm:pt modelId="{6DD2C14F-2685-409F-9A62-959FAC1CDA62}" type="parTrans" cxnId="{317F9A33-A122-4D30-A661-8C076DA5A24A}">
      <dgm:prSet/>
      <dgm:spPr/>
      <dgm:t>
        <a:bodyPr/>
        <a:lstStyle/>
        <a:p>
          <a:endParaRPr lang="uk-UA"/>
        </a:p>
      </dgm:t>
    </dgm:pt>
    <dgm:pt modelId="{2746B001-FF7A-452B-9FF2-F385466D51E7}" type="sibTrans" cxnId="{317F9A33-A122-4D30-A661-8C076DA5A24A}">
      <dgm:prSet/>
      <dgm:spPr/>
      <dgm:t>
        <a:bodyPr/>
        <a:lstStyle/>
        <a:p>
          <a:endParaRPr lang="uk-UA"/>
        </a:p>
      </dgm:t>
    </dgm:pt>
    <dgm:pt modelId="{1F34F53F-1375-4478-9407-C9FC937F7D91}">
      <dgm:prSet/>
      <dgm:spPr/>
      <dgm:t>
        <a:bodyPr/>
        <a:lstStyle/>
        <a:p>
          <a:r>
            <a:rPr lang="uk-UA" b="0" i="0" dirty="0"/>
            <a:t>козацьких загонів гетьмана П. Орлика та його союзників у 1711 р., 1713 р.</a:t>
          </a:r>
          <a:endParaRPr lang="uk-UA" dirty="0"/>
        </a:p>
      </dgm:t>
    </dgm:pt>
    <dgm:pt modelId="{09B3532C-ED8F-4F70-929C-10699FBEE671}" type="parTrans" cxnId="{D4319955-301F-4255-9FA5-A30FB303B77A}">
      <dgm:prSet/>
      <dgm:spPr/>
      <dgm:t>
        <a:bodyPr/>
        <a:lstStyle/>
        <a:p>
          <a:endParaRPr lang="uk-UA"/>
        </a:p>
      </dgm:t>
    </dgm:pt>
    <dgm:pt modelId="{3F1DF06F-07B7-4C6F-8796-2C89BF7FB51F}" type="sibTrans" cxnId="{D4319955-301F-4255-9FA5-A30FB303B77A}">
      <dgm:prSet/>
      <dgm:spPr/>
      <dgm:t>
        <a:bodyPr/>
        <a:lstStyle/>
        <a:p>
          <a:endParaRPr lang="uk-UA"/>
        </a:p>
      </dgm:t>
    </dgm:pt>
    <dgm:pt modelId="{61DEDC22-1DFB-4F7A-BE2F-ABD06AF0056B}" type="pres">
      <dgm:prSet presAssocID="{5F7E078C-7A38-4D1E-BB2C-8F6AFEFF520B}" presName="linear" presStyleCnt="0">
        <dgm:presLayoutVars>
          <dgm:animLvl val="lvl"/>
          <dgm:resizeHandles val="exact"/>
        </dgm:presLayoutVars>
      </dgm:prSet>
      <dgm:spPr/>
    </dgm:pt>
    <dgm:pt modelId="{6C0A35A8-EE51-4317-B73A-D21950AB85DD}" type="pres">
      <dgm:prSet presAssocID="{763B9A8F-7546-48EE-AADC-3954FE43D7EA}" presName="parentText" presStyleLbl="node1" presStyleIdx="0" presStyleCnt="4">
        <dgm:presLayoutVars>
          <dgm:chMax val="0"/>
          <dgm:bulletEnabled val="1"/>
        </dgm:presLayoutVars>
      </dgm:prSet>
      <dgm:spPr/>
    </dgm:pt>
    <dgm:pt modelId="{23B6D447-43B1-4298-B0EB-E05CCA2651CA}" type="pres">
      <dgm:prSet presAssocID="{E9F8C5FF-46FE-4362-BF35-4064548E3B4C}" presName="spacer" presStyleCnt="0"/>
      <dgm:spPr/>
    </dgm:pt>
    <dgm:pt modelId="{EF1E8CFC-1D91-4AAD-8D46-01835A319587}" type="pres">
      <dgm:prSet presAssocID="{FDBC298C-FAC0-47F3-AE2F-F07762D50254}" presName="parentText" presStyleLbl="node1" presStyleIdx="1" presStyleCnt="4">
        <dgm:presLayoutVars>
          <dgm:chMax val="0"/>
          <dgm:bulletEnabled val="1"/>
        </dgm:presLayoutVars>
      </dgm:prSet>
      <dgm:spPr/>
    </dgm:pt>
    <dgm:pt modelId="{374440B8-750F-445E-BCA0-74323CD601DF}" type="pres">
      <dgm:prSet presAssocID="{521B7132-20E2-47E4-879E-E92DA2A6B8D1}" presName="spacer" presStyleCnt="0"/>
      <dgm:spPr/>
    </dgm:pt>
    <dgm:pt modelId="{146818A1-E46D-4A1F-BC13-49554A558818}" type="pres">
      <dgm:prSet presAssocID="{A3BC8849-65FA-4F5B-80B5-6C6749225DA4}" presName="parentText" presStyleLbl="node1" presStyleIdx="2" presStyleCnt="4">
        <dgm:presLayoutVars>
          <dgm:chMax val="0"/>
          <dgm:bulletEnabled val="1"/>
        </dgm:presLayoutVars>
      </dgm:prSet>
      <dgm:spPr/>
    </dgm:pt>
    <dgm:pt modelId="{2CDDE187-3B08-44E5-AF9A-1DE6FD9E8B5D}" type="pres">
      <dgm:prSet presAssocID="{2746B001-FF7A-452B-9FF2-F385466D51E7}" presName="spacer" presStyleCnt="0"/>
      <dgm:spPr/>
    </dgm:pt>
    <dgm:pt modelId="{A74C1386-70D5-4E01-8B55-3526D186E9E3}" type="pres">
      <dgm:prSet presAssocID="{1F34F53F-1375-4478-9407-C9FC937F7D91}" presName="parentText" presStyleLbl="node1" presStyleIdx="3" presStyleCnt="4">
        <dgm:presLayoutVars>
          <dgm:chMax val="0"/>
          <dgm:bulletEnabled val="1"/>
        </dgm:presLayoutVars>
      </dgm:prSet>
      <dgm:spPr/>
    </dgm:pt>
  </dgm:ptLst>
  <dgm:cxnLst>
    <dgm:cxn modelId="{317F9A33-A122-4D30-A661-8C076DA5A24A}" srcId="{5F7E078C-7A38-4D1E-BB2C-8F6AFEFF520B}" destId="{A3BC8849-65FA-4F5B-80B5-6C6749225DA4}" srcOrd="2" destOrd="0" parTransId="{6DD2C14F-2685-409F-9A62-959FAC1CDA62}" sibTransId="{2746B001-FF7A-452B-9FF2-F385466D51E7}"/>
    <dgm:cxn modelId="{D00BCB39-2627-4EE6-BFD1-9778F20CC327}" srcId="{5F7E078C-7A38-4D1E-BB2C-8F6AFEFF520B}" destId="{763B9A8F-7546-48EE-AADC-3954FE43D7EA}" srcOrd="0" destOrd="0" parTransId="{C723D487-81EB-407F-B7B6-CF67B6BF4238}" sibTransId="{E9F8C5FF-46FE-4362-BF35-4064548E3B4C}"/>
    <dgm:cxn modelId="{22478D41-9BBB-4DD2-A9D4-F24747963765}" srcId="{5F7E078C-7A38-4D1E-BB2C-8F6AFEFF520B}" destId="{FDBC298C-FAC0-47F3-AE2F-F07762D50254}" srcOrd="1" destOrd="0" parTransId="{E64CFC00-FB45-4F68-925D-BD68ED53251C}" sibTransId="{521B7132-20E2-47E4-879E-E92DA2A6B8D1}"/>
    <dgm:cxn modelId="{3DB4F36A-D4AF-463D-9087-499758AD57F0}" type="presOf" srcId="{A3BC8849-65FA-4F5B-80B5-6C6749225DA4}" destId="{146818A1-E46D-4A1F-BC13-49554A558818}" srcOrd="0" destOrd="0" presId="urn:microsoft.com/office/officeart/2005/8/layout/vList2"/>
    <dgm:cxn modelId="{D4319955-301F-4255-9FA5-A30FB303B77A}" srcId="{5F7E078C-7A38-4D1E-BB2C-8F6AFEFF520B}" destId="{1F34F53F-1375-4478-9407-C9FC937F7D91}" srcOrd="3" destOrd="0" parTransId="{09B3532C-ED8F-4F70-929C-10699FBEE671}" sibTransId="{3F1DF06F-07B7-4C6F-8796-2C89BF7FB51F}"/>
    <dgm:cxn modelId="{30C5038A-534A-4A08-B566-D9B68FB00B60}" type="presOf" srcId="{763B9A8F-7546-48EE-AADC-3954FE43D7EA}" destId="{6C0A35A8-EE51-4317-B73A-D21950AB85DD}" srcOrd="0" destOrd="0" presId="urn:microsoft.com/office/officeart/2005/8/layout/vList2"/>
    <dgm:cxn modelId="{34949FCE-57DC-44F4-8C53-6B89F445306A}" type="presOf" srcId="{5F7E078C-7A38-4D1E-BB2C-8F6AFEFF520B}" destId="{61DEDC22-1DFB-4F7A-BE2F-ABD06AF0056B}" srcOrd="0" destOrd="0" presId="urn:microsoft.com/office/officeart/2005/8/layout/vList2"/>
    <dgm:cxn modelId="{7EA829D5-A948-4B99-8BBE-4E65E3E3CABA}" type="presOf" srcId="{FDBC298C-FAC0-47F3-AE2F-F07762D50254}" destId="{EF1E8CFC-1D91-4AAD-8D46-01835A319587}" srcOrd="0" destOrd="0" presId="urn:microsoft.com/office/officeart/2005/8/layout/vList2"/>
    <dgm:cxn modelId="{3A93FDD9-99D2-436E-BBC1-27865D8331AF}" type="presOf" srcId="{1F34F53F-1375-4478-9407-C9FC937F7D91}" destId="{A74C1386-70D5-4E01-8B55-3526D186E9E3}" srcOrd="0" destOrd="0" presId="urn:microsoft.com/office/officeart/2005/8/layout/vList2"/>
    <dgm:cxn modelId="{525391F3-C901-4438-83FC-FE86B2EA572F}" type="presParOf" srcId="{61DEDC22-1DFB-4F7A-BE2F-ABD06AF0056B}" destId="{6C0A35A8-EE51-4317-B73A-D21950AB85DD}" srcOrd="0" destOrd="0" presId="urn:microsoft.com/office/officeart/2005/8/layout/vList2"/>
    <dgm:cxn modelId="{E6DBBF22-CDBC-4F3C-8A40-15004A9FEAA7}" type="presParOf" srcId="{61DEDC22-1DFB-4F7A-BE2F-ABD06AF0056B}" destId="{23B6D447-43B1-4298-B0EB-E05CCA2651CA}" srcOrd="1" destOrd="0" presId="urn:microsoft.com/office/officeart/2005/8/layout/vList2"/>
    <dgm:cxn modelId="{3DD32C0A-2823-4B34-833C-C178993550C8}" type="presParOf" srcId="{61DEDC22-1DFB-4F7A-BE2F-ABD06AF0056B}" destId="{EF1E8CFC-1D91-4AAD-8D46-01835A319587}" srcOrd="2" destOrd="0" presId="urn:microsoft.com/office/officeart/2005/8/layout/vList2"/>
    <dgm:cxn modelId="{3A377E58-DBB3-4A5B-A8D3-EA1F72E9263B}" type="presParOf" srcId="{61DEDC22-1DFB-4F7A-BE2F-ABD06AF0056B}" destId="{374440B8-750F-445E-BCA0-74323CD601DF}" srcOrd="3" destOrd="0" presId="urn:microsoft.com/office/officeart/2005/8/layout/vList2"/>
    <dgm:cxn modelId="{8C9989BB-F1E4-4A47-90B9-5A601DF0AAD1}" type="presParOf" srcId="{61DEDC22-1DFB-4F7A-BE2F-ABD06AF0056B}" destId="{146818A1-E46D-4A1F-BC13-49554A558818}" srcOrd="4" destOrd="0" presId="urn:microsoft.com/office/officeart/2005/8/layout/vList2"/>
    <dgm:cxn modelId="{6EACAE4E-0AE6-4131-A062-49C17D6D4F1B}" type="presParOf" srcId="{61DEDC22-1DFB-4F7A-BE2F-ABD06AF0056B}" destId="{2CDDE187-3B08-44E5-AF9A-1DE6FD9E8B5D}" srcOrd="5" destOrd="0" presId="urn:microsoft.com/office/officeart/2005/8/layout/vList2"/>
    <dgm:cxn modelId="{8F54F24C-2353-4825-8DAF-8D8B50CA23CF}" type="presParOf" srcId="{61DEDC22-1DFB-4F7A-BE2F-ABD06AF0056B}" destId="{A74C1386-70D5-4E01-8B55-3526D186E9E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437952E0-AC57-4EC5-8D20-46DE1837233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D177C98-881E-4B8A-ADEB-30B43298CFFF}">
      <dgm:prSet/>
      <dgm:spPr/>
      <dgm:t>
        <a:bodyPr/>
        <a:lstStyle/>
        <a:p>
          <a:r>
            <a:rPr lang="ru-RU" b="0" i="0"/>
            <a:t>видання Ш. Фіолем у Кракові кирилицею «Часослова», «Октоїха»</a:t>
          </a:r>
          <a:endParaRPr lang="uk-UA"/>
        </a:p>
      </dgm:t>
    </dgm:pt>
    <dgm:pt modelId="{2439513F-84A5-4B13-B5CE-9635E75A26D2}" type="parTrans" cxnId="{B4A61023-4604-40B7-B8DC-A2D799CCEDDE}">
      <dgm:prSet/>
      <dgm:spPr/>
      <dgm:t>
        <a:bodyPr/>
        <a:lstStyle/>
        <a:p>
          <a:endParaRPr lang="uk-UA"/>
        </a:p>
      </dgm:t>
    </dgm:pt>
    <dgm:pt modelId="{01D5928C-BE74-4779-A7A4-0A75BECF5E22}" type="sibTrans" cxnId="{B4A61023-4604-40B7-B8DC-A2D799CCEDDE}">
      <dgm:prSet/>
      <dgm:spPr/>
      <dgm:t>
        <a:bodyPr/>
        <a:lstStyle/>
        <a:p>
          <a:endParaRPr lang="uk-UA"/>
        </a:p>
      </dgm:t>
    </dgm:pt>
    <dgm:pt modelId="{924FB555-1B7E-4EE4-9942-7F1A4C5D1E2D}">
      <dgm:prSet/>
      <dgm:spPr/>
      <dgm:t>
        <a:bodyPr/>
        <a:lstStyle/>
        <a:p>
          <a:r>
            <a:rPr lang="ru-RU" b="0" i="0"/>
            <a:t>створення Пересопницького Євангелія</a:t>
          </a:r>
          <a:endParaRPr lang="uk-UA"/>
        </a:p>
      </dgm:t>
    </dgm:pt>
    <dgm:pt modelId="{362FFCAA-13FF-4CC6-9A7A-7738A8C4DA17}" type="parTrans" cxnId="{BEDA44A5-1EAC-4F63-9C18-D20B3A3C5D84}">
      <dgm:prSet/>
      <dgm:spPr/>
      <dgm:t>
        <a:bodyPr/>
        <a:lstStyle/>
        <a:p>
          <a:endParaRPr lang="uk-UA"/>
        </a:p>
      </dgm:t>
    </dgm:pt>
    <dgm:pt modelId="{34EC9B35-1DE9-4AF7-B890-4101932B5398}" type="sibTrans" cxnId="{BEDA44A5-1EAC-4F63-9C18-D20B3A3C5D84}">
      <dgm:prSet/>
      <dgm:spPr/>
      <dgm:t>
        <a:bodyPr/>
        <a:lstStyle/>
        <a:p>
          <a:endParaRPr lang="uk-UA"/>
        </a:p>
      </dgm:t>
    </dgm:pt>
    <dgm:pt modelId="{C1773618-4414-4490-9FFC-F12668A51012}">
      <dgm:prSet/>
      <dgm:spPr/>
      <dgm:t>
        <a:bodyPr/>
        <a:lstStyle/>
        <a:p>
          <a:r>
            <a:rPr lang="ru-RU" b="0" i="0"/>
            <a:t>видання І. Федоровим у Львові «Апостола» та «Букваря»</a:t>
          </a:r>
          <a:endParaRPr lang="uk-UA"/>
        </a:p>
      </dgm:t>
    </dgm:pt>
    <dgm:pt modelId="{701809DD-B81E-446B-BE06-BCD208D39805}" type="parTrans" cxnId="{F7B056DE-BD45-4D96-8875-A85C275D7A61}">
      <dgm:prSet/>
      <dgm:spPr/>
      <dgm:t>
        <a:bodyPr/>
        <a:lstStyle/>
        <a:p>
          <a:endParaRPr lang="uk-UA"/>
        </a:p>
      </dgm:t>
    </dgm:pt>
    <dgm:pt modelId="{F01F3CA1-7920-4E1B-B587-AF76BA345E4C}" type="sibTrans" cxnId="{F7B056DE-BD45-4D96-8875-A85C275D7A61}">
      <dgm:prSet/>
      <dgm:spPr/>
      <dgm:t>
        <a:bodyPr/>
        <a:lstStyle/>
        <a:p>
          <a:endParaRPr lang="uk-UA"/>
        </a:p>
      </dgm:t>
    </dgm:pt>
    <dgm:pt modelId="{81D133B1-7440-4262-9E4E-3775986EAC2C}">
      <dgm:prSet/>
      <dgm:spPr/>
      <dgm:t>
        <a:bodyPr/>
        <a:lstStyle/>
        <a:p>
          <a:r>
            <a:rPr lang="ru-RU" b="0" i="0"/>
            <a:t>перше видання друкарнею Києво-Печерської лаври «Синопсису»</a:t>
          </a:r>
          <a:endParaRPr lang="uk-UA"/>
        </a:p>
      </dgm:t>
    </dgm:pt>
    <dgm:pt modelId="{3B3A92C5-C3C5-49BF-8489-6D2766A9D1F7}" type="parTrans" cxnId="{3BE5BCE1-EA04-4079-9ADC-4C372DF5BE52}">
      <dgm:prSet/>
      <dgm:spPr/>
      <dgm:t>
        <a:bodyPr/>
        <a:lstStyle/>
        <a:p>
          <a:endParaRPr lang="uk-UA"/>
        </a:p>
      </dgm:t>
    </dgm:pt>
    <dgm:pt modelId="{BBFA5F4A-C508-4B69-B312-EF2FCD554F35}" type="sibTrans" cxnId="{3BE5BCE1-EA04-4079-9ADC-4C372DF5BE52}">
      <dgm:prSet/>
      <dgm:spPr/>
      <dgm:t>
        <a:bodyPr/>
        <a:lstStyle/>
        <a:p>
          <a:endParaRPr lang="uk-UA"/>
        </a:p>
      </dgm:t>
    </dgm:pt>
    <dgm:pt modelId="{8AA477CA-0586-4714-A03E-3AF8698EB778}" type="pres">
      <dgm:prSet presAssocID="{437952E0-AC57-4EC5-8D20-46DE1837233A}" presName="linear" presStyleCnt="0">
        <dgm:presLayoutVars>
          <dgm:animLvl val="lvl"/>
          <dgm:resizeHandles val="exact"/>
        </dgm:presLayoutVars>
      </dgm:prSet>
      <dgm:spPr/>
    </dgm:pt>
    <dgm:pt modelId="{6E1D3A2D-594C-4ED2-93BF-FC1935A428C6}" type="pres">
      <dgm:prSet presAssocID="{CD177C98-881E-4B8A-ADEB-30B43298CFFF}" presName="parentText" presStyleLbl="node1" presStyleIdx="0" presStyleCnt="4">
        <dgm:presLayoutVars>
          <dgm:chMax val="0"/>
          <dgm:bulletEnabled val="1"/>
        </dgm:presLayoutVars>
      </dgm:prSet>
      <dgm:spPr/>
    </dgm:pt>
    <dgm:pt modelId="{7F08CE22-73D6-4D7D-AEB7-26980643B99D}" type="pres">
      <dgm:prSet presAssocID="{01D5928C-BE74-4779-A7A4-0A75BECF5E22}" presName="spacer" presStyleCnt="0"/>
      <dgm:spPr/>
    </dgm:pt>
    <dgm:pt modelId="{F7C214C8-69EC-413F-B503-9F7AF517B2F9}" type="pres">
      <dgm:prSet presAssocID="{924FB555-1B7E-4EE4-9942-7F1A4C5D1E2D}" presName="parentText" presStyleLbl="node1" presStyleIdx="1" presStyleCnt="4">
        <dgm:presLayoutVars>
          <dgm:chMax val="0"/>
          <dgm:bulletEnabled val="1"/>
        </dgm:presLayoutVars>
      </dgm:prSet>
      <dgm:spPr/>
    </dgm:pt>
    <dgm:pt modelId="{060335EE-D1AA-46EB-926B-31A480583134}" type="pres">
      <dgm:prSet presAssocID="{34EC9B35-1DE9-4AF7-B890-4101932B5398}" presName="spacer" presStyleCnt="0"/>
      <dgm:spPr/>
    </dgm:pt>
    <dgm:pt modelId="{864D5C8A-E01D-4F15-B640-A628C536361F}" type="pres">
      <dgm:prSet presAssocID="{C1773618-4414-4490-9FFC-F12668A51012}" presName="parentText" presStyleLbl="node1" presStyleIdx="2" presStyleCnt="4">
        <dgm:presLayoutVars>
          <dgm:chMax val="0"/>
          <dgm:bulletEnabled val="1"/>
        </dgm:presLayoutVars>
      </dgm:prSet>
      <dgm:spPr/>
    </dgm:pt>
    <dgm:pt modelId="{70692BEF-6AAD-4FCC-BB87-09DADAF7CCEB}" type="pres">
      <dgm:prSet presAssocID="{F01F3CA1-7920-4E1B-B587-AF76BA345E4C}" presName="spacer" presStyleCnt="0"/>
      <dgm:spPr/>
    </dgm:pt>
    <dgm:pt modelId="{4D9CE75F-1F69-4EDB-A58B-DEABD72E3FB6}" type="pres">
      <dgm:prSet presAssocID="{81D133B1-7440-4262-9E4E-3775986EAC2C}" presName="parentText" presStyleLbl="node1" presStyleIdx="3" presStyleCnt="4">
        <dgm:presLayoutVars>
          <dgm:chMax val="0"/>
          <dgm:bulletEnabled val="1"/>
        </dgm:presLayoutVars>
      </dgm:prSet>
      <dgm:spPr/>
    </dgm:pt>
  </dgm:ptLst>
  <dgm:cxnLst>
    <dgm:cxn modelId="{B4A61023-4604-40B7-B8DC-A2D799CCEDDE}" srcId="{437952E0-AC57-4EC5-8D20-46DE1837233A}" destId="{CD177C98-881E-4B8A-ADEB-30B43298CFFF}" srcOrd="0" destOrd="0" parTransId="{2439513F-84A5-4B13-B5CE-9635E75A26D2}" sibTransId="{01D5928C-BE74-4779-A7A4-0A75BECF5E22}"/>
    <dgm:cxn modelId="{0D154F2B-D17E-48CD-9DA8-33C68B33CD63}" type="presOf" srcId="{C1773618-4414-4490-9FFC-F12668A51012}" destId="{864D5C8A-E01D-4F15-B640-A628C536361F}" srcOrd="0" destOrd="0" presId="urn:microsoft.com/office/officeart/2005/8/layout/vList2"/>
    <dgm:cxn modelId="{E7618485-3B52-4D2D-BA35-477B59E7AAD6}" type="presOf" srcId="{437952E0-AC57-4EC5-8D20-46DE1837233A}" destId="{8AA477CA-0586-4714-A03E-3AF8698EB778}" srcOrd="0" destOrd="0" presId="urn:microsoft.com/office/officeart/2005/8/layout/vList2"/>
    <dgm:cxn modelId="{BEDA44A5-1EAC-4F63-9C18-D20B3A3C5D84}" srcId="{437952E0-AC57-4EC5-8D20-46DE1837233A}" destId="{924FB555-1B7E-4EE4-9942-7F1A4C5D1E2D}" srcOrd="1" destOrd="0" parTransId="{362FFCAA-13FF-4CC6-9A7A-7738A8C4DA17}" sibTransId="{34EC9B35-1DE9-4AF7-B890-4101932B5398}"/>
    <dgm:cxn modelId="{E60C20CA-043F-4B5E-9070-952CFA1CB0A0}" type="presOf" srcId="{81D133B1-7440-4262-9E4E-3775986EAC2C}" destId="{4D9CE75F-1F69-4EDB-A58B-DEABD72E3FB6}" srcOrd="0" destOrd="0" presId="urn:microsoft.com/office/officeart/2005/8/layout/vList2"/>
    <dgm:cxn modelId="{F7B056DE-BD45-4D96-8875-A85C275D7A61}" srcId="{437952E0-AC57-4EC5-8D20-46DE1837233A}" destId="{C1773618-4414-4490-9FFC-F12668A51012}" srcOrd="2" destOrd="0" parTransId="{701809DD-B81E-446B-BE06-BCD208D39805}" sibTransId="{F01F3CA1-7920-4E1B-B587-AF76BA345E4C}"/>
    <dgm:cxn modelId="{3BE5BCE1-EA04-4079-9ADC-4C372DF5BE52}" srcId="{437952E0-AC57-4EC5-8D20-46DE1837233A}" destId="{81D133B1-7440-4262-9E4E-3775986EAC2C}" srcOrd="3" destOrd="0" parTransId="{3B3A92C5-C3C5-49BF-8489-6D2766A9D1F7}" sibTransId="{BBFA5F4A-C508-4B69-B312-EF2FCD554F35}"/>
    <dgm:cxn modelId="{3AC363E8-E19A-4E1C-988E-93DF653AC2C1}" type="presOf" srcId="{924FB555-1B7E-4EE4-9942-7F1A4C5D1E2D}" destId="{F7C214C8-69EC-413F-B503-9F7AF517B2F9}" srcOrd="0" destOrd="0" presId="urn:microsoft.com/office/officeart/2005/8/layout/vList2"/>
    <dgm:cxn modelId="{89BEE6F8-94DA-4755-A344-FFC829312C59}" type="presOf" srcId="{CD177C98-881E-4B8A-ADEB-30B43298CFFF}" destId="{6E1D3A2D-594C-4ED2-93BF-FC1935A428C6}" srcOrd="0" destOrd="0" presId="urn:microsoft.com/office/officeart/2005/8/layout/vList2"/>
    <dgm:cxn modelId="{0578C122-7413-4AE6-B07B-5157C1C46155}" type="presParOf" srcId="{8AA477CA-0586-4714-A03E-3AF8698EB778}" destId="{6E1D3A2D-594C-4ED2-93BF-FC1935A428C6}" srcOrd="0" destOrd="0" presId="urn:microsoft.com/office/officeart/2005/8/layout/vList2"/>
    <dgm:cxn modelId="{AE7EC3AF-BC61-4348-A79F-0BB2BD4D77B6}" type="presParOf" srcId="{8AA477CA-0586-4714-A03E-3AF8698EB778}" destId="{7F08CE22-73D6-4D7D-AEB7-26980643B99D}" srcOrd="1" destOrd="0" presId="urn:microsoft.com/office/officeart/2005/8/layout/vList2"/>
    <dgm:cxn modelId="{08B50D29-2C36-45AB-A890-6E588B2AAA92}" type="presParOf" srcId="{8AA477CA-0586-4714-A03E-3AF8698EB778}" destId="{F7C214C8-69EC-413F-B503-9F7AF517B2F9}" srcOrd="2" destOrd="0" presId="urn:microsoft.com/office/officeart/2005/8/layout/vList2"/>
    <dgm:cxn modelId="{17A23D48-58E7-4CD9-9C13-C2454BE8FE36}" type="presParOf" srcId="{8AA477CA-0586-4714-A03E-3AF8698EB778}" destId="{060335EE-D1AA-46EB-926B-31A480583134}" srcOrd="3" destOrd="0" presId="urn:microsoft.com/office/officeart/2005/8/layout/vList2"/>
    <dgm:cxn modelId="{8AE8E3B8-5D15-4430-A35D-51DCEDA56C31}" type="presParOf" srcId="{8AA477CA-0586-4714-A03E-3AF8698EB778}" destId="{864D5C8A-E01D-4F15-B640-A628C536361F}" srcOrd="4" destOrd="0" presId="urn:microsoft.com/office/officeart/2005/8/layout/vList2"/>
    <dgm:cxn modelId="{FCE7A5CE-3A1B-41C0-A536-05C7C514387A}" type="presParOf" srcId="{8AA477CA-0586-4714-A03E-3AF8698EB778}" destId="{70692BEF-6AAD-4FCC-BB87-09DADAF7CCEB}" srcOrd="5" destOrd="0" presId="urn:microsoft.com/office/officeart/2005/8/layout/vList2"/>
    <dgm:cxn modelId="{94D3BAE6-55C9-4506-948D-55DDA2D8FF01}" type="presParOf" srcId="{8AA477CA-0586-4714-A03E-3AF8698EB778}" destId="{4D9CE75F-1F69-4EDB-A58B-DEABD72E3FB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BC5581D5-41E6-41FB-8E96-F3570534B133}"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92E3C412-0722-4E58-BE7D-55C016DDBEF4}">
      <dgm:prSet/>
      <dgm:spPr/>
      <dgm:t>
        <a:bodyPr/>
        <a:lstStyle/>
        <a:p>
          <a:r>
            <a:rPr lang="ru-RU" b="0" i="0"/>
            <a:t>1574 р.</a:t>
          </a:r>
          <a:endParaRPr lang="uk-UA"/>
        </a:p>
      </dgm:t>
    </dgm:pt>
    <dgm:pt modelId="{845B808F-621A-4268-8BE4-B68EAAC7AE5F}" type="parTrans" cxnId="{1EB5784E-A1ED-4910-8440-CB7F1C0BF94F}">
      <dgm:prSet/>
      <dgm:spPr/>
      <dgm:t>
        <a:bodyPr/>
        <a:lstStyle/>
        <a:p>
          <a:endParaRPr lang="uk-UA"/>
        </a:p>
      </dgm:t>
    </dgm:pt>
    <dgm:pt modelId="{F4505B8B-4BB6-4D69-86DB-1839AD272338}" type="sibTrans" cxnId="{1EB5784E-A1ED-4910-8440-CB7F1C0BF94F}">
      <dgm:prSet/>
      <dgm:spPr/>
      <dgm:t>
        <a:bodyPr/>
        <a:lstStyle/>
        <a:p>
          <a:endParaRPr lang="uk-UA"/>
        </a:p>
      </dgm:t>
    </dgm:pt>
    <dgm:pt modelId="{F7A57008-2BC4-462A-B561-2072656BA7A5}">
      <dgm:prSet/>
      <dgm:spPr/>
      <dgm:t>
        <a:bodyPr/>
        <a:lstStyle/>
        <a:p>
          <a:r>
            <a:rPr lang="ru-RU" b="0" i="0"/>
            <a:t>1674 р.</a:t>
          </a:r>
          <a:endParaRPr lang="uk-UA"/>
        </a:p>
      </dgm:t>
    </dgm:pt>
    <dgm:pt modelId="{15270B59-3AD6-4B89-84FD-E2592A1A3280}" type="parTrans" cxnId="{9F79F309-56C1-4582-A975-D3FBD6982651}">
      <dgm:prSet/>
      <dgm:spPr/>
      <dgm:t>
        <a:bodyPr/>
        <a:lstStyle/>
        <a:p>
          <a:endParaRPr lang="uk-UA"/>
        </a:p>
      </dgm:t>
    </dgm:pt>
    <dgm:pt modelId="{2DE48811-5D0B-4820-8AD7-40D19D0BD1F8}" type="sibTrans" cxnId="{9F79F309-56C1-4582-A975-D3FBD6982651}">
      <dgm:prSet/>
      <dgm:spPr/>
      <dgm:t>
        <a:bodyPr/>
        <a:lstStyle/>
        <a:p>
          <a:endParaRPr lang="uk-UA"/>
        </a:p>
      </dgm:t>
    </dgm:pt>
    <dgm:pt modelId="{29FEC802-3AD3-4E3F-A291-8A1AE66A04CB}">
      <dgm:prSet/>
      <dgm:spPr/>
      <dgm:t>
        <a:bodyPr/>
        <a:lstStyle/>
        <a:p>
          <a:r>
            <a:rPr lang="ru-RU" b="0" i="0"/>
            <a:t>1556–1561 рр.</a:t>
          </a:r>
          <a:endParaRPr lang="uk-UA"/>
        </a:p>
      </dgm:t>
    </dgm:pt>
    <dgm:pt modelId="{B718AD55-46D2-4D05-9570-66A393D23766}" type="parTrans" cxnId="{B34D8405-765C-46C9-A0CD-2C6901E33FB1}">
      <dgm:prSet/>
      <dgm:spPr/>
      <dgm:t>
        <a:bodyPr/>
        <a:lstStyle/>
        <a:p>
          <a:endParaRPr lang="uk-UA"/>
        </a:p>
      </dgm:t>
    </dgm:pt>
    <dgm:pt modelId="{73BBA636-BC62-45F7-BA33-8DCF36FFECC2}" type="sibTrans" cxnId="{B34D8405-765C-46C9-A0CD-2C6901E33FB1}">
      <dgm:prSet/>
      <dgm:spPr/>
      <dgm:t>
        <a:bodyPr/>
        <a:lstStyle/>
        <a:p>
          <a:endParaRPr lang="uk-UA"/>
        </a:p>
      </dgm:t>
    </dgm:pt>
    <dgm:pt modelId="{5A8AC829-0FF6-4314-8FB0-FA5CAA7A84DB}">
      <dgm:prSet/>
      <dgm:spPr/>
      <dgm:t>
        <a:bodyPr/>
        <a:lstStyle/>
        <a:p>
          <a:r>
            <a:rPr lang="ru-RU" b="0" i="0"/>
            <a:t>1581 р.</a:t>
          </a:r>
          <a:endParaRPr lang="uk-UA"/>
        </a:p>
      </dgm:t>
    </dgm:pt>
    <dgm:pt modelId="{73E3CD4F-C2EA-4FA0-AC30-0E44B8D59222}" type="parTrans" cxnId="{01EF233F-4451-48C0-B56A-2E33EA8D3842}">
      <dgm:prSet/>
      <dgm:spPr/>
      <dgm:t>
        <a:bodyPr/>
        <a:lstStyle/>
        <a:p>
          <a:endParaRPr lang="uk-UA"/>
        </a:p>
      </dgm:t>
    </dgm:pt>
    <dgm:pt modelId="{CDCDE66A-FEF7-4166-8045-1C670B13D623}" type="sibTrans" cxnId="{01EF233F-4451-48C0-B56A-2E33EA8D3842}">
      <dgm:prSet/>
      <dgm:spPr/>
      <dgm:t>
        <a:bodyPr/>
        <a:lstStyle/>
        <a:p>
          <a:endParaRPr lang="uk-UA"/>
        </a:p>
      </dgm:t>
    </dgm:pt>
    <dgm:pt modelId="{746B6E81-C967-44F4-BDA6-08665F2A591F}">
      <dgm:prSet/>
      <dgm:spPr/>
      <dgm:t>
        <a:bodyPr/>
        <a:lstStyle/>
        <a:p>
          <a:r>
            <a:rPr lang="ru-RU" b="0" i="0"/>
            <a:t>1491 р.</a:t>
          </a:r>
          <a:endParaRPr lang="uk-UA"/>
        </a:p>
      </dgm:t>
    </dgm:pt>
    <dgm:pt modelId="{E87273DF-B2E7-4ADA-9895-4EC8E3F84CA1}" type="parTrans" cxnId="{B3E9B2D5-AA0B-49D7-B90A-CCA927A68B27}">
      <dgm:prSet/>
      <dgm:spPr/>
      <dgm:t>
        <a:bodyPr/>
        <a:lstStyle/>
        <a:p>
          <a:endParaRPr lang="uk-UA"/>
        </a:p>
      </dgm:t>
    </dgm:pt>
    <dgm:pt modelId="{13ECBD16-3C1D-4BBD-8730-3A0A7467AA01}" type="sibTrans" cxnId="{B3E9B2D5-AA0B-49D7-B90A-CCA927A68B27}">
      <dgm:prSet/>
      <dgm:spPr/>
      <dgm:t>
        <a:bodyPr/>
        <a:lstStyle/>
        <a:p>
          <a:endParaRPr lang="uk-UA"/>
        </a:p>
      </dgm:t>
    </dgm:pt>
    <dgm:pt modelId="{54472995-7E7C-45AC-88E6-38297AA18D6B}" type="pres">
      <dgm:prSet presAssocID="{BC5581D5-41E6-41FB-8E96-F3570534B133}" presName="compositeShape" presStyleCnt="0">
        <dgm:presLayoutVars>
          <dgm:chMax val="7"/>
          <dgm:dir/>
          <dgm:resizeHandles val="exact"/>
        </dgm:presLayoutVars>
      </dgm:prSet>
      <dgm:spPr/>
    </dgm:pt>
    <dgm:pt modelId="{72A0D91F-4607-454D-A4F4-09336D399631}" type="pres">
      <dgm:prSet presAssocID="{92E3C412-0722-4E58-BE7D-55C016DDBEF4}" presName="circ1" presStyleLbl="vennNode1" presStyleIdx="0" presStyleCnt="5"/>
      <dgm:spPr/>
    </dgm:pt>
    <dgm:pt modelId="{96684487-076B-47EE-A930-8DA458FA3C14}" type="pres">
      <dgm:prSet presAssocID="{92E3C412-0722-4E58-BE7D-55C016DDBEF4}" presName="circ1Tx" presStyleLbl="revTx" presStyleIdx="0" presStyleCnt="0">
        <dgm:presLayoutVars>
          <dgm:chMax val="0"/>
          <dgm:chPref val="0"/>
          <dgm:bulletEnabled val="1"/>
        </dgm:presLayoutVars>
      </dgm:prSet>
      <dgm:spPr/>
    </dgm:pt>
    <dgm:pt modelId="{4F0BD686-DECD-462C-BC1D-33A8F86DEF30}" type="pres">
      <dgm:prSet presAssocID="{F7A57008-2BC4-462A-B561-2072656BA7A5}" presName="circ2" presStyleLbl="vennNode1" presStyleIdx="1" presStyleCnt="5"/>
      <dgm:spPr/>
    </dgm:pt>
    <dgm:pt modelId="{5CDD39AE-7563-43D1-A7C1-469A8BB0096A}" type="pres">
      <dgm:prSet presAssocID="{F7A57008-2BC4-462A-B561-2072656BA7A5}" presName="circ2Tx" presStyleLbl="revTx" presStyleIdx="0" presStyleCnt="0">
        <dgm:presLayoutVars>
          <dgm:chMax val="0"/>
          <dgm:chPref val="0"/>
          <dgm:bulletEnabled val="1"/>
        </dgm:presLayoutVars>
      </dgm:prSet>
      <dgm:spPr/>
    </dgm:pt>
    <dgm:pt modelId="{14D9599A-BA77-43C3-9D1D-0E98786010B1}" type="pres">
      <dgm:prSet presAssocID="{29FEC802-3AD3-4E3F-A291-8A1AE66A04CB}" presName="circ3" presStyleLbl="vennNode1" presStyleIdx="2" presStyleCnt="5"/>
      <dgm:spPr/>
    </dgm:pt>
    <dgm:pt modelId="{F10A0482-7F08-4913-9DCF-22C25CE8165C}" type="pres">
      <dgm:prSet presAssocID="{29FEC802-3AD3-4E3F-A291-8A1AE66A04CB}" presName="circ3Tx" presStyleLbl="revTx" presStyleIdx="0" presStyleCnt="0">
        <dgm:presLayoutVars>
          <dgm:chMax val="0"/>
          <dgm:chPref val="0"/>
          <dgm:bulletEnabled val="1"/>
        </dgm:presLayoutVars>
      </dgm:prSet>
      <dgm:spPr/>
    </dgm:pt>
    <dgm:pt modelId="{44BF9E6B-CA93-4FE5-8554-B0EFA411996D}" type="pres">
      <dgm:prSet presAssocID="{5A8AC829-0FF6-4314-8FB0-FA5CAA7A84DB}" presName="circ4" presStyleLbl="vennNode1" presStyleIdx="3" presStyleCnt="5"/>
      <dgm:spPr/>
    </dgm:pt>
    <dgm:pt modelId="{C9DB6347-4DB6-40FF-9A10-7AE3E9147553}" type="pres">
      <dgm:prSet presAssocID="{5A8AC829-0FF6-4314-8FB0-FA5CAA7A84DB}" presName="circ4Tx" presStyleLbl="revTx" presStyleIdx="0" presStyleCnt="0">
        <dgm:presLayoutVars>
          <dgm:chMax val="0"/>
          <dgm:chPref val="0"/>
          <dgm:bulletEnabled val="1"/>
        </dgm:presLayoutVars>
      </dgm:prSet>
      <dgm:spPr/>
    </dgm:pt>
    <dgm:pt modelId="{287901DB-E0EE-4A7D-9C90-D40BC6E8B91F}" type="pres">
      <dgm:prSet presAssocID="{746B6E81-C967-44F4-BDA6-08665F2A591F}" presName="circ5" presStyleLbl="vennNode1" presStyleIdx="4" presStyleCnt="5"/>
      <dgm:spPr/>
    </dgm:pt>
    <dgm:pt modelId="{22731A2D-4E44-4596-A1FA-058A5ECBC27C}" type="pres">
      <dgm:prSet presAssocID="{746B6E81-C967-44F4-BDA6-08665F2A591F}" presName="circ5Tx" presStyleLbl="revTx" presStyleIdx="0" presStyleCnt="0">
        <dgm:presLayoutVars>
          <dgm:chMax val="0"/>
          <dgm:chPref val="0"/>
          <dgm:bulletEnabled val="1"/>
        </dgm:presLayoutVars>
      </dgm:prSet>
      <dgm:spPr/>
    </dgm:pt>
  </dgm:ptLst>
  <dgm:cxnLst>
    <dgm:cxn modelId="{B34D8405-765C-46C9-A0CD-2C6901E33FB1}" srcId="{BC5581D5-41E6-41FB-8E96-F3570534B133}" destId="{29FEC802-3AD3-4E3F-A291-8A1AE66A04CB}" srcOrd="2" destOrd="0" parTransId="{B718AD55-46D2-4D05-9570-66A393D23766}" sibTransId="{73BBA636-BC62-45F7-BA33-8DCF36FFECC2}"/>
    <dgm:cxn modelId="{DC478208-3BD8-41AC-9638-5529A63B8536}" type="presOf" srcId="{746B6E81-C967-44F4-BDA6-08665F2A591F}" destId="{22731A2D-4E44-4596-A1FA-058A5ECBC27C}" srcOrd="0" destOrd="0" presId="urn:microsoft.com/office/officeart/2005/8/layout/venn1"/>
    <dgm:cxn modelId="{9F79F309-56C1-4582-A975-D3FBD6982651}" srcId="{BC5581D5-41E6-41FB-8E96-F3570534B133}" destId="{F7A57008-2BC4-462A-B561-2072656BA7A5}" srcOrd="1" destOrd="0" parTransId="{15270B59-3AD6-4B89-84FD-E2592A1A3280}" sibTransId="{2DE48811-5D0B-4820-8AD7-40D19D0BD1F8}"/>
    <dgm:cxn modelId="{01EF233F-4451-48C0-B56A-2E33EA8D3842}" srcId="{BC5581D5-41E6-41FB-8E96-F3570534B133}" destId="{5A8AC829-0FF6-4314-8FB0-FA5CAA7A84DB}" srcOrd="3" destOrd="0" parTransId="{73E3CD4F-C2EA-4FA0-AC30-0E44B8D59222}" sibTransId="{CDCDE66A-FEF7-4166-8045-1C670B13D623}"/>
    <dgm:cxn modelId="{037F2F5B-F5B4-47B5-98D3-A68FF2F32507}" type="presOf" srcId="{5A8AC829-0FF6-4314-8FB0-FA5CAA7A84DB}" destId="{C9DB6347-4DB6-40FF-9A10-7AE3E9147553}" srcOrd="0" destOrd="0" presId="urn:microsoft.com/office/officeart/2005/8/layout/venn1"/>
    <dgm:cxn modelId="{2458EE5E-D885-4EBA-BA10-E2257D93587E}" type="presOf" srcId="{29FEC802-3AD3-4E3F-A291-8A1AE66A04CB}" destId="{F10A0482-7F08-4913-9DCF-22C25CE8165C}" srcOrd="0" destOrd="0" presId="urn:microsoft.com/office/officeart/2005/8/layout/venn1"/>
    <dgm:cxn modelId="{5BFC0D49-56A7-42BA-A482-C529317FCED5}" type="presOf" srcId="{BC5581D5-41E6-41FB-8E96-F3570534B133}" destId="{54472995-7E7C-45AC-88E6-38297AA18D6B}" srcOrd="0" destOrd="0" presId="urn:microsoft.com/office/officeart/2005/8/layout/venn1"/>
    <dgm:cxn modelId="{1EB5784E-A1ED-4910-8440-CB7F1C0BF94F}" srcId="{BC5581D5-41E6-41FB-8E96-F3570534B133}" destId="{92E3C412-0722-4E58-BE7D-55C016DDBEF4}" srcOrd="0" destOrd="0" parTransId="{845B808F-621A-4268-8BE4-B68EAAC7AE5F}" sibTransId="{F4505B8B-4BB6-4D69-86DB-1839AD272338}"/>
    <dgm:cxn modelId="{C38A90A8-5058-4AA6-BF79-08C988A7FD75}" type="presOf" srcId="{F7A57008-2BC4-462A-B561-2072656BA7A5}" destId="{5CDD39AE-7563-43D1-A7C1-469A8BB0096A}" srcOrd="0" destOrd="0" presId="urn:microsoft.com/office/officeart/2005/8/layout/venn1"/>
    <dgm:cxn modelId="{B3E9B2D5-AA0B-49D7-B90A-CCA927A68B27}" srcId="{BC5581D5-41E6-41FB-8E96-F3570534B133}" destId="{746B6E81-C967-44F4-BDA6-08665F2A591F}" srcOrd="4" destOrd="0" parTransId="{E87273DF-B2E7-4ADA-9895-4EC8E3F84CA1}" sibTransId="{13ECBD16-3C1D-4BBD-8730-3A0A7467AA01}"/>
    <dgm:cxn modelId="{6C126FFB-F0C3-4B9D-A02E-14A5EF436B40}" type="presOf" srcId="{92E3C412-0722-4E58-BE7D-55C016DDBEF4}" destId="{96684487-076B-47EE-A930-8DA458FA3C14}" srcOrd="0" destOrd="0" presId="urn:microsoft.com/office/officeart/2005/8/layout/venn1"/>
    <dgm:cxn modelId="{2F089D48-8BC9-480F-A012-C8169AF358F7}" type="presParOf" srcId="{54472995-7E7C-45AC-88E6-38297AA18D6B}" destId="{72A0D91F-4607-454D-A4F4-09336D399631}" srcOrd="0" destOrd="0" presId="urn:microsoft.com/office/officeart/2005/8/layout/venn1"/>
    <dgm:cxn modelId="{5D1B1E99-C13F-475A-B1D2-46891A7121EF}" type="presParOf" srcId="{54472995-7E7C-45AC-88E6-38297AA18D6B}" destId="{96684487-076B-47EE-A930-8DA458FA3C14}" srcOrd="1" destOrd="0" presId="urn:microsoft.com/office/officeart/2005/8/layout/venn1"/>
    <dgm:cxn modelId="{05D58DD4-3CC8-48EC-9D72-B7731773EFDD}" type="presParOf" srcId="{54472995-7E7C-45AC-88E6-38297AA18D6B}" destId="{4F0BD686-DECD-462C-BC1D-33A8F86DEF30}" srcOrd="2" destOrd="0" presId="urn:microsoft.com/office/officeart/2005/8/layout/venn1"/>
    <dgm:cxn modelId="{372F1B0C-3686-495C-9F7B-10D68846D98D}" type="presParOf" srcId="{54472995-7E7C-45AC-88E6-38297AA18D6B}" destId="{5CDD39AE-7563-43D1-A7C1-469A8BB0096A}" srcOrd="3" destOrd="0" presId="urn:microsoft.com/office/officeart/2005/8/layout/venn1"/>
    <dgm:cxn modelId="{4627DD03-0A1A-4849-800A-42B9F705D7CF}" type="presParOf" srcId="{54472995-7E7C-45AC-88E6-38297AA18D6B}" destId="{14D9599A-BA77-43C3-9D1D-0E98786010B1}" srcOrd="4" destOrd="0" presId="urn:microsoft.com/office/officeart/2005/8/layout/venn1"/>
    <dgm:cxn modelId="{B669F6F6-6CBC-433B-9823-6C204482F31E}" type="presParOf" srcId="{54472995-7E7C-45AC-88E6-38297AA18D6B}" destId="{F10A0482-7F08-4913-9DCF-22C25CE8165C}" srcOrd="5" destOrd="0" presId="urn:microsoft.com/office/officeart/2005/8/layout/venn1"/>
    <dgm:cxn modelId="{67DE4271-D750-407E-B21D-DE3ED985363F}" type="presParOf" srcId="{54472995-7E7C-45AC-88E6-38297AA18D6B}" destId="{44BF9E6B-CA93-4FE5-8554-B0EFA411996D}" srcOrd="6" destOrd="0" presId="urn:microsoft.com/office/officeart/2005/8/layout/venn1"/>
    <dgm:cxn modelId="{0A407F06-A59F-481E-8817-4A7FE121ECE2}" type="presParOf" srcId="{54472995-7E7C-45AC-88E6-38297AA18D6B}" destId="{C9DB6347-4DB6-40FF-9A10-7AE3E9147553}" srcOrd="7" destOrd="0" presId="urn:microsoft.com/office/officeart/2005/8/layout/venn1"/>
    <dgm:cxn modelId="{C5CC2C47-100C-4B37-AAEB-DE12D80DE63A}" type="presParOf" srcId="{54472995-7E7C-45AC-88E6-38297AA18D6B}" destId="{287901DB-E0EE-4A7D-9C90-D40BC6E8B91F}" srcOrd="8" destOrd="0" presId="urn:microsoft.com/office/officeart/2005/8/layout/venn1"/>
    <dgm:cxn modelId="{4AF530A9-9235-4ABB-8F7C-85563EA73863}" type="presParOf" srcId="{54472995-7E7C-45AC-88E6-38297AA18D6B}" destId="{22731A2D-4E44-4596-A1FA-058A5ECBC27C}" srcOrd="9"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FDB90-3495-4F41-9D5E-C600CDB9104E}">
      <dsp:nvSpPr>
        <dsp:cNvPr id="0" name=""/>
        <dsp:cNvSpPr/>
      </dsp:nvSpPr>
      <dsp:spPr>
        <a:xfrm rot="10800000">
          <a:off x="927513" y="825"/>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Павла Тетері.</a:t>
          </a:r>
          <a:endParaRPr lang="uk-UA" sz="1900" kern="1200"/>
        </a:p>
      </dsp:txBody>
      <dsp:txXfrm rot="10800000">
        <a:off x="1103177" y="825"/>
        <a:ext cx="2809290" cy="702656"/>
      </dsp:txXfrm>
    </dsp:sp>
    <dsp:sp modelId="{5CD757F5-42AF-41D7-9F1D-2776E19A74AA}">
      <dsp:nvSpPr>
        <dsp:cNvPr id="0" name=""/>
        <dsp:cNvSpPr/>
      </dsp:nvSpPr>
      <dsp:spPr>
        <a:xfrm>
          <a:off x="576185" y="825"/>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D6DDD8-10A8-4D0B-ACE9-0077137036E2}">
      <dsp:nvSpPr>
        <dsp:cNvPr id="0" name=""/>
        <dsp:cNvSpPr/>
      </dsp:nvSpPr>
      <dsp:spPr>
        <a:xfrm rot="10800000">
          <a:off x="927513" y="913229"/>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dirty="0" err="1"/>
            <a:t>Івана</a:t>
          </a:r>
          <a:r>
            <a:rPr lang="ru-RU" sz="1900" b="0" i="0" kern="1200" dirty="0"/>
            <a:t> </a:t>
          </a:r>
          <a:r>
            <a:rPr lang="ru-RU" sz="1900" b="0" i="0" kern="1200" dirty="0" err="1"/>
            <a:t>Виговського</a:t>
          </a:r>
          <a:r>
            <a:rPr lang="ru-RU" sz="1900" b="0" i="0" kern="1200" dirty="0"/>
            <a:t>.</a:t>
          </a:r>
          <a:endParaRPr lang="uk-UA" sz="1900" kern="1200" dirty="0"/>
        </a:p>
      </dsp:txBody>
      <dsp:txXfrm rot="10800000">
        <a:off x="1103177" y="913229"/>
        <a:ext cx="2809290" cy="702656"/>
      </dsp:txXfrm>
    </dsp:sp>
    <dsp:sp modelId="{D1DE89BA-4833-400A-803E-958CBF8AFE9C}">
      <dsp:nvSpPr>
        <dsp:cNvPr id="0" name=""/>
        <dsp:cNvSpPr/>
      </dsp:nvSpPr>
      <dsp:spPr>
        <a:xfrm>
          <a:off x="576185" y="913229"/>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DEB118-A5D6-447F-93F8-7959495FAC04}">
      <dsp:nvSpPr>
        <dsp:cNvPr id="0" name=""/>
        <dsp:cNvSpPr/>
      </dsp:nvSpPr>
      <dsp:spPr>
        <a:xfrm rot="10800000">
          <a:off x="927513" y="1825634"/>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Івана Брюховецького.</a:t>
          </a:r>
          <a:endParaRPr lang="uk-UA" sz="1900" kern="1200"/>
        </a:p>
      </dsp:txBody>
      <dsp:txXfrm rot="10800000">
        <a:off x="1103177" y="1825634"/>
        <a:ext cx="2809290" cy="702656"/>
      </dsp:txXfrm>
    </dsp:sp>
    <dsp:sp modelId="{FEC1A262-BC4A-4C27-BD74-5053C47CF615}">
      <dsp:nvSpPr>
        <dsp:cNvPr id="0" name=""/>
        <dsp:cNvSpPr/>
      </dsp:nvSpPr>
      <dsp:spPr>
        <a:xfrm>
          <a:off x="576185" y="1825634"/>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F8F414-CD0C-4709-9EEB-35F1850F7EEA}">
      <dsp:nvSpPr>
        <dsp:cNvPr id="0" name=""/>
        <dsp:cNvSpPr/>
      </dsp:nvSpPr>
      <dsp:spPr>
        <a:xfrm rot="10800000">
          <a:off x="927513" y="2738038"/>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dirty="0" err="1"/>
            <a:t>Дем’яна</a:t>
          </a:r>
          <a:r>
            <a:rPr lang="ru-RU" sz="1900" b="0" i="0" kern="1200" dirty="0"/>
            <a:t> </a:t>
          </a:r>
          <a:r>
            <a:rPr lang="ru-RU" sz="1900" b="0" i="0" kern="1200" dirty="0" err="1"/>
            <a:t>Многогрішного</a:t>
          </a:r>
          <a:r>
            <a:rPr lang="ru-RU" sz="1900" b="0" i="0" kern="1200" dirty="0"/>
            <a:t>.</a:t>
          </a:r>
          <a:endParaRPr lang="uk-UA" sz="1900" kern="1200" dirty="0"/>
        </a:p>
      </dsp:txBody>
      <dsp:txXfrm rot="10800000">
        <a:off x="1103177" y="2738038"/>
        <a:ext cx="2809290" cy="702656"/>
      </dsp:txXfrm>
    </dsp:sp>
    <dsp:sp modelId="{E7D2BAD6-2473-4921-8FCE-3EEB74C32533}">
      <dsp:nvSpPr>
        <dsp:cNvPr id="0" name=""/>
        <dsp:cNvSpPr/>
      </dsp:nvSpPr>
      <dsp:spPr>
        <a:xfrm>
          <a:off x="576185" y="2738038"/>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15454-6798-46D7-8E2A-72FE8A697A31}">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переходу Слобідської України під владу гетьмана.</a:t>
          </a:r>
          <a:endParaRPr lang="uk-UA" sz="2100" kern="1200"/>
        </a:p>
      </dsp:txBody>
      <dsp:txXfrm>
        <a:off x="39580" y="51537"/>
        <a:ext cx="4409494" cy="731649"/>
      </dsp:txXfrm>
    </dsp:sp>
    <dsp:sp modelId="{CECB068D-7BF1-4D48-A5C6-6A9EFB0377C3}">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об’єднанню Правобережної і Лівобережної Гетьманщини.</a:t>
          </a:r>
          <a:endParaRPr lang="uk-UA" sz="2100" kern="1200" dirty="0"/>
        </a:p>
      </dsp:txBody>
      <dsp:txXfrm>
        <a:off x="39580" y="922827"/>
        <a:ext cx="4409494" cy="731649"/>
      </dsp:txXfrm>
    </dsp:sp>
    <dsp:sp modelId="{E442A1C5-DBC2-483F-A190-7075FDCA5C5C}">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розгортанню боротьби козацької старшини за гетьманську булаву.</a:t>
          </a:r>
          <a:endParaRPr lang="uk-UA" sz="2100" kern="1200"/>
        </a:p>
      </dsp:txBody>
      <dsp:txXfrm>
        <a:off x="39580" y="1794117"/>
        <a:ext cx="4409494" cy="731649"/>
      </dsp:txXfrm>
    </dsp:sp>
    <dsp:sp modelId="{737516C0-7452-419D-8798-F44E1E0F17E8}">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втраті Запорозькою Січчю автономних прав і привілеїв.</a:t>
          </a:r>
          <a:endParaRPr lang="uk-UA" sz="2100" kern="1200" dirty="0"/>
        </a:p>
      </dsp:txBody>
      <dsp:txXfrm>
        <a:off x="39580" y="2665407"/>
        <a:ext cx="4409494" cy="7316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D38B6-5293-45EA-9583-B1F799054B32}">
      <dsp:nvSpPr>
        <dsp:cNvPr id="0" name=""/>
        <dsp:cNvSpPr/>
      </dsp:nvSpPr>
      <dsp:spPr>
        <a:xfrm rot="10800000">
          <a:off x="927513" y="825"/>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a:t>І. </a:t>
          </a:r>
          <a:r>
            <a:rPr lang="ru-RU" sz="2300" b="0" i="0" kern="1200" dirty="0" err="1"/>
            <a:t>Сірка</a:t>
          </a:r>
          <a:endParaRPr lang="uk-UA" sz="2300" kern="1200" dirty="0"/>
        </a:p>
      </dsp:txBody>
      <dsp:txXfrm rot="10800000">
        <a:off x="1103177" y="825"/>
        <a:ext cx="2809290" cy="702656"/>
      </dsp:txXfrm>
    </dsp:sp>
    <dsp:sp modelId="{E088B7CA-C868-4E4E-9E38-DCE41776F6F6}">
      <dsp:nvSpPr>
        <dsp:cNvPr id="0" name=""/>
        <dsp:cNvSpPr/>
      </dsp:nvSpPr>
      <dsp:spPr>
        <a:xfrm>
          <a:off x="576185" y="825"/>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ED07AF-9E44-4337-BA33-6F549B494037}">
      <dsp:nvSpPr>
        <dsp:cNvPr id="0" name=""/>
        <dsp:cNvSpPr/>
      </dsp:nvSpPr>
      <dsp:spPr>
        <a:xfrm rot="10800000">
          <a:off x="927513" y="913229"/>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a:t>П. Тетерю</a:t>
          </a:r>
          <a:endParaRPr lang="uk-UA" sz="2300" kern="1200" dirty="0"/>
        </a:p>
      </dsp:txBody>
      <dsp:txXfrm rot="10800000">
        <a:off x="1103177" y="913229"/>
        <a:ext cx="2809290" cy="702656"/>
      </dsp:txXfrm>
    </dsp:sp>
    <dsp:sp modelId="{4F3904B6-B1D6-4642-978C-0168F0EEDEE0}">
      <dsp:nvSpPr>
        <dsp:cNvPr id="0" name=""/>
        <dsp:cNvSpPr/>
      </dsp:nvSpPr>
      <dsp:spPr>
        <a:xfrm>
          <a:off x="576185" y="913229"/>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066BD4-12BE-4841-B65C-56C9A1752080}">
      <dsp:nvSpPr>
        <dsp:cNvPr id="0" name=""/>
        <dsp:cNvSpPr/>
      </dsp:nvSpPr>
      <dsp:spPr>
        <a:xfrm rot="10800000">
          <a:off x="927513" y="1825634"/>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М. Ханенка</a:t>
          </a:r>
          <a:endParaRPr lang="uk-UA" sz="2300" kern="1200"/>
        </a:p>
      </dsp:txBody>
      <dsp:txXfrm rot="10800000">
        <a:off x="1103177" y="1825634"/>
        <a:ext cx="2809290" cy="702656"/>
      </dsp:txXfrm>
    </dsp:sp>
    <dsp:sp modelId="{F57D4A53-EA67-4DB2-BE7E-44285B618A3D}">
      <dsp:nvSpPr>
        <dsp:cNvPr id="0" name=""/>
        <dsp:cNvSpPr/>
      </dsp:nvSpPr>
      <dsp:spPr>
        <a:xfrm>
          <a:off x="576185" y="1825634"/>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0F6B169-0C5C-4EFE-ABA4-931F84456B5A}">
      <dsp:nvSpPr>
        <dsp:cNvPr id="0" name=""/>
        <dsp:cNvSpPr/>
      </dsp:nvSpPr>
      <dsp:spPr>
        <a:xfrm rot="10800000">
          <a:off x="927513" y="2738038"/>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dirty="0"/>
            <a:t>І. Самойловича</a:t>
          </a:r>
          <a:endParaRPr lang="uk-UA" sz="2300" kern="1200" dirty="0"/>
        </a:p>
      </dsp:txBody>
      <dsp:txXfrm rot="10800000">
        <a:off x="1103177" y="2738038"/>
        <a:ext cx="2809290" cy="702656"/>
      </dsp:txXfrm>
    </dsp:sp>
    <dsp:sp modelId="{70D3275D-A570-4796-9B87-93538E1852AF}">
      <dsp:nvSpPr>
        <dsp:cNvPr id="0" name=""/>
        <dsp:cNvSpPr/>
      </dsp:nvSpPr>
      <dsp:spPr>
        <a:xfrm>
          <a:off x="576185" y="2738038"/>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FE39D-D331-4C8B-829D-AC1DFFEDE8BC}">
      <dsp:nvSpPr>
        <dsp:cNvPr id="0" name=""/>
        <dsp:cNvSpPr/>
      </dsp:nvSpPr>
      <dsp:spPr>
        <a:xfrm>
          <a:off x="0" y="842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І. Виговського та Ю. Хмельницького</a:t>
          </a:r>
          <a:endParaRPr lang="uk-UA" sz="2100" kern="1200"/>
        </a:p>
      </dsp:txBody>
      <dsp:txXfrm>
        <a:off x="39580" y="48000"/>
        <a:ext cx="4409494" cy="731649"/>
      </dsp:txXfrm>
    </dsp:sp>
    <dsp:sp modelId="{5889A856-EE1E-4946-9716-FD3C4168370C}">
      <dsp:nvSpPr>
        <dsp:cNvPr id="0" name=""/>
        <dsp:cNvSpPr/>
      </dsp:nvSpPr>
      <dsp:spPr>
        <a:xfrm>
          <a:off x="0" y="87971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П. </a:t>
          </a:r>
          <a:r>
            <a:rPr lang="ru-RU" sz="2100" b="0" i="0" kern="1200" dirty="0" err="1"/>
            <a:t>Тетері</a:t>
          </a:r>
          <a:r>
            <a:rPr lang="ru-RU" sz="2100" b="0" i="0" kern="1200" dirty="0"/>
            <a:t> та І. </a:t>
          </a:r>
          <a:r>
            <a:rPr lang="ru-RU" sz="2100" b="0" i="0" kern="1200" dirty="0" err="1"/>
            <a:t>Брюховецького</a:t>
          </a:r>
          <a:endParaRPr lang="uk-UA" sz="2100" kern="1200" dirty="0"/>
        </a:p>
      </dsp:txBody>
      <dsp:txXfrm>
        <a:off x="39580" y="919290"/>
        <a:ext cx="4409494" cy="731649"/>
      </dsp:txXfrm>
    </dsp:sp>
    <dsp:sp modelId="{66149B10-2AE4-4A7E-909F-BDCD42957EEE}">
      <dsp:nvSpPr>
        <dsp:cNvPr id="0" name=""/>
        <dsp:cNvSpPr/>
      </dsp:nvSpPr>
      <dsp:spPr>
        <a:xfrm>
          <a:off x="0" y="175100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І. Самойловича та Д. Многогрішного</a:t>
          </a:r>
          <a:endParaRPr lang="uk-UA" sz="2100" kern="1200"/>
        </a:p>
      </dsp:txBody>
      <dsp:txXfrm>
        <a:off x="39580" y="1790580"/>
        <a:ext cx="4409494" cy="731649"/>
      </dsp:txXfrm>
    </dsp:sp>
    <dsp:sp modelId="{49F976CE-27F2-4B01-81D3-8B193FEE5F42}">
      <dsp:nvSpPr>
        <dsp:cNvPr id="0" name=""/>
        <dsp:cNvSpPr/>
      </dsp:nvSpPr>
      <dsp:spPr>
        <a:xfrm>
          <a:off x="0" y="262229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a:t>І. </a:t>
          </a:r>
          <a:r>
            <a:rPr lang="ru-RU" sz="2100" b="0" i="0" kern="1200" dirty="0" err="1"/>
            <a:t>Мазепи</a:t>
          </a:r>
          <a:r>
            <a:rPr lang="ru-RU" sz="2100" b="0" i="0" kern="1200" dirty="0"/>
            <a:t> та І. </a:t>
          </a:r>
          <a:r>
            <a:rPr lang="ru-RU" sz="2100" b="0" i="0" kern="1200" dirty="0" err="1"/>
            <a:t>Скоропадського</a:t>
          </a:r>
          <a:endParaRPr lang="uk-UA" sz="2100" kern="1200" dirty="0"/>
        </a:p>
      </dsp:txBody>
      <dsp:txXfrm>
        <a:off x="39580" y="2661870"/>
        <a:ext cx="4409494" cy="7316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107526-6C9B-4EC1-BF1A-21FFAACD6936}">
      <dsp:nvSpPr>
        <dsp:cNvPr id="0" name=""/>
        <dsp:cNvSpPr/>
      </dsp:nvSpPr>
      <dsp:spPr>
        <a:xfrm>
          <a:off x="0" y="3379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І. Брюховецького</a:t>
          </a:r>
          <a:endParaRPr lang="uk-UA" sz="3300" kern="1200"/>
        </a:p>
      </dsp:txBody>
      <dsp:txXfrm>
        <a:off x="37696" y="71495"/>
        <a:ext cx="4413262" cy="696808"/>
      </dsp:txXfrm>
    </dsp:sp>
    <dsp:sp modelId="{DF1DDA90-FC7C-43AA-9E82-46C155B90329}">
      <dsp:nvSpPr>
        <dsp:cNvPr id="0" name=""/>
        <dsp:cNvSpPr/>
      </dsp:nvSpPr>
      <dsp:spPr>
        <a:xfrm>
          <a:off x="0" y="90103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П. Дорошенка</a:t>
          </a:r>
          <a:endParaRPr lang="uk-UA" sz="3300" kern="1200" dirty="0"/>
        </a:p>
      </dsp:txBody>
      <dsp:txXfrm>
        <a:off x="37696" y="938735"/>
        <a:ext cx="4413262" cy="696808"/>
      </dsp:txXfrm>
    </dsp:sp>
    <dsp:sp modelId="{78C970F7-93FF-43E7-B274-3B2986D8503B}">
      <dsp:nvSpPr>
        <dsp:cNvPr id="0" name=""/>
        <dsp:cNvSpPr/>
      </dsp:nvSpPr>
      <dsp:spPr>
        <a:xfrm>
          <a:off x="0" y="176828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М. Ханенка</a:t>
          </a:r>
          <a:endParaRPr lang="uk-UA" sz="3300" kern="1200" dirty="0"/>
        </a:p>
      </dsp:txBody>
      <dsp:txXfrm>
        <a:off x="37696" y="1805976"/>
        <a:ext cx="4413262" cy="696808"/>
      </dsp:txXfrm>
    </dsp:sp>
    <dsp:sp modelId="{B9C54665-6A8E-4AFD-A118-084AF66B80E7}">
      <dsp:nvSpPr>
        <dsp:cNvPr id="0" name=""/>
        <dsp:cNvSpPr/>
      </dsp:nvSpPr>
      <dsp:spPr>
        <a:xfrm>
          <a:off x="0" y="263552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І. Богуна</a:t>
          </a:r>
          <a:endParaRPr lang="uk-UA" sz="3300" kern="1200" dirty="0"/>
        </a:p>
      </dsp:txBody>
      <dsp:txXfrm>
        <a:off x="37696" y="2673216"/>
        <a:ext cx="4413262" cy="6968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9C23A9-C932-4E98-B916-AD554AE469BC}">
      <dsp:nvSpPr>
        <dsp:cNvPr id="0" name=""/>
        <dsp:cNvSpPr/>
      </dsp:nvSpPr>
      <dsp:spPr>
        <a:xfrm>
          <a:off x="0" y="84920"/>
          <a:ext cx="4488654"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ru-RU" sz="3200" b="0" i="0" kern="1200"/>
            <a:t>Московське царство</a:t>
          </a:r>
          <a:endParaRPr lang="uk-UA" sz="3200" kern="1200"/>
        </a:p>
      </dsp:txBody>
      <dsp:txXfrm>
        <a:off x="36553" y="121473"/>
        <a:ext cx="4415548" cy="675694"/>
      </dsp:txXfrm>
    </dsp:sp>
    <dsp:sp modelId="{470F01DA-0566-47C8-AD6A-0ABF9C1B811E}">
      <dsp:nvSpPr>
        <dsp:cNvPr id="0" name=""/>
        <dsp:cNvSpPr/>
      </dsp:nvSpPr>
      <dsp:spPr>
        <a:xfrm>
          <a:off x="0" y="925880"/>
          <a:ext cx="4488654"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ru-RU" sz="3200" b="0" i="0" kern="1200"/>
            <a:t>Річ Посполита</a:t>
          </a:r>
          <a:endParaRPr lang="uk-UA" sz="3200" kern="1200"/>
        </a:p>
      </dsp:txBody>
      <dsp:txXfrm>
        <a:off x="36553" y="962433"/>
        <a:ext cx="4415548" cy="675694"/>
      </dsp:txXfrm>
    </dsp:sp>
    <dsp:sp modelId="{3FCEEC29-B16D-4077-91A4-A07CAC72740C}">
      <dsp:nvSpPr>
        <dsp:cNvPr id="0" name=""/>
        <dsp:cNvSpPr/>
      </dsp:nvSpPr>
      <dsp:spPr>
        <a:xfrm>
          <a:off x="0" y="1766840"/>
          <a:ext cx="4488654"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ru-RU" sz="3200" b="0" i="0" kern="1200" dirty="0" err="1"/>
            <a:t>Кримське</a:t>
          </a:r>
          <a:r>
            <a:rPr lang="ru-RU" sz="3200" b="0" i="0" kern="1200" dirty="0"/>
            <a:t> ханство</a:t>
          </a:r>
          <a:endParaRPr lang="uk-UA" sz="3200" kern="1200" dirty="0"/>
        </a:p>
      </dsp:txBody>
      <dsp:txXfrm>
        <a:off x="36553" y="1803393"/>
        <a:ext cx="4415548" cy="675694"/>
      </dsp:txXfrm>
    </dsp:sp>
    <dsp:sp modelId="{2DF2D15D-E867-4DF9-88BF-9D861EE88B4D}">
      <dsp:nvSpPr>
        <dsp:cNvPr id="0" name=""/>
        <dsp:cNvSpPr/>
      </dsp:nvSpPr>
      <dsp:spPr>
        <a:xfrm>
          <a:off x="0" y="2607800"/>
          <a:ext cx="4488654" cy="748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ru-RU" sz="3200" b="0" i="0" kern="1200" dirty="0" err="1"/>
            <a:t>Шведське</a:t>
          </a:r>
          <a:r>
            <a:rPr lang="ru-RU" sz="3200" b="0" i="0" kern="1200" dirty="0"/>
            <a:t> </a:t>
          </a:r>
          <a:r>
            <a:rPr lang="ru-RU" sz="3200" b="0" i="0" kern="1200" dirty="0" err="1"/>
            <a:t>королівство</a:t>
          </a:r>
          <a:endParaRPr lang="uk-UA" sz="3200" kern="1200" dirty="0"/>
        </a:p>
      </dsp:txBody>
      <dsp:txXfrm>
        <a:off x="36553" y="2644353"/>
        <a:ext cx="4415548" cy="6756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A021D-5359-4997-9367-693608C97333}">
      <dsp:nvSpPr>
        <dsp:cNvPr id="0" name=""/>
        <dsp:cNvSpPr/>
      </dsp:nvSpPr>
      <dsp:spPr>
        <a:xfrm>
          <a:off x="0" y="638028"/>
          <a:ext cx="5350428"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Білоцерківського договору (1651 р.)</a:t>
          </a:r>
          <a:endParaRPr lang="uk-UA" sz="2400" kern="1200"/>
        </a:p>
      </dsp:txBody>
      <dsp:txXfrm>
        <a:off x="27415" y="665443"/>
        <a:ext cx="5295598" cy="506769"/>
      </dsp:txXfrm>
    </dsp:sp>
    <dsp:sp modelId="{3E01D990-C11D-4391-B509-AF1AE6E85F44}">
      <dsp:nvSpPr>
        <dsp:cNvPr id="0" name=""/>
        <dsp:cNvSpPr/>
      </dsp:nvSpPr>
      <dsp:spPr>
        <a:xfrm>
          <a:off x="0" y="1268747"/>
          <a:ext cx="5350428"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Віленського перемир'я (1656 р.)</a:t>
          </a:r>
          <a:endParaRPr lang="uk-UA" sz="2400" kern="1200"/>
        </a:p>
      </dsp:txBody>
      <dsp:txXfrm>
        <a:off x="27415" y="1296162"/>
        <a:ext cx="5295598" cy="506769"/>
      </dsp:txXfrm>
    </dsp:sp>
    <dsp:sp modelId="{D851035E-CC9A-48DF-9680-2E3A251EEF06}">
      <dsp:nvSpPr>
        <dsp:cNvPr id="0" name=""/>
        <dsp:cNvSpPr/>
      </dsp:nvSpPr>
      <dsp:spPr>
        <a:xfrm>
          <a:off x="0" y="1899468"/>
          <a:ext cx="5350428"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Бахчисарайського</a:t>
          </a:r>
          <a:r>
            <a:rPr lang="ru-RU" sz="2400" b="0" i="0" kern="1200" dirty="0"/>
            <a:t> миру (1681 р.)</a:t>
          </a:r>
          <a:endParaRPr lang="uk-UA" sz="2400" kern="1200" dirty="0"/>
        </a:p>
      </dsp:txBody>
      <dsp:txXfrm>
        <a:off x="27415" y="1926883"/>
        <a:ext cx="5295598" cy="506769"/>
      </dsp:txXfrm>
    </dsp:sp>
    <dsp:sp modelId="{2BCFBCEA-E3FA-495B-8BA6-E20B0C131A59}">
      <dsp:nvSpPr>
        <dsp:cNvPr id="0" name=""/>
        <dsp:cNvSpPr/>
      </dsp:nvSpPr>
      <dsp:spPr>
        <a:xfrm>
          <a:off x="0" y="2530188"/>
          <a:ext cx="5350428" cy="5615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Вічного</a:t>
          </a:r>
          <a:r>
            <a:rPr lang="ru-RU" sz="2400" b="0" i="0" kern="1200" dirty="0"/>
            <a:t> миру (1686 р.)</a:t>
          </a:r>
          <a:endParaRPr lang="uk-UA" sz="2400" kern="1200" dirty="0"/>
        </a:p>
      </dsp:txBody>
      <dsp:txXfrm>
        <a:off x="27415" y="2557603"/>
        <a:ext cx="5295598" cy="5067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D4A858-747D-448D-A406-DD8176249B43}">
      <dsp:nvSpPr>
        <dsp:cNvPr id="0" name=""/>
        <dsp:cNvSpPr/>
      </dsp:nvSpPr>
      <dsp:spPr>
        <a:xfrm>
          <a:off x="0" y="403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Іван Брюховецький</a:t>
          </a:r>
          <a:endParaRPr lang="uk-UA" sz="1900" kern="1200"/>
        </a:p>
      </dsp:txBody>
      <dsp:txXfrm>
        <a:off x="21704" y="25741"/>
        <a:ext cx="4445246" cy="401192"/>
      </dsp:txXfrm>
    </dsp:sp>
    <dsp:sp modelId="{5A731B26-FF82-4888-BDF2-7DD81411F12F}">
      <dsp:nvSpPr>
        <dsp:cNvPr id="0" name=""/>
        <dsp:cNvSpPr/>
      </dsp:nvSpPr>
      <dsp:spPr>
        <a:xfrm>
          <a:off x="0" y="50335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Юрій Хмельницький</a:t>
          </a:r>
          <a:endParaRPr lang="uk-UA" sz="1900" kern="1200"/>
        </a:p>
      </dsp:txBody>
      <dsp:txXfrm>
        <a:off x="21704" y="525061"/>
        <a:ext cx="4445246" cy="401192"/>
      </dsp:txXfrm>
    </dsp:sp>
    <dsp:sp modelId="{004D4DA4-786C-4885-A4F6-D688F9716BDC}">
      <dsp:nvSpPr>
        <dsp:cNvPr id="0" name=""/>
        <dsp:cNvSpPr/>
      </dsp:nvSpPr>
      <dsp:spPr>
        <a:xfrm>
          <a:off x="0" y="100267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Дем’ян Многогрішний</a:t>
          </a:r>
          <a:endParaRPr lang="uk-UA" sz="1900" kern="1200"/>
        </a:p>
      </dsp:txBody>
      <dsp:txXfrm>
        <a:off x="21704" y="1024381"/>
        <a:ext cx="4445246" cy="401192"/>
      </dsp:txXfrm>
    </dsp:sp>
    <dsp:sp modelId="{0BD456E9-E3A5-4BA1-8569-44AEEF85314F}">
      <dsp:nvSpPr>
        <dsp:cNvPr id="0" name=""/>
        <dsp:cNvSpPr/>
      </dsp:nvSpPr>
      <dsp:spPr>
        <a:xfrm>
          <a:off x="0" y="150199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Пилип Орлик</a:t>
          </a:r>
          <a:endParaRPr lang="uk-UA" sz="1900" kern="1200"/>
        </a:p>
      </dsp:txBody>
      <dsp:txXfrm>
        <a:off x="21704" y="1523701"/>
        <a:ext cx="4445246" cy="401192"/>
      </dsp:txXfrm>
    </dsp:sp>
    <dsp:sp modelId="{2CCBF2B5-35C9-4F19-9B69-447B22577AE4}">
      <dsp:nvSpPr>
        <dsp:cNvPr id="0" name=""/>
        <dsp:cNvSpPr/>
      </dsp:nvSpPr>
      <dsp:spPr>
        <a:xfrm>
          <a:off x="0" y="200131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Іван Скоропадський</a:t>
          </a:r>
          <a:endParaRPr lang="uk-UA" sz="1900" kern="1200"/>
        </a:p>
      </dsp:txBody>
      <dsp:txXfrm>
        <a:off x="21704" y="2023021"/>
        <a:ext cx="4445246" cy="401192"/>
      </dsp:txXfrm>
    </dsp:sp>
    <dsp:sp modelId="{48980F43-6DA0-4A03-BDF2-93223A9DBF1E}">
      <dsp:nvSpPr>
        <dsp:cNvPr id="0" name=""/>
        <dsp:cNvSpPr/>
      </dsp:nvSpPr>
      <dsp:spPr>
        <a:xfrm>
          <a:off x="0" y="250063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Данило Апостол</a:t>
          </a:r>
          <a:endParaRPr lang="uk-UA" sz="1900" kern="1200"/>
        </a:p>
      </dsp:txBody>
      <dsp:txXfrm>
        <a:off x="21704" y="2522341"/>
        <a:ext cx="4445246" cy="401192"/>
      </dsp:txXfrm>
    </dsp:sp>
    <dsp:sp modelId="{DE77B627-D176-4B72-AB6C-284621591A6F}">
      <dsp:nvSpPr>
        <dsp:cNvPr id="0" name=""/>
        <dsp:cNvSpPr/>
      </dsp:nvSpPr>
      <dsp:spPr>
        <a:xfrm>
          <a:off x="0" y="2999957"/>
          <a:ext cx="4488654" cy="44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ru-RU" sz="1900" b="0" i="0" kern="1200"/>
            <a:t>Кирило Розумовський</a:t>
          </a:r>
          <a:endParaRPr lang="uk-UA" sz="1900" kern="1200"/>
        </a:p>
      </dsp:txBody>
      <dsp:txXfrm>
        <a:off x="21704" y="3021661"/>
        <a:ext cx="4445246" cy="4011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64859-996C-4CAF-934A-5B7B3991608E}">
      <dsp:nvSpPr>
        <dsp:cNvPr id="0" name=""/>
        <dsp:cNvSpPr/>
      </dsp:nvSpPr>
      <dsp:spPr>
        <a:xfrm>
          <a:off x="1705688" y="913763"/>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54E73E4-335E-4E90-889F-1B76289632BD}">
      <dsp:nvSpPr>
        <dsp:cNvPr id="0" name=""/>
        <dsp:cNvSpPr/>
      </dsp:nvSpPr>
      <dsp:spPr>
        <a:xfrm>
          <a:off x="1627137" y="72842"/>
          <a:ext cx="1234379" cy="66058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І. Брюховецький</a:t>
          </a:r>
          <a:endParaRPr lang="uk-UA" sz="1300" kern="1200"/>
        </a:p>
      </dsp:txBody>
      <dsp:txXfrm>
        <a:off x="1627137" y="72842"/>
        <a:ext cx="1234379" cy="660581"/>
      </dsp:txXfrm>
    </dsp:sp>
    <dsp:sp modelId="{ADA0563F-EAA6-4D02-BE11-BD861EF43325}">
      <dsp:nvSpPr>
        <dsp:cNvPr id="0" name=""/>
        <dsp:cNvSpPr/>
      </dsp:nvSpPr>
      <dsp:spPr>
        <a:xfrm>
          <a:off x="2021689" y="1065697"/>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7F1BD2D-E776-47B3-85BE-7769834943AE}">
      <dsp:nvSpPr>
        <dsp:cNvPr id="0" name=""/>
        <dsp:cNvSpPr/>
      </dsp:nvSpPr>
      <dsp:spPr>
        <a:xfrm>
          <a:off x="3231830" y="700395"/>
          <a:ext cx="1167050" cy="7266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Ю. Хмельницький</a:t>
          </a:r>
          <a:endParaRPr lang="uk-UA" sz="1300" kern="1200"/>
        </a:p>
      </dsp:txBody>
      <dsp:txXfrm>
        <a:off x="3231830" y="700395"/>
        <a:ext cx="1167050" cy="726640"/>
      </dsp:txXfrm>
    </dsp:sp>
    <dsp:sp modelId="{D6B0A5E7-0B46-4CE3-A5C5-672DA75AF386}">
      <dsp:nvSpPr>
        <dsp:cNvPr id="0" name=""/>
        <dsp:cNvSpPr/>
      </dsp:nvSpPr>
      <dsp:spPr>
        <a:xfrm>
          <a:off x="2099343" y="1407548"/>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74AC3841-44C3-41A9-B19A-35BEDBDE37D6}">
      <dsp:nvSpPr>
        <dsp:cNvPr id="0" name=""/>
        <dsp:cNvSpPr/>
      </dsp:nvSpPr>
      <dsp:spPr>
        <a:xfrm>
          <a:off x="3344047" y="1625210"/>
          <a:ext cx="1144606" cy="7761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Д. Многогрішний</a:t>
          </a:r>
          <a:endParaRPr lang="uk-UA" sz="1300" kern="1200"/>
        </a:p>
      </dsp:txBody>
      <dsp:txXfrm>
        <a:off x="3344047" y="1625210"/>
        <a:ext cx="1144606" cy="776183"/>
      </dsp:txXfrm>
    </dsp:sp>
    <dsp:sp modelId="{C210EE8F-D04E-492B-9C12-B314927F2FFD}">
      <dsp:nvSpPr>
        <dsp:cNvPr id="0" name=""/>
        <dsp:cNvSpPr/>
      </dsp:nvSpPr>
      <dsp:spPr>
        <a:xfrm>
          <a:off x="1880746" y="1681689"/>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A99ECB41-8048-4E5F-99AD-A3C493AE72E8}">
      <dsp:nvSpPr>
        <dsp:cNvPr id="0" name=""/>
        <dsp:cNvSpPr/>
      </dsp:nvSpPr>
      <dsp:spPr>
        <a:xfrm>
          <a:off x="2850295" y="2665626"/>
          <a:ext cx="1234379" cy="71012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П. Орлик</a:t>
          </a:r>
          <a:endParaRPr lang="uk-UA" sz="1300" kern="1200"/>
        </a:p>
      </dsp:txBody>
      <dsp:txXfrm>
        <a:off x="2850295" y="2665626"/>
        <a:ext cx="1234379" cy="710125"/>
      </dsp:txXfrm>
    </dsp:sp>
    <dsp:sp modelId="{8B29A032-52EE-41B1-8118-CDB313D35B63}">
      <dsp:nvSpPr>
        <dsp:cNvPr id="0" name=""/>
        <dsp:cNvSpPr/>
      </dsp:nvSpPr>
      <dsp:spPr>
        <a:xfrm>
          <a:off x="1530631" y="1681689"/>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F87DA2F-E1CC-45D6-A6C5-FAC448DE837E}">
      <dsp:nvSpPr>
        <dsp:cNvPr id="0" name=""/>
        <dsp:cNvSpPr/>
      </dsp:nvSpPr>
      <dsp:spPr>
        <a:xfrm>
          <a:off x="403978" y="2665626"/>
          <a:ext cx="1234379" cy="71012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І. Скоропадський</a:t>
          </a:r>
          <a:endParaRPr lang="uk-UA" sz="1300" kern="1200"/>
        </a:p>
      </dsp:txBody>
      <dsp:txXfrm>
        <a:off x="403978" y="2665626"/>
        <a:ext cx="1234379" cy="710125"/>
      </dsp:txXfrm>
    </dsp:sp>
    <dsp:sp modelId="{D2DCB712-3AAA-4471-B818-74ED11DF134C}">
      <dsp:nvSpPr>
        <dsp:cNvPr id="0" name=""/>
        <dsp:cNvSpPr/>
      </dsp:nvSpPr>
      <dsp:spPr>
        <a:xfrm>
          <a:off x="1312033" y="1407548"/>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826FB4BE-3F27-4392-B495-7FFC9D051B5B}">
      <dsp:nvSpPr>
        <dsp:cNvPr id="0" name=""/>
        <dsp:cNvSpPr/>
      </dsp:nvSpPr>
      <dsp:spPr>
        <a:xfrm>
          <a:off x="0" y="1625210"/>
          <a:ext cx="1144606" cy="7761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Д. Апостол</a:t>
          </a:r>
          <a:endParaRPr lang="uk-UA" sz="1300" kern="1200"/>
        </a:p>
      </dsp:txBody>
      <dsp:txXfrm>
        <a:off x="0" y="1625210"/>
        <a:ext cx="1144606" cy="776183"/>
      </dsp:txXfrm>
    </dsp:sp>
    <dsp:sp modelId="{9B466F4E-9433-44AB-8096-64B2C565BF63}">
      <dsp:nvSpPr>
        <dsp:cNvPr id="0" name=""/>
        <dsp:cNvSpPr/>
      </dsp:nvSpPr>
      <dsp:spPr>
        <a:xfrm>
          <a:off x="1389687" y="1065697"/>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713D451A-1834-43A1-899E-AB53FDDBCB58}">
      <dsp:nvSpPr>
        <dsp:cNvPr id="0" name=""/>
        <dsp:cNvSpPr/>
      </dsp:nvSpPr>
      <dsp:spPr>
        <a:xfrm>
          <a:off x="89773" y="700395"/>
          <a:ext cx="1167050" cy="7266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ru-RU" sz="1300" b="0" i="0" kern="1200"/>
            <a:t>К. Розумовський</a:t>
          </a:r>
          <a:endParaRPr lang="uk-UA" sz="1300" kern="1200"/>
        </a:p>
      </dsp:txBody>
      <dsp:txXfrm>
        <a:off x="89773" y="700395"/>
        <a:ext cx="1167050" cy="7266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F8056-3373-4044-9916-7C84F8763BE3}">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311A0F-6C7B-4390-AEF4-A513F61C5498}">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8580" rIns="68580" bIns="68580" numCol="1" spcCol="1270" anchor="ctr" anchorCtr="0">
          <a:noAutofit/>
        </a:bodyPr>
        <a:lstStyle/>
        <a:p>
          <a:pPr marL="0" lvl="0" indent="0" algn="l" defTabSz="1200150">
            <a:lnSpc>
              <a:spcPct val="90000"/>
            </a:lnSpc>
            <a:spcBef>
              <a:spcPct val="0"/>
            </a:spcBef>
            <a:spcAft>
              <a:spcPct val="35000"/>
            </a:spcAft>
            <a:buNone/>
          </a:pPr>
          <a:r>
            <a:rPr lang="ru-RU" sz="2700" b="0" i="0" kern="1200"/>
            <a:t>Петро Дорошенко.</a:t>
          </a:r>
          <a:endParaRPr lang="uk-UA" sz="2700" kern="1200"/>
        </a:p>
      </dsp:txBody>
      <dsp:txXfrm>
        <a:off x="391814" y="265127"/>
        <a:ext cx="4051372" cy="530531"/>
      </dsp:txXfrm>
    </dsp:sp>
    <dsp:sp modelId="{7F2CF59A-18AA-44AD-910F-8B34BC7F8D37}">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1C2EF6-10CC-48DF-B22A-D847BDBEEC84}">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8580" rIns="68580" bIns="68580" numCol="1" spcCol="1270" anchor="ctr" anchorCtr="0">
          <a:noAutofit/>
        </a:bodyPr>
        <a:lstStyle/>
        <a:p>
          <a:pPr marL="0" lvl="0" indent="0" algn="l" defTabSz="1200150">
            <a:lnSpc>
              <a:spcPct val="90000"/>
            </a:lnSpc>
            <a:spcBef>
              <a:spcPct val="0"/>
            </a:spcBef>
            <a:spcAft>
              <a:spcPct val="35000"/>
            </a:spcAft>
            <a:buNone/>
          </a:pPr>
          <a:r>
            <a:rPr lang="ru-RU" sz="2700" b="0" i="0" kern="1200"/>
            <a:t>Іван Самойлович.</a:t>
          </a:r>
          <a:endParaRPr lang="uk-UA" sz="2700" kern="1200"/>
        </a:p>
      </dsp:txBody>
      <dsp:txXfrm>
        <a:off x="695981" y="1061063"/>
        <a:ext cx="3747206" cy="530531"/>
      </dsp:txXfrm>
    </dsp:sp>
    <dsp:sp modelId="{57548EB6-65D8-4FAD-B033-24C050F5395C}">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22A2B5-5BC0-4EB2-8A2A-D5600EB00F74}">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8580" rIns="68580" bIns="68580" numCol="1" spcCol="1270" anchor="ctr" anchorCtr="0">
          <a:noAutofit/>
        </a:bodyPr>
        <a:lstStyle/>
        <a:p>
          <a:pPr marL="0" lvl="0" indent="0" algn="l" defTabSz="1200150">
            <a:lnSpc>
              <a:spcPct val="90000"/>
            </a:lnSpc>
            <a:spcBef>
              <a:spcPct val="0"/>
            </a:spcBef>
            <a:spcAft>
              <a:spcPct val="35000"/>
            </a:spcAft>
            <a:buNone/>
          </a:pPr>
          <a:r>
            <a:rPr lang="ru-RU" sz="2700" b="0" i="0" kern="1200"/>
            <a:t>Іван Брюховецький.</a:t>
          </a:r>
          <a:endParaRPr lang="uk-UA" sz="2700" kern="1200"/>
        </a:p>
      </dsp:txBody>
      <dsp:txXfrm>
        <a:off x="695981" y="1856999"/>
        <a:ext cx="3747206" cy="530531"/>
      </dsp:txXfrm>
    </dsp:sp>
    <dsp:sp modelId="{9DC008DA-07B1-4909-899B-FC5A689CCED3}">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F4D5B2-D6DA-4F88-B309-3A362106454C}">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8580" rIns="68580" bIns="68580" numCol="1" spcCol="1270" anchor="ctr" anchorCtr="0">
          <a:noAutofit/>
        </a:bodyPr>
        <a:lstStyle/>
        <a:p>
          <a:pPr marL="0" lvl="0" indent="0" algn="l" defTabSz="1200150">
            <a:lnSpc>
              <a:spcPct val="90000"/>
            </a:lnSpc>
            <a:spcBef>
              <a:spcPct val="0"/>
            </a:spcBef>
            <a:spcAft>
              <a:spcPct val="35000"/>
            </a:spcAft>
            <a:buNone/>
          </a:pPr>
          <a:r>
            <a:rPr lang="ru-RU" sz="2700" b="0" i="0" kern="1200"/>
            <a:t>Юрій Хмельницький.</a:t>
          </a:r>
          <a:endParaRPr lang="uk-UA" sz="2700" kern="1200"/>
        </a:p>
      </dsp:txBody>
      <dsp:txXfrm>
        <a:off x="391814" y="2652935"/>
        <a:ext cx="4051372" cy="530531"/>
      </dsp:txXfrm>
    </dsp:sp>
    <dsp:sp modelId="{BC4A15CD-E0D9-4FC9-8EF5-059D59016E26}">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39F4D6-63DC-4B70-8AF3-902983E6093C}">
      <dsp:nvSpPr>
        <dsp:cNvPr id="0" name=""/>
        <dsp:cNvSpPr/>
      </dsp:nvSpPr>
      <dsp:spPr>
        <a:xfrm>
          <a:off x="0" y="41360"/>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провів у Корсуні розширену старшинську раду, на якій ухвалено прийняття протекторату Османської імперії.</a:t>
          </a:r>
          <a:endParaRPr lang="uk-UA" sz="1500" kern="1200"/>
        </a:p>
      </dsp:txBody>
      <dsp:txXfrm>
        <a:off x="39409" y="80769"/>
        <a:ext cx="4409836" cy="728482"/>
      </dsp:txXfrm>
    </dsp:sp>
    <dsp:sp modelId="{F40B9DF5-7B31-4137-93C0-99AFAF7C6010}">
      <dsp:nvSpPr>
        <dsp:cNvPr id="0" name=""/>
        <dsp:cNvSpPr/>
      </dsp:nvSpPr>
      <dsp:spPr>
        <a:xfrm>
          <a:off x="0" y="891860"/>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отримав право на створення найманого кінного війська «компанійців» чисельністю 1000 чоловік.</a:t>
          </a:r>
          <a:endParaRPr lang="uk-UA" sz="1500" kern="1200"/>
        </a:p>
      </dsp:txBody>
      <dsp:txXfrm>
        <a:off x="39409" y="931269"/>
        <a:ext cx="4409836" cy="728482"/>
      </dsp:txXfrm>
    </dsp:sp>
    <dsp:sp modelId="{614CF4B7-B824-444E-AE25-0CFCB5193E2D}">
      <dsp:nvSpPr>
        <dsp:cNvPr id="0" name=""/>
        <dsp:cNvSpPr/>
      </dsp:nvSpPr>
      <dsp:spPr>
        <a:xfrm>
          <a:off x="0" y="1742360"/>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наказав здійснити «Великий згін» населення з правого берега Дніпра на лівий.</a:t>
          </a:r>
          <a:endParaRPr lang="uk-UA" sz="1500" kern="1200"/>
        </a:p>
      </dsp:txBody>
      <dsp:txXfrm>
        <a:off x="39409" y="1781769"/>
        <a:ext cx="4409836" cy="728482"/>
      </dsp:txXfrm>
    </dsp:sp>
    <dsp:sp modelId="{1FC6AF5E-0178-43C2-BEE5-1167CC1E1B15}">
      <dsp:nvSpPr>
        <dsp:cNvPr id="0" name=""/>
        <dsp:cNvSpPr/>
      </dsp:nvSpPr>
      <dsp:spPr>
        <a:xfrm>
          <a:off x="0" y="2592860"/>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був одним з авторів Гадяцької угоди між Річчю Посполитою і Військом Запорозьким</a:t>
          </a:r>
          <a:endParaRPr lang="uk-UA" sz="1500" kern="1200"/>
        </a:p>
      </dsp:txBody>
      <dsp:txXfrm>
        <a:off x="39409" y="2632269"/>
        <a:ext cx="4409836" cy="7284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ED72CD-24EC-43F5-B548-7D6EBB77C4D4}">
      <dsp:nvSpPr>
        <dsp:cNvPr id="0" name=""/>
        <dsp:cNvSpPr/>
      </dsp:nvSpPr>
      <dsp:spPr>
        <a:xfrm>
          <a:off x="0" y="3379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І. Виговський</a:t>
          </a:r>
          <a:endParaRPr lang="uk-UA" sz="3300" kern="1200"/>
        </a:p>
      </dsp:txBody>
      <dsp:txXfrm>
        <a:off x="37696" y="71495"/>
        <a:ext cx="4413262" cy="696808"/>
      </dsp:txXfrm>
    </dsp:sp>
    <dsp:sp modelId="{4F61D5EA-5361-4C3A-9796-3F0CC0687346}">
      <dsp:nvSpPr>
        <dsp:cNvPr id="0" name=""/>
        <dsp:cNvSpPr/>
      </dsp:nvSpPr>
      <dsp:spPr>
        <a:xfrm>
          <a:off x="0" y="90103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І. Брюховецький</a:t>
          </a:r>
          <a:endParaRPr lang="uk-UA" sz="3300" kern="1200"/>
        </a:p>
      </dsp:txBody>
      <dsp:txXfrm>
        <a:off x="37696" y="938735"/>
        <a:ext cx="4413262" cy="696808"/>
      </dsp:txXfrm>
    </dsp:sp>
    <dsp:sp modelId="{0F6DF6EC-091B-4923-992D-F392EFE1CF40}">
      <dsp:nvSpPr>
        <dsp:cNvPr id="0" name=""/>
        <dsp:cNvSpPr/>
      </dsp:nvSpPr>
      <dsp:spPr>
        <a:xfrm>
          <a:off x="0" y="176828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П. Дорошенко</a:t>
          </a:r>
          <a:endParaRPr lang="uk-UA" sz="3300" kern="1200"/>
        </a:p>
      </dsp:txBody>
      <dsp:txXfrm>
        <a:off x="37696" y="1805976"/>
        <a:ext cx="4413262" cy="696808"/>
      </dsp:txXfrm>
    </dsp:sp>
    <dsp:sp modelId="{18D3FD92-AD59-4416-8764-154A7764E789}">
      <dsp:nvSpPr>
        <dsp:cNvPr id="0" name=""/>
        <dsp:cNvSpPr/>
      </dsp:nvSpPr>
      <dsp:spPr>
        <a:xfrm>
          <a:off x="0" y="263552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Д. Многогрішний</a:t>
          </a:r>
          <a:endParaRPr lang="uk-UA" sz="3300" kern="1200"/>
        </a:p>
      </dsp:txBody>
      <dsp:txXfrm>
        <a:off x="37696" y="2673216"/>
        <a:ext cx="4413262" cy="69680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D00E3-375B-497D-AA7D-CF45A16D27BD}">
      <dsp:nvSpPr>
        <dsp:cNvPr id="0" name=""/>
        <dsp:cNvSpPr/>
      </dsp:nvSpPr>
      <dsp:spPr>
        <a:xfrm>
          <a:off x="-3890073" y="-597341"/>
          <a:ext cx="4636202" cy="4636202"/>
        </a:xfrm>
        <a:prstGeom prst="blockArc">
          <a:avLst>
            <a:gd name="adj1" fmla="val 18900000"/>
            <a:gd name="adj2" fmla="val 2700000"/>
            <a:gd name="adj3" fmla="val 466"/>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00B36C-AAFB-42C2-A7B1-E3C6F43F9B63}">
      <dsp:nvSpPr>
        <dsp:cNvPr id="0" name=""/>
        <dsp:cNvSpPr/>
      </dsp:nvSpPr>
      <dsp:spPr>
        <a:xfrm>
          <a:off x="391029" y="264584"/>
          <a:ext cx="4052269"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І. Виговському</a:t>
          </a:r>
          <a:endParaRPr lang="uk-UA" sz="2800" kern="1200"/>
        </a:p>
      </dsp:txBody>
      <dsp:txXfrm>
        <a:off x="391029" y="264584"/>
        <a:ext cx="4052269" cy="529443"/>
      </dsp:txXfrm>
    </dsp:sp>
    <dsp:sp modelId="{A0229700-E399-4181-AE88-42A61B79821F}">
      <dsp:nvSpPr>
        <dsp:cNvPr id="0" name=""/>
        <dsp:cNvSpPr/>
      </dsp:nvSpPr>
      <dsp:spPr>
        <a:xfrm>
          <a:off x="60127" y="198403"/>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A20253-E1C4-45A4-9F83-5336B1275C06}">
      <dsp:nvSpPr>
        <dsp:cNvPr id="0" name=""/>
        <dsp:cNvSpPr/>
      </dsp:nvSpPr>
      <dsp:spPr>
        <a:xfrm>
          <a:off x="694571" y="1058886"/>
          <a:ext cx="3748727"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П. Тетері</a:t>
          </a:r>
          <a:endParaRPr lang="uk-UA" sz="2800" kern="1200"/>
        </a:p>
      </dsp:txBody>
      <dsp:txXfrm>
        <a:off x="694571" y="1058886"/>
        <a:ext cx="3748727" cy="529443"/>
      </dsp:txXfrm>
    </dsp:sp>
    <dsp:sp modelId="{FE7AC93B-1516-4EC7-8979-A6CC0E2EF49C}">
      <dsp:nvSpPr>
        <dsp:cNvPr id="0" name=""/>
        <dsp:cNvSpPr/>
      </dsp:nvSpPr>
      <dsp:spPr>
        <a:xfrm>
          <a:off x="363669" y="992706"/>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27C0BE-82D7-454D-9992-4592B1072CDC}">
      <dsp:nvSpPr>
        <dsp:cNvPr id="0" name=""/>
        <dsp:cNvSpPr/>
      </dsp:nvSpPr>
      <dsp:spPr>
        <a:xfrm>
          <a:off x="694571" y="1853189"/>
          <a:ext cx="3748727"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І. Брюховецькому</a:t>
          </a:r>
          <a:endParaRPr lang="uk-UA" sz="2800" kern="1200"/>
        </a:p>
      </dsp:txBody>
      <dsp:txXfrm>
        <a:off x="694571" y="1853189"/>
        <a:ext cx="3748727" cy="529443"/>
      </dsp:txXfrm>
    </dsp:sp>
    <dsp:sp modelId="{4A7840EF-7382-477D-AD91-CBE75ACB6C85}">
      <dsp:nvSpPr>
        <dsp:cNvPr id="0" name=""/>
        <dsp:cNvSpPr/>
      </dsp:nvSpPr>
      <dsp:spPr>
        <a:xfrm>
          <a:off x="363669" y="1787009"/>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2A5D4C-64F6-4AF6-B05C-E9E32810910E}">
      <dsp:nvSpPr>
        <dsp:cNvPr id="0" name=""/>
        <dsp:cNvSpPr/>
      </dsp:nvSpPr>
      <dsp:spPr>
        <a:xfrm>
          <a:off x="391029" y="2647492"/>
          <a:ext cx="4052269"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І. Самойловичу</a:t>
          </a:r>
          <a:endParaRPr lang="uk-UA" sz="2800" kern="1200"/>
        </a:p>
      </dsp:txBody>
      <dsp:txXfrm>
        <a:off x="391029" y="2647492"/>
        <a:ext cx="4052269" cy="529443"/>
      </dsp:txXfrm>
    </dsp:sp>
    <dsp:sp modelId="{AC5F5B27-9348-4A23-B7C1-E418C54A1B73}">
      <dsp:nvSpPr>
        <dsp:cNvPr id="0" name=""/>
        <dsp:cNvSpPr/>
      </dsp:nvSpPr>
      <dsp:spPr>
        <a:xfrm>
          <a:off x="60127" y="2581312"/>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00049-DBBC-4FE3-B64C-227D624CD507}">
      <dsp:nvSpPr>
        <dsp:cNvPr id="0" name=""/>
        <dsp:cNvSpPr/>
      </dsp:nvSpPr>
      <dsp:spPr>
        <a:xfrm>
          <a:off x="520029" y="0"/>
          <a:ext cx="3448595" cy="344859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E6D64B-FFD8-4229-A365-7080063B34AD}">
      <dsp:nvSpPr>
        <dsp:cNvPr id="0" name=""/>
        <dsp:cNvSpPr/>
      </dsp:nvSpPr>
      <dsp:spPr>
        <a:xfrm>
          <a:off x="847646" y="32761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uk-UA" sz="1200" b="0" i="0" kern="1200"/>
            <a:t>Кримського</a:t>
          </a:r>
          <a:endParaRPr lang="uk-UA" sz="1200" kern="1200"/>
        </a:p>
      </dsp:txBody>
      <dsp:txXfrm>
        <a:off x="913301" y="393271"/>
        <a:ext cx="1213642" cy="1213642"/>
      </dsp:txXfrm>
    </dsp:sp>
    <dsp:sp modelId="{0399908D-4AA8-41D1-A84A-F1E11473941D}">
      <dsp:nvSpPr>
        <dsp:cNvPr id="0" name=""/>
        <dsp:cNvSpPr/>
      </dsp:nvSpPr>
      <dsp:spPr>
        <a:xfrm>
          <a:off x="2296055" y="32761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uk-UA" sz="1200" b="0" i="0" kern="1200"/>
            <a:t>Чигиринського</a:t>
          </a:r>
          <a:endParaRPr lang="uk-UA" sz="1200" kern="1200"/>
        </a:p>
      </dsp:txBody>
      <dsp:txXfrm>
        <a:off x="2361710" y="393271"/>
        <a:ext cx="1213642" cy="1213642"/>
      </dsp:txXfrm>
    </dsp:sp>
    <dsp:sp modelId="{95EA685D-0674-4FAB-858B-FB43625FB990}">
      <dsp:nvSpPr>
        <dsp:cNvPr id="0" name=""/>
        <dsp:cNvSpPr/>
      </dsp:nvSpPr>
      <dsp:spPr>
        <a:xfrm>
          <a:off x="847646" y="177602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uk-UA" sz="1200" b="0" i="0" kern="1200"/>
            <a:t>Азовського</a:t>
          </a:r>
          <a:endParaRPr lang="uk-UA" sz="1200" kern="1200"/>
        </a:p>
      </dsp:txBody>
      <dsp:txXfrm>
        <a:off x="913301" y="1841681"/>
        <a:ext cx="1213642" cy="1213642"/>
      </dsp:txXfrm>
    </dsp:sp>
    <dsp:sp modelId="{997AB807-07F0-49BD-B531-3C5285673499}">
      <dsp:nvSpPr>
        <dsp:cNvPr id="0" name=""/>
        <dsp:cNvSpPr/>
      </dsp:nvSpPr>
      <dsp:spPr>
        <a:xfrm>
          <a:off x="2296055" y="177602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uk-UA" sz="1200" b="0" i="0" kern="1200"/>
            <a:t>Молдавського</a:t>
          </a:r>
          <a:endParaRPr lang="uk-UA" sz="1200" kern="1200"/>
        </a:p>
      </dsp:txBody>
      <dsp:txXfrm>
        <a:off x="2361710" y="1841681"/>
        <a:ext cx="1213642" cy="121364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FEB4C-B7CD-4EBE-AA69-E11CEE85622C}">
      <dsp:nvSpPr>
        <dsp:cNvPr id="0" name=""/>
        <dsp:cNvSpPr/>
      </dsp:nvSpPr>
      <dsp:spPr>
        <a:xfrm>
          <a:off x="0" y="419657"/>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проголошення П. Дорошенка гетьманом усієї України</a:t>
          </a:r>
          <a:endParaRPr lang="uk-UA" sz="1600" kern="1200" dirty="0"/>
        </a:p>
      </dsp:txBody>
      <dsp:txXfrm>
        <a:off x="30157" y="449814"/>
        <a:ext cx="4428340" cy="557446"/>
      </dsp:txXfrm>
    </dsp:sp>
    <dsp:sp modelId="{F878B96E-91B0-4135-93B1-35DBC76ECC40}">
      <dsp:nvSpPr>
        <dsp:cNvPr id="0" name=""/>
        <dsp:cNvSpPr/>
      </dsp:nvSpPr>
      <dsp:spPr>
        <a:xfrm>
          <a:off x="0" y="1083497"/>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підпорядкування Київської митрополії Московському патріархату</a:t>
          </a:r>
          <a:endParaRPr lang="uk-UA" sz="1600" kern="1200" dirty="0"/>
        </a:p>
      </dsp:txBody>
      <dsp:txXfrm>
        <a:off x="30157" y="1113654"/>
        <a:ext cx="4428340" cy="557446"/>
      </dsp:txXfrm>
    </dsp:sp>
    <dsp:sp modelId="{27718C57-5879-4685-B425-A55AFDDBBE69}">
      <dsp:nvSpPr>
        <dsp:cNvPr id="0" name=""/>
        <dsp:cNvSpPr/>
      </dsp:nvSpPr>
      <dsp:spPr>
        <a:xfrm>
          <a:off x="0" y="1747337"/>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укладення між Московським царством і Річчю Посполитою Андрусівського перемир’я</a:t>
          </a:r>
          <a:endParaRPr lang="uk-UA" sz="1600" kern="1200"/>
        </a:p>
      </dsp:txBody>
      <dsp:txXfrm>
        <a:off x="30157" y="1777494"/>
        <a:ext cx="4428340" cy="557446"/>
      </dsp:txXfrm>
    </dsp:sp>
    <dsp:sp modelId="{6F95F222-348E-4701-85FA-D6194B4BAE6D}">
      <dsp:nvSpPr>
        <dsp:cNvPr id="0" name=""/>
        <dsp:cNvSpPr/>
      </dsp:nvSpPr>
      <dsp:spPr>
        <a:xfrm>
          <a:off x="0" y="2411177"/>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Чигиринські походи турецьких військ</a:t>
          </a:r>
          <a:endParaRPr lang="uk-UA" sz="1600" kern="1200" dirty="0"/>
        </a:p>
      </dsp:txBody>
      <dsp:txXfrm>
        <a:off x="30157" y="2441334"/>
        <a:ext cx="4428340" cy="55744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B3C7C-06A7-489E-B308-9168710CAE0C}">
      <dsp:nvSpPr>
        <dsp:cNvPr id="0" name=""/>
        <dsp:cNvSpPr/>
      </dsp:nvSpPr>
      <dsp:spPr>
        <a:xfrm>
          <a:off x="0" y="267737"/>
          <a:ext cx="4488654" cy="1432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представницький інститут Гетьманщини, який розглядав загальні державні справи, зокрема: затвердження міждержавних договорів, обрання гетьмана, складання «статей» при його обранні.</a:t>
          </a:r>
          <a:endParaRPr lang="uk-UA" sz="1700" kern="1200"/>
        </a:p>
      </dsp:txBody>
      <dsp:txXfrm>
        <a:off x="69908" y="337645"/>
        <a:ext cx="4348838" cy="1292264"/>
      </dsp:txXfrm>
    </dsp:sp>
    <dsp:sp modelId="{DFF4821B-A2E5-4C06-83F1-7ABAECF9340F}">
      <dsp:nvSpPr>
        <dsp:cNvPr id="0" name=""/>
        <dsp:cNvSpPr/>
      </dsp:nvSpPr>
      <dsp:spPr>
        <a:xfrm>
          <a:off x="0" y="1748777"/>
          <a:ext cx="4488654" cy="1432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розпорядчий орган Гетьманщини, що відав справами збору натуральних і грошових податків із населення, прибутками та видатками держави, військовими та ранговими маєтностями.</a:t>
          </a:r>
          <a:endParaRPr lang="uk-UA" sz="1700" kern="1200"/>
        </a:p>
      </dsp:txBody>
      <dsp:txXfrm>
        <a:off x="69908" y="1818685"/>
        <a:ext cx="4348838" cy="129226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3B7D0-1BF0-48F5-941D-723CB77C1DA3}">
      <dsp:nvSpPr>
        <dsp:cNvPr id="0" name=""/>
        <dsp:cNvSpPr/>
      </dsp:nvSpPr>
      <dsp:spPr>
        <a:xfrm>
          <a:off x="0" y="264200"/>
          <a:ext cx="4488654" cy="1432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адміністративний орган Гетьманщини, що відав створенням і ліквідацією козацьких полків на території держави, охороною кордонів, поліцейським наглядом і справами про державні злочини.</a:t>
          </a:r>
          <a:endParaRPr lang="uk-UA" sz="1700" kern="1200"/>
        </a:p>
      </dsp:txBody>
      <dsp:txXfrm>
        <a:off x="69908" y="334108"/>
        <a:ext cx="4348838" cy="1292264"/>
      </dsp:txXfrm>
    </dsp:sp>
    <dsp:sp modelId="{E36D3026-2967-423E-9CD2-61F6FC9E3D67}">
      <dsp:nvSpPr>
        <dsp:cNvPr id="0" name=""/>
        <dsp:cNvSpPr/>
      </dsp:nvSpPr>
      <dsp:spPr>
        <a:xfrm>
          <a:off x="0" y="1745240"/>
          <a:ext cx="4488654" cy="1432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військово-адміністративна установа Гетьманщини, за посередництвом якої гетьман здійснював управління державою, вирішував усі поточні справи внутрішнього та міжнародного характеру.</a:t>
          </a:r>
          <a:endParaRPr lang="uk-UA" sz="1700" kern="1200"/>
        </a:p>
      </dsp:txBody>
      <dsp:txXfrm>
        <a:off x="69908" y="1815148"/>
        <a:ext cx="4348838" cy="129226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E6DCF-0CAA-427F-A0AD-DD2E8FEC670F}">
      <dsp:nvSpPr>
        <dsp:cNvPr id="0" name=""/>
        <dsp:cNvSpPr/>
      </dsp:nvSpPr>
      <dsp:spPr>
        <a:xfrm>
          <a:off x="0" y="244427"/>
          <a:ext cx="4488654" cy="144962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Здобуття української шляхтою панівного становища в суспільстві внаслідок злиття з російським дворянством.</a:t>
          </a:r>
          <a:endParaRPr lang="uk-UA" sz="2100" kern="1200"/>
        </a:p>
      </dsp:txBody>
      <dsp:txXfrm>
        <a:off x="70765" y="315192"/>
        <a:ext cx="4347124" cy="1308099"/>
      </dsp:txXfrm>
    </dsp:sp>
    <dsp:sp modelId="{9F207341-3A04-424A-A91A-5A81CB220DF1}">
      <dsp:nvSpPr>
        <dsp:cNvPr id="0" name=""/>
        <dsp:cNvSpPr/>
      </dsp:nvSpPr>
      <dsp:spPr>
        <a:xfrm>
          <a:off x="0" y="1754537"/>
          <a:ext cx="4488654" cy="144962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Виокремлення з козацького середовища козацької старшини в панівний привілейований стан.</a:t>
          </a:r>
          <a:br>
            <a:rPr lang="uk-UA" sz="2100" b="0" i="0" kern="1200"/>
          </a:br>
          <a:endParaRPr lang="uk-UA" sz="2100" kern="1200"/>
        </a:p>
      </dsp:txBody>
      <dsp:txXfrm>
        <a:off x="70765" y="1825302"/>
        <a:ext cx="4347124" cy="130809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90364-74B0-402F-9350-B969490DCD48}">
      <dsp:nvSpPr>
        <dsp:cNvPr id="0" name=""/>
        <dsp:cNvSpPr/>
      </dsp:nvSpPr>
      <dsp:spPr>
        <a:xfrm>
          <a:off x="0" y="29480"/>
          <a:ext cx="4488654" cy="16567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Перетворення міщанства в окремий стан, що мав права на самоврядування, суд, заняття ремеслами.</a:t>
          </a:r>
          <a:endParaRPr lang="uk-UA" sz="2400" kern="1200"/>
        </a:p>
      </dsp:txBody>
      <dsp:txXfrm>
        <a:off x="80874" y="110354"/>
        <a:ext cx="4326906" cy="1494971"/>
      </dsp:txXfrm>
    </dsp:sp>
    <dsp:sp modelId="{4A7BB1DA-7633-440E-BEAC-ACF6C70FD89C}">
      <dsp:nvSpPr>
        <dsp:cNvPr id="0" name=""/>
        <dsp:cNvSpPr/>
      </dsp:nvSpPr>
      <dsp:spPr>
        <a:xfrm>
          <a:off x="0" y="1755320"/>
          <a:ext cx="4488654" cy="165671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Втрата селянством особистої свободи, права займанщини та спадкового землеволодіння.</a:t>
          </a:r>
          <a:endParaRPr lang="uk-UA" sz="2400" kern="1200"/>
        </a:p>
      </dsp:txBody>
      <dsp:txXfrm>
        <a:off x="80874" y="1836194"/>
        <a:ext cx="4326906" cy="149497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4CE0BF-0D31-4412-9E44-96F24C7469D7}">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Чигиринські походи турецько-татарського війська</a:t>
          </a:r>
          <a:endParaRPr lang="uk-UA" sz="2100" kern="1200"/>
        </a:p>
      </dsp:txBody>
      <dsp:txXfrm>
        <a:off x="39580" y="51537"/>
        <a:ext cx="4409494" cy="731649"/>
      </dsp:txXfrm>
    </dsp:sp>
    <dsp:sp modelId="{DC6A1C89-94D5-46F2-8B31-B9721F2F195A}">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ухвалення Гадяцьких пунктів</a:t>
          </a:r>
          <a:endParaRPr lang="uk-UA" sz="2100" kern="1200"/>
        </a:p>
      </dsp:txBody>
      <dsp:txXfrm>
        <a:off x="39580" y="922827"/>
        <a:ext cx="4409494" cy="731649"/>
      </dsp:txXfrm>
    </dsp:sp>
    <dsp:sp modelId="{87042EC1-9446-408E-84FC-82F60F399338}">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проголошення П. Дорошенка гетьманом усієї України</a:t>
          </a:r>
          <a:endParaRPr lang="uk-UA" sz="2100" kern="1200"/>
        </a:p>
      </dsp:txBody>
      <dsp:txXfrm>
        <a:off x="39580" y="1794117"/>
        <a:ext cx="4409494" cy="731649"/>
      </dsp:txXfrm>
    </dsp:sp>
    <dsp:sp modelId="{6C00B992-078B-4C30-8C0A-99B148C7937F}">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укладення Бахчисарайського мирного договору</a:t>
          </a:r>
          <a:endParaRPr lang="uk-UA" sz="2100" kern="1200"/>
        </a:p>
      </dsp:txBody>
      <dsp:txXfrm>
        <a:off x="39580" y="2665407"/>
        <a:ext cx="4409494" cy="73164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101E6-1357-468A-A939-3190D938A830}">
      <dsp:nvSpPr>
        <dsp:cNvPr id="0" name=""/>
        <dsp:cNvSpPr/>
      </dsp:nvSpPr>
      <dsp:spPr>
        <a:xfrm>
          <a:off x="0" y="106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всеохоплюючою кризою та занепадом Речі Посполитої, викликаних визвольною війною українського народу під проводом Б. Хмельницького.</a:t>
          </a:r>
          <a:endParaRPr lang="uk-UA" sz="2000" kern="1200" dirty="0"/>
        </a:p>
      </dsp:txBody>
      <dsp:txXfrm>
        <a:off x="82245" y="92942"/>
        <a:ext cx="4324164" cy="1520310"/>
      </dsp:txXfrm>
    </dsp:sp>
    <dsp:sp modelId="{E4D01586-E03D-4228-8D6C-6EBD96229E76}">
      <dsp:nvSpPr>
        <dsp:cNvPr id="0" name=""/>
        <dsp:cNvSpPr/>
      </dsp:nvSpPr>
      <dsp:spPr>
        <a:xfrm>
          <a:off x="0" y="17530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форсованим наступом російського уряду на автономні права Гетьманщини внаслідок переходу гетьмана І. Мазепи на бік шведського короля.</a:t>
          </a:r>
          <a:endParaRPr lang="uk-UA" sz="2000" kern="1200" dirty="0"/>
        </a:p>
      </dsp:txBody>
      <dsp:txXfrm>
        <a:off x="82245" y="1835342"/>
        <a:ext cx="4324164" cy="152031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1C4F0-77C2-4B4B-A518-70E8C5BC5EC0}">
      <dsp:nvSpPr>
        <dsp:cNvPr id="0" name=""/>
        <dsp:cNvSpPr/>
      </dsp:nvSpPr>
      <dsp:spPr>
        <a:xfrm>
          <a:off x="0" y="9353"/>
          <a:ext cx="4488654" cy="16826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внутрішньою боротьбою козацької старшини за владу, розколом Гетьманщини, втручанням в її внутрішні справи сусідніх держав.</a:t>
          </a:r>
          <a:endParaRPr lang="uk-UA" sz="2000" kern="1200" dirty="0"/>
        </a:p>
      </dsp:txBody>
      <dsp:txXfrm>
        <a:off x="82138" y="91491"/>
        <a:ext cx="4324378" cy="1518330"/>
      </dsp:txXfrm>
    </dsp:sp>
    <dsp:sp modelId="{AA7CBBA3-410F-4017-AED2-EB4B51F36930}">
      <dsp:nvSpPr>
        <dsp:cNvPr id="0" name=""/>
        <dsp:cNvSpPr/>
      </dsp:nvSpPr>
      <dsp:spPr>
        <a:xfrm>
          <a:off x="0" y="1749560"/>
          <a:ext cx="4488654" cy="16826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остаточною ліквідацією інституту гетьманства, решток української автономії та повною інтеграцією українських земель у Російську імперію</a:t>
          </a:r>
          <a:endParaRPr lang="uk-UA" sz="2000" kern="1200" dirty="0"/>
        </a:p>
      </dsp:txBody>
      <dsp:txXfrm>
        <a:off x="82138" y="1831698"/>
        <a:ext cx="4324378" cy="151833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7967C2-2623-4181-812F-B55777B18D4B}">
      <dsp:nvSpPr>
        <dsp:cNvPr id="0" name=""/>
        <dsp:cNvSpPr/>
      </dsp:nvSpPr>
      <dsp:spPr>
        <a:xfrm>
          <a:off x="0" y="106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всеохоплююча криза та занепад Речі Посполитої, викликані визвольною війною українського народу під проводом Б. Хмельницького</a:t>
          </a:r>
          <a:endParaRPr lang="uk-UA" sz="2000" kern="1200"/>
        </a:p>
      </dsp:txBody>
      <dsp:txXfrm>
        <a:off x="82245" y="92942"/>
        <a:ext cx="4324164" cy="1520310"/>
      </dsp:txXfrm>
    </dsp:sp>
    <dsp:sp modelId="{88C9B626-D4BD-467C-A1BC-EE29F2B20B47}">
      <dsp:nvSpPr>
        <dsp:cNvPr id="0" name=""/>
        <dsp:cNvSpPr/>
      </dsp:nvSpPr>
      <dsp:spPr>
        <a:xfrm>
          <a:off x="0" y="17530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внутрішня боротьба козацької старшини за владу, розкол Гетьманщини, втручання в її внутрішні справи та військова агресія з боку сусідніх держав</a:t>
          </a:r>
          <a:endParaRPr lang="uk-UA" sz="2000" kern="1200"/>
        </a:p>
      </dsp:txBody>
      <dsp:txXfrm>
        <a:off x="82245" y="1835342"/>
        <a:ext cx="4324164" cy="152031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6C9D4-DF8E-4A80-B4A2-3B8ADDEB19AC}">
      <dsp:nvSpPr>
        <dsp:cNvPr id="0" name=""/>
        <dsp:cNvSpPr/>
      </dsp:nvSpPr>
      <dsp:spPr>
        <a:xfrm>
          <a:off x="0" y="7159"/>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форсований наступ на автономні права Гетьманщини з боку російського уряду внаслідок переходу гетьмана І. Мазепи на бік шведського короля</a:t>
          </a:r>
          <a:endParaRPr lang="uk-UA" sz="2000" kern="1200"/>
        </a:p>
      </dsp:txBody>
      <dsp:txXfrm>
        <a:off x="82245" y="89404"/>
        <a:ext cx="4324164" cy="1520310"/>
      </dsp:txXfrm>
    </dsp:sp>
    <dsp:sp modelId="{DCEEA53E-7949-4817-BF79-D85ABD7A0CF5}">
      <dsp:nvSpPr>
        <dsp:cNvPr id="0" name=""/>
        <dsp:cNvSpPr/>
      </dsp:nvSpPr>
      <dsp:spPr>
        <a:xfrm>
          <a:off x="0" y="1749560"/>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остаточна ліквідація інституту гетьманства, решток української автономії та повна інтеграція українських земель до складу Російської імперії</a:t>
          </a:r>
          <a:endParaRPr lang="uk-UA" sz="2000" kern="1200"/>
        </a:p>
      </dsp:txBody>
      <dsp:txXfrm>
        <a:off x="82245" y="1831805"/>
        <a:ext cx="4324164" cy="152031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21FDBA-81FC-46EE-A229-377B5B84EE58}">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Чигиринські походи турецько-татарського війська</a:t>
          </a:r>
          <a:endParaRPr lang="uk-UA" sz="2100" kern="1200"/>
        </a:p>
      </dsp:txBody>
      <dsp:txXfrm>
        <a:off x="39580" y="51537"/>
        <a:ext cx="4409494" cy="731649"/>
      </dsp:txXfrm>
    </dsp:sp>
    <dsp:sp modelId="{551C7E03-CEBD-4EAF-97A6-214BC95035AA}">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ухвалення</a:t>
          </a:r>
          <a:r>
            <a:rPr lang="ru-RU" sz="2100" b="0" i="0" kern="1200" dirty="0"/>
            <a:t> </a:t>
          </a:r>
          <a:r>
            <a:rPr lang="ru-RU" sz="2100" b="0" i="0" kern="1200" dirty="0" err="1"/>
            <a:t>Гадяцького</a:t>
          </a:r>
          <a:r>
            <a:rPr lang="ru-RU" sz="2100" b="0" i="0" kern="1200" dirty="0"/>
            <a:t> договору</a:t>
          </a:r>
          <a:endParaRPr lang="uk-UA" sz="2100" kern="1200" dirty="0"/>
        </a:p>
      </dsp:txBody>
      <dsp:txXfrm>
        <a:off x="39580" y="922827"/>
        <a:ext cx="4409494" cy="731649"/>
      </dsp:txXfrm>
    </dsp:sp>
    <dsp:sp modelId="{73E0B9F4-0587-49C0-B02B-1E5D6CEF8A94}">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проголошення П. Дорошенка гетьманом усієї козацької України</a:t>
          </a:r>
          <a:endParaRPr lang="uk-UA" sz="2100" kern="1200"/>
        </a:p>
      </dsp:txBody>
      <dsp:txXfrm>
        <a:off x="39580" y="1794117"/>
        <a:ext cx="4409494" cy="731649"/>
      </dsp:txXfrm>
    </dsp:sp>
    <dsp:sp modelId="{CB44A5E0-1BE7-4FDB-AD8F-FF20B6EBB54D}">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укладення</a:t>
          </a:r>
          <a:r>
            <a:rPr lang="ru-RU" sz="2100" b="0" i="0" kern="1200" dirty="0"/>
            <a:t> </a:t>
          </a:r>
          <a:r>
            <a:rPr lang="ru-RU" sz="2100" b="0" i="0" kern="1200" dirty="0" err="1"/>
            <a:t>Бахчисарайського</a:t>
          </a:r>
          <a:r>
            <a:rPr lang="ru-RU" sz="2100" b="0" i="0" kern="1200" dirty="0"/>
            <a:t> мирного договору</a:t>
          </a:r>
          <a:endParaRPr lang="uk-UA" sz="2100" kern="1200" dirty="0"/>
        </a:p>
      </dsp:txBody>
      <dsp:txXfrm>
        <a:off x="39580" y="2665407"/>
        <a:ext cx="4409494" cy="73164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669BF-D580-43C8-8F68-53EDF19F648B}">
      <dsp:nvSpPr>
        <dsp:cNvPr id="0" name=""/>
        <dsp:cNvSpPr/>
      </dsp:nvSpPr>
      <dsp:spPr>
        <a:xfrm>
          <a:off x="0" y="338117"/>
          <a:ext cx="4488654" cy="65637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формування козацько-селянської власності на землю</a:t>
          </a:r>
          <a:endParaRPr lang="uk-UA" sz="1700" kern="1200"/>
        </a:p>
      </dsp:txBody>
      <dsp:txXfrm>
        <a:off x="32041" y="370158"/>
        <a:ext cx="4424572" cy="592288"/>
      </dsp:txXfrm>
    </dsp:sp>
    <dsp:sp modelId="{5306F074-0E80-4540-A32A-5FE37FE877ED}">
      <dsp:nvSpPr>
        <dsp:cNvPr id="0" name=""/>
        <dsp:cNvSpPr/>
      </dsp:nvSpPr>
      <dsp:spPr>
        <a:xfrm>
          <a:off x="0" y="1043447"/>
          <a:ext cx="4488654" cy="65637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здобуття особистої свободи абсолютною більшістю селян і міщан</a:t>
          </a:r>
          <a:endParaRPr lang="uk-UA" sz="1700" kern="1200" dirty="0"/>
        </a:p>
      </dsp:txBody>
      <dsp:txXfrm>
        <a:off x="32041" y="1075488"/>
        <a:ext cx="4424572" cy="592288"/>
      </dsp:txXfrm>
    </dsp:sp>
    <dsp:sp modelId="{F5414BAE-40A4-48BE-A98B-05F574C1C5D3}">
      <dsp:nvSpPr>
        <dsp:cNvPr id="0" name=""/>
        <dsp:cNvSpPr/>
      </dsp:nvSpPr>
      <dsp:spPr>
        <a:xfrm>
          <a:off x="0" y="1748777"/>
          <a:ext cx="4488654" cy="65637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панівне становище в суспільстві польських магнатів і католицького духовенства</a:t>
          </a:r>
          <a:endParaRPr lang="uk-UA" sz="1700" kern="1200"/>
        </a:p>
      </dsp:txBody>
      <dsp:txXfrm>
        <a:off x="32041" y="1780818"/>
        <a:ext cx="4424572" cy="592288"/>
      </dsp:txXfrm>
    </dsp:sp>
    <dsp:sp modelId="{A3D88996-B768-4308-A043-255CD0859A8F}">
      <dsp:nvSpPr>
        <dsp:cNvPr id="0" name=""/>
        <dsp:cNvSpPr/>
      </dsp:nvSpPr>
      <dsp:spPr>
        <a:xfrm>
          <a:off x="0" y="2454107"/>
          <a:ext cx="4488654" cy="65637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зростання провідної ролі козацтва й православної шляхти</a:t>
          </a:r>
          <a:endParaRPr lang="uk-UA" sz="1700" kern="1200" dirty="0"/>
        </a:p>
      </dsp:txBody>
      <dsp:txXfrm>
        <a:off x="32041" y="2486148"/>
        <a:ext cx="4424572" cy="592288"/>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27C0A-A2FF-4F9D-B541-31F04A1F28C8}">
      <dsp:nvSpPr>
        <dsp:cNvPr id="0" name=""/>
        <dsp:cNvSpPr/>
      </dsp:nvSpPr>
      <dsp:spPr>
        <a:xfrm>
          <a:off x="0" y="48559"/>
          <a:ext cx="4488654" cy="1076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поширення кріпосницьких відносин як на Лівобережній, так і на Правобережній Україні</a:t>
          </a:r>
          <a:endParaRPr lang="uk-UA" sz="2000" kern="1200" dirty="0"/>
        </a:p>
      </dsp:txBody>
      <dsp:txXfrm>
        <a:off x="52546" y="101105"/>
        <a:ext cx="4383562" cy="971308"/>
      </dsp:txXfrm>
    </dsp:sp>
    <dsp:sp modelId="{81F28D17-9C44-42A1-83B1-0846C63D4DFD}">
      <dsp:nvSpPr>
        <dsp:cNvPr id="0" name=""/>
        <dsp:cNvSpPr/>
      </dsp:nvSpPr>
      <dsp:spPr>
        <a:xfrm>
          <a:off x="0" y="1182560"/>
          <a:ext cx="4488654" cy="1076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покозачення переважної більшості шляхти, міщан і селян</a:t>
          </a:r>
          <a:endParaRPr lang="uk-UA" sz="2000" kern="1200" dirty="0"/>
        </a:p>
      </dsp:txBody>
      <dsp:txXfrm>
        <a:off x="52546" y="1235106"/>
        <a:ext cx="4383562" cy="971308"/>
      </dsp:txXfrm>
    </dsp:sp>
    <dsp:sp modelId="{E58E0CF0-2ADD-4923-A9F6-ECB652748D58}">
      <dsp:nvSpPr>
        <dsp:cNvPr id="0" name=""/>
        <dsp:cNvSpPr/>
      </dsp:nvSpPr>
      <dsp:spPr>
        <a:xfrm>
          <a:off x="0" y="2316560"/>
          <a:ext cx="4488654" cy="1076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розвиток фільваркової системи господарювання</a:t>
          </a:r>
          <a:endParaRPr lang="uk-UA" sz="2000" kern="1200" dirty="0"/>
        </a:p>
      </dsp:txBody>
      <dsp:txXfrm>
        <a:off x="52546" y="2369106"/>
        <a:ext cx="4383562" cy="971308"/>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DFCE8-17C5-4421-9434-F1419950FE96}">
      <dsp:nvSpPr>
        <dsp:cNvPr id="0" name=""/>
        <dsp:cNvSpPr/>
      </dsp:nvSpPr>
      <dsp:spPr>
        <a:xfrm>
          <a:off x="0" y="100697"/>
          <a:ext cx="4488654" cy="160055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b="0" i="1" kern="1200" dirty="0"/>
            <a:t>«…рано </a:t>
          </a:r>
          <a:r>
            <a:rPr lang="ru-RU" sz="1600" b="0" i="1" kern="1200" dirty="0" err="1"/>
            <a:t>навесні</a:t>
          </a:r>
          <a:r>
            <a:rPr lang="ru-RU" sz="1600" b="0" i="1" kern="1200" dirty="0"/>
            <a:t> князь М. </a:t>
          </a:r>
          <a:r>
            <a:rPr lang="ru-RU" sz="1600" b="0" i="1" kern="1200" dirty="0" err="1"/>
            <a:t>Голіцин</a:t>
          </a:r>
          <a:r>
            <a:rPr lang="ru-RU" sz="1600" b="0" i="1" kern="1200" dirty="0"/>
            <a:t> і </a:t>
          </a:r>
          <a:r>
            <a:rPr lang="ru-RU" sz="1600" b="0" i="1" kern="1200" dirty="0" err="1"/>
            <a:t>бояри</a:t>
          </a:r>
          <a:r>
            <a:rPr lang="ru-RU" sz="1600" b="0" i="1" kern="1200" dirty="0"/>
            <a:t>… уже </a:t>
          </a:r>
          <a:r>
            <a:rPr lang="ru-RU" sz="1600" b="0" i="1" kern="1200" dirty="0" err="1"/>
            <a:t>вдруге</a:t>
          </a:r>
          <a:r>
            <a:rPr lang="ru-RU" sz="1600" b="0" i="1" kern="1200" dirty="0"/>
            <a:t> ходили з </a:t>
          </a:r>
          <a:r>
            <a:rPr lang="ru-RU" sz="1600" b="0" i="1" kern="1200" dirty="0" err="1"/>
            <a:t>російським</a:t>
          </a:r>
          <a:r>
            <a:rPr lang="ru-RU" sz="1600" b="0" i="1" kern="1200" dirty="0"/>
            <a:t> </a:t>
          </a:r>
          <a:r>
            <a:rPr lang="ru-RU" sz="1600" b="0" i="1" kern="1200" dirty="0" err="1"/>
            <a:t>військом</a:t>
          </a:r>
          <a:r>
            <a:rPr lang="ru-RU" sz="1600" b="0" i="1" kern="1200" dirty="0"/>
            <a:t> у </a:t>
          </a:r>
          <a:r>
            <a:rPr lang="ru-RU" sz="1600" b="0" i="1" kern="1200" dirty="0" err="1"/>
            <a:t>Крим</a:t>
          </a:r>
          <a:r>
            <a:rPr lang="ru-RU" sz="1600" b="0" i="1" kern="1200" dirty="0"/>
            <a:t>. …у </a:t>
          </a:r>
          <a:r>
            <a:rPr lang="ru-RU" sz="1600" b="0" i="1" kern="1200" dirty="0" err="1"/>
            <a:t>квітні</a:t>
          </a:r>
          <a:r>
            <a:rPr lang="ru-RU" sz="1600" b="0" i="1" kern="1200" dirty="0"/>
            <a:t> </a:t>
          </a:r>
          <a:r>
            <a:rPr lang="ru-RU" sz="1600" b="0" i="1" kern="1200" dirty="0" err="1"/>
            <a:t>добралися</a:t>
          </a:r>
          <a:r>
            <a:rPr lang="ru-RU" sz="1600" b="0" i="1" kern="1200" dirty="0"/>
            <a:t> </a:t>
          </a:r>
          <a:r>
            <a:rPr lang="ru-RU" sz="1600" b="0" i="1" kern="1200" dirty="0" err="1"/>
            <a:t>основними</a:t>
          </a:r>
          <a:r>
            <a:rPr lang="ru-RU" sz="1600" b="0" i="1" kern="1200" dirty="0"/>
            <a:t> силами і обозом до </a:t>
          </a:r>
          <a:r>
            <a:rPr lang="ru-RU" sz="1600" b="0" i="1" kern="1200" dirty="0" err="1"/>
            <a:t>Самари</a:t>
          </a:r>
          <a:r>
            <a:rPr lang="ru-RU" sz="1600" b="0" i="1" kern="1200" dirty="0"/>
            <a:t>, де до них </a:t>
          </a:r>
          <a:r>
            <a:rPr lang="ru-RU" sz="1600" b="0" i="1" kern="1200" dirty="0" err="1"/>
            <a:t>приєднався</a:t>
          </a:r>
          <a:r>
            <a:rPr lang="ru-RU" sz="1600" b="0" i="1" kern="1200" dirty="0"/>
            <a:t> </a:t>
          </a:r>
          <a:r>
            <a:rPr lang="ru-RU" sz="1600" b="0" i="1" kern="1200" dirty="0" err="1"/>
            <a:t>гетьман</a:t>
          </a:r>
          <a:r>
            <a:rPr lang="ru-RU" sz="1600" b="0" i="1" kern="1200" dirty="0"/>
            <a:t> І. Мазепа з козаками…»</a:t>
          </a:r>
          <a:endParaRPr lang="uk-UA" sz="1600" kern="1200" dirty="0"/>
        </a:p>
      </dsp:txBody>
      <dsp:txXfrm>
        <a:off x="78133" y="178830"/>
        <a:ext cx="4332388" cy="1444293"/>
      </dsp:txXfrm>
    </dsp:sp>
    <dsp:sp modelId="{F8EC9824-2BB5-4D49-89F8-ECE226D9EDDC}">
      <dsp:nvSpPr>
        <dsp:cNvPr id="0" name=""/>
        <dsp:cNvSpPr/>
      </dsp:nvSpPr>
      <dsp:spPr>
        <a:xfrm>
          <a:off x="0" y="1747337"/>
          <a:ext cx="4488654" cy="160055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b="0" i="1" kern="1200" dirty="0"/>
            <a:t>«поляки… </a:t>
          </a:r>
          <a:r>
            <a:rPr lang="ru-RU" sz="1600" b="0" i="1" kern="1200" dirty="0" err="1"/>
            <a:t>удалися</a:t>
          </a:r>
          <a:r>
            <a:rPr lang="ru-RU" sz="1600" b="0" i="1" kern="1200" dirty="0"/>
            <a:t> до </a:t>
          </a:r>
          <a:r>
            <a:rPr lang="ru-RU" sz="1600" b="0" i="1" kern="1200" dirty="0" err="1"/>
            <a:t>трактатів</a:t>
          </a:r>
          <a:r>
            <a:rPr lang="ru-RU" sz="1600" b="0" i="1" kern="1200" dirty="0"/>
            <a:t> з </a:t>
          </a:r>
          <a:r>
            <a:rPr lang="ru-RU" sz="1600" b="0" i="1" kern="1200" dirty="0" err="1"/>
            <a:t>росіянами</a:t>
          </a:r>
          <a:r>
            <a:rPr lang="ru-RU" sz="1600" b="0" i="1" kern="1200" dirty="0"/>
            <a:t>, </a:t>
          </a:r>
          <a:r>
            <a:rPr lang="ru-RU" sz="1600" b="0" i="1" kern="1200" dirty="0" err="1"/>
            <a:t>з’їхавшись</a:t>
          </a:r>
          <a:r>
            <a:rPr lang="ru-RU" sz="1600" b="0" i="1" kern="1200" dirty="0"/>
            <a:t>… у </a:t>
          </a:r>
          <a:r>
            <a:rPr lang="ru-RU" sz="1600" b="0" i="1" kern="1200" dirty="0" err="1"/>
            <a:t>якомусь</a:t>
          </a:r>
          <a:r>
            <a:rPr lang="ru-RU" sz="1600" b="0" i="1" kern="1200" dirty="0"/>
            <a:t> </a:t>
          </a:r>
          <a:r>
            <a:rPr lang="ru-RU" sz="1600" b="0" i="1" kern="1200" dirty="0" err="1"/>
            <a:t>селі</a:t>
          </a:r>
          <a:r>
            <a:rPr lang="ru-RU" sz="1600" b="0" i="1" kern="1200" dirty="0"/>
            <a:t> </a:t>
          </a:r>
          <a:r>
            <a:rPr lang="ru-RU" sz="1600" b="0" i="1" kern="1200" dirty="0" err="1"/>
            <a:t>Андрусові</a:t>
          </a:r>
          <a:r>
            <a:rPr lang="ru-RU" sz="1600" b="0" i="1" kern="1200" dirty="0"/>
            <a:t>, </a:t>
          </a:r>
          <a:r>
            <a:rPr lang="ru-RU" sz="1600" b="0" i="1" kern="1200" dirty="0" err="1"/>
            <a:t>виторгували</a:t>
          </a:r>
          <a:r>
            <a:rPr lang="ru-RU" sz="1600" b="0" i="1" kern="1200" dirty="0"/>
            <a:t> там </a:t>
          </a:r>
          <a:r>
            <a:rPr lang="ru-RU" sz="1600" b="0" i="1" kern="1200" dirty="0" err="1"/>
            <a:t>собі</a:t>
          </a:r>
          <a:r>
            <a:rPr lang="ru-RU" sz="1600" b="0" i="1" kern="1200" dirty="0"/>
            <a:t> в </a:t>
          </a:r>
          <a:r>
            <a:rPr lang="ru-RU" sz="1600" b="0" i="1" kern="1200" dirty="0" err="1"/>
            <a:t>росіян</a:t>
          </a:r>
          <a:r>
            <a:rPr lang="ru-RU" sz="1600" b="0" i="1" kern="1200" dirty="0"/>
            <a:t> нас як </a:t>
          </a:r>
          <a:r>
            <a:rPr lang="ru-RU" sz="1600" b="0" i="1" kern="1200" dirty="0" err="1"/>
            <a:t>безсловесну</a:t>
          </a:r>
          <a:r>
            <a:rPr lang="ru-RU" sz="1600" b="0" i="1" kern="1200" dirty="0"/>
            <a:t> і </a:t>
          </a:r>
          <a:r>
            <a:rPr lang="ru-RU" sz="1600" b="0" i="1" kern="1200" dirty="0" err="1"/>
            <a:t>нічого</a:t>
          </a:r>
          <a:r>
            <a:rPr lang="ru-RU" sz="1600" b="0" i="1" kern="1200" dirty="0"/>
            <a:t> </a:t>
          </a:r>
          <a:r>
            <a:rPr lang="ru-RU" sz="1600" b="0" i="1" kern="1200" dirty="0" err="1"/>
            <a:t>нетямлячу</a:t>
          </a:r>
          <a:r>
            <a:rPr lang="ru-RU" sz="1600" b="0" i="1" kern="1200" dirty="0"/>
            <a:t> худобу, </a:t>
          </a:r>
          <a:r>
            <a:rPr lang="ru-RU" sz="1600" b="0" i="1" kern="1200" dirty="0" err="1"/>
            <a:t>відступивши</a:t>
          </a:r>
          <a:r>
            <a:rPr lang="ru-RU" sz="1600" b="0" i="1" kern="1200" dirty="0"/>
            <a:t> </a:t>
          </a:r>
          <a:r>
            <a:rPr lang="ru-RU" sz="1600" b="0" i="1" kern="1200" dirty="0" err="1"/>
            <a:t>росіянам</a:t>
          </a:r>
          <a:r>
            <a:rPr lang="ru-RU" sz="1600" b="0" i="1" kern="1200" dirty="0"/>
            <a:t>… на </a:t>
          </a:r>
          <a:r>
            <a:rPr lang="ru-RU" sz="1600" b="0" i="1" kern="1200" dirty="0" err="1"/>
            <a:t>тринадцять</a:t>
          </a:r>
          <a:r>
            <a:rPr lang="ru-RU" sz="1600" b="0" i="1" kern="1200" dirty="0"/>
            <a:t> </a:t>
          </a:r>
          <a:r>
            <a:rPr lang="ru-RU" sz="1600" b="0" i="1" kern="1200" dirty="0" err="1"/>
            <a:t>років</a:t>
          </a:r>
          <a:r>
            <a:rPr lang="ru-RU" sz="1600" b="0" i="1" kern="1200" dirty="0"/>
            <a:t> Смоленщину з </a:t>
          </a:r>
          <a:r>
            <a:rPr lang="ru-RU" sz="1600" b="0" i="1" kern="1200" dirty="0" err="1"/>
            <a:t>усіма</a:t>
          </a:r>
          <a:r>
            <a:rPr lang="ru-RU" sz="1600" b="0" i="1" kern="1200" dirty="0"/>
            <a:t> </a:t>
          </a:r>
          <a:r>
            <a:rPr lang="ru-RU" sz="1600" b="0" i="1" kern="1200" dirty="0" err="1"/>
            <a:t>містами</a:t>
          </a:r>
          <a:r>
            <a:rPr lang="ru-RU" sz="1600" b="0" i="1" kern="1200" dirty="0"/>
            <a:t>…»</a:t>
          </a:r>
          <a:endParaRPr lang="uk-UA" sz="1600" kern="1200" dirty="0"/>
        </a:p>
      </dsp:txBody>
      <dsp:txXfrm>
        <a:off x="78133" y="1825470"/>
        <a:ext cx="4332388" cy="144429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33AB9B-75ED-4175-912B-045CA0426CF1}">
      <dsp:nvSpPr>
        <dsp:cNvPr id="0" name=""/>
        <dsp:cNvSpPr/>
      </dsp:nvSpPr>
      <dsp:spPr>
        <a:xfrm>
          <a:off x="0" y="300109"/>
          <a:ext cx="4488654" cy="14004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dirty="0"/>
            <a:t>«…гетьман І. Виговський, прийшовши до </a:t>
          </a:r>
          <a:r>
            <a:rPr lang="uk-UA" sz="1400" b="0" i="1" kern="1200" dirty="0" err="1"/>
            <a:t>Сосновки</a:t>
          </a:r>
          <a:r>
            <a:rPr lang="uk-UA" sz="1400" b="0" i="1" kern="1200" dirty="0"/>
            <a:t> на переправу, застав велике царське військо князя </a:t>
          </a:r>
          <a:r>
            <a:rPr lang="uk-UA" sz="1400" b="0" i="1" kern="1200" dirty="0" err="1"/>
            <a:t>Ромодановського</a:t>
          </a:r>
          <a:r>
            <a:rPr lang="uk-UA" sz="1400" b="0" i="1" kern="1200" dirty="0"/>
            <a:t>, і кілька годин біля переправи бій великий був,.. а хан з ордами з Торговиці рушив до </a:t>
          </a:r>
          <a:r>
            <a:rPr lang="uk-UA" sz="1400" b="0" i="1" kern="1200" dirty="0" err="1"/>
            <a:t>бою,..і</a:t>
          </a:r>
          <a:r>
            <a:rPr lang="uk-UA" sz="1400" b="0" i="1" kern="1200" dirty="0"/>
            <a:t> багато люду царського полягло…»</a:t>
          </a:r>
          <a:endParaRPr lang="uk-UA" sz="1400" kern="1200" dirty="0"/>
        </a:p>
      </dsp:txBody>
      <dsp:txXfrm>
        <a:off x="68366" y="368475"/>
        <a:ext cx="4351922" cy="1263758"/>
      </dsp:txXfrm>
    </dsp:sp>
    <dsp:sp modelId="{3801247C-D9FC-4FB0-A90E-5DA5BC6AC490}">
      <dsp:nvSpPr>
        <dsp:cNvPr id="0" name=""/>
        <dsp:cNvSpPr/>
      </dsp:nvSpPr>
      <dsp:spPr>
        <a:xfrm>
          <a:off x="0" y="1740920"/>
          <a:ext cx="4488654" cy="14004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dirty="0"/>
            <a:t>«…він [турчин] постановив спершу розорити війною </a:t>
          </a:r>
          <a:r>
            <a:rPr lang="uk-UA" sz="1400" b="0" i="1" kern="1200" dirty="0" err="1"/>
            <a:t>Чигрин</a:t>
          </a:r>
          <a:r>
            <a:rPr lang="uk-UA" sz="1400" b="0" i="1" kern="1200" dirty="0"/>
            <a:t>. На чолі військ виправив свого візира Ібрагіма-пашу і розстригу-</a:t>
          </a:r>
          <a:r>
            <a:rPr lang="uk-UA" sz="1400" b="0" i="1" kern="1200" dirty="0" err="1"/>
            <a:t>венжика</a:t>
          </a:r>
          <a:r>
            <a:rPr lang="uk-UA" sz="1400" b="0" i="1" kern="1200" dirty="0"/>
            <a:t> козацького Юрія </a:t>
          </a:r>
          <a:r>
            <a:rPr lang="uk-UA" sz="1400" b="0" i="1" kern="1200" dirty="0" err="1"/>
            <a:t>Хмельниченка</a:t>
          </a:r>
          <a:r>
            <a:rPr lang="uk-UA" sz="1400" b="0" i="1" kern="1200" dirty="0"/>
            <a:t>, який мав надію, що </a:t>
          </a:r>
          <a:r>
            <a:rPr lang="uk-UA" sz="1400" b="0" i="1" kern="1200" dirty="0" err="1"/>
            <a:t>Чигрин</a:t>
          </a:r>
          <a:r>
            <a:rPr lang="uk-UA" sz="1400" b="0" i="1" kern="1200" dirty="0"/>
            <a:t> з усією Україною… схилиться під турецьку владу, а його зволить прийняти собі за гетьмана...»</a:t>
          </a:r>
          <a:endParaRPr lang="uk-UA" sz="1400" kern="1200" dirty="0"/>
        </a:p>
      </dsp:txBody>
      <dsp:txXfrm>
        <a:off x="68366" y="1809286"/>
        <a:ext cx="4351922" cy="1263758"/>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368EF-4702-46ED-A495-F097E06CD510}">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98ED62-24A9-4B50-8301-CB634E95100F}">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a:t>Чигиринські походи турецько-татарських військ</a:t>
          </a:r>
          <a:endParaRPr lang="uk-UA" sz="1600" kern="1200" dirty="0"/>
        </a:p>
      </dsp:txBody>
      <dsp:txXfrm>
        <a:off x="391814" y="265127"/>
        <a:ext cx="4051372" cy="530531"/>
      </dsp:txXfrm>
    </dsp:sp>
    <dsp:sp modelId="{EAE4DD14-ABA2-4F94-A2E7-3034ED958147}">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DFDEC7-A276-434C-A78A-FC636EECEFD6}">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a:t>укладення Андрусівського договору</a:t>
          </a:r>
          <a:endParaRPr lang="uk-UA" sz="1600" kern="1200"/>
        </a:p>
      </dsp:txBody>
      <dsp:txXfrm>
        <a:off x="695981" y="1061063"/>
        <a:ext cx="3747206" cy="530531"/>
      </dsp:txXfrm>
    </dsp:sp>
    <dsp:sp modelId="{142B98A0-996C-46FB-9A44-7E8C5F49EFD3}">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1BC7B6-B43F-4CE7-9744-5E0F6331B6BF}">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dirty="0" err="1"/>
            <a:t>підписання</a:t>
          </a:r>
          <a:r>
            <a:rPr lang="ru-RU" sz="1600" b="0" i="0" kern="1200" dirty="0"/>
            <a:t> </a:t>
          </a:r>
          <a:r>
            <a:rPr lang="ru-RU" sz="1600" b="0" i="0" kern="1200" dirty="0" err="1"/>
            <a:t>Віленського</a:t>
          </a:r>
          <a:r>
            <a:rPr lang="ru-RU" sz="1600" b="0" i="0" kern="1200" dirty="0"/>
            <a:t> </a:t>
          </a:r>
          <a:r>
            <a:rPr lang="ru-RU" sz="1600" b="0" i="0" kern="1200" dirty="0" err="1"/>
            <a:t>перемир’я</a:t>
          </a:r>
          <a:endParaRPr lang="uk-UA" sz="1600" kern="1200" dirty="0"/>
        </a:p>
      </dsp:txBody>
      <dsp:txXfrm>
        <a:off x="695981" y="1856999"/>
        <a:ext cx="3747206" cy="530531"/>
      </dsp:txXfrm>
    </dsp:sp>
    <dsp:sp modelId="{20052848-BA39-4A9A-8A34-0464183088B8}">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86B4AB-8250-44F2-91DC-15C88B0A186C}">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dirty="0" err="1"/>
            <a:t>ухвалення</a:t>
          </a:r>
          <a:r>
            <a:rPr lang="ru-RU" sz="1600" b="0" i="0" kern="1200" dirty="0"/>
            <a:t> </a:t>
          </a:r>
          <a:r>
            <a:rPr lang="ru-RU" sz="1600" b="0" i="0" kern="1200" dirty="0" err="1"/>
            <a:t>Гадяцьких</a:t>
          </a:r>
          <a:r>
            <a:rPr lang="ru-RU" sz="1600" b="0" i="0" kern="1200" dirty="0"/>
            <a:t> </a:t>
          </a:r>
          <a:r>
            <a:rPr lang="ru-RU" sz="1600" b="0" i="0" kern="1200" dirty="0" err="1"/>
            <a:t>пунктів</a:t>
          </a:r>
          <a:endParaRPr lang="uk-UA" sz="1600" kern="1200" dirty="0"/>
        </a:p>
      </dsp:txBody>
      <dsp:txXfrm>
        <a:off x="391814" y="2652935"/>
        <a:ext cx="4051372" cy="530531"/>
      </dsp:txXfrm>
    </dsp:sp>
    <dsp:sp modelId="{89DD5F06-236F-4274-8DF0-EA09515AB2F0}">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FCEC8-B25B-4B27-9997-FE77632DE062}">
      <dsp:nvSpPr>
        <dsp:cNvPr id="0" name=""/>
        <dsp:cNvSpPr/>
      </dsp:nvSpPr>
      <dsp:spPr>
        <a:xfrm>
          <a:off x="0" y="84199"/>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err="1"/>
            <a:t>знелюднення</a:t>
          </a:r>
          <a:r>
            <a:rPr lang="uk-UA" sz="1600" b="0" i="0" kern="1200" dirty="0"/>
            <a:t> частини Правобережної України, руйнація козацької столиці</a:t>
          </a:r>
          <a:endParaRPr lang="uk-UA" sz="1600" kern="1200" dirty="0"/>
        </a:p>
      </dsp:txBody>
      <dsp:txXfrm>
        <a:off x="30157" y="114356"/>
        <a:ext cx="4428340" cy="557446"/>
      </dsp:txXfrm>
    </dsp:sp>
    <dsp:sp modelId="{90FCB221-DDCC-4AEE-B069-887A677049FE}">
      <dsp:nvSpPr>
        <dsp:cNvPr id="0" name=""/>
        <dsp:cNvSpPr/>
      </dsp:nvSpPr>
      <dsp:spPr>
        <a:xfrm>
          <a:off x="0" y="74804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початок війни Московського царства проти Гетьманщини</a:t>
          </a:r>
          <a:endParaRPr lang="uk-UA" sz="1600" kern="1200" dirty="0"/>
        </a:p>
      </dsp:txBody>
      <dsp:txXfrm>
        <a:off x="30157" y="778197"/>
        <a:ext cx="4428340" cy="557446"/>
      </dsp:txXfrm>
    </dsp:sp>
    <dsp:sp modelId="{00CCDAE3-C9E8-4243-BBF7-6426E60F5364}">
      <dsp:nvSpPr>
        <dsp:cNvPr id="0" name=""/>
        <dsp:cNvSpPr/>
      </dsp:nvSpPr>
      <dsp:spPr>
        <a:xfrm>
          <a:off x="0" y="141188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поділ території Гетьманщини між Річчю Посполитою та Московським царством</a:t>
          </a:r>
          <a:endParaRPr lang="uk-UA" sz="1600" kern="1200"/>
        </a:p>
      </dsp:txBody>
      <dsp:txXfrm>
        <a:off x="30157" y="1442037"/>
        <a:ext cx="4428340" cy="557446"/>
      </dsp:txXfrm>
    </dsp:sp>
    <dsp:sp modelId="{5709DB35-820E-4E73-8D34-428DE21F171B}">
      <dsp:nvSpPr>
        <dsp:cNvPr id="0" name=""/>
        <dsp:cNvSpPr/>
      </dsp:nvSpPr>
      <dsp:spPr>
        <a:xfrm>
          <a:off x="0" y="207572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пошук Б. Хмельницьким нових союзників у боротьбі з Річчю Посполитою</a:t>
          </a:r>
          <a:endParaRPr lang="uk-UA" sz="1600" kern="1200"/>
        </a:p>
      </dsp:txBody>
      <dsp:txXfrm>
        <a:off x="30157" y="2105877"/>
        <a:ext cx="4428340" cy="557446"/>
      </dsp:txXfrm>
    </dsp:sp>
    <dsp:sp modelId="{CC1D3886-29B4-4918-819D-E53D48FA162F}">
      <dsp:nvSpPr>
        <dsp:cNvPr id="0" name=""/>
        <dsp:cNvSpPr/>
      </dsp:nvSpPr>
      <dsp:spPr>
        <a:xfrm>
          <a:off x="0" y="273956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перехід Лівобережної Гетьманщини під протекторат Османської імперії</a:t>
          </a:r>
          <a:endParaRPr lang="uk-UA" sz="1600" kern="1200" dirty="0"/>
        </a:p>
      </dsp:txBody>
      <dsp:txXfrm>
        <a:off x="30157" y="2769717"/>
        <a:ext cx="4428340" cy="557446"/>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9B2BC1-0902-41A5-9C2B-5A70AA739E6E}">
      <dsp:nvSpPr>
        <dsp:cNvPr id="0" name=""/>
        <dsp:cNvSpPr/>
      </dsp:nvSpPr>
      <dsp:spPr>
        <a:xfrm>
          <a:off x="0" y="36122"/>
          <a:ext cx="4488654" cy="81168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a:t>дія права займанщини</a:t>
          </a:r>
          <a:endParaRPr lang="uk-UA" sz="1500" kern="1200"/>
        </a:p>
      </dsp:txBody>
      <dsp:txXfrm>
        <a:off x="39623" y="75745"/>
        <a:ext cx="4409408" cy="732441"/>
      </dsp:txXfrm>
    </dsp:sp>
    <dsp:sp modelId="{ADE9DA41-6C08-429E-8DA8-5863C711708F}">
      <dsp:nvSpPr>
        <dsp:cNvPr id="0" name=""/>
        <dsp:cNvSpPr/>
      </dsp:nvSpPr>
      <dsp:spPr>
        <a:xfrm>
          <a:off x="0" y="891009"/>
          <a:ext cx="4488654" cy="81168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відсутність</a:t>
          </a:r>
          <a:r>
            <a:rPr lang="ru-RU" sz="1500" b="0" i="0" kern="1200" dirty="0"/>
            <a:t> посади </a:t>
          </a:r>
          <a:r>
            <a:rPr lang="ru-RU" sz="1500" b="0" i="0" kern="1200" dirty="0" err="1"/>
            <a:t>гетьмана</a:t>
          </a:r>
          <a:endParaRPr lang="uk-UA" sz="1500" kern="1200" dirty="0"/>
        </a:p>
      </dsp:txBody>
      <dsp:txXfrm>
        <a:off x="39623" y="930632"/>
        <a:ext cx="4409408" cy="732441"/>
      </dsp:txXfrm>
    </dsp:sp>
    <dsp:sp modelId="{D28E8CFF-A7F6-4505-A68A-0FC3DDF01562}">
      <dsp:nvSpPr>
        <dsp:cNvPr id="0" name=""/>
        <dsp:cNvSpPr/>
      </dsp:nvSpPr>
      <dsp:spPr>
        <a:xfrm>
          <a:off x="0" y="1745897"/>
          <a:ext cx="4488654" cy="81168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існування</a:t>
          </a:r>
          <a:r>
            <a:rPr lang="ru-RU" sz="1500" b="0" i="0" kern="1200" dirty="0"/>
            <a:t> </a:t>
          </a:r>
          <a:r>
            <a:rPr lang="ru-RU" sz="1500" b="0" i="0" kern="1200" dirty="0" err="1"/>
            <a:t>полково</a:t>
          </a:r>
          <a:r>
            <a:rPr lang="ru-RU" sz="1500" b="0" i="0" kern="1200" dirty="0"/>
            <a:t>-сотенного устрою</a:t>
          </a:r>
          <a:endParaRPr lang="uk-UA" sz="1500" kern="1200" dirty="0"/>
        </a:p>
      </dsp:txBody>
      <dsp:txXfrm>
        <a:off x="39623" y="1785520"/>
        <a:ext cx="4409408" cy="732441"/>
      </dsp:txXfrm>
    </dsp:sp>
    <dsp:sp modelId="{83FBB932-15AE-4EA5-B444-393E81CD6617}">
      <dsp:nvSpPr>
        <dsp:cNvPr id="0" name=""/>
        <dsp:cNvSpPr/>
      </dsp:nvSpPr>
      <dsp:spPr>
        <a:xfrm>
          <a:off x="0" y="2600785"/>
          <a:ext cx="4488654" cy="811687"/>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зобов’язання</a:t>
          </a:r>
          <a:r>
            <a:rPr lang="ru-RU" sz="1500" b="0" i="0" kern="1200" dirty="0"/>
            <a:t> </a:t>
          </a:r>
          <a:r>
            <a:rPr lang="ru-RU" sz="1500" b="0" i="0" kern="1200" dirty="0" err="1"/>
            <a:t>українських</a:t>
          </a:r>
          <a:r>
            <a:rPr lang="ru-RU" sz="1500" b="0" i="0" kern="1200" dirty="0"/>
            <a:t> </a:t>
          </a:r>
          <a:r>
            <a:rPr lang="ru-RU" sz="1500" b="0" i="0" kern="1200" dirty="0" err="1"/>
            <a:t>переселенців</a:t>
          </a:r>
          <a:r>
            <a:rPr lang="ru-RU" sz="1500" b="0" i="0" kern="1200" dirty="0"/>
            <a:t> </a:t>
          </a:r>
          <a:r>
            <a:rPr lang="ru-RU" sz="1500" b="0" i="0" kern="1200" dirty="0" err="1"/>
            <a:t>сплачувати</a:t>
          </a:r>
          <a:r>
            <a:rPr lang="ru-RU" sz="1500" b="0" i="0" kern="1200" dirty="0"/>
            <a:t> </a:t>
          </a:r>
          <a:r>
            <a:rPr lang="ru-RU" sz="1500" b="0" i="0" kern="1200" dirty="0" err="1"/>
            <a:t>податок</a:t>
          </a:r>
          <a:r>
            <a:rPr lang="ru-RU" sz="1500" b="0" i="0" kern="1200" dirty="0"/>
            <a:t> на землю та </a:t>
          </a:r>
          <a:r>
            <a:rPr lang="ru-RU" sz="1500" b="0" i="0" kern="1200" dirty="0" err="1"/>
            <a:t>господарські</a:t>
          </a:r>
          <a:r>
            <a:rPr lang="ru-RU" sz="1500" b="0" i="0" kern="1200" dirty="0"/>
            <a:t> </a:t>
          </a:r>
          <a:r>
            <a:rPr lang="ru-RU" sz="1500" b="0" i="0" kern="1200" dirty="0" err="1"/>
            <a:t>промисли</a:t>
          </a:r>
          <a:endParaRPr lang="uk-UA" sz="1500" kern="1200" dirty="0"/>
        </a:p>
      </dsp:txBody>
      <dsp:txXfrm>
        <a:off x="39623" y="2640408"/>
        <a:ext cx="4409408" cy="73244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60BE85-D91C-45E5-90B4-BEDFFCAB6040}">
      <dsp:nvSpPr>
        <dsp:cNvPr id="0" name=""/>
        <dsp:cNvSpPr/>
      </dsp:nvSpPr>
      <dsp:spPr>
        <a:xfrm>
          <a:off x="0" y="34300"/>
          <a:ext cx="4488654" cy="10859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dirty="0" err="1"/>
            <a:t>поширення</a:t>
          </a:r>
          <a:r>
            <a:rPr lang="ru-RU" sz="2000" kern="1200" dirty="0"/>
            <a:t> в </a:t>
          </a:r>
          <a:r>
            <a:rPr lang="ru-RU" sz="2000" kern="1200" dirty="0" err="1"/>
            <a:t>більшості</a:t>
          </a:r>
          <a:r>
            <a:rPr lang="ru-RU" sz="2000" kern="1200" dirty="0"/>
            <a:t> </a:t>
          </a:r>
          <a:r>
            <a:rPr lang="ru-RU" sz="2000" kern="1200" dirty="0" err="1"/>
            <a:t>міст</a:t>
          </a:r>
          <a:r>
            <a:rPr lang="ru-RU" sz="2000" kern="1200" dirty="0"/>
            <a:t> </a:t>
          </a:r>
          <a:r>
            <a:rPr lang="ru-RU" sz="2000" kern="1200" dirty="0" err="1"/>
            <a:t>магдебурзького</a:t>
          </a:r>
          <a:r>
            <a:rPr lang="ru-RU" sz="2000" kern="1200" dirty="0"/>
            <a:t> права</a:t>
          </a:r>
          <a:endParaRPr lang="uk-UA" sz="2000" kern="1200" dirty="0"/>
        </a:p>
      </dsp:txBody>
      <dsp:txXfrm>
        <a:off x="53010" y="87310"/>
        <a:ext cx="4382634" cy="979886"/>
      </dsp:txXfrm>
    </dsp:sp>
    <dsp:sp modelId="{5E87100D-DBD1-4E5A-BAB6-082E0EB3AB0E}">
      <dsp:nvSpPr>
        <dsp:cNvPr id="0" name=""/>
        <dsp:cNvSpPr/>
      </dsp:nvSpPr>
      <dsp:spPr>
        <a:xfrm>
          <a:off x="0" y="1177806"/>
          <a:ext cx="4488654" cy="10859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a:t>заборона московським «служилим людям» бути власниками земельних ділянок</a:t>
          </a:r>
          <a:endParaRPr lang="uk-UA" sz="2000" kern="1200"/>
        </a:p>
      </dsp:txBody>
      <dsp:txXfrm>
        <a:off x="53010" y="1230816"/>
        <a:ext cx="4382634" cy="979886"/>
      </dsp:txXfrm>
    </dsp:sp>
    <dsp:sp modelId="{19E60468-19AC-4038-B15E-408397130E66}">
      <dsp:nvSpPr>
        <dsp:cNvPr id="0" name=""/>
        <dsp:cNvSpPr/>
      </dsp:nvSpPr>
      <dsp:spPr>
        <a:xfrm>
          <a:off x="0" y="2321313"/>
          <a:ext cx="4488654" cy="10859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dirty="0" err="1"/>
            <a:t>використання</a:t>
          </a:r>
          <a:r>
            <a:rPr lang="ru-RU" sz="2000" kern="1200" dirty="0"/>
            <a:t> в </a:t>
          </a:r>
          <a:r>
            <a:rPr lang="ru-RU" sz="2000" kern="1200" dirty="0" err="1"/>
            <a:t>сільськогосподарському</a:t>
          </a:r>
          <a:r>
            <a:rPr lang="ru-RU" sz="2000" kern="1200" dirty="0"/>
            <a:t> </a:t>
          </a:r>
          <a:r>
            <a:rPr lang="ru-RU" sz="2000" kern="1200" dirty="0" err="1"/>
            <a:t>виробництві</a:t>
          </a:r>
          <a:r>
            <a:rPr lang="ru-RU" sz="2000" kern="1200" dirty="0"/>
            <a:t> </a:t>
          </a:r>
          <a:r>
            <a:rPr lang="ru-RU" sz="2000" kern="1200" dirty="0" err="1"/>
            <a:t>праці</a:t>
          </a:r>
          <a:r>
            <a:rPr lang="ru-RU" sz="2000" kern="1200" dirty="0"/>
            <a:t> </a:t>
          </a:r>
          <a:r>
            <a:rPr lang="ru-RU" sz="2000" kern="1200" dirty="0" err="1"/>
            <a:t>кріпосних</a:t>
          </a:r>
          <a:r>
            <a:rPr lang="ru-RU" sz="2000" kern="1200" dirty="0"/>
            <a:t> селян</a:t>
          </a:r>
          <a:endParaRPr lang="uk-UA" sz="2000" kern="1200" dirty="0"/>
        </a:p>
      </dsp:txBody>
      <dsp:txXfrm>
        <a:off x="53010" y="2374323"/>
        <a:ext cx="4382634" cy="97988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20A58-88C4-4FB6-B97B-1FD0AB5C5647}">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45F1C2-5DE1-4C75-BFFC-46D8F5AB4F39}">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a:t>причини.</a:t>
          </a:r>
          <a:endParaRPr lang="uk-UA" sz="1800" kern="1200"/>
        </a:p>
      </dsp:txBody>
      <dsp:txXfrm>
        <a:off x="916031" y="392464"/>
        <a:ext cx="1211152" cy="1211152"/>
      </dsp:txXfrm>
    </dsp:sp>
    <dsp:sp modelId="{EABA5ECE-DB96-4DE5-84B9-5549144011C7}">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err="1"/>
            <a:t>наслідки</a:t>
          </a:r>
          <a:r>
            <a:rPr lang="ru-RU" sz="1800" b="0" i="0" kern="1200" dirty="0"/>
            <a:t>.</a:t>
          </a:r>
          <a:endParaRPr lang="uk-UA" sz="1800" kern="1200" dirty="0"/>
        </a:p>
      </dsp:txBody>
      <dsp:txXfrm>
        <a:off x="2361469" y="392464"/>
        <a:ext cx="1211152" cy="1211152"/>
      </dsp:txXfrm>
    </dsp:sp>
    <dsp:sp modelId="{500C1DAA-8E88-4F9C-A32C-EB26081734A5}">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a:t>історичне значення.</a:t>
          </a:r>
          <a:endParaRPr lang="uk-UA" sz="1800" kern="1200"/>
        </a:p>
      </dsp:txBody>
      <dsp:txXfrm>
        <a:off x="916031" y="1837902"/>
        <a:ext cx="1211152" cy="1211152"/>
      </dsp:txXfrm>
    </dsp:sp>
    <dsp:sp modelId="{77F6BCED-3012-4FF4-BC02-E5F168C3B693}">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err="1"/>
            <a:t>події</a:t>
          </a:r>
          <a:r>
            <a:rPr lang="ru-RU" sz="1800" b="0" i="0" kern="1200" dirty="0"/>
            <a:t>.</a:t>
          </a:r>
          <a:endParaRPr lang="uk-UA" sz="1800" kern="1200" dirty="0"/>
        </a:p>
      </dsp:txBody>
      <dsp:txXfrm>
        <a:off x="2361469" y="1837902"/>
        <a:ext cx="1211152" cy="1211152"/>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A4544-BABD-4FA6-8D95-8B9317AD5956}">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C09033-D817-4A00-9B3C-7BF89D1F4E18}">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5720" rIns="45720" bIns="45720" numCol="1" spcCol="1270" anchor="ctr" anchorCtr="0">
          <a:noAutofit/>
        </a:bodyPr>
        <a:lstStyle/>
        <a:p>
          <a:pPr marL="0" lvl="0" indent="0" algn="l" defTabSz="800100">
            <a:lnSpc>
              <a:spcPct val="90000"/>
            </a:lnSpc>
            <a:spcBef>
              <a:spcPct val="0"/>
            </a:spcBef>
            <a:spcAft>
              <a:spcPct val="35000"/>
            </a:spcAft>
            <a:buNone/>
          </a:pPr>
          <a:r>
            <a:rPr lang="ru-RU" sz="1800" b="0" i="0" kern="1200" dirty="0" err="1"/>
            <a:t>Генеральна</a:t>
          </a:r>
          <a:r>
            <a:rPr lang="ru-RU" sz="1800" b="0" i="0" kern="1200" dirty="0"/>
            <a:t> </a:t>
          </a:r>
          <a:r>
            <a:rPr lang="ru-RU" sz="1800" b="0" i="0" kern="1200" dirty="0" err="1"/>
            <a:t>військова</a:t>
          </a:r>
          <a:r>
            <a:rPr lang="ru-RU" sz="1800" b="0" i="0" kern="1200" dirty="0"/>
            <a:t> </a:t>
          </a:r>
          <a:r>
            <a:rPr lang="ru-RU" sz="1800" b="0" i="0" kern="1200" dirty="0" err="1"/>
            <a:t>канцелярія</a:t>
          </a:r>
          <a:endParaRPr lang="uk-UA" sz="1800" kern="1200" dirty="0"/>
        </a:p>
      </dsp:txBody>
      <dsp:txXfrm>
        <a:off x="391814" y="265127"/>
        <a:ext cx="4051372" cy="530531"/>
      </dsp:txXfrm>
    </dsp:sp>
    <dsp:sp modelId="{608C74B1-2318-439E-A31C-737C5C8FDEF8}">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6A20F9-F579-4CC5-8439-FEE6C1C213FF}">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5720" rIns="45720" bIns="45720" numCol="1" spcCol="1270" anchor="ctr" anchorCtr="0">
          <a:noAutofit/>
        </a:bodyPr>
        <a:lstStyle/>
        <a:p>
          <a:pPr marL="0" lvl="0" indent="0" algn="l" defTabSz="800100">
            <a:lnSpc>
              <a:spcPct val="90000"/>
            </a:lnSpc>
            <a:spcBef>
              <a:spcPct val="0"/>
            </a:spcBef>
            <a:spcAft>
              <a:spcPct val="35000"/>
            </a:spcAft>
            <a:buNone/>
          </a:pPr>
          <a:r>
            <a:rPr lang="ru-RU" sz="1800" b="0" i="0" kern="1200" dirty="0" err="1"/>
            <a:t>Генеральна</a:t>
          </a:r>
          <a:r>
            <a:rPr lang="ru-RU" sz="1800" b="0" i="0" kern="1200" dirty="0"/>
            <a:t> </a:t>
          </a:r>
          <a:r>
            <a:rPr lang="ru-RU" sz="1800" b="0" i="0" kern="1200" dirty="0" err="1"/>
            <a:t>військова</a:t>
          </a:r>
          <a:r>
            <a:rPr lang="ru-RU" sz="1800" b="0" i="0" kern="1200" dirty="0"/>
            <a:t> рада</a:t>
          </a:r>
          <a:endParaRPr lang="uk-UA" sz="1800" kern="1200" dirty="0"/>
        </a:p>
      </dsp:txBody>
      <dsp:txXfrm>
        <a:off x="695981" y="1061063"/>
        <a:ext cx="3747206" cy="530531"/>
      </dsp:txXfrm>
    </dsp:sp>
    <dsp:sp modelId="{49FEE19B-5512-4EB9-BE2B-AD06DED95F6E}">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A6506A-8A79-4164-9B02-5B2A1B5D3A5A}">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5720" rIns="45720" bIns="45720" numCol="1" spcCol="1270" anchor="ctr" anchorCtr="0">
          <a:noAutofit/>
        </a:bodyPr>
        <a:lstStyle/>
        <a:p>
          <a:pPr marL="0" lvl="0" indent="0" algn="l" defTabSz="800100">
            <a:lnSpc>
              <a:spcPct val="90000"/>
            </a:lnSpc>
            <a:spcBef>
              <a:spcPct val="0"/>
            </a:spcBef>
            <a:spcAft>
              <a:spcPct val="35000"/>
            </a:spcAft>
            <a:buNone/>
          </a:pPr>
          <a:r>
            <a:rPr lang="ru-RU" sz="1800" b="0" i="0" kern="1200"/>
            <a:t>Генеральний військовий суд</a:t>
          </a:r>
          <a:endParaRPr lang="uk-UA" sz="1800" kern="1200"/>
        </a:p>
      </dsp:txBody>
      <dsp:txXfrm>
        <a:off x="695981" y="1856999"/>
        <a:ext cx="3747206" cy="530531"/>
      </dsp:txXfrm>
    </dsp:sp>
    <dsp:sp modelId="{1D547A6D-A5FC-47F8-A847-8A0EE2FE8C4D}">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4BA709-CFB7-4C15-9A81-2407F4F2DC4B}">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5720" rIns="45720" bIns="45720" numCol="1" spcCol="1270" anchor="ctr" anchorCtr="0">
          <a:noAutofit/>
        </a:bodyPr>
        <a:lstStyle/>
        <a:p>
          <a:pPr marL="0" lvl="0" indent="0" algn="l" defTabSz="800100">
            <a:lnSpc>
              <a:spcPct val="90000"/>
            </a:lnSpc>
            <a:spcBef>
              <a:spcPct val="0"/>
            </a:spcBef>
            <a:spcAft>
              <a:spcPct val="35000"/>
            </a:spcAft>
            <a:buNone/>
          </a:pPr>
          <a:r>
            <a:rPr lang="ru-RU" sz="1800" b="0" i="0" kern="1200" dirty="0" err="1"/>
            <a:t>Генеральна</a:t>
          </a:r>
          <a:r>
            <a:rPr lang="ru-RU" sz="1800" b="0" i="0" kern="1200" dirty="0"/>
            <a:t> </a:t>
          </a:r>
          <a:r>
            <a:rPr lang="ru-RU" sz="1800" b="0" i="0" kern="1200" dirty="0" err="1"/>
            <a:t>скарбова</a:t>
          </a:r>
          <a:r>
            <a:rPr lang="ru-RU" sz="1800" b="0" i="0" kern="1200" dirty="0"/>
            <a:t> </a:t>
          </a:r>
          <a:r>
            <a:rPr lang="ru-RU" sz="1800" b="0" i="0" kern="1200" dirty="0" err="1"/>
            <a:t>канцелярія</a:t>
          </a:r>
          <a:endParaRPr lang="uk-UA" sz="1800" kern="1200" dirty="0"/>
        </a:p>
      </dsp:txBody>
      <dsp:txXfrm>
        <a:off x="391814" y="2652935"/>
        <a:ext cx="4051372" cy="530531"/>
      </dsp:txXfrm>
    </dsp:sp>
    <dsp:sp modelId="{CD284BBE-331B-412D-B6DE-C32C951FD0D7}">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238400-E00B-407A-98F1-C1072CDA51F4}">
      <dsp:nvSpPr>
        <dsp:cNvPr id="0" name=""/>
        <dsp:cNvSpPr/>
      </dsp:nvSpPr>
      <dsp:spPr>
        <a:xfrm>
          <a:off x="0" y="177349"/>
          <a:ext cx="4488654" cy="592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uk-UA" sz="1100" b="0" i="0" kern="1200" dirty="0"/>
            <a:t>Представницький інститут, який розглядав загальні державні справи, зокрема: затвердження міждержавних договорів, складання «статей» при обранні гетьмана.</a:t>
          </a:r>
          <a:endParaRPr lang="uk-UA" sz="1100" kern="1200" dirty="0"/>
        </a:p>
      </dsp:txBody>
      <dsp:txXfrm>
        <a:off x="28900" y="206249"/>
        <a:ext cx="4430854" cy="534220"/>
      </dsp:txXfrm>
    </dsp:sp>
    <dsp:sp modelId="{A7BB15A7-CC52-4A33-B88A-1FF88C916E58}">
      <dsp:nvSpPr>
        <dsp:cNvPr id="0" name=""/>
        <dsp:cNvSpPr/>
      </dsp:nvSpPr>
      <dsp:spPr>
        <a:xfrm>
          <a:off x="0" y="801049"/>
          <a:ext cx="4488654" cy="592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uk-UA" sz="1100" b="0" i="0" kern="1200"/>
            <a:t>Орган, що відав справами збору натуральних і грошових податків з населення, прибутками та видатками держави, військовими та ранговими маєтностями.</a:t>
          </a:r>
          <a:endParaRPr lang="uk-UA" sz="1100" kern="1200"/>
        </a:p>
      </dsp:txBody>
      <dsp:txXfrm>
        <a:off x="28900" y="829949"/>
        <a:ext cx="4430854" cy="534220"/>
      </dsp:txXfrm>
    </dsp:sp>
    <dsp:sp modelId="{91869778-B6D2-43E1-80DA-22BB227FB14C}">
      <dsp:nvSpPr>
        <dsp:cNvPr id="0" name=""/>
        <dsp:cNvSpPr/>
      </dsp:nvSpPr>
      <dsp:spPr>
        <a:xfrm>
          <a:off x="0" y="1424750"/>
          <a:ext cx="4488654" cy="592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uk-UA" sz="1100" b="0" i="0" kern="1200"/>
            <a:t>Орган, що відав створенням і ліквідацією козацьких полків на території держави, охороною кордонів, поліцейським наглядом.</a:t>
          </a:r>
          <a:endParaRPr lang="uk-UA" sz="1100" kern="1200"/>
        </a:p>
      </dsp:txBody>
      <dsp:txXfrm>
        <a:off x="28900" y="1453650"/>
        <a:ext cx="4430854" cy="534220"/>
      </dsp:txXfrm>
    </dsp:sp>
    <dsp:sp modelId="{159949A5-EA9F-4014-87A2-4627DC3CD6F6}">
      <dsp:nvSpPr>
        <dsp:cNvPr id="0" name=""/>
        <dsp:cNvSpPr/>
      </dsp:nvSpPr>
      <dsp:spPr>
        <a:xfrm>
          <a:off x="0" y="2048450"/>
          <a:ext cx="4488654" cy="592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uk-UA" sz="1100" b="0" i="0" kern="1200"/>
            <a:t>Військово-адміністративна установа, за посередництва якої гетьман здійснював управління державою, вирішувала всі поточні справи внутрішнього та міжнародного характеру.</a:t>
          </a:r>
          <a:endParaRPr lang="uk-UA" sz="1100" kern="1200"/>
        </a:p>
      </dsp:txBody>
      <dsp:txXfrm>
        <a:off x="28900" y="2077350"/>
        <a:ext cx="4430854" cy="534220"/>
      </dsp:txXfrm>
    </dsp:sp>
    <dsp:sp modelId="{5F4C5DCE-69DF-4F38-8D87-E15ED9E032CD}">
      <dsp:nvSpPr>
        <dsp:cNvPr id="0" name=""/>
        <dsp:cNvSpPr/>
      </dsp:nvSpPr>
      <dsp:spPr>
        <a:xfrm>
          <a:off x="0" y="2672150"/>
          <a:ext cx="4488654" cy="5920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uk-UA" sz="1100" b="0" i="0" kern="1200" dirty="0"/>
            <a:t>Орган, що розглядав справи осіб, які належали до генеральної старшини, а також справи про державні злочини, здійснював нагляд за виконанням універсалів гетьмана та указів царя.</a:t>
          </a:r>
          <a:endParaRPr lang="uk-UA" sz="1100" kern="1200" dirty="0"/>
        </a:p>
      </dsp:txBody>
      <dsp:txXfrm>
        <a:off x="28900" y="2701050"/>
        <a:ext cx="4430854" cy="53422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D528B3-C74D-45A5-B2F9-1F8031AD7686}">
      <dsp:nvSpPr>
        <dsp:cNvPr id="0" name=""/>
        <dsp:cNvSpPr/>
      </dsp:nvSpPr>
      <dsp:spPr>
        <a:xfrm>
          <a:off x="0" y="256577"/>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проголошення Петра Дорошенка гетьманом «обох берегів Дніпра»</a:t>
          </a:r>
          <a:endParaRPr lang="uk-UA" sz="1800" kern="1200" dirty="0"/>
        </a:p>
      </dsp:txBody>
      <dsp:txXfrm>
        <a:off x="33926" y="290503"/>
        <a:ext cx="4420802" cy="627128"/>
      </dsp:txXfrm>
    </dsp:sp>
    <dsp:sp modelId="{87D0ED7C-FBFD-4DCD-B364-E92D7EBBB870}">
      <dsp:nvSpPr>
        <dsp:cNvPr id="0" name=""/>
        <dsp:cNvSpPr/>
      </dsp:nvSpPr>
      <dsp:spPr>
        <a:xfrm>
          <a:off x="0" y="1003397"/>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підпорядкування Київської митрополії Московському патріархату</a:t>
          </a:r>
          <a:endParaRPr lang="uk-UA" sz="1800" kern="1200"/>
        </a:p>
      </dsp:txBody>
      <dsp:txXfrm>
        <a:off x="33926" y="1037323"/>
        <a:ext cx="4420802" cy="627128"/>
      </dsp:txXfrm>
    </dsp:sp>
    <dsp:sp modelId="{A40460BF-64EC-4570-86F8-70542D42413D}">
      <dsp:nvSpPr>
        <dsp:cNvPr id="0" name=""/>
        <dsp:cNvSpPr/>
      </dsp:nvSpPr>
      <dsp:spPr>
        <a:xfrm>
          <a:off x="0" y="1750217"/>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укладення між Московією і Річчю Посполитою Андрусівського перемир’я</a:t>
          </a:r>
          <a:endParaRPr lang="uk-UA" sz="1800" kern="1200"/>
        </a:p>
      </dsp:txBody>
      <dsp:txXfrm>
        <a:off x="33926" y="1784143"/>
        <a:ext cx="4420802" cy="627128"/>
      </dsp:txXfrm>
    </dsp:sp>
    <dsp:sp modelId="{2166F090-D674-4D05-93DA-EB6CEB0ACB29}">
      <dsp:nvSpPr>
        <dsp:cNvPr id="0" name=""/>
        <dsp:cNvSpPr/>
      </dsp:nvSpPr>
      <dsp:spPr>
        <a:xfrm>
          <a:off x="0" y="2497037"/>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Чигиринські походи </a:t>
          </a:r>
          <a:r>
            <a:rPr lang="uk-UA" sz="1800" b="0" i="0" kern="1200" dirty="0" err="1"/>
            <a:t>турецько</a:t>
          </a:r>
          <a:r>
            <a:rPr lang="uk-UA" sz="1800" b="0" i="0" kern="1200" dirty="0"/>
            <a:t>-татарських військ</a:t>
          </a:r>
          <a:endParaRPr lang="uk-UA" sz="1800" kern="1200" dirty="0"/>
        </a:p>
      </dsp:txBody>
      <dsp:txXfrm>
        <a:off x="33926" y="2530963"/>
        <a:ext cx="4420802" cy="627128"/>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7221B-8E46-4DC8-83CA-3C19E735748A}">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входила до складу Слобідської України.</a:t>
          </a:r>
          <a:endParaRPr lang="uk-UA" sz="2100" kern="1200"/>
        </a:p>
      </dsp:txBody>
      <dsp:txXfrm>
        <a:off x="39580" y="51537"/>
        <a:ext cx="4409494" cy="731649"/>
      </dsp:txXfrm>
    </dsp:sp>
    <dsp:sp modelId="{02374F97-6B4E-4446-A3F8-AA6B3CAB7F10}">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визнавала</a:t>
          </a:r>
          <a:r>
            <a:rPr lang="ru-RU" sz="2100" b="0" i="0" kern="1200" dirty="0"/>
            <a:t> </a:t>
          </a:r>
          <a:r>
            <a:rPr lang="ru-RU" sz="2100" b="0" i="0" kern="1200" dirty="0" err="1"/>
            <a:t>зверхність</a:t>
          </a:r>
          <a:r>
            <a:rPr lang="ru-RU" sz="2100" b="0" i="0" kern="1200" dirty="0"/>
            <a:t> </a:t>
          </a:r>
          <a:r>
            <a:rPr lang="ru-RU" sz="2100" b="0" i="0" kern="1200" dirty="0" err="1"/>
            <a:t>шведського</a:t>
          </a:r>
          <a:r>
            <a:rPr lang="ru-RU" sz="2100" b="0" i="0" kern="1200" dirty="0"/>
            <a:t> короля.</a:t>
          </a:r>
          <a:endParaRPr lang="uk-UA" sz="2100" kern="1200" dirty="0"/>
        </a:p>
      </dsp:txBody>
      <dsp:txXfrm>
        <a:off x="39580" y="922827"/>
        <a:ext cx="4409494" cy="731649"/>
      </dsp:txXfrm>
    </dsp:sp>
    <dsp:sp modelId="{A55DBF90-16BC-4F2E-82AD-61B729493680}">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виступала самостійною військово-політичною силою.</a:t>
          </a:r>
          <a:endParaRPr lang="uk-UA" sz="2100" kern="1200"/>
        </a:p>
      </dsp:txBody>
      <dsp:txXfrm>
        <a:off x="39580" y="1794117"/>
        <a:ext cx="4409494" cy="731649"/>
      </dsp:txXfrm>
    </dsp:sp>
    <dsp:sp modelId="{AD46650D-ACB6-4F1D-9CDE-CC8FE9177FC8}">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перебувала</a:t>
          </a:r>
          <a:r>
            <a:rPr lang="ru-RU" sz="2100" b="0" i="0" kern="1200" dirty="0"/>
            <a:t> </a:t>
          </a:r>
          <a:r>
            <a:rPr lang="ru-RU" sz="2100" b="0" i="0" kern="1200" dirty="0" err="1"/>
            <a:t>під</a:t>
          </a:r>
          <a:r>
            <a:rPr lang="ru-RU" sz="2100" b="0" i="0" kern="1200" dirty="0"/>
            <a:t> протекторатом </a:t>
          </a:r>
          <a:r>
            <a:rPr lang="ru-RU" sz="2100" b="0" i="0" kern="1200" dirty="0" err="1"/>
            <a:t>турецького</a:t>
          </a:r>
          <a:r>
            <a:rPr lang="ru-RU" sz="2100" b="0" i="0" kern="1200" dirty="0"/>
            <a:t> султана.</a:t>
          </a:r>
          <a:endParaRPr lang="uk-UA" sz="2100" kern="1200" dirty="0"/>
        </a:p>
      </dsp:txBody>
      <dsp:txXfrm>
        <a:off x="39580" y="2665407"/>
        <a:ext cx="4409494" cy="731649"/>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383567-7818-4EE6-9B9B-52DB62DE7552}">
      <dsp:nvSpPr>
        <dsp:cNvPr id="0" name=""/>
        <dsp:cNvSpPr/>
      </dsp:nvSpPr>
      <dsp:spPr>
        <a:xfrm>
          <a:off x="0" y="3379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a:t>
          </a:r>
          <a:r>
            <a:rPr lang="ru-RU" sz="3300" b="0" i="0" kern="1200" dirty="0" err="1"/>
            <a:t>Хмельниччина</a:t>
          </a:r>
          <a:r>
            <a:rPr lang="ru-RU" sz="3300" b="0" i="0" kern="1200" dirty="0"/>
            <a:t>»</a:t>
          </a:r>
          <a:endParaRPr lang="uk-UA" sz="3300" kern="1200" dirty="0"/>
        </a:p>
      </dsp:txBody>
      <dsp:txXfrm>
        <a:off x="37696" y="71495"/>
        <a:ext cx="4413262" cy="696808"/>
      </dsp:txXfrm>
    </dsp:sp>
    <dsp:sp modelId="{CE9CF5B9-D70B-4D09-9709-3E2B108D5177}">
      <dsp:nvSpPr>
        <dsp:cNvPr id="0" name=""/>
        <dsp:cNvSpPr/>
      </dsp:nvSpPr>
      <dsp:spPr>
        <a:xfrm>
          <a:off x="0" y="90103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«Руїна»</a:t>
          </a:r>
          <a:endParaRPr lang="uk-UA" sz="3300" kern="1200"/>
        </a:p>
      </dsp:txBody>
      <dsp:txXfrm>
        <a:off x="37696" y="938735"/>
        <a:ext cx="4413262" cy="696808"/>
      </dsp:txXfrm>
    </dsp:sp>
    <dsp:sp modelId="{FECAD26A-A1B6-4806-81C1-B6C430D872F4}">
      <dsp:nvSpPr>
        <dsp:cNvPr id="0" name=""/>
        <dsp:cNvSpPr/>
      </dsp:nvSpPr>
      <dsp:spPr>
        <a:xfrm>
          <a:off x="0" y="176828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«Великий </a:t>
          </a:r>
          <a:r>
            <a:rPr lang="ru-RU" sz="3300" b="0" i="0" kern="1200" dirty="0" err="1"/>
            <a:t>згін</a:t>
          </a:r>
          <a:r>
            <a:rPr lang="ru-RU" sz="3300" b="0" i="0" kern="1200" dirty="0"/>
            <a:t>»</a:t>
          </a:r>
          <a:endParaRPr lang="uk-UA" sz="3300" kern="1200" dirty="0"/>
        </a:p>
      </dsp:txBody>
      <dsp:txXfrm>
        <a:off x="37696" y="1805976"/>
        <a:ext cx="4413262" cy="696808"/>
      </dsp:txXfrm>
    </dsp:sp>
    <dsp:sp modelId="{B80620E3-8A4C-46E2-9616-14402D2AA9CA}">
      <dsp:nvSpPr>
        <dsp:cNvPr id="0" name=""/>
        <dsp:cNvSpPr/>
      </dsp:nvSpPr>
      <dsp:spPr>
        <a:xfrm>
          <a:off x="0" y="263552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a:t>
          </a:r>
          <a:r>
            <a:rPr lang="ru-RU" sz="3300" b="0" i="0" kern="1200" dirty="0" err="1"/>
            <a:t>Коліївщина</a:t>
          </a:r>
          <a:r>
            <a:rPr lang="ru-RU" sz="3300" b="0" i="0" kern="1200" dirty="0"/>
            <a:t>»</a:t>
          </a:r>
          <a:endParaRPr lang="uk-UA" sz="3300" kern="1200" dirty="0"/>
        </a:p>
      </dsp:txBody>
      <dsp:txXfrm>
        <a:off x="37696" y="2673216"/>
        <a:ext cx="4413262" cy="696808"/>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23390-3631-4158-8AB6-8D7A7A31DDB0}">
      <dsp:nvSpPr>
        <dsp:cNvPr id="0" name=""/>
        <dsp:cNvSpPr/>
      </dsp:nvSpPr>
      <dsp:spPr>
        <a:xfrm>
          <a:off x="0" y="136040"/>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a:t>Правобережна Україна</a:t>
          </a:r>
          <a:endParaRPr lang="uk-UA" sz="3100" kern="1200"/>
        </a:p>
      </dsp:txBody>
      <dsp:txXfrm>
        <a:off x="35411" y="171451"/>
        <a:ext cx="4417832" cy="654577"/>
      </dsp:txXfrm>
    </dsp:sp>
    <dsp:sp modelId="{F82D0ED7-60A7-4E57-8914-B63CC2B39BD8}">
      <dsp:nvSpPr>
        <dsp:cNvPr id="0" name=""/>
        <dsp:cNvSpPr/>
      </dsp:nvSpPr>
      <dsp:spPr>
        <a:xfrm>
          <a:off x="0" y="950720"/>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a:t>Південна Україна</a:t>
          </a:r>
          <a:endParaRPr lang="uk-UA" sz="3100" kern="1200"/>
        </a:p>
      </dsp:txBody>
      <dsp:txXfrm>
        <a:off x="35411" y="986131"/>
        <a:ext cx="4417832" cy="654577"/>
      </dsp:txXfrm>
    </dsp:sp>
    <dsp:sp modelId="{76404D2F-B4D1-440D-9133-811E3750997A}">
      <dsp:nvSpPr>
        <dsp:cNvPr id="0" name=""/>
        <dsp:cNvSpPr/>
      </dsp:nvSpPr>
      <dsp:spPr>
        <a:xfrm>
          <a:off x="0" y="1765400"/>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dirty="0" err="1"/>
            <a:t>Слобідська</a:t>
          </a:r>
          <a:r>
            <a:rPr lang="ru-RU" sz="3100" b="0" i="0" kern="1200" dirty="0"/>
            <a:t> </a:t>
          </a:r>
          <a:r>
            <a:rPr lang="ru-RU" sz="3100" b="0" i="0" kern="1200" dirty="0" err="1"/>
            <a:t>Україна</a:t>
          </a:r>
          <a:endParaRPr lang="uk-UA" sz="3100" kern="1200" dirty="0"/>
        </a:p>
      </dsp:txBody>
      <dsp:txXfrm>
        <a:off x="35411" y="1800811"/>
        <a:ext cx="4417832" cy="654577"/>
      </dsp:txXfrm>
    </dsp:sp>
    <dsp:sp modelId="{F96707CB-5118-430D-ACBA-56B099C8866A}">
      <dsp:nvSpPr>
        <dsp:cNvPr id="0" name=""/>
        <dsp:cNvSpPr/>
      </dsp:nvSpPr>
      <dsp:spPr>
        <a:xfrm>
          <a:off x="0" y="2580080"/>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dirty="0" err="1"/>
            <a:t>Лівобережна</a:t>
          </a:r>
          <a:r>
            <a:rPr lang="ru-RU" sz="3100" b="0" i="0" kern="1200" dirty="0"/>
            <a:t> </a:t>
          </a:r>
          <a:r>
            <a:rPr lang="ru-RU" sz="3100" b="0" i="0" kern="1200" dirty="0" err="1"/>
            <a:t>Україна</a:t>
          </a:r>
          <a:endParaRPr lang="uk-UA" sz="3100" kern="1200" dirty="0"/>
        </a:p>
      </dsp:txBody>
      <dsp:txXfrm>
        <a:off x="35411" y="2615491"/>
        <a:ext cx="4417832" cy="65457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76174-13A9-44BC-8139-B759D8A66AC6}">
      <dsp:nvSpPr>
        <dsp:cNvPr id="0" name=""/>
        <dsp:cNvSpPr/>
      </dsp:nvSpPr>
      <dsp:spPr>
        <a:xfrm>
          <a:off x="0" y="106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початок заселення території Дикого Поля українськими селянами-утікачами з Правобережної України та запорозькими козаками</a:t>
          </a:r>
          <a:endParaRPr lang="uk-UA" sz="2000" kern="1200" dirty="0"/>
        </a:p>
      </dsp:txBody>
      <dsp:txXfrm>
        <a:off x="82245" y="92942"/>
        <a:ext cx="4324164" cy="1520310"/>
      </dsp:txXfrm>
    </dsp:sp>
    <dsp:sp modelId="{C52D35FA-4F2C-41AB-A158-479B2532E216}">
      <dsp:nvSpPr>
        <dsp:cNvPr id="0" name=""/>
        <dsp:cNvSpPr/>
      </dsp:nvSpPr>
      <dsp:spPr>
        <a:xfrm>
          <a:off x="0" y="1753097"/>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активізація переселенського руху, основою якого були селяни та міщани Лівобережної України, які рятувалися від утисків польських магнатів</a:t>
          </a:r>
          <a:endParaRPr lang="uk-UA" sz="2000" kern="1200" dirty="0"/>
        </a:p>
      </dsp:txBody>
      <dsp:txXfrm>
        <a:off x="82245" y="1835342"/>
        <a:ext cx="4324164" cy="152031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4A6AAD-77B3-4F69-ABD6-EED8973D888B}">
      <dsp:nvSpPr>
        <dsp:cNvPr id="0" name=""/>
        <dsp:cNvSpPr/>
      </dsp:nvSpPr>
      <dsp:spPr>
        <a:xfrm>
          <a:off x="0" y="7159"/>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kern="1200" dirty="0"/>
            <a:t>нова хвиля переселенців із Правобережної та Лівобережної України, пов’язана зі складними суспільно-політичними обставинами доби Руїни</a:t>
          </a:r>
        </a:p>
      </dsp:txBody>
      <dsp:txXfrm>
        <a:off x="82245" y="89404"/>
        <a:ext cx="4324164" cy="1520310"/>
      </dsp:txXfrm>
    </dsp:sp>
    <dsp:sp modelId="{A2B48EFF-8728-44D5-A685-272378054EAA}">
      <dsp:nvSpPr>
        <dsp:cNvPr id="0" name=""/>
        <dsp:cNvSpPr/>
      </dsp:nvSpPr>
      <dsp:spPr>
        <a:xfrm>
          <a:off x="0" y="1749560"/>
          <a:ext cx="4488654" cy="16848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kern="1200" dirty="0"/>
            <a:t>Обмеження переселенського руху з Правобережної України владою Московського царства у зв’язку з ускладненням відносин із Річчю Посполитою</a:t>
          </a:r>
        </a:p>
      </dsp:txBody>
      <dsp:txXfrm>
        <a:off x="82245" y="1831805"/>
        <a:ext cx="4324164" cy="152031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3D0A3-A438-4D32-AD1A-F36B7D32EDD7}">
      <dsp:nvSpPr>
        <dsp:cNvPr id="0" name=""/>
        <dsp:cNvSpPr/>
      </dsp:nvSpPr>
      <dsp:spPr>
        <a:xfrm rot="10800000">
          <a:off x="927513" y="825"/>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Лівобережної України</a:t>
          </a:r>
          <a:endParaRPr lang="uk-UA" sz="2000" kern="1200"/>
        </a:p>
      </dsp:txBody>
      <dsp:txXfrm rot="10800000">
        <a:off x="1103177" y="825"/>
        <a:ext cx="2809290" cy="702656"/>
      </dsp:txXfrm>
    </dsp:sp>
    <dsp:sp modelId="{8A903710-BA71-4D52-89F7-C12708581BA3}">
      <dsp:nvSpPr>
        <dsp:cNvPr id="0" name=""/>
        <dsp:cNvSpPr/>
      </dsp:nvSpPr>
      <dsp:spPr>
        <a:xfrm>
          <a:off x="576185" y="825"/>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FDBE37-5EBD-4276-A9C3-3890E9D95B85}">
      <dsp:nvSpPr>
        <dsp:cNvPr id="0" name=""/>
        <dsp:cNvSpPr/>
      </dsp:nvSpPr>
      <dsp:spPr>
        <a:xfrm rot="10800000">
          <a:off x="927513" y="913229"/>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Слобідської України</a:t>
          </a:r>
          <a:endParaRPr lang="uk-UA" sz="2000" kern="1200" dirty="0"/>
        </a:p>
      </dsp:txBody>
      <dsp:txXfrm rot="10800000">
        <a:off x="1103177" y="913229"/>
        <a:ext cx="2809290" cy="702656"/>
      </dsp:txXfrm>
    </dsp:sp>
    <dsp:sp modelId="{981F82C3-9283-46F6-9F39-73AABC4894B8}">
      <dsp:nvSpPr>
        <dsp:cNvPr id="0" name=""/>
        <dsp:cNvSpPr/>
      </dsp:nvSpPr>
      <dsp:spPr>
        <a:xfrm>
          <a:off x="576185" y="913229"/>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DF58E0-5744-4F29-9503-9364C8669BF6}">
      <dsp:nvSpPr>
        <dsp:cNvPr id="0" name=""/>
        <dsp:cNvSpPr/>
      </dsp:nvSpPr>
      <dsp:spPr>
        <a:xfrm rot="10800000">
          <a:off x="927513" y="1825634"/>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Південної України</a:t>
          </a:r>
          <a:endParaRPr lang="uk-UA" sz="2000" kern="1200"/>
        </a:p>
      </dsp:txBody>
      <dsp:txXfrm rot="10800000">
        <a:off x="1103177" y="1825634"/>
        <a:ext cx="2809290" cy="702656"/>
      </dsp:txXfrm>
    </dsp:sp>
    <dsp:sp modelId="{0AB1A534-91B2-4293-865B-486CF1FB174F}">
      <dsp:nvSpPr>
        <dsp:cNvPr id="0" name=""/>
        <dsp:cNvSpPr/>
      </dsp:nvSpPr>
      <dsp:spPr>
        <a:xfrm>
          <a:off x="576185" y="1825634"/>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416135-50CB-4D26-B689-6FE6846E4061}">
      <dsp:nvSpPr>
        <dsp:cNvPr id="0" name=""/>
        <dsp:cNvSpPr/>
      </dsp:nvSpPr>
      <dsp:spPr>
        <a:xfrm rot="10800000">
          <a:off x="927513" y="2738038"/>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Правобережної України</a:t>
          </a:r>
          <a:endParaRPr lang="uk-UA" sz="2000" kern="1200" dirty="0"/>
        </a:p>
      </dsp:txBody>
      <dsp:txXfrm rot="10800000">
        <a:off x="1103177" y="2738038"/>
        <a:ext cx="2809290" cy="702656"/>
      </dsp:txXfrm>
    </dsp:sp>
    <dsp:sp modelId="{FBE3CE3F-8369-4C6D-8B21-3E50DA02B644}">
      <dsp:nvSpPr>
        <dsp:cNvPr id="0" name=""/>
        <dsp:cNvSpPr/>
      </dsp:nvSpPr>
      <dsp:spPr>
        <a:xfrm>
          <a:off x="576185" y="2738038"/>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6D065-DD8A-4EEE-92C7-1D5A3239448E}">
      <dsp:nvSpPr>
        <dsp:cNvPr id="0" name=""/>
        <dsp:cNvSpPr/>
      </dsp:nvSpPr>
      <dsp:spPr>
        <a:xfrm>
          <a:off x="0" y="8995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«героїчних (морських) походів козаків»</a:t>
          </a:r>
          <a:endParaRPr lang="uk-UA" sz="2000" kern="1200"/>
        </a:p>
      </dsp:txBody>
      <dsp:txXfrm>
        <a:off x="37696" y="127655"/>
        <a:ext cx="4413262" cy="696808"/>
      </dsp:txXfrm>
    </dsp:sp>
    <dsp:sp modelId="{65DCA65D-E396-4CC2-9895-68C02CBF1CC7}">
      <dsp:nvSpPr>
        <dsp:cNvPr id="0" name=""/>
        <dsp:cNvSpPr/>
      </dsp:nvSpPr>
      <dsp:spPr>
        <a:xfrm>
          <a:off x="0" y="91976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козацько-селянських повстань 20–30-х рр. Х</a:t>
          </a:r>
          <a:r>
            <a:rPr lang="en-US" sz="2000" b="0" i="0" kern="1200" dirty="0"/>
            <a:t>V</a:t>
          </a:r>
          <a:r>
            <a:rPr lang="uk-UA" sz="2000" b="0" i="0" kern="1200" dirty="0"/>
            <a:t>ІІ ст.</a:t>
          </a:r>
          <a:endParaRPr lang="uk-UA" sz="2000" kern="1200" dirty="0"/>
        </a:p>
      </dsp:txBody>
      <dsp:txXfrm>
        <a:off x="37696" y="957456"/>
        <a:ext cx="4413262" cy="696808"/>
      </dsp:txXfrm>
    </dsp:sp>
    <dsp:sp modelId="{7A12B012-BFC4-4F97-921C-F09F2B348DB7}">
      <dsp:nvSpPr>
        <dsp:cNvPr id="0" name=""/>
        <dsp:cNvSpPr/>
      </dsp:nvSpPr>
      <dsp:spPr>
        <a:xfrm>
          <a:off x="0" y="174956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«руйнування» Української козацької держави — Гетьманщини</a:t>
          </a:r>
          <a:endParaRPr lang="uk-UA" sz="2000" kern="1200"/>
        </a:p>
      </dsp:txBody>
      <dsp:txXfrm>
        <a:off x="37696" y="1787256"/>
        <a:ext cx="4413262" cy="696808"/>
      </dsp:txXfrm>
    </dsp:sp>
    <dsp:sp modelId="{FB67EBE1-3837-4C34-986C-0EB5398D7E01}">
      <dsp:nvSpPr>
        <dsp:cNvPr id="0" name=""/>
        <dsp:cNvSpPr/>
      </dsp:nvSpPr>
      <dsp:spPr>
        <a:xfrm>
          <a:off x="0" y="257936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dirty="0"/>
            <a:t>Національно-визвольної війни під проводом Б. Хмельницького</a:t>
          </a:r>
          <a:endParaRPr lang="uk-UA" sz="2000" kern="1200" dirty="0"/>
        </a:p>
      </dsp:txBody>
      <dsp:txXfrm>
        <a:off x="37696" y="2617056"/>
        <a:ext cx="4413262" cy="696808"/>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860D9-30D5-43E2-9245-2C2D84D46538}">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420F62-2787-4D3E-8F2C-98540105886F}">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«займанщина»</a:t>
          </a:r>
          <a:endParaRPr lang="uk-UA" sz="2800" kern="1200"/>
        </a:p>
      </dsp:txBody>
      <dsp:txXfrm>
        <a:off x="391814" y="265127"/>
        <a:ext cx="4051372" cy="530531"/>
      </dsp:txXfrm>
    </dsp:sp>
    <dsp:sp modelId="{11374F3E-F903-4A2A-8A20-0999E93925ED}">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69001A-DD9F-4330-A816-D056E7079853}">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«паланка»</a:t>
          </a:r>
          <a:endParaRPr lang="uk-UA" sz="2800" kern="1200"/>
        </a:p>
      </dsp:txBody>
      <dsp:txXfrm>
        <a:off x="695981" y="1061063"/>
        <a:ext cx="3747206" cy="530531"/>
      </dsp:txXfrm>
    </dsp:sp>
    <dsp:sp modelId="{F8128432-7AFC-430B-90A2-8590C1914D12}">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F1E397-7C19-4A84-821B-EA9FEB117F76}">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«зимівник»</a:t>
          </a:r>
          <a:endParaRPr lang="uk-UA" sz="2800" kern="1200"/>
        </a:p>
      </dsp:txBody>
      <dsp:txXfrm>
        <a:off x="695981" y="1856999"/>
        <a:ext cx="3747206" cy="530531"/>
      </dsp:txXfrm>
    </dsp:sp>
    <dsp:sp modelId="{D67C7E89-B00B-4911-B2A3-5F715CE613E8}">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04F904-E32B-469E-854A-0A410B450CCB}">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dirty="0"/>
            <a:t>«панщина»</a:t>
          </a:r>
          <a:endParaRPr lang="uk-UA" sz="2800" kern="1200" dirty="0"/>
        </a:p>
      </dsp:txBody>
      <dsp:txXfrm>
        <a:off x="391814" y="2652935"/>
        <a:ext cx="4051372" cy="530531"/>
      </dsp:txXfrm>
    </dsp:sp>
    <dsp:sp modelId="{042CB754-FB00-4B15-A8C9-ABB83E2A24A1}">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F5C3A-D16E-4F61-AC8B-741C8DB89A1B}">
      <dsp:nvSpPr>
        <dsp:cNvPr id="0" name=""/>
        <dsp:cNvSpPr/>
      </dsp:nvSpPr>
      <dsp:spPr>
        <a:xfrm>
          <a:off x="0" y="186484"/>
          <a:ext cx="4488654" cy="5791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військова</a:t>
          </a:r>
          <a:r>
            <a:rPr lang="ru-RU" sz="1500" b="0" i="0" kern="1200" dirty="0"/>
            <a:t>, </a:t>
          </a:r>
          <a:r>
            <a:rPr lang="ru-RU" sz="1500" b="0" i="0" kern="1200" dirty="0" err="1"/>
            <a:t>адміністративно-територіальна</a:t>
          </a:r>
          <a:r>
            <a:rPr lang="ru-RU" sz="1500" b="0" i="0" kern="1200" dirty="0"/>
            <a:t>, </a:t>
          </a:r>
          <a:r>
            <a:rPr lang="ru-RU" sz="1500" b="0" i="0" kern="1200" dirty="0" err="1"/>
            <a:t>господарська</a:t>
          </a:r>
          <a:r>
            <a:rPr lang="ru-RU" sz="1500" b="0" i="0" kern="1200" dirty="0"/>
            <a:t> </a:t>
          </a:r>
          <a:r>
            <a:rPr lang="ru-RU" sz="1500" b="0" i="0" kern="1200" dirty="0" err="1"/>
            <a:t>одиниця</a:t>
          </a:r>
          <a:r>
            <a:rPr lang="ru-RU" sz="1500" b="0" i="0" kern="1200" dirty="0"/>
            <a:t> </a:t>
          </a:r>
          <a:r>
            <a:rPr lang="ru-RU" sz="1500" b="0" i="0" kern="1200" dirty="0" err="1"/>
            <a:t>Запорозької</a:t>
          </a:r>
          <a:r>
            <a:rPr lang="ru-RU" sz="1500" b="0" i="0" kern="1200" dirty="0"/>
            <a:t> (</a:t>
          </a:r>
          <a:r>
            <a:rPr lang="ru-RU" sz="1500" b="0" i="0" kern="1200" dirty="0" err="1"/>
            <a:t>Нової</a:t>
          </a:r>
          <a:r>
            <a:rPr lang="ru-RU" sz="1500" b="0" i="0" kern="1200" dirty="0"/>
            <a:t>) </a:t>
          </a:r>
          <a:r>
            <a:rPr lang="ru-RU" sz="1500" b="0" i="0" kern="1200" dirty="0" err="1"/>
            <a:t>Січі</a:t>
          </a:r>
          <a:endParaRPr lang="uk-UA" sz="1500" kern="1200" dirty="0"/>
        </a:p>
      </dsp:txBody>
      <dsp:txXfrm>
        <a:off x="28272" y="214756"/>
        <a:ext cx="4432110" cy="522605"/>
      </dsp:txXfrm>
    </dsp:sp>
    <dsp:sp modelId="{0FA0CED2-CAC4-424C-800E-90789473C9CC}">
      <dsp:nvSpPr>
        <dsp:cNvPr id="0" name=""/>
        <dsp:cNvSpPr/>
      </dsp:nvSpPr>
      <dsp:spPr>
        <a:xfrm>
          <a:off x="0" y="808834"/>
          <a:ext cx="4488654" cy="5791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a:t>форма </a:t>
          </a:r>
          <a:r>
            <a:rPr lang="ru-RU" sz="1500" b="0" i="0" kern="1200" dirty="0" err="1"/>
            <a:t>визиску</a:t>
          </a:r>
          <a:r>
            <a:rPr lang="ru-RU" sz="1500" b="0" i="0" kern="1200" dirty="0"/>
            <a:t> селянства, </a:t>
          </a:r>
          <a:r>
            <a:rPr lang="ru-RU" sz="1500" b="0" i="0" kern="1200" dirty="0" err="1"/>
            <a:t>примусове</a:t>
          </a:r>
          <a:r>
            <a:rPr lang="ru-RU" sz="1500" b="0" i="0" kern="1200" dirty="0"/>
            <a:t> </a:t>
          </a:r>
          <a:r>
            <a:rPr lang="ru-RU" sz="1500" b="0" i="0" kern="1200" dirty="0" err="1"/>
            <a:t>виконання</a:t>
          </a:r>
          <a:r>
            <a:rPr lang="ru-RU" sz="1500" b="0" i="0" kern="1200" dirty="0"/>
            <a:t> </a:t>
          </a:r>
          <a:r>
            <a:rPr lang="ru-RU" sz="1500" b="0" i="0" kern="1200" dirty="0" err="1"/>
            <a:t>певного</a:t>
          </a:r>
          <a:r>
            <a:rPr lang="ru-RU" sz="1500" b="0" i="0" kern="1200" dirty="0"/>
            <a:t> </a:t>
          </a:r>
          <a:r>
            <a:rPr lang="ru-RU" sz="1500" b="0" i="0" kern="1200" dirty="0" err="1"/>
            <a:t>обсягу</a:t>
          </a:r>
          <a:r>
            <a:rPr lang="ru-RU" sz="1500" b="0" i="0" kern="1200" dirty="0"/>
            <a:t> </a:t>
          </a:r>
          <a:r>
            <a:rPr lang="ru-RU" sz="1500" b="0" i="0" kern="1200" dirty="0" err="1"/>
            <a:t>робіт</a:t>
          </a:r>
          <a:r>
            <a:rPr lang="ru-RU" sz="1500" b="0" i="0" kern="1200" dirty="0"/>
            <a:t> на </a:t>
          </a:r>
          <a:r>
            <a:rPr lang="ru-RU" sz="1500" b="0" i="0" kern="1200" dirty="0" err="1"/>
            <a:t>користь</a:t>
          </a:r>
          <a:r>
            <a:rPr lang="ru-RU" sz="1500" b="0" i="0" kern="1200" dirty="0"/>
            <a:t> </a:t>
          </a:r>
          <a:r>
            <a:rPr lang="ru-RU" sz="1500" b="0" i="0" kern="1200" dirty="0" err="1"/>
            <a:t>землевласника</a:t>
          </a:r>
          <a:endParaRPr lang="uk-UA" sz="1500" kern="1200" dirty="0"/>
        </a:p>
      </dsp:txBody>
      <dsp:txXfrm>
        <a:off x="28272" y="837106"/>
        <a:ext cx="4432110" cy="522605"/>
      </dsp:txXfrm>
    </dsp:sp>
    <dsp:sp modelId="{30A4E07E-3755-45A5-A41B-C68A676FFBB0}">
      <dsp:nvSpPr>
        <dsp:cNvPr id="0" name=""/>
        <dsp:cNvSpPr/>
      </dsp:nvSpPr>
      <dsp:spPr>
        <a:xfrm>
          <a:off x="0" y="1431185"/>
          <a:ext cx="4488654" cy="5791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a:t>система правових норм, що визначала залежність селянина від феодала</a:t>
          </a:r>
          <a:endParaRPr lang="uk-UA" sz="1500" kern="1200"/>
        </a:p>
      </dsp:txBody>
      <dsp:txXfrm>
        <a:off x="28272" y="1459457"/>
        <a:ext cx="4432110" cy="522605"/>
      </dsp:txXfrm>
    </dsp:sp>
    <dsp:sp modelId="{2785AE5B-5E4F-4CAE-B55A-34E108516019}">
      <dsp:nvSpPr>
        <dsp:cNvPr id="0" name=""/>
        <dsp:cNvSpPr/>
      </dsp:nvSpPr>
      <dsp:spPr>
        <a:xfrm>
          <a:off x="0" y="2053535"/>
          <a:ext cx="4488654" cy="5791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a:t>елемент звичаєвого права, що давав змогу на підставі першості володіти землею</a:t>
          </a:r>
          <a:endParaRPr lang="uk-UA" sz="1500" kern="1200"/>
        </a:p>
      </dsp:txBody>
      <dsp:txXfrm>
        <a:off x="28272" y="2081807"/>
        <a:ext cx="4432110" cy="522605"/>
      </dsp:txXfrm>
    </dsp:sp>
    <dsp:sp modelId="{19E9567F-326B-4C55-B893-619111EB95E0}">
      <dsp:nvSpPr>
        <dsp:cNvPr id="0" name=""/>
        <dsp:cNvSpPr/>
      </dsp:nvSpPr>
      <dsp:spPr>
        <a:xfrm>
          <a:off x="0" y="2675884"/>
          <a:ext cx="4488654" cy="57914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dirty="0" err="1"/>
            <a:t>хутір</a:t>
          </a:r>
          <a:r>
            <a:rPr lang="ru-RU" sz="1500" b="0" i="0" kern="1200" dirty="0"/>
            <a:t>, у </a:t>
          </a:r>
          <a:r>
            <a:rPr lang="ru-RU" sz="1500" b="0" i="0" kern="1200" dirty="0" err="1"/>
            <a:t>якому</a:t>
          </a:r>
          <a:r>
            <a:rPr lang="ru-RU" sz="1500" b="0" i="0" kern="1200" dirty="0"/>
            <a:t> </a:t>
          </a:r>
          <a:r>
            <a:rPr lang="ru-RU" sz="1500" b="0" i="0" kern="1200" dirty="0" err="1"/>
            <a:t>запорозькі</a:t>
          </a:r>
          <a:r>
            <a:rPr lang="ru-RU" sz="1500" b="0" i="0" kern="1200" dirty="0"/>
            <a:t> козаки </a:t>
          </a:r>
          <a:r>
            <a:rPr lang="ru-RU" sz="1500" b="0" i="0" kern="1200" dirty="0" err="1"/>
            <a:t>займалися</a:t>
          </a:r>
          <a:r>
            <a:rPr lang="ru-RU" sz="1500" b="0" i="0" kern="1200" dirty="0"/>
            <a:t> </a:t>
          </a:r>
          <a:r>
            <a:rPr lang="ru-RU" sz="1500" b="0" i="0" kern="1200" dirty="0" err="1"/>
            <a:t>скотарством</a:t>
          </a:r>
          <a:r>
            <a:rPr lang="ru-RU" sz="1500" b="0" i="0" kern="1200" dirty="0"/>
            <a:t> і </a:t>
          </a:r>
          <a:r>
            <a:rPr lang="ru-RU" sz="1500" b="0" i="0" kern="1200" dirty="0" err="1"/>
            <a:t>землеробством</a:t>
          </a:r>
          <a:endParaRPr lang="uk-UA" sz="1500" kern="1200" dirty="0"/>
        </a:p>
      </dsp:txBody>
      <dsp:txXfrm>
        <a:off x="28272" y="2704156"/>
        <a:ext cx="4432110" cy="522605"/>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20191-F259-413E-A1AE-BD35E559726D}">
      <dsp:nvSpPr>
        <dsp:cNvPr id="0" name=""/>
        <dsp:cNvSpPr/>
      </dsp:nvSpPr>
      <dsp:spPr>
        <a:xfrm rot="10800000">
          <a:off x="927880" y="768"/>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a:t>Руїна</a:t>
          </a:r>
          <a:endParaRPr lang="uk-UA" sz="2100" kern="1200"/>
        </a:p>
      </dsp:txBody>
      <dsp:txXfrm rot="10800000">
        <a:off x="1103911" y="768"/>
        <a:ext cx="2808923" cy="704124"/>
      </dsp:txXfrm>
    </dsp:sp>
    <dsp:sp modelId="{A3F20C02-B9EF-42AB-84CA-2E90330DC2CC}">
      <dsp:nvSpPr>
        <dsp:cNvPr id="0" name=""/>
        <dsp:cNvSpPr/>
      </dsp:nvSpPr>
      <dsp:spPr>
        <a:xfrm>
          <a:off x="575818" y="768"/>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D8F243-AB18-454A-906A-37733C2A20D0}">
      <dsp:nvSpPr>
        <dsp:cNvPr id="0" name=""/>
        <dsp:cNvSpPr/>
      </dsp:nvSpPr>
      <dsp:spPr>
        <a:xfrm rot="10800000">
          <a:off x="927880" y="915079"/>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a:t>Паліївщина</a:t>
          </a:r>
          <a:endParaRPr lang="uk-UA" sz="2100" kern="1200"/>
        </a:p>
      </dsp:txBody>
      <dsp:txXfrm rot="10800000">
        <a:off x="1103911" y="915079"/>
        <a:ext cx="2808923" cy="704124"/>
      </dsp:txXfrm>
    </dsp:sp>
    <dsp:sp modelId="{D4732509-6B4D-40CC-8D32-DEB2003A019A}">
      <dsp:nvSpPr>
        <dsp:cNvPr id="0" name=""/>
        <dsp:cNvSpPr/>
      </dsp:nvSpPr>
      <dsp:spPr>
        <a:xfrm>
          <a:off x="575818" y="915079"/>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3FCDFA3-422D-47D7-9871-85D84F2DB753}">
      <dsp:nvSpPr>
        <dsp:cNvPr id="0" name=""/>
        <dsp:cNvSpPr/>
      </dsp:nvSpPr>
      <dsp:spPr>
        <a:xfrm rot="10800000">
          <a:off x="927880" y="1829390"/>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Коліївщина</a:t>
          </a:r>
          <a:endParaRPr lang="uk-UA" sz="2100" kern="1200" dirty="0"/>
        </a:p>
      </dsp:txBody>
      <dsp:txXfrm rot="10800000">
        <a:off x="1103911" y="1829390"/>
        <a:ext cx="2808923" cy="704124"/>
      </dsp:txXfrm>
    </dsp:sp>
    <dsp:sp modelId="{6F7C950B-06FB-4855-8CF7-BB7D7F6864AF}">
      <dsp:nvSpPr>
        <dsp:cNvPr id="0" name=""/>
        <dsp:cNvSpPr/>
      </dsp:nvSpPr>
      <dsp:spPr>
        <a:xfrm>
          <a:off x="575818" y="1829390"/>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D6E03A-566A-4CA7-B286-4EF6CD7E0C02}">
      <dsp:nvSpPr>
        <dsp:cNvPr id="0" name=""/>
        <dsp:cNvSpPr/>
      </dsp:nvSpPr>
      <dsp:spPr>
        <a:xfrm rot="10800000">
          <a:off x="927880" y="2743701"/>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80010" rIns="149352" bIns="80010" numCol="1" spcCol="1270" anchor="ctr" anchorCtr="0">
          <a:noAutofit/>
        </a:bodyPr>
        <a:lstStyle/>
        <a:p>
          <a:pPr marL="0" lvl="0" indent="0" algn="ctr" defTabSz="933450">
            <a:lnSpc>
              <a:spcPct val="90000"/>
            </a:lnSpc>
            <a:spcBef>
              <a:spcPct val="0"/>
            </a:spcBef>
            <a:spcAft>
              <a:spcPct val="35000"/>
            </a:spcAft>
            <a:buNone/>
          </a:pPr>
          <a:r>
            <a:rPr lang="uk-UA" sz="2100" b="0" i="0" kern="1200" dirty="0"/>
            <a:t>Хмельниччина</a:t>
          </a:r>
          <a:endParaRPr lang="uk-UA" sz="2100" kern="1200" dirty="0"/>
        </a:p>
      </dsp:txBody>
      <dsp:txXfrm rot="10800000">
        <a:off x="1103911" y="2743701"/>
        <a:ext cx="2808923" cy="704124"/>
      </dsp:txXfrm>
    </dsp:sp>
    <dsp:sp modelId="{49472BC9-FBB4-41CC-90BA-76FB57CA5247}">
      <dsp:nvSpPr>
        <dsp:cNvPr id="0" name=""/>
        <dsp:cNvSpPr/>
      </dsp:nvSpPr>
      <dsp:spPr>
        <a:xfrm>
          <a:off x="575818" y="2743701"/>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EA0D35-817C-4CA5-B3D4-F83C9A378642}">
      <dsp:nvSpPr>
        <dsp:cNvPr id="0" name=""/>
        <dsp:cNvSpPr/>
      </dsp:nvSpPr>
      <dsp:spPr>
        <a:xfrm rot="10800000">
          <a:off x="927880" y="768"/>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102870" rIns="192024" bIns="102870" numCol="1" spcCol="1270" anchor="ctr" anchorCtr="0">
          <a:noAutofit/>
        </a:bodyPr>
        <a:lstStyle/>
        <a:p>
          <a:pPr marL="0" lvl="0" indent="0" algn="ctr" defTabSz="1200150">
            <a:lnSpc>
              <a:spcPct val="90000"/>
            </a:lnSpc>
            <a:spcBef>
              <a:spcPct val="0"/>
            </a:spcBef>
            <a:spcAft>
              <a:spcPct val="35000"/>
            </a:spcAft>
            <a:buNone/>
          </a:pPr>
          <a:r>
            <a:rPr lang="ru-RU" sz="2700" b="0" i="0" kern="1200" dirty="0"/>
            <a:t>6 тис. </a:t>
          </a:r>
          <a:r>
            <a:rPr lang="ru-RU" sz="2700" b="0" i="0" kern="1200" dirty="0" err="1"/>
            <a:t>козаків</a:t>
          </a:r>
          <a:endParaRPr lang="uk-UA" sz="2700" kern="1200" dirty="0"/>
        </a:p>
      </dsp:txBody>
      <dsp:txXfrm rot="10800000">
        <a:off x="1103911" y="768"/>
        <a:ext cx="2808923" cy="704124"/>
      </dsp:txXfrm>
    </dsp:sp>
    <dsp:sp modelId="{AEDB5331-6FBB-492F-AA38-0EE69A242533}">
      <dsp:nvSpPr>
        <dsp:cNvPr id="0" name=""/>
        <dsp:cNvSpPr/>
      </dsp:nvSpPr>
      <dsp:spPr>
        <a:xfrm>
          <a:off x="575818" y="768"/>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1C9A8C-0F32-4B46-8D39-6E5B1A13AA00}">
      <dsp:nvSpPr>
        <dsp:cNvPr id="0" name=""/>
        <dsp:cNvSpPr/>
      </dsp:nvSpPr>
      <dsp:spPr>
        <a:xfrm rot="10800000">
          <a:off x="927880" y="915079"/>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102870" rIns="192024" bIns="102870" numCol="1" spcCol="1270" anchor="ctr" anchorCtr="0">
          <a:noAutofit/>
        </a:bodyPr>
        <a:lstStyle/>
        <a:p>
          <a:pPr marL="0" lvl="0" indent="0" algn="ctr" defTabSz="1200150">
            <a:lnSpc>
              <a:spcPct val="90000"/>
            </a:lnSpc>
            <a:spcBef>
              <a:spcPct val="0"/>
            </a:spcBef>
            <a:spcAft>
              <a:spcPct val="35000"/>
            </a:spcAft>
            <a:buNone/>
          </a:pPr>
          <a:r>
            <a:rPr lang="ru-RU" sz="2700" b="0" i="0" kern="1200"/>
            <a:t>20 тис. козаків</a:t>
          </a:r>
          <a:endParaRPr lang="uk-UA" sz="2700" kern="1200"/>
        </a:p>
      </dsp:txBody>
      <dsp:txXfrm rot="10800000">
        <a:off x="1103911" y="915079"/>
        <a:ext cx="2808923" cy="704124"/>
      </dsp:txXfrm>
    </dsp:sp>
    <dsp:sp modelId="{DE0DCBEA-E24D-483C-969E-C84588F86843}">
      <dsp:nvSpPr>
        <dsp:cNvPr id="0" name=""/>
        <dsp:cNvSpPr/>
      </dsp:nvSpPr>
      <dsp:spPr>
        <a:xfrm>
          <a:off x="575818" y="915079"/>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A51D26-A4DB-4528-86CC-14D1CCA12305}">
      <dsp:nvSpPr>
        <dsp:cNvPr id="0" name=""/>
        <dsp:cNvSpPr/>
      </dsp:nvSpPr>
      <dsp:spPr>
        <a:xfrm rot="10800000">
          <a:off x="927880" y="1829390"/>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102870" rIns="192024" bIns="102870" numCol="1" spcCol="1270" anchor="ctr" anchorCtr="0">
          <a:noAutofit/>
        </a:bodyPr>
        <a:lstStyle/>
        <a:p>
          <a:pPr marL="0" lvl="0" indent="0" algn="ctr" defTabSz="1200150">
            <a:lnSpc>
              <a:spcPct val="90000"/>
            </a:lnSpc>
            <a:spcBef>
              <a:spcPct val="0"/>
            </a:spcBef>
            <a:spcAft>
              <a:spcPct val="35000"/>
            </a:spcAft>
            <a:buNone/>
          </a:pPr>
          <a:r>
            <a:rPr lang="ru-RU" sz="2700" b="0" i="0" kern="1200"/>
            <a:t>40 тис. козаків</a:t>
          </a:r>
          <a:endParaRPr lang="uk-UA" sz="2700" kern="1200"/>
        </a:p>
      </dsp:txBody>
      <dsp:txXfrm rot="10800000">
        <a:off x="1103911" y="1829390"/>
        <a:ext cx="2808923" cy="704124"/>
      </dsp:txXfrm>
    </dsp:sp>
    <dsp:sp modelId="{A9F697CD-2246-4656-ABA7-07BDE8C23FC7}">
      <dsp:nvSpPr>
        <dsp:cNvPr id="0" name=""/>
        <dsp:cNvSpPr/>
      </dsp:nvSpPr>
      <dsp:spPr>
        <a:xfrm>
          <a:off x="575818" y="1829390"/>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DEA71F-5A87-4C0B-8B5D-3385201CF9D8}">
      <dsp:nvSpPr>
        <dsp:cNvPr id="0" name=""/>
        <dsp:cNvSpPr/>
      </dsp:nvSpPr>
      <dsp:spPr>
        <a:xfrm rot="10800000">
          <a:off x="927880" y="2743701"/>
          <a:ext cx="2984954" cy="704124"/>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0499" tIns="102870" rIns="192024" bIns="102870" numCol="1" spcCol="1270" anchor="ctr" anchorCtr="0">
          <a:noAutofit/>
        </a:bodyPr>
        <a:lstStyle/>
        <a:p>
          <a:pPr marL="0" lvl="0" indent="0" algn="ctr" defTabSz="1200150">
            <a:lnSpc>
              <a:spcPct val="90000"/>
            </a:lnSpc>
            <a:spcBef>
              <a:spcPct val="0"/>
            </a:spcBef>
            <a:spcAft>
              <a:spcPct val="35000"/>
            </a:spcAft>
            <a:buNone/>
          </a:pPr>
          <a:r>
            <a:rPr lang="ru-RU" sz="2700" b="0" i="0" kern="1200" dirty="0"/>
            <a:t>60 тис. </a:t>
          </a:r>
          <a:r>
            <a:rPr lang="ru-RU" sz="2700" b="0" i="0" kern="1200" dirty="0" err="1"/>
            <a:t>козаків</a:t>
          </a:r>
          <a:endParaRPr lang="uk-UA" sz="2700" kern="1200" dirty="0"/>
        </a:p>
      </dsp:txBody>
      <dsp:txXfrm rot="10800000">
        <a:off x="1103911" y="2743701"/>
        <a:ext cx="2808923" cy="704124"/>
      </dsp:txXfrm>
    </dsp:sp>
    <dsp:sp modelId="{A9256D23-A0E0-49E0-897A-1A8D81FB538F}">
      <dsp:nvSpPr>
        <dsp:cNvPr id="0" name=""/>
        <dsp:cNvSpPr/>
      </dsp:nvSpPr>
      <dsp:spPr>
        <a:xfrm>
          <a:off x="575818" y="2743701"/>
          <a:ext cx="704124" cy="704124"/>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9ABAA8-30D7-460C-B83C-86A436D1794F}">
      <dsp:nvSpPr>
        <dsp:cNvPr id="0" name=""/>
        <dsp:cNvSpPr/>
      </dsp:nvSpPr>
      <dsp:spPr>
        <a:xfrm>
          <a:off x="-3890073" y="-597341"/>
          <a:ext cx="4636202" cy="4636202"/>
        </a:xfrm>
        <a:prstGeom prst="blockArc">
          <a:avLst>
            <a:gd name="adj1" fmla="val 18900000"/>
            <a:gd name="adj2" fmla="val 2700000"/>
            <a:gd name="adj3" fmla="val 466"/>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7D5DEB-B7D0-4570-AD95-70F70856E09E}">
      <dsp:nvSpPr>
        <dsp:cNvPr id="0" name=""/>
        <dsp:cNvSpPr/>
      </dsp:nvSpPr>
      <dsp:spPr>
        <a:xfrm>
          <a:off x="327017" y="215026"/>
          <a:ext cx="411628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58420" rIns="58420" bIns="58420" numCol="1" spcCol="1270" anchor="ctr" anchorCtr="0">
          <a:noAutofit/>
        </a:bodyPr>
        <a:lstStyle/>
        <a:p>
          <a:pPr marL="0" lvl="0" indent="0" algn="l" defTabSz="1022350">
            <a:lnSpc>
              <a:spcPct val="90000"/>
            </a:lnSpc>
            <a:spcBef>
              <a:spcPct val="0"/>
            </a:spcBef>
            <a:spcAft>
              <a:spcPct val="35000"/>
            </a:spcAft>
            <a:buNone/>
          </a:pPr>
          <a:r>
            <a:rPr lang="uk-UA" sz="2300" b="0" i="0" kern="1200"/>
            <a:t>Зборівський договір</a:t>
          </a:r>
          <a:endParaRPr lang="uk-UA" sz="2300" kern="1200"/>
        </a:p>
      </dsp:txBody>
      <dsp:txXfrm>
        <a:off x="327017" y="215026"/>
        <a:ext cx="4116281" cy="430327"/>
      </dsp:txXfrm>
    </dsp:sp>
    <dsp:sp modelId="{18C652E3-617F-48B6-83B0-5F8284E99860}">
      <dsp:nvSpPr>
        <dsp:cNvPr id="0" name=""/>
        <dsp:cNvSpPr/>
      </dsp:nvSpPr>
      <dsp:spPr>
        <a:xfrm>
          <a:off x="58062" y="16123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6F8EA2-96CE-42F9-B2A8-811D696F3906}">
      <dsp:nvSpPr>
        <dsp:cNvPr id="0" name=""/>
        <dsp:cNvSpPr/>
      </dsp:nvSpPr>
      <dsp:spPr>
        <a:xfrm>
          <a:off x="635377" y="860311"/>
          <a:ext cx="380792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58420" rIns="58420" bIns="58420" numCol="1" spcCol="1270" anchor="ctr" anchorCtr="0">
          <a:noAutofit/>
        </a:bodyPr>
        <a:lstStyle/>
        <a:p>
          <a:pPr marL="0" lvl="0" indent="0" algn="l" defTabSz="1022350">
            <a:lnSpc>
              <a:spcPct val="90000"/>
            </a:lnSpc>
            <a:spcBef>
              <a:spcPct val="0"/>
            </a:spcBef>
            <a:spcAft>
              <a:spcPct val="35000"/>
            </a:spcAft>
            <a:buNone/>
          </a:pPr>
          <a:r>
            <a:rPr lang="uk-UA" sz="2300" b="0" i="0" kern="1200"/>
            <a:t>Гадяцькі пункти</a:t>
          </a:r>
          <a:endParaRPr lang="uk-UA" sz="2300" kern="1200"/>
        </a:p>
      </dsp:txBody>
      <dsp:txXfrm>
        <a:off x="635377" y="860311"/>
        <a:ext cx="3807921" cy="430327"/>
      </dsp:txXfrm>
    </dsp:sp>
    <dsp:sp modelId="{132A4B3D-CC72-4F5B-908C-EE5AB5055CA7}">
      <dsp:nvSpPr>
        <dsp:cNvPr id="0" name=""/>
        <dsp:cNvSpPr/>
      </dsp:nvSpPr>
      <dsp:spPr>
        <a:xfrm>
          <a:off x="366422" y="806520"/>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FB1D58-9CDF-4D53-8EC2-AD6815F9E709}">
      <dsp:nvSpPr>
        <dsp:cNvPr id="0" name=""/>
        <dsp:cNvSpPr/>
      </dsp:nvSpPr>
      <dsp:spPr>
        <a:xfrm>
          <a:off x="730019" y="1505596"/>
          <a:ext cx="3713279"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58420" rIns="58420" bIns="58420" numCol="1" spcCol="1270" anchor="ctr" anchorCtr="0">
          <a:noAutofit/>
        </a:bodyPr>
        <a:lstStyle/>
        <a:p>
          <a:pPr marL="0" lvl="0" indent="0" algn="l" defTabSz="1022350">
            <a:lnSpc>
              <a:spcPct val="90000"/>
            </a:lnSpc>
            <a:spcBef>
              <a:spcPct val="0"/>
            </a:spcBef>
            <a:spcAft>
              <a:spcPct val="35000"/>
            </a:spcAft>
            <a:buNone/>
          </a:pPr>
          <a:r>
            <a:rPr lang="uk-UA" sz="2300" b="0" i="0" kern="1200" dirty="0"/>
            <a:t>«Березневі статті»</a:t>
          </a:r>
          <a:endParaRPr lang="uk-UA" sz="2300" kern="1200" dirty="0"/>
        </a:p>
      </dsp:txBody>
      <dsp:txXfrm>
        <a:off x="730019" y="1505596"/>
        <a:ext cx="3713279" cy="430327"/>
      </dsp:txXfrm>
    </dsp:sp>
    <dsp:sp modelId="{438C8F9F-588F-48AF-B508-390496F3A3A0}">
      <dsp:nvSpPr>
        <dsp:cNvPr id="0" name=""/>
        <dsp:cNvSpPr/>
      </dsp:nvSpPr>
      <dsp:spPr>
        <a:xfrm>
          <a:off x="461064" y="145180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512B95-5FE7-4DA9-BEF2-DA9A6BCAAC25}">
      <dsp:nvSpPr>
        <dsp:cNvPr id="0" name=""/>
        <dsp:cNvSpPr/>
      </dsp:nvSpPr>
      <dsp:spPr>
        <a:xfrm>
          <a:off x="635377" y="2150881"/>
          <a:ext cx="380792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58420" rIns="58420" bIns="58420" numCol="1" spcCol="1270" anchor="ctr" anchorCtr="0">
          <a:noAutofit/>
        </a:bodyPr>
        <a:lstStyle/>
        <a:p>
          <a:pPr marL="0" lvl="0" indent="0" algn="l" defTabSz="1022350">
            <a:lnSpc>
              <a:spcPct val="90000"/>
            </a:lnSpc>
            <a:spcBef>
              <a:spcPct val="0"/>
            </a:spcBef>
            <a:spcAft>
              <a:spcPct val="35000"/>
            </a:spcAft>
            <a:buNone/>
          </a:pPr>
          <a:r>
            <a:rPr lang="uk-UA" sz="2300" b="0" i="0" kern="1200"/>
            <a:t>Білоцерківський договір</a:t>
          </a:r>
          <a:endParaRPr lang="uk-UA" sz="2300" kern="1200"/>
        </a:p>
      </dsp:txBody>
      <dsp:txXfrm>
        <a:off x="635377" y="2150881"/>
        <a:ext cx="3807921" cy="430327"/>
      </dsp:txXfrm>
    </dsp:sp>
    <dsp:sp modelId="{7449ADE2-EB45-41B1-8D9A-B0E0E4BB7D0B}">
      <dsp:nvSpPr>
        <dsp:cNvPr id="0" name=""/>
        <dsp:cNvSpPr/>
      </dsp:nvSpPr>
      <dsp:spPr>
        <a:xfrm>
          <a:off x="366422" y="2097090"/>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CF081A-289A-4C7D-9BC7-04A43F84AA02}">
      <dsp:nvSpPr>
        <dsp:cNvPr id="0" name=""/>
        <dsp:cNvSpPr/>
      </dsp:nvSpPr>
      <dsp:spPr>
        <a:xfrm>
          <a:off x="327017" y="2796166"/>
          <a:ext cx="411628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58420" rIns="58420" bIns="58420" numCol="1" spcCol="1270" anchor="ctr" anchorCtr="0">
          <a:noAutofit/>
        </a:bodyPr>
        <a:lstStyle/>
        <a:p>
          <a:pPr marL="0" lvl="0" indent="0" algn="l" defTabSz="1022350">
            <a:lnSpc>
              <a:spcPct val="90000"/>
            </a:lnSpc>
            <a:spcBef>
              <a:spcPct val="0"/>
            </a:spcBef>
            <a:spcAft>
              <a:spcPct val="35000"/>
            </a:spcAft>
            <a:buNone/>
          </a:pPr>
          <a:r>
            <a:rPr lang="uk-UA" sz="2300" b="0" i="0" kern="1200" dirty="0"/>
            <a:t>Куруківська угода</a:t>
          </a:r>
          <a:endParaRPr lang="uk-UA" sz="2300" kern="1200" dirty="0"/>
        </a:p>
      </dsp:txBody>
      <dsp:txXfrm>
        <a:off x="327017" y="2796166"/>
        <a:ext cx="4116281" cy="430327"/>
      </dsp:txXfrm>
    </dsp:sp>
    <dsp:sp modelId="{F6891D7A-BA29-4A3C-AF52-95C776BE39C9}">
      <dsp:nvSpPr>
        <dsp:cNvPr id="0" name=""/>
        <dsp:cNvSpPr/>
      </dsp:nvSpPr>
      <dsp:spPr>
        <a:xfrm>
          <a:off x="58062" y="274237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AC824-675F-4DED-90E1-F6671DCA9778}">
      <dsp:nvSpPr>
        <dsp:cNvPr id="0" name=""/>
        <dsp:cNvSpPr/>
      </dsp:nvSpPr>
      <dsp:spPr>
        <a:xfrm>
          <a:off x="0" y="342797"/>
          <a:ext cx="4488654" cy="13455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Андрусівський договір між Московським царством та Річчю Посполитою</a:t>
          </a:r>
          <a:endParaRPr lang="uk-UA" sz="2500" kern="1200" dirty="0"/>
        </a:p>
      </dsp:txBody>
      <dsp:txXfrm>
        <a:off x="65682" y="408479"/>
        <a:ext cx="4357290" cy="1214136"/>
      </dsp:txXfrm>
    </dsp:sp>
    <dsp:sp modelId="{C2395514-FB6B-4FF9-86E5-046E3DA6BAA2}">
      <dsp:nvSpPr>
        <dsp:cNvPr id="0" name=""/>
        <dsp:cNvSpPr/>
      </dsp:nvSpPr>
      <dsp:spPr>
        <a:xfrm>
          <a:off x="0" y="1760297"/>
          <a:ext cx="4488654" cy="13455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dirty="0"/>
            <a:t>Бахчисарайський договір між Московським царством та Османською імперією</a:t>
          </a:r>
          <a:endParaRPr lang="uk-UA" sz="2500" kern="1200" dirty="0"/>
        </a:p>
      </dsp:txBody>
      <dsp:txXfrm>
        <a:off x="65682" y="1825979"/>
        <a:ext cx="4357290" cy="1214136"/>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921C0-6575-4F71-98FB-A7210ABB01A6}">
      <dsp:nvSpPr>
        <dsp:cNvPr id="0" name=""/>
        <dsp:cNvSpPr/>
      </dsp:nvSpPr>
      <dsp:spPr>
        <a:xfrm>
          <a:off x="0" y="62960"/>
          <a:ext cx="4488654" cy="161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«Вічний мир» між Московським царством та Річчю Посполитою</a:t>
          </a:r>
          <a:endParaRPr lang="uk-UA" sz="3000" kern="1200" dirty="0"/>
        </a:p>
      </dsp:txBody>
      <dsp:txXfrm>
        <a:off x="78818" y="141778"/>
        <a:ext cx="4331018" cy="1456964"/>
      </dsp:txXfrm>
    </dsp:sp>
    <dsp:sp modelId="{29AC90F3-B104-40C4-BFE0-0D040A0AA630}">
      <dsp:nvSpPr>
        <dsp:cNvPr id="0" name=""/>
        <dsp:cNvSpPr/>
      </dsp:nvSpPr>
      <dsp:spPr>
        <a:xfrm>
          <a:off x="0" y="1763960"/>
          <a:ext cx="4488654" cy="161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Гадяцькі пункти між Військом Запорозьким та Річчю Посполитою</a:t>
          </a:r>
          <a:endParaRPr lang="uk-UA" sz="3000" kern="1200" dirty="0"/>
        </a:p>
      </dsp:txBody>
      <dsp:txXfrm>
        <a:off x="78818" y="1842778"/>
        <a:ext cx="4331018" cy="1456964"/>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EA5A3-D6DE-4F0F-9292-069C5E32DDCE}">
      <dsp:nvSpPr>
        <dsp:cNvPr id="0" name=""/>
        <dsp:cNvSpPr/>
      </dsp:nvSpPr>
      <dsp:spPr>
        <a:xfrm>
          <a:off x="0" y="37130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Зборівський договір (1649 р.)</a:t>
          </a:r>
          <a:endParaRPr lang="uk-UA" sz="2100" kern="1200"/>
        </a:p>
      </dsp:txBody>
      <dsp:txXfrm>
        <a:off x="23988" y="395288"/>
        <a:ext cx="4440678" cy="443423"/>
      </dsp:txXfrm>
    </dsp:sp>
    <dsp:sp modelId="{08676A8C-BD98-461C-96B2-DC1A4FD8F8CA}">
      <dsp:nvSpPr>
        <dsp:cNvPr id="0" name=""/>
        <dsp:cNvSpPr/>
      </dsp:nvSpPr>
      <dsp:spPr>
        <a:xfrm>
          <a:off x="0" y="92318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Білоцерківський договір (1651 р.)</a:t>
          </a:r>
          <a:endParaRPr lang="uk-UA" sz="2100" kern="1200" dirty="0"/>
        </a:p>
      </dsp:txBody>
      <dsp:txXfrm>
        <a:off x="23988" y="947168"/>
        <a:ext cx="4440678" cy="443423"/>
      </dsp:txXfrm>
    </dsp:sp>
    <dsp:sp modelId="{13E81279-B30E-4FDA-9AE9-36A6C24F1D28}">
      <dsp:nvSpPr>
        <dsp:cNvPr id="0" name=""/>
        <dsp:cNvSpPr/>
      </dsp:nvSpPr>
      <dsp:spPr>
        <a:xfrm>
          <a:off x="0" y="147506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Гадяцький договір (1658 р.)</a:t>
          </a:r>
          <a:endParaRPr lang="uk-UA" sz="2100" kern="1200"/>
        </a:p>
      </dsp:txBody>
      <dsp:txXfrm>
        <a:off x="23988" y="1499048"/>
        <a:ext cx="4440678" cy="443423"/>
      </dsp:txXfrm>
    </dsp:sp>
    <dsp:sp modelId="{C469FAC3-EA71-4914-9D72-00C24734CEA7}">
      <dsp:nvSpPr>
        <dsp:cNvPr id="0" name=""/>
        <dsp:cNvSpPr/>
      </dsp:nvSpPr>
      <dsp:spPr>
        <a:xfrm>
          <a:off x="0" y="202694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Бахчисарайський договір (1681 р.)</a:t>
          </a:r>
          <a:endParaRPr lang="uk-UA" sz="2100" kern="1200"/>
        </a:p>
      </dsp:txBody>
      <dsp:txXfrm>
        <a:off x="23988" y="2050928"/>
        <a:ext cx="4440678" cy="443423"/>
      </dsp:txXfrm>
    </dsp:sp>
    <dsp:sp modelId="{479D711B-C3BE-4397-900C-67D4E4070E88}">
      <dsp:nvSpPr>
        <dsp:cNvPr id="0" name=""/>
        <dsp:cNvSpPr/>
      </dsp:nvSpPr>
      <dsp:spPr>
        <a:xfrm>
          <a:off x="0" y="257882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«Вічний мир» (1686 р.)</a:t>
          </a:r>
          <a:endParaRPr lang="uk-UA" sz="2100" kern="1200" dirty="0"/>
        </a:p>
      </dsp:txBody>
      <dsp:txXfrm>
        <a:off x="23988" y="2602808"/>
        <a:ext cx="4440678" cy="443423"/>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9C62B-F253-42FB-959F-F22F2D373326}">
      <dsp:nvSpPr>
        <dsp:cNvPr id="0" name=""/>
        <dsp:cNvSpPr/>
      </dsp:nvSpPr>
      <dsp:spPr>
        <a:xfrm>
          <a:off x="0" y="44897"/>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Бахчисарайський договір між Московським царством та Османською імперією й Кримським ханством</a:t>
          </a:r>
          <a:endParaRPr lang="uk-UA" sz="1500" kern="1200" dirty="0"/>
        </a:p>
      </dsp:txBody>
      <dsp:txXfrm>
        <a:off x="39409" y="84306"/>
        <a:ext cx="4409836" cy="728482"/>
      </dsp:txXfrm>
    </dsp:sp>
    <dsp:sp modelId="{95DE2348-4D64-4CB5-BC60-5EE9E0C3CDEE}">
      <dsp:nvSpPr>
        <dsp:cNvPr id="0" name=""/>
        <dsp:cNvSpPr/>
      </dsp:nvSpPr>
      <dsp:spPr>
        <a:xfrm>
          <a:off x="0" y="895397"/>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Андрусівський договір між Річчю Посполитою та Московським царством</a:t>
          </a:r>
          <a:endParaRPr lang="uk-UA" sz="1500" kern="1200" dirty="0"/>
        </a:p>
      </dsp:txBody>
      <dsp:txXfrm>
        <a:off x="39409" y="934806"/>
        <a:ext cx="4409836" cy="728482"/>
      </dsp:txXfrm>
    </dsp:sp>
    <dsp:sp modelId="{1B78730C-A3EC-44E9-8BC8-E1A56ABADA7F}">
      <dsp:nvSpPr>
        <dsp:cNvPr id="0" name=""/>
        <dsp:cNvSpPr/>
      </dsp:nvSpPr>
      <dsp:spPr>
        <a:xfrm>
          <a:off x="0" y="1745897"/>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«Вічний мир» між Московським царством та Річчю Посполитою</a:t>
          </a:r>
          <a:endParaRPr lang="uk-UA" sz="1500" kern="1200"/>
        </a:p>
      </dsp:txBody>
      <dsp:txXfrm>
        <a:off x="39409" y="1785306"/>
        <a:ext cx="4409836" cy="728482"/>
      </dsp:txXfrm>
    </dsp:sp>
    <dsp:sp modelId="{48ED9BB2-1E4D-4144-A7AF-16A2002EEA63}">
      <dsp:nvSpPr>
        <dsp:cNvPr id="0" name=""/>
        <dsp:cNvSpPr/>
      </dsp:nvSpPr>
      <dsp:spPr>
        <a:xfrm>
          <a:off x="0" y="2596397"/>
          <a:ext cx="4488654" cy="8073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dirty="0"/>
            <a:t>«Березневі статті» між Військом Запорозьким і Московським царством</a:t>
          </a:r>
          <a:endParaRPr lang="uk-UA" sz="1500" kern="1200" dirty="0"/>
        </a:p>
      </dsp:txBody>
      <dsp:txXfrm>
        <a:off x="39409" y="2635806"/>
        <a:ext cx="4409836" cy="72848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FBA23-CB98-42E2-9E85-A5B7996C9681}">
      <dsp:nvSpPr>
        <dsp:cNvPr id="0" name=""/>
        <dsp:cNvSpPr/>
      </dsp:nvSpPr>
      <dsp:spPr>
        <a:xfrm>
          <a:off x="0" y="64724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Зборівського договору 1649 р.</a:t>
          </a:r>
          <a:endParaRPr lang="uk-UA" sz="2100" kern="1200"/>
        </a:p>
      </dsp:txBody>
      <dsp:txXfrm>
        <a:off x="23988" y="671228"/>
        <a:ext cx="4440678" cy="443423"/>
      </dsp:txXfrm>
    </dsp:sp>
    <dsp:sp modelId="{929B24C1-EB03-4464-9725-8DD286E9B697}">
      <dsp:nvSpPr>
        <dsp:cNvPr id="0" name=""/>
        <dsp:cNvSpPr/>
      </dsp:nvSpPr>
      <dsp:spPr>
        <a:xfrm>
          <a:off x="0" y="119912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Білоцерківського</a:t>
          </a:r>
          <a:r>
            <a:rPr lang="ru-RU" sz="2100" b="0" i="0" kern="1200" dirty="0"/>
            <a:t> договору 1651 р.</a:t>
          </a:r>
          <a:endParaRPr lang="uk-UA" sz="2100" kern="1200" dirty="0"/>
        </a:p>
      </dsp:txBody>
      <dsp:txXfrm>
        <a:off x="23988" y="1223108"/>
        <a:ext cx="4440678" cy="443423"/>
      </dsp:txXfrm>
    </dsp:sp>
    <dsp:sp modelId="{064BE8C4-9D96-477D-843D-AF42A783506E}">
      <dsp:nvSpPr>
        <dsp:cNvPr id="0" name=""/>
        <dsp:cNvSpPr/>
      </dsp:nvSpPr>
      <dsp:spPr>
        <a:xfrm>
          <a:off x="0" y="175100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Гадяцького</a:t>
          </a:r>
          <a:r>
            <a:rPr lang="ru-RU" sz="2100" b="0" i="0" kern="1200" dirty="0"/>
            <a:t> договору 1658 р.</a:t>
          </a:r>
          <a:endParaRPr lang="uk-UA" sz="2100" kern="1200" dirty="0"/>
        </a:p>
      </dsp:txBody>
      <dsp:txXfrm>
        <a:off x="23988" y="1774988"/>
        <a:ext cx="4440678" cy="443423"/>
      </dsp:txXfrm>
    </dsp:sp>
    <dsp:sp modelId="{31464149-1F60-4FF2-BAC4-3F6B20D610AE}">
      <dsp:nvSpPr>
        <dsp:cNvPr id="0" name=""/>
        <dsp:cNvSpPr/>
      </dsp:nvSpPr>
      <dsp:spPr>
        <a:xfrm>
          <a:off x="0" y="2302880"/>
          <a:ext cx="4488654" cy="491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Андрусівського</a:t>
          </a:r>
          <a:r>
            <a:rPr lang="ru-RU" sz="2100" b="0" i="0" kern="1200" dirty="0"/>
            <a:t> договору 1667 р.</a:t>
          </a:r>
          <a:endParaRPr lang="uk-UA" sz="2100" kern="1200" dirty="0"/>
        </a:p>
      </dsp:txBody>
      <dsp:txXfrm>
        <a:off x="23988" y="2326868"/>
        <a:ext cx="4440678" cy="443423"/>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5C4DB-EB05-4195-98EB-364C99F922D2}">
      <dsp:nvSpPr>
        <dsp:cNvPr id="0" name=""/>
        <dsp:cNvSpPr/>
      </dsp:nvSpPr>
      <dsp:spPr>
        <a:xfrm>
          <a:off x="0" y="934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повстання під проводом полковника С. Палія</a:t>
          </a:r>
          <a:endParaRPr lang="uk-UA" sz="2000" kern="1200"/>
        </a:p>
      </dsp:txBody>
      <dsp:txXfrm>
        <a:off x="37696" y="131193"/>
        <a:ext cx="4413262" cy="696808"/>
      </dsp:txXfrm>
    </dsp:sp>
    <dsp:sp modelId="{3DACC075-9E46-47F9-848B-2AF3E0D3C1BE}">
      <dsp:nvSpPr>
        <dsp:cNvPr id="0" name=""/>
        <dsp:cNvSpPr/>
      </dsp:nvSpPr>
      <dsp:spPr>
        <a:xfrm>
          <a:off x="0" y="9232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dirty="0" err="1"/>
            <a:t>створення</a:t>
          </a:r>
          <a:r>
            <a:rPr lang="ru-RU" sz="2000" b="0" i="0" kern="1200" dirty="0"/>
            <a:t> </a:t>
          </a:r>
          <a:r>
            <a:rPr lang="ru-RU" sz="2000" b="0" i="0" kern="1200" dirty="0" err="1"/>
            <a:t>найманого</a:t>
          </a:r>
          <a:r>
            <a:rPr lang="ru-RU" sz="2000" b="0" i="0" kern="1200" dirty="0"/>
            <a:t> </a:t>
          </a:r>
          <a:r>
            <a:rPr lang="ru-RU" sz="2000" b="0" i="0" kern="1200" dirty="0" err="1"/>
            <a:t>кінного</a:t>
          </a:r>
          <a:r>
            <a:rPr lang="ru-RU" sz="2000" b="0" i="0" kern="1200" dirty="0"/>
            <a:t> </a:t>
          </a:r>
          <a:r>
            <a:rPr lang="ru-RU" sz="2000" b="0" i="0" kern="1200" dirty="0" err="1"/>
            <a:t>війська</a:t>
          </a:r>
          <a:r>
            <a:rPr lang="ru-RU" sz="2000" b="0" i="0" kern="1200" dirty="0"/>
            <a:t> «</a:t>
          </a:r>
          <a:r>
            <a:rPr lang="ru-RU" sz="2000" b="0" i="0" kern="1200" dirty="0" err="1"/>
            <a:t>компанійців</a:t>
          </a:r>
          <a:r>
            <a:rPr lang="ru-RU" sz="2000" b="0" i="0" kern="1200" dirty="0"/>
            <a:t>»</a:t>
          </a:r>
          <a:endParaRPr lang="uk-UA" sz="2000" kern="1200" dirty="0"/>
        </a:p>
      </dsp:txBody>
      <dsp:txXfrm>
        <a:off x="37696" y="960993"/>
        <a:ext cx="4413262" cy="696808"/>
      </dsp:txXfrm>
    </dsp:sp>
    <dsp:sp modelId="{11EF8777-8074-463E-A53C-5423DDA8384F}">
      <dsp:nvSpPr>
        <dsp:cNvPr id="0" name=""/>
        <dsp:cNvSpPr/>
      </dsp:nvSpPr>
      <dsp:spPr>
        <a:xfrm>
          <a:off x="0" y="17530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dirty="0" err="1"/>
            <a:t>здійснення</a:t>
          </a:r>
          <a:r>
            <a:rPr lang="ru-RU" sz="2000" b="0" i="0" kern="1200" dirty="0"/>
            <a:t> </a:t>
          </a:r>
          <a:r>
            <a:rPr lang="ru-RU" sz="2000" b="0" i="0" kern="1200" dirty="0" err="1"/>
            <a:t>гетьманом</a:t>
          </a:r>
          <a:r>
            <a:rPr lang="ru-RU" sz="2000" b="0" i="0" kern="1200" dirty="0"/>
            <a:t> І. Самойловичем «Великого </a:t>
          </a:r>
          <a:r>
            <a:rPr lang="ru-RU" sz="2000" b="0" i="0" kern="1200" dirty="0" err="1"/>
            <a:t>згону</a:t>
          </a:r>
          <a:r>
            <a:rPr lang="ru-RU" sz="2000" b="0" i="0" kern="1200" dirty="0"/>
            <a:t>»</a:t>
          </a:r>
          <a:endParaRPr lang="uk-UA" sz="2000" kern="1200" dirty="0"/>
        </a:p>
      </dsp:txBody>
      <dsp:txXfrm>
        <a:off x="37696" y="1790793"/>
        <a:ext cx="4413262" cy="696808"/>
      </dsp:txXfrm>
    </dsp:sp>
    <dsp:sp modelId="{3D0DF09B-9A98-42E0-8E1C-8F96FD6349B7}">
      <dsp:nvSpPr>
        <dsp:cNvPr id="0" name=""/>
        <dsp:cNvSpPr/>
      </dsp:nvSpPr>
      <dsp:spPr>
        <a:xfrm>
          <a:off x="0" y="25828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dirty="0" err="1"/>
            <a:t>розпад</a:t>
          </a:r>
          <a:r>
            <a:rPr lang="ru-RU" sz="2000" b="0" i="0" kern="1200" dirty="0"/>
            <a:t> </a:t>
          </a:r>
          <a:r>
            <a:rPr lang="ru-RU" sz="2000" b="0" i="0" kern="1200" dirty="0" err="1"/>
            <a:t>Гетьманщини</a:t>
          </a:r>
          <a:r>
            <a:rPr lang="ru-RU" sz="2000" b="0" i="0" kern="1200" dirty="0"/>
            <a:t> на </a:t>
          </a:r>
          <a:r>
            <a:rPr lang="ru-RU" sz="2000" b="0" i="0" kern="1200" dirty="0" err="1"/>
            <a:t>дві</a:t>
          </a:r>
          <a:r>
            <a:rPr lang="ru-RU" sz="2000" b="0" i="0" kern="1200" dirty="0"/>
            <a:t> </a:t>
          </a:r>
          <a:r>
            <a:rPr lang="ru-RU" sz="2000" b="0" i="0" kern="1200" dirty="0" err="1"/>
            <a:t>частини</a:t>
          </a:r>
          <a:r>
            <a:rPr lang="ru-RU" sz="2000" b="0" i="0" kern="1200" dirty="0"/>
            <a:t> – </a:t>
          </a:r>
          <a:r>
            <a:rPr lang="ru-RU" sz="2000" b="0" i="0" kern="1200" dirty="0" err="1"/>
            <a:t>Правобережну</a:t>
          </a:r>
          <a:r>
            <a:rPr lang="ru-RU" sz="2000" b="0" i="0" kern="1200" dirty="0"/>
            <a:t> й </a:t>
          </a:r>
          <a:r>
            <a:rPr lang="ru-RU" sz="2000" b="0" i="0" kern="1200" dirty="0" err="1"/>
            <a:t>Лівобережну</a:t>
          </a:r>
          <a:endParaRPr lang="uk-UA" sz="2000" kern="1200" dirty="0"/>
        </a:p>
      </dsp:txBody>
      <dsp:txXfrm>
        <a:off x="37696" y="2620593"/>
        <a:ext cx="4413262" cy="696808"/>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95C06-0A15-4F0B-B56E-1C6CE24040BF}">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E5136A-F5E6-4487-9925-7CC98196EEFF}">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pPr>
          <a:r>
            <a:rPr lang="uk-UA" sz="5700" b="0" i="0" kern="1200"/>
            <a:t>1</a:t>
          </a:r>
          <a:endParaRPr lang="uk-UA" sz="5700" kern="1200"/>
        </a:p>
      </dsp:txBody>
      <dsp:txXfrm>
        <a:off x="916031" y="392464"/>
        <a:ext cx="1211152" cy="1211152"/>
      </dsp:txXfrm>
    </dsp:sp>
    <dsp:sp modelId="{154B75B3-07FA-40CE-804D-A4030314ABBA}">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pPr>
          <a:r>
            <a:rPr lang="uk-UA" sz="5700" b="0" i="0" kern="1200"/>
            <a:t>2</a:t>
          </a:r>
          <a:endParaRPr lang="uk-UA" sz="5700" kern="1200"/>
        </a:p>
      </dsp:txBody>
      <dsp:txXfrm>
        <a:off x="2361469" y="392464"/>
        <a:ext cx="1211152" cy="1211152"/>
      </dsp:txXfrm>
    </dsp:sp>
    <dsp:sp modelId="{6FB2CF54-EAF7-460B-8039-4498182CFDCD}">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pPr>
          <a:r>
            <a:rPr lang="uk-UA" sz="5700" b="0" i="0" kern="1200"/>
            <a:t>3</a:t>
          </a:r>
          <a:endParaRPr lang="uk-UA" sz="5700" kern="1200"/>
        </a:p>
      </dsp:txBody>
      <dsp:txXfrm>
        <a:off x="916031" y="1837902"/>
        <a:ext cx="1211152" cy="1211152"/>
      </dsp:txXfrm>
    </dsp:sp>
    <dsp:sp modelId="{D835D16B-456D-4453-91AD-083CFAE768BB}">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170" tIns="217170" rIns="217170" bIns="217170" numCol="1" spcCol="1270" anchor="ctr" anchorCtr="0">
          <a:noAutofit/>
        </a:bodyPr>
        <a:lstStyle/>
        <a:p>
          <a:pPr marL="0" lvl="0" indent="0" algn="ctr" defTabSz="2533650">
            <a:lnSpc>
              <a:spcPct val="90000"/>
            </a:lnSpc>
            <a:spcBef>
              <a:spcPct val="0"/>
            </a:spcBef>
            <a:spcAft>
              <a:spcPct val="35000"/>
            </a:spcAft>
            <a:buNone/>
          </a:pPr>
          <a:r>
            <a:rPr lang="uk-UA" sz="5700" b="0" i="0" kern="1200" dirty="0"/>
            <a:t>4</a:t>
          </a:r>
          <a:endParaRPr lang="uk-UA" sz="5700" kern="1200" dirty="0"/>
        </a:p>
      </dsp:txBody>
      <dsp:txXfrm>
        <a:off x="2361469" y="1837902"/>
        <a:ext cx="1211152" cy="121115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35188-C78D-437A-9D50-FCF41095DEEF}">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турецькому султану та московському царю.</a:t>
          </a:r>
          <a:endParaRPr lang="uk-UA" sz="2100" kern="1200"/>
        </a:p>
      </dsp:txBody>
      <dsp:txXfrm>
        <a:off x="39580" y="51537"/>
        <a:ext cx="4409494" cy="731649"/>
      </dsp:txXfrm>
    </dsp:sp>
    <dsp:sp modelId="{0D0A596C-53D2-429D-B97F-FB3F7585FB22}">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кримському</a:t>
          </a:r>
          <a:r>
            <a:rPr lang="ru-RU" sz="2100" b="0" i="0" kern="1200" dirty="0"/>
            <a:t> хану та </a:t>
          </a:r>
          <a:r>
            <a:rPr lang="ru-RU" sz="2100" b="0" i="0" kern="1200" dirty="0" err="1"/>
            <a:t>польському</a:t>
          </a:r>
          <a:r>
            <a:rPr lang="ru-RU" sz="2100" b="0" i="0" kern="1200" dirty="0"/>
            <a:t> королю.</a:t>
          </a:r>
          <a:endParaRPr lang="uk-UA" sz="2100" kern="1200" dirty="0"/>
        </a:p>
      </dsp:txBody>
      <dsp:txXfrm>
        <a:off x="39580" y="922827"/>
        <a:ext cx="4409494" cy="731649"/>
      </dsp:txXfrm>
    </dsp:sp>
    <dsp:sp modelId="{15686CD1-F32E-47F7-8A7F-C4C9A9840068}">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московському царю та польському королю.</a:t>
          </a:r>
          <a:endParaRPr lang="uk-UA" sz="2100" kern="1200"/>
        </a:p>
      </dsp:txBody>
      <dsp:txXfrm>
        <a:off x="39580" y="1794117"/>
        <a:ext cx="4409494" cy="731649"/>
      </dsp:txXfrm>
    </dsp:sp>
    <dsp:sp modelId="{DD1EE2DA-1A8E-42F7-B4A7-229AD6A61382}">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турецькому</a:t>
          </a:r>
          <a:r>
            <a:rPr lang="ru-RU" sz="2100" b="0" i="0" kern="1200" dirty="0"/>
            <a:t> султану та </a:t>
          </a:r>
          <a:r>
            <a:rPr lang="ru-RU" sz="2100" b="0" i="0" kern="1200" dirty="0" err="1"/>
            <a:t>кримському</a:t>
          </a:r>
          <a:r>
            <a:rPr lang="ru-RU" sz="2100" b="0" i="0" kern="1200" dirty="0"/>
            <a:t> хану.</a:t>
          </a:r>
          <a:endParaRPr lang="uk-UA" sz="2100" kern="1200" dirty="0"/>
        </a:p>
      </dsp:txBody>
      <dsp:txXfrm>
        <a:off x="39580" y="2665407"/>
        <a:ext cx="4409494" cy="73164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A4437-B83C-4B5F-B182-614F996D9994}">
      <dsp:nvSpPr>
        <dsp:cNvPr id="0" name=""/>
        <dsp:cNvSpPr/>
      </dsp:nvSpPr>
      <dsp:spPr>
        <a:xfrm>
          <a:off x="0" y="3379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1654 р.</a:t>
          </a:r>
          <a:endParaRPr lang="uk-UA" sz="3300" kern="1200" dirty="0"/>
        </a:p>
      </dsp:txBody>
      <dsp:txXfrm>
        <a:off x="37696" y="71495"/>
        <a:ext cx="4413262" cy="696808"/>
      </dsp:txXfrm>
    </dsp:sp>
    <dsp:sp modelId="{365CDCC9-58A5-45AD-B653-1437B168213B}">
      <dsp:nvSpPr>
        <dsp:cNvPr id="0" name=""/>
        <dsp:cNvSpPr/>
      </dsp:nvSpPr>
      <dsp:spPr>
        <a:xfrm>
          <a:off x="0" y="901039"/>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1686 р.</a:t>
          </a:r>
          <a:endParaRPr lang="uk-UA" sz="3300" kern="1200"/>
        </a:p>
      </dsp:txBody>
      <dsp:txXfrm>
        <a:off x="37696" y="938735"/>
        <a:ext cx="4413262" cy="696808"/>
      </dsp:txXfrm>
    </dsp:sp>
    <dsp:sp modelId="{70B1B377-0DF9-4065-B647-8D27083F112E}">
      <dsp:nvSpPr>
        <dsp:cNvPr id="0" name=""/>
        <dsp:cNvSpPr/>
      </dsp:nvSpPr>
      <dsp:spPr>
        <a:xfrm>
          <a:off x="0" y="176828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a:t>1708 р. .</a:t>
          </a:r>
          <a:endParaRPr lang="uk-UA" sz="3300" kern="1200"/>
        </a:p>
      </dsp:txBody>
      <dsp:txXfrm>
        <a:off x="37696" y="1805976"/>
        <a:ext cx="4413262" cy="696808"/>
      </dsp:txXfrm>
    </dsp:sp>
    <dsp:sp modelId="{91AED944-C789-49B9-92BE-CEF96D0E7942}">
      <dsp:nvSpPr>
        <dsp:cNvPr id="0" name=""/>
        <dsp:cNvSpPr/>
      </dsp:nvSpPr>
      <dsp:spPr>
        <a:xfrm>
          <a:off x="0" y="2635520"/>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ru-RU" sz="3300" b="0" i="0" kern="1200" dirty="0"/>
            <a:t>1764 р</a:t>
          </a:r>
          <a:endParaRPr lang="uk-UA" sz="3300" kern="1200" dirty="0"/>
        </a:p>
      </dsp:txBody>
      <dsp:txXfrm>
        <a:off x="37696" y="2673216"/>
        <a:ext cx="4413262" cy="696808"/>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A831A6-1FD0-46AA-9476-12338A3E4A29}">
      <dsp:nvSpPr>
        <dsp:cNvPr id="0" name=""/>
        <dsp:cNvSpPr/>
      </dsp:nvSpPr>
      <dsp:spPr>
        <a:xfrm>
          <a:off x="0" y="328217"/>
          <a:ext cx="4488654" cy="1375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dirty="0"/>
            <a:t>«А ті міста і землі, які в минулій війні від Корони Польської і Великого князівства Литовського завойовані були, залишаються у володінні і в державі його царської величності… </a:t>
          </a:r>
          <a:r>
            <a:rPr lang="uk-UA" sz="1400" b="0" i="1" kern="1200" dirty="0" err="1"/>
            <a:t>Запороги</a:t>
          </a:r>
          <a:r>
            <a:rPr lang="uk-UA" sz="1400" b="0" i="1" kern="1200" dirty="0"/>
            <a:t> та козаки, що там живуть… мають бути в послуху та під високою рукою обох Великих государів…»</a:t>
          </a:r>
          <a:endParaRPr lang="uk-UA" sz="1400" kern="1200" dirty="0"/>
        </a:p>
      </dsp:txBody>
      <dsp:txXfrm>
        <a:off x="67167" y="395384"/>
        <a:ext cx="4354320" cy="1241586"/>
      </dsp:txXfrm>
    </dsp:sp>
    <dsp:sp modelId="{0873350F-89AD-41B1-AFC9-A8B9FAE9BA49}">
      <dsp:nvSpPr>
        <dsp:cNvPr id="0" name=""/>
        <dsp:cNvSpPr/>
      </dsp:nvSpPr>
      <dsp:spPr>
        <a:xfrm>
          <a:off x="0" y="1744457"/>
          <a:ext cx="4488654" cy="1375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1" kern="1200" dirty="0"/>
            <a:t>«Уся Річ Посполита народу Польського, Великого князівства Литовського і Великого князівства Руського, і належних до них провінцій відновлюється цілком такою, як була перед війною…»</a:t>
          </a:r>
          <a:endParaRPr lang="uk-UA" sz="1400" kern="1200" dirty="0"/>
        </a:p>
      </dsp:txBody>
      <dsp:txXfrm>
        <a:off x="67167" y="1811624"/>
        <a:ext cx="4354320" cy="1241586"/>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A8BAE-307F-4C63-A70B-7B1D702F9F3C}">
      <dsp:nvSpPr>
        <dsp:cNvPr id="0" name=""/>
        <dsp:cNvSpPr/>
      </dsp:nvSpPr>
      <dsp:spPr>
        <a:xfrm>
          <a:off x="-3890073" y="-597341"/>
          <a:ext cx="4636202" cy="4636202"/>
        </a:xfrm>
        <a:prstGeom prst="blockArc">
          <a:avLst>
            <a:gd name="adj1" fmla="val 18900000"/>
            <a:gd name="adj2" fmla="val 2700000"/>
            <a:gd name="adj3" fmla="val 466"/>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0EF1CC-D0F7-4F97-B5BF-CF773704D2A9}">
      <dsp:nvSpPr>
        <dsp:cNvPr id="0" name=""/>
        <dsp:cNvSpPr/>
      </dsp:nvSpPr>
      <dsp:spPr>
        <a:xfrm>
          <a:off x="327017" y="215026"/>
          <a:ext cx="411628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43180" rIns="43180" bIns="43180" numCol="1" spcCol="1270" anchor="ctr" anchorCtr="0">
          <a:noAutofit/>
        </a:bodyPr>
        <a:lstStyle/>
        <a:p>
          <a:pPr marL="0" lvl="0" indent="0" algn="l" defTabSz="755650">
            <a:lnSpc>
              <a:spcPct val="90000"/>
            </a:lnSpc>
            <a:spcBef>
              <a:spcPct val="0"/>
            </a:spcBef>
            <a:spcAft>
              <a:spcPct val="35000"/>
            </a:spcAft>
            <a:buNone/>
          </a:pPr>
          <a:r>
            <a:rPr lang="uk-UA" sz="1700" b="0" i="0" kern="1200"/>
            <a:t>Гадяцький договір (1658 р.)</a:t>
          </a:r>
          <a:endParaRPr lang="uk-UA" sz="1700" kern="1200"/>
        </a:p>
      </dsp:txBody>
      <dsp:txXfrm>
        <a:off x="327017" y="215026"/>
        <a:ext cx="4116281" cy="430327"/>
      </dsp:txXfrm>
    </dsp:sp>
    <dsp:sp modelId="{F9BFC6B0-DE90-42A3-99A0-3858E09B6D50}">
      <dsp:nvSpPr>
        <dsp:cNvPr id="0" name=""/>
        <dsp:cNvSpPr/>
      </dsp:nvSpPr>
      <dsp:spPr>
        <a:xfrm>
          <a:off x="58062" y="16123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57C806-67D9-45A3-9FB9-A18A867EA415}">
      <dsp:nvSpPr>
        <dsp:cNvPr id="0" name=""/>
        <dsp:cNvSpPr/>
      </dsp:nvSpPr>
      <dsp:spPr>
        <a:xfrm>
          <a:off x="635377" y="860311"/>
          <a:ext cx="380792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43180" rIns="43180" bIns="43180" numCol="1" spcCol="1270" anchor="ctr" anchorCtr="0">
          <a:noAutofit/>
        </a:bodyPr>
        <a:lstStyle/>
        <a:p>
          <a:pPr marL="0" lvl="0" indent="0" algn="l" defTabSz="755650">
            <a:lnSpc>
              <a:spcPct val="90000"/>
            </a:lnSpc>
            <a:spcBef>
              <a:spcPct val="0"/>
            </a:spcBef>
            <a:spcAft>
              <a:spcPct val="35000"/>
            </a:spcAft>
            <a:buNone/>
          </a:pPr>
          <a:r>
            <a:rPr lang="uk-UA" sz="1700" b="0" i="0" kern="1200" dirty="0"/>
            <a:t>Віленське перемир’я (1656 р.)</a:t>
          </a:r>
          <a:endParaRPr lang="uk-UA" sz="1700" kern="1200" dirty="0"/>
        </a:p>
      </dsp:txBody>
      <dsp:txXfrm>
        <a:off x="635377" y="860311"/>
        <a:ext cx="3807921" cy="430327"/>
      </dsp:txXfrm>
    </dsp:sp>
    <dsp:sp modelId="{29AABA35-57DC-404F-AD2E-23B8B772C6FC}">
      <dsp:nvSpPr>
        <dsp:cNvPr id="0" name=""/>
        <dsp:cNvSpPr/>
      </dsp:nvSpPr>
      <dsp:spPr>
        <a:xfrm>
          <a:off x="366422" y="806520"/>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1BE5BF2-EADD-4902-B918-697E0DD0E123}">
      <dsp:nvSpPr>
        <dsp:cNvPr id="0" name=""/>
        <dsp:cNvSpPr/>
      </dsp:nvSpPr>
      <dsp:spPr>
        <a:xfrm>
          <a:off x="730019" y="1505596"/>
          <a:ext cx="3713279"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43180" rIns="43180" bIns="43180" numCol="1" spcCol="1270" anchor="ctr" anchorCtr="0">
          <a:noAutofit/>
        </a:bodyPr>
        <a:lstStyle/>
        <a:p>
          <a:pPr marL="0" lvl="0" indent="0" algn="l" defTabSz="755650">
            <a:lnSpc>
              <a:spcPct val="90000"/>
            </a:lnSpc>
            <a:spcBef>
              <a:spcPct val="0"/>
            </a:spcBef>
            <a:spcAft>
              <a:spcPct val="35000"/>
            </a:spcAft>
            <a:buNone/>
          </a:pPr>
          <a:r>
            <a:rPr lang="uk-UA" sz="1700" b="0" i="0" kern="1200"/>
            <a:t>Андрусівське перемир’я (1667 р.)</a:t>
          </a:r>
          <a:endParaRPr lang="uk-UA" sz="1700" kern="1200"/>
        </a:p>
      </dsp:txBody>
      <dsp:txXfrm>
        <a:off x="730019" y="1505596"/>
        <a:ext cx="3713279" cy="430327"/>
      </dsp:txXfrm>
    </dsp:sp>
    <dsp:sp modelId="{BE376C99-38DE-4D4D-9946-BE83DA3BE23D}">
      <dsp:nvSpPr>
        <dsp:cNvPr id="0" name=""/>
        <dsp:cNvSpPr/>
      </dsp:nvSpPr>
      <dsp:spPr>
        <a:xfrm>
          <a:off x="461064" y="145180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0AC7D2-7285-4EB6-B7EF-A5D732D3AFC7}">
      <dsp:nvSpPr>
        <dsp:cNvPr id="0" name=""/>
        <dsp:cNvSpPr/>
      </dsp:nvSpPr>
      <dsp:spPr>
        <a:xfrm>
          <a:off x="635377" y="2150881"/>
          <a:ext cx="380792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43180" rIns="43180" bIns="43180" numCol="1" spcCol="1270" anchor="ctr" anchorCtr="0">
          <a:noAutofit/>
        </a:bodyPr>
        <a:lstStyle/>
        <a:p>
          <a:pPr marL="0" lvl="0" indent="0" algn="l" defTabSz="755650">
            <a:lnSpc>
              <a:spcPct val="90000"/>
            </a:lnSpc>
            <a:spcBef>
              <a:spcPct val="0"/>
            </a:spcBef>
            <a:spcAft>
              <a:spcPct val="35000"/>
            </a:spcAft>
            <a:buNone/>
          </a:pPr>
          <a:r>
            <a:rPr lang="uk-UA" sz="1700" b="0" i="0" kern="1200"/>
            <a:t>Корсунська угода (1669 р.)</a:t>
          </a:r>
          <a:endParaRPr lang="uk-UA" sz="1700" kern="1200"/>
        </a:p>
      </dsp:txBody>
      <dsp:txXfrm>
        <a:off x="635377" y="2150881"/>
        <a:ext cx="3807921" cy="430327"/>
      </dsp:txXfrm>
    </dsp:sp>
    <dsp:sp modelId="{580BF0FE-A189-478D-B8A6-462E2F87D727}">
      <dsp:nvSpPr>
        <dsp:cNvPr id="0" name=""/>
        <dsp:cNvSpPr/>
      </dsp:nvSpPr>
      <dsp:spPr>
        <a:xfrm>
          <a:off x="366422" y="2097090"/>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F8E2E6-31D8-4392-8F8F-2B76B6B426F1}">
      <dsp:nvSpPr>
        <dsp:cNvPr id="0" name=""/>
        <dsp:cNvSpPr/>
      </dsp:nvSpPr>
      <dsp:spPr>
        <a:xfrm>
          <a:off x="327017" y="2796166"/>
          <a:ext cx="4116281" cy="430327"/>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573" tIns="43180" rIns="43180" bIns="43180" numCol="1" spcCol="1270" anchor="ctr" anchorCtr="0">
          <a:noAutofit/>
        </a:bodyPr>
        <a:lstStyle/>
        <a:p>
          <a:pPr marL="0" lvl="0" indent="0" algn="l" defTabSz="755650">
            <a:lnSpc>
              <a:spcPct val="90000"/>
            </a:lnSpc>
            <a:spcBef>
              <a:spcPct val="0"/>
            </a:spcBef>
            <a:spcAft>
              <a:spcPct val="35000"/>
            </a:spcAft>
            <a:buNone/>
          </a:pPr>
          <a:r>
            <a:rPr lang="uk-UA" sz="1700" b="0" i="0" kern="1200" dirty="0"/>
            <a:t>Бахчисарайський договір (1681 р.)</a:t>
          </a:r>
          <a:endParaRPr lang="uk-UA" sz="1700" kern="1200" dirty="0"/>
        </a:p>
      </dsp:txBody>
      <dsp:txXfrm>
        <a:off x="327017" y="2796166"/>
        <a:ext cx="4116281" cy="430327"/>
      </dsp:txXfrm>
    </dsp:sp>
    <dsp:sp modelId="{14522E67-5B1E-493E-95B4-AD0BB0BC8322}">
      <dsp:nvSpPr>
        <dsp:cNvPr id="0" name=""/>
        <dsp:cNvSpPr/>
      </dsp:nvSpPr>
      <dsp:spPr>
        <a:xfrm>
          <a:off x="58062" y="2742375"/>
          <a:ext cx="537909" cy="537909"/>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17E73-43ED-44C4-8B12-3DB32366B172}">
      <dsp:nvSpPr>
        <dsp:cNvPr id="0" name=""/>
        <dsp:cNvSpPr/>
      </dsp:nvSpPr>
      <dsp:spPr>
        <a:xfrm>
          <a:off x="0" y="288550"/>
          <a:ext cx="4225615" cy="11793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1" kern="1200" dirty="0"/>
            <a:t>«...кордону бути по </a:t>
          </a:r>
          <a:r>
            <a:rPr lang="ru-RU" sz="1400" b="0" i="1" kern="1200" dirty="0" err="1"/>
            <a:t>річці</a:t>
          </a:r>
          <a:r>
            <a:rPr lang="ru-RU" sz="1400" b="0" i="1" kern="1200" dirty="0"/>
            <a:t> </a:t>
          </a:r>
          <a:r>
            <a:rPr lang="ru-RU" sz="1400" b="0" i="1" kern="1200" dirty="0" err="1"/>
            <a:t>Дніпро</a:t>
          </a:r>
          <a:r>
            <a:rPr lang="ru-RU" sz="1400" b="0" i="1" kern="1200" dirty="0"/>
            <a:t>… </a:t>
          </a:r>
          <a:r>
            <a:rPr lang="ru-RU" sz="1400" b="0" i="1" kern="1200" dirty="0" err="1"/>
            <a:t>Кримським</a:t>
          </a:r>
          <a:r>
            <a:rPr lang="ru-RU" sz="1400" b="0" i="1" kern="1200" dirty="0"/>
            <a:t> татарам </a:t>
          </a:r>
          <a:r>
            <a:rPr lang="ru-RU" sz="1400" b="0" i="1" kern="1200" dirty="0" err="1"/>
            <a:t>вільно</a:t>
          </a:r>
          <a:r>
            <a:rPr lang="ru-RU" sz="1400" b="0" i="1" kern="1200" dirty="0"/>
            <a:t> по </a:t>
          </a:r>
          <a:r>
            <a:rPr lang="ru-RU" sz="1400" b="0" i="1" kern="1200" dirty="0" err="1"/>
            <a:t>обидві</a:t>
          </a:r>
          <a:r>
            <a:rPr lang="ru-RU" sz="1400" b="0" i="1" kern="1200" dirty="0"/>
            <a:t> </a:t>
          </a:r>
          <a:r>
            <a:rPr lang="ru-RU" sz="1400" b="0" i="1" kern="1200" dirty="0" err="1"/>
            <a:t>сторони</a:t>
          </a:r>
          <a:r>
            <a:rPr lang="ru-RU" sz="1400" b="0" i="1" kern="1200" dirty="0"/>
            <a:t> </a:t>
          </a:r>
          <a:r>
            <a:rPr lang="ru-RU" sz="1400" b="0" i="1" kern="1200" dirty="0" err="1"/>
            <a:t>Дніпра</a:t>
          </a:r>
          <a:r>
            <a:rPr lang="ru-RU" sz="1400" b="0" i="1" kern="1200" dirty="0"/>
            <a:t> </a:t>
          </a:r>
          <a:r>
            <a:rPr lang="ru-RU" sz="1400" b="0" i="1" kern="1200" dirty="0" err="1"/>
            <a:t>кочувати</a:t>
          </a:r>
          <a:r>
            <a:rPr lang="ru-RU" sz="1400" b="0" i="1" kern="1200" dirty="0"/>
            <a:t>… козакам </a:t>
          </a:r>
          <a:r>
            <a:rPr lang="ru-RU" sz="1400" b="0" i="1" kern="1200" dirty="0" err="1"/>
            <a:t>Низовим</a:t>
          </a:r>
          <a:r>
            <a:rPr lang="ru-RU" sz="1400" b="0" i="1" kern="1200" dirty="0"/>
            <a:t> і </a:t>
          </a:r>
          <a:r>
            <a:rPr lang="ru-RU" sz="1400" b="0" i="1" kern="1200" dirty="0" err="1"/>
            <a:t>городовим</a:t>
          </a:r>
          <a:r>
            <a:rPr lang="ru-RU" sz="1400" b="0" i="1" kern="1200" dirty="0"/>
            <a:t> </a:t>
          </a:r>
          <a:r>
            <a:rPr lang="ru-RU" sz="1400" b="0" i="1" kern="1200" dirty="0" err="1"/>
            <a:t>війська</a:t>
          </a:r>
          <a:r>
            <a:rPr lang="ru-RU" sz="1400" b="0" i="1" kern="1200" dirty="0"/>
            <a:t> </a:t>
          </a:r>
          <a:r>
            <a:rPr lang="ru-RU" sz="1400" b="0" i="1" kern="1200" dirty="0" err="1"/>
            <a:t>Запорозького</a:t>
          </a:r>
          <a:r>
            <a:rPr lang="ru-RU" sz="1400" b="0" i="1" kern="1200" dirty="0"/>
            <a:t> </a:t>
          </a:r>
          <a:r>
            <a:rPr lang="ru-RU" sz="1400" b="0" i="1" kern="1200" dirty="0" err="1"/>
            <a:t>плавати</a:t>
          </a:r>
          <a:r>
            <a:rPr lang="ru-RU" sz="1400" b="0" i="1" kern="1200" dirty="0"/>
            <a:t> </a:t>
          </a:r>
          <a:r>
            <a:rPr lang="ru-RU" sz="1400" b="0" i="1" kern="1200" dirty="0" err="1"/>
            <a:t>Дніпром</a:t>
          </a:r>
          <a:r>
            <a:rPr lang="ru-RU" sz="1400" b="0" i="1" kern="1200" dirty="0"/>
            <a:t>… </a:t>
          </a:r>
          <a:r>
            <a:rPr lang="ru-RU" sz="1400" b="0" i="1" kern="1200" dirty="0" err="1"/>
            <a:t>Київ</a:t>
          </a:r>
          <a:r>
            <a:rPr lang="ru-RU" sz="1400" b="0" i="1" kern="1200" dirty="0"/>
            <a:t> </a:t>
          </a:r>
          <a:r>
            <a:rPr lang="ru-RU" sz="1400" b="0" i="1" kern="1200" dirty="0" err="1"/>
            <a:t>має</a:t>
          </a:r>
          <a:r>
            <a:rPr lang="ru-RU" sz="1400" b="0" i="1" kern="1200" dirty="0"/>
            <a:t> бути на </a:t>
          </a:r>
          <a:r>
            <a:rPr lang="ru-RU" sz="1400" b="0" i="1" kern="1200" dirty="0" err="1"/>
            <a:t>стороні</a:t>
          </a:r>
          <a:r>
            <a:rPr lang="ru-RU" sz="1400" b="0" i="1" kern="1200" dirty="0"/>
            <a:t> </a:t>
          </a:r>
          <a:r>
            <a:rPr lang="ru-RU" sz="1400" b="0" i="1" kern="1200" dirty="0" err="1"/>
            <a:t>Його</a:t>
          </a:r>
          <a:r>
            <a:rPr lang="ru-RU" sz="1400" b="0" i="1" kern="1200" dirty="0"/>
            <a:t> </a:t>
          </a:r>
          <a:r>
            <a:rPr lang="ru-RU" sz="1400" b="0" i="1" kern="1200" dirty="0" err="1"/>
            <a:t>царської</a:t>
          </a:r>
          <a:r>
            <a:rPr lang="ru-RU" sz="1400" b="0" i="1" kern="1200" dirty="0"/>
            <a:t> </a:t>
          </a:r>
          <a:r>
            <a:rPr lang="ru-RU" sz="1400" b="0" i="1" kern="1200" dirty="0" err="1"/>
            <a:t>величності</a:t>
          </a:r>
          <a:r>
            <a:rPr lang="ru-RU" sz="1400" b="0" i="1" kern="1200" dirty="0"/>
            <a:t>…»</a:t>
          </a:r>
          <a:endParaRPr lang="uk-UA" sz="1400" kern="1200" dirty="0"/>
        </a:p>
      </dsp:txBody>
      <dsp:txXfrm>
        <a:off x="57572" y="346122"/>
        <a:ext cx="4110471" cy="1064216"/>
      </dsp:txXfrm>
    </dsp:sp>
    <dsp:sp modelId="{87E5BFB4-B466-46BF-A2EF-E76227C9899D}">
      <dsp:nvSpPr>
        <dsp:cNvPr id="0" name=""/>
        <dsp:cNvSpPr/>
      </dsp:nvSpPr>
      <dsp:spPr>
        <a:xfrm>
          <a:off x="0" y="1508230"/>
          <a:ext cx="4225615" cy="11793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1" kern="1200" dirty="0"/>
            <a:t>«Нехай не учинить </a:t>
          </a:r>
          <a:r>
            <a:rPr lang="ru-RU" sz="1400" b="0" i="1" kern="1200" dirty="0" err="1"/>
            <a:t>ані</a:t>
          </a:r>
          <a:r>
            <a:rPr lang="ru-RU" sz="1400" b="0" i="1" kern="1200" dirty="0"/>
            <a:t> султан </a:t>
          </a:r>
          <a:r>
            <a:rPr lang="ru-RU" sz="1400" b="0" i="1" kern="1200" dirty="0" err="1"/>
            <a:t>турецький</a:t>
          </a:r>
          <a:r>
            <a:rPr lang="ru-RU" sz="1400" b="0" i="1" kern="1200" dirty="0"/>
            <a:t>, </a:t>
          </a:r>
          <a:r>
            <a:rPr lang="ru-RU" sz="1400" b="0" i="1" kern="1200" dirty="0" err="1"/>
            <a:t>ані</a:t>
          </a:r>
          <a:r>
            <a:rPr lang="ru-RU" sz="1400" b="0" i="1" kern="1200" dirty="0"/>
            <a:t> хан </a:t>
          </a:r>
          <a:r>
            <a:rPr lang="ru-RU" sz="1400" b="0" i="1" kern="1200" dirty="0" err="1"/>
            <a:t>татарський</a:t>
          </a:r>
          <a:r>
            <a:rPr lang="ru-RU" sz="1400" b="0" i="1" kern="1200" dirty="0"/>
            <a:t> миру з королем </a:t>
          </a:r>
          <a:r>
            <a:rPr lang="ru-RU" sz="1400" b="0" i="1" kern="1200" dirty="0" err="1"/>
            <a:t>польським</a:t>
          </a:r>
          <a:r>
            <a:rPr lang="ru-RU" sz="1400" b="0" i="1" kern="1200" dirty="0"/>
            <a:t> і з царем </a:t>
          </a:r>
          <a:r>
            <a:rPr lang="ru-RU" sz="1400" b="0" i="1" kern="1200" dirty="0" err="1"/>
            <a:t>московським</a:t>
          </a:r>
          <a:r>
            <a:rPr lang="ru-RU" sz="1400" b="0" i="1" kern="1200" dirty="0"/>
            <a:t>, союзу дружества нехай не творить без </a:t>
          </a:r>
          <a:r>
            <a:rPr lang="ru-RU" sz="1400" b="0" i="1" kern="1200" dirty="0" err="1"/>
            <a:t>відома</a:t>
          </a:r>
          <a:r>
            <a:rPr lang="ru-RU" sz="1400" b="0" i="1" kern="1200" dirty="0"/>
            <a:t> та </a:t>
          </a:r>
          <a:r>
            <a:rPr lang="ru-RU" sz="1400" b="0" i="1" kern="1200" dirty="0" err="1"/>
            <a:t>згоди</a:t>
          </a:r>
          <a:r>
            <a:rPr lang="ru-RU" sz="1400" b="0" i="1" kern="1200" dirty="0"/>
            <a:t> </a:t>
          </a:r>
          <a:r>
            <a:rPr lang="ru-RU" sz="1400" b="0" i="1" kern="1200" dirty="0" err="1"/>
            <a:t>нашого</a:t>
          </a:r>
          <a:r>
            <a:rPr lang="ru-RU" sz="1400" b="0" i="1" kern="1200" dirty="0"/>
            <a:t> </a:t>
          </a:r>
          <a:r>
            <a:rPr lang="ru-RU" sz="1400" b="0" i="1" kern="1200" dirty="0" err="1"/>
            <a:t>гетьмана</a:t>
          </a:r>
          <a:r>
            <a:rPr lang="ru-RU" sz="1400" b="0" i="1" kern="1200" dirty="0"/>
            <a:t> і </a:t>
          </a:r>
          <a:r>
            <a:rPr lang="ru-RU" sz="1400" b="0" i="1" kern="1200" dirty="0" err="1"/>
            <a:t>всього</a:t>
          </a:r>
          <a:r>
            <a:rPr lang="ru-RU" sz="1400" b="0" i="1" kern="1200" dirty="0"/>
            <a:t> </a:t>
          </a:r>
          <a:r>
            <a:rPr lang="ru-RU" sz="1400" b="0" i="1" kern="1200" dirty="0" err="1"/>
            <a:t>козацького</a:t>
          </a:r>
          <a:r>
            <a:rPr lang="ru-RU" sz="1400" b="0" i="1" kern="1200" dirty="0"/>
            <a:t> </a:t>
          </a:r>
          <a:r>
            <a:rPr lang="ru-RU" sz="1400" b="0" i="1" kern="1200" dirty="0" err="1"/>
            <a:t>війська</a:t>
          </a:r>
          <a:r>
            <a:rPr lang="ru-RU" sz="1400" b="0" i="1" kern="1200" dirty="0"/>
            <a:t>…»</a:t>
          </a:r>
          <a:endParaRPr lang="uk-UA" sz="1400" kern="1200" dirty="0"/>
        </a:p>
      </dsp:txBody>
      <dsp:txXfrm>
        <a:off x="57572" y="1565802"/>
        <a:ext cx="4110471" cy="1064216"/>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9677F-8A54-4786-BCAB-87B6F2FB4EB3}">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ADAC3-88A7-42CF-A4EF-B622E04C4DCA}">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1654 р.</a:t>
          </a:r>
          <a:endParaRPr lang="uk-UA" sz="3400" kern="1200"/>
        </a:p>
      </dsp:txBody>
      <dsp:txXfrm>
        <a:off x="916031" y="392464"/>
        <a:ext cx="1211152" cy="1211152"/>
      </dsp:txXfrm>
    </dsp:sp>
    <dsp:sp modelId="{876625C0-D146-4C21-BEB6-940107FF101E}">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1656 р.</a:t>
          </a:r>
          <a:endParaRPr lang="uk-UA" sz="3400" kern="1200" dirty="0"/>
        </a:p>
      </dsp:txBody>
      <dsp:txXfrm>
        <a:off x="2361469" y="392464"/>
        <a:ext cx="1211152" cy="1211152"/>
      </dsp:txXfrm>
    </dsp:sp>
    <dsp:sp modelId="{8D49E276-48F6-44E3-9C47-9E6487D32730}">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1681 р.</a:t>
          </a:r>
          <a:endParaRPr lang="uk-UA" sz="3400" kern="1200"/>
        </a:p>
      </dsp:txBody>
      <dsp:txXfrm>
        <a:off x="916031" y="1837902"/>
        <a:ext cx="1211152" cy="1211152"/>
      </dsp:txXfrm>
    </dsp:sp>
    <dsp:sp modelId="{CFDE474E-CBD0-4BF0-BB71-FE108E90B682}">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1686 р.</a:t>
          </a:r>
          <a:endParaRPr lang="uk-UA" sz="3400" kern="1200" dirty="0"/>
        </a:p>
      </dsp:txBody>
      <dsp:txXfrm>
        <a:off x="2361469" y="1837902"/>
        <a:ext cx="1211152" cy="1211152"/>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4A608D-A1A1-4826-B565-0133039E8D8D}">
      <dsp:nvSpPr>
        <dsp:cNvPr id="0" name=""/>
        <dsp:cNvSpPr/>
      </dsp:nvSpPr>
      <dsp:spPr>
        <a:xfrm>
          <a:off x="265452" y="0"/>
          <a:ext cx="3441520" cy="3441520"/>
        </a:xfrm>
        <a:prstGeom prst="triangl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B68275-90B9-4DDC-B182-18D05BA3959F}">
      <dsp:nvSpPr>
        <dsp:cNvPr id="0" name=""/>
        <dsp:cNvSpPr/>
      </dsp:nvSpPr>
      <dsp:spPr>
        <a:xfrm>
          <a:off x="1986213" y="344488"/>
          <a:ext cx="2236988" cy="61167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a:t>І. Виговського.</a:t>
          </a:r>
          <a:endParaRPr lang="uk-UA" sz="1800" kern="1200"/>
        </a:p>
      </dsp:txBody>
      <dsp:txXfrm>
        <a:off x="2016073" y="374348"/>
        <a:ext cx="2177268" cy="551956"/>
      </dsp:txXfrm>
    </dsp:sp>
    <dsp:sp modelId="{A0EBEFE0-8454-46AC-99AB-BF17FBE27A2E}">
      <dsp:nvSpPr>
        <dsp:cNvPr id="0" name=""/>
        <dsp:cNvSpPr/>
      </dsp:nvSpPr>
      <dsp:spPr>
        <a:xfrm>
          <a:off x="1986213" y="1032624"/>
          <a:ext cx="2236988" cy="61167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a:t>Ю. </a:t>
          </a:r>
          <a:r>
            <a:rPr lang="ru-RU" sz="1800" b="0" i="0" kern="1200" dirty="0" err="1"/>
            <a:t>Хмельницького</a:t>
          </a:r>
          <a:r>
            <a:rPr lang="ru-RU" sz="1800" b="0" i="0" kern="1200" dirty="0"/>
            <a:t>.</a:t>
          </a:r>
          <a:endParaRPr lang="uk-UA" sz="1800" kern="1200" dirty="0"/>
        </a:p>
      </dsp:txBody>
      <dsp:txXfrm>
        <a:off x="2016073" y="1062484"/>
        <a:ext cx="2177268" cy="551956"/>
      </dsp:txXfrm>
    </dsp:sp>
    <dsp:sp modelId="{73D4B556-9F1D-41E7-9564-518A22F688AF}">
      <dsp:nvSpPr>
        <dsp:cNvPr id="0" name=""/>
        <dsp:cNvSpPr/>
      </dsp:nvSpPr>
      <dsp:spPr>
        <a:xfrm>
          <a:off x="1986213" y="1720759"/>
          <a:ext cx="2236988" cy="61167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a:t>П. </a:t>
          </a:r>
          <a:r>
            <a:rPr lang="ru-RU" sz="1800" b="0" i="0" kern="1200" dirty="0" err="1"/>
            <a:t>Тетері</a:t>
          </a:r>
          <a:r>
            <a:rPr lang="ru-RU" sz="1800" b="0" i="0" kern="1200" dirty="0"/>
            <a:t>.</a:t>
          </a:r>
          <a:endParaRPr lang="uk-UA" sz="1800" kern="1200" dirty="0"/>
        </a:p>
      </dsp:txBody>
      <dsp:txXfrm>
        <a:off x="2016073" y="1750619"/>
        <a:ext cx="2177268" cy="551956"/>
      </dsp:txXfrm>
    </dsp:sp>
    <dsp:sp modelId="{88133227-3C06-4163-85E2-AA3166CB59ED}">
      <dsp:nvSpPr>
        <dsp:cNvPr id="0" name=""/>
        <dsp:cNvSpPr/>
      </dsp:nvSpPr>
      <dsp:spPr>
        <a:xfrm>
          <a:off x="1986213" y="2408895"/>
          <a:ext cx="2236988" cy="61167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0" i="0" kern="1200" dirty="0"/>
            <a:t>П. Дорошенка.</a:t>
          </a:r>
          <a:endParaRPr lang="uk-UA" sz="1800" kern="1200" dirty="0"/>
        </a:p>
      </dsp:txBody>
      <dsp:txXfrm>
        <a:off x="2016073" y="2438755"/>
        <a:ext cx="2177268" cy="551956"/>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30708-8B23-455F-81EA-45D776F67EF0}">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6C50A9-4AC9-42A9-97A0-6B393429FC10}">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a:t>укладення Гадяцького договору</a:t>
          </a:r>
          <a:endParaRPr lang="uk-UA" sz="1600" kern="1200"/>
        </a:p>
      </dsp:txBody>
      <dsp:txXfrm>
        <a:off x="391814" y="265127"/>
        <a:ext cx="4051372" cy="530531"/>
      </dsp:txXfrm>
    </dsp:sp>
    <dsp:sp modelId="{A979A374-925C-40A0-A5E3-489413711F59}">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4154D0-CA8B-4D13-81B1-7C1CD6BD47C2}">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dirty="0" err="1"/>
            <a:t>Чигиринські</a:t>
          </a:r>
          <a:r>
            <a:rPr lang="ru-RU" sz="1600" b="0" i="0" kern="1200" dirty="0"/>
            <a:t> походи </a:t>
          </a:r>
          <a:r>
            <a:rPr lang="ru-RU" sz="1600" b="0" i="0" kern="1200" dirty="0" err="1"/>
            <a:t>турецько-татарської</a:t>
          </a:r>
          <a:r>
            <a:rPr lang="ru-RU" sz="1600" b="0" i="0" kern="1200" dirty="0"/>
            <a:t> </a:t>
          </a:r>
          <a:r>
            <a:rPr lang="ru-RU" sz="1600" b="0" i="0" kern="1200" dirty="0" err="1"/>
            <a:t>армії</a:t>
          </a:r>
          <a:endParaRPr lang="uk-UA" sz="1600" kern="1200" dirty="0"/>
        </a:p>
      </dsp:txBody>
      <dsp:txXfrm>
        <a:off x="695981" y="1061063"/>
        <a:ext cx="3747206" cy="530531"/>
      </dsp:txXfrm>
    </dsp:sp>
    <dsp:sp modelId="{D5D2A45D-C394-4BCD-8B7F-6AABAA9E301E}">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A2B655-2F46-43D9-B871-204409BDDA87}">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a:t>проведення Чорної ради поблизу Ніжина</a:t>
          </a:r>
          <a:endParaRPr lang="uk-UA" sz="1600" kern="1200"/>
        </a:p>
      </dsp:txBody>
      <dsp:txXfrm>
        <a:off x="695981" y="1856999"/>
        <a:ext cx="3747206" cy="530531"/>
      </dsp:txXfrm>
    </dsp:sp>
    <dsp:sp modelId="{E0C9072B-E8F0-410F-9014-951D20F87C71}">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95E0B0-8686-4D40-A57E-4295A26CC52A}">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40640" rIns="40640" bIns="40640" numCol="1" spcCol="1270" anchor="ctr" anchorCtr="0">
          <a:noAutofit/>
        </a:bodyPr>
        <a:lstStyle/>
        <a:p>
          <a:pPr marL="0" lvl="0" indent="0" algn="l" defTabSz="711200">
            <a:lnSpc>
              <a:spcPct val="90000"/>
            </a:lnSpc>
            <a:spcBef>
              <a:spcPct val="0"/>
            </a:spcBef>
            <a:spcAft>
              <a:spcPct val="35000"/>
            </a:spcAft>
            <a:buNone/>
          </a:pPr>
          <a:r>
            <a:rPr lang="ru-RU" sz="1600" b="0" i="0" kern="1200" dirty="0" err="1"/>
            <a:t>обрання</a:t>
          </a:r>
          <a:r>
            <a:rPr lang="ru-RU" sz="1600" b="0" i="0" kern="1200" dirty="0"/>
            <a:t> </a:t>
          </a:r>
          <a:r>
            <a:rPr lang="ru-RU" sz="1600" b="0" i="0" kern="1200" dirty="0" err="1"/>
            <a:t>гетьманом</a:t>
          </a:r>
          <a:r>
            <a:rPr lang="ru-RU" sz="1600" b="0" i="0" kern="1200" dirty="0"/>
            <a:t> Д. </a:t>
          </a:r>
          <a:r>
            <a:rPr lang="ru-RU" sz="1600" b="0" i="0" kern="1200" dirty="0" err="1"/>
            <a:t>Многогрішного</a:t>
          </a:r>
          <a:endParaRPr lang="uk-UA" sz="1600" kern="1200" dirty="0"/>
        </a:p>
      </dsp:txBody>
      <dsp:txXfrm>
        <a:off x="391814" y="2652935"/>
        <a:ext cx="4051372" cy="530531"/>
      </dsp:txXfrm>
    </dsp:sp>
    <dsp:sp modelId="{0FE95262-AB94-47C2-9152-87B6879C9AEC}">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30DE2-2845-4BE7-AF06-8E55E40C5895}">
      <dsp:nvSpPr>
        <dsp:cNvPr id="0" name=""/>
        <dsp:cNvSpPr/>
      </dsp:nvSpPr>
      <dsp:spPr>
        <a:xfrm>
          <a:off x="0" y="84199"/>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створення найманого кінного війська «компанійців»</a:t>
          </a:r>
          <a:endParaRPr lang="uk-UA" sz="1600" kern="1200"/>
        </a:p>
      </dsp:txBody>
      <dsp:txXfrm>
        <a:off x="30157" y="114356"/>
        <a:ext cx="4428340" cy="557446"/>
      </dsp:txXfrm>
    </dsp:sp>
    <dsp:sp modelId="{B3D580F6-C498-46F3-876B-1D8D7BE7590B}">
      <dsp:nvSpPr>
        <dsp:cNvPr id="0" name=""/>
        <dsp:cNvSpPr/>
      </dsp:nvSpPr>
      <dsp:spPr>
        <a:xfrm>
          <a:off x="0" y="74804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агресія Московського царства проти Гетьманщини</a:t>
          </a:r>
          <a:endParaRPr lang="uk-UA" sz="1600" kern="1200" dirty="0"/>
        </a:p>
      </dsp:txBody>
      <dsp:txXfrm>
        <a:off x="30157" y="778197"/>
        <a:ext cx="4428340" cy="557446"/>
      </dsp:txXfrm>
    </dsp:sp>
    <dsp:sp modelId="{AE49582E-418F-45AB-B138-5142EBA24662}">
      <dsp:nvSpPr>
        <dsp:cNvPr id="0" name=""/>
        <dsp:cNvSpPr/>
      </dsp:nvSpPr>
      <dsp:spPr>
        <a:xfrm>
          <a:off x="0" y="141188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здійснення гетьманом І. Самойловичем «Великого згону»</a:t>
          </a:r>
          <a:endParaRPr lang="uk-UA" sz="1600" kern="1200" dirty="0"/>
        </a:p>
      </dsp:txBody>
      <dsp:txXfrm>
        <a:off x="30157" y="1442037"/>
        <a:ext cx="4428340" cy="557446"/>
      </dsp:txXfrm>
    </dsp:sp>
    <dsp:sp modelId="{6B53DD0F-3DE8-4CF6-90A3-26A9BB21E481}">
      <dsp:nvSpPr>
        <dsp:cNvPr id="0" name=""/>
        <dsp:cNvSpPr/>
      </dsp:nvSpPr>
      <dsp:spPr>
        <a:xfrm>
          <a:off x="0" y="207572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повстання під проводом полковника С. Палія</a:t>
          </a:r>
          <a:endParaRPr lang="uk-UA" sz="1600" kern="1200"/>
        </a:p>
      </dsp:txBody>
      <dsp:txXfrm>
        <a:off x="30157" y="2105877"/>
        <a:ext cx="4428340" cy="557446"/>
      </dsp:txXfrm>
    </dsp:sp>
    <dsp:sp modelId="{2C5AB042-78A5-4E0F-93D7-AF2266173F3B}">
      <dsp:nvSpPr>
        <dsp:cNvPr id="0" name=""/>
        <dsp:cNvSpPr/>
      </dsp:nvSpPr>
      <dsp:spPr>
        <a:xfrm>
          <a:off x="0" y="2739560"/>
          <a:ext cx="4488654" cy="6177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dirty="0"/>
            <a:t>розпад Гетьманщини на дві частини – Правобережну та Лівобережну</a:t>
          </a:r>
          <a:endParaRPr lang="uk-UA" sz="1600" kern="1200" dirty="0"/>
        </a:p>
      </dsp:txBody>
      <dsp:txXfrm>
        <a:off x="30157" y="2769717"/>
        <a:ext cx="4428340" cy="557446"/>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8233D-B3BB-4BD0-80E2-9646C497ED7C}">
      <dsp:nvSpPr>
        <dsp:cNvPr id="0" name=""/>
        <dsp:cNvSpPr/>
      </dsp:nvSpPr>
      <dsp:spPr>
        <a:xfrm>
          <a:off x="0" y="391639"/>
          <a:ext cx="4488654"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dirty="0" err="1"/>
            <a:t>Віленським</a:t>
          </a:r>
          <a:r>
            <a:rPr lang="ru-RU" sz="2600" b="0" i="0" kern="1200" dirty="0"/>
            <a:t> </a:t>
          </a:r>
          <a:r>
            <a:rPr lang="ru-RU" sz="2600" b="0" i="0" kern="1200" dirty="0" err="1"/>
            <a:t>перемир’ям</a:t>
          </a:r>
          <a:r>
            <a:rPr lang="ru-RU" sz="2600" b="0" i="0" kern="1200" dirty="0"/>
            <a:t>.</a:t>
          </a:r>
          <a:endParaRPr lang="uk-UA" sz="2600" kern="1200" dirty="0"/>
        </a:p>
      </dsp:txBody>
      <dsp:txXfrm>
        <a:off x="29700" y="421339"/>
        <a:ext cx="4429254" cy="549000"/>
      </dsp:txXfrm>
    </dsp:sp>
    <dsp:sp modelId="{22A91EA0-F291-4F89-9B1C-1FAB2868AE76}">
      <dsp:nvSpPr>
        <dsp:cNvPr id="0" name=""/>
        <dsp:cNvSpPr/>
      </dsp:nvSpPr>
      <dsp:spPr>
        <a:xfrm>
          <a:off x="0" y="1074919"/>
          <a:ext cx="4488654"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dirty="0" err="1"/>
            <a:t>Гадяцьким</a:t>
          </a:r>
          <a:r>
            <a:rPr lang="ru-RU" sz="2600" b="0" i="0" kern="1200" dirty="0"/>
            <a:t> договором.</a:t>
          </a:r>
          <a:endParaRPr lang="uk-UA" sz="2600" kern="1200" dirty="0"/>
        </a:p>
      </dsp:txBody>
      <dsp:txXfrm>
        <a:off x="29700" y="1104619"/>
        <a:ext cx="4429254" cy="549000"/>
      </dsp:txXfrm>
    </dsp:sp>
    <dsp:sp modelId="{E2B85726-BA04-4251-9ABC-AB5B0D972269}">
      <dsp:nvSpPr>
        <dsp:cNvPr id="0" name=""/>
        <dsp:cNvSpPr/>
      </dsp:nvSpPr>
      <dsp:spPr>
        <a:xfrm>
          <a:off x="0" y="1758200"/>
          <a:ext cx="4488654"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Андрусівським перемир’ям.</a:t>
          </a:r>
          <a:endParaRPr lang="uk-UA" sz="2600" kern="1200"/>
        </a:p>
      </dsp:txBody>
      <dsp:txXfrm>
        <a:off x="29700" y="1787900"/>
        <a:ext cx="4429254" cy="549000"/>
      </dsp:txXfrm>
    </dsp:sp>
    <dsp:sp modelId="{77742290-8B7F-4F9A-85F7-97639C194FA4}">
      <dsp:nvSpPr>
        <dsp:cNvPr id="0" name=""/>
        <dsp:cNvSpPr/>
      </dsp:nvSpPr>
      <dsp:spPr>
        <a:xfrm>
          <a:off x="0" y="2441480"/>
          <a:ext cx="4488654" cy="608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dirty="0"/>
            <a:t>«</a:t>
          </a:r>
          <a:r>
            <a:rPr lang="ru-RU" sz="2600" b="0" i="0" kern="1200" dirty="0" err="1"/>
            <a:t>Березневими</a:t>
          </a:r>
          <a:r>
            <a:rPr lang="ru-RU" sz="2600" b="0" i="0" kern="1200" dirty="0"/>
            <a:t> </a:t>
          </a:r>
          <a:r>
            <a:rPr lang="ru-RU" sz="2600" b="0" i="0" kern="1200" dirty="0" err="1"/>
            <a:t>статтями</a:t>
          </a:r>
          <a:r>
            <a:rPr lang="ru-RU" sz="2600" b="0" i="0" kern="1200" dirty="0"/>
            <a:t>».</a:t>
          </a:r>
          <a:endParaRPr lang="uk-UA" sz="2600" kern="1200" dirty="0"/>
        </a:p>
      </dsp:txBody>
      <dsp:txXfrm>
        <a:off x="29700" y="2471180"/>
        <a:ext cx="4429254" cy="549000"/>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8519D9-7903-42F6-8CFC-4046B52F8BD2}">
      <dsp:nvSpPr>
        <dsp:cNvPr id="0" name=""/>
        <dsp:cNvSpPr/>
      </dsp:nvSpPr>
      <dsp:spPr>
        <a:xfrm>
          <a:off x="0" y="544999"/>
          <a:ext cx="4488654"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Правобережною Україною.</a:t>
          </a:r>
          <a:endParaRPr lang="uk-UA" sz="2300" kern="1200"/>
        </a:p>
      </dsp:txBody>
      <dsp:txXfrm>
        <a:off x="26273" y="571272"/>
        <a:ext cx="4436108" cy="485654"/>
      </dsp:txXfrm>
    </dsp:sp>
    <dsp:sp modelId="{C808CF50-3EB5-4C7C-A4A3-DA91AB7614F3}">
      <dsp:nvSpPr>
        <dsp:cNvPr id="0" name=""/>
        <dsp:cNvSpPr/>
      </dsp:nvSpPr>
      <dsp:spPr>
        <a:xfrm>
          <a:off x="0" y="1149440"/>
          <a:ext cx="4488654"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Чернігово-Сіверською землею.</a:t>
          </a:r>
          <a:endParaRPr lang="uk-UA" sz="2300" kern="1200" dirty="0"/>
        </a:p>
      </dsp:txBody>
      <dsp:txXfrm>
        <a:off x="26273" y="1175713"/>
        <a:ext cx="4436108" cy="485654"/>
      </dsp:txXfrm>
    </dsp:sp>
    <dsp:sp modelId="{DAD5679F-5074-41E7-ACE0-2E2CDCC0DF22}">
      <dsp:nvSpPr>
        <dsp:cNvPr id="0" name=""/>
        <dsp:cNvSpPr/>
      </dsp:nvSpPr>
      <dsp:spPr>
        <a:xfrm>
          <a:off x="0" y="1753880"/>
          <a:ext cx="4488654"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Лівобережною Україною.</a:t>
          </a:r>
          <a:endParaRPr lang="uk-UA" sz="2300" kern="1200"/>
        </a:p>
      </dsp:txBody>
      <dsp:txXfrm>
        <a:off x="26273" y="1780153"/>
        <a:ext cx="4436108" cy="485654"/>
      </dsp:txXfrm>
    </dsp:sp>
    <dsp:sp modelId="{06BEF463-A4AB-4128-A2EA-05003A5FFD76}">
      <dsp:nvSpPr>
        <dsp:cNvPr id="0" name=""/>
        <dsp:cNvSpPr/>
      </dsp:nvSpPr>
      <dsp:spPr>
        <a:xfrm>
          <a:off x="0" y="2358320"/>
          <a:ext cx="4488654" cy="538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dirty="0"/>
            <a:t>Запоріжжям.</a:t>
          </a:r>
          <a:endParaRPr lang="uk-UA" sz="2300" kern="1200" dirty="0"/>
        </a:p>
      </dsp:txBody>
      <dsp:txXfrm>
        <a:off x="26273" y="2384593"/>
        <a:ext cx="4436108" cy="485654"/>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BA82E-C22B-41F8-BF2C-4FC75004B10E}">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87F5E0-30EA-4F17-8712-ED93CBE0D91B}">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a:t>«Вічний мир»</a:t>
          </a:r>
          <a:endParaRPr lang="uk-UA" sz="1400" kern="1200"/>
        </a:p>
      </dsp:txBody>
      <dsp:txXfrm>
        <a:off x="916031" y="392464"/>
        <a:ext cx="1211152" cy="1211152"/>
      </dsp:txXfrm>
    </dsp:sp>
    <dsp:sp modelId="{8A174003-A25A-4D48-832B-8D53CC7D5FD0}">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a:t>Гадяцькі пункти.</a:t>
          </a:r>
          <a:endParaRPr lang="uk-UA" sz="1400" kern="1200"/>
        </a:p>
      </dsp:txBody>
      <dsp:txXfrm>
        <a:off x="2361469" y="392464"/>
        <a:ext cx="1211152" cy="1211152"/>
      </dsp:txXfrm>
    </dsp:sp>
    <dsp:sp modelId="{E8474526-1317-4A79-97D2-7E289CE12153}">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dirty="0" err="1"/>
            <a:t>Зборівський</a:t>
          </a:r>
          <a:r>
            <a:rPr lang="ru-RU" sz="1400" b="0" i="0" kern="1200" dirty="0"/>
            <a:t> </a:t>
          </a:r>
          <a:r>
            <a:rPr lang="ru-RU" sz="1400" b="0" i="0" kern="1200" dirty="0" err="1"/>
            <a:t>договір</a:t>
          </a:r>
          <a:r>
            <a:rPr lang="ru-RU" sz="1400" b="0" i="0" kern="1200" dirty="0"/>
            <a:t>.</a:t>
          </a:r>
          <a:endParaRPr lang="uk-UA" sz="1400" kern="1200" dirty="0"/>
        </a:p>
      </dsp:txBody>
      <dsp:txXfrm>
        <a:off x="916031" y="1837902"/>
        <a:ext cx="1211152" cy="1211152"/>
      </dsp:txXfrm>
    </dsp:sp>
    <dsp:sp modelId="{FCC839EA-0B46-47CE-8595-1A9DB41E9E80}">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dirty="0" err="1"/>
            <a:t>Андрусівське</a:t>
          </a:r>
          <a:r>
            <a:rPr lang="ru-RU" sz="1400" b="0" i="0" kern="1200" dirty="0"/>
            <a:t> </a:t>
          </a:r>
          <a:r>
            <a:rPr lang="ru-RU" sz="1400" b="0" i="0" kern="1200" dirty="0" err="1"/>
            <a:t>перемир’я</a:t>
          </a:r>
          <a:r>
            <a:rPr lang="ru-RU" sz="1400" b="0" i="0" kern="1200" dirty="0"/>
            <a:t>.</a:t>
          </a:r>
          <a:endParaRPr lang="uk-UA" sz="1400" kern="1200" dirty="0"/>
        </a:p>
      </dsp:txBody>
      <dsp:txXfrm>
        <a:off x="2361469" y="1837902"/>
        <a:ext cx="1211152" cy="1211152"/>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59A16-ED62-45E6-991F-1862008E528E}">
      <dsp:nvSpPr>
        <dsp:cNvPr id="0" name=""/>
        <dsp:cNvSpPr/>
      </dsp:nvSpPr>
      <dsp:spPr>
        <a:xfrm>
          <a:off x="1705688" y="910226"/>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F4BA19C-1B71-441C-9AD5-39776D853807}">
      <dsp:nvSpPr>
        <dsp:cNvPr id="0" name=""/>
        <dsp:cNvSpPr/>
      </dsp:nvSpPr>
      <dsp:spPr>
        <a:xfrm>
          <a:off x="1627137" y="69305"/>
          <a:ext cx="1234379" cy="66058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a:t>Белзьке</a:t>
          </a:r>
          <a:endParaRPr lang="uk-UA" sz="1500" kern="1200"/>
        </a:p>
      </dsp:txBody>
      <dsp:txXfrm>
        <a:off x="1627137" y="69305"/>
        <a:ext cx="1234379" cy="660581"/>
      </dsp:txXfrm>
    </dsp:sp>
    <dsp:sp modelId="{96B85B6F-2078-4DC1-B17C-7C4779866319}">
      <dsp:nvSpPr>
        <dsp:cNvPr id="0" name=""/>
        <dsp:cNvSpPr/>
      </dsp:nvSpPr>
      <dsp:spPr>
        <a:xfrm>
          <a:off x="2021689" y="1062159"/>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F087231-D717-481C-8728-E928A3B2C96C}">
      <dsp:nvSpPr>
        <dsp:cNvPr id="0" name=""/>
        <dsp:cNvSpPr/>
      </dsp:nvSpPr>
      <dsp:spPr>
        <a:xfrm>
          <a:off x="3231830" y="696858"/>
          <a:ext cx="1167050" cy="7266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dirty="0"/>
            <a:t>Волинське</a:t>
          </a:r>
          <a:endParaRPr lang="uk-UA" sz="1500" kern="1200" dirty="0"/>
        </a:p>
      </dsp:txBody>
      <dsp:txXfrm>
        <a:off x="3231830" y="696858"/>
        <a:ext cx="1167050" cy="726640"/>
      </dsp:txXfrm>
    </dsp:sp>
    <dsp:sp modelId="{66F880AB-BFED-4F35-A902-2F1761068901}">
      <dsp:nvSpPr>
        <dsp:cNvPr id="0" name=""/>
        <dsp:cNvSpPr/>
      </dsp:nvSpPr>
      <dsp:spPr>
        <a:xfrm>
          <a:off x="2099343" y="1404010"/>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7F3D8708-11FE-43E0-867E-3F1FE8AC47B1}">
      <dsp:nvSpPr>
        <dsp:cNvPr id="0" name=""/>
        <dsp:cNvSpPr/>
      </dsp:nvSpPr>
      <dsp:spPr>
        <a:xfrm>
          <a:off x="3344047" y="1621672"/>
          <a:ext cx="1144606" cy="7761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a:t>Брацлавське</a:t>
          </a:r>
          <a:endParaRPr lang="uk-UA" sz="1500" kern="1200"/>
        </a:p>
      </dsp:txBody>
      <dsp:txXfrm>
        <a:off x="3344047" y="1621672"/>
        <a:ext cx="1144606" cy="776183"/>
      </dsp:txXfrm>
    </dsp:sp>
    <dsp:sp modelId="{39A615F6-D274-4B6F-93AD-9BEFD4BF64BD}">
      <dsp:nvSpPr>
        <dsp:cNvPr id="0" name=""/>
        <dsp:cNvSpPr/>
      </dsp:nvSpPr>
      <dsp:spPr>
        <a:xfrm>
          <a:off x="1880746" y="1678152"/>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FC1C427-AE3E-46BF-AFE4-0D4918CF6C39}">
      <dsp:nvSpPr>
        <dsp:cNvPr id="0" name=""/>
        <dsp:cNvSpPr/>
      </dsp:nvSpPr>
      <dsp:spPr>
        <a:xfrm>
          <a:off x="2850295" y="2662089"/>
          <a:ext cx="1234379" cy="71012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a:t>Руське</a:t>
          </a:r>
          <a:endParaRPr lang="uk-UA" sz="1500" kern="1200"/>
        </a:p>
      </dsp:txBody>
      <dsp:txXfrm>
        <a:off x="2850295" y="2662089"/>
        <a:ext cx="1234379" cy="710125"/>
      </dsp:txXfrm>
    </dsp:sp>
    <dsp:sp modelId="{0F402911-09E3-47D2-BF7C-441FBF611FA3}">
      <dsp:nvSpPr>
        <dsp:cNvPr id="0" name=""/>
        <dsp:cNvSpPr/>
      </dsp:nvSpPr>
      <dsp:spPr>
        <a:xfrm>
          <a:off x="1530631" y="1678152"/>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894E474-A7CD-4713-AFF9-58EDEF536FA2}">
      <dsp:nvSpPr>
        <dsp:cNvPr id="0" name=""/>
        <dsp:cNvSpPr/>
      </dsp:nvSpPr>
      <dsp:spPr>
        <a:xfrm>
          <a:off x="403978" y="2662089"/>
          <a:ext cx="1234379" cy="71012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a:t>Подільське</a:t>
          </a:r>
          <a:endParaRPr lang="uk-UA" sz="1500" kern="1200"/>
        </a:p>
      </dsp:txBody>
      <dsp:txXfrm>
        <a:off x="403978" y="2662089"/>
        <a:ext cx="1234379" cy="710125"/>
      </dsp:txXfrm>
    </dsp:sp>
    <dsp:sp modelId="{3067DAC2-DF27-427F-9BAA-DC996B3A701E}">
      <dsp:nvSpPr>
        <dsp:cNvPr id="0" name=""/>
        <dsp:cNvSpPr/>
      </dsp:nvSpPr>
      <dsp:spPr>
        <a:xfrm>
          <a:off x="1312033" y="1404010"/>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82318255-5553-4367-8187-0790EB3E270C}">
      <dsp:nvSpPr>
        <dsp:cNvPr id="0" name=""/>
        <dsp:cNvSpPr/>
      </dsp:nvSpPr>
      <dsp:spPr>
        <a:xfrm>
          <a:off x="0" y="1621672"/>
          <a:ext cx="1144606" cy="776183"/>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a:t>Київське</a:t>
          </a:r>
          <a:endParaRPr lang="uk-UA" sz="1500" kern="1200"/>
        </a:p>
      </dsp:txBody>
      <dsp:txXfrm>
        <a:off x="0" y="1621672"/>
        <a:ext cx="1144606" cy="776183"/>
      </dsp:txXfrm>
    </dsp:sp>
    <dsp:sp modelId="{BBDDE28C-EF43-4807-8638-345F9FD27F2D}">
      <dsp:nvSpPr>
        <dsp:cNvPr id="0" name=""/>
        <dsp:cNvSpPr/>
      </dsp:nvSpPr>
      <dsp:spPr>
        <a:xfrm>
          <a:off x="1389687" y="1062159"/>
          <a:ext cx="1077276" cy="1077409"/>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3029F690-4408-41B7-A94B-EA67A2448CE6}">
      <dsp:nvSpPr>
        <dsp:cNvPr id="0" name=""/>
        <dsp:cNvSpPr/>
      </dsp:nvSpPr>
      <dsp:spPr>
        <a:xfrm>
          <a:off x="89773" y="696858"/>
          <a:ext cx="1167050" cy="7266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uk-UA" sz="1500" b="0" i="0" kern="1200" dirty="0"/>
            <a:t>Чернігівське</a:t>
          </a:r>
          <a:endParaRPr lang="uk-UA" sz="1500" kern="1200" dirty="0"/>
        </a:p>
      </dsp:txBody>
      <dsp:txXfrm>
        <a:off x="89773" y="696858"/>
        <a:ext cx="1167050" cy="726640"/>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B7986F-750B-4256-AA37-11DB280EB64B}">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81CF92-6D37-42DF-9F9F-01775081F723}">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0960" rIns="60960" bIns="60960" numCol="1" spcCol="1270" anchor="ctr" anchorCtr="0">
          <a:noAutofit/>
        </a:bodyPr>
        <a:lstStyle/>
        <a:p>
          <a:pPr marL="0" lvl="0" indent="0" algn="l" defTabSz="1066800">
            <a:lnSpc>
              <a:spcPct val="90000"/>
            </a:lnSpc>
            <a:spcBef>
              <a:spcPct val="0"/>
            </a:spcBef>
            <a:spcAft>
              <a:spcPct val="35000"/>
            </a:spcAft>
            <a:buNone/>
          </a:pPr>
          <a:r>
            <a:rPr lang="uk-UA" sz="2400" b="0" i="0" kern="1200" dirty="0"/>
            <a:t>Куруківська угода</a:t>
          </a:r>
          <a:endParaRPr lang="uk-UA" sz="2400" kern="1200" dirty="0"/>
        </a:p>
      </dsp:txBody>
      <dsp:txXfrm>
        <a:off x="391814" y="265127"/>
        <a:ext cx="4051372" cy="530531"/>
      </dsp:txXfrm>
    </dsp:sp>
    <dsp:sp modelId="{9DED1EA0-D3E3-4DD5-9004-26AE14724E52}">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D271BD-7E9F-4E19-957D-0374048D9B93}">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0960" rIns="60960" bIns="60960" numCol="1" spcCol="1270" anchor="ctr" anchorCtr="0">
          <a:noAutofit/>
        </a:bodyPr>
        <a:lstStyle/>
        <a:p>
          <a:pPr marL="0" lvl="0" indent="0" algn="l" defTabSz="1066800">
            <a:lnSpc>
              <a:spcPct val="90000"/>
            </a:lnSpc>
            <a:spcBef>
              <a:spcPct val="0"/>
            </a:spcBef>
            <a:spcAft>
              <a:spcPct val="35000"/>
            </a:spcAft>
            <a:buNone/>
          </a:pPr>
          <a:r>
            <a:rPr lang="uk-UA" sz="2400" b="0" i="0" kern="1200"/>
            <a:t>Зборівський договір</a:t>
          </a:r>
          <a:endParaRPr lang="uk-UA" sz="2400" kern="1200"/>
        </a:p>
      </dsp:txBody>
      <dsp:txXfrm>
        <a:off x="695981" y="1061063"/>
        <a:ext cx="3747206" cy="530531"/>
      </dsp:txXfrm>
    </dsp:sp>
    <dsp:sp modelId="{C15DC0D5-E825-4CD0-BF39-BED2C9888F6A}">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3C3957-564C-4222-9AF4-F43C65D1D09F}">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0960" rIns="60960" bIns="60960" numCol="1" spcCol="1270" anchor="ctr" anchorCtr="0">
          <a:noAutofit/>
        </a:bodyPr>
        <a:lstStyle/>
        <a:p>
          <a:pPr marL="0" lvl="0" indent="0" algn="l" defTabSz="1066800">
            <a:lnSpc>
              <a:spcPct val="90000"/>
            </a:lnSpc>
            <a:spcBef>
              <a:spcPct val="0"/>
            </a:spcBef>
            <a:spcAft>
              <a:spcPct val="35000"/>
            </a:spcAft>
            <a:buNone/>
          </a:pPr>
          <a:r>
            <a:rPr lang="uk-UA" sz="2400" b="0" i="0" kern="1200"/>
            <a:t>Гадяцькі пункти</a:t>
          </a:r>
          <a:endParaRPr lang="uk-UA" sz="2400" kern="1200"/>
        </a:p>
      </dsp:txBody>
      <dsp:txXfrm>
        <a:off x="695981" y="1856999"/>
        <a:ext cx="3747206" cy="530531"/>
      </dsp:txXfrm>
    </dsp:sp>
    <dsp:sp modelId="{406BB070-F021-4008-9B52-1D9905510AD3}">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D17E5D-F2EA-488A-AFA0-CDF0F245C370}">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60960" rIns="60960" bIns="60960" numCol="1" spcCol="1270" anchor="ctr" anchorCtr="0">
          <a:noAutofit/>
        </a:bodyPr>
        <a:lstStyle/>
        <a:p>
          <a:pPr marL="0" lvl="0" indent="0" algn="l" defTabSz="1066800">
            <a:lnSpc>
              <a:spcPct val="90000"/>
            </a:lnSpc>
            <a:spcBef>
              <a:spcPct val="0"/>
            </a:spcBef>
            <a:spcAft>
              <a:spcPct val="35000"/>
            </a:spcAft>
            <a:buNone/>
          </a:pPr>
          <a:r>
            <a:rPr lang="uk-UA" sz="2400" b="0" i="0" kern="1200" dirty="0"/>
            <a:t>Білоцерківський договір</a:t>
          </a:r>
          <a:endParaRPr lang="uk-UA" sz="2400" kern="1200" dirty="0"/>
        </a:p>
      </dsp:txBody>
      <dsp:txXfrm>
        <a:off x="391814" y="2652935"/>
        <a:ext cx="4051372" cy="530531"/>
      </dsp:txXfrm>
    </dsp:sp>
    <dsp:sp modelId="{57FF0541-E56A-468B-BA69-F15835479C56}">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038F1-61D5-4398-B92B-6C3D152EDC10}">
      <dsp:nvSpPr>
        <dsp:cNvPr id="0" name=""/>
        <dsp:cNvSpPr/>
      </dsp:nvSpPr>
      <dsp:spPr>
        <a:xfrm>
          <a:off x="1683245" y="1031430"/>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BDB0482-778D-48DC-AC24-9CD67EF2CEFF}">
      <dsp:nvSpPr>
        <dsp:cNvPr id="0" name=""/>
        <dsp:cNvSpPr/>
      </dsp:nvSpPr>
      <dsp:spPr>
        <a:xfrm>
          <a:off x="1593472" y="117669"/>
          <a:ext cx="1301709" cy="7534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ru-RU" sz="3000" b="0" i="0" kern="1200" dirty="0"/>
            <a:t>1621 р.</a:t>
          </a:r>
          <a:endParaRPr lang="uk-UA" sz="3000" kern="1200" dirty="0"/>
        </a:p>
      </dsp:txBody>
      <dsp:txXfrm>
        <a:off x="1593472" y="117669"/>
        <a:ext cx="1301709" cy="753452"/>
      </dsp:txXfrm>
    </dsp:sp>
    <dsp:sp modelId="{44390B75-6C2D-4435-B964-6E1E772A82FC}">
      <dsp:nvSpPr>
        <dsp:cNvPr id="0" name=""/>
        <dsp:cNvSpPr/>
      </dsp:nvSpPr>
      <dsp:spPr>
        <a:xfrm>
          <a:off x="2110116" y="1341468"/>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565CF53-2787-4336-BC73-D3851802CB43}">
      <dsp:nvSpPr>
        <dsp:cNvPr id="0" name=""/>
        <dsp:cNvSpPr/>
      </dsp:nvSpPr>
      <dsp:spPr>
        <a:xfrm>
          <a:off x="3321603" y="1111585"/>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ru-RU" sz="3000" b="0" i="0" kern="1200" dirty="0"/>
            <a:t>1625 р.</a:t>
          </a:r>
          <a:endParaRPr lang="uk-UA" sz="3000" kern="1200" dirty="0"/>
        </a:p>
      </dsp:txBody>
      <dsp:txXfrm>
        <a:off x="3321603" y="1111585"/>
        <a:ext cx="1167050" cy="817576"/>
      </dsp:txXfrm>
    </dsp:sp>
    <dsp:sp modelId="{CA781992-80D4-4468-90AE-A26DB83130E8}">
      <dsp:nvSpPr>
        <dsp:cNvPr id="0" name=""/>
        <dsp:cNvSpPr/>
      </dsp:nvSpPr>
      <dsp:spPr>
        <a:xfrm>
          <a:off x="1947178" y="1843556"/>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852876A-8026-48B2-A7BD-BC15732009E3}">
      <dsp:nvSpPr>
        <dsp:cNvPr id="0" name=""/>
        <dsp:cNvSpPr/>
      </dsp:nvSpPr>
      <dsp:spPr>
        <a:xfrm>
          <a:off x="3142057" y="2506274"/>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ru-RU" sz="3000" b="0" i="0" kern="1200"/>
            <a:t>1649 р.</a:t>
          </a:r>
          <a:endParaRPr lang="uk-UA" sz="3000" kern="1200"/>
        </a:p>
      </dsp:txBody>
      <dsp:txXfrm>
        <a:off x="3142057" y="2506274"/>
        <a:ext cx="1167050" cy="817576"/>
      </dsp:txXfrm>
    </dsp:sp>
    <dsp:sp modelId="{4A3C3FDF-CCE8-443E-A6A1-CE07FDA73DCC}">
      <dsp:nvSpPr>
        <dsp:cNvPr id="0" name=""/>
        <dsp:cNvSpPr/>
      </dsp:nvSpPr>
      <dsp:spPr>
        <a:xfrm>
          <a:off x="1419312" y="1843556"/>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BDF01A9A-4431-4FF0-8CCE-E129529336C5}">
      <dsp:nvSpPr>
        <dsp:cNvPr id="0" name=""/>
        <dsp:cNvSpPr/>
      </dsp:nvSpPr>
      <dsp:spPr>
        <a:xfrm>
          <a:off x="179546" y="2506274"/>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ru-RU" sz="3000" b="0" i="0" kern="1200"/>
            <a:t>1651 р.</a:t>
          </a:r>
          <a:endParaRPr lang="uk-UA" sz="3000" kern="1200"/>
        </a:p>
      </dsp:txBody>
      <dsp:txXfrm>
        <a:off x="179546" y="2506274"/>
        <a:ext cx="1167050" cy="817576"/>
      </dsp:txXfrm>
    </dsp:sp>
    <dsp:sp modelId="{9315BE29-EE81-4976-BBAD-04E3FBB7FED2}">
      <dsp:nvSpPr>
        <dsp:cNvPr id="0" name=""/>
        <dsp:cNvSpPr/>
      </dsp:nvSpPr>
      <dsp:spPr>
        <a:xfrm>
          <a:off x="1256374" y="1341468"/>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56FF341-E69B-4AA6-8E2E-721EA033694E}">
      <dsp:nvSpPr>
        <dsp:cNvPr id="0" name=""/>
        <dsp:cNvSpPr/>
      </dsp:nvSpPr>
      <dsp:spPr>
        <a:xfrm>
          <a:off x="0" y="1111585"/>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ru-RU" sz="3000" b="0" i="0" kern="1200" dirty="0"/>
            <a:t>1658 р.</a:t>
          </a:r>
          <a:endParaRPr lang="uk-UA" sz="3000" kern="1200" dirty="0"/>
        </a:p>
      </dsp:txBody>
      <dsp:txXfrm>
        <a:off x="0" y="1111585"/>
        <a:ext cx="1167050" cy="817576"/>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B6E387-B6DB-461C-A31F-439059FED339}">
      <dsp:nvSpPr>
        <dsp:cNvPr id="0" name=""/>
        <dsp:cNvSpPr/>
      </dsp:nvSpPr>
      <dsp:spPr>
        <a:xfrm>
          <a:off x="0" y="842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Річчю Посполитою та Османською імперією.</a:t>
          </a:r>
          <a:endParaRPr lang="uk-UA" sz="2100" kern="1200"/>
        </a:p>
      </dsp:txBody>
      <dsp:txXfrm>
        <a:off x="39580" y="48000"/>
        <a:ext cx="4409494" cy="731649"/>
      </dsp:txXfrm>
    </dsp:sp>
    <dsp:sp modelId="{B7E183CA-6B42-43E7-B3E9-05CF77D8280B}">
      <dsp:nvSpPr>
        <dsp:cNvPr id="0" name=""/>
        <dsp:cNvSpPr/>
      </dsp:nvSpPr>
      <dsp:spPr>
        <a:xfrm>
          <a:off x="0" y="87971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Османською імперією та Великим князівством Литовським.</a:t>
          </a:r>
          <a:endParaRPr lang="uk-UA" sz="2100" kern="1200" dirty="0"/>
        </a:p>
      </dsp:txBody>
      <dsp:txXfrm>
        <a:off x="39580" y="919290"/>
        <a:ext cx="4409494" cy="731649"/>
      </dsp:txXfrm>
    </dsp:sp>
    <dsp:sp modelId="{109657F2-ED0B-49F0-8744-D1035BA54361}">
      <dsp:nvSpPr>
        <dsp:cNvPr id="0" name=""/>
        <dsp:cNvSpPr/>
      </dsp:nvSpPr>
      <dsp:spPr>
        <a:xfrm>
          <a:off x="0" y="175100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Великим князівством Литовським і Московським царством.</a:t>
          </a:r>
          <a:endParaRPr lang="uk-UA" sz="2100" kern="1200"/>
        </a:p>
      </dsp:txBody>
      <dsp:txXfrm>
        <a:off x="39580" y="1790580"/>
        <a:ext cx="4409494" cy="731649"/>
      </dsp:txXfrm>
    </dsp:sp>
    <dsp:sp modelId="{3823E60C-6309-4AFA-9900-C3F189AB82DF}">
      <dsp:nvSpPr>
        <dsp:cNvPr id="0" name=""/>
        <dsp:cNvSpPr/>
      </dsp:nvSpPr>
      <dsp:spPr>
        <a:xfrm>
          <a:off x="0" y="2622290"/>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Московським царством і Річчю Посполитою</a:t>
          </a:r>
          <a:endParaRPr lang="uk-UA" sz="2100" kern="1200" dirty="0"/>
        </a:p>
      </dsp:txBody>
      <dsp:txXfrm>
        <a:off x="39580" y="2661870"/>
        <a:ext cx="4409494" cy="73164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D226A-C6A3-423E-87CE-800B6915D01D}">
      <dsp:nvSpPr>
        <dsp:cNvPr id="0" name=""/>
        <dsp:cNvSpPr/>
      </dsp:nvSpPr>
      <dsp:spPr>
        <a:xfrm>
          <a:off x="0" y="139577"/>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a:t>австрійським цісарем.</a:t>
          </a:r>
          <a:endParaRPr lang="uk-UA" sz="3100" kern="1200"/>
        </a:p>
      </dsp:txBody>
      <dsp:txXfrm>
        <a:off x="35411" y="174988"/>
        <a:ext cx="4417832" cy="654577"/>
      </dsp:txXfrm>
    </dsp:sp>
    <dsp:sp modelId="{58218219-5ACE-4B6F-BCD1-655064C92697}">
      <dsp:nvSpPr>
        <dsp:cNvPr id="0" name=""/>
        <dsp:cNvSpPr/>
      </dsp:nvSpPr>
      <dsp:spPr>
        <a:xfrm>
          <a:off x="0" y="954257"/>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dirty="0" err="1"/>
            <a:t>московським</a:t>
          </a:r>
          <a:r>
            <a:rPr lang="ru-RU" sz="3100" b="0" i="0" kern="1200" dirty="0"/>
            <a:t> царем.</a:t>
          </a:r>
          <a:endParaRPr lang="uk-UA" sz="3100" kern="1200" dirty="0"/>
        </a:p>
      </dsp:txBody>
      <dsp:txXfrm>
        <a:off x="35411" y="989668"/>
        <a:ext cx="4417832" cy="654577"/>
      </dsp:txXfrm>
    </dsp:sp>
    <dsp:sp modelId="{B1731D9E-5A41-4B57-929F-FA5139ADE79A}">
      <dsp:nvSpPr>
        <dsp:cNvPr id="0" name=""/>
        <dsp:cNvSpPr/>
      </dsp:nvSpPr>
      <dsp:spPr>
        <a:xfrm>
          <a:off x="0" y="1768937"/>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a:t>шведським королем.</a:t>
          </a:r>
          <a:endParaRPr lang="uk-UA" sz="3100" kern="1200"/>
        </a:p>
      </dsp:txBody>
      <dsp:txXfrm>
        <a:off x="35411" y="1804348"/>
        <a:ext cx="4417832" cy="654577"/>
      </dsp:txXfrm>
    </dsp:sp>
    <dsp:sp modelId="{B353ECFB-20EF-4968-BE53-89E9D06CA6DA}">
      <dsp:nvSpPr>
        <dsp:cNvPr id="0" name=""/>
        <dsp:cNvSpPr/>
      </dsp:nvSpPr>
      <dsp:spPr>
        <a:xfrm>
          <a:off x="0" y="2583617"/>
          <a:ext cx="4488654" cy="72539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ru-RU" sz="3100" b="0" i="0" kern="1200" dirty="0" err="1"/>
            <a:t>польським</a:t>
          </a:r>
          <a:r>
            <a:rPr lang="ru-RU" sz="3100" b="0" i="0" kern="1200" dirty="0"/>
            <a:t> королем.</a:t>
          </a:r>
          <a:endParaRPr lang="uk-UA" sz="3100" kern="1200" dirty="0"/>
        </a:p>
      </dsp:txBody>
      <dsp:txXfrm>
        <a:off x="35411" y="2619028"/>
        <a:ext cx="4417832" cy="654577"/>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31FE1-98BB-48CE-9FCC-FDAB410FD313}">
      <dsp:nvSpPr>
        <dsp:cNvPr id="0" name=""/>
        <dsp:cNvSpPr/>
      </dsp:nvSpPr>
      <dsp:spPr>
        <a:xfrm>
          <a:off x="0" y="1195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польсько-український Гадяцький договір</a:t>
          </a:r>
          <a:endParaRPr lang="uk-UA" sz="2100" kern="1200"/>
        </a:p>
      </dsp:txBody>
      <dsp:txXfrm>
        <a:off x="39580" y="51537"/>
        <a:ext cx="4409494" cy="731649"/>
      </dsp:txXfrm>
    </dsp:sp>
    <dsp:sp modelId="{81D434E1-FEEE-4387-A039-C503F489450C}">
      <dsp:nvSpPr>
        <dsp:cNvPr id="0" name=""/>
        <dsp:cNvSpPr/>
      </dsp:nvSpPr>
      <dsp:spPr>
        <a:xfrm>
          <a:off x="0" y="88324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польсько-московське Андрусівське перемир’я</a:t>
          </a:r>
          <a:endParaRPr lang="uk-UA" sz="2100" kern="1200"/>
        </a:p>
      </dsp:txBody>
      <dsp:txXfrm>
        <a:off x="39580" y="922827"/>
        <a:ext cx="4409494" cy="731649"/>
      </dsp:txXfrm>
    </dsp:sp>
    <dsp:sp modelId="{2FF70CC8-DCE1-490D-B7D5-EB35915DA682}">
      <dsp:nvSpPr>
        <dsp:cNvPr id="0" name=""/>
        <dsp:cNvSpPr/>
      </dsp:nvSpPr>
      <dsp:spPr>
        <a:xfrm>
          <a:off x="0" y="175453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українсько-московські «Березневі статті»</a:t>
          </a:r>
          <a:endParaRPr lang="uk-UA" sz="2100" kern="1200" dirty="0"/>
        </a:p>
      </dsp:txBody>
      <dsp:txXfrm>
        <a:off x="39580" y="1794117"/>
        <a:ext cx="4409494" cy="731649"/>
      </dsp:txXfrm>
    </dsp:sp>
    <dsp:sp modelId="{DC0A3AD6-A869-4A63-AC15-7B12BAB1C5F6}">
      <dsp:nvSpPr>
        <dsp:cNvPr id="0" name=""/>
        <dsp:cNvSpPr/>
      </dsp:nvSpPr>
      <dsp:spPr>
        <a:xfrm>
          <a:off x="0" y="2625827"/>
          <a:ext cx="4488654" cy="81080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err="1"/>
            <a:t>московсько</a:t>
          </a:r>
          <a:r>
            <a:rPr lang="uk-UA" sz="2100" b="0" i="0" kern="1200" dirty="0"/>
            <a:t>-</a:t>
          </a:r>
          <a:r>
            <a:rPr lang="uk-UA" sz="2100" b="0" i="0" kern="1200" dirty="0" err="1"/>
            <a:t>турецько</a:t>
          </a:r>
          <a:r>
            <a:rPr lang="uk-UA" sz="2100" b="0" i="0" kern="1200" dirty="0"/>
            <a:t>-татарський Бахчисарайський договір</a:t>
          </a:r>
          <a:endParaRPr lang="uk-UA" sz="2100" kern="1200" dirty="0"/>
        </a:p>
      </dsp:txBody>
      <dsp:txXfrm>
        <a:off x="39580" y="2665407"/>
        <a:ext cx="4409494" cy="731649"/>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558841-A477-4C14-81DF-BBAF230D0474}">
      <dsp:nvSpPr>
        <dsp:cNvPr id="0" name=""/>
        <dsp:cNvSpPr/>
      </dsp:nvSpPr>
      <dsp:spPr>
        <a:xfrm>
          <a:off x="0" y="66497"/>
          <a:ext cx="4488654" cy="161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укладання між Річчю Посполитою та Османською імперією</a:t>
          </a:r>
          <a:endParaRPr lang="uk-UA" sz="3000" kern="1200" dirty="0"/>
        </a:p>
      </dsp:txBody>
      <dsp:txXfrm>
        <a:off x="78818" y="145315"/>
        <a:ext cx="4331018" cy="1456964"/>
      </dsp:txXfrm>
    </dsp:sp>
    <dsp:sp modelId="{C254E184-5775-4823-82C0-2169740AD8D5}">
      <dsp:nvSpPr>
        <dsp:cNvPr id="0" name=""/>
        <dsp:cNvSpPr/>
      </dsp:nvSpPr>
      <dsp:spPr>
        <a:xfrm>
          <a:off x="0" y="1767497"/>
          <a:ext cx="4488654" cy="16146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uk-UA" sz="3000" b="0" i="0" kern="1200" dirty="0"/>
            <a:t>закріплення передання Поділля під владу турецького султана</a:t>
          </a:r>
          <a:endParaRPr lang="uk-UA" sz="3000" kern="1200" dirty="0"/>
        </a:p>
      </dsp:txBody>
      <dsp:txXfrm>
        <a:off x="78818" y="1846315"/>
        <a:ext cx="4331018" cy="1456964"/>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0C7A2-8AED-4FB3-AF5D-760F2349D77D}">
      <dsp:nvSpPr>
        <dsp:cNvPr id="0" name=""/>
        <dsp:cNvSpPr/>
      </dsp:nvSpPr>
      <dsp:spPr>
        <a:xfrm>
          <a:off x="0" y="118220"/>
          <a:ext cx="4488654" cy="15607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dirty="0"/>
            <a:t>передання Запорозької Січі під протекторат Московської держави</a:t>
          </a:r>
          <a:endParaRPr lang="uk-UA" sz="2900" kern="1200" dirty="0"/>
        </a:p>
      </dsp:txBody>
      <dsp:txXfrm>
        <a:off x="76191" y="194411"/>
        <a:ext cx="4336272" cy="1408398"/>
      </dsp:txXfrm>
    </dsp:sp>
    <dsp:sp modelId="{F9C28ADA-69F6-4ADE-8C65-2442F0F0566E}">
      <dsp:nvSpPr>
        <dsp:cNvPr id="0" name=""/>
        <dsp:cNvSpPr/>
      </dsp:nvSpPr>
      <dsp:spPr>
        <a:xfrm>
          <a:off x="0" y="1762520"/>
          <a:ext cx="4488654" cy="15607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uk-UA" sz="2900" b="0" i="0" kern="1200" dirty="0"/>
            <a:t>підпорядкування Правобережної України Речі Посполитій</a:t>
          </a:r>
          <a:endParaRPr lang="uk-UA" sz="2900" kern="1200" dirty="0"/>
        </a:p>
      </dsp:txBody>
      <dsp:txXfrm>
        <a:off x="76191" y="1838711"/>
        <a:ext cx="4336272" cy="1408398"/>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CD791-1D0C-4B3E-BA75-3107BBA1D26C}">
      <dsp:nvSpPr>
        <dsp:cNvPr id="0" name=""/>
        <dsp:cNvSpPr/>
      </dsp:nvSpPr>
      <dsp:spPr>
        <a:xfrm>
          <a:off x="88955" y="752138"/>
          <a:ext cx="2586446" cy="258644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1A0830-F75F-4DE5-BF03-BA9069942B61}">
      <dsp:nvSpPr>
        <dsp:cNvPr id="0" name=""/>
        <dsp:cNvSpPr/>
      </dsp:nvSpPr>
      <dsp:spPr>
        <a:xfrm>
          <a:off x="376266" y="1039449"/>
          <a:ext cx="2011824" cy="201182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9B8D2E-C7A4-464F-BE9E-84784F3C7DF3}">
      <dsp:nvSpPr>
        <dsp:cNvPr id="0" name=""/>
        <dsp:cNvSpPr/>
      </dsp:nvSpPr>
      <dsp:spPr>
        <a:xfrm>
          <a:off x="663577" y="1326760"/>
          <a:ext cx="1437201" cy="143720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399641-4A67-4D94-BF28-98AF5E667D9B}">
      <dsp:nvSpPr>
        <dsp:cNvPr id="0" name=""/>
        <dsp:cNvSpPr/>
      </dsp:nvSpPr>
      <dsp:spPr>
        <a:xfrm>
          <a:off x="951103" y="1614287"/>
          <a:ext cx="862148" cy="86214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4907CB-2610-4E71-B6A3-1A5CE8DDB548}">
      <dsp:nvSpPr>
        <dsp:cNvPr id="0" name=""/>
        <dsp:cNvSpPr/>
      </dsp:nvSpPr>
      <dsp:spPr>
        <a:xfrm>
          <a:off x="1238414" y="1901598"/>
          <a:ext cx="287526" cy="28752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A925BD-256F-4E6C-8196-B5BA120CADBD}">
      <dsp:nvSpPr>
        <dsp:cNvPr id="0" name=""/>
        <dsp:cNvSpPr/>
      </dsp:nvSpPr>
      <dsp:spPr>
        <a:xfrm>
          <a:off x="3106475" y="110010"/>
          <a:ext cx="1293223" cy="456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31750" rIns="31750" bIns="31750" numCol="1" spcCol="1270" anchor="ctr" anchorCtr="0">
          <a:noAutofit/>
        </a:bodyPr>
        <a:lstStyle/>
        <a:p>
          <a:pPr marL="0" lvl="0" indent="0" algn="l" defTabSz="1111250">
            <a:lnSpc>
              <a:spcPct val="90000"/>
            </a:lnSpc>
            <a:spcBef>
              <a:spcPct val="0"/>
            </a:spcBef>
            <a:spcAft>
              <a:spcPct val="35000"/>
            </a:spcAft>
            <a:buNone/>
          </a:pPr>
          <a:r>
            <a:rPr lang="ru-RU" sz="2500" b="0" i="0" kern="1200"/>
            <a:t>1648 р.</a:t>
          </a:r>
          <a:endParaRPr lang="uk-UA" sz="2500" kern="1200"/>
        </a:p>
      </dsp:txBody>
      <dsp:txXfrm>
        <a:off x="3106475" y="110010"/>
        <a:ext cx="1293223" cy="456593"/>
      </dsp:txXfrm>
    </dsp:sp>
    <dsp:sp modelId="{0BAF1CAE-A2FD-4412-8F1C-90E94EE09CB8}">
      <dsp:nvSpPr>
        <dsp:cNvPr id="0" name=""/>
        <dsp:cNvSpPr/>
      </dsp:nvSpPr>
      <dsp:spPr>
        <a:xfrm>
          <a:off x="2783169" y="338307"/>
          <a:ext cx="323305"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371573-47BF-4856-A4ED-C2E3FF68A4F7}">
      <dsp:nvSpPr>
        <dsp:cNvPr id="0" name=""/>
        <dsp:cNvSpPr/>
      </dsp:nvSpPr>
      <dsp:spPr>
        <a:xfrm rot="5400000">
          <a:off x="1228069" y="492416"/>
          <a:ext cx="1707054" cy="1398836"/>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D16DD18-3BC4-4907-BE38-93FDF854A3A3}">
      <dsp:nvSpPr>
        <dsp:cNvPr id="0" name=""/>
        <dsp:cNvSpPr/>
      </dsp:nvSpPr>
      <dsp:spPr>
        <a:xfrm>
          <a:off x="3106475" y="592813"/>
          <a:ext cx="1293223" cy="456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31750" rIns="31750" bIns="31750" numCol="1" spcCol="1270" anchor="ctr" anchorCtr="0">
          <a:noAutofit/>
        </a:bodyPr>
        <a:lstStyle/>
        <a:p>
          <a:pPr marL="0" lvl="0" indent="0" algn="l" defTabSz="1111250">
            <a:lnSpc>
              <a:spcPct val="90000"/>
            </a:lnSpc>
            <a:spcBef>
              <a:spcPct val="0"/>
            </a:spcBef>
            <a:spcAft>
              <a:spcPct val="35000"/>
            </a:spcAft>
            <a:buNone/>
          </a:pPr>
          <a:r>
            <a:rPr lang="ru-RU" sz="2500" b="0" i="0" kern="1200"/>
            <a:t>1651 р.</a:t>
          </a:r>
          <a:endParaRPr lang="uk-UA" sz="2500" kern="1200"/>
        </a:p>
      </dsp:txBody>
      <dsp:txXfrm>
        <a:off x="3106475" y="592813"/>
        <a:ext cx="1293223" cy="456593"/>
      </dsp:txXfrm>
    </dsp:sp>
    <dsp:sp modelId="{1F40D657-D470-4DB2-87DD-AB8C0D55D51C}">
      <dsp:nvSpPr>
        <dsp:cNvPr id="0" name=""/>
        <dsp:cNvSpPr/>
      </dsp:nvSpPr>
      <dsp:spPr>
        <a:xfrm>
          <a:off x="2783169" y="821110"/>
          <a:ext cx="323305"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C31953-3FBB-43F9-AC60-D46228BB3103}">
      <dsp:nvSpPr>
        <dsp:cNvPr id="0" name=""/>
        <dsp:cNvSpPr/>
      </dsp:nvSpPr>
      <dsp:spPr>
        <a:xfrm rot="5400000">
          <a:off x="1478911" y="938535"/>
          <a:ext cx="1421338" cy="1185454"/>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1642AE-3960-4453-B067-3641A7DC0652}">
      <dsp:nvSpPr>
        <dsp:cNvPr id="0" name=""/>
        <dsp:cNvSpPr/>
      </dsp:nvSpPr>
      <dsp:spPr>
        <a:xfrm>
          <a:off x="3106475" y="1075616"/>
          <a:ext cx="1293223" cy="456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31750" rIns="31750" bIns="31750" numCol="1" spcCol="1270" anchor="ctr" anchorCtr="0">
          <a:noAutofit/>
        </a:bodyPr>
        <a:lstStyle/>
        <a:p>
          <a:pPr marL="0" lvl="0" indent="0" algn="l" defTabSz="1111250">
            <a:lnSpc>
              <a:spcPct val="90000"/>
            </a:lnSpc>
            <a:spcBef>
              <a:spcPct val="0"/>
            </a:spcBef>
            <a:spcAft>
              <a:spcPct val="35000"/>
            </a:spcAft>
            <a:buNone/>
          </a:pPr>
          <a:r>
            <a:rPr lang="ru-RU" sz="2500" b="0" i="0" kern="1200" dirty="0"/>
            <a:t>1652 р.</a:t>
          </a:r>
          <a:endParaRPr lang="uk-UA" sz="2500" kern="1200" dirty="0"/>
        </a:p>
      </dsp:txBody>
      <dsp:txXfrm>
        <a:off x="3106475" y="1075616"/>
        <a:ext cx="1293223" cy="456593"/>
      </dsp:txXfrm>
    </dsp:sp>
    <dsp:sp modelId="{6D4489C8-32C1-4B30-BE00-17AB1D8143FC}">
      <dsp:nvSpPr>
        <dsp:cNvPr id="0" name=""/>
        <dsp:cNvSpPr/>
      </dsp:nvSpPr>
      <dsp:spPr>
        <a:xfrm>
          <a:off x="2783169" y="1303913"/>
          <a:ext cx="323305"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1764B4-F3B4-4D5B-8CE1-67B81FC09685}">
      <dsp:nvSpPr>
        <dsp:cNvPr id="0" name=""/>
        <dsp:cNvSpPr/>
      </dsp:nvSpPr>
      <dsp:spPr>
        <a:xfrm rot="5400000">
          <a:off x="1724882" y="1366419"/>
          <a:ext cx="1120793" cy="995781"/>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116CBF0-A512-4224-8CC9-B1CD6C30F279}">
      <dsp:nvSpPr>
        <dsp:cNvPr id="0" name=""/>
        <dsp:cNvSpPr/>
      </dsp:nvSpPr>
      <dsp:spPr>
        <a:xfrm>
          <a:off x="3106475" y="1548074"/>
          <a:ext cx="1293223" cy="456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31750" rIns="31750" bIns="31750" numCol="1" spcCol="1270" anchor="ctr" anchorCtr="0">
          <a:noAutofit/>
        </a:bodyPr>
        <a:lstStyle/>
        <a:p>
          <a:pPr marL="0" lvl="0" indent="0" algn="l" defTabSz="1111250">
            <a:lnSpc>
              <a:spcPct val="90000"/>
            </a:lnSpc>
            <a:spcBef>
              <a:spcPct val="0"/>
            </a:spcBef>
            <a:spcAft>
              <a:spcPct val="35000"/>
            </a:spcAft>
            <a:buNone/>
          </a:pPr>
          <a:r>
            <a:rPr lang="ru-RU" sz="2500" b="0" i="0" kern="1200"/>
            <a:t>1653 р.</a:t>
          </a:r>
          <a:endParaRPr lang="uk-UA" sz="2500" kern="1200"/>
        </a:p>
      </dsp:txBody>
      <dsp:txXfrm>
        <a:off x="3106475" y="1548074"/>
        <a:ext cx="1293223" cy="456593"/>
      </dsp:txXfrm>
    </dsp:sp>
    <dsp:sp modelId="{7331880B-07F2-4435-84B1-4982934FB196}">
      <dsp:nvSpPr>
        <dsp:cNvPr id="0" name=""/>
        <dsp:cNvSpPr/>
      </dsp:nvSpPr>
      <dsp:spPr>
        <a:xfrm>
          <a:off x="2783169" y="1776371"/>
          <a:ext cx="323305"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236297-046F-4518-BD39-8C7AF2115E33}">
      <dsp:nvSpPr>
        <dsp:cNvPr id="0" name=""/>
        <dsp:cNvSpPr/>
      </dsp:nvSpPr>
      <dsp:spPr>
        <a:xfrm rot="5400000">
          <a:off x="1969732" y="1818185"/>
          <a:ext cx="855251" cy="771623"/>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CF9144-27DC-4A4E-8A83-F5C8265380D1}">
      <dsp:nvSpPr>
        <dsp:cNvPr id="0" name=""/>
        <dsp:cNvSpPr/>
      </dsp:nvSpPr>
      <dsp:spPr>
        <a:xfrm>
          <a:off x="3106475" y="2006737"/>
          <a:ext cx="1293223" cy="456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31750" rIns="31750" bIns="31750" numCol="1" spcCol="1270" anchor="ctr" anchorCtr="0">
          <a:noAutofit/>
        </a:bodyPr>
        <a:lstStyle/>
        <a:p>
          <a:pPr marL="0" lvl="0" indent="0" algn="l" defTabSz="1111250">
            <a:lnSpc>
              <a:spcPct val="90000"/>
            </a:lnSpc>
            <a:spcBef>
              <a:spcPct val="0"/>
            </a:spcBef>
            <a:spcAft>
              <a:spcPct val="35000"/>
            </a:spcAft>
            <a:buNone/>
          </a:pPr>
          <a:r>
            <a:rPr lang="ru-RU" sz="2500" b="0" i="0" kern="1200" dirty="0"/>
            <a:t>1659 р.</a:t>
          </a:r>
          <a:endParaRPr lang="uk-UA" sz="2500" kern="1200" dirty="0"/>
        </a:p>
      </dsp:txBody>
      <dsp:txXfrm>
        <a:off x="3106475" y="2006737"/>
        <a:ext cx="1293223" cy="456593"/>
      </dsp:txXfrm>
    </dsp:sp>
    <dsp:sp modelId="{254221AC-59FA-47B2-8BB0-34FB068C547C}">
      <dsp:nvSpPr>
        <dsp:cNvPr id="0" name=""/>
        <dsp:cNvSpPr/>
      </dsp:nvSpPr>
      <dsp:spPr>
        <a:xfrm>
          <a:off x="2783169" y="2235034"/>
          <a:ext cx="323305"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FD758D-14E9-4883-93FE-17B315F43DC4}">
      <dsp:nvSpPr>
        <dsp:cNvPr id="0" name=""/>
        <dsp:cNvSpPr/>
      </dsp:nvSpPr>
      <dsp:spPr>
        <a:xfrm rot="5400000">
          <a:off x="2201219" y="2256588"/>
          <a:ext cx="603504" cy="560396"/>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B3D360-D439-4128-8731-051700688086}">
      <dsp:nvSpPr>
        <dsp:cNvPr id="0" name=""/>
        <dsp:cNvSpPr/>
      </dsp:nvSpPr>
      <dsp:spPr>
        <a:xfrm rot="10800000">
          <a:off x="927513" y="825"/>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err="1"/>
            <a:t>Жванецька</a:t>
          </a:r>
          <a:r>
            <a:rPr lang="ru-RU" sz="2100" b="0" i="0" kern="1200" dirty="0"/>
            <a:t> облога</a:t>
          </a:r>
          <a:endParaRPr lang="uk-UA" sz="2100" kern="1200" dirty="0"/>
        </a:p>
      </dsp:txBody>
      <dsp:txXfrm rot="10800000">
        <a:off x="1103177" y="825"/>
        <a:ext cx="2809290" cy="702656"/>
      </dsp:txXfrm>
    </dsp:sp>
    <dsp:sp modelId="{AD791C4D-3514-487B-9A25-2323C15B3C6E}">
      <dsp:nvSpPr>
        <dsp:cNvPr id="0" name=""/>
        <dsp:cNvSpPr/>
      </dsp:nvSpPr>
      <dsp:spPr>
        <a:xfrm>
          <a:off x="576185" y="825"/>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696F03B-BD53-45C5-ADA3-F1D959F5ECA2}">
      <dsp:nvSpPr>
        <dsp:cNvPr id="0" name=""/>
        <dsp:cNvSpPr/>
      </dsp:nvSpPr>
      <dsp:spPr>
        <a:xfrm rot="10800000">
          <a:off x="927513" y="913229"/>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Конотопська битва</a:t>
          </a:r>
          <a:endParaRPr lang="uk-UA" sz="2100" kern="1200"/>
        </a:p>
      </dsp:txBody>
      <dsp:txXfrm rot="10800000">
        <a:off x="1103177" y="913229"/>
        <a:ext cx="2809290" cy="702656"/>
      </dsp:txXfrm>
    </dsp:sp>
    <dsp:sp modelId="{8A964719-0EA5-4C48-9240-F81D62B6E04B}">
      <dsp:nvSpPr>
        <dsp:cNvPr id="0" name=""/>
        <dsp:cNvSpPr/>
      </dsp:nvSpPr>
      <dsp:spPr>
        <a:xfrm>
          <a:off x="576185" y="913229"/>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54AFD3-FFD6-4799-A5C6-95A167C25E8A}">
      <dsp:nvSpPr>
        <dsp:cNvPr id="0" name=""/>
        <dsp:cNvSpPr/>
      </dsp:nvSpPr>
      <dsp:spPr>
        <a:xfrm rot="10800000">
          <a:off x="927513" y="1825634"/>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a:t>Пилявецька битва</a:t>
          </a:r>
          <a:endParaRPr lang="uk-UA" sz="2100" kern="1200"/>
        </a:p>
      </dsp:txBody>
      <dsp:txXfrm rot="10800000">
        <a:off x="1103177" y="1825634"/>
        <a:ext cx="2809290" cy="702656"/>
      </dsp:txXfrm>
    </dsp:sp>
    <dsp:sp modelId="{C3D52855-1348-4F49-83C6-FA7F38984CC3}">
      <dsp:nvSpPr>
        <dsp:cNvPr id="0" name=""/>
        <dsp:cNvSpPr/>
      </dsp:nvSpPr>
      <dsp:spPr>
        <a:xfrm>
          <a:off x="576185" y="1825634"/>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6C9F34-2183-4581-A8A5-FC5ABF1720CD}">
      <dsp:nvSpPr>
        <dsp:cNvPr id="0" name=""/>
        <dsp:cNvSpPr/>
      </dsp:nvSpPr>
      <dsp:spPr>
        <a:xfrm rot="10800000">
          <a:off x="927513" y="2738038"/>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80010" rIns="149352" bIns="80010" numCol="1" spcCol="1270" anchor="ctr" anchorCtr="0">
          <a:noAutofit/>
        </a:bodyPr>
        <a:lstStyle/>
        <a:p>
          <a:pPr marL="0" lvl="0" indent="0" algn="ctr" defTabSz="933450">
            <a:lnSpc>
              <a:spcPct val="90000"/>
            </a:lnSpc>
            <a:spcBef>
              <a:spcPct val="0"/>
            </a:spcBef>
            <a:spcAft>
              <a:spcPct val="35000"/>
            </a:spcAft>
            <a:buNone/>
          </a:pPr>
          <a:r>
            <a:rPr lang="ru-RU" sz="2100" b="0" i="0" kern="1200" dirty="0" err="1"/>
            <a:t>Берестецька</a:t>
          </a:r>
          <a:r>
            <a:rPr lang="ru-RU" sz="2100" b="0" i="0" kern="1200" dirty="0"/>
            <a:t> битва</a:t>
          </a:r>
          <a:endParaRPr lang="uk-UA" sz="2100" kern="1200" dirty="0"/>
        </a:p>
      </dsp:txBody>
      <dsp:txXfrm rot="10800000">
        <a:off x="1103177" y="2738038"/>
        <a:ext cx="2809290" cy="702656"/>
      </dsp:txXfrm>
    </dsp:sp>
    <dsp:sp modelId="{83FF2BBB-F1D4-4A76-807F-BE5F2541B615}">
      <dsp:nvSpPr>
        <dsp:cNvPr id="0" name=""/>
        <dsp:cNvSpPr/>
      </dsp:nvSpPr>
      <dsp:spPr>
        <a:xfrm>
          <a:off x="576185" y="2738038"/>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4B36E-2C69-45A3-BD15-4FB797937173}">
      <dsp:nvSpPr>
        <dsp:cNvPr id="0" name=""/>
        <dsp:cNvSpPr/>
      </dsp:nvSpPr>
      <dsp:spPr>
        <a:xfrm>
          <a:off x="0" y="3733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міста Конотоп</a:t>
          </a:r>
          <a:endParaRPr lang="uk-UA" sz="3300" kern="1200"/>
        </a:p>
      </dsp:txBody>
      <dsp:txXfrm>
        <a:off x="37696" y="75033"/>
        <a:ext cx="4413262" cy="696808"/>
      </dsp:txXfrm>
    </dsp:sp>
    <dsp:sp modelId="{62EDB0B4-9E0D-4609-8E9A-D84E25183B2C}">
      <dsp:nvSpPr>
        <dsp:cNvPr id="0" name=""/>
        <dsp:cNvSpPr/>
      </dsp:nvSpPr>
      <dsp:spPr>
        <a:xfrm>
          <a:off x="0" y="90457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dirty="0"/>
            <a:t>біля міста Пилявці</a:t>
          </a:r>
          <a:endParaRPr lang="uk-UA" sz="3300" kern="1200" dirty="0"/>
        </a:p>
      </dsp:txBody>
      <dsp:txXfrm>
        <a:off x="37696" y="942273"/>
        <a:ext cx="4413262" cy="696808"/>
      </dsp:txXfrm>
    </dsp:sp>
    <dsp:sp modelId="{F0D3E1E8-9072-4EDF-BDE0-EC3C84E08B43}">
      <dsp:nvSpPr>
        <dsp:cNvPr id="0" name=""/>
        <dsp:cNvSpPr/>
      </dsp:nvSpPr>
      <dsp:spPr>
        <a:xfrm>
          <a:off x="0" y="177181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річки Сині Води</a:t>
          </a:r>
          <a:endParaRPr lang="uk-UA" sz="3300" kern="1200"/>
        </a:p>
      </dsp:txBody>
      <dsp:txXfrm>
        <a:off x="37696" y="1809513"/>
        <a:ext cx="4413262" cy="696808"/>
      </dsp:txXfrm>
    </dsp:sp>
    <dsp:sp modelId="{62DDD53D-307F-4C7C-9213-4BD5677832F0}">
      <dsp:nvSpPr>
        <dsp:cNvPr id="0" name=""/>
        <dsp:cNvSpPr/>
      </dsp:nvSpPr>
      <dsp:spPr>
        <a:xfrm>
          <a:off x="0" y="263905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dirty="0"/>
            <a:t>біля міста </a:t>
          </a:r>
          <a:r>
            <a:rPr lang="uk-UA" sz="3300" b="0" i="0" kern="1200" dirty="0" err="1"/>
            <a:t>Орша</a:t>
          </a:r>
          <a:endParaRPr lang="uk-UA" sz="3300" kern="1200" dirty="0"/>
        </a:p>
      </dsp:txBody>
      <dsp:txXfrm>
        <a:off x="37696" y="2676753"/>
        <a:ext cx="4413262" cy="696808"/>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F702F-8184-4F25-9368-B6937AE85C2F}">
      <dsp:nvSpPr>
        <dsp:cNvPr id="0" name=""/>
        <dsp:cNvSpPr/>
      </dsp:nvSpPr>
      <dsp:spPr>
        <a:xfrm>
          <a:off x="-3898077" y="-598558"/>
          <a:ext cx="4645711" cy="4645711"/>
        </a:xfrm>
        <a:prstGeom prst="blockArc">
          <a:avLst>
            <a:gd name="adj1" fmla="val 18900000"/>
            <a:gd name="adj2" fmla="val 2700000"/>
            <a:gd name="adj3" fmla="val 4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DE5C15-4D26-43D1-9CD9-E6F548A02218}">
      <dsp:nvSpPr>
        <dsp:cNvPr id="0" name=""/>
        <dsp:cNvSpPr/>
      </dsp:nvSpPr>
      <dsp:spPr>
        <a:xfrm>
          <a:off x="391814" y="265127"/>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uk-UA" sz="2800" b="0" i="0" kern="1200"/>
            <a:t>Батогом.</a:t>
          </a:r>
          <a:endParaRPr lang="uk-UA" sz="2800" kern="1200"/>
        </a:p>
      </dsp:txBody>
      <dsp:txXfrm>
        <a:off x="391814" y="265127"/>
        <a:ext cx="4051372" cy="530531"/>
      </dsp:txXfrm>
    </dsp:sp>
    <dsp:sp modelId="{CD07F723-F057-48CB-B2D7-26BDBCFD3393}">
      <dsp:nvSpPr>
        <dsp:cNvPr id="0" name=""/>
        <dsp:cNvSpPr/>
      </dsp:nvSpPr>
      <dsp:spPr>
        <a:xfrm>
          <a:off x="60232" y="198811"/>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CBBCBB-7C26-4703-91A2-C03A6CE38D86}">
      <dsp:nvSpPr>
        <dsp:cNvPr id="0" name=""/>
        <dsp:cNvSpPr/>
      </dsp:nvSpPr>
      <dsp:spPr>
        <a:xfrm>
          <a:off x="695981" y="1061063"/>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uk-UA" sz="2800" b="0" i="0" kern="1200"/>
            <a:t>Оршею.</a:t>
          </a:r>
          <a:endParaRPr lang="uk-UA" sz="2800" kern="1200"/>
        </a:p>
      </dsp:txBody>
      <dsp:txXfrm>
        <a:off x="695981" y="1061063"/>
        <a:ext cx="3747206" cy="530531"/>
      </dsp:txXfrm>
    </dsp:sp>
    <dsp:sp modelId="{2B92314C-66E8-454B-9397-335C446F534F}">
      <dsp:nvSpPr>
        <dsp:cNvPr id="0" name=""/>
        <dsp:cNvSpPr/>
      </dsp:nvSpPr>
      <dsp:spPr>
        <a:xfrm>
          <a:off x="364398" y="994747"/>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4E01C6-4220-41A4-8A62-ACA2DFBFA90C}">
      <dsp:nvSpPr>
        <dsp:cNvPr id="0" name=""/>
        <dsp:cNvSpPr/>
      </dsp:nvSpPr>
      <dsp:spPr>
        <a:xfrm>
          <a:off x="695981" y="1856999"/>
          <a:ext cx="3747206"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uk-UA" sz="2800" b="0" i="0" kern="1200" dirty="0" err="1"/>
            <a:t>Хотином</a:t>
          </a:r>
          <a:r>
            <a:rPr lang="uk-UA" sz="2800" b="0" i="0" kern="1200" dirty="0"/>
            <a:t>.</a:t>
          </a:r>
          <a:endParaRPr lang="uk-UA" sz="2800" kern="1200" dirty="0"/>
        </a:p>
      </dsp:txBody>
      <dsp:txXfrm>
        <a:off x="695981" y="1856999"/>
        <a:ext cx="3747206" cy="530531"/>
      </dsp:txXfrm>
    </dsp:sp>
    <dsp:sp modelId="{B3954633-B487-48BB-8130-578394F92469}">
      <dsp:nvSpPr>
        <dsp:cNvPr id="0" name=""/>
        <dsp:cNvSpPr/>
      </dsp:nvSpPr>
      <dsp:spPr>
        <a:xfrm>
          <a:off x="364398" y="1790682"/>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4336C2-91E9-49AE-B7C7-F1817DBEBAF2}">
      <dsp:nvSpPr>
        <dsp:cNvPr id="0" name=""/>
        <dsp:cNvSpPr/>
      </dsp:nvSpPr>
      <dsp:spPr>
        <a:xfrm>
          <a:off x="391814" y="2652935"/>
          <a:ext cx="4051372" cy="530531"/>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1110" tIns="71120" rIns="71120" bIns="71120" numCol="1" spcCol="1270" anchor="ctr" anchorCtr="0">
          <a:noAutofit/>
        </a:bodyPr>
        <a:lstStyle/>
        <a:p>
          <a:pPr marL="0" lvl="0" indent="0" algn="l" defTabSz="1244600">
            <a:lnSpc>
              <a:spcPct val="90000"/>
            </a:lnSpc>
            <a:spcBef>
              <a:spcPct val="0"/>
            </a:spcBef>
            <a:spcAft>
              <a:spcPct val="35000"/>
            </a:spcAft>
            <a:buNone/>
          </a:pPr>
          <a:r>
            <a:rPr lang="uk-UA" sz="2800" b="0" i="0" kern="1200" dirty="0"/>
            <a:t>Конотопом.</a:t>
          </a:r>
          <a:endParaRPr lang="uk-UA" sz="2800" kern="1200" dirty="0"/>
        </a:p>
      </dsp:txBody>
      <dsp:txXfrm>
        <a:off x="391814" y="2652935"/>
        <a:ext cx="4051372" cy="530531"/>
      </dsp:txXfrm>
    </dsp:sp>
    <dsp:sp modelId="{148D0483-FD4C-4AAE-BD37-92F5588D5E99}">
      <dsp:nvSpPr>
        <dsp:cNvPr id="0" name=""/>
        <dsp:cNvSpPr/>
      </dsp:nvSpPr>
      <dsp:spPr>
        <a:xfrm>
          <a:off x="60232" y="2586618"/>
          <a:ext cx="663164" cy="66316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691D0F-A820-4782-A495-39964CB039B5}">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03D800-A7CC-4FDB-A9EB-560BD541B485}">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uk-UA" sz="1800" b="0" i="0" kern="1200" dirty="0"/>
            <a:t>Глухова</a:t>
          </a:r>
          <a:endParaRPr lang="uk-UA" sz="1800" kern="1200" dirty="0"/>
        </a:p>
      </dsp:txBody>
      <dsp:txXfrm>
        <a:off x="916031" y="392464"/>
        <a:ext cx="1211152" cy="1211152"/>
      </dsp:txXfrm>
    </dsp:sp>
    <dsp:sp modelId="{DF38D369-0234-40DB-A27E-4E6DE5F748E4}">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uk-UA" sz="1800" b="0" i="0" kern="1200"/>
            <a:t>Чигирина</a:t>
          </a:r>
          <a:endParaRPr lang="uk-UA" sz="1800" kern="1200"/>
        </a:p>
      </dsp:txBody>
      <dsp:txXfrm>
        <a:off x="2361469" y="392464"/>
        <a:ext cx="1211152" cy="1211152"/>
      </dsp:txXfrm>
    </dsp:sp>
    <dsp:sp modelId="{DCECD244-EBF8-4FE8-98AC-74FDCCA30FFC}">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uk-UA" sz="1800" b="0" i="0" kern="1200"/>
            <a:t>Батурина</a:t>
          </a:r>
          <a:endParaRPr lang="uk-UA" sz="1800" kern="1200"/>
        </a:p>
      </dsp:txBody>
      <dsp:txXfrm>
        <a:off x="916031" y="1837902"/>
        <a:ext cx="1211152" cy="1211152"/>
      </dsp:txXfrm>
    </dsp:sp>
    <dsp:sp modelId="{5937C4A6-0D4E-4E27-881E-ED63BCE7B2CB}">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uk-UA" sz="1800" b="0" i="0" kern="1200" dirty="0"/>
            <a:t>Гадяча</a:t>
          </a:r>
          <a:endParaRPr lang="uk-UA" sz="1800" kern="1200" dirty="0"/>
        </a:p>
      </dsp:txBody>
      <dsp:txXfrm>
        <a:off x="2361469" y="1837902"/>
        <a:ext cx="1211152" cy="1211152"/>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852B7-8E86-49AA-86E7-FEE1B1C82881}">
      <dsp:nvSpPr>
        <dsp:cNvPr id="0" name=""/>
        <dsp:cNvSpPr/>
      </dsp:nvSpPr>
      <dsp:spPr>
        <a:xfrm>
          <a:off x="-3890073" y="-597341"/>
          <a:ext cx="4636202" cy="4636202"/>
        </a:xfrm>
        <a:prstGeom prst="blockArc">
          <a:avLst>
            <a:gd name="adj1" fmla="val 18900000"/>
            <a:gd name="adj2" fmla="val 2700000"/>
            <a:gd name="adj3" fmla="val 466"/>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4B9E07-4B2A-4254-927C-B15951384CF1}">
      <dsp:nvSpPr>
        <dsp:cNvPr id="0" name=""/>
        <dsp:cNvSpPr/>
      </dsp:nvSpPr>
      <dsp:spPr>
        <a:xfrm>
          <a:off x="391029" y="264584"/>
          <a:ext cx="4052269"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a:t>І. Виговського.</a:t>
          </a:r>
          <a:endParaRPr lang="uk-UA" sz="2800" kern="1200"/>
        </a:p>
      </dsp:txBody>
      <dsp:txXfrm>
        <a:off x="391029" y="264584"/>
        <a:ext cx="4052269" cy="529443"/>
      </dsp:txXfrm>
    </dsp:sp>
    <dsp:sp modelId="{2FB276BE-1F6D-47F2-851B-850DD0630EBC}">
      <dsp:nvSpPr>
        <dsp:cNvPr id="0" name=""/>
        <dsp:cNvSpPr/>
      </dsp:nvSpPr>
      <dsp:spPr>
        <a:xfrm>
          <a:off x="60127" y="198403"/>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3E21FD-1405-4388-B517-2971618F7E4E}">
      <dsp:nvSpPr>
        <dsp:cNvPr id="0" name=""/>
        <dsp:cNvSpPr/>
      </dsp:nvSpPr>
      <dsp:spPr>
        <a:xfrm>
          <a:off x="694571" y="1058886"/>
          <a:ext cx="3748727"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dirty="0"/>
            <a:t>Ю. </a:t>
          </a:r>
          <a:r>
            <a:rPr lang="ru-RU" sz="2800" b="0" i="0" kern="1200" dirty="0" err="1"/>
            <a:t>Хмельницького</a:t>
          </a:r>
          <a:r>
            <a:rPr lang="ru-RU" sz="2800" b="0" i="0" kern="1200" dirty="0"/>
            <a:t>.</a:t>
          </a:r>
          <a:endParaRPr lang="uk-UA" sz="2800" kern="1200" dirty="0"/>
        </a:p>
      </dsp:txBody>
      <dsp:txXfrm>
        <a:off x="694571" y="1058886"/>
        <a:ext cx="3748727" cy="529443"/>
      </dsp:txXfrm>
    </dsp:sp>
    <dsp:sp modelId="{9947BC66-2315-461E-9996-A51004C51264}">
      <dsp:nvSpPr>
        <dsp:cNvPr id="0" name=""/>
        <dsp:cNvSpPr/>
      </dsp:nvSpPr>
      <dsp:spPr>
        <a:xfrm>
          <a:off x="363669" y="992706"/>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98A44C-38F9-4389-8B92-9070E0D36C3D}">
      <dsp:nvSpPr>
        <dsp:cNvPr id="0" name=""/>
        <dsp:cNvSpPr/>
      </dsp:nvSpPr>
      <dsp:spPr>
        <a:xfrm>
          <a:off x="694571" y="1853189"/>
          <a:ext cx="3748727"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dirty="0"/>
            <a:t>П. </a:t>
          </a:r>
          <a:r>
            <a:rPr lang="ru-RU" sz="2800" b="0" i="0" kern="1200" dirty="0" err="1"/>
            <a:t>Тетері</a:t>
          </a:r>
          <a:r>
            <a:rPr lang="ru-RU" sz="2800" b="0" i="0" kern="1200" dirty="0"/>
            <a:t>.</a:t>
          </a:r>
          <a:endParaRPr lang="uk-UA" sz="2800" kern="1200" dirty="0"/>
        </a:p>
      </dsp:txBody>
      <dsp:txXfrm>
        <a:off x="694571" y="1853189"/>
        <a:ext cx="3748727" cy="529443"/>
      </dsp:txXfrm>
    </dsp:sp>
    <dsp:sp modelId="{890943B2-17B4-4432-B6A7-B97958DE4F4F}">
      <dsp:nvSpPr>
        <dsp:cNvPr id="0" name=""/>
        <dsp:cNvSpPr/>
      </dsp:nvSpPr>
      <dsp:spPr>
        <a:xfrm>
          <a:off x="363669" y="1787009"/>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62C696-8161-461A-AB38-A88D9AF3D4DF}">
      <dsp:nvSpPr>
        <dsp:cNvPr id="0" name=""/>
        <dsp:cNvSpPr/>
      </dsp:nvSpPr>
      <dsp:spPr>
        <a:xfrm>
          <a:off x="391029" y="2647492"/>
          <a:ext cx="4052269" cy="52944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20246" tIns="71120" rIns="71120" bIns="71120" numCol="1" spcCol="1270" anchor="ctr" anchorCtr="0">
          <a:noAutofit/>
        </a:bodyPr>
        <a:lstStyle/>
        <a:p>
          <a:pPr marL="0" lvl="0" indent="0" algn="l" defTabSz="1244600">
            <a:lnSpc>
              <a:spcPct val="90000"/>
            </a:lnSpc>
            <a:spcBef>
              <a:spcPct val="0"/>
            </a:spcBef>
            <a:spcAft>
              <a:spcPct val="35000"/>
            </a:spcAft>
            <a:buNone/>
          </a:pPr>
          <a:r>
            <a:rPr lang="ru-RU" sz="2800" b="0" i="0" kern="1200" dirty="0"/>
            <a:t>П. Дорошенка.</a:t>
          </a:r>
          <a:endParaRPr lang="uk-UA" sz="2800" kern="1200" dirty="0"/>
        </a:p>
      </dsp:txBody>
      <dsp:txXfrm>
        <a:off x="391029" y="2647492"/>
        <a:ext cx="4052269" cy="529443"/>
      </dsp:txXfrm>
    </dsp:sp>
    <dsp:sp modelId="{CB3ED185-30AD-4942-B540-BE8E2FFB7EC5}">
      <dsp:nvSpPr>
        <dsp:cNvPr id="0" name=""/>
        <dsp:cNvSpPr/>
      </dsp:nvSpPr>
      <dsp:spPr>
        <a:xfrm>
          <a:off x="60127" y="2581312"/>
          <a:ext cx="661804" cy="661804"/>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67B3D-0A26-4F07-9E8F-09037D4EB66D}">
      <dsp:nvSpPr>
        <dsp:cNvPr id="0" name=""/>
        <dsp:cNvSpPr/>
      </dsp:nvSpPr>
      <dsp:spPr>
        <a:xfrm>
          <a:off x="523566" y="0"/>
          <a:ext cx="3441520" cy="344152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E034AD-C2B3-42E3-80E4-20E321C18770}">
      <dsp:nvSpPr>
        <dsp:cNvPr id="0" name=""/>
        <dsp:cNvSpPr/>
      </dsp:nvSpPr>
      <dsp:spPr>
        <a:xfrm>
          <a:off x="850511"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uk-UA" sz="2000" b="0" i="0" kern="1200"/>
            <a:t>Київ</a:t>
          </a:r>
          <a:endParaRPr lang="uk-UA" sz="2000" kern="1200"/>
        </a:p>
      </dsp:txBody>
      <dsp:txXfrm>
        <a:off x="916031" y="392464"/>
        <a:ext cx="1211152" cy="1211152"/>
      </dsp:txXfrm>
    </dsp:sp>
    <dsp:sp modelId="{02436F20-2DD2-46AD-AB55-E486DDDA2FD6}">
      <dsp:nvSpPr>
        <dsp:cNvPr id="0" name=""/>
        <dsp:cNvSpPr/>
      </dsp:nvSpPr>
      <dsp:spPr>
        <a:xfrm>
          <a:off x="2295949" y="326944"/>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uk-UA" sz="2000" b="0" i="0" kern="1200"/>
            <a:t>Чигирин</a:t>
          </a:r>
          <a:endParaRPr lang="uk-UA" sz="2000" kern="1200"/>
        </a:p>
      </dsp:txBody>
      <dsp:txXfrm>
        <a:off x="2361469" y="392464"/>
        <a:ext cx="1211152" cy="1211152"/>
      </dsp:txXfrm>
    </dsp:sp>
    <dsp:sp modelId="{2AD0CFE0-3D74-4C15-A511-35DE2B27695F}">
      <dsp:nvSpPr>
        <dsp:cNvPr id="0" name=""/>
        <dsp:cNvSpPr/>
      </dsp:nvSpPr>
      <dsp:spPr>
        <a:xfrm>
          <a:off x="850511"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Батурин</a:t>
          </a:r>
          <a:endParaRPr lang="uk-UA" sz="2000" kern="1200" dirty="0"/>
        </a:p>
      </dsp:txBody>
      <dsp:txXfrm>
        <a:off x="916031" y="1837902"/>
        <a:ext cx="1211152" cy="1211152"/>
      </dsp:txXfrm>
    </dsp:sp>
    <dsp:sp modelId="{13C06078-9378-43AA-9E8D-6DC981829A71}">
      <dsp:nvSpPr>
        <dsp:cNvPr id="0" name=""/>
        <dsp:cNvSpPr/>
      </dsp:nvSpPr>
      <dsp:spPr>
        <a:xfrm>
          <a:off x="2295949" y="1772382"/>
          <a:ext cx="1342192" cy="134219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uk-UA" sz="2000" b="0" i="0" kern="1200" dirty="0"/>
            <a:t>Глухів</a:t>
          </a:r>
          <a:endParaRPr lang="uk-UA" sz="2000" kern="1200" dirty="0"/>
        </a:p>
      </dsp:txBody>
      <dsp:txXfrm>
        <a:off x="2361469" y="1837902"/>
        <a:ext cx="1211152" cy="1211152"/>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4F6F00-5FE8-402B-800B-DA7683EB5FCD}">
      <dsp:nvSpPr>
        <dsp:cNvPr id="0" name=""/>
        <dsp:cNvSpPr/>
      </dsp:nvSpPr>
      <dsp:spPr>
        <a:xfrm rot="10800000">
          <a:off x="927513" y="825"/>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dirty="0" err="1"/>
            <a:t>Андрусівського</a:t>
          </a:r>
          <a:r>
            <a:rPr lang="ru-RU" sz="1700" b="0" i="0" kern="1200" dirty="0"/>
            <a:t> </a:t>
          </a:r>
          <a:r>
            <a:rPr lang="ru-RU" sz="1700" b="0" i="0" kern="1200" dirty="0" err="1"/>
            <a:t>перемир’я</a:t>
          </a:r>
          <a:r>
            <a:rPr lang="ru-RU" sz="1700" b="0" i="0" kern="1200" dirty="0"/>
            <a:t>.</a:t>
          </a:r>
          <a:endParaRPr lang="uk-UA" sz="1700" kern="1200" dirty="0"/>
        </a:p>
      </dsp:txBody>
      <dsp:txXfrm rot="10800000">
        <a:off x="1103177" y="825"/>
        <a:ext cx="2809290" cy="702656"/>
      </dsp:txXfrm>
    </dsp:sp>
    <dsp:sp modelId="{C4FD99FF-C746-4968-823C-91EB4CD7A346}">
      <dsp:nvSpPr>
        <dsp:cNvPr id="0" name=""/>
        <dsp:cNvSpPr/>
      </dsp:nvSpPr>
      <dsp:spPr>
        <a:xfrm>
          <a:off x="576185" y="825"/>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E8E1F0-A66A-4265-AED2-E6F1B4156450}">
      <dsp:nvSpPr>
        <dsp:cNvPr id="0" name=""/>
        <dsp:cNvSpPr/>
      </dsp:nvSpPr>
      <dsp:spPr>
        <a:xfrm rot="10800000">
          <a:off x="927513" y="913229"/>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Корсунської угоди.</a:t>
          </a:r>
          <a:endParaRPr lang="uk-UA" sz="1700" kern="1200"/>
        </a:p>
      </dsp:txBody>
      <dsp:txXfrm rot="10800000">
        <a:off x="1103177" y="913229"/>
        <a:ext cx="2809290" cy="702656"/>
      </dsp:txXfrm>
    </dsp:sp>
    <dsp:sp modelId="{08815A5A-3215-4631-AB4B-5DF0131C4CAF}">
      <dsp:nvSpPr>
        <dsp:cNvPr id="0" name=""/>
        <dsp:cNvSpPr/>
      </dsp:nvSpPr>
      <dsp:spPr>
        <a:xfrm>
          <a:off x="576185" y="913229"/>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AB78DA-D043-4084-AC36-B25C26BF0A88}">
      <dsp:nvSpPr>
        <dsp:cNvPr id="0" name=""/>
        <dsp:cNvSpPr/>
      </dsp:nvSpPr>
      <dsp:spPr>
        <a:xfrm rot="10800000">
          <a:off x="927513" y="1825634"/>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Бахчисарайського мирного договору.</a:t>
          </a:r>
          <a:endParaRPr lang="uk-UA" sz="1700" kern="1200"/>
        </a:p>
      </dsp:txBody>
      <dsp:txXfrm rot="10800000">
        <a:off x="1103177" y="1825634"/>
        <a:ext cx="2809290" cy="702656"/>
      </dsp:txXfrm>
    </dsp:sp>
    <dsp:sp modelId="{BAFAA545-FC16-4762-A3ED-BACBE58E6863}">
      <dsp:nvSpPr>
        <dsp:cNvPr id="0" name=""/>
        <dsp:cNvSpPr/>
      </dsp:nvSpPr>
      <dsp:spPr>
        <a:xfrm>
          <a:off x="576185" y="1825634"/>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DEAFAA-B84F-45CB-90AF-082C02D301B9}">
      <dsp:nvSpPr>
        <dsp:cNvPr id="0" name=""/>
        <dsp:cNvSpPr/>
      </dsp:nvSpPr>
      <dsp:spPr>
        <a:xfrm rot="10800000">
          <a:off x="927513" y="2738038"/>
          <a:ext cx="2984954" cy="70265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852"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dirty="0"/>
            <a:t>«</a:t>
          </a:r>
          <a:r>
            <a:rPr lang="ru-RU" sz="1700" b="0" i="0" kern="1200" dirty="0" err="1"/>
            <a:t>Вічного</a:t>
          </a:r>
          <a:r>
            <a:rPr lang="ru-RU" sz="1700" b="0" i="0" kern="1200" dirty="0"/>
            <a:t> миру».</a:t>
          </a:r>
          <a:endParaRPr lang="uk-UA" sz="1700" kern="1200" dirty="0"/>
        </a:p>
      </dsp:txBody>
      <dsp:txXfrm rot="10800000">
        <a:off x="1103177" y="2738038"/>
        <a:ext cx="2809290" cy="702656"/>
      </dsp:txXfrm>
    </dsp:sp>
    <dsp:sp modelId="{45304EA6-0BBA-43A3-973E-C0B85CD9F765}">
      <dsp:nvSpPr>
        <dsp:cNvPr id="0" name=""/>
        <dsp:cNvSpPr/>
      </dsp:nvSpPr>
      <dsp:spPr>
        <a:xfrm>
          <a:off x="576185" y="2738038"/>
          <a:ext cx="702656" cy="70265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FFC9D-355B-4325-B3D1-057488EC8EE4}">
      <dsp:nvSpPr>
        <dsp:cNvPr id="0" name=""/>
        <dsp:cNvSpPr/>
      </dsp:nvSpPr>
      <dsp:spPr>
        <a:xfrm>
          <a:off x="0" y="3733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міста Конотоп</a:t>
          </a:r>
          <a:endParaRPr lang="uk-UA" sz="3300" kern="1200"/>
        </a:p>
      </dsp:txBody>
      <dsp:txXfrm>
        <a:off x="37696" y="75033"/>
        <a:ext cx="4413262" cy="696808"/>
      </dsp:txXfrm>
    </dsp:sp>
    <dsp:sp modelId="{EFCB2649-2713-424E-A66A-37F38175CBE9}">
      <dsp:nvSpPr>
        <dsp:cNvPr id="0" name=""/>
        <dsp:cNvSpPr/>
      </dsp:nvSpPr>
      <dsp:spPr>
        <a:xfrm>
          <a:off x="0" y="90457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міста Пилявці</a:t>
          </a:r>
          <a:endParaRPr lang="uk-UA" sz="3300" kern="1200"/>
        </a:p>
      </dsp:txBody>
      <dsp:txXfrm>
        <a:off x="37696" y="942273"/>
        <a:ext cx="4413262" cy="696808"/>
      </dsp:txXfrm>
    </dsp:sp>
    <dsp:sp modelId="{4CC80BD2-853F-414D-AA5C-93D94678BAE3}">
      <dsp:nvSpPr>
        <dsp:cNvPr id="0" name=""/>
        <dsp:cNvSpPr/>
      </dsp:nvSpPr>
      <dsp:spPr>
        <a:xfrm>
          <a:off x="0" y="177181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річки Сині Води</a:t>
          </a:r>
          <a:endParaRPr lang="uk-UA" sz="3300" kern="1200"/>
        </a:p>
      </dsp:txBody>
      <dsp:txXfrm>
        <a:off x="37696" y="1809513"/>
        <a:ext cx="4413262" cy="696808"/>
      </dsp:txXfrm>
    </dsp:sp>
    <dsp:sp modelId="{6CAE8F2B-0C79-4D76-A98F-8B912BD18BF9}">
      <dsp:nvSpPr>
        <dsp:cNvPr id="0" name=""/>
        <dsp:cNvSpPr/>
      </dsp:nvSpPr>
      <dsp:spPr>
        <a:xfrm>
          <a:off x="0" y="263905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біля міста Орша</a:t>
          </a:r>
          <a:endParaRPr lang="uk-UA" sz="3300" kern="1200"/>
        </a:p>
      </dsp:txBody>
      <dsp:txXfrm>
        <a:off x="37696" y="2676753"/>
        <a:ext cx="4413262" cy="696808"/>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7FB97-23AC-48F7-9C1F-71BCF155838D}">
      <dsp:nvSpPr>
        <dsp:cNvPr id="0" name=""/>
        <dsp:cNvSpPr/>
      </dsp:nvSpPr>
      <dsp:spPr>
        <a:xfrm>
          <a:off x="520029" y="0"/>
          <a:ext cx="3448595" cy="344859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36A4CE-A0F8-45AF-ADEB-4CAA34475BCF}">
      <dsp:nvSpPr>
        <dsp:cNvPr id="0" name=""/>
        <dsp:cNvSpPr/>
      </dsp:nvSpPr>
      <dsp:spPr>
        <a:xfrm>
          <a:off x="847646" y="32761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1648 р.</a:t>
          </a:r>
          <a:endParaRPr lang="uk-UA" sz="3400" kern="1200"/>
        </a:p>
      </dsp:txBody>
      <dsp:txXfrm>
        <a:off x="913301" y="393271"/>
        <a:ext cx="1213642" cy="1213642"/>
      </dsp:txXfrm>
    </dsp:sp>
    <dsp:sp modelId="{4034D2D8-9720-41E7-B8FD-4ED9240B3224}">
      <dsp:nvSpPr>
        <dsp:cNvPr id="0" name=""/>
        <dsp:cNvSpPr/>
      </dsp:nvSpPr>
      <dsp:spPr>
        <a:xfrm>
          <a:off x="2296055" y="32761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1649 р.</a:t>
          </a:r>
          <a:endParaRPr lang="uk-UA" sz="3400" kern="1200" dirty="0"/>
        </a:p>
      </dsp:txBody>
      <dsp:txXfrm>
        <a:off x="2361710" y="393271"/>
        <a:ext cx="1213642" cy="1213642"/>
      </dsp:txXfrm>
    </dsp:sp>
    <dsp:sp modelId="{E9EE0679-B233-4810-97C6-E714DE1C1B8F}">
      <dsp:nvSpPr>
        <dsp:cNvPr id="0" name=""/>
        <dsp:cNvSpPr/>
      </dsp:nvSpPr>
      <dsp:spPr>
        <a:xfrm>
          <a:off x="847646" y="177602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1651 р.</a:t>
          </a:r>
          <a:endParaRPr lang="uk-UA" sz="3400" kern="1200"/>
        </a:p>
      </dsp:txBody>
      <dsp:txXfrm>
        <a:off x="913301" y="1841681"/>
        <a:ext cx="1213642" cy="1213642"/>
      </dsp:txXfrm>
    </dsp:sp>
    <dsp:sp modelId="{B48BBA51-E964-4E59-870D-E22E5A328FE0}">
      <dsp:nvSpPr>
        <dsp:cNvPr id="0" name=""/>
        <dsp:cNvSpPr/>
      </dsp:nvSpPr>
      <dsp:spPr>
        <a:xfrm>
          <a:off x="2296055" y="1776026"/>
          <a:ext cx="1344952" cy="134495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ru-RU" sz="3400" b="0" i="0" kern="1200" dirty="0"/>
            <a:t>1659 р.</a:t>
          </a:r>
          <a:endParaRPr lang="uk-UA" sz="3400" kern="1200" dirty="0"/>
        </a:p>
      </dsp:txBody>
      <dsp:txXfrm>
        <a:off x="2361710" y="1841681"/>
        <a:ext cx="1213642" cy="1213642"/>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A35A8-EE51-4317-B73A-D21950AB85DD}">
      <dsp:nvSpPr>
        <dsp:cNvPr id="0" name=""/>
        <dsp:cNvSpPr/>
      </dsp:nvSpPr>
      <dsp:spPr>
        <a:xfrm>
          <a:off x="0" y="253040"/>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турецько-татарського війська під час Хотинської війни 1620-1621 рр.</a:t>
          </a:r>
          <a:endParaRPr lang="uk-UA" sz="1800" kern="1200"/>
        </a:p>
      </dsp:txBody>
      <dsp:txXfrm>
        <a:off x="33926" y="286966"/>
        <a:ext cx="4420802" cy="627128"/>
      </dsp:txXfrm>
    </dsp:sp>
    <dsp:sp modelId="{EF1E8CFC-1D91-4AAD-8D46-01835A319587}">
      <dsp:nvSpPr>
        <dsp:cNvPr id="0" name=""/>
        <dsp:cNvSpPr/>
      </dsp:nvSpPr>
      <dsp:spPr>
        <a:xfrm>
          <a:off x="0" y="999860"/>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козацько-трансільванських військ полковника А. Ждановича 1656-1657 рр.</a:t>
          </a:r>
          <a:endParaRPr lang="uk-UA" sz="1800" kern="1200" dirty="0"/>
        </a:p>
      </dsp:txBody>
      <dsp:txXfrm>
        <a:off x="33926" y="1033786"/>
        <a:ext cx="4420802" cy="627128"/>
      </dsp:txXfrm>
    </dsp:sp>
    <dsp:sp modelId="{146818A1-E46D-4A1F-BC13-49554A558818}">
      <dsp:nvSpPr>
        <dsp:cNvPr id="0" name=""/>
        <dsp:cNvSpPr/>
      </dsp:nvSpPr>
      <dsp:spPr>
        <a:xfrm>
          <a:off x="0" y="1746680"/>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турецько-татарсько-козацького війська 1672 р., 1677-1678 рр.</a:t>
          </a:r>
          <a:endParaRPr lang="uk-UA" sz="1800" kern="1200"/>
        </a:p>
      </dsp:txBody>
      <dsp:txXfrm>
        <a:off x="33926" y="1780606"/>
        <a:ext cx="4420802" cy="627128"/>
      </dsp:txXfrm>
    </dsp:sp>
    <dsp:sp modelId="{A74C1386-70D5-4E01-8B55-3526D186E9E3}">
      <dsp:nvSpPr>
        <dsp:cNvPr id="0" name=""/>
        <dsp:cNvSpPr/>
      </dsp:nvSpPr>
      <dsp:spPr>
        <a:xfrm>
          <a:off x="0" y="2493500"/>
          <a:ext cx="4488654" cy="6949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козацьких загонів гетьмана П. Орлика та його союзників у 1711 р., 1713 р.</a:t>
          </a:r>
          <a:endParaRPr lang="uk-UA" sz="1800" kern="1200" dirty="0"/>
        </a:p>
      </dsp:txBody>
      <dsp:txXfrm>
        <a:off x="33926" y="2527426"/>
        <a:ext cx="4420802" cy="627128"/>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1D3A2D-594C-4ED2-93BF-FC1935A428C6}">
      <dsp:nvSpPr>
        <dsp:cNvPr id="0" name=""/>
        <dsp:cNvSpPr/>
      </dsp:nvSpPr>
      <dsp:spPr>
        <a:xfrm>
          <a:off x="0" y="934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видання Ш. Фіолем у Кракові кирилицею «Часослова», «Октоїха»</a:t>
          </a:r>
          <a:endParaRPr lang="uk-UA" sz="2000" kern="1200"/>
        </a:p>
      </dsp:txBody>
      <dsp:txXfrm>
        <a:off x="37696" y="131193"/>
        <a:ext cx="4413262" cy="696808"/>
      </dsp:txXfrm>
    </dsp:sp>
    <dsp:sp modelId="{F7C214C8-69EC-413F-B503-9F7AF517B2F9}">
      <dsp:nvSpPr>
        <dsp:cNvPr id="0" name=""/>
        <dsp:cNvSpPr/>
      </dsp:nvSpPr>
      <dsp:spPr>
        <a:xfrm>
          <a:off x="0" y="9232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створення Пересопницького Євангелія</a:t>
          </a:r>
          <a:endParaRPr lang="uk-UA" sz="2000" kern="1200"/>
        </a:p>
      </dsp:txBody>
      <dsp:txXfrm>
        <a:off x="37696" y="960993"/>
        <a:ext cx="4413262" cy="696808"/>
      </dsp:txXfrm>
    </dsp:sp>
    <dsp:sp modelId="{864D5C8A-E01D-4F15-B640-A628C536361F}">
      <dsp:nvSpPr>
        <dsp:cNvPr id="0" name=""/>
        <dsp:cNvSpPr/>
      </dsp:nvSpPr>
      <dsp:spPr>
        <a:xfrm>
          <a:off x="0" y="17530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видання І. Федоровим у Львові «Апостола» та «Букваря»</a:t>
          </a:r>
          <a:endParaRPr lang="uk-UA" sz="2000" kern="1200"/>
        </a:p>
      </dsp:txBody>
      <dsp:txXfrm>
        <a:off x="37696" y="1790793"/>
        <a:ext cx="4413262" cy="696808"/>
      </dsp:txXfrm>
    </dsp:sp>
    <dsp:sp modelId="{4D9CE75F-1F69-4EDB-A58B-DEABD72E3FB6}">
      <dsp:nvSpPr>
        <dsp:cNvPr id="0" name=""/>
        <dsp:cNvSpPr/>
      </dsp:nvSpPr>
      <dsp:spPr>
        <a:xfrm>
          <a:off x="0" y="2582897"/>
          <a:ext cx="4488654" cy="7722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перше видання друкарнею Києво-Печерської лаври «Синопсису»</a:t>
          </a:r>
          <a:endParaRPr lang="uk-UA" sz="2000" kern="1200"/>
        </a:p>
      </dsp:txBody>
      <dsp:txXfrm>
        <a:off x="37696" y="2620593"/>
        <a:ext cx="4413262" cy="696808"/>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A0D91F-4607-454D-A4F4-09336D399631}">
      <dsp:nvSpPr>
        <dsp:cNvPr id="0" name=""/>
        <dsp:cNvSpPr/>
      </dsp:nvSpPr>
      <dsp:spPr>
        <a:xfrm>
          <a:off x="1683245" y="1031430"/>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6684487-076B-47EE-A930-8DA458FA3C14}">
      <dsp:nvSpPr>
        <dsp:cNvPr id="0" name=""/>
        <dsp:cNvSpPr/>
      </dsp:nvSpPr>
      <dsp:spPr>
        <a:xfrm>
          <a:off x="1593472" y="117669"/>
          <a:ext cx="1301709" cy="7534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0" i="0" kern="1200"/>
            <a:t>1574 р.</a:t>
          </a:r>
          <a:endParaRPr lang="uk-UA" sz="2400" kern="1200"/>
        </a:p>
      </dsp:txBody>
      <dsp:txXfrm>
        <a:off x="1593472" y="117669"/>
        <a:ext cx="1301709" cy="753452"/>
      </dsp:txXfrm>
    </dsp:sp>
    <dsp:sp modelId="{4F0BD686-DECD-462C-BC1D-33A8F86DEF30}">
      <dsp:nvSpPr>
        <dsp:cNvPr id="0" name=""/>
        <dsp:cNvSpPr/>
      </dsp:nvSpPr>
      <dsp:spPr>
        <a:xfrm>
          <a:off x="2110116" y="1341468"/>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5CDD39AE-7563-43D1-A7C1-469A8BB0096A}">
      <dsp:nvSpPr>
        <dsp:cNvPr id="0" name=""/>
        <dsp:cNvSpPr/>
      </dsp:nvSpPr>
      <dsp:spPr>
        <a:xfrm>
          <a:off x="3321603" y="1111585"/>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0" i="0" kern="1200"/>
            <a:t>1674 р.</a:t>
          </a:r>
          <a:endParaRPr lang="uk-UA" sz="2400" kern="1200"/>
        </a:p>
      </dsp:txBody>
      <dsp:txXfrm>
        <a:off x="3321603" y="1111585"/>
        <a:ext cx="1167050" cy="817576"/>
      </dsp:txXfrm>
    </dsp:sp>
    <dsp:sp modelId="{14D9599A-BA77-43C3-9D1D-0E98786010B1}">
      <dsp:nvSpPr>
        <dsp:cNvPr id="0" name=""/>
        <dsp:cNvSpPr/>
      </dsp:nvSpPr>
      <dsp:spPr>
        <a:xfrm>
          <a:off x="1947178" y="1843556"/>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10A0482-7F08-4913-9DCF-22C25CE8165C}">
      <dsp:nvSpPr>
        <dsp:cNvPr id="0" name=""/>
        <dsp:cNvSpPr/>
      </dsp:nvSpPr>
      <dsp:spPr>
        <a:xfrm>
          <a:off x="3142057" y="2506274"/>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0" i="0" kern="1200"/>
            <a:t>1556–1561 рр.</a:t>
          </a:r>
          <a:endParaRPr lang="uk-UA" sz="2400" kern="1200"/>
        </a:p>
      </dsp:txBody>
      <dsp:txXfrm>
        <a:off x="3142057" y="2506274"/>
        <a:ext cx="1167050" cy="817576"/>
      </dsp:txXfrm>
    </dsp:sp>
    <dsp:sp modelId="{44BF9E6B-CA93-4FE5-8554-B0EFA411996D}">
      <dsp:nvSpPr>
        <dsp:cNvPr id="0" name=""/>
        <dsp:cNvSpPr/>
      </dsp:nvSpPr>
      <dsp:spPr>
        <a:xfrm>
          <a:off x="1419312" y="1843556"/>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9DB6347-4DB6-40FF-9A10-7AE3E9147553}">
      <dsp:nvSpPr>
        <dsp:cNvPr id="0" name=""/>
        <dsp:cNvSpPr/>
      </dsp:nvSpPr>
      <dsp:spPr>
        <a:xfrm>
          <a:off x="179546" y="2506274"/>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0" i="0" kern="1200"/>
            <a:t>1581 р.</a:t>
          </a:r>
          <a:endParaRPr lang="uk-UA" sz="2400" kern="1200"/>
        </a:p>
      </dsp:txBody>
      <dsp:txXfrm>
        <a:off x="179546" y="2506274"/>
        <a:ext cx="1167050" cy="817576"/>
      </dsp:txXfrm>
    </dsp:sp>
    <dsp:sp modelId="{287901DB-E0EE-4A7D-9C90-D40BC6E8B91F}">
      <dsp:nvSpPr>
        <dsp:cNvPr id="0" name=""/>
        <dsp:cNvSpPr/>
      </dsp:nvSpPr>
      <dsp:spPr>
        <a:xfrm>
          <a:off x="1256374" y="1341468"/>
          <a:ext cx="1122163" cy="112216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22731A2D-4E44-4596-A1FA-058A5ECBC27C}">
      <dsp:nvSpPr>
        <dsp:cNvPr id="0" name=""/>
        <dsp:cNvSpPr/>
      </dsp:nvSpPr>
      <dsp:spPr>
        <a:xfrm>
          <a:off x="0" y="1111585"/>
          <a:ext cx="1167050" cy="8175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ru-RU" sz="2400" b="0" i="0" kern="1200"/>
            <a:t>1491 р.</a:t>
          </a:r>
          <a:endParaRPr lang="uk-UA" sz="2400" kern="1200"/>
        </a:p>
      </dsp:txBody>
      <dsp:txXfrm>
        <a:off x="0" y="1111585"/>
        <a:ext cx="1167050" cy="817576"/>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6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9.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7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DD36877E-4397-421A-968A-55B44A5A8B97}" type="datetimeFigureOut">
              <a:rPr lang="uk-UA" smtClean="0"/>
              <a:t>06.12.2024</a:t>
            </a:fld>
            <a:endParaRPr lang="uk-UA"/>
          </a:p>
        </p:txBody>
      </p:sp>
      <p:sp>
        <p:nvSpPr>
          <p:cNvPr id="5" name="Footer Placeholder 4"/>
          <p:cNvSpPr>
            <a:spLocks noGrp="1"/>
          </p:cNvSpPr>
          <p:nvPr>
            <p:ph type="ftr" sz="quarter" idx="11"/>
          </p:nvPr>
        </p:nvSpPr>
        <p:spPr>
          <a:xfrm>
            <a:off x="1451579" y="329307"/>
            <a:ext cx="5626774" cy="309201"/>
          </a:xfrm>
        </p:spPr>
        <p:txBody>
          <a:bodyPr/>
          <a:lstStyle/>
          <a:p>
            <a:endParaRPr lang="uk-UA"/>
          </a:p>
        </p:txBody>
      </p:sp>
      <p:sp>
        <p:nvSpPr>
          <p:cNvPr id="6" name="Slide Number Placeholder 5"/>
          <p:cNvSpPr>
            <a:spLocks noGrp="1"/>
          </p:cNvSpPr>
          <p:nvPr>
            <p:ph type="sldNum" sz="quarter" idx="12"/>
          </p:nvPr>
        </p:nvSpPr>
        <p:spPr>
          <a:xfrm>
            <a:off x="476834" y="798973"/>
            <a:ext cx="811019" cy="503578"/>
          </a:xfrm>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30518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D36877E-4397-421A-968A-55B44A5A8B97}" type="datetimeFigureOut">
              <a:rPr lang="uk-UA" smtClean="0"/>
              <a:t>06.12.2024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6105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DD36877E-4397-421A-968A-55B44A5A8B97}" type="datetimeFigureOut">
              <a:rPr lang="uk-UA" smtClean="0"/>
              <a:t>06.12.2024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242039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DD36877E-4397-421A-968A-55B44A5A8B97}" type="datetimeFigureOut">
              <a:rPr lang="uk-UA" smtClean="0"/>
              <a:t>06.12.2024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106334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447191" y="2824269"/>
            <a:ext cx="4488794" cy="2644457"/>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256025" y="2821491"/>
            <a:ext cx="4488794" cy="2637371"/>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DD36877E-4397-421A-968A-55B44A5A8B97}" type="datetimeFigureOut">
              <a:rPr lang="uk-UA" smtClean="0"/>
              <a:t>06.12.2024</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1147041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DD36877E-4397-421A-968A-55B44A5A8B97}" type="datetimeFigureOut">
              <a:rPr lang="uk-UA" smtClean="0"/>
              <a:t>06.12.2024</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1447490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36877E-4397-421A-968A-55B44A5A8B97}" type="datetimeFigureOut">
              <a:rPr lang="uk-UA" smtClean="0"/>
              <a:t>06.12.2024</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18635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D36877E-4397-421A-968A-55B44A5A8B97}" type="datetimeFigureOut">
              <a:rPr lang="uk-UA" smtClean="0"/>
              <a:t>06.12.2024</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223077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D36877E-4397-421A-968A-55B44A5A8B97}" type="datetimeFigureOut">
              <a:rPr lang="uk-UA" smtClean="0"/>
              <a:t>06.12.2024</a:t>
            </a:fld>
            <a:endParaRPr lang="uk-UA"/>
          </a:p>
        </p:txBody>
      </p:sp>
      <p:sp>
        <p:nvSpPr>
          <p:cNvPr id="6" name="Footer Placeholder 5"/>
          <p:cNvSpPr>
            <a:spLocks noGrp="1"/>
          </p:cNvSpPr>
          <p:nvPr>
            <p:ph type="ftr" sz="quarter" idx="11"/>
          </p:nvPr>
        </p:nvSpPr>
        <p:spPr>
          <a:xfrm>
            <a:off x="1447382" y="318640"/>
            <a:ext cx="5541004" cy="320931"/>
          </a:xfrm>
        </p:spPr>
        <p:txBody>
          <a:bodyPr/>
          <a:lstStyle/>
          <a:p>
            <a:endParaRPr lang="uk-UA"/>
          </a:p>
        </p:txBody>
      </p:sp>
      <p:sp>
        <p:nvSpPr>
          <p:cNvPr id="7" name="Slide Number Placeholder 6"/>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1997890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D36877E-4397-421A-968A-55B44A5A8B97}" type="datetimeFigureOut">
              <a:rPr lang="uk-UA" smtClean="0"/>
              <a:t>06.12.2024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2060265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D36877E-4397-421A-968A-55B44A5A8B97}" type="datetimeFigureOut">
              <a:rPr lang="uk-UA" smtClean="0"/>
              <a:t>06.12.2024</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C5C66292-7AF3-4F7A-9056-054E226B8DFA}" type="slidenum">
              <a:rPr lang="uk-UA" smtClean="0"/>
              <a:t>‹№›</a:t>
            </a:fld>
            <a:endParaRPr lang="uk-UA"/>
          </a:p>
        </p:txBody>
      </p:sp>
    </p:spTree>
    <p:extLst>
      <p:ext uri="{BB962C8B-B14F-4D97-AF65-F5344CB8AC3E}">
        <p14:creationId xmlns:p14="http://schemas.microsoft.com/office/powerpoint/2010/main" val="2445875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D36877E-4397-421A-968A-55B44A5A8B97}" type="datetimeFigureOut">
              <a:rPr lang="uk-UA" smtClean="0"/>
              <a:t>06.12.2024</a:t>
            </a:fld>
            <a:endParaRPr lang="uk-UA"/>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uk-U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5C66292-7AF3-4F7A-9056-054E226B8DFA}" type="slidenum">
              <a:rPr lang="uk-UA" smtClean="0"/>
              <a:t>‹№›</a:t>
            </a:fld>
            <a:endParaRPr lang="uk-UA"/>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47368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6.png"/><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7.xml"/><Relationship Id="rId3" Type="http://schemas.openxmlformats.org/officeDocument/2006/relationships/diagramLayout" Target="../diagrams/layout16.xml"/><Relationship Id="rId7" Type="http://schemas.openxmlformats.org/officeDocument/2006/relationships/diagramData" Target="../diagrams/data17.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0" Type="http://schemas.openxmlformats.org/officeDocument/2006/relationships/diagramColors" Target="../diagrams/colors17.xml"/><Relationship Id="rId4" Type="http://schemas.openxmlformats.org/officeDocument/2006/relationships/diagramQuickStyle" Target="../diagrams/quickStyle16.xml"/><Relationship Id="rId9" Type="http://schemas.openxmlformats.org/officeDocument/2006/relationships/diagramQuickStyle" Target="../diagrams/quickStyle17.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24.xml"/><Relationship Id="rId3" Type="http://schemas.openxmlformats.org/officeDocument/2006/relationships/diagramLayout" Target="../diagrams/layout23.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0" Type="http://schemas.openxmlformats.org/officeDocument/2006/relationships/diagramColors" Target="../diagrams/colors24.xml"/><Relationship Id="rId4" Type="http://schemas.openxmlformats.org/officeDocument/2006/relationships/diagramQuickStyle" Target="../diagrams/quickStyle23.xml"/><Relationship Id="rId9" Type="http://schemas.openxmlformats.org/officeDocument/2006/relationships/diagramQuickStyle" Target="../diagrams/quickStyle2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27.xml"/><Relationship Id="rId3" Type="http://schemas.openxmlformats.org/officeDocument/2006/relationships/diagramLayout" Target="../diagrams/layout26.xml"/><Relationship Id="rId7" Type="http://schemas.openxmlformats.org/officeDocument/2006/relationships/diagramData" Target="../diagrams/data27.xml"/><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11" Type="http://schemas.microsoft.com/office/2007/relationships/diagramDrawing" Target="../diagrams/drawing27.xml"/><Relationship Id="rId5" Type="http://schemas.openxmlformats.org/officeDocument/2006/relationships/diagramColors" Target="../diagrams/colors26.xml"/><Relationship Id="rId10" Type="http://schemas.openxmlformats.org/officeDocument/2006/relationships/diagramColors" Target="../diagrams/colors27.xml"/><Relationship Id="rId4" Type="http://schemas.openxmlformats.org/officeDocument/2006/relationships/diagramQuickStyle" Target="../diagrams/quickStyle26.xml"/><Relationship Id="rId9"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29.xml"/><Relationship Id="rId3" Type="http://schemas.openxmlformats.org/officeDocument/2006/relationships/diagramLayout" Target="../diagrams/layout28.xml"/><Relationship Id="rId7" Type="http://schemas.openxmlformats.org/officeDocument/2006/relationships/diagramData" Target="../diagrams/data29.xml"/><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11" Type="http://schemas.microsoft.com/office/2007/relationships/diagramDrawing" Target="../diagrams/drawing29.xml"/><Relationship Id="rId5" Type="http://schemas.openxmlformats.org/officeDocument/2006/relationships/diagramColors" Target="../diagrams/colors28.xml"/><Relationship Id="rId10" Type="http://schemas.openxmlformats.org/officeDocument/2006/relationships/diagramColors" Target="../diagrams/colors29.xml"/><Relationship Id="rId4" Type="http://schemas.openxmlformats.org/officeDocument/2006/relationships/diagramQuickStyle" Target="../diagrams/quickStyle28.xml"/><Relationship Id="rId9" Type="http://schemas.openxmlformats.org/officeDocument/2006/relationships/diagramQuickStyle" Target="../diagrams/quickStyle29.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31.xml"/><Relationship Id="rId3" Type="http://schemas.openxmlformats.org/officeDocument/2006/relationships/diagramLayout" Target="../diagrams/layout30.xml"/><Relationship Id="rId7" Type="http://schemas.openxmlformats.org/officeDocument/2006/relationships/diagramData" Target="../diagrams/data31.xml"/><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11" Type="http://schemas.microsoft.com/office/2007/relationships/diagramDrawing" Target="../diagrams/drawing31.xml"/><Relationship Id="rId5" Type="http://schemas.openxmlformats.org/officeDocument/2006/relationships/diagramColors" Target="../diagrams/colors30.xml"/><Relationship Id="rId10" Type="http://schemas.openxmlformats.org/officeDocument/2006/relationships/diagramColors" Target="../diagrams/colors31.xml"/><Relationship Id="rId4" Type="http://schemas.openxmlformats.org/officeDocument/2006/relationships/diagramQuickStyle" Target="../diagrams/quickStyle30.xml"/><Relationship Id="rId9" Type="http://schemas.openxmlformats.org/officeDocument/2006/relationships/diagramQuickStyle" Target="../diagrams/quickStyle31.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33.xml"/><Relationship Id="rId3" Type="http://schemas.openxmlformats.org/officeDocument/2006/relationships/diagramLayout" Target="../diagrams/layout32.xml"/><Relationship Id="rId7" Type="http://schemas.openxmlformats.org/officeDocument/2006/relationships/diagramData" Target="../diagrams/data33.xml"/><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11" Type="http://schemas.microsoft.com/office/2007/relationships/diagramDrawing" Target="../diagrams/drawing33.xml"/><Relationship Id="rId5" Type="http://schemas.openxmlformats.org/officeDocument/2006/relationships/diagramColors" Target="../diagrams/colors32.xml"/><Relationship Id="rId10" Type="http://schemas.openxmlformats.org/officeDocument/2006/relationships/diagramColors" Target="../diagrams/colors33.xml"/><Relationship Id="rId4" Type="http://schemas.openxmlformats.org/officeDocument/2006/relationships/diagramQuickStyle" Target="../diagrams/quickStyle32.xml"/><Relationship Id="rId9" Type="http://schemas.openxmlformats.org/officeDocument/2006/relationships/diagramQuickStyle" Target="../diagrams/quickStyle3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36.xml"/><Relationship Id="rId3" Type="http://schemas.openxmlformats.org/officeDocument/2006/relationships/diagramLayout" Target="../diagrams/layout35.xml"/><Relationship Id="rId7" Type="http://schemas.openxmlformats.org/officeDocument/2006/relationships/diagramData" Target="../diagrams/data36.xml"/><Relationship Id="rId2" Type="http://schemas.openxmlformats.org/officeDocument/2006/relationships/diagramData" Target="../diagrams/data35.xml"/><Relationship Id="rId1" Type="http://schemas.openxmlformats.org/officeDocument/2006/relationships/slideLayout" Target="../slideLayouts/slideLayout4.xml"/><Relationship Id="rId6" Type="http://schemas.microsoft.com/office/2007/relationships/diagramDrawing" Target="../diagrams/drawing35.xml"/><Relationship Id="rId11" Type="http://schemas.microsoft.com/office/2007/relationships/diagramDrawing" Target="../diagrams/drawing36.xml"/><Relationship Id="rId5" Type="http://schemas.openxmlformats.org/officeDocument/2006/relationships/diagramColors" Target="../diagrams/colors35.xml"/><Relationship Id="rId10" Type="http://schemas.openxmlformats.org/officeDocument/2006/relationships/diagramColors" Target="../diagrams/colors36.xml"/><Relationship Id="rId4" Type="http://schemas.openxmlformats.org/officeDocument/2006/relationships/diagramQuickStyle" Target="../diagrams/quickStyle35.xml"/><Relationship Id="rId9" Type="http://schemas.openxmlformats.org/officeDocument/2006/relationships/diagramQuickStyle" Target="../diagrams/quickStyle36.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4.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4.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4.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4.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42.xml"/><Relationship Id="rId3" Type="http://schemas.openxmlformats.org/officeDocument/2006/relationships/diagramLayout" Target="../diagrams/layout41.xml"/><Relationship Id="rId7" Type="http://schemas.openxmlformats.org/officeDocument/2006/relationships/diagramData" Target="../diagrams/data42.xml"/><Relationship Id="rId2" Type="http://schemas.openxmlformats.org/officeDocument/2006/relationships/diagramData" Target="../diagrams/data41.xml"/><Relationship Id="rId1" Type="http://schemas.openxmlformats.org/officeDocument/2006/relationships/slideLayout" Target="../slideLayouts/slideLayout4.xml"/><Relationship Id="rId6" Type="http://schemas.microsoft.com/office/2007/relationships/diagramDrawing" Target="../diagrams/drawing41.xml"/><Relationship Id="rId11" Type="http://schemas.microsoft.com/office/2007/relationships/diagramDrawing" Target="../diagrams/drawing42.xml"/><Relationship Id="rId5" Type="http://schemas.openxmlformats.org/officeDocument/2006/relationships/diagramColors" Target="../diagrams/colors41.xml"/><Relationship Id="rId10" Type="http://schemas.openxmlformats.org/officeDocument/2006/relationships/diagramColors" Target="../diagrams/colors42.xml"/><Relationship Id="rId4" Type="http://schemas.openxmlformats.org/officeDocument/2006/relationships/diagramQuickStyle" Target="../diagrams/quickStyle41.xml"/><Relationship Id="rId9" Type="http://schemas.openxmlformats.org/officeDocument/2006/relationships/diagramQuickStyle" Target="../diagrams/quickStyle4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4.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4.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0.xml.rels><?xml version="1.0" encoding="UTF-8" standalone="yes"?>
<Relationships xmlns="http://schemas.openxmlformats.org/package/2006/relationships"><Relationship Id="rId8" Type="http://schemas.openxmlformats.org/officeDocument/2006/relationships/diagramLayout" Target="../diagrams/layout46.xml"/><Relationship Id="rId3" Type="http://schemas.openxmlformats.org/officeDocument/2006/relationships/diagramLayout" Target="../diagrams/layout45.xml"/><Relationship Id="rId7" Type="http://schemas.openxmlformats.org/officeDocument/2006/relationships/diagramData" Target="../diagrams/data46.xml"/><Relationship Id="rId2" Type="http://schemas.openxmlformats.org/officeDocument/2006/relationships/diagramData" Target="../diagrams/data45.xml"/><Relationship Id="rId1" Type="http://schemas.openxmlformats.org/officeDocument/2006/relationships/slideLayout" Target="../slideLayouts/slideLayout4.xml"/><Relationship Id="rId6" Type="http://schemas.microsoft.com/office/2007/relationships/diagramDrawing" Target="../diagrams/drawing45.xml"/><Relationship Id="rId11" Type="http://schemas.microsoft.com/office/2007/relationships/diagramDrawing" Target="../diagrams/drawing46.xml"/><Relationship Id="rId5" Type="http://schemas.openxmlformats.org/officeDocument/2006/relationships/diagramColors" Target="../diagrams/colors45.xml"/><Relationship Id="rId10" Type="http://schemas.openxmlformats.org/officeDocument/2006/relationships/diagramColors" Target="../diagrams/colors46.xml"/><Relationship Id="rId4" Type="http://schemas.openxmlformats.org/officeDocument/2006/relationships/diagramQuickStyle" Target="../diagrams/quickStyle45.xml"/><Relationship Id="rId9" Type="http://schemas.openxmlformats.org/officeDocument/2006/relationships/diagramQuickStyle" Target="../diagrams/quickStyle46.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4.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49.xml"/><Relationship Id="rId3" Type="http://schemas.openxmlformats.org/officeDocument/2006/relationships/diagramLayout" Target="../diagrams/layout48.xml"/><Relationship Id="rId7" Type="http://schemas.openxmlformats.org/officeDocument/2006/relationships/diagramData" Target="../diagrams/data49.xml"/><Relationship Id="rId2" Type="http://schemas.openxmlformats.org/officeDocument/2006/relationships/diagramData" Target="../diagrams/data48.xml"/><Relationship Id="rId1" Type="http://schemas.openxmlformats.org/officeDocument/2006/relationships/slideLayout" Target="../slideLayouts/slideLayout4.xml"/><Relationship Id="rId6" Type="http://schemas.microsoft.com/office/2007/relationships/diagramDrawing" Target="../diagrams/drawing48.xml"/><Relationship Id="rId11" Type="http://schemas.microsoft.com/office/2007/relationships/diagramDrawing" Target="../diagrams/drawing49.xml"/><Relationship Id="rId5" Type="http://schemas.openxmlformats.org/officeDocument/2006/relationships/diagramColors" Target="../diagrams/colors48.xml"/><Relationship Id="rId10" Type="http://schemas.openxmlformats.org/officeDocument/2006/relationships/diagramColors" Target="../diagrams/colors49.xml"/><Relationship Id="rId4" Type="http://schemas.openxmlformats.org/officeDocument/2006/relationships/diagramQuickStyle" Target="../diagrams/quickStyle48.xml"/><Relationship Id="rId9" Type="http://schemas.openxmlformats.org/officeDocument/2006/relationships/diagramQuickStyle" Target="../diagrams/quickStyle49.xml"/></Relationships>
</file>

<file path=ppt/slides/_rels/slide43.xml.rels><?xml version="1.0" encoding="UTF-8" standalone="yes"?>
<Relationships xmlns="http://schemas.openxmlformats.org/package/2006/relationships"><Relationship Id="rId8" Type="http://schemas.openxmlformats.org/officeDocument/2006/relationships/diagramLayout" Target="../diagrams/layout51.xml"/><Relationship Id="rId3" Type="http://schemas.openxmlformats.org/officeDocument/2006/relationships/diagramLayout" Target="../diagrams/layout50.xml"/><Relationship Id="rId7" Type="http://schemas.openxmlformats.org/officeDocument/2006/relationships/diagramData" Target="../diagrams/data51.xml"/><Relationship Id="rId2" Type="http://schemas.openxmlformats.org/officeDocument/2006/relationships/diagramData" Target="../diagrams/data50.xml"/><Relationship Id="rId1" Type="http://schemas.openxmlformats.org/officeDocument/2006/relationships/slideLayout" Target="../slideLayouts/slideLayout4.xml"/><Relationship Id="rId6" Type="http://schemas.microsoft.com/office/2007/relationships/diagramDrawing" Target="../diagrams/drawing50.xml"/><Relationship Id="rId11" Type="http://schemas.microsoft.com/office/2007/relationships/diagramDrawing" Target="../diagrams/drawing51.xml"/><Relationship Id="rId5" Type="http://schemas.openxmlformats.org/officeDocument/2006/relationships/diagramColors" Target="../diagrams/colors50.xml"/><Relationship Id="rId10" Type="http://schemas.openxmlformats.org/officeDocument/2006/relationships/diagramColors" Target="../diagrams/colors51.xml"/><Relationship Id="rId4" Type="http://schemas.openxmlformats.org/officeDocument/2006/relationships/diagramQuickStyle" Target="../diagrams/quickStyle50.xml"/><Relationship Id="rId9" Type="http://schemas.openxmlformats.org/officeDocument/2006/relationships/diagramQuickStyle" Target="../diagrams/quickStyle5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4.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4.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4.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4.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56.xml"/><Relationship Id="rId7" Type="http://schemas.openxmlformats.org/officeDocument/2006/relationships/image" Target="../media/image8.png"/><Relationship Id="rId2" Type="http://schemas.openxmlformats.org/officeDocument/2006/relationships/diagramData" Target="../diagrams/data56.xml"/><Relationship Id="rId1" Type="http://schemas.openxmlformats.org/officeDocument/2006/relationships/slideLayout" Target="../slideLayouts/slideLayout4.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4.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4.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60.xml"/><Relationship Id="rId13" Type="http://schemas.openxmlformats.org/officeDocument/2006/relationships/diagramLayout" Target="../diagrams/layout61.xml"/><Relationship Id="rId3" Type="http://schemas.openxmlformats.org/officeDocument/2006/relationships/diagramLayout" Target="../diagrams/layout59.xml"/><Relationship Id="rId7" Type="http://schemas.openxmlformats.org/officeDocument/2006/relationships/diagramData" Target="../diagrams/data60.xml"/><Relationship Id="rId12" Type="http://schemas.openxmlformats.org/officeDocument/2006/relationships/diagramData" Target="../diagrams/data61.xml"/><Relationship Id="rId2" Type="http://schemas.openxmlformats.org/officeDocument/2006/relationships/diagramData" Target="../diagrams/data59.xml"/><Relationship Id="rId16" Type="http://schemas.microsoft.com/office/2007/relationships/diagramDrawing" Target="../diagrams/drawing61.xml"/><Relationship Id="rId1" Type="http://schemas.openxmlformats.org/officeDocument/2006/relationships/slideLayout" Target="../slideLayouts/slideLayout4.xml"/><Relationship Id="rId6" Type="http://schemas.microsoft.com/office/2007/relationships/diagramDrawing" Target="../diagrams/drawing59.xml"/><Relationship Id="rId11" Type="http://schemas.microsoft.com/office/2007/relationships/diagramDrawing" Target="../diagrams/drawing60.xml"/><Relationship Id="rId5" Type="http://schemas.openxmlformats.org/officeDocument/2006/relationships/diagramColors" Target="../diagrams/colors59.xml"/><Relationship Id="rId15" Type="http://schemas.openxmlformats.org/officeDocument/2006/relationships/diagramColors" Target="../diagrams/colors61.xml"/><Relationship Id="rId10" Type="http://schemas.openxmlformats.org/officeDocument/2006/relationships/diagramColors" Target="../diagrams/colors60.xml"/><Relationship Id="rId4" Type="http://schemas.openxmlformats.org/officeDocument/2006/relationships/diagramQuickStyle" Target="../diagrams/quickStyle59.xml"/><Relationship Id="rId9" Type="http://schemas.openxmlformats.org/officeDocument/2006/relationships/diagramQuickStyle" Target="../diagrams/quickStyle60.xml"/><Relationship Id="rId14" Type="http://schemas.openxmlformats.org/officeDocument/2006/relationships/diagramQuickStyle" Target="../diagrams/quickStyle6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4.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4.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54.xml.rels><?xml version="1.0" encoding="UTF-8" standalone="yes"?>
<Relationships xmlns="http://schemas.openxmlformats.org/package/2006/relationships"><Relationship Id="rId8" Type="http://schemas.openxmlformats.org/officeDocument/2006/relationships/diagramLayout" Target="../diagrams/layout65.xml"/><Relationship Id="rId3" Type="http://schemas.openxmlformats.org/officeDocument/2006/relationships/diagramLayout" Target="../diagrams/layout64.xml"/><Relationship Id="rId7" Type="http://schemas.openxmlformats.org/officeDocument/2006/relationships/diagramData" Target="../diagrams/data65.xml"/><Relationship Id="rId2" Type="http://schemas.openxmlformats.org/officeDocument/2006/relationships/diagramData" Target="../diagrams/data64.xml"/><Relationship Id="rId1" Type="http://schemas.openxmlformats.org/officeDocument/2006/relationships/slideLayout" Target="../slideLayouts/slideLayout4.xml"/><Relationship Id="rId6" Type="http://schemas.microsoft.com/office/2007/relationships/diagramDrawing" Target="../diagrams/drawing64.xml"/><Relationship Id="rId11" Type="http://schemas.microsoft.com/office/2007/relationships/diagramDrawing" Target="../diagrams/drawing65.xml"/><Relationship Id="rId5" Type="http://schemas.openxmlformats.org/officeDocument/2006/relationships/diagramColors" Target="../diagrams/colors64.xml"/><Relationship Id="rId10" Type="http://schemas.openxmlformats.org/officeDocument/2006/relationships/diagramColors" Target="../diagrams/colors65.xml"/><Relationship Id="rId4" Type="http://schemas.openxmlformats.org/officeDocument/2006/relationships/diagramQuickStyle" Target="../diagrams/quickStyle64.xml"/><Relationship Id="rId9" Type="http://schemas.openxmlformats.org/officeDocument/2006/relationships/diagramQuickStyle" Target="../diagrams/quickStyle65.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4.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4.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68.xml"/><Relationship Id="rId2" Type="http://schemas.openxmlformats.org/officeDocument/2006/relationships/diagramData" Target="../diagrams/data68.xml"/><Relationship Id="rId1" Type="http://schemas.openxmlformats.org/officeDocument/2006/relationships/slideLayout" Target="../slideLayouts/slideLayout4.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4.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59.xml.rels><?xml version="1.0" encoding="UTF-8" standalone="yes"?>
<Relationships xmlns="http://schemas.openxmlformats.org/package/2006/relationships"><Relationship Id="rId8" Type="http://schemas.openxmlformats.org/officeDocument/2006/relationships/diagramLayout" Target="../diagrams/layout71.xml"/><Relationship Id="rId3" Type="http://schemas.openxmlformats.org/officeDocument/2006/relationships/diagramLayout" Target="../diagrams/layout70.xml"/><Relationship Id="rId7" Type="http://schemas.openxmlformats.org/officeDocument/2006/relationships/diagramData" Target="../diagrams/data71.xml"/><Relationship Id="rId2" Type="http://schemas.openxmlformats.org/officeDocument/2006/relationships/diagramData" Target="../diagrams/data70.xml"/><Relationship Id="rId1" Type="http://schemas.openxmlformats.org/officeDocument/2006/relationships/slideLayout" Target="../slideLayouts/slideLayout4.xml"/><Relationship Id="rId6" Type="http://schemas.microsoft.com/office/2007/relationships/diagramDrawing" Target="../diagrams/drawing70.xml"/><Relationship Id="rId11" Type="http://schemas.microsoft.com/office/2007/relationships/diagramDrawing" Target="../diagrams/drawing71.xml"/><Relationship Id="rId5" Type="http://schemas.openxmlformats.org/officeDocument/2006/relationships/diagramColors" Target="../diagrams/colors70.xml"/><Relationship Id="rId10" Type="http://schemas.openxmlformats.org/officeDocument/2006/relationships/diagramColors" Target="../diagrams/colors71.xml"/><Relationship Id="rId4" Type="http://schemas.openxmlformats.org/officeDocument/2006/relationships/diagramQuickStyle" Target="../diagrams/quickStyle70.xml"/><Relationship Id="rId9" Type="http://schemas.openxmlformats.org/officeDocument/2006/relationships/diagramQuickStyle" Target="../diagrams/quickStyle71.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72.xml"/><Relationship Id="rId7" Type="http://schemas.openxmlformats.org/officeDocument/2006/relationships/image" Target="../media/image9.jpeg"/><Relationship Id="rId2" Type="http://schemas.openxmlformats.org/officeDocument/2006/relationships/diagramData" Target="../diagrams/data72.xml"/><Relationship Id="rId1" Type="http://schemas.openxmlformats.org/officeDocument/2006/relationships/slideLayout" Target="../slideLayouts/slideLayout4.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4.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4.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63.xml.rels><?xml version="1.0" encoding="UTF-8" standalone="yes"?>
<Relationships xmlns="http://schemas.openxmlformats.org/package/2006/relationships"><Relationship Id="rId8" Type="http://schemas.openxmlformats.org/officeDocument/2006/relationships/diagramLayout" Target="../diagrams/layout76.xml"/><Relationship Id="rId3" Type="http://schemas.openxmlformats.org/officeDocument/2006/relationships/diagramLayout" Target="../diagrams/layout75.xml"/><Relationship Id="rId7" Type="http://schemas.openxmlformats.org/officeDocument/2006/relationships/diagramData" Target="../diagrams/data76.xml"/><Relationship Id="rId2" Type="http://schemas.openxmlformats.org/officeDocument/2006/relationships/diagramData" Target="../diagrams/data75.xml"/><Relationship Id="rId1" Type="http://schemas.openxmlformats.org/officeDocument/2006/relationships/slideLayout" Target="../slideLayouts/slideLayout4.xml"/><Relationship Id="rId6" Type="http://schemas.microsoft.com/office/2007/relationships/diagramDrawing" Target="../diagrams/drawing75.xml"/><Relationship Id="rId11" Type="http://schemas.microsoft.com/office/2007/relationships/diagramDrawing" Target="../diagrams/drawing76.xml"/><Relationship Id="rId5" Type="http://schemas.openxmlformats.org/officeDocument/2006/relationships/diagramColors" Target="../diagrams/colors75.xml"/><Relationship Id="rId10" Type="http://schemas.openxmlformats.org/officeDocument/2006/relationships/diagramColors" Target="../diagrams/colors76.xml"/><Relationship Id="rId4" Type="http://schemas.openxmlformats.org/officeDocument/2006/relationships/diagramQuickStyle" Target="../diagrams/quickStyle75.xml"/><Relationship Id="rId9" Type="http://schemas.openxmlformats.org/officeDocument/2006/relationships/diagramQuickStyle" Target="../diagrams/quickStyle76.xml"/></Relationships>
</file>

<file path=ppt/slides/_rels/slide64.xml.rels><?xml version="1.0" encoding="UTF-8" standalone="yes"?>
<Relationships xmlns="http://schemas.openxmlformats.org/package/2006/relationships"><Relationship Id="rId8" Type="http://schemas.openxmlformats.org/officeDocument/2006/relationships/diagramLayout" Target="../diagrams/layout78.xml"/><Relationship Id="rId3" Type="http://schemas.openxmlformats.org/officeDocument/2006/relationships/diagramLayout" Target="../diagrams/layout77.xml"/><Relationship Id="rId7" Type="http://schemas.openxmlformats.org/officeDocument/2006/relationships/diagramData" Target="../diagrams/data78.xml"/><Relationship Id="rId2" Type="http://schemas.openxmlformats.org/officeDocument/2006/relationships/diagramData" Target="../diagrams/data77.xml"/><Relationship Id="rId1" Type="http://schemas.openxmlformats.org/officeDocument/2006/relationships/slideLayout" Target="../slideLayouts/slideLayout4.xml"/><Relationship Id="rId6" Type="http://schemas.microsoft.com/office/2007/relationships/diagramDrawing" Target="../diagrams/drawing77.xml"/><Relationship Id="rId11" Type="http://schemas.microsoft.com/office/2007/relationships/diagramDrawing" Target="../diagrams/drawing78.xml"/><Relationship Id="rId5" Type="http://schemas.openxmlformats.org/officeDocument/2006/relationships/diagramColors" Target="../diagrams/colors77.xml"/><Relationship Id="rId10" Type="http://schemas.openxmlformats.org/officeDocument/2006/relationships/diagramColors" Target="../diagrams/colors78.xml"/><Relationship Id="rId4" Type="http://schemas.openxmlformats.org/officeDocument/2006/relationships/diagramQuickStyle" Target="../diagrams/quickStyle77.xml"/><Relationship Id="rId9" Type="http://schemas.openxmlformats.org/officeDocument/2006/relationships/diagramQuickStyle" Target="../diagrams/quickStyle78.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79.xml"/><Relationship Id="rId7" Type="http://schemas.openxmlformats.org/officeDocument/2006/relationships/image" Target="../media/image10.png"/><Relationship Id="rId2" Type="http://schemas.openxmlformats.org/officeDocument/2006/relationships/diagramData" Target="../diagrams/data79.xml"/><Relationship Id="rId1" Type="http://schemas.openxmlformats.org/officeDocument/2006/relationships/slideLayout" Target="../slideLayouts/slideLayout4.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4.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4.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82.xml"/><Relationship Id="rId2" Type="http://schemas.openxmlformats.org/officeDocument/2006/relationships/diagramData" Target="../diagrams/data82.xml"/><Relationship Id="rId1" Type="http://schemas.openxmlformats.org/officeDocument/2006/relationships/slideLayout" Target="../slideLayouts/slideLayout4.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83.xml"/><Relationship Id="rId2" Type="http://schemas.openxmlformats.org/officeDocument/2006/relationships/diagramData" Target="../diagrams/data83.xml"/><Relationship Id="rId1" Type="http://schemas.openxmlformats.org/officeDocument/2006/relationships/slideLayout" Target="../slideLayouts/slideLayout4.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4.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85.xml"/><Relationship Id="rId2" Type="http://schemas.openxmlformats.org/officeDocument/2006/relationships/diagramData" Target="../diagrams/data85.xml"/><Relationship Id="rId1" Type="http://schemas.openxmlformats.org/officeDocument/2006/relationships/slideLayout" Target="../slideLayouts/slideLayout4.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86.xml"/><Relationship Id="rId2" Type="http://schemas.openxmlformats.org/officeDocument/2006/relationships/diagramData" Target="../diagrams/data86.xml"/><Relationship Id="rId1" Type="http://schemas.openxmlformats.org/officeDocument/2006/relationships/slideLayout" Target="../slideLayouts/slideLayout4.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87.xml"/><Relationship Id="rId7" Type="http://schemas.openxmlformats.org/officeDocument/2006/relationships/image" Target="../media/image11.jpeg"/><Relationship Id="rId2" Type="http://schemas.openxmlformats.org/officeDocument/2006/relationships/diagramData" Target="../diagrams/data87.xml"/><Relationship Id="rId1" Type="http://schemas.openxmlformats.org/officeDocument/2006/relationships/slideLayout" Target="../slideLayouts/slideLayout4.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74.xml.rels><?xml version="1.0" encoding="UTF-8" standalone="yes"?>
<Relationships xmlns="http://schemas.openxmlformats.org/package/2006/relationships"><Relationship Id="rId8" Type="http://schemas.openxmlformats.org/officeDocument/2006/relationships/diagramLayout" Target="../diagrams/layout89.xml"/><Relationship Id="rId3" Type="http://schemas.openxmlformats.org/officeDocument/2006/relationships/diagramLayout" Target="../diagrams/layout88.xml"/><Relationship Id="rId7" Type="http://schemas.openxmlformats.org/officeDocument/2006/relationships/diagramData" Target="../diagrams/data89.xml"/><Relationship Id="rId2" Type="http://schemas.openxmlformats.org/officeDocument/2006/relationships/diagramData" Target="../diagrams/data88.xml"/><Relationship Id="rId1" Type="http://schemas.openxmlformats.org/officeDocument/2006/relationships/slideLayout" Target="../slideLayouts/slideLayout4.xml"/><Relationship Id="rId6" Type="http://schemas.microsoft.com/office/2007/relationships/diagramDrawing" Target="../diagrams/drawing88.xml"/><Relationship Id="rId11" Type="http://schemas.microsoft.com/office/2007/relationships/diagramDrawing" Target="../diagrams/drawing89.xml"/><Relationship Id="rId5" Type="http://schemas.openxmlformats.org/officeDocument/2006/relationships/diagramColors" Target="../diagrams/colors88.xml"/><Relationship Id="rId10" Type="http://schemas.openxmlformats.org/officeDocument/2006/relationships/diagramColors" Target="../diagrams/colors89.xml"/><Relationship Id="rId4" Type="http://schemas.openxmlformats.org/officeDocument/2006/relationships/diagramQuickStyle" Target="../diagrams/quickStyle88.xml"/><Relationship Id="rId9" Type="http://schemas.openxmlformats.org/officeDocument/2006/relationships/diagramQuickStyle" Target="../diagrams/quickStyle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2A2441-5BF7-389A-CD56-6C464EBCBE86}"/>
              </a:ext>
            </a:extLst>
          </p:cNvPr>
          <p:cNvSpPr>
            <a:spLocks noGrp="1"/>
          </p:cNvSpPr>
          <p:nvPr>
            <p:ph type="ctrTitle"/>
          </p:nvPr>
        </p:nvSpPr>
        <p:spPr/>
        <p:txBody>
          <a:bodyPr/>
          <a:lstStyle/>
          <a:p>
            <a:r>
              <a:rPr lang="ru-RU" dirty="0" err="1"/>
              <a:t>Козацька</a:t>
            </a:r>
            <a:r>
              <a:rPr lang="ru-RU" dirty="0"/>
              <a:t> </a:t>
            </a:r>
            <a:r>
              <a:rPr lang="ru-RU" dirty="0" err="1"/>
              <a:t>Україна</a:t>
            </a:r>
            <a:r>
              <a:rPr lang="ru-RU" dirty="0"/>
              <a:t> </a:t>
            </a:r>
            <a:r>
              <a:rPr lang="ru-RU" dirty="0" err="1"/>
              <a:t>кін</a:t>
            </a:r>
            <a:r>
              <a:rPr lang="ru-RU" dirty="0"/>
              <a:t>. 50-х – 80-х </a:t>
            </a:r>
            <a:r>
              <a:rPr lang="ru-RU" dirty="0" err="1"/>
              <a:t>рр</a:t>
            </a:r>
            <a:r>
              <a:rPr lang="ru-RU" dirty="0"/>
              <a:t>. ХVІІ ст.</a:t>
            </a:r>
            <a:endParaRPr lang="uk-UA" dirty="0"/>
          </a:p>
        </p:txBody>
      </p:sp>
      <p:sp>
        <p:nvSpPr>
          <p:cNvPr id="3" name="Підзаголовок 2">
            <a:extLst>
              <a:ext uri="{FF2B5EF4-FFF2-40B4-BE49-F238E27FC236}">
                <a16:creationId xmlns:a16="http://schemas.microsoft.com/office/drawing/2014/main" id="{F772E7A0-2433-3889-702A-3BBE6AA5FAEB}"/>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2555230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B385B2-E47A-590E-426C-D75ED5FA8D16}"/>
              </a:ext>
            </a:extLst>
          </p:cNvPr>
          <p:cNvSpPr>
            <a:spLocks noGrp="1"/>
          </p:cNvSpPr>
          <p:nvPr>
            <p:ph type="title"/>
          </p:nvPr>
        </p:nvSpPr>
        <p:spPr/>
        <p:txBody>
          <a:bodyPr/>
          <a:lstStyle/>
          <a:p>
            <a:r>
              <a:rPr lang="uk-UA" dirty="0"/>
              <a:t>Найважливіші моменти </a:t>
            </a:r>
          </a:p>
        </p:txBody>
      </p:sp>
      <p:sp>
        <p:nvSpPr>
          <p:cNvPr id="4" name="Місце для тексту 3">
            <a:extLst>
              <a:ext uri="{FF2B5EF4-FFF2-40B4-BE49-F238E27FC236}">
                <a16:creationId xmlns:a16="http://schemas.microsoft.com/office/drawing/2014/main" id="{6D6694DD-1657-20E0-C225-BACB86EB19E3}"/>
              </a:ext>
            </a:extLst>
          </p:cNvPr>
          <p:cNvSpPr>
            <a:spLocks noGrp="1"/>
          </p:cNvSpPr>
          <p:nvPr>
            <p:ph type="body" idx="1"/>
          </p:nvPr>
        </p:nvSpPr>
        <p:spPr/>
        <p:txBody>
          <a:bodyPr/>
          <a:lstStyle/>
          <a:p>
            <a:r>
              <a:rPr lang="uk-UA" dirty="0"/>
              <a:t>Історії України з кін. </a:t>
            </a:r>
            <a:r>
              <a:rPr lang="en-US" dirty="0"/>
              <a:t>XVI</a:t>
            </a:r>
            <a:r>
              <a:rPr lang="uk-UA" dirty="0"/>
              <a:t> до сер. </a:t>
            </a:r>
            <a:r>
              <a:rPr lang="en-US" dirty="0"/>
              <a:t>XVII</a:t>
            </a:r>
            <a:r>
              <a:rPr lang="uk-UA" dirty="0"/>
              <a:t>ст.</a:t>
            </a:r>
          </a:p>
        </p:txBody>
      </p:sp>
    </p:spTree>
    <p:extLst>
      <p:ext uri="{BB962C8B-B14F-4D97-AF65-F5344CB8AC3E}">
        <p14:creationId xmlns:p14="http://schemas.microsoft.com/office/powerpoint/2010/main" val="250106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ED7744D-71E8-6F67-F218-70D8828DFCF1}"/>
              </a:ext>
            </a:extLst>
          </p:cNvPr>
          <p:cNvSpPr>
            <a:spLocks noGrp="1"/>
          </p:cNvSpPr>
          <p:nvPr>
            <p:ph type="title"/>
          </p:nvPr>
        </p:nvSpPr>
        <p:spPr/>
        <p:txBody>
          <a:bodyPr/>
          <a:lstStyle/>
          <a:p>
            <a:endParaRPr lang="uk-UA"/>
          </a:p>
        </p:txBody>
      </p:sp>
      <p:sp>
        <p:nvSpPr>
          <p:cNvPr id="7" name="Місце для вмісту 6">
            <a:extLst>
              <a:ext uri="{FF2B5EF4-FFF2-40B4-BE49-F238E27FC236}">
                <a16:creationId xmlns:a16="http://schemas.microsoft.com/office/drawing/2014/main" id="{D915EEB6-4044-7DE5-FA3C-8E3AF544698F}"/>
              </a:ext>
            </a:extLst>
          </p:cNvPr>
          <p:cNvSpPr>
            <a:spLocks noGrp="1"/>
          </p:cNvSpPr>
          <p:nvPr>
            <p:ph idx="1"/>
          </p:nvPr>
        </p:nvSpPr>
        <p:spPr/>
        <p:txBody>
          <a:bodyPr/>
          <a:lstStyle/>
          <a:p>
            <a:endParaRPr lang="uk-UA"/>
          </a:p>
        </p:txBody>
      </p:sp>
    </p:spTree>
    <p:extLst>
      <p:ext uri="{BB962C8B-B14F-4D97-AF65-F5344CB8AC3E}">
        <p14:creationId xmlns:p14="http://schemas.microsoft.com/office/powerpoint/2010/main" val="523794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E08D3B9-0CAD-54E7-FD00-6EE4059B7698}"/>
              </a:ext>
            </a:extLst>
          </p:cNvPr>
          <p:cNvSpPr>
            <a:spLocks noGrp="1"/>
          </p:cNvSpPr>
          <p:nvPr>
            <p:ph type="title"/>
          </p:nvPr>
        </p:nvSpPr>
        <p:spPr/>
        <p:txBody>
          <a:bodyPr>
            <a:normAutofit fontScale="90000"/>
          </a:bodyPr>
          <a:lstStyle/>
          <a:p>
            <a:r>
              <a:rPr lang="ru-RU" dirty="0" err="1"/>
              <a:t>Діяльність</a:t>
            </a:r>
            <a:r>
              <a:rPr lang="ru-RU" dirty="0"/>
              <a:t> </a:t>
            </a:r>
            <a:r>
              <a:rPr lang="ru-RU" dirty="0" err="1"/>
              <a:t>якого</a:t>
            </a:r>
            <a:r>
              <a:rPr lang="ru-RU" dirty="0"/>
              <a:t> </a:t>
            </a:r>
            <a:r>
              <a:rPr lang="ru-RU" dirty="0" err="1"/>
              <a:t>гетьмана</a:t>
            </a:r>
            <a:r>
              <a:rPr lang="ru-RU" dirty="0"/>
              <a:t> </a:t>
            </a:r>
            <a:r>
              <a:rPr lang="ru-RU" dirty="0" err="1"/>
              <a:t>можна</a:t>
            </a:r>
            <a:r>
              <a:rPr lang="ru-RU" dirty="0"/>
              <a:t> </a:t>
            </a:r>
            <a:r>
              <a:rPr lang="ru-RU" dirty="0" err="1"/>
              <a:t>характеризувати</a:t>
            </a:r>
            <a:r>
              <a:rPr lang="ru-RU" dirty="0"/>
              <a:t>, </a:t>
            </a:r>
            <a:r>
              <a:rPr lang="ru-RU" dirty="0" err="1"/>
              <a:t>спираючись</a:t>
            </a:r>
            <a:r>
              <a:rPr lang="ru-RU" dirty="0"/>
              <a:t> на </a:t>
            </a:r>
            <a:r>
              <a:rPr lang="ru-RU" dirty="0" err="1"/>
              <a:t>подану</a:t>
            </a:r>
            <a:r>
              <a:rPr lang="ru-RU" dirty="0"/>
              <a:t> карту?</a:t>
            </a:r>
            <a:endParaRPr lang="uk-UA" dirty="0"/>
          </a:p>
        </p:txBody>
      </p:sp>
      <p:sp>
        <p:nvSpPr>
          <p:cNvPr id="6" name="Місце для вмісту 5">
            <a:extLst>
              <a:ext uri="{FF2B5EF4-FFF2-40B4-BE49-F238E27FC236}">
                <a16:creationId xmlns:a16="http://schemas.microsoft.com/office/drawing/2014/main" id="{3FA74BED-D487-0919-C3E3-20D3B9451C53}"/>
              </a:ext>
            </a:extLst>
          </p:cNvPr>
          <p:cNvSpPr>
            <a:spLocks noGrp="1"/>
          </p:cNvSpPr>
          <p:nvPr>
            <p:ph sz="half" idx="2"/>
          </p:nvPr>
        </p:nvSpPr>
        <p:spPr/>
        <p:txBody>
          <a:bodyPr/>
          <a:lstStyle/>
          <a:p>
            <a:pPr algn="l">
              <a:lnSpc>
                <a:spcPts val="1500"/>
              </a:lnSpc>
              <a:spcAft>
                <a:spcPts val="750"/>
              </a:spcAft>
            </a:pPr>
            <a:r>
              <a:rPr lang="ru-RU" b="0" i="0" dirty="0">
                <a:solidFill>
                  <a:srgbClr val="FFFFFF"/>
                </a:solidFill>
                <a:effectLst/>
                <a:latin typeface="Century Gothic" panose="020B0502020202020204" pitchFamily="34" charset="0"/>
              </a:rPr>
              <a:t>Б. </a:t>
            </a:r>
            <a:r>
              <a:rPr lang="ru-RU" b="0" i="0" dirty="0" err="1">
                <a:solidFill>
                  <a:srgbClr val="FFFFFF"/>
                </a:solidFill>
                <a:effectLst/>
                <a:latin typeface="Century Gothic" panose="020B0502020202020204" pitchFamily="34" charset="0"/>
              </a:rPr>
              <a:t>Хмельницького</a:t>
            </a:r>
            <a:endParaRPr lang="ru-RU" b="0" i="0" dirty="0">
              <a:solidFill>
                <a:srgbClr val="FFFFFF"/>
              </a:solidFill>
              <a:effectLst/>
              <a:latin typeface="Century Gothic" panose="020B0502020202020204" pitchFamily="34" charset="0"/>
            </a:endParaRPr>
          </a:p>
          <a:p>
            <a:pPr algn="l">
              <a:lnSpc>
                <a:spcPts val="1950"/>
              </a:lnSpc>
              <a:spcAft>
                <a:spcPts val="750"/>
              </a:spcAft>
            </a:pPr>
            <a:r>
              <a:rPr lang="ru-RU" b="0" i="0" dirty="0">
                <a:solidFill>
                  <a:srgbClr val="FFFFFF"/>
                </a:solidFill>
                <a:effectLst/>
                <a:latin typeface="Century Gothic" panose="020B0502020202020204" pitchFamily="34" charset="0"/>
              </a:rPr>
              <a:t>І. </a:t>
            </a:r>
            <a:r>
              <a:rPr lang="ru-RU" b="0" i="0" dirty="0" err="1">
                <a:solidFill>
                  <a:srgbClr val="FFFFFF"/>
                </a:solidFill>
                <a:effectLst/>
                <a:latin typeface="Century Gothic" panose="020B0502020202020204" pitchFamily="34" charset="0"/>
              </a:rPr>
              <a:t>Виговського</a:t>
            </a:r>
            <a:endParaRPr lang="ru-RU" b="0" i="0" dirty="0">
              <a:solidFill>
                <a:srgbClr val="FFFFFF"/>
              </a:solidFill>
              <a:effectLst/>
              <a:latin typeface="Century Gothic" panose="020B0502020202020204" pitchFamily="34" charset="0"/>
            </a:endParaRPr>
          </a:p>
          <a:p>
            <a:pPr algn="l">
              <a:lnSpc>
                <a:spcPts val="1950"/>
              </a:lnSpc>
              <a:spcAft>
                <a:spcPts val="750"/>
              </a:spcAft>
            </a:pPr>
            <a:r>
              <a:rPr lang="ru-RU" b="0" i="0" dirty="0">
                <a:solidFill>
                  <a:srgbClr val="FFFFFF"/>
                </a:solidFill>
                <a:effectLst/>
                <a:latin typeface="Century Gothic" panose="020B0502020202020204" pitchFamily="34" charset="0"/>
              </a:rPr>
              <a:t>Д. </a:t>
            </a:r>
            <a:r>
              <a:rPr lang="ru-RU" b="0" i="0" dirty="0" err="1">
                <a:solidFill>
                  <a:srgbClr val="FFFFFF"/>
                </a:solidFill>
                <a:effectLst/>
                <a:latin typeface="Century Gothic" panose="020B0502020202020204" pitchFamily="34" charset="0"/>
              </a:rPr>
              <a:t>Многогрішного</a:t>
            </a:r>
            <a:endParaRPr lang="ru-RU" b="0" i="0" dirty="0">
              <a:solidFill>
                <a:srgbClr val="FFFFFF"/>
              </a:solidFill>
              <a:effectLst/>
              <a:latin typeface="Century Gothic" panose="020B0502020202020204" pitchFamily="34" charset="0"/>
            </a:endParaRPr>
          </a:p>
          <a:p>
            <a:pPr algn="l">
              <a:lnSpc>
                <a:spcPts val="1950"/>
              </a:lnSpc>
              <a:spcAft>
                <a:spcPts val="750"/>
              </a:spcAft>
            </a:pPr>
            <a:r>
              <a:rPr lang="ru-RU" b="0" i="0" dirty="0">
                <a:solidFill>
                  <a:srgbClr val="FFFFFF"/>
                </a:solidFill>
                <a:effectLst/>
                <a:latin typeface="Century Gothic" panose="020B0502020202020204" pitchFamily="34" charset="0"/>
              </a:rPr>
              <a:t>І. Самойловича</a:t>
            </a:r>
          </a:p>
          <a:p>
            <a:endParaRPr lang="uk-UA" dirty="0"/>
          </a:p>
        </p:txBody>
      </p:sp>
      <p:pic>
        <p:nvPicPr>
          <p:cNvPr id="1026" name="Picture 2">
            <a:extLst>
              <a:ext uri="{FF2B5EF4-FFF2-40B4-BE49-F238E27FC236}">
                <a16:creationId xmlns:a16="http://schemas.microsoft.com/office/drawing/2014/main" id="{22E9514D-DFED-CD9A-2EA1-22161C0FF98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96231" y="2025650"/>
            <a:ext cx="4191000"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265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5B54DD-CE39-0C25-B69A-9000513B3B8D}"/>
              </a:ext>
            </a:extLst>
          </p:cNvPr>
          <p:cNvSpPr>
            <a:spLocks noGrp="1"/>
          </p:cNvSpPr>
          <p:nvPr>
            <p:ph type="title"/>
          </p:nvPr>
        </p:nvSpPr>
        <p:spPr/>
        <p:txBody>
          <a:bodyPr>
            <a:normAutofit fontScale="90000"/>
          </a:bodyPr>
          <a:lstStyle/>
          <a:p>
            <a:r>
              <a:rPr lang="ru-RU" dirty="0"/>
              <a:t>Наведена картосхема </a:t>
            </a:r>
            <a:r>
              <a:rPr lang="ru-RU" dirty="0" err="1"/>
              <a:t>дає</a:t>
            </a:r>
            <a:r>
              <a:rPr lang="ru-RU" dirty="0"/>
              <a:t> </a:t>
            </a:r>
            <a:r>
              <a:rPr lang="ru-RU" dirty="0" err="1"/>
              <a:t>змогу</a:t>
            </a:r>
            <a:r>
              <a:rPr lang="ru-RU" dirty="0"/>
              <a:t> </a:t>
            </a:r>
            <a:r>
              <a:rPr lang="ru-RU" dirty="0" err="1"/>
              <a:t>визначити</a:t>
            </a:r>
            <a:r>
              <a:rPr lang="ru-RU" dirty="0"/>
              <a:t> </a:t>
            </a:r>
            <a:r>
              <a:rPr lang="ru-RU" dirty="0" err="1"/>
              <a:t>райони</a:t>
            </a:r>
            <a:r>
              <a:rPr lang="ru-RU" dirty="0"/>
              <a:t>, </a:t>
            </a:r>
            <a:r>
              <a:rPr lang="ru-RU" dirty="0" err="1"/>
              <a:t>охоплені</a:t>
            </a:r>
            <a:r>
              <a:rPr lang="ru-RU" dirty="0"/>
              <a:t> </a:t>
            </a:r>
            <a:r>
              <a:rPr lang="ru-RU" dirty="0" err="1"/>
              <a:t>повстанням</a:t>
            </a:r>
            <a:r>
              <a:rPr lang="ru-RU" dirty="0"/>
              <a:t> </a:t>
            </a:r>
            <a:r>
              <a:rPr lang="ru-RU" dirty="0" err="1"/>
              <a:t>проти</a:t>
            </a:r>
            <a:r>
              <a:rPr lang="ru-RU" dirty="0"/>
              <a:t> </a:t>
            </a:r>
            <a:r>
              <a:rPr lang="ru-RU" dirty="0" err="1"/>
              <a:t>гетьмана</a:t>
            </a:r>
            <a:endParaRPr lang="uk-UA" dirty="0"/>
          </a:p>
        </p:txBody>
      </p:sp>
      <p:graphicFrame>
        <p:nvGraphicFramePr>
          <p:cNvPr id="5" name="Місце для вмісту 4">
            <a:extLst>
              <a:ext uri="{FF2B5EF4-FFF2-40B4-BE49-F238E27FC236}">
                <a16:creationId xmlns:a16="http://schemas.microsoft.com/office/drawing/2014/main" id="{43984152-1B09-970B-5CFC-2D7EEED5FEDA}"/>
              </a:ext>
            </a:extLst>
          </p:cNvPr>
          <p:cNvGraphicFramePr>
            <a:graphicFrameLocks noGrp="1"/>
          </p:cNvGraphicFramePr>
          <p:nvPr>
            <p:ph sz="half" idx="2"/>
            <p:extLst>
              <p:ext uri="{D42A27DB-BD31-4B8C-83A1-F6EECF244321}">
                <p14:modId xmlns:p14="http://schemas.microsoft.com/office/powerpoint/2010/main" val="2108528820"/>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3324ACA3-BB5A-0940-BAEF-33D59DA7A076}"/>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577023" y="2011363"/>
            <a:ext cx="4229416"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18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BA325D-2582-5FF3-560B-671E9A7D2E16}"/>
              </a:ext>
            </a:extLst>
          </p:cNvPr>
          <p:cNvSpPr>
            <a:spLocks noGrp="1"/>
          </p:cNvSpPr>
          <p:nvPr>
            <p:ph type="title"/>
          </p:nvPr>
        </p:nvSpPr>
        <p:spPr/>
        <p:txBody>
          <a:bodyPr/>
          <a:lstStyle/>
          <a:p>
            <a:r>
              <a:rPr lang="ru-RU" dirty="0" err="1"/>
              <a:t>Внутрішня</a:t>
            </a:r>
            <a:r>
              <a:rPr lang="ru-RU" dirty="0"/>
              <a:t> та </a:t>
            </a:r>
            <a:r>
              <a:rPr lang="ru-RU" dirty="0" err="1"/>
              <a:t>зовнішня</a:t>
            </a:r>
            <a:r>
              <a:rPr lang="ru-RU" dirty="0"/>
              <a:t> </a:t>
            </a:r>
            <a:r>
              <a:rPr lang="ru-RU" dirty="0" err="1"/>
              <a:t>політика</a:t>
            </a:r>
            <a:r>
              <a:rPr lang="ru-RU" dirty="0"/>
              <a:t> </a:t>
            </a:r>
            <a:r>
              <a:rPr lang="ru-RU" dirty="0" err="1"/>
              <a:t>гетьмана</a:t>
            </a:r>
            <a:r>
              <a:rPr lang="ru-RU" dirty="0"/>
              <a:t> І. </a:t>
            </a:r>
            <a:r>
              <a:rPr lang="ru-RU" dirty="0" err="1"/>
              <a:t>Виговського</a:t>
            </a:r>
            <a:r>
              <a:rPr lang="ru-RU" dirty="0"/>
              <a:t> </a:t>
            </a:r>
            <a:r>
              <a:rPr lang="ru-RU" dirty="0" err="1"/>
              <a:t>сприяла</a:t>
            </a:r>
            <a:endParaRPr lang="uk-UA" dirty="0"/>
          </a:p>
        </p:txBody>
      </p:sp>
      <p:graphicFrame>
        <p:nvGraphicFramePr>
          <p:cNvPr id="5" name="Місце для вмісту 4">
            <a:extLst>
              <a:ext uri="{FF2B5EF4-FFF2-40B4-BE49-F238E27FC236}">
                <a16:creationId xmlns:a16="http://schemas.microsoft.com/office/drawing/2014/main" id="{30D64EA2-9853-AB84-59AE-47F662010FEA}"/>
              </a:ext>
            </a:extLst>
          </p:cNvPr>
          <p:cNvGraphicFramePr>
            <a:graphicFrameLocks noGrp="1"/>
          </p:cNvGraphicFramePr>
          <p:nvPr>
            <p:ph sz="half" idx="1"/>
            <p:extLst>
              <p:ext uri="{D42A27DB-BD31-4B8C-83A1-F6EECF244321}">
                <p14:modId xmlns:p14="http://schemas.microsoft.com/office/powerpoint/2010/main" val="3421355857"/>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E516FF99-00B6-7235-8C75-D5BC06FF6069}"/>
              </a:ext>
            </a:extLst>
          </p:cNvPr>
          <p:cNvSpPr>
            <a:spLocks noGrp="1"/>
          </p:cNvSpPr>
          <p:nvPr>
            <p:ph sz="half" idx="2"/>
          </p:nvPr>
        </p:nvSpPr>
        <p:spPr/>
        <p:txBody>
          <a:bodyPr/>
          <a:lstStyle/>
          <a:p>
            <a:endParaRPr lang="uk-UA" dirty="0"/>
          </a:p>
        </p:txBody>
      </p:sp>
    </p:spTree>
    <p:extLst>
      <p:ext uri="{BB962C8B-B14F-4D97-AF65-F5344CB8AC3E}">
        <p14:creationId xmlns:p14="http://schemas.microsoft.com/office/powerpoint/2010/main" val="3540376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7DB2C7-34D9-C7EF-6025-4AA442B8BB55}"/>
              </a:ext>
            </a:extLst>
          </p:cNvPr>
          <p:cNvSpPr>
            <a:spLocks noGrp="1"/>
          </p:cNvSpPr>
          <p:nvPr>
            <p:ph type="title"/>
          </p:nvPr>
        </p:nvSpPr>
        <p:spPr/>
        <p:txBody>
          <a:bodyPr/>
          <a:lstStyle/>
          <a:p>
            <a:r>
              <a:rPr lang="ru-RU" dirty="0"/>
              <a:t>Про </a:t>
            </a:r>
            <a:r>
              <a:rPr lang="ru-RU" dirty="0" err="1"/>
              <a:t>якого</a:t>
            </a:r>
            <a:r>
              <a:rPr lang="ru-RU" dirty="0"/>
              <a:t> </a:t>
            </a:r>
            <a:r>
              <a:rPr lang="ru-RU" dirty="0" err="1"/>
              <a:t>діяча</a:t>
            </a:r>
            <a:r>
              <a:rPr lang="ru-RU" dirty="0"/>
              <a:t> </a:t>
            </a:r>
            <a:r>
              <a:rPr lang="ru-RU" dirty="0" err="1"/>
              <a:t>йдеться</a:t>
            </a:r>
            <a:r>
              <a:rPr lang="ru-RU" dirty="0"/>
              <a:t> в </a:t>
            </a:r>
            <a:r>
              <a:rPr lang="ru-RU" dirty="0" err="1"/>
              <a:t>уривку</a:t>
            </a:r>
            <a:r>
              <a:rPr lang="ru-RU" dirty="0"/>
              <a:t> з </a:t>
            </a:r>
            <a:r>
              <a:rPr lang="ru-RU" dirty="0" err="1"/>
              <a:t>історичного</a:t>
            </a:r>
            <a:r>
              <a:rPr lang="ru-RU" dirty="0"/>
              <a:t> </a:t>
            </a:r>
            <a:r>
              <a:rPr lang="ru-RU" dirty="0" err="1"/>
              <a:t>джерела</a:t>
            </a:r>
            <a:r>
              <a:rPr lang="ru-RU" dirty="0"/>
              <a:t>:</a:t>
            </a:r>
            <a:endParaRPr lang="uk-UA" dirty="0"/>
          </a:p>
        </p:txBody>
      </p:sp>
      <p:sp>
        <p:nvSpPr>
          <p:cNvPr id="3" name="Місце для вмісту 2">
            <a:extLst>
              <a:ext uri="{FF2B5EF4-FFF2-40B4-BE49-F238E27FC236}">
                <a16:creationId xmlns:a16="http://schemas.microsoft.com/office/drawing/2014/main" id="{D4F901B5-0ACE-C5FF-4283-9A9B361BD2A2}"/>
              </a:ext>
            </a:extLst>
          </p:cNvPr>
          <p:cNvSpPr>
            <a:spLocks noGrp="1"/>
          </p:cNvSpPr>
          <p:nvPr>
            <p:ph sz="half" idx="1"/>
          </p:nvPr>
        </p:nvSpPr>
        <p:spPr>
          <a:xfrm>
            <a:off x="1280160" y="2010878"/>
            <a:ext cx="4655825" cy="3448595"/>
          </a:xfrm>
        </p:spPr>
        <p:txBody>
          <a:bodyPr/>
          <a:lstStyle/>
          <a:p>
            <a:r>
              <a:rPr lang="ru-RU" i="1" dirty="0"/>
              <a:t>«</a:t>
            </a:r>
            <a:r>
              <a:rPr lang="ru-RU" i="1" dirty="0" err="1"/>
              <a:t>Був</a:t>
            </a:r>
            <a:r>
              <a:rPr lang="ru-RU" i="1" dirty="0"/>
              <a:t> </a:t>
            </a:r>
            <a:r>
              <a:rPr lang="ru-RU" i="1" dirty="0" err="1"/>
              <a:t>серед</a:t>
            </a:r>
            <a:r>
              <a:rPr lang="ru-RU" i="1" dirty="0"/>
              <a:t> тих, </a:t>
            </a:r>
            <a:r>
              <a:rPr lang="ru-RU" i="1" dirty="0" err="1"/>
              <a:t>хто</a:t>
            </a:r>
            <a:r>
              <a:rPr lang="ru-RU" i="1" dirty="0"/>
              <a:t> </a:t>
            </a:r>
            <a:r>
              <a:rPr lang="ru-RU" i="1" dirty="0" err="1"/>
              <a:t>виступав</a:t>
            </a:r>
            <a:r>
              <a:rPr lang="ru-RU" i="1" dirty="0"/>
              <a:t> </a:t>
            </a:r>
            <a:r>
              <a:rPr lang="ru-RU" i="1" dirty="0" err="1"/>
              <a:t>проти</a:t>
            </a:r>
            <a:r>
              <a:rPr lang="ru-RU" i="1" dirty="0"/>
              <a:t> </a:t>
            </a:r>
            <a:r>
              <a:rPr lang="ru-RU" i="1" dirty="0" err="1"/>
              <a:t>політики</a:t>
            </a:r>
            <a:r>
              <a:rPr lang="ru-RU" i="1" dirty="0"/>
              <a:t> </a:t>
            </a:r>
            <a:r>
              <a:rPr lang="ru-RU" i="1" dirty="0" err="1"/>
              <a:t>гетьмана</a:t>
            </a:r>
            <a:r>
              <a:rPr lang="ru-RU" i="1" dirty="0"/>
              <a:t> І. </a:t>
            </a:r>
            <a:r>
              <a:rPr lang="ru-RU" i="1" dirty="0" err="1"/>
              <a:t>Виговського</a:t>
            </a:r>
            <a:r>
              <a:rPr lang="ru-RU" i="1" dirty="0"/>
              <a:t>. </a:t>
            </a:r>
            <a:r>
              <a:rPr lang="ru-RU" i="1" dirty="0" err="1"/>
              <a:t>Здійснивши</a:t>
            </a:r>
            <a:r>
              <a:rPr lang="ru-RU" i="1" dirty="0"/>
              <a:t> </a:t>
            </a:r>
            <a:r>
              <a:rPr lang="ru-RU" i="1" dirty="0" err="1"/>
              <a:t>військовий</a:t>
            </a:r>
            <a:r>
              <a:rPr lang="ru-RU" i="1" dirty="0"/>
              <a:t> </a:t>
            </a:r>
            <a:r>
              <a:rPr lang="ru-RU" i="1" dirty="0" err="1"/>
              <a:t>похід</a:t>
            </a:r>
            <a:r>
              <a:rPr lang="ru-RU" i="1" dirty="0"/>
              <a:t> на Акерман, </a:t>
            </a:r>
            <a:r>
              <a:rPr lang="ru-RU" i="1" dirty="0" err="1"/>
              <a:t>спричинив</a:t>
            </a:r>
            <a:r>
              <a:rPr lang="ru-RU" i="1" dirty="0"/>
              <a:t> </a:t>
            </a:r>
            <a:r>
              <a:rPr lang="ru-RU" i="1" dirty="0" err="1"/>
              <a:t>розпад</a:t>
            </a:r>
            <a:r>
              <a:rPr lang="ru-RU" i="1" dirty="0"/>
              <a:t> </a:t>
            </a:r>
            <a:r>
              <a:rPr lang="ru-RU" i="1" dirty="0" err="1"/>
              <a:t>українсько-татарського</a:t>
            </a:r>
            <a:r>
              <a:rPr lang="ru-RU" i="1" dirty="0"/>
              <a:t> союзу та не дав </a:t>
            </a:r>
            <a:r>
              <a:rPr lang="ru-RU" i="1" dirty="0" err="1"/>
              <a:t>можливості</a:t>
            </a:r>
            <a:r>
              <a:rPr lang="ru-RU" i="1" dirty="0"/>
              <a:t> І. </a:t>
            </a:r>
            <a:r>
              <a:rPr lang="ru-RU" i="1" dirty="0" err="1"/>
              <a:t>Виговському</a:t>
            </a:r>
            <a:r>
              <a:rPr lang="ru-RU" i="1" dirty="0"/>
              <a:t> </a:t>
            </a:r>
            <a:r>
              <a:rPr lang="ru-RU" i="1" dirty="0" err="1"/>
              <a:t>скористатися</a:t>
            </a:r>
            <a:r>
              <a:rPr lang="ru-RU" i="1" dirty="0"/>
              <a:t> результатами перемоги </a:t>
            </a:r>
            <a:r>
              <a:rPr lang="ru-RU" i="1" dirty="0" err="1"/>
              <a:t>під</a:t>
            </a:r>
            <a:r>
              <a:rPr lang="ru-RU" i="1" dirty="0"/>
              <a:t> Конотопом»?</a:t>
            </a:r>
            <a:endParaRPr lang="uk-UA" i="1" dirty="0"/>
          </a:p>
        </p:txBody>
      </p:sp>
      <p:graphicFrame>
        <p:nvGraphicFramePr>
          <p:cNvPr id="5" name="Місце для вмісту 4">
            <a:extLst>
              <a:ext uri="{FF2B5EF4-FFF2-40B4-BE49-F238E27FC236}">
                <a16:creationId xmlns:a16="http://schemas.microsoft.com/office/drawing/2014/main" id="{EB996A76-9E46-39C6-3F88-7B3ED634F0E1}"/>
              </a:ext>
            </a:extLst>
          </p:cNvPr>
          <p:cNvGraphicFramePr>
            <a:graphicFrameLocks noGrp="1"/>
          </p:cNvGraphicFramePr>
          <p:nvPr>
            <p:ph sz="half" idx="2"/>
            <p:extLst>
              <p:ext uri="{D42A27DB-BD31-4B8C-83A1-F6EECF244321}">
                <p14:modId xmlns:p14="http://schemas.microsoft.com/office/powerpoint/2010/main" val="2083968390"/>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3642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A00E04-1A71-EC29-36C0-77982E4A514C}"/>
              </a:ext>
            </a:extLst>
          </p:cNvPr>
          <p:cNvSpPr>
            <a:spLocks noGrp="1"/>
          </p:cNvSpPr>
          <p:nvPr>
            <p:ph type="title"/>
          </p:nvPr>
        </p:nvSpPr>
        <p:spPr/>
        <p:txBody>
          <a:bodyPr>
            <a:normAutofit fontScale="90000"/>
          </a:bodyPr>
          <a:lstStyle/>
          <a:p>
            <a:r>
              <a:rPr lang="ru-RU" dirty="0" err="1"/>
              <a:t>Діяльність</a:t>
            </a:r>
            <a:r>
              <a:rPr lang="ru-RU" dirty="0"/>
              <a:t> </a:t>
            </a:r>
            <a:r>
              <a:rPr lang="ru-RU" dirty="0" err="1"/>
              <a:t>яких</a:t>
            </a:r>
            <a:r>
              <a:rPr lang="ru-RU" dirty="0"/>
              <a:t> </a:t>
            </a:r>
            <a:r>
              <a:rPr lang="ru-RU" dirty="0" err="1"/>
              <a:t>гетьманів</a:t>
            </a:r>
            <a:r>
              <a:rPr lang="ru-RU" dirty="0"/>
              <a:t> </a:t>
            </a:r>
            <a:r>
              <a:rPr lang="ru-RU" dirty="0" err="1"/>
              <a:t>потрібно</a:t>
            </a:r>
            <a:r>
              <a:rPr lang="ru-RU" dirty="0"/>
              <a:t> </a:t>
            </a:r>
            <a:r>
              <a:rPr lang="ru-RU" dirty="0" err="1"/>
              <a:t>характеризувати</a:t>
            </a:r>
            <a:r>
              <a:rPr lang="ru-RU" dirty="0"/>
              <a:t>, </a:t>
            </a:r>
            <a:r>
              <a:rPr lang="ru-RU" dirty="0" err="1"/>
              <a:t>спираючись</a:t>
            </a:r>
            <a:r>
              <a:rPr lang="ru-RU" dirty="0"/>
              <a:t> на </a:t>
            </a:r>
            <a:r>
              <a:rPr lang="ru-RU" dirty="0" err="1"/>
              <a:t>зображену</a:t>
            </a:r>
            <a:r>
              <a:rPr lang="ru-RU" dirty="0"/>
              <a:t> картосхему?</a:t>
            </a:r>
            <a:endParaRPr lang="uk-UA" dirty="0"/>
          </a:p>
        </p:txBody>
      </p:sp>
      <p:graphicFrame>
        <p:nvGraphicFramePr>
          <p:cNvPr id="5" name="Місце для вмісту 4">
            <a:extLst>
              <a:ext uri="{FF2B5EF4-FFF2-40B4-BE49-F238E27FC236}">
                <a16:creationId xmlns:a16="http://schemas.microsoft.com/office/drawing/2014/main" id="{2033F0A9-C7FD-2E79-3853-E81151B0BC77}"/>
              </a:ext>
            </a:extLst>
          </p:cNvPr>
          <p:cNvGraphicFramePr>
            <a:graphicFrameLocks noGrp="1"/>
          </p:cNvGraphicFramePr>
          <p:nvPr>
            <p:ph sz="half" idx="2"/>
            <p:extLst>
              <p:ext uri="{D42A27DB-BD31-4B8C-83A1-F6EECF244321}">
                <p14:modId xmlns:p14="http://schemas.microsoft.com/office/powerpoint/2010/main" val="371164649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DFB5ABD3-18B4-AE76-51A4-DB4F481E621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963752" y="2011363"/>
            <a:ext cx="3455958"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54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621307-0AF2-5EA7-572F-32032837402F}"/>
              </a:ext>
            </a:extLst>
          </p:cNvPr>
          <p:cNvSpPr>
            <a:spLocks noGrp="1"/>
          </p:cNvSpPr>
          <p:nvPr>
            <p:ph type="title"/>
          </p:nvPr>
        </p:nvSpPr>
        <p:spPr/>
        <p:txBody>
          <a:bodyPr/>
          <a:lstStyle/>
          <a:p>
            <a:r>
              <a:rPr lang="ru-RU" dirty="0"/>
              <a:t>Про </a:t>
            </a:r>
            <a:r>
              <a:rPr lang="ru-RU" dirty="0" err="1"/>
              <a:t>якого</a:t>
            </a:r>
            <a:r>
              <a:rPr lang="ru-RU" dirty="0"/>
              <a:t> </a:t>
            </a:r>
            <a:r>
              <a:rPr lang="ru-RU" dirty="0" err="1"/>
              <a:t>діяча</a:t>
            </a:r>
            <a:r>
              <a:rPr lang="ru-RU" dirty="0"/>
              <a:t> </a:t>
            </a:r>
            <a:r>
              <a:rPr lang="ru-RU" dirty="0" err="1"/>
              <a:t>йдеться</a:t>
            </a:r>
            <a:r>
              <a:rPr lang="ru-RU" dirty="0"/>
              <a:t> в </a:t>
            </a:r>
            <a:r>
              <a:rPr lang="ru-RU" dirty="0" err="1"/>
              <a:t>уривку</a:t>
            </a:r>
            <a:r>
              <a:rPr lang="ru-RU" dirty="0"/>
              <a:t> з </a:t>
            </a:r>
            <a:r>
              <a:rPr lang="ru-RU" dirty="0" err="1"/>
              <a:t>історичного</a:t>
            </a:r>
            <a:r>
              <a:rPr lang="ru-RU" dirty="0"/>
              <a:t> </a:t>
            </a:r>
            <a:r>
              <a:rPr lang="ru-RU" dirty="0" err="1"/>
              <a:t>джерела</a:t>
            </a:r>
            <a:endParaRPr lang="uk-UA" dirty="0"/>
          </a:p>
        </p:txBody>
      </p:sp>
      <p:sp>
        <p:nvSpPr>
          <p:cNvPr id="3" name="Місце для вмісту 2">
            <a:extLst>
              <a:ext uri="{FF2B5EF4-FFF2-40B4-BE49-F238E27FC236}">
                <a16:creationId xmlns:a16="http://schemas.microsoft.com/office/drawing/2014/main" id="{3EABE0B6-59C2-C8B8-806D-65315DA137B3}"/>
              </a:ext>
            </a:extLst>
          </p:cNvPr>
          <p:cNvSpPr>
            <a:spLocks noGrp="1"/>
          </p:cNvSpPr>
          <p:nvPr>
            <p:ph sz="half" idx="1"/>
          </p:nvPr>
        </p:nvSpPr>
        <p:spPr/>
        <p:txBody>
          <a:bodyPr>
            <a:normAutofit fontScale="85000" lnSpcReduction="10000"/>
          </a:bodyPr>
          <a:lstStyle/>
          <a:p>
            <a:r>
              <a:rPr lang="uk-UA" b="0" i="1" dirty="0">
                <a:solidFill>
                  <a:srgbClr val="FFFFFF"/>
                </a:solidFill>
                <a:effectLst/>
                <a:latin typeface="Century Gothic" panose="020B0502020202020204" pitchFamily="34" charset="0"/>
              </a:rPr>
              <a:t>«Сподвижник Б. Хмельницького, полковник. Відмовився скласти присягу на вірність московському цареві. Підтримав курс гетьмана І. Виговського на незалежність від Москви, проте виступив проти Гадяцького договору (1658 р.), піднявши повстання на Правобережній Україні. Згодом заперечував зближення козацької держави з Туреччиною»?</a:t>
            </a:r>
            <a:endParaRPr lang="uk-UA" dirty="0"/>
          </a:p>
        </p:txBody>
      </p:sp>
      <p:graphicFrame>
        <p:nvGraphicFramePr>
          <p:cNvPr id="5" name="Місце для вмісту 4">
            <a:extLst>
              <a:ext uri="{FF2B5EF4-FFF2-40B4-BE49-F238E27FC236}">
                <a16:creationId xmlns:a16="http://schemas.microsoft.com/office/drawing/2014/main" id="{93C2CDCA-D785-3A83-7007-9397BBE60FB5}"/>
              </a:ext>
            </a:extLst>
          </p:cNvPr>
          <p:cNvGraphicFramePr>
            <a:graphicFrameLocks noGrp="1"/>
          </p:cNvGraphicFramePr>
          <p:nvPr>
            <p:ph sz="half" idx="2"/>
            <p:extLst>
              <p:ext uri="{D42A27DB-BD31-4B8C-83A1-F6EECF244321}">
                <p14:modId xmlns:p14="http://schemas.microsoft.com/office/powerpoint/2010/main" val="2696136802"/>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24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67DF7A-7607-4414-D44D-BD4016E5B20B}"/>
              </a:ext>
            </a:extLst>
          </p:cNvPr>
          <p:cNvSpPr>
            <a:spLocks noGrp="1"/>
          </p:cNvSpPr>
          <p:nvPr>
            <p:ph type="title"/>
          </p:nvPr>
        </p:nvSpPr>
        <p:spPr/>
        <p:txBody>
          <a:bodyPr/>
          <a:lstStyle/>
          <a:p>
            <a:r>
              <a:rPr lang="uk-UA" dirty="0"/>
              <a:t>Яка держава таємно підтримувала</a:t>
            </a:r>
          </a:p>
        </p:txBody>
      </p:sp>
      <p:sp>
        <p:nvSpPr>
          <p:cNvPr id="3" name="Місце для вмісту 2">
            <a:extLst>
              <a:ext uri="{FF2B5EF4-FFF2-40B4-BE49-F238E27FC236}">
                <a16:creationId xmlns:a16="http://schemas.microsoft.com/office/drawing/2014/main" id="{57D8204B-AF36-FFB7-440C-4D98D1E0847C}"/>
              </a:ext>
            </a:extLst>
          </p:cNvPr>
          <p:cNvSpPr>
            <a:spLocks noGrp="1"/>
          </p:cNvSpPr>
          <p:nvPr>
            <p:ph sz="half" idx="1"/>
          </p:nvPr>
        </p:nvSpPr>
        <p:spPr/>
        <p:txBody>
          <a:bodyPr/>
          <a:lstStyle/>
          <a:p>
            <a:r>
              <a:rPr lang="ru-RU" b="0" i="0" dirty="0" err="1">
                <a:solidFill>
                  <a:srgbClr val="FFFFFF"/>
                </a:solidFill>
                <a:effectLst/>
                <a:latin typeface="Century Gothic" panose="020B0502020202020204" pitchFamily="34" charset="0"/>
              </a:rPr>
              <a:t>полтавського</a:t>
            </a:r>
            <a:r>
              <a:rPr lang="ru-RU" b="0" i="0" dirty="0">
                <a:solidFill>
                  <a:srgbClr val="FFFFFF"/>
                </a:solidFill>
                <a:effectLst/>
                <a:latin typeface="Century Gothic" panose="020B0502020202020204" pitchFamily="34" charset="0"/>
              </a:rPr>
              <a:t> полковника М. Пушкаря та </a:t>
            </a:r>
            <a:r>
              <a:rPr lang="ru-RU" b="0" i="0" dirty="0" err="1">
                <a:solidFill>
                  <a:srgbClr val="FFFFFF"/>
                </a:solidFill>
                <a:effectLst/>
                <a:latin typeface="Century Gothic" panose="020B0502020202020204" pitchFamily="34" charset="0"/>
              </a:rPr>
              <a:t>кошового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отамана</a:t>
            </a:r>
            <a:r>
              <a:rPr lang="ru-RU" b="0" i="0" dirty="0">
                <a:solidFill>
                  <a:srgbClr val="FFFFFF"/>
                </a:solidFill>
                <a:effectLst/>
                <a:latin typeface="Century Gothic" panose="020B0502020202020204" pitchFamily="34" charset="0"/>
              </a:rPr>
              <a:t> Я. Барабаша в </a:t>
            </a:r>
            <a:r>
              <a:rPr lang="ru-RU" b="0" i="0" dirty="0" err="1">
                <a:solidFill>
                  <a:srgbClr val="FFFFFF"/>
                </a:solidFill>
                <a:effectLst/>
                <a:latin typeface="Century Gothic" panose="020B0502020202020204" pitchFamily="34" charset="0"/>
              </a:rPr>
              <a:t>їхньому</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повстанні</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проти</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гетьмана</a:t>
            </a:r>
            <a:r>
              <a:rPr lang="ru-RU" b="0" i="0" dirty="0">
                <a:solidFill>
                  <a:srgbClr val="FFFFFF"/>
                </a:solidFill>
                <a:effectLst/>
                <a:latin typeface="Century Gothic" panose="020B0502020202020204" pitchFamily="34" charset="0"/>
              </a:rPr>
              <a:t> І. </a:t>
            </a:r>
            <a:r>
              <a:rPr lang="ru-RU" b="0" i="0" dirty="0" err="1">
                <a:solidFill>
                  <a:srgbClr val="FFFFFF"/>
                </a:solidFill>
                <a:effectLst/>
                <a:latin typeface="Century Gothic" panose="020B0502020202020204" pitchFamily="34" charset="0"/>
              </a:rPr>
              <a:t>Виговського</a:t>
            </a:r>
            <a:r>
              <a:rPr lang="ru-RU" b="0" i="0"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6562BEBC-1F85-9055-9ACC-BB711E3DF625}"/>
              </a:ext>
            </a:extLst>
          </p:cNvPr>
          <p:cNvGraphicFramePr>
            <a:graphicFrameLocks noGrp="1"/>
          </p:cNvGraphicFramePr>
          <p:nvPr>
            <p:ph sz="half" idx="2"/>
            <p:extLst>
              <p:ext uri="{D42A27DB-BD31-4B8C-83A1-F6EECF244321}">
                <p14:modId xmlns:p14="http://schemas.microsoft.com/office/powerpoint/2010/main" val="130108801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9698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C0E5B5-2849-BC1B-9321-13AE66407C88}"/>
              </a:ext>
            </a:extLst>
          </p:cNvPr>
          <p:cNvSpPr>
            <a:spLocks noGrp="1"/>
          </p:cNvSpPr>
          <p:nvPr>
            <p:ph type="title"/>
          </p:nvPr>
        </p:nvSpPr>
        <p:spPr/>
        <p:txBody>
          <a:bodyPr/>
          <a:lstStyle/>
          <a:p>
            <a:r>
              <a:rPr lang="ru-RU" dirty="0"/>
              <a:t>На </a:t>
            </a:r>
            <a:r>
              <a:rPr lang="ru-RU" dirty="0" err="1"/>
              <a:t>укладення</a:t>
            </a:r>
            <a:r>
              <a:rPr lang="ru-RU" dirty="0"/>
              <a:t> </a:t>
            </a:r>
            <a:r>
              <a:rPr lang="ru-RU" dirty="0" err="1"/>
              <a:t>якої</a:t>
            </a:r>
            <a:r>
              <a:rPr lang="ru-RU" dirty="0"/>
              <a:t> угоди </a:t>
            </a:r>
            <a:r>
              <a:rPr lang="ru-RU" dirty="0" err="1"/>
              <a:t>гетьман</a:t>
            </a:r>
            <a:r>
              <a:rPr lang="ru-RU" dirty="0"/>
              <a:t> І. Самойлович </a:t>
            </a:r>
            <a:r>
              <a:rPr lang="ru-RU" dirty="0" err="1"/>
              <a:t>відреагував</a:t>
            </a:r>
            <a:r>
              <a:rPr lang="ru-RU" dirty="0"/>
              <a:t> словами</a:t>
            </a:r>
            <a:endParaRPr lang="uk-UA" dirty="0"/>
          </a:p>
        </p:txBody>
      </p:sp>
      <p:sp>
        <p:nvSpPr>
          <p:cNvPr id="3" name="Місце для вмісту 2">
            <a:extLst>
              <a:ext uri="{FF2B5EF4-FFF2-40B4-BE49-F238E27FC236}">
                <a16:creationId xmlns:a16="http://schemas.microsoft.com/office/drawing/2014/main" id="{4D785E81-FF93-E64C-D2D2-A22C091F6821}"/>
              </a:ext>
            </a:extLst>
          </p:cNvPr>
          <p:cNvSpPr>
            <a:spLocks noGrp="1"/>
          </p:cNvSpPr>
          <p:nvPr>
            <p:ph sz="half" idx="1"/>
          </p:nvPr>
        </p:nvSpPr>
        <p:spPr/>
        <p:txBody>
          <a:bodyPr/>
          <a:lstStyle/>
          <a:p>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Запорозьке</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військо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ніколи</a:t>
            </a:r>
            <a:r>
              <a:rPr lang="ru-RU" b="0" i="1" dirty="0">
                <a:solidFill>
                  <a:srgbClr val="FFFFFF"/>
                </a:solidFill>
                <a:effectLst/>
                <a:latin typeface="Century Gothic" panose="020B0502020202020204" pitchFamily="34" charset="0"/>
              </a:rPr>
              <a:t> не </a:t>
            </a:r>
            <a:r>
              <a:rPr lang="ru-RU" b="0" i="1" dirty="0" err="1">
                <a:solidFill>
                  <a:srgbClr val="FFFFFF"/>
                </a:solidFill>
                <a:effectLst/>
                <a:latin typeface="Century Gothic" panose="020B0502020202020204" pitchFamily="34" charset="0"/>
              </a:rPr>
              <a:t>зречеться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свого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давнього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достоянія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Правобережної</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України</a:t>
            </a:r>
            <a:r>
              <a:rPr lang="ru-RU" b="0" i="1" dirty="0">
                <a:solidFill>
                  <a:srgbClr val="FFFFFF"/>
                </a:solidFill>
                <a:effectLst/>
                <a:latin typeface="Century Gothic" panose="020B0502020202020204" pitchFamily="34" charset="0"/>
              </a:rPr>
              <a:t>], не так </a:t>
            </a:r>
            <a:r>
              <a:rPr lang="ru-RU" b="0" i="1" dirty="0" err="1">
                <a:solidFill>
                  <a:srgbClr val="FFFFFF"/>
                </a:solidFill>
                <a:effectLst/>
                <a:latin typeface="Century Gothic" panose="020B0502020202020204" pitchFamily="34" charset="0"/>
              </a:rPr>
              <a:t>воно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станеться</a:t>
            </a:r>
            <a:r>
              <a:rPr lang="ru-RU" b="0" i="1" dirty="0">
                <a:solidFill>
                  <a:srgbClr val="FFFFFF"/>
                </a:solidFill>
                <a:effectLst/>
                <a:latin typeface="Century Gothic" panose="020B0502020202020204" pitchFamily="34" charset="0"/>
              </a:rPr>
              <a:t>, як Москва у </a:t>
            </a:r>
            <a:r>
              <a:rPr lang="ru-RU" b="0" i="1" dirty="0" err="1">
                <a:solidFill>
                  <a:srgbClr val="FFFFFF"/>
                </a:solidFill>
                <a:effectLst/>
                <a:latin typeface="Century Gothic" panose="020B0502020202020204" pitchFamily="34" charset="0"/>
              </a:rPr>
              <a:t>своїх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мирових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умовах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із</a:t>
            </a:r>
            <a:r>
              <a:rPr lang="ru-RU" b="0" i="1" dirty="0">
                <a:solidFill>
                  <a:srgbClr val="FFFFFF"/>
                </a:solidFill>
                <a:effectLst/>
                <a:latin typeface="Century Gothic" panose="020B0502020202020204" pitchFamily="34" charset="0"/>
              </a:rPr>
              <a:t> поляками постановила, - </a:t>
            </a:r>
            <a:r>
              <a:rPr lang="ru-RU" b="0" i="1" dirty="0" err="1">
                <a:solidFill>
                  <a:srgbClr val="FFFFFF"/>
                </a:solidFill>
                <a:effectLst/>
                <a:latin typeface="Century Gothic" panose="020B0502020202020204" pitchFamily="34" charset="0"/>
              </a:rPr>
              <a:t>зробимо</a:t>
            </a:r>
            <a:r>
              <a:rPr lang="ru-RU" b="0" i="1" dirty="0">
                <a:solidFill>
                  <a:srgbClr val="FFFFFF"/>
                </a:solidFill>
                <a:effectLst/>
                <a:latin typeface="Century Gothic" panose="020B0502020202020204" pitchFamily="34" charset="0"/>
              </a:rPr>
              <a:t> так, як нам треба!..»</a:t>
            </a:r>
            <a:endParaRPr lang="uk-UA" dirty="0"/>
          </a:p>
        </p:txBody>
      </p:sp>
      <p:graphicFrame>
        <p:nvGraphicFramePr>
          <p:cNvPr id="5" name="Місце для вмісту 4">
            <a:extLst>
              <a:ext uri="{FF2B5EF4-FFF2-40B4-BE49-F238E27FC236}">
                <a16:creationId xmlns:a16="http://schemas.microsoft.com/office/drawing/2014/main" id="{47022304-0316-5E3F-7DE9-D7B053FD86A5}"/>
              </a:ext>
            </a:extLst>
          </p:cNvPr>
          <p:cNvGraphicFramePr>
            <a:graphicFrameLocks noGrp="1"/>
          </p:cNvGraphicFramePr>
          <p:nvPr>
            <p:ph sz="half" idx="2"/>
            <p:extLst>
              <p:ext uri="{D42A27DB-BD31-4B8C-83A1-F6EECF244321}">
                <p14:modId xmlns:p14="http://schemas.microsoft.com/office/powerpoint/2010/main" val="3011811309"/>
              </p:ext>
            </p:extLst>
          </p:nvPr>
        </p:nvGraphicFramePr>
        <p:xfrm>
          <a:off x="6254139" y="1729047"/>
          <a:ext cx="5350428" cy="3729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5855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9FE2DA-129C-735D-1DEA-5DEEAD73D981}"/>
              </a:ext>
            </a:extLst>
          </p:cNvPr>
          <p:cNvSpPr>
            <a:spLocks noGrp="1"/>
          </p:cNvSpPr>
          <p:nvPr>
            <p:ph type="title"/>
          </p:nvPr>
        </p:nvSpPr>
        <p:spPr/>
        <p:txBody>
          <a:bodyPr/>
          <a:lstStyle/>
          <a:p>
            <a:r>
              <a:rPr lang="ru-RU" dirty="0" err="1"/>
              <a:t>Укажіть</a:t>
            </a:r>
            <a:r>
              <a:rPr lang="ru-RU" dirty="0"/>
              <a:t> </a:t>
            </a:r>
            <a:r>
              <a:rPr lang="ru-RU" dirty="0" err="1"/>
              <a:t>імена</a:t>
            </a:r>
            <a:r>
              <a:rPr lang="ru-RU" dirty="0"/>
              <a:t> </a:t>
            </a:r>
            <a:r>
              <a:rPr lang="ru-RU" dirty="0" err="1"/>
              <a:t>гетьманів</a:t>
            </a:r>
            <a:r>
              <a:rPr lang="ru-RU" dirty="0"/>
              <a:t> </a:t>
            </a:r>
            <a:r>
              <a:rPr lang="ru-RU" dirty="0" err="1"/>
              <a:t>періоду</a:t>
            </a:r>
            <a:r>
              <a:rPr lang="ru-RU" dirty="0"/>
              <a:t> </a:t>
            </a:r>
            <a:r>
              <a:rPr lang="ru-RU" dirty="0" err="1"/>
              <a:t>Руїни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E76BEA70-C82E-244E-2B1F-BF443C701800}"/>
              </a:ext>
            </a:extLst>
          </p:cNvPr>
          <p:cNvGraphicFramePr>
            <a:graphicFrameLocks noGrp="1"/>
          </p:cNvGraphicFramePr>
          <p:nvPr>
            <p:ph sz="half" idx="1"/>
            <p:extLst>
              <p:ext uri="{D42A27DB-BD31-4B8C-83A1-F6EECF244321}">
                <p14:modId xmlns:p14="http://schemas.microsoft.com/office/powerpoint/2010/main" val="32609176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861413AA-C464-5C66-368E-72AD7EBA8CDF}"/>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489436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EEE62B-0D00-9A01-FB6B-7B65ACD556A8}"/>
              </a:ext>
            </a:extLst>
          </p:cNvPr>
          <p:cNvSpPr>
            <a:spLocks noGrp="1"/>
          </p:cNvSpPr>
          <p:nvPr>
            <p:ph type="title"/>
          </p:nvPr>
        </p:nvSpPr>
        <p:spPr/>
        <p:txBody>
          <a:bodyPr/>
          <a:lstStyle/>
          <a:p>
            <a:r>
              <a:rPr lang="ru-RU" dirty="0" err="1"/>
              <a:t>Укажіть</a:t>
            </a:r>
            <a:r>
              <a:rPr lang="ru-RU" dirty="0"/>
              <a:t> </a:t>
            </a:r>
            <a:r>
              <a:rPr lang="ru-RU" dirty="0" err="1"/>
              <a:t>імена</a:t>
            </a:r>
            <a:r>
              <a:rPr lang="ru-RU" dirty="0"/>
              <a:t> </a:t>
            </a:r>
            <a:r>
              <a:rPr lang="ru-RU" dirty="0" err="1"/>
              <a:t>гетьманів</a:t>
            </a:r>
            <a:r>
              <a:rPr lang="ru-RU" dirty="0"/>
              <a:t> </a:t>
            </a:r>
            <a:r>
              <a:rPr lang="ru-RU" dirty="0" err="1"/>
              <a:t>періоду</a:t>
            </a:r>
            <a:r>
              <a:rPr lang="ru-RU" dirty="0"/>
              <a:t> </a:t>
            </a:r>
            <a:r>
              <a:rPr lang="ru-RU" dirty="0" err="1"/>
              <a:t>Руїни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FF5523A4-F373-F650-F0F0-BDED9F9CDAE1}"/>
              </a:ext>
            </a:extLst>
          </p:cNvPr>
          <p:cNvGraphicFramePr>
            <a:graphicFrameLocks noGrp="1"/>
          </p:cNvGraphicFramePr>
          <p:nvPr>
            <p:ph sz="half" idx="1"/>
            <p:extLst>
              <p:ext uri="{D42A27DB-BD31-4B8C-83A1-F6EECF244321}">
                <p14:modId xmlns:p14="http://schemas.microsoft.com/office/powerpoint/2010/main" val="1014074965"/>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A91FFEBD-1407-282A-E318-5C239A1895D1}"/>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813190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F19C9D-E99F-4459-8C17-4A9050F0EA98}"/>
              </a:ext>
            </a:extLst>
          </p:cNvPr>
          <p:cNvSpPr>
            <a:spLocks noGrp="1"/>
          </p:cNvSpPr>
          <p:nvPr>
            <p:ph type="title"/>
          </p:nvPr>
        </p:nvSpPr>
        <p:spPr/>
        <p:txBody>
          <a:bodyPr/>
          <a:lstStyle/>
          <a:p>
            <a:r>
              <a:rPr lang="ru-RU" dirty="0"/>
              <a:t>«Великий </a:t>
            </a:r>
            <a:r>
              <a:rPr lang="ru-RU" dirty="0" err="1"/>
              <a:t>згін</a:t>
            </a:r>
            <a:r>
              <a:rPr lang="ru-RU" dirty="0"/>
              <a:t>» </a:t>
            </a:r>
            <a:r>
              <a:rPr lang="ru-RU" dirty="0" err="1"/>
              <a:t>населення</a:t>
            </a:r>
            <a:r>
              <a:rPr lang="ru-RU" dirty="0"/>
              <a:t> </a:t>
            </a:r>
            <a:r>
              <a:rPr lang="ru-RU" dirty="0" err="1"/>
              <a:t>Правобережної</a:t>
            </a:r>
            <a:r>
              <a:rPr lang="ru-RU" dirty="0"/>
              <a:t> </a:t>
            </a:r>
            <a:r>
              <a:rPr lang="ru-RU" dirty="0" err="1"/>
              <a:t>Гетьманщини</a:t>
            </a:r>
            <a:r>
              <a:rPr lang="ru-RU" dirty="0"/>
              <a:t> </a:t>
            </a:r>
            <a:r>
              <a:rPr lang="ru-RU" dirty="0" err="1"/>
              <a:t>здійснював</a:t>
            </a:r>
            <a:r>
              <a:rPr lang="ru-RU" dirty="0"/>
              <a:t> </a:t>
            </a:r>
            <a:r>
              <a:rPr lang="ru-RU" dirty="0" err="1"/>
              <a:t>гетьман</a:t>
            </a:r>
            <a:endParaRPr lang="uk-UA" dirty="0"/>
          </a:p>
        </p:txBody>
      </p:sp>
      <p:graphicFrame>
        <p:nvGraphicFramePr>
          <p:cNvPr id="5" name="Місце для вмісту 4">
            <a:extLst>
              <a:ext uri="{FF2B5EF4-FFF2-40B4-BE49-F238E27FC236}">
                <a16:creationId xmlns:a16="http://schemas.microsoft.com/office/drawing/2014/main" id="{10319ED8-2BBF-DDE3-8A2B-C183D6658836}"/>
              </a:ext>
            </a:extLst>
          </p:cNvPr>
          <p:cNvGraphicFramePr>
            <a:graphicFrameLocks noGrp="1"/>
          </p:cNvGraphicFramePr>
          <p:nvPr>
            <p:ph sz="half" idx="1"/>
            <p:extLst>
              <p:ext uri="{D42A27DB-BD31-4B8C-83A1-F6EECF244321}">
                <p14:modId xmlns:p14="http://schemas.microsoft.com/office/powerpoint/2010/main" val="304103632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B8735CF9-59DA-E179-1585-F700ACD3F4C6}"/>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384568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C39747-A617-8987-C02C-4B3E6A5969E1}"/>
              </a:ext>
            </a:extLst>
          </p:cNvPr>
          <p:cNvSpPr>
            <a:spLocks noGrp="1"/>
          </p:cNvSpPr>
          <p:nvPr>
            <p:ph type="title"/>
          </p:nvPr>
        </p:nvSpPr>
        <p:spPr/>
        <p:txBody>
          <a:bodyPr/>
          <a:lstStyle/>
          <a:p>
            <a:r>
              <a:rPr lang="ru-RU" dirty="0"/>
              <a:t>На фото </a:t>
            </a:r>
            <a:r>
              <a:rPr lang="ru-RU" dirty="0" err="1"/>
              <a:t>зображено</a:t>
            </a:r>
            <a:r>
              <a:rPr lang="ru-RU" dirty="0"/>
              <a:t> портрет </a:t>
            </a:r>
            <a:r>
              <a:rPr lang="ru-RU" dirty="0" err="1"/>
              <a:t>гетьмана</a:t>
            </a:r>
            <a:r>
              <a:rPr lang="ru-RU" dirty="0"/>
              <a:t>, </a:t>
            </a:r>
            <a:r>
              <a:rPr lang="ru-RU" dirty="0" err="1"/>
              <a:t>який</a:t>
            </a:r>
            <a:endParaRPr lang="uk-UA" dirty="0"/>
          </a:p>
        </p:txBody>
      </p:sp>
      <p:graphicFrame>
        <p:nvGraphicFramePr>
          <p:cNvPr id="5" name="Місце для вмісту 4">
            <a:extLst>
              <a:ext uri="{FF2B5EF4-FFF2-40B4-BE49-F238E27FC236}">
                <a16:creationId xmlns:a16="http://schemas.microsoft.com/office/drawing/2014/main" id="{BFADD812-B759-BBC7-5276-67EDF0F29DBB}"/>
              </a:ext>
            </a:extLst>
          </p:cNvPr>
          <p:cNvGraphicFramePr>
            <a:graphicFrameLocks noGrp="1"/>
          </p:cNvGraphicFramePr>
          <p:nvPr>
            <p:ph sz="half" idx="2"/>
            <p:extLst>
              <p:ext uri="{D42A27DB-BD31-4B8C-83A1-F6EECF244321}">
                <p14:modId xmlns:p14="http://schemas.microsoft.com/office/powerpoint/2010/main" val="2851943526"/>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402B93C6-9DAD-840C-015E-4F129F74251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629546" y="2292149"/>
            <a:ext cx="2124371" cy="28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982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894377-1989-E8DA-46C8-CD87881B4731}"/>
              </a:ext>
            </a:extLst>
          </p:cNvPr>
          <p:cNvSpPr>
            <a:spLocks noGrp="1"/>
          </p:cNvSpPr>
          <p:nvPr>
            <p:ph type="title"/>
          </p:nvPr>
        </p:nvSpPr>
        <p:spPr/>
        <p:txBody>
          <a:bodyPr/>
          <a:lstStyle/>
          <a:p>
            <a:r>
              <a:rPr lang="ru-RU" dirty="0" err="1"/>
              <a:t>Хто</a:t>
            </a:r>
            <a:r>
              <a:rPr lang="ru-RU" dirty="0"/>
              <a:t> з </a:t>
            </a:r>
            <a:r>
              <a:rPr lang="ru-RU" dirty="0" err="1"/>
              <a:t>гетьманів</a:t>
            </a:r>
            <a:r>
              <a:rPr lang="ru-RU" dirty="0"/>
              <a:t> кинув клич</a:t>
            </a:r>
            <a:endParaRPr lang="uk-UA" dirty="0"/>
          </a:p>
        </p:txBody>
      </p:sp>
      <p:sp>
        <p:nvSpPr>
          <p:cNvPr id="3" name="Місце для вмісту 2">
            <a:extLst>
              <a:ext uri="{FF2B5EF4-FFF2-40B4-BE49-F238E27FC236}">
                <a16:creationId xmlns:a16="http://schemas.microsoft.com/office/drawing/2014/main" id="{A53D15E5-5DDC-A4CC-BA83-248D52737117}"/>
              </a:ext>
            </a:extLst>
          </p:cNvPr>
          <p:cNvSpPr>
            <a:spLocks noGrp="1"/>
          </p:cNvSpPr>
          <p:nvPr>
            <p:ph sz="half" idx="1"/>
          </p:nvPr>
        </p:nvSpPr>
        <p:spPr/>
        <p:txBody>
          <a:bodyPr/>
          <a:lstStyle/>
          <a:p>
            <a:r>
              <a:rPr lang="ru-RU" b="0" i="0" dirty="0">
                <a:solidFill>
                  <a:srgbClr val="FFFFFF"/>
                </a:solidFill>
                <a:effectLst/>
                <a:latin typeface="Century Gothic" panose="020B0502020202020204" pitchFamily="34" charset="0"/>
              </a:rPr>
              <a:t> </a:t>
            </a:r>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Хто</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хоче</a:t>
            </a:r>
            <a:r>
              <a:rPr lang="ru-RU" b="0" i="1" dirty="0">
                <a:solidFill>
                  <a:srgbClr val="FFFFFF"/>
                </a:solidFill>
                <a:effectLst/>
                <a:latin typeface="Century Gothic" panose="020B0502020202020204" pitchFamily="34" charset="0"/>
              </a:rPr>
              <a:t> в мою </a:t>
            </a:r>
            <a:r>
              <a:rPr lang="ru-RU" b="0" i="1" dirty="0" err="1">
                <a:solidFill>
                  <a:srgbClr val="FFFFFF"/>
                </a:solidFill>
                <a:effectLst/>
                <a:latin typeface="Century Gothic" panose="020B0502020202020204" pitchFamily="34" charset="0"/>
              </a:rPr>
              <a:t>компанію</a:t>
            </a:r>
            <a:r>
              <a:rPr lang="ru-RU" b="0" i="1" dirty="0">
                <a:solidFill>
                  <a:srgbClr val="FFFFFF"/>
                </a:solidFill>
                <a:effectLst/>
                <a:latin typeface="Century Gothic" panose="020B0502020202020204" pitchFamily="34" charset="0"/>
              </a:rPr>
              <a:t>?»</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що</a:t>
            </a:r>
            <a:r>
              <a:rPr lang="ru-RU" b="0" i="0" dirty="0">
                <a:solidFill>
                  <a:srgbClr val="FFFFFF"/>
                </a:solidFill>
                <a:effectLst/>
                <a:latin typeface="Century Gothic" panose="020B0502020202020204" pitchFamily="34" charset="0"/>
              </a:rPr>
              <a:t> став </a:t>
            </a:r>
            <a:r>
              <a:rPr lang="ru-RU" b="0" i="0" dirty="0" err="1">
                <a:solidFill>
                  <a:srgbClr val="FFFFFF"/>
                </a:solidFill>
                <a:effectLst/>
                <a:latin typeface="Century Gothic" panose="020B0502020202020204" pitchFamily="34" charset="0"/>
              </a:rPr>
              <a:t>підставою</a:t>
            </a:r>
            <a:r>
              <a:rPr lang="ru-RU" b="0" i="0" dirty="0">
                <a:solidFill>
                  <a:srgbClr val="FFFFFF"/>
                </a:solidFill>
                <a:effectLst/>
                <a:latin typeface="Century Gothic" panose="020B0502020202020204" pitchFamily="34" charset="0"/>
              </a:rPr>
              <a:t> для </a:t>
            </a:r>
            <a:r>
              <a:rPr lang="ru-RU" b="0" i="0" dirty="0" err="1">
                <a:solidFill>
                  <a:srgbClr val="FFFFFF"/>
                </a:solidFill>
                <a:effectLst/>
                <a:latin typeface="Century Gothic" panose="020B0502020202020204" pitchFamily="34" charset="0"/>
              </a:rPr>
              <a:t>створення</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нових</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компанійських</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регулярних</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козацьких</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підрозділів</a:t>
            </a:r>
            <a:r>
              <a:rPr lang="ru-RU" b="0" i="0"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DCF59141-4852-18B0-3706-DF7FA54F1524}"/>
              </a:ext>
            </a:extLst>
          </p:cNvPr>
          <p:cNvGraphicFramePr>
            <a:graphicFrameLocks noGrp="1"/>
          </p:cNvGraphicFramePr>
          <p:nvPr>
            <p:ph sz="half" idx="2"/>
            <p:extLst>
              <p:ext uri="{D42A27DB-BD31-4B8C-83A1-F6EECF244321}">
                <p14:modId xmlns:p14="http://schemas.microsoft.com/office/powerpoint/2010/main" val="124104564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9612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DC1D6E-51C8-7AA8-E942-1DEE999F352D}"/>
              </a:ext>
            </a:extLst>
          </p:cNvPr>
          <p:cNvSpPr>
            <a:spLocks noGrp="1"/>
          </p:cNvSpPr>
          <p:nvPr>
            <p:ph type="title"/>
          </p:nvPr>
        </p:nvSpPr>
        <p:spPr/>
        <p:txBody>
          <a:bodyPr/>
          <a:lstStyle/>
          <a:p>
            <a:r>
              <a:rPr lang="ru-RU" dirty="0"/>
              <a:t>Кому з </a:t>
            </a:r>
            <a:r>
              <a:rPr lang="ru-RU" dirty="0" err="1"/>
              <a:t>гетьманів</a:t>
            </a:r>
            <a:r>
              <a:rPr lang="ru-RU" dirty="0"/>
              <a:t> І. </a:t>
            </a:r>
            <a:r>
              <a:rPr lang="ru-RU" dirty="0" err="1"/>
              <a:t>Сірко</a:t>
            </a:r>
            <a:r>
              <a:rPr lang="ru-RU" dirty="0"/>
              <a:t> </a:t>
            </a:r>
            <a:r>
              <a:rPr lang="ru-RU" dirty="0" err="1"/>
              <a:t>докоряв</a:t>
            </a:r>
            <a:endParaRPr lang="uk-UA" dirty="0"/>
          </a:p>
        </p:txBody>
      </p:sp>
      <p:sp>
        <p:nvSpPr>
          <p:cNvPr id="3" name="Місце для вмісту 2">
            <a:extLst>
              <a:ext uri="{FF2B5EF4-FFF2-40B4-BE49-F238E27FC236}">
                <a16:creationId xmlns:a16="http://schemas.microsoft.com/office/drawing/2014/main" id="{A02DD126-2050-ABD5-D823-5D2D1E4CE4B8}"/>
              </a:ext>
            </a:extLst>
          </p:cNvPr>
          <p:cNvSpPr>
            <a:spLocks noGrp="1"/>
          </p:cNvSpPr>
          <p:nvPr>
            <p:ph sz="half" idx="1"/>
          </p:nvPr>
        </p:nvSpPr>
        <p:spPr/>
        <p:txBody>
          <a:bodyPr>
            <a:normAutofit fontScale="85000" lnSpcReduction="10000"/>
          </a:bodyPr>
          <a:lstStyle/>
          <a:p>
            <a:r>
              <a:rPr lang="uk-UA" b="0" i="1" dirty="0">
                <a:solidFill>
                  <a:srgbClr val="FFFFFF"/>
                </a:solidFill>
                <a:effectLst/>
                <a:latin typeface="Century Gothic" panose="020B0502020202020204" pitchFamily="34" charset="0"/>
              </a:rPr>
              <a:t>«…при розумному посередництві могла б [Гетьманщина] прихилитися від турецької влади під високу руку православного монарха. …Дорошенка заслав у вічну неволю, Чигирин з усією </a:t>
            </a:r>
            <a:r>
              <a:rPr lang="uk-UA" b="0" i="1" dirty="0" err="1">
                <a:solidFill>
                  <a:srgbClr val="FFFFFF"/>
                </a:solidFill>
                <a:effectLst/>
                <a:latin typeface="Century Gothic" panose="020B0502020202020204" pitchFamily="34" charset="0"/>
              </a:rPr>
              <a:t>цьогобічною</a:t>
            </a:r>
            <a:r>
              <a:rPr lang="uk-UA" b="0" i="1" dirty="0">
                <a:solidFill>
                  <a:srgbClr val="FFFFFF"/>
                </a:solidFill>
                <a:effectLst/>
                <a:latin typeface="Century Gothic" panose="020B0502020202020204" pitchFamily="34" charset="0"/>
              </a:rPr>
              <a:t> Україною втратив, допустив пролитися християнській крові… Відтак дочекався крайнього занепаду й запустіння Вітчизни нашої…»</a:t>
            </a:r>
            <a:endParaRPr lang="uk-UA" dirty="0"/>
          </a:p>
        </p:txBody>
      </p:sp>
      <p:graphicFrame>
        <p:nvGraphicFramePr>
          <p:cNvPr id="5" name="Місце для вмісту 4">
            <a:extLst>
              <a:ext uri="{FF2B5EF4-FFF2-40B4-BE49-F238E27FC236}">
                <a16:creationId xmlns:a16="http://schemas.microsoft.com/office/drawing/2014/main" id="{7A461326-0A2A-AA84-45F5-C2A878ACB755}"/>
              </a:ext>
            </a:extLst>
          </p:cNvPr>
          <p:cNvGraphicFramePr>
            <a:graphicFrameLocks noGrp="1"/>
          </p:cNvGraphicFramePr>
          <p:nvPr>
            <p:ph sz="half" idx="2"/>
            <p:extLst>
              <p:ext uri="{D42A27DB-BD31-4B8C-83A1-F6EECF244321}">
                <p14:modId xmlns:p14="http://schemas.microsoft.com/office/powerpoint/2010/main" val="385889975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7513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B38D1A-95AF-A226-8BA5-C1C972D60046}"/>
              </a:ext>
            </a:extLst>
          </p:cNvPr>
          <p:cNvSpPr>
            <a:spLocks noGrp="1"/>
          </p:cNvSpPr>
          <p:nvPr>
            <p:ph type="title"/>
          </p:nvPr>
        </p:nvSpPr>
        <p:spPr/>
        <p:txBody>
          <a:bodyPr/>
          <a:lstStyle/>
          <a:p>
            <a:r>
              <a:rPr lang="ru-RU" dirty="0" err="1"/>
              <a:t>Унаслідок</a:t>
            </a:r>
            <a:r>
              <a:rPr lang="ru-RU" dirty="0"/>
              <a:t> </a:t>
            </a:r>
            <a:r>
              <a:rPr lang="ru-RU" dirty="0" err="1"/>
              <a:t>якого</a:t>
            </a:r>
            <a:r>
              <a:rPr lang="ru-RU" dirty="0"/>
              <a:t> походу </a:t>
            </a:r>
            <a:r>
              <a:rPr lang="ru-RU" dirty="0" err="1"/>
              <a:t>Іван</a:t>
            </a:r>
            <a:r>
              <a:rPr lang="ru-RU" dirty="0"/>
              <a:t> Самойлович </a:t>
            </a:r>
            <a:r>
              <a:rPr lang="ru-RU" dirty="0" err="1"/>
              <a:t>втратив</a:t>
            </a:r>
            <a:r>
              <a:rPr lang="ru-RU" dirty="0"/>
              <a:t> </a:t>
            </a:r>
            <a:r>
              <a:rPr lang="ru-RU" dirty="0" err="1"/>
              <a:t>гетьманську</a:t>
            </a:r>
            <a:r>
              <a:rPr lang="ru-RU" dirty="0"/>
              <a:t> булаву?</a:t>
            </a:r>
            <a:endParaRPr lang="uk-UA" dirty="0"/>
          </a:p>
        </p:txBody>
      </p:sp>
      <p:graphicFrame>
        <p:nvGraphicFramePr>
          <p:cNvPr id="5" name="Місце для вмісту 4">
            <a:extLst>
              <a:ext uri="{FF2B5EF4-FFF2-40B4-BE49-F238E27FC236}">
                <a16:creationId xmlns:a16="http://schemas.microsoft.com/office/drawing/2014/main" id="{9EF373D5-B9E1-8DA9-2F91-D6BC3E29BB3D}"/>
              </a:ext>
            </a:extLst>
          </p:cNvPr>
          <p:cNvGraphicFramePr>
            <a:graphicFrameLocks noGrp="1"/>
          </p:cNvGraphicFramePr>
          <p:nvPr>
            <p:ph sz="half" idx="1"/>
            <p:extLst>
              <p:ext uri="{D42A27DB-BD31-4B8C-83A1-F6EECF244321}">
                <p14:modId xmlns:p14="http://schemas.microsoft.com/office/powerpoint/2010/main" val="66020045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AAAF62E8-9A92-5AFB-E1A8-EA7787B38A6C}"/>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209135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1CD308-4ADD-77EA-2A46-6B1C2BA257A5}"/>
              </a:ext>
            </a:extLst>
          </p:cNvPr>
          <p:cNvSpPr>
            <a:spLocks noGrp="1"/>
          </p:cNvSpPr>
          <p:nvPr>
            <p:ph type="title"/>
          </p:nvPr>
        </p:nvSpPr>
        <p:spPr/>
        <p:txBody>
          <a:bodyPr>
            <a:normAutofit/>
          </a:bodyPr>
          <a:lstStyle/>
          <a:p>
            <a:r>
              <a:rPr lang="ru-RU" dirty="0" err="1"/>
              <a:t>Укажіть</a:t>
            </a:r>
            <a:r>
              <a:rPr lang="ru-RU" dirty="0"/>
              <a:t> портрет </a:t>
            </a:r>
            <a:r>
              <a:rPr lang="ru-RU" dirty="0" err="1"/>
              <a:t>гетьмана</a:t>
            </a:r>
            <a:r>
              <a:rPr lang="ru-RU" dirty="0"/>
              <a:t>,.</a:t>
            </a:r>
            <a:endParaRPr lang="uk-UA" dirty="0"/>
          </a:p>
        </p:txBody>
      </p:sp>
      <p:sp>
        <p:nvSpPr>
          <p:cNvPr id="3" name="Місце для вмісту 2">
            <a:extLst>
              <a:ext uri="{FF2B5EF4-FFF2-40B4-BE49-F238E27FC236}">
                <a16:creationId xmlns:a16="http://schemas.microsoft.com/office/drawing/2014/main" id="{EC2EC17F-53FD-5B49-263E-D59BF66508BF}"/>
              </a:ext>
            </a:extLst>
          </p:cNvPr>
          <p:cNvSpPr>
            <a:spLocks noGrp="1"/>
          </p:cNvSpPr>
          <p:nvPr>
            <p:ph sz="half" idx="1"/>
          </p:nvPr>
        </p:nvSpPr>
        <p:spPr/>
        <p:txBody>
          <a:bodyPr/>
          <a:lstStyle/>
          <a:p>
            <a:r>
              <a:rPr lang="ru-RU" dirty="0" err="1"/>
              <a:t>який</a:t>
            </a:r>
            <a:r>
              <a:rPr lang="ru-RU" dirty="0"/>
              <a:t> у </a:t>
            </a:r>
            <a:r>
              <a:rPr lang="ru-RU" dirty="0" err="1"/>
              <a:t>боротьбі</a:t>
            </a:r>
            <a:r>
              <a:rPr lang="ru-RU" dirty="0"/>
              <a:t> за </a:t>
            </a:r>
            <a:r>
              <a:rPr lang="ru-RU" dirty="0" err="1"/>
              <a:t>єдність</a:t>
            </a:r>
            <a:r>
              <a:rPr lang="ru-RU" dirty="0"/>
              <a:t> </a:t>
            </a:r>
            <a:r>
              <a:rPr lang="ru-RU" dirty="0" err="1"/>
              <a:t>козацької</a:t>
            </a:r>
            <a:r>
              <a:rPr lang="ru-RU" dirty="0"/>
              <a:t> </a:t>
            </a:r>
            <a:r>
              <a:rPr lang="ru-RU" dirty="0" err="1"/>
              <a:t>держави</a:t>
            </a:r>
            <a:r>
              <a:rPr lang="ru-RU" dirty="0"/>
              <a:t> </a:t>
            </a:r>
            <a:r>
              <a:rPr lang="ru-RU" dirty="0" err="1"/>
              <a:t>визнав</a:t>
            </a:r>
            <a:r>
              <a:rPr lang="ru-RU" dirty="0"/>
              <a:t> протекторат </a:t>
            </a:r>
            <a:r>
              <a:rPr lang="ru-RU" dirty="0" err="1"/>
              <a:t>Османської</a:t>
            </a:r>
            <a:r>
              <a:rPr lang="ru-RU" dirty="0"/>
              <a:t> </a:t>
            </a:r>
            <a:r>
              <a:rPr lang="ru-RU" dirty="0" err="1"/>
              <a:t>імперії</a:t>
            </a:r>
            <a:r>
              <a:rPr lang="ru-RU" dirty="0"/>
              <a:t> над </a:t>
            </a:r>
            <a:r>
              <a:rPr lang="ru-RU" dirty="0" err="1"/>
              <a:t>Гетьманщиною</a:t>
            </a:r>
            <a:endParaRPr lang="uk-UA" b="1" dirty="0"/>
          </a:p>
        </p:txBody>
      </p:sp>
      <p:pic>
        <p:nvPicPr>
          <p:cNvPr id="4098" name="Picture 2">
            <a:extLst>
              <a:ext uri="{FF2B5EF4-FFF2-40B4-BE49-F238E27FC236}">
                <a16:creationId xmlns:a16="http://schemas.microsoft.com/office/drawing/2014/main" id="{F8E95922-5516-C2E2-CCDE-099875012633}"/>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75094"/>
          <a:stretch/>
        </p:blipFill>
        <p:spPr bwMode="auto">
          <a:xfrm>
            <a:off x="5569125" y="2249870"/>
            <a:ext cx="1616550" cy="23582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F8506FFC-9360-7D68-31D2-26F35FC47A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645" r="24450"/>
          <a:stretch/>
        </p:blipFill>
        <p:spPr bwMode="auto">
          <a:xfrm>
            <a:off x="9072217" y="2288553"/>
            <a:ext cx="1616549" cy="23582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CD90E4EF-1187-8C77-86B7-AA7C3D0174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39" r="49356"/>
          <a:stretch/>
        </p:blipFill>
        <p:spPr bwMode="auto">
          <a:xfrm>
            <a:off x="7351623" y="2249869"/>
            <a:ext cx="1616549" cy="23582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2A162F5-4900-7E59-F584-F51A923C2C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094"/>
          <a:stretch/>
        </p:blipFill>
        <p:spPr bwMode="auto">
          <a:xfrm>
            <a:off x="10757712" y="2291433"/>
            <a:ext cx="1616549" cy="2358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723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555C99-BDFF-6FD4-81FE-DE37E80E6DB3}"/>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ХVII ст.</a:t>
            </a:r>
            <a:endParaRPr lang="uk-UA" dirty="0"/>
          </a:p>
        </p:txBody>
      </p:sp>
      <p:graphicFrame>
        <p:nvGraphicFramePr>
          <p:cNvPr id="5" name="Місце для вмісту 4">
            <a:extLst>
              <a:ext uri="{FF2B5EF4-FFF2-40B4-BE49-F238E27FC236}">
                <a16:creationId xmlns:a16="http://schemas.microsoft.com/office/drawing/2014/main" id="{49C580F9-7241-A124-C39F-F323871590A8}"/>
              </a:ext>
            </a:extLst>
          </p:cNvPr>
          <p:cNvGraphicFramePr>
            <a:graphicFrameLocks noGrp="1"/>
          </p:cNvGraphicFramePr>
          <p:nvPr>
            <p:ph sz="half" idx="1"/>
            <p:extLst>
              <p:ext uri="{D42A27DB-BD31-4B8C-83A1-F6EECF244321}">
                <p14:modId xmlns:p14="http://schemas.microsoft.com/office/powerpoint/2010/main" val="2473612140"/>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5D177D8C-9FC2-A050-24A4-7BE690495260}"/>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200976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72EE86-6208-D2B0-4D56-A8DA77763630}"/>
              </a:ext>
            </a:extLst>
          </p:cNvPr>
          <p:cNvSpPr>
            <a:spLocks noGrp="1"/>
          </p:cNvSpPr>
          <p:nvPr>
            <p:ph type="title"/>
          </p:nvPr>
        </p:nvSpPr>
        <p:spPr/>
        <p:txBody>
          <a:bodyPr/>
          <a:lstStyle/>
          <a:p>
            <a:r>
              <a:rPr lang="uk-UA" dirty="0"/>
              <a:t>«Генеральна військова канцелярія» – це</a:t>
            </a:r>
          </a:p>
        </p:txBody>
      </p:sp>
      <p:graphicFrame>
        <p:nvGraphicFramePr>
          <p:cNvPr id="6" name="Місце для вмісту 5">
            <a:extLst>
              <a:ext uri="{FF2B5EF4-FFF2-40B4-BE49-F238E27FC236}">
                <a16:creationId xmlns:a16="http://schemas.microsoft.com/office/drawing/2014/main" id="{D7AF8A55-A32C-12AC-C3B5-0CB320A36534}"/>
              </a:ext>
            </a:extLst>
          </p:cNvPr>
          <p:cNvGraphicFramePr>
            <a:graphicFrameLocks noGrp="1"/>
          </p:cNvGraphicFramePr>
          <p:nvPr>
            <p:ph sz="half" idx="1"/>
            <p:extLst>
              <p:ext uri="{D42A27DB-BD31-4B8C-83A1-F6EECF244321}">
                <p14:modId xmlns:p14="http://schemas.microsoft.com/office/powerpoint/2010/main" val="3227762760"/>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4CCBA67D-9F75-5C9E-5933-D2ABD519842F}"/>
              </a:ext>
            </a:extLst>
          </p:cNvPr>
          <p:cNvGraphicFramePr>
            <a:graphicFrameLocks noGrp="1"/>
          </p:cNvGraphicFramePr>
          <p:nvPr>
            <p:ph sz="half" idx="2"/>
            <p:extLst>
              <p:ext uri="{D42A27DB-BD31-4B8C-83A1-F6EECF244321}">
                <p14:modId xmlns:p14="http://schemas.microsoft.com/office/powerpoint/2010/main" val="819436916"/>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00132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BF9225-585D-A3CB-B27B-88C5FA663C5E}"/>
              </a:ext>
            </a:extLst>
          </p:cNvPr>
          <p:cNvSpPr>
            <a:spLocks noGrp="1"/>
          </p:cNvSpPr>
          <p:nvPr>
            <p:ph type="title"/>
          </p:nvPr>
        </p:nvSpPr>
        <p:spPr/>
        <p:txBody>
          <a:bodyPr>
            <a:normAutofit fontScale="90000"/>
          </a:bodyPr>
          <a:lstStyle/>
          <a:p>
            <a:r>
              <a:rPr lang="ru-RU" dirty="0" err="1"/>
              <a:t>Які</a:t>
            </a:r>
            <a:r>
              <a:rPr lang="ru-RU" dirty="0"/>
              <a:t> </a:t>
            </a:r>
            <a:r>
              <a:rPr lang="ru-RU" dirty="0" err="1"/>
              <a:t>зміни</a:t>
            </a:r>
            <a:r>
              <a:rPr lang="ru-RU" dirty="0"/>
              <a:t> в </a:t>
            </a:r>
            <a:r>
              <a:rPr lang="ru-RU" dirty="0" err="1"/>
              <a:t>суспільному</a:t>
            </a:r>
            <a:r>
              <a:rPr lang="ru-RU" dirty="0"/>
              <a:t> </a:t>
            </a:r>
            <a:r>
              <a:rPr lang="ru-RU" dirty="0" err="1"/>
              <a:t>житті</a:t>
            </a:r>
            <a:r>
              <a:rPr lang="ru-RU" dirty="0"/>
              <a:t> </a:t>
            </a:r>
            <a:r>
              <a:rPr lang="ru-RU" dirty="0" err="1"/>
              <a:t>Лівобережної</a:t>
            </a:r>
            <a:r>
              <a:rPr lang="ru-RU" dirty="0"/>
              <a:t> </a:t>
            </a:r>
            <a:r>
              <a:rPr lang="ru-RU" dirty="0" err="1"/>
              <a:t>Гетьманщини</a:t>
            </a:r>
            <a:r>
              <a:rPr lang="ru-RU" dirty="0"/>
              <a:t> </a:t>
            </a:r>
            <a:r>
              <a:rPr lang="ru-RU" dirty="0" err="1"/>
              <a:t>відбулися</a:t>
            </a:r>
            <a:r>
              <a:rPr lang="ru-RU" dirty="0"/>
              <a:t> в </a:t>
            </a:r>
            <a:r>
              <a:rPr lang="ru-RU" dirty="0" err="1"/>
              <a:t>другій</a:t>
            </a:r>
            <a:r>
              <a:rPr lang="ru-RU" dirty="0"/>
              <a:t> </a:t>
            </a:r>
            <a:r>
              <a:rPr lang="ru-RU" dirty="0" err="1"/>
              <a:t>половині</a:t>
            </a:r>
            <a:r>
              <a:rPr lang="ru-RU" dirty="0"/>
              <a:t> XVII ст.?</a:t>
            </a:r>
            <a:endParaRPr lang="uk-UA" dirty="0"/>
          </a:p>
        </p:txBody>
      </p:sp>
      <p:graphicFrame>
        <p:nvGraphicFramePr>
          <p:cNvPr id="6" name="Місце для вмісту 5">
            <a:extLst>
              <a:ext uri="{FF2B5EF4-FFF2-40B4-BE49-F238E27FC236}">
                <a16:creationId xmlns:a16="http://schemas.microsoft.com/office/drawing/2014/main" id="{45C9EA4E-BA1B-43A7-1110-99CBFC3A685E}"/>
              </a:ext>
            </a:extLst>
          </p:cNvPr>
          <p:cNvGraphicFramePr>
            <a:graphicFrameLocks noGrp="1"/>
          </p:cNvGraphicFramePr>
          <p:nvPr>
            <p:ph sz="half" idx="1"/>
            <p:extLst>
              <p:ext uri="{D42A27DB-BD31-4B8C-83A1-F6EECF244321}">
                <p14:modId xmlns:p14="http://schemas.microsoft.com/office/powerpoint/2010/main" val="2618732241"/>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Місце для вмісту 6">
            <a:extLst>
              <a:ext uri="{FF2B5EF4-FFF2-40B4-BE49-F238E27FC236}">
                <a16:creationId xmlns:a16="http://schemas.microsoft.com/office/drawing/2014/main" id="{C301913D-37C4-1DA7-9930-1A4007108BFC}"/>
              </a:ext>
            </a:extLst>
          </p:cNvPr>
          <p:cNvGraphicFramePr>
            <a:graphicFrameLocks noGrp="1"/>
          </p:cNvGraphicFramePr>
          <p:nvPr>
            <p:ph sz="half" idx="2"/>
            <p:extLst>
              <p:ext uri="{D42A27DB-BD31-4B8C-83A1-F6EECF244321}">
                <p14:modId xmlns:p14="http://schemas.microsoft.com/office/powerpoint/2010/main" val="1325571837"/>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9620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1AA9D6-C02C-19AC-2D50-A4BB0C206AB0}"/>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50–80-х </a:t>
            </a:r>
            <a:r>
              <a:rPr lang="ru-RU" dirty="0" err="1"/>
              <a:t>рр</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8379768E-D174-1296-38B0-39A1EE4B4C23}"/>
              </a:ext>
            </a:extLst>
          </p:cNvPr>
          <p:cNvGraphicFramePr>
            <a:graphicFrameLocks noGrp="1"/>
          </p:cNvGraphicFramePr>
          <p:nvPr>
            <p:ph sz="half" idx="1"/>
            <p:extLst>
              <p:ext uri="{D42A27DB-BD31-4B8C-83A1-F6EECF244321}">
                <p14:modId xmlns:p14="http://schemas.microsoft.com/office/powerpoint/2010/main" val="63310039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B00125E9-E41F-7F33-0CEC-016E42692DB5}"/>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840827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F1CE5D-3CB7-957C-5B3F-6B0F5A7730A3}"/>
              </a:ext>
            </a:extLst>
          </p:cNvPr>
          <p:cNvSpPr>
            <a:spLocks noGrp="1"/>
          </p:cNvSpPr>
          <p:nvPr>
            <p:ph type="title"/>
          </p:nvPr>
        </p:nvSpPr>
        <p:spPr/>
        <p:txBody>
          <a:bodyPr/>
          <a:lstStyle/>
          <a:p>
            <a:r>
              <a:rPr lang="uk-UA" dirty="0"/>
              <a:t>Період Руїни характеризувався</a:t>
            </a:r>
          </a:p>
        </p:txBody>
      </p:sp>
      <p:graphicFrame>
        <p:nvGraphicFramePr>
          <p:cNvPr id="5" name="Місце для вмісту 4">
            <a:extLst>
              <a:ext uri="{FF2B5EF4-FFF2-40B4-BE49-F238E27FC236}">
                <a16:creationId xmlns:a16="http://schemas.microsoft.com/office/drawing/2014/main" id="{A9A9F639-80E7-BD48-A8E3-7E23CBC022AA}"/>
              </a:ext>
            </a:extLst>
          </p:cNvPr>
          <p:cNvGraphicFramePr>
            <a:graphicFrameLocks noGrp="1"/>
          </p:cNvGraphicFramePr>
          <p:nvPr>
            <p:ph sz="half" idx="1"/>
            <p:extLst>
              <p:ext uri="{D42A27DB-BD31-4B8C-83A1-F6EECF244321}">
                <p14:modId xmlns:p14="http://schemas.microsoft.com/office/powerpoint/2010/main" val="390013091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BE25C977-965D-2062-58CC-3554719BD63C}"/>
              </a:ext>
            </a:extLst>
          </p:cNvPr>
          <p:cNvGraphicFramePr>
            <a:graphicFrameLocks noGrp="1"/>
          </p:cNvGraphicFramePr>
          <p:nvPr>
            <p:ph sz="half" idx="2"/>
            <p:extLst>
              <p:ext uri="{D42A27DB-BD31-4B8C-83A1-F6EECF244321}">
                <p14:modId xmlns:p14="http://schemas.microsoft.com/office/powerpoint/2010/main" val="3780583807"/>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63976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2D37FA-9DC9-EAA6-10C7-CD40F565FC73}"/>
              </a:ext>
            </a:extLst>
          </p:cNvPr>
          <p:cNvSpPr>
            <a:spLocks noGrp="1"/>
          </p:cNvSpPr>
          <p:nvPr>
            <p:ph type="title"/>
          </p:nvPr>
        </p:nvSpPr>
        <p:spPr/>
        <p:txBody>
          <a:bodyPr/>
          <a:lstStyle/>
          <a:p>
            <a:r>
              <a:rPr lang="ru-RU" dirty="0" err="1"/>
              <a:t>Що</a:t>
            </a:r>
            <a:r>
              <a:rPr lang="ru-RU" dirty="0"/>
              <a:t> </a:t>
            </a:r>
            <a:r>
              <a:rPr lang="ru-RU" dirty="0" err="1"/>
              <a:t>було</a:t>
            </a:r>
            <a:r>
              <a:rPr lang="ru-RU" dirty="0"/>
              <a:t> </a:t>
            </a:r>
            <a:r>
              <a:rPr lang="ru-RU" dirty="0" err="1"/>
              <a:t>характерним</a:t>
            </a:r>
            <a:r>
              <a:rPr lang="ru-RU" dirty="0"/>
              <a:t> для </a:t>
            </a:r>
            <a:r>
              <a:rPr lang="ru-RU" dirty="0" err="1"/>
              <a:t>періоду</a:t>
            </a:r>
            <a:r>
              <a:rPr lang="ru-RU" dirty="0"/>
              <a:t> </a:t>
            </a:r>
            <a:r>
              <a:rPr lang="ru-RU" dirty="0" err="1"/>
              <a:t>Руїни</a:t>
            </a:r>
            <a:r>
              <a:rPr lang="ru-RU" dirty="0"/>
              <a:t> </a:t>
            </a:r>
            <a:r>
              <a:rPr lang="ru-RU" dirty="0" err="1"/>
              <a:t>другої</a:t>
            </a:r>
            <a:r>
              <a:rPr lang="ru-RU" dirty="0"/>
              <a:t> </a:t>
            </a:r>
            <a:r>
              <a:rPr lang="ru-RU" dirty="0" err="1"/>
              <a:t>половини</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AF6C0F8B-21AA-B415-6CCB-9807F7909947}"/>
              </a:ext>
            </a:extLst>
          </p:cNvPr>
          <p:cNvGraphicFramePr>
            <a:graphicFrameLocks noGrp="1"/>
          </p:cNvGraphicFramePr>
          <p:nvPr>
            <p:ph sz="half" idx="1"/>
            <p:extLst>
              <p:ext uri="{D42A27DB-BD31-4B8C-83A1-F6EECF244321}">
                <p14:modId xmlns:p14="http://schemas.microsoft.com/office/powerpoint/2010/main" val="9335879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3594AE4A-C36E-712A-5AEE-1AF17DE9CECD}"/>
              </a:ext>
            </a:extLst>
          </p:cNvPr>
          <p:cNvGraphicFramePr>
            <a:graphicFrameLocks noGrp="1"/>
          </p:cNvGraphicFramePr>
          <p:nvPr>
            <p:ph sz="half" idx="2"/>
            <p:extLst>
              <p:ext uri="{D42A27DB-BD31-4B8C-83A1-F6EECF244321}">
                <p14:modId xmlns:p14="http://schemas.microsoft.com/office/powerpoint/2010/main" val="204988126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85619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44B781-135F-E65A-58A3-742CCD419BFD}"/>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другої</a:t>
            </a:r>
            <a:r>
              <a:rPr lang="ru-RU" dirty="0"/>
              <a:t> </a:t>
            </a:r>
            <a:r>
              <a:rPr lang="ru-RU" dirty="0" err="1"/>
              <a:t>половини</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0810C0B4-8F69-B4DC-CDDF-1A7AB0239E78}"/>
              </a:ext>
            </a:extLst>
          </p:cNvPr>
          <p:cNvGraphicFramePr>
            <a:graphicFrameLocks noGrp="1"/>
          </p:cNvGraphicFramePr>
          <p:nvPr>
            <p:ph sz="half" idx="1"/>
            <p:extLst>
              <p:ext uri="{D42A27DB-BD31-4B8C-83A1-F6EECF244321}">
                <p14:modId xmlns:p14="http://schemas.microsoft.com/office/powerpoint/2010/main" val="3690658035"/>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5ED364B9-E369-D940-12F3-92FD91AEABB0}"/>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464037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6A01DB-5187-B684-E12C-EE3D1DD3241D}"/>
              </a:ext>
            </a:extLst>
          </p:cNvPr>
          <p:cNvSpPr>
            <a:spLocks noGrp="1"/>
          </p:cNvSpPr>
          <p:nvPr>
            <p:ph type="title"/>
          </p:nvPr>
        </p:nvSpPr>
        <p:spPr/>
        <p:txBody>
          <a:bodyPr>
            <a:normAutofit fontScale="90000"/>
          </a:bodyPr>
          <a:lstStyle/>
          <a:p>
            <a:r>
              <a:rPr lang="ru-RU" dirty="0" err="1"/>
              <a:t>Укажіть</a:t>
            </a:r>
            <a:r>
              <a:rPr lang="ru-RU" dirty="0"/>
              <a:t> </a:t>
            </a:r>
            <a:r>
              <a:rPr lang="ru-RU" dirty="0" err="1"/>
              <a:t>зміни</a:t>
            </a:r>
            <a:r>
              <a:rPr lang="ru-RU" dirty="0"/>
              <a:t> в </a:t>
            </a:r>
            <a:r>
              <a:rPr lang="ru-RU" dirty="0" err="1"/>
              <a:t>соціально-економічному</a:t>
            </a:r>
            <a:r>
              <a:rPr lang="ru-RU" dirty="0"/>
              <a:t> </a:t>
            </a:r>
            <a:r>
              <a:rPr lang="ru-RU" dirty="0" err="1"/>
              <a:t>житті</a:t>
            </a:r>
            <a:r>
              <a:rPr lang="ru-RU" dirty="0"/>
              <a:t> </a:t>
            </a:r>
            <a:r>
              <a:rPr lang="ru-RU" dirty="0" err="1"/>
              <a:t>Гетьманщини</a:t>
            </a:r>
            <a:r>
              <a:rPr lang="ru-RU" dirty="0"/>
              <a:t> в </a:t>
            </a:r>
            <a:r>
              <a:rPr lang="ru-RU" dirty="0" err="1"/>
              <a:t>другій</a:t>
            </a:r>
            <a:r>
              <a:rPr lang="ru-RU" dirty="0"/>
              <a:t> </a:t>
            </a:r>
            <a:r>
              <a:rPr lang="ru-RU" dirty="0" err="1"/>
              <a:t>половині</a:t>
            </a:r>
            <a:r>
              <a:rPr lang="ru-RU" dirty="0"/>
              <a:t> ХVІІ ст.</a:t>
            </a:r>
            <a:endParaRPr lang="uk-UA" dirty="0"/>
          </a:p>
        </p:txBody>
      </p:sp>
      <p:graphicFrame>
        <p:nvGraphicFramePr>
          <p:cNvPr id="6" name="Місце для вмісту 5">
            <a:extLst>
              <a:ext uri="{FF2B5EF4-FFF2-40B4-BE49-F238E27FC236}">
                <a16:creationId xmlns:a16="http://schemas.microsoft.com/office/drawing/2014/main" id="{301F87F5-3B7A-5A44-D353-05B0DE87E3CB}"/>
              </a:ext>
            </a:extLst>
          </p:cNvPr>
          <p:cNvGraphicFramePr>
            <a:graphicFrameLocks noGrp="1"/>
          </p:cNvGraphicFramePr>
          <p:nvPr>
            <p:ph sz="half" idx="1"/>
            <p:extLst>
              <p:ext uri="{D42A27DB-BD31-4B8C-83A1-F6EECF244321}">
                <p14:modId xmlns:p14="http://schemas.microsoft.com/office/powerpoint/2010/main" val="363217537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2457BCD6-6968-9E5D-532A-573F7F012A57}"/>
              </a:ext>
            </a:extLst>
          </p:cNvPr>
          <p:cNvGraphicFramePr>
            <a:graphicFrameLocks noGrp="1"/>
          </p:cNvGraphicFramePr>
          <p:nvPr>
            <p:ph sz="half" idx="2"/>
            <p:extLst>
              <p:ext uri="{D42A27DB-BD31-4B8C-83A1-F6EECF244321}">
                <p14:modId xmlns:p14="http://schemas.microsoft.com/office/powerpoint/2010/main" val="1936229430"/>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13716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65458B-ECD9-6187-780A-92013C54C565}"/>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описаних</a:t>
            </a:r>
            <a:r>
              <a:rPr lang="ru-RU" dirty="0"/>
              <a:t> в </a:t>
            </a:r>
            <a:r>
              <a:rPr lang="ru-RU" dirty="0" err="1"/>
              <a:t>уривках</a:t>
            </a:r>
            <a:r>
              <a:rPr lang="ru-RU" dirty="0"/>
              <a:t> з </a:t>
            </a:r>
            <a:r>
              <a:rPr lang="ru-RU" dirty="0" err="1"/>
              <a:t>історичних</a:t>
            </a:r>
            <a:r>
              <a:rPr lang="ru-RU" dirty="0"/>
              <a:t> </a:t>
            </a:r>
            <a:r>
              <a:rPr lang="ru-RU" dirty="0" err="1"/>
              <a:t>джерел</a:t>
            </a:r>
            <a:endParaRPr lang="uk-UA" dirty="0"/>
          </a:p>
        </p:txBody>
      </p:sp>
      <p:graphicFrame>
        <p:nvGraphicFramePr>
          <p:cNvPr id="6" name="Місце для вмісту 5">
            <a:extLst>
              <a:ext uri="{FF2B5EF4-FFF2-40B4-BE49-F238E27FC236}">
                <a16:creationId xmlns:a16="http://schemas.microsoft.com/office/drawing/2014/main" id="{E51C3A5B-08B9-AA87-4208-C44C3F766E3E}"/>
              </a:ext>
            </a:extLst>
          </p:cNvPr>
          <p:cNvGraphicFramePr>
            <a:graphicFrameLocks noGrp="1"/>
          </p:cNvGraphicFramePr>
          <p:nvPr>
            <p:ph sz="half" idx="1"/>
            <p:extLst>
              <p:ext uri="{D42A27DB-BD31-4B8C-83A1-F6EECF244321}">
                <p14:modId xmlns:p14="http://schemas.microsoft.com/office/powerpoint/2010/main" val="1951976359"/>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47C440A8-2ED5-5CE5-F798-9EE486FBB626}"/>
              </a:ext>
            </a:extLst>
          </p:cNvPr>
          <p:cNvGraphicFramePr>
            <a:graphicFrameLocks noGrp="1"/>
          </p:cNvGraphicFramePr>
          <p:nvPr>
            <p:ph sz="half" idx="2"/>
            <p:extLst>
              <p:ext uri="{D42A27DB-BD31-4B8C-83A1-F6EECF244321}">
                <p14:modId xmlns:p14="http://schemas.microsoft.com/office/powerpoint/2010/main" val="2002787921"/>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18838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0F33F4-0CC9-B553-1B45-6668322B6B90}"/>
              </a:ext>
            </a:extLst>
          </p:cNvPr>
          <p:cNvSpPr>
            <a:spLocks noGrp="1"/>
          </p:cNvSpPr>
          <p:nvPr>
            <p:ph type="title"/>
          </p:nvPr>
        </p:nvSpPr>
        <p:spPr/>
        <p:txBody>
          <a:bodyPr/>
          <a:lstStyle/>
          <a:p>
            <a:r>
              <a:rPr lang="uk-UA" dirty="0"/>
              <a:t>Установіть відповідність між подією другої половини </a:t>
            </a:r>
            <a:r>
              <a:rPr lang="en-US" dirty="0"/>
              <a:t>XVII </a:t>
            </a:r>
            <a:r>
              <a:rPr lang="uk-UA" dirty="0"/>
              <a:t>ст. та її наслідком.</a:t>
            </a:r>
          </a:p>
        </p:txBody>
      </p:sp>
      <p:graphicFrame>
        <p:nvGraphicFramePr>
          <p:cNvPr id="5" name="Місце для вмісту 4">
            <a:extLst>
              <a:ext uri="{FF2B5EF4-FFF2-40B4-BE49-F238E27FC236}">
                <a16:creationId xmlns:a16="http://schemas.microsoft.com/office/drawing/2014/main" id="{5C79ECBF-518D-A04C-C725-0F73B3C1C2E6}"/>
              </a:ext>
            </a:extLst>
          </p:cNvPr>
          <p:cNvGraphicFramePr>
            <a:graphicFrameLocks noGrp="1"/>
          </p:cNvGraphicFramePr>
          <p:nvPr>
            <p:ph sz="half" idx="1"/>
            <p:extLst>
              <p:ext uri="{D42A27DB-BD31-4B8C-83A1-F6EECF244321}">
                <p14:modId xmlns:p14="http://schemas.microsoft.com/office/powerpoint/2010/main" val="4197232182"/>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3459C5B1-9F2C-D50C-3FFA-D543CD15B819}"/>
              </a:ext>
            </a:extLst>
          </p:cNvPr>
          <p:cNvGraphicFramePr>
            <a:graphicFrameLocks noGrp="1"/>
          </p:cNvGraphicFramePr>
          <p:nvPr>
            <p:ph sz="half" idx="2"/>
            <p:extLst>
              <p:ext uri="{D42A27DB-BD31-4B8C-83A1-F6EECF244321}">
                <p14:modId xmlns:p14="http://schemas.microsoft.com/office/powerpoint/2010/main" val="3913457885"/>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14077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55D9FE-7F7B-473B-EB76-7DBFECA0A1C8}"/>
              </a:ext>
            </a:extLst>
          </p:cNvPr>
          <p:cNvSpPr>
            <a:spLocks noGrp="1"/>
          </p:cNvSpPr>
          <p:nvPr>
            <p:ph type="title"/>
          </p:nvPr>
        </p:nvSpPr>
        <p:spPr/>
        <p:txBody>
          <a:bodyPr>
            <a:normAutofit fontScale="90000"/>
          </a:bodyPr>
          <a:lstStyle/>
          <a:p>
            <a:r>
              <a:rPr lang="ru-RU" dirty="0" err="1"/>
              <a:t>Визначте</a:t>
            </a:r>
            <a:r>
              <a:rPr lang="ru-RU" dirty="0"/>
              <a:t> </a:t>
            </a:r>
            <a:r>
              <a:rPr lang="ru-RU" dirty="0" err="1"/>
              <a:t>ознаки</a:t>
            </a:r>
            <a:r>
              <a:rPr lang="ru-RU" dirty="0"/>
              <a:t> </a:t>
            </a:r>
            <a:r>
              <a:rPr lang="ru-RU" dirty="0" err="1"/>
              <a:t>господарського</a:t>
            </a:r>
            <a:r>
              <a:rPr lang="ru-RU" dirty="0"/>
              <a:t> </a:t>
            </a:r>
            <a:r>
              <a:rPr lang="ru-RU" dirty="0" err="1"/>
              <a:t>життя</a:t>
            </a:r>
            <a:r>
              <a:rPr lang="ru-RU" dirty="0"/>
              <a:t> й </a:t>
            </a:r>
            <a:r>
              <a:rPr lang="ru-RU" dirty="0" err="1"/>
              <a:t>політичного</a:t>
            </a:r>
            <a:r>
              <a:rPr lang="ru-RU" dirty="0"/>
              <a:t> устрою </a:t>
            </a:r>
            <a:r>
              <a:rPr lang="ru-RU" dirty="0" err="1"/>
              <a:t>Слобідської</a:t>
            </a:r>
            <a:r>
              <a:rPr lang="ru-RU" dirty="0"/>
              <a:t> </a:t>
            </a:r>
            <a:r>
              <a:rPr lang="ru-RU" dirty="0" err="1"/>
              <a:t>України</a:t>
            </a:r>
            <a:r>
              <a:rPr lang="ru-RU" dirty="0"/>
              <a:t> в </a:t>
            </a:r>
            <a:r>
              <a:rPr lang="ru-RU" dirty="0" err="1"/>
              <a:t>другій</a:t>
            </a:r>
            <a:r>
              <a:rPr lang="ru-RU" dirty="0"/>
              <a:t> </a:t>
            </a:r>
            <a:r>
              <a:rPr lang="ru-RU" dirty="0" err="1"/>
              <a:t>половині</a:t>
            </a:r>
            <a:r>
              <a:rPr lang="ru-RU" dirty="0"/>
              <a:t> XVII ст.</a:t>
            </a:r>
            <a:endParaRPr lang="uk-UA" dirty="0"/>
          </a:p>
        </p:txBody>
      </p:sp>
      <p:graphicFrame>
        <p:nvGraphicFramePr>
          <p:cNvPr id="6" name="Місце для вмісту 5">
            <a:extLst>
              <a:ext uri="{FF2B5EF4-FFF2-40B4-BE49-F238E27FC236}">
                <a16:creationId xmlns:a16="http://schemas.microsoft.com/office/drawing/2014/main" id="{21A91BB0-7990-2C1C-100B-A647B54D8C65}"/>
              </a:ext>
            </a:extLst>
          </p:cNvPr>
          <p:cNvGraphicFramePr>
            <a:graphicFrameLocks noGrp="1"/>
          </p:cNvGraphicFramePr>
          <p:nvPr>
            <p:ph sz="half" idx="1"/>
            <p:extLst>
              <p:ext uri="{D42A27DB-BD31-4B8C-83A1-F6EECF244321}">
                <p14:modId xmlns:p14="http://schemas.microsoft.com/office/powerpoint/2010/main" val="3297022355"/>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Місце для вмісту 6">
            <a:extLst>
              <a:ext uri="{FF2B5EF4-FFF2-40B4-BE49-F238E27FC236}">
                <a16:creationId xmlns:a16="http://schemas.microsoft.com/office/drawing/2014/main" id="{8D8F4E92-97FF-0D60-C36F-8F957E28C438}"/>
              </a:ext>
            </a:extLst>
          </p:cNvPr>
          <p:cNvGraphicFramePr>
            <a:graphicFrameLocks noGrp="1"/>
          </p:cNvGraphicFramePr>
          <p:nvPr>
            <p:ph sz="half" idx="2"/>
            <p:extLst>
              <p:ext uri="{D42A27DB-BD31-4B8C-83A1-F6EECF244321}">
                <p14:modId xmlns:p14="http://schemas.microsoft.com/office/powerpoint/2010/main" val="183037047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175529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8E8A17-AD3C-1394-0686-9B1495FFC666}"/>
              </a:ext>
            </a:extLst>
          </p:cNvPr>
          <p:cNvSpPr>
            <a:spLocks noGrp="1"/>
          </p:cNvSpPr>
          <p:nvPr>
            <p:ph type="title"/>
          </p:nvPr>
        </p:nvSpPr>
        <p:spPr/>
        <p:txBody>
          <a:bodyPr/>
          <a:lstStyle/>
          <a:p>
            <a:r>
              <a:rPr lang="ru-RU" dirty="0"/>
              <a:t>Так </a:t>
            </a:r>
            <a:r>
              <a:rPr lang="ru-RU" dirty="0" err="1"/>
              <a:t>іноземний</a:t>
            </a:r>
            <a:r>
              <a:rPr lang="ru-RU" dirty="0"/>
              <a:t> автор, </a:t>
            </a:r>
            <a:r>
              <a:rPr lang="ru-RU" dirty="0" err="1"/>
              <a:t>характеризуючи</a:t>
            </a:r>
            <a:r>
              <a:rPr lang="ru-RU" dirty="0"/>
              <a:t> </a:t>
            </a:r>
            <a:r>
              <a:rPr lang="ru-RU" dirty="0" err="1"/>
              <a:t>Руїну</a:t>
            </a:r>
            <a:r>
              <a:rPr lang="ru-RU" dirty="0"/>
              <a:t>, описав </a:t>
            </a:r>
            <a:r>
              <a:rPr lang="ru-RU" dirty="0" err="1"/>
              <a:t>її</a:t>
            </a:r>
            <a:endParaRPr lang="uk-UA" dirty="0"/>
          </a:p>
        </p:txBody>
      </p:sp>
      <p:sp>
        <p:nvSpPr>
          <p:cNvPr id="3" name="Місце для вмісту 2">
            <a:extLst>
              <a:ext uri="{FF2B5EF4-FFF2-40B4-BE49-F238E27FC236}">
                <a16:creationId xmlns:a16="http://schemas.microsoft.com/office/drawing/2014/main" id="{274112A0-E33B-7C52-4416-01F53458A794}"/>
              </a:ext>
            </a:extLst>
          </p:cNvPr>
          <p:cNvSpPr>
            <a:spLocks noGrp="1"/>
          </p:cNvSpPr>
          <p:nvPr>
            <p:ph sz="half" idx="1"/>
          </p:nvPr>
        </p:nvSpPr>
        <p:spPr/>
        <p:txBody>
          <a:bodyPr/>
          <a:lstStyle/>
          <a:p>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Нині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цей</a:t>
            </a:r>
            <a:r>
              <a:rPr lang="ru-RU" b="0" i="1" dirty="0">
                <a:solidFill>
                  <a:srgbClr val="FFFFFF"/>
                </a:solidFill>
                <a:effectLst/>
                <a:latin typeface="Century Gothic" panose="020B0502020202020204" pitchFamily="34" charset="0"/>
              </a:rPr>
              <a:t> край </a:t>
            </a:r>
            <a:r>
              <a:rPr lang="ru-RU" b="0" i="1" dirty="0" err="1">
                <a:solidFill>
                  <a:srgbClr val="FFFFFF"/>
                </a:solidFill>
                <a:effectLst/>
                <a:latin typeface="Century Gothic" panose="020B0502020202020204" pitchFamily="34" charset="0"/>
              </a:rPr>
              <a:t>зруйнований</a:t>
            </a:r>
            <a:r>
              <a:rPr lang="ru-RU" b="0" i="1" dirty="0">
                <a:solidFill>
                  <a:srgbClr val="FFFFFF"/>
                </a:solidFill>
                <a:effectLst/>
                <a:latin typeface="Century Gothic" panose="020B0502020202020204" pitchFamily="34" charset="0"/>
              </a:rPr>
              <a:t>, а </a:t>
            </a:r>
            <a:r>
              <a:rPr lang="ru-RU" b="0" i="1" dirty="0" err="1">
                <a:solidFill>
                  <a:srgbClr val="FFFFFF"/>
                </a:solidFill>
                <a:effectLst/>
                <a:latin typeface="Century Gothic" panose="020B0502020202020204" pitchFamily="34" charset="0"/>
              </a:rPr>
              <a:t>війна</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ніби</a:t>
            </a:r>
            <a:r>
              <a:rPr lang="ru-RU" b="0" i="1" dirty="0">
                <a:solidFill>
                  <a:srgbClr val="FFFFFF"/>
                </a:solidFill>
                <a:effectLst/>
                <a:latin typeface="Century Gothic" panose="020B0502020202020204" pitchFamily="34" charset="0"/>
              </a:rPr>
              <a:t> гангрена, </a:t>
            </a:r>
            <a:r>
              <a:rPr lang="ru-RU" b="0" i="1" dirty="0" err="1">
                <a:solidFill>
                  <a:srgbClr val="FFFFFF"/>
                </a:solidFill>
                <a:effectLst/>
                <a:latin typeface="Century Gothic" panose="020B0502020202020204" pitchFamily="34" charset="0"/>
              </a:rPr>
              <a:t>що</a:t>
            </a:r>
            <a:r>
              <a:rPr lang="ru-RU" b="0" i="1" dirty="0">
                <a:solidFill>
                  <a:srgbClr val="FFFFFF"/>
                </a:solidFill>
                <a:effectLst/>
                <a:latin typeface="Century Gothic" panose="020B0502020202020204" pitchFamily="34" charset="0"/>
              </a:rPr>
              <a:t> все </a:t>
            </a:r>
            <a:r>
              <a:rPr lang="ru-RU" b="0" i="1" dirty="0" err="1">
                <a:solidFill>
                  <a:srgbClr val="FFFFFF"/>
                </a:solidFill>
                <a:effectLst/>
                <a:latin typeface="Century Gothic" panose="020B0502020202020204" pitchFamily="34" charset="0"/>
              </a:rPr>
              <a:t>пожирає</a:t>
            </a:r>
            <a:r>
              <a:rPr lang="ru-RU" b="0" i="1" dirty="0">
                <a:solidFill>
                  <a:srgbClr val="FFFFFF"/>
                </a:solidFill>
                <a:effectLst/>
                <a:latin typeface="Century Gothic" panose="020B0502020202020204" pitchFamily="34" charset="0"/>
              </a:rPr>
              <a:t>, обернула </a:t>
            </a:r>
            <a:r>
              <a:rPr lang="ru-RU" b="0" i="1" dirty="0" err="1">
                <a:solidFill>
                  <a:srgbClr val="FFFFFF"/>
                </a:solidFill>
                <a:effectLst/>
                <a:latin typeface="Century Gothic" panose="020B0502020202020204" pitchFamily="34" charset="0"/>
              </a:rPr>
              <a:t>найродючішу</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частину</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Європи</a:t>
            </a:r>
            <a:r>
              <a:rPr lang="ru-RU" b="0" i="1" dirty="0">
                <a:solidFill>
                  <a:srgbClr val="FFFFFF"/>
                </a:solidFill>
                <a:effectLst/>
                <a:latin typeface="Century Gothic" panose="020B0502020202020204" pitchFamily="34" charset="0"/>
              </a:rPr>
              <a:t> на </a:t>
            </a:r>
            <a:r>
              <a:rPr lang="ru-RU" b="0" i="1" dirty="0" err="1">
                <a:solidFill>
                  <a:srgbClr val="FFFFFF"/>
                </a:solidFill>
                <a:effectLst/>
                <a:latin typeface="Century Gothic" panose="020B0502020202020204" pitchFamily="34" charset="0"/>
              </a:rPr>
              <a:t>спорожнілі</a:t>
            </a:r>
            <a:r>
              <a:rPr lang="ru-RU" b="0" i="1" dirty="0">
                <a:solidFill>
                  <a:srgbClr val="FFFFFF"/>
                </a:solidFill>
                <a:effectLst/>
                <a:latin typeface="Century Gothic" panose="020B0502020202020204" pitchFamily="34" charset="0"/>
              </a:rPr>
              <a:t> поля, </a:t>
            </a:r>
            <a:r>
              <a:rPr lang="ru-RU" b="0" i="1" dirty="0" err="1">
                <a:solidFill>
                  <a:srgbClr val="FFFFFF"/>
                </a:solidFill>
                <a:effectLst/>
                <a:latin typeface="Century Gothic" panose="020B0502020202020204" pitchFamily="34" charset="0"/>
              </a:rPr>
              <a:t>зарослі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бур’яном</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руїни</a:t>
            </a:r>
            <a:r>
              <a:rPr lang="ru-RU" b="0" i="1" dirty="0">
                <a:solidFill>
                  <a:srgbClr val="FFFFFF"/>
                </a:solidFill>
                <a:effectLst/>
                <a:latin typeface="Century Gothic" panose="020B0502020202020204" pitchFamily="34" charset="0"/>
              </a:rPr>
              <a:t>, на </a:t>
            </a:r>
            <a:r>
              <a:rPr lang="ru-RU" b="0" i="1" dirty="0" err="1">
                <a:solidFill>
                  <a:srgbClr val="FFFFFF"/>
                </a:solidFill>
                <a:effectLst/>
                <a:latin typeface="Century Gothic" panose="020B0502020202020204" pitchFamily="34" charset="0"/>
              </a:rPr>
              <a:t>покинуті</a:t>
            </a:r>
            <a:r>
              <a:rPr lang="ru-RU" b="0" i="1" dirty="0">
                <a:solidFill>
                  <a:srgbClr val="FFFFFF"/>
                </a:solidFill>
                <a:effectLst/>
                <a:latin typeface="Century Gothic" panose="020B0502020202020204" pitchFamily="34" charset="0"/>
              </a:rPr>
              <a:t> жителями </a:t>
            </a:r>
            <a:r>
              <a:rPr lang="ru-RU" b="0" i="1" dirty="0" err="1">
                <a:solidFill>
                  <a:srgbClr val="FFFFFF"/>
                </a:solidFill>
                <a:effectLst/>
                <a:latin typeface="Century Gothic" panose="020B0502020202020204" pitchFamily="34" charset="0"/>
              </a:rPr>
              <a:t>міста</a:t>
            </a:r>
            <a:r>
              <a:rPr lang="ru-RU" b="0" i="1"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14018C42-259C-1EA4-5145-42CD65634DCD}"/>
              </a:ext>
            </a:extLst>
          </p:cNvPr>
          <p:cNvGraphicFramePr>
            <a:graphicFrameLocks noGrp="1"/>
          </p:cNvGraphicFramePr>
          <p:nvPr>
            <p:ph sz="half" idx="2"/>
            <p:extLst>
              <p:ext uri="{D42A27DB-BD31-4B8C-83A1-F6EECF244321}">
                <p14:modId xmlns:p14="http://schemas.microsoft.com/office/powerpoint/2010/main" val="14991847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3179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9DF328-16C5-4D7F-81E1-D614D58C4942}"/>
              </a:ext>
            </a:extLst>
          </p:cNvPr>
          <p:cNvSpPr>
            <a:spLocks noGrp="1"/>
          </p:cNvSpPr>
          <p:nvPr>
            <p:ph type="title"/>
          </p:nvPr>
        </p:nvSpPr>
        <p:spPr/>
        <p:txBody>
          <a:bodyPr>
            <a:noAutofit/>
          </a:bodyPr>
          <a:lstStyle/>
          <a:p>
            <a:r>
              <a:rPr lang="ru-RU" sz="2800" dirty="0" err="1"/>
              <a:t>Установіть</a:t>
            </a:r>
            <a:r>
              <a:rPr lang="ru-RU" sz="2800" dirty="0"/>
              <a:t> </a:t>
            </a:r>
            <a:r>
              <a:rPr lang="ru-RU" sz="2800" dirty="0" err="1"/>
              <a:t>відповідність</a:t>
            </a:r>
            <a:r>
              <a:rPr lang="ru-RU" sz="2800" dirty="0"/>
              <a:t> </a:t>
            </a:r>
            <a:r>
              <a:rPr lang="ru-RU" sz="2800" dirty="0" err="1"/>
              <a:t>між</a:t>
            </a:r>
            <a:r>
              <a:rPr lang="ru-RU" sz="2800" dirty="0"/>
              <a:t> </a:t>
            </a:r>
            <a:r>
              <a:rPr lang="ru-RU" sz="2800" dirty="0" err="1"/>
              <a:t>назвами</a:t>
            </a:r>
            <a:r>
              <a:rPr lang="ru-RU" sz="2800" dirty="0"/>
              <a:t> </a:t>
            </a:r>
            <a:r>
              <a:rPr lang="ru-RU" sz="2800" dirty="0" err="1"/>
              <a:t>вищих</a:t>
            </a:r>
            <a:r>
              <a:rPr lang="ru-RU" sz="2800" dirty="0"/>
              <a:t> державно-</a:t>
            </a:r>
            <a:r>
              <a:rPr lang="ru-RU" sz="2800" dirty="0" err="1"/>
              <a:t>політичних</a:t>
            </a:r>
            <a:r>
              <a:rPr lang="ru-RU" sz="2800" dirty="0"/>
              <a:t> </a:t>
            </a:r>
            <a:r>
              <a:rPr lang="ru-RU" sz="2800" dirty="0" err="1"/>
              <a:t>інституцій</a:t>
            </a:r>
            <a:r>
              <a:rPr lang="ru-RU" sz="2800" dirty="0"/>
              <a:t> </a:t>
            </a:r>
            <a:r>
              <a:rPr lang="ru-RU" sz="2800" dirty="0" err="1"/>
              <a:t>Гетьманщини</a:t>
            </a:r>
            <a:r>
              <a:rPr lang="ru-RU" sz="2800" dirty="0"/>
              <a:t> </a:t>
            </a:r>
            <a:r>
              <a:rPr lang="ru-RU" sz="2800" dirty="0" err="1"/>
              <a:t>середини</a:t>
            </a:r>
            <a:r>
              <a:rPr lang="ru-RU" sz="2800" dirty="0"/>
              <a:t> XVII–XVIII ст. та </a:t>
            </a:r>
            <a:r>
              <a:rPr lang="ru-RU" sz="2800" dirty="0" err="1"/>
              <a:t>їхньою</a:t>
            </a:r>
            <a:r>
              <a:rPr lang="ru-RU" sz="2800" dirty="0"/>
              <a:t> </a:t>
            </a:r>
            <a:r>
              <a:rPr lang="ru-RU" sz="2800" dirty="0" err="1"/>
              <a:t>компетенцією</a:t>
            </a:r>
            <a:r>
              <a:rPr lang="ru-RU" sz="2800" dirty="0"/>
              <a:t>.</a:t>
            </a:r>
            <a:endParaRPr lang="uk-UA" sz="2800" dirty="0"/>
          </a:p>
        </p:txBody>
      </p:sp>
      <p:graphicFrame>
        <p:nvGraphicFramePr>
          <p:cNvPr id="5" name="Місце для вмісту 4">
            <a:extLst>
              <a:ext uri="{FF2B5EF4-FFF2-40B4-BE49-F238E27FC236}">
                <a16:creationId xmlns:a16="http://schemas.microsoft.com/office/drawing/2014/main" id="{3002D24D-0012-0437-2229-82C5855110DE}"/>
              </a:ext>
            </a:extLst>
          </p:cNvPr>
          <p:cNvGraphicFramePr>
            <a:graphicFrameLocks noGrp="1"/>
          </p:cNvGraphicFramePr>
          <p:nvPr>
            <p:ph sz="half" idx="1"/>
            <p:extLst>
              <p:ext uri="{D42A27DB-BD31-4B8C-83A1-F6EECF244321}">
                <p14:modId xmlns:p14="http://schemas.microsoft.com/office/powerpoint/2010/main" val="387145807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961302C4-CE61-5714-614F-456FE74D95B4}"/>
              </a:ext>
            </a:extLst>
          </p:cNvPr>
          <p:cNvGraphicFramePr>
            <a:graphicFrameLocks noGrp="1"/>
          </p:cNvGraphicFramePr>
          <p:nvPr>
            <p:ph sz="half" idx="2"/>
            <p:extLst>
              <p:ext uri="{D42A27DB-BD31-4B8C-83A1-F6EECF244321}">
                <p14:modId xmlns:p14="http://schemas.microsoft.com/office/powerpoint/2010/main" val="2306394973"/>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38447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3A6B28-DC53-363C-E8B3-C32B29C32260}"/>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суспільно-політичних</a:t>
            </a:r>
            <a:r>
              <a:rPr lang="ru-RU" dirty="0"/>
              <a:t> </a:t>
            </a:r>
            <a:r>
              <a:rPr lang="ru-RU" dirty="0" err="1"/>
              <a:t>подій</a:t>
            </a:r>
            <a:r>
              <a:rPr lang="ru-RU" dirty="0"/>
              <a:t> </a:t>
            </a:r>
            <a:r>
              <a:rPr lang="ru-RU" dirty="0" err="1"/>
              <a:t>другої</a:t>
            </a:r>
            <a:r>
              <a:rPr lang="ru-RU" dirty="0"/>
              <a:t> </a:t>
            </a:r>
            <a:r>
              <a:rPr lang="ru-RU" dirty="0" err="1"/>
              <a:t>половини</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35A63934-93BB-EC41-ABB6-981E150DC3F2}"/>
              </a:ext>
            </a:extLst>
          </p:cNvPr>
          <p:cNvGraphicFramePr>
            <a:graphicFrameLocks noGrp="1"/>
          </p:cNvGraphicFramePr>
          <p:nvPr>
            <p:ph sz="half" idx="1"/>
            <p:extLst>
              <p:ext uri="{D42A27DB-BD31-4B8C-83A1-F6EECF244321}">
                <p14:modId xmlns:p14="http://schemas.microsoft.com/office/powerpoint/2010/main" val="902241042"/>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2B4A0914-FCAF-B7F5-562E-8D8968C72085}"/>
              </a:ext>
            </a:extLst>
          </p:cNvPr>
          <p:cNvSpPr>
            <a:spLocks noGrp="1"/>
          </p:cNvSpPr>
          <p:nvPr>
            <p:ph sz="half" idx="2"/>
          </p:nvPr>
        </p:nvSpPr>
        <p:spPr/>
        <p:txBody>
          <a:bodyPr>
            <a:normAutofit/>
          </a:bodyPr>
          <a:lstStyle/>
          <a:p>
            <a:endParaRPr lang="uk-UA"/>
          </a:p>
        </p:txBody>
      </p:sp>
    </p:spTree>
    <p:extLst>
      <p:ext uri="{BB962C8B-B14F-4D97-AF65-F5344CB8AC3E}">
        <p14:creationId xmlns:p14="http://schemas.microsoft.com/office/powerpoint/2010/main" val="1941810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DD372F-9B81-ACED-9BAF-0300600B610C}"/>
              </a:ext>
            </a:extLst>
          </p:cNvPr>
          <p:cNvSpPr>
            <a:spLocks noGrp="1"/>
          </p:cNvSpPr>
          <p:nvPr>
            <p:ph type="title"/>
          </p:nvPr>
        </p:nvSpPr>
        <p:spPr/>
        <p:txBody>
          <a:bodyPr/>
          <a:lstStyle/>
          <a:p>
            <a:r>
              <a:rPr lang="ru-RU" dirty="0" err="1"/>
              <a:t>Запорозька</a:t>
            </a:r>
            <a:r>
              <a:rPr lang="ru-RU" dirty="0"/>
              <a:t> </a:t>
            </a:r>
            <a:r>
              <a:rPr lang="ru-RU" dirty="0" err="1"/>
              <a:t>Січ</a:t>
            </a:r>
            <a:r>
              <a:rPr lang="ru-RU" dirty="0"/>
              <a:t> у добу </a:t>
            </a:r>
            <a:r>
              <a:rPr lang="ru-RU" dirty="0" err="1"/>
              <a:t>Руїни</a:t>
            </a:r>
            <a:r>
              <a:rPr lang="ru-RU" dirty="0"/>
              <a:t> (60-ті – 80-ті </a:t>
            </a:r>
            <a:r>
              <a:rPr lang="ru-RU" dirty="0" err="1"/>
              <a:t>рр</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A15849FC-E2FF-1A7D-0DF1-7BCE7DD5652E}"/>
              </a:ext>
            </a:extLst>
          </p:cNvPr>
          <p:cNvGraphicFramePr>
            <a:graphicFrameLocks noGrp="1"/>
          </p:cNvGraphicFramePr>
          <p:nvPr>
            <p:ph sz="half" idx="1"/>
            <p:extLst>
              <p:ext uri="{D42A27DB-BD31-4B8C-83A1-F6EECF244321}">
                <p14:modId xmlns:p14="http://schemas.microsoft.com/office/powerpoint/2010/main" val="257316645"/>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EC74CED4-FA0A-301C-BE06-ACABAF71CE57}"/>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546563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758FAB-5FEE-00DE-20C4-F99FF24A5979}"/>
              </a:ext>
            </a:extLst>
          </p:cNvPr>
          <p:cNvSpPr>
            <a:spLocks noGrp="1"/>
          </p:cNvSpPr>
          <p:nvPr>
            <p:ph type="title"/>
          </p:nvPr>
        </p:nvSpPr>
        <p:spPr/>
        <p:txBody>
          <a:bodyPr/>
          <a:lstStyle/>
          <a:p>
            <a:r>
              <a:rPr lang="ru-RU" dirty="0"/>
              <a:t>Яку </a:t>
            </a:r>
            <a:r>
              <a:rPr lang="ru-RU" dirty="0" err="1"/>
              <a:t>назву</a:t>
            </a:r>
            <a:r>
              <a:rPr lang="ru-RU" dirty="0"/>
              <a:t> </a:t>
            </a:r>
            <a:r>
              <a:rPr lang="ru-RU" dirty="0" err="1"/>
              <a:t>отримали</a:t>
            </a:r>
            <a:r>
              <a:rPr lang="ru-RU" dirty="0"/>
              <a:t> </a:t>
            </a:r>
            <a:r>
              <a:rPr lang="ru-RU" dirty="0" err="1"/>
              <a:t>події</a:t>
            </a:r>
            <a:r>
              <a:rPr lang="ru-RU" dirty="0"/>
              <a:t>, </a:t>
            </a:r>
            <a:r>
              <a:rPr lang="ru-RU" dirty="0" err="1"/>
              <a:t>описані</a:t>
            </a:r>
            <a:r>
              <a:rPr lang="ru-RU" dirty="0"/>
              <a:t> в </a:t>
            </a:r>
            <a:r>
              <a:rPr lang="ru-RU" dirty="0" err="1"/>
              <a:t>уривку</a:t>
            </a:r>
            <a:r>
              <a:rPr lang="ru-RU" dirty="0"/>
              <a:t> з </a:t>
            </a:r>
            <a:r>
              <a:rPr lang="ru-RU" dirty="0" err="1"/>
              <a:t>історичного</a:t>
            </a:r>
            <a:r>
              <a:rPr lang="ru-RU" dirty="0"/>
              <a:t> </a:t>
            </a:r>
            <a:r>
              <a:rPr lang="ru-RU" dirty="0" err="1"/>
              <a:t>джерела</a:t>
            </a:r>
            <a:r>
              <a:rPr lang="ru-RU" dirty="0"/>
              <a:t>:</a:t>
            </a:r>
            <a:endParaRPr lang="uk-UA" dirty="0"/>
          </a:p>
        </p:txBody>
      </p:sp>
      <p:sp>
        <p:nvSpPr>
          <p:cNvPr id="3" name="Місце для вмісту 2">
            <a:extLst>
              <a:ext uri="{FF2B5EF4-FFF2-40B4-BE49-F238E27FC236}">
                <a16:creationId xmlns:a16="http://schemas.microsoft.com/office/drawing/2014/main" id="{A4078916-2C44-C03F-5617-6A39A7A62BB1}"/>
              </a:ext>
            </a:extLst>
          </p:cNvPr>
          <p:cNvSpPr>
            <a:spLocks noGrp="1"/>
          </p:cNvSpPr>
          <p:nvPr>
            <p:ph sz="half" idx="1"/>
          </p:nvPr>
        </p:nvSpPr>
        <p:spPr/>
        <p:txBody>
          <a:bodyPr>
            <a:normAutofit fontScale="92500" lnSpcReduction="20000"/>
          </a:bodyPr>
          <a:lstStyle/>
          <a:p>
            <a:r>
              <a:rPr lang="uk-UA" b="0" i="1" dirty="0">
                <a:solidFill>
                  <a:srgbClr val="FFFFFF"/>
                </a:solidFill>
                <a:effectLst/>
                <a:latin typeface="Century Gothic" panose="020B0502020202020204" pitchFamily="34" charset="0"/>
              </a:rPr>
              <a:t>«На Україні настала тепер лиха година. Було таке безладдя, що кожний робив, що хотів. Із заходу шарпали Україну польські війська, з півночі й від сходу — московські... а з півдня набігали турки й татари. До того ж Україна розділилася на дві частини... На Лівобережній вибрали одного гетьмана, на Правобережній — іншого...»</a:t>
            </a:r>
            <a:endParaRPr lang="uk-UA" dirty="0"/>
          </a:p>
        </p:txBody>
      </p:sp>
      <p:graphicFrame>
        <p:nvGraphicFramePr>
          <p:cNvPr id="5" name="Місце для вмісту 4">
            <a:extLst>
              <a:ext uri="{FF2B5EF4-FFF2-40B4-BE49-F238E27FC236}">
                <a16:creationId xmlns:a16="http://schemas.microsoft.com/office/drawing/2014/main" id="{B03935EA-3A6E-45F5-1DA1-A9A57C37E7ED}"/>
              </a:ext>
            </a:extLst>
          </p:cNvPr>
          <p:cNvGraphicFramePr>
            <a:graphicFrameLocks noGrp="1"/>
          </p:cNvGraphicFramePr>
          <p:nvPr>
            <p:ph sz="half" idx="2"/>
            <p:extLst>
              <p:ext uri="{D42A27DB-BD31-4B8C-83A1-F6EECF244321}">
                <p14:modId xmlns:p14="http://schemas.microsoft.com/office/powerpoint/2010/main" val="369223866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0457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70C418-8864-61AC-DEEA-3E7950B8DB6D}"/>
              </a:ext>
            </a:extLst>
          </p:cNvPr>
          <p:cNvSpPr>
            <a:spLocks noGrp="1"/>
          </p:cNvSpPr>
          <p:nvPr>
            <p:ph type="title"/>
          </p:nvPr>
        </p:nvSpPr>
        <p:spPr/>
        <p:txBody>
          <a:bodyPr/>
          <a:lstStyle/>
          <a:p>
            <a:r>
              <a:rPr lang="uk-UA" dirty="0"/>
              <a:t>Який історико-</a:t>
            </a:r>
            <a:r>
              <a:rPr lang="uk-UA" dirty="0" err="1"/>
              <a:t>географічнии</a:t>
            </a:r>
            <a:r>
              <a:rPr lang="uk-UA" dirty="0"/>
              <a:t> регіон</a:t>
            </a:r>
          </a:p>
        </p:txBody>
      </p:sp>
      <p:sp>
        <p:nvSpPr>
          <p:cNvPr id="3" name="Місце для вмісту 2">
            <a:extLst>
              <a:ext uri="{FF2B5EF4-FFF2-40B4-BE49-F238E27FC236}">
                <a16:creationId xmlns:a16="http://schemas.microsoft.com/office/drawing/2014/main" id="{C20F5955-6F4F-E4F1-7333-6C8AE476CD06}"/>
              </a:ext>
            </a:extLst>
          </p:cNvPr>
          <p:cNvSpPr>
            <a:spLocks noGrp="1"/>
          </p:cNvSpPr>
          <p:nvPr>
            <p:ph sz="half" idx="1"/>
          </p:nvPr>
        </p:nvSpPr>
        <p:spPr/>
        <p:txBody>
          <a:bodyPr/>
          <a:lstStyle/>
          <a:p>
            <a:r>
              <a:rPr lang="ru-RU" b="0" i="0" dirty="0" err="1">
                <a:solidFill>
                  <a:srgbClr val="FFFFFF"/>
                </a:solidFill>
                <a:effectLst/>
                <a:latin typeface="Century Gothic" panose="020B0502020202020204" pitchFamily="34" charset="0"/>
              </a:rPr>
              <a:t>формується</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впродовж</a:t>
            </a:r>
            <a:r>
              <a:rPr lang="ru-RU" b="0" i="0" dirty="0">
                <a:solidFill>
                  <a:srgbClr val="FFFFFF"/>
                </a:solidFill>
                <a:effectLst/>
                <a:latin typeface="Century Gothic" panose="020B0502020202020204" pitchFamily="34" charset="0"/>
              </a:rPr>
              <a:t> XVI—ХVII ст. в </a:t>
            </a:r>
            <a:r>
              <a:rPr lang="ru-RU" b="0" i="0" dirty="0" err="1">
                <a:solidFill>
                  <a:srgbClr val="FFFFFF"/>
                </a:solidFill>
                <a:effectLst/>
                <a:latin typeface="Century Gothic" panose="020B0502020202020204" pitchFamily="34" charset="0"/>
              </a:rPr>
              <a:t>результаті</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колонізації</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українцями</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прикордонних</a:t>
            </a:r>
            <a:r>
              <a:rPr lang="ru-RU" b="0" i="0" dirty="0">
                <a:solidFill>
                  <a:srgbClr val="FFFFFF"/>
                </a:solidFill>
                <a:effectLst/>
                <a:latin typeface="Century Gothic" panose="020B0502020202020204" pitchFamily="34" charset="0"/>
              </a:rPr>
              <a:t> земель </a:t>
            </a:r>
            <a:r>
              <a:rPr lang="ru-RU" b="0" i="0" dirty="0" err="1">
                <a:solidFill>
                  <a:srgbClr val="FFFFFF"/>
                </a:solidFill>
                <a:effectLst/>
                <a:latin typeface="Century Gothic" panose="020B0502020202020204" pitchFamily="34" charset="0"/>
              </a:rPr>
              <a:t>Речі</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Посполитої</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Московського</a:t>
            </a:r>
            <a:r>
              <a:rPr lang="ru-RU" b="0" i="0" dirty="0">
                <a:solidFill>
                  <a:srgbClr val="FFFFFF"/>
                </a:solidFill>
                <a:effectLst/>
                <a:latin typeface="Century Gothic" panose="020B0502020202020204" pitchFamily="34" charset="0"/>
              </a:rPr>
              <a:t> царства та </a:t>
            </a:r>
            <a:r>
              <a:rPr lang="ru-RU" b="0" i="0" dirty="0" err="1">
                <a:solidFill>
                  <a:srgbClr val="FFFFFF"/>
                </a:solidFill>
                <a:effectLst/>
                <a:latin typeface="Century Gothic" panose="020B0502020202020204" pitchFamily="34" charset="0"/>
              </a:rPr>
              <a:t>Кримського</a:t>
            </a:r>
            <a:r>
              <a:rPr lang="ru-RU" b="0" i="0" dirty="0">
                <a:solidFill>
                  <a:srgbClr val="FFFFFF"/>
                </a:solidFill>
                <a:effectLst/>
                <a:latin typeface="Century Gothic" panose="020B0502020202020204" pitchFamily="34" charset="0"/>
              </a:rPr>
              <a:t> ханства?</a:t>
            </a:r>
            <a:endParaRPr lang="uk-UA" dirty="0"/>
          </a:p>
        </p:txBody>
      </p:sp>
      <p:graphicFrame>
        <p:nvGraphicFramePr>
          <p:cNvPr id="5" name="Місце для вмісту 4">
            <a:extLst>
              <a:ext uri="{FF2B5EF4-FFF2-40B4-BE49-F238E27FC236}">
                <a16:creationId xmlns:a16="http://schemas.microsoft.com/office/drawing/2014/main" id="{B5FB3E3C-0E1A-DB46-1ED2-C992F17624C0}"/>
              </a:ext>
            </a:extLst>
          </p:cNvPr>
          <p:cNvGraphicFramePr>
            <a:graphicFrameLocks noGrp="1"/>
          </p:cNvGraphicFramePr>
          <p:nvPr>
            <p:ph sz="half" idx="2"/>
            <p:extLst>
              <p:ext uri="{D42A27DB-BD31-4B8C-83A1-F6EECF244321}">
                <p14:modId xmlns:p14="http://schemas.microsoft.com/office/powerpoint/2010/main" val="3917271771"/>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4357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E25D4D-6227-90B1-CE1A-DB4AF935E4C4}"/>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a:t>
            </a:r>
            <a:r>
              <a:rPr lang="ru-RU" dirty="0" err="1"/>
              <a:t>характерним</a:t>
            </a:r>
            <a:r>
              <a:rPr lang="ru-RU" dirty="0"/>
              <a:t> для </a:t>
            </a:r>
            <a:r>
              <a:rPr lang="ru-RU" dirty="0" err="1"/>
              <a:t>процесу</a:t>
            </a:r>
            <a:r>
              <a:rPr lang="ru-RU" dirty="0"/>
              <a:t> </a:t>
            </a:r>
            <a:r>
              <a:rPr lang="ru-RU" dirty="0" err="1"/>
              <a:t>колонізації</a:t>
            </a:r>
            <a:r>
              <a:rPr lang="ru-RU" dirty="0"/>
              <a:t> </a:t>
            </a:r>
            <a:r>
              <a:rPr lang="ru-RU" dirty="0" err="1"/>
              <a:t>Слобідської</a:t>
            </a:r>
            <a:r>
              <a:rPr lang="ru-RU" dirty="0"/>
              <a:t> </a:t>
            </a:r>
            <a:r>
              <a:rPr lang="ru-RU" dirty="0" err="1"/>
              <a:t>України</a:t>
            </a:r>
            <a:r>
              <a:rPr lang="ru-RU" dirty="0"/>
              <a:t> в </a:t>
            </a:r>
            <a:r>
              <a:rPr lang="ru-RU" dirty="0" err="1"/>
              <a:t>другій</a:t>
            </a:r>
            <a:r>
              <a:rPr lang="ru-RU" dirty="0"/>
              <a:t> </a:t>
            </a:r>
            <a:r>
              <a:rPr lang="ru-RU" dirty="0" err="1"/>
              <a:t>половині</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6CF6ED15-5627-0687-7D3B-529E9B2D1726}"/>
              </a:ext>
            </a:extLst>
          </p:cNvPr>
          <p:cNvGraphicFramePr>
            <a:graphicFrameLocks noGrp="1"/>
          </p:cNvGraphicFramePr>
          <p:nvPr>
            <p:ph sz="half" idx="1"/>
            <p:extLst>
              <p:ext uri="{D42A27DB-BD31-4B8C-83A1-F6EECF244321}">
                <p14:modId xmlns:p14="http://schemas.microsoft.com/office/powerpoint/2010/main" val="1592161849"/>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Місце для вмісту 9">
            <a:extLst>
              <a:ext uri="{FF2B5EF4-FFF2-40B4-BE49-F238E27FC236}">
                <a16:creationId xmlns:a16="http://schemas.microsoft.com/office/drawing/2014/main" id="{58F315EB-F669-078F-3346-A28C9557DD9C}"/>
              </a:ext>
            </a:extLst>
          </p:cNvPr>
          <p:cNvGraphicFramePr>
            <a:graphicFrameLocks noGrp="1"/>
          </p:cNvGraphicFramePr>
          <p:nvPr>
            <p:ph sz="half" idx="2"/>
            <p:extLst>
              <p:ext uri="{D42A27DB-BD31-4B8C-83A1-F6EECF244321}">
                <p14:modId xmlns:p14="http://schemas.microsoft.com/office/powerpoint/2010/main" val="1016213205"/>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35098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85A8FF-E45D-1546-1DB0-3BA313E72FBF}"/>
              </a:ext>
            </a:extLst>
          </p:cNvPr>
          <p:cNvSpPr>
            <a:spLocks noGrp="1"/>
          </p:cNvSpPr>
          <p:nvPr>
            <p:ph type="title"/>
          </p:nvPr>
        </p:nvSpPr>
        <p:spPr/>
        <p:txBody>
          <a:bodyPr/>
          <a:lstStyle/>
          <a:p>
            <a:r>
              <a:rPr lang="ru-RU" dirty="0"/>
              <a:t>Про </a:t>
            </a:r>
            <a:r>
              <a:rPr lang="ru-RU" dirty="0" err="1"/>
              <a:t>формування</a:t>
            </a:r>
            <a:r>
              <a:rPr lang="ru-RU" dirty="0"/>
              <a:t> </a:t>
            </a:r>
            <a:r>
              <a:rPr lang="ru-RU" dirty="0" err="1"/>
              <a:t>населення</a:t>
            </a:r>
            <a:r>
              <a:rPr lang="ru-RU" dirty="0"/>
              <a:t> </a:t>
            </a:r>
            <a:r>
              <a:rPr lang="ru-RU" dirty="0" err="1"/>
              <a:t>якого</a:t>
            </a:r>
            <a:r>
              <a:rPr lang="ru-RU" dirty="0"/>
              <a:t> </a:t>
            </a:r>
            <a:r>
              <a:rPr lang="ru-RU" dirty="0" err="1"/>
              <a:t>регіону</a:t>
            </a:r>
            <a:r>
              <a:rPr lang="ru-RU" dirty="0"/>
              <a:t> </a:t>
            </a:r>
            <a:r>
              <a:rPr lang="ru-RU" dirty="0" err="1"/>
              <a:t>йдеться</a:t>
            </a:r>
            <a:r>
              <a:rPr lang="ru-RU" dirty="0"/>
              <a:t> в </a:t>
            </a:r>
            <a:r>
              <a:rPr lang="ru-RU" dirty="0" err="1"/>
              <a:t>уривку</a:t>
            </a:r>
            <a:r>
              <a:rPr lang="ru-RU" dirty="0"/>
              <a:t> з </a:t>
            </a:r>
            <a:r>
              <a:rPr lang="ru-RU" dirty="0" err="1"/>
              <a:t>історичного</a:t>
            </a:r>
            <a:r>
              <a:rPr lang="ru-RU" dirty="0"/>
              <a:t> </a:t>
            </a:r>
            <a:r>
              <a:rPr lang="ru-RU" dirty="0" err="1"/>
              <a:t>джерела</a:t>
            </a:r>
            <a:endParaRPr lang="uk-UA" dirty="0"/>
          </a:p>
        </p:txBody>
      </p:sp>
      <p:sp>
        <p:nvSpPr>
          <p:cNvPr id="3" name="Місце для вмісту 2">
            <a:extLst>
              <a:ext uri="{FF2B5EF4-FFF2-40B4-BE49-F238E27FC236}">
                <a16:creationId xmlns:a16="http://schemas.microsoft.com/office/drawing/2014/main" id="{08221DE8-3F7B-2631-261C-745BC514246A}"/>
              </a:ext>
            </a:extLst>
          </p:cNvPr>
          <p:cNvSpPr>
            <a:spLocks noGrp="1"/>
          </p:cNvSpPr>
          <p:nvPr>
            <p:ph sz="half" idx="1"/>
          </p:nvPr>
        </p:nvSpPr>
        <p:spPr/>
        <p:txBody>
          <a:bodyPr>
            <a:normAutofit fontScale="85000" lnSpcReduction="20000"/>
          </a:bodyPr>
          <a:lstStyle/>
          <a:p>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Наші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діди</a:t>
            </a:r>
            <a:r>
              <a:rPr lang="ru-RU" b="0" i="1" dirty="0">
                <a:solidFill>
                  <a:srgbClr val="FFFFFF"/>
                </a:solidFill>
                <a:effectLst/>
                <a:latin typeface="Century Gothic" panose="020B0502020202020204" pitchFamily="34" charset="0"/>
              </a:rPr>
              <a:t>, батьки, </a:t>
            </a:r>
            <a:r>
              <a:rPr lang="ru-RU" b="0" i="1" dirty="0" err="1">
                <a:solidFill>
                  <a:srgbClr val="FFFFFF"/>
                </a:solidFill>
                <a:effectLst/>
                <a:latin typeface="Century Gothic" panose="020B0502020202020204" pitchFamily="34" charset="0"/>
              </a:rPr>
              <a:t>брати</a:t>
            </a:r>
            <a:r>
              <a:rPr lang="ru-RU" b="0" i="1" dirty="0">
                <a:solidFill>
                  <a:srgbClr val="FFFFFF"/>
                </a:solidFill>
                <a:effectLst/>
                <a:latin typeface="Century Gothic" panose="020B0502020202020204" pitchFamily="34" charset="0"/>
              </a:rPr>
              <a:t> і </a:t>
            </a:r>
            <a:r>
              <a:rPr lang="ru-RU" b="0" i="1" dirty="0" err="1">
                <a:solidFill>
                  <a:srgbClr val="FFFFFF"/>
                </a:solidFill>
                <a:effectLst/>
                <a:latin typeface="Century Gothic" panose="020B0502020202020204" pitchFamily="34" charset="0"/>
              </a:rPr>
              <a:t>родичі</a:t>
            </a:r>
            <a:r>
              <a:rPr lang="ru-RU" b="0" i="1" dirty="0">
                <a:solidFill>
                  <a:srgbClr val="FFFFFF"/>
                </a:solidFill>
                <a:effectLst/>
                <a:latin typeface="Century Gothic" panose="020B0502020202020204" pitchFamily="34" charset="0"/>
              </a:rPr>
              <a:t>, і ми </a:t>
            </a:r>
            <a:r>
              <a:rPr lang="ru-RU" b="0" i="1" dirty="0" err="1">
                <a:solidFill>
                  <a:srgbClr val="FFFFFF"/>
                </a:solidFill>
                <a:effectLst/>
                <a:latin typeface="Century Gothic" panose="020B0502020202020204" pitchFamily="34" charset="0"/>
              </a:rPr>
              <a:t>самі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поприходили</a:t>
            </a:r>
            <a:r>
              <a:rPr lang="ru-RU" b="0" i="1" dirty="0">
                <a:solidFill>
                  <a:srgbClr val="FFFFFF"/>
                </a:solidFill>
                <a:effectLst/>
                <a:latin typeface="Century Gothic" panose="020B0502020202020204" pitchFamily="34" charset="0"/>
              </a:rPr>
              <a:t> з </a:t>
            </a:r>
            <a:r>
              <a:rPr lang="ru-RU" b="0" i="1" dirty="0" err="1">
                <a:solidFill>
                  <a:srgbClr val="FFFFFF"/>
                </a:solidFill>
                <a:effectLst/>
                <a:latin typeface="Century Gothic" panose="020B0502020202020204" pitchFamily="34" charset="0"/>
              </a:rPr>
              <a:t>різних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гетьманських</a:t>
            </a:r>
            <a:r>
              <a:rPr lang="ru-RU" b="0" i="1" dirty="0">
                <a:solidFill>
                  <a:srgbClr val="FFFFFF"/>
                </a:solidFill>
                <a:effectLst/>
                <a:latin typeface="Century Gothic" panose="020B0502020202020204" pitchFamily="34" charset="0"/>
              </a:rPr>
              <a:t> і </a:t>
            </a:r>
            <a:r>
              <a:rPr lang="ru-RU" b="0" i="1" dirty="0" err="1">
                <a:solidFill>
                  <a:srgbClr val="FFFFFF"/>
                </a:solidFill>
                <a:effectLst/>
                <a:latin typeface="Century Gothic" panose="020B0502020202020204" pitchFamily="34" charset="0"/>
              </a:rPr>
              <a:t>задніпрянських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міст</a:t>
            </a:r>
            <a:r>
              <a:rPr lang="ru-RU" b="0" i="1" dirty="0">
                <a:solidFill>
                  <a:srgbClr val="FFFFFF"/>
                </a:solidFill>
                <a:effectLst/>
                <a:latin typeface="Century Gothic" panose="020B0502020202020204" pitchFamily="34" charset="0"/>
              </a:rPr>
              <a:t> в </a:t>
            </a:r>
            <a:r>
              <a:rPr lang="ru-RU" b="0" i="1" dirty="0" err="1">
                <a:solidFill>
                  <a:srgbClr val="FFFFFF"/>
                </a:solidFill>
                <a:effectLst/>
                <a:latin typeface="Century Gothic" panose="020B0502020202020204" pitchFamily="34" charset="0"/>
              </a:rPr>
              <a:t>Україну</a:t>
            </a:r>
            <a:r>
              <a:rPr lang="ru-RU" b="0" i="1" dirty="0">
                <a:solidFill>
                  <a:srgbClr val="FFFFFF"/>
                </a:solidFill>
                <a:effectLst/>
                <a:latin typeface="Century Gothic" panose="020B0502020202020204" pitchFamily="34" charset="0"/>
              </a:rPr>
              <a:t> на </a:t>
            </a:r>
            <a:r>
              <a:rPr lang="ru-RU" b="0" i="1" dirty="0" err="1">
                <a:solidFill>
                  <a:srgbClr val="FFFFFF"/>
                </a:solidFill>
                <a:effectLst/>
                <a:latin typeface="Century Gothic" panose="020B0502020202020204" pitchFamily="34" charset="0"/>
              </a:rPr>
              <a:t>закликання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бєлгородських</a:t>
            </a:r>
            <a:r>
              <a:rPr lang="ru-RU" b="0" i="1" dirty="0">
                <a:solidFill>
                  <a:srgbClr val="FFFFFF"/>
                </a:solidFill>
                <a:effectLst/>
                <a:latin typeface="Century Gothic" panose="020B0502020202020204" pitchFamily="34" charset="0"/>
              </a:rPr>
              <a:t> та </a:t>
            </a:r>
            <a:r>
              <a:rPr lang="ru-RU" b="0" i="1" dirty="0" err="1">
                <a:solidFill>
                  <a:srgbClr val="FFFFFF"/>
                </a:solidFill>
                <a:effectLst/>
                <a:latin typeface="Century Gothic" panose="020B0502020202020204" pitchFamily="34" charset="0"/>
              </a:rPr>
              <a:t>курських</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воєвод</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котрі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запевняли</a:t>
            </a:r>
            <a:r>
              <a:rPr lang="ru-RU" b="0" i="1" dirty="0">
                <a:solidFill>
                  <a:srgbClr val="FFFFFF"/>
                </a:solidFill>
                <a:effectLst/>
                <a:latin typeface="Century Gothic" panose="020B0502020202020204" pitchFamily="34" charset="0"/>
              </a:rPr>
              <a:t> нас </a:t>
            </a:r>
            <a:r>
              <a:rPr lang="ru-RU" b="0" i="1" dirty="0" err="1">
                <a:solidFill>
                  <a:srgbClr val="FFFFFF"/>
                </a:solidFill>
                <a:effectLst/>
                <a:latin typeface="Century Gothic" panose="020B0502020202020204" pitchFamily="34" charset="0"/>
              </a:rPr>
              <a:t>царським</a:t>
            </a:r>
            <a:r>
              <a:rPr lang="ru-RU" b="0" i="1" dirty="0">
                <a:solidFill>
                  <a:srgbClr val="FFFFFF"/>
                </a:solidFill>
                <a:effectLst/>
                <a:latin typeface="Century Gothic" panose="020B0502020202020204" pitchFamily="34" charset="0"/>
              </a:rPr>
              <a:t> словом – не </a:t>
            </a:r>
            <a:r>
              <a:rPr lang="ru-RU" b="0" i="1" dirty="0" err="1">
                <a:solidFill>
                  <a:srgbClr val="FFFFFF"/>
                </a:solidFill>
                <a:effectLst/>
                <a:latin typeface="Century Gothic" panose="020B0502020202020204" pitchFamily="34" charset="0"/>
              </a:rPr>
              <a:t>відбирати</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від</a:t>
            </a:r>
            <a:r>
              <a:rPr lang="ru-RU" b="0" i="1" dirty="0">
                <a:solidFill>
                  <a:srgbClr val="FFFFFF"/>
                </a:solidFill>
                <a:effectLst/>
                <a:latin typeface="Century Gothic" panose="020B0502020202020204" pitchFamily="34" charset="0"/>
              </a:rPr>
              <a:t> нас наших вольностей. Вони </a:t>
            </a:r>
            <a:r>
              <a:rPr lang="ru-RU" b="0" i="1" dirty="0" err="1">
                <a:solidFill>
                  <a:srgbClr val="FFFFFF"/>
                </a:solidFill>
                <a:effectLst/>
                <a:latin typeface="Century Gothic" panose="020B0502020202020204" pitchFamily="34" charset="0"/>
              </a:rPr>
              <a:t>веліли</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селитися</a:t>
            </a:r>
            <a:r>
              <a:rPr lang="ru-RU" b="0" i="1" dirty="0">
                <a:solidFill>
                  <a:srgbClr val="FFFFFF"/>
                </a:solidFill>
                <a:effectLst/>
                <a:latin typeface="Century Gothic" panose="020B0502020202020204" pitchFamily="34" charset="0"/>
              </a:rPr>
              <a:t> нам, </a:t>
            </a:r>
            <a:r>
              <a:rPr lang="ru-RU" b="0" i="1" dirty="0" err="1">
                <a:solidFill>
                  <a:srgbClr val="FFFFFF"/>
                </a:solidFill>
                <a:effectLst/>
                <a:latin typeface="Century Gothic" panose="020B0502020202020204" pitchFamily="34" charset="0"/>
              </a:rPr>
              <a:t>щоб</a:t>
            </a:r>
            <a:r>
              <a:rPr lang="ru-RU" b="0" i="1" dirty="0">
                <a:solidFill>
                  <a:srgbClr val="FFFFFF"/>
                </a:solidFill>
                <a:effectLst/>
                <a:latin typeface="Century Gothic" panose="020B0502020202020204" pitchFamily="34" charset="0"/>
              </a:rPr>
              <a:t> ми </a:t>
            </a:r>
            <a:r>
              <a:rPr lang="ru-RU" b="0" i="1" dirty="0" err="1">
                <a:solidFill>
                  <a:srgbClr val="FFFFFF"/>
                </a:solidFill>
                <a:effectLst/>
                <a:latin typeface="Century Gothic" panose="020B0502020202020204" pitchFamily="34" charset="0"/>
              </a:rPr>
              <a:t>захистили</a:t>
            </a:r>
            <a:r>
              <a:rPr lang="ru-RU" b="0" i="1" dirty="0">
                <a:solidFill>
                  <a:srgbClr val="FFFFFF"/>
                </a:solidFill>
                <a:effectLst/>
                <a:latin typeface="Century Gothic" panose="020B0502020202020204" pitchFamily="34" charset="0"/>
              </a:rPr>
              <a:t> собою </a:t>
            </a:r>
            <a:r>
              <a:rPr lang="ru-RU" b="0" i="1" dirty="0" err="1">
                <a:solidFill>
                  <a:srgbClr val="FFFFFF"/>
                </a:solidFill>
                <a:effectLst/>
                <a:latin typeface="Century Gothic" panose="020B0502020202020204" pitchFamily="34" charset="0"/>
              </a:rPr>
              <a:t>московські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українські</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міста</a:t>
            </a:r>
            <a:r>
              <a:rPr lang="ru-RU" b="0" i="1" dirty="0">
                <a:solidFill>
                  <a:srgbClr val="FFFFFF"/>
                </a:solidFill>
                <a:effectLst/>
                <a:latin typeface="Century Gothic" panose="020B0502020202020204" pitchFamily="34" charset="0"/>
              </a:rPr>
              <a:t> по </a:t>
            </a:r>
            <a:r>
              <a:rPr lang="ru-RU" b="0" i="1" dirty="0" err="1">
                <a:solidFill>
                  <a:srgbClr val="FFFFFF"/>
                </a:solidFill>
                <a:effectLst/>
                <a:latin typeface="Century Gothic" panose="020B0502020202020204" pitchFamily="34" charset="0"/>
              </a:rPr>
              <a:t>Бєлгородській</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лінії</a:t>
            </a:r>
            <a:r>
              <a:rPr lang="ru-RU" b="0" i="1" dirty="0">
                <a:solidFill>
                  <a:srgbClr val="FFFFFF"/>
                </a:solidFill>
                <a:effectLst/>
                <a:latin typeface="Century Gothic" panose="020B0502020202020204" pitchFamily="34" charset="0"/>
              </a:rPr>
              <a:t> в диких степах на </a:t>
            </a:r>
            <a:r>
              <a:rPr lang="ru-RU" b="0" i="1" dirty="0" err="1">
                <a:solidFill>
                  <a:srgbClr val="FFFFFF"/>
                </a:solidFill>
                <a:effectLst/>
                <a:latin typeface="Century Gothic" panose="020B0502020202020204" pitchFamily="34" charset="0"/>
              </a:rPr>
              <a:t>татарських</a:t>
            </a:r>
            <a:r>
              <a:rPr lang="ru-RU" b="0" i="1" dirty="0">
                <a:solidFill>
                  <a:srgbClr val="FFFFFF"/>
                </a:solidFill>
                <a:effectLst/>
                <a:latin typeface="Century Gothic" panose="020B0502020202020204" pitchFamily="34" charset="0"/>
              </a:rPr>
              <a:t> займищах…»</a:t>
            </a:r>
            <a:endParaRPr lang="uk-UA" dirty="0"/>
          </a:p>
        </p:txBody>
      </p:sp>
      <p:graphicFrame>
        <p:nvGraphicFramePr>
          <p:cNvPr id="5" name="Місце для вмісту 4">
            <a:extLst>
              <a:ext uri="{FF2B5EF4-FFF2-40B4-BE49-F238E27FC236}">
                <a16:creationId xmlns:a16="http://schemas.microsoft.com/office/drawing/2014/main" id="{570CB1A9-A274-48D8-29C8-91DFD722CAB7}"/>
              </a:ext>
            </a:extLst>
          </p:cNvPr>
          <p:cNvGraphicFramePr>
            <a:graphicFrameLocks noGrp="1"/>
          </p:cNvGraphicFramePr>
          <p:nvPr>
            <p:ph sz="half" idx="2"/>
            <p:extLst>
              <p:ext uri="{D42A27DB-BD31-4B8C-83A1-F6EECF244321}">
                <p14:modId xmlns:p14="http://schemas.microsoft.com/office/powerpoint/2010/main" val="2332663405"/>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5836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FA2201-4730-05C8-2677-25BC9BCFC5B5}"/>
              </a:ext>
            </a:extLst>
          </p:cNvPr>
          <p:cNvSpPr>
            <a:spLocks noGrp="1"/>
          </p:cNvSpPr>
          <p:nvPr>
            <p:ph type="title"/>
          </p:nvPr>
        </p:nvSpPr>
        <p:spPr/>
        <p:txBody>
          <a:bodyPr/>
          <a:lstStyle/>
          <a:p>
            <a:r>
              <a:rPr lang="ru-RU" dirty="0" err="1"/>
              <a:t>Який</a:t>
            </a:r>
            <a:r>
              <a:rPr lang="ru-RU" dirty="0"/>
              <a:t> </a:t>
            </a:r>
            <a:r>
              <a:rPr lang="ru-RU" dirty="0" err="1"/>
              <a:t>період</a:t>
            </a:r>
            <a:r>
              <a:rPr lang="ru-RU" dirty="0"/>
              <a:t> </a:t>
            </a:r>
            <a:r>
              <a:rPr lang="ru-RU" dirty="0" err="1"/>
              <a:t>козацької</a:t>
            </a:r>
            <a:r>
              <a:rPr lang="ru-RU" dirty="0"/>
              <a:t> </a:t>
            </a:r>
            <a:r>
              <a:rPr lang="ru-RU" dirty="0" err="1"/>
              <a:t>доби</a:t>
            </a:r>
            <a:r>
              <a:rPr lang="ru-RU" dirty="0"/>
              <a:t> </a:t>
            </a:r>
            <a:r>
              <a:rPr lang="ru-RU" dirty="0" err="1"/>
              <a:t>історії</a:t>
            </a:r>
            <a:r>
              <a:rPr lang="ru-RU" dirty="0"/>
              <a:t> </a:t>
            </a:r>
            <a:r>
              <a:rPr lang="ru-RU" dirty="0" err="1"/>
              <a:t>України</a:t>
            </a:r>
            <a:r>
              <a:rPr lang="ru-RU" dirty="0"/>
              <a:t> </a:t>
            </a:r>
            <a:r>
              <a:rPr lang="ru-RU" dirty="0" err="1"/>
              <a:t>характеризує</a:t>
            </a:r>
            <a:r>
              <a:rPr lang="ru-RU" dirty="0"/>
              <a:t> </a:t>
            </a:r>
            <a:r>
              <a:rPr lang="ru-RU" dirty="0" err="1"/>
              <a:t>тогочасний</a:t>
            </a:r>
            <a:r>
              <a:rPr lang="ru-RU" dirty="0"/>
              <a:t> </a:t>
            </a:r>
            <a:r>
              <a:rPr lang="ru-RU" dirty="0" err="1"/>
              <a:t>вислів</a:t>
            </a:r>
            <a:r>
              <a:rPr lang="ru-RU" dirty="0"/>
              <a:t>:</a:t>
            </a:r>
            <a:endParaRPr lang="uk-UA" dirty="0"/>
          </a:p>
        </p:txBody>
      </p:sp>
      <p:sp>
        <p:nvSpPr>
          <p:cNvPr id="3" name="Місце для вмісту 2">
            <a:extLst>
              <a:ext uri="{FF2B5EF4-FFF2-40B4-BE49-F238E27FC236}">
                <a16:creationId xmlns:a16="http://schemas.microsoft.com/office/drawing/2014/main" id="{9835946A-EC1D-3995-042D-BE4B04F560CD}"/>
              </a:ext>
            </a:extLst>
          </p:cNvPr>
          <p:cNvSpPr>
            <a:spLocks noGrp="1"/>
          </p:cNvSpPr>
          <p:nvPr>
            <p:ph sz="half" idx="1"/>
          </p:nvPr>
        </p:nvSpPr>
        <p:spPr/>
        <p:txBody>
          <a:bodyPr/>
          <a:lstStyle/>
          <a:p>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що</a:t>
            </a:r>
            <a:r>
              <a:rPr lang="ru-RU" b="0" i="1" dirty="0">
                <a:solidFill>
                  <a:srgbClr val="FFFFFF"/>
                </a:solidFill>
                <a:effectLst/>
                <a:latin typeface="Century Gothic" panose="020B0502020202020204" pitchFamily="34" charset="0"/>
              </a:rPr>
              <a:t> козак, то </a:t>
            </a:r>
            <a:r>
              <a:rPr lang="ru-RU" b="0" i="1" dirty="0" err="1">
                <a:solidFill>
                  <a:srgbClr val="FFFFFF"/>
                </a:solidFill>
                <a:effectLst/>
                <a:latin typeface="Century Gothic" panose="020B0502020202020204" pitchFamily="34" charset="0"/>
              </a:rPr>
              <a:t>був</a:t>
            </a:r>
            <a:r>
              <a:rPr lang="ru-RU" b="0" i="1" dirty="0">
                <a:solidFill>
                  <a:srgbClr val="FFFFFF"/>
                </a:solidFill>
                <a:effectLst/>
                <a:latin typeface="Century Gothic" panose="020B0502020202020204" pitchFamily="34" charset="0"/>
              </a:rPr>
              <a:t> полковник, </a:t>
            </a:r>
            <a:r>
              <a:rPr lang="ru-RU" b="0" i="1" dirty="0" err="1">
                <a:solidFill>
                  <a:srgbClr val="FFFFFF"/>
                </a:solidFill>
                <a:effectLst/>
                <a:latin typeface="Century Gothic" panose="020B0502020202020204" pitchFamily="34" charset="0"/>
              </a:rPr>
              <a:t>що</a:t>
            </a:r>
            <a:r>
              <a:rPr lang="ru-RU" b="0" i="1" dirty="0">
                <a:solidFill>
                  <a:srgbClr val="FFFFFF"/>
                </a:solidFill>
                <a:effectLst/>
                <a:latin typeface="Century Gothic" panose="020B0502020202020204" pitchFamily="34" charset="0"/>
              </a:rPr>
              <a:t> сотник — то </a:t>
            </a:r>
            <a:r>
              <a:rPr lang="ru-RU" b="0" i="1" dirty="0" err="1">
                <a:solidFill>
                  <a:srgbClr val="FFFFFF"/>
                </a:solidFill>
                <a:effectLst/>
                <a:latin typeface="Century Gothic" panose="020B0502020202020204" pitchFamily="34" charset="0"/>
              </a:rPr>
              <a:t>гетьман</a:t>
            </a:r>
            <a:r>
              <a:rPr lang="ru-RU" b="0" i="1"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E36A05EB-1EF1-B41E-C779-95E568163839}"/>
              </a:ext>
            </a:extLst>
          </p:cNvPr>
          <p:cNvGraphicFramePr>
            <a:graphicFrameLocks noGrp="1"/>
          </p:cNvGraphicFramePr>
          <p:nvPr>
            <p:ph sz="half" idx="2"/>
            <p:extLst>
              <p:ext uri="{D42A27DB-BD31-4B8C-83A1-F6EECF244321}">
                <p14:modId xmlns:p14="http://schemas.microsoft.com/office/powerpoint/2010/main" val="161330694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99848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8C360D-48F2-038D-E35E-E77C1A6B5408}"/>
              </a:ext>
            </a:extLst>
          </p:cNvPr>
          <p:cNvSpPr>
            <a:spLocks noGrp="1"/>
          </p:cNvSpPr>
          <p:nvPr>
            <p:ph type="title"/>
          </p:nvPr>
        </p:nvSpPr>
        <p:spPr/>
        <p:txBody>
          <a:bodyPr/>
          <a:lstStyle/>
          <a:p>
            <a:r>
              <a:rPr lang="ru-RU" dirty="0" err="1"/>
              <a:t>Узгодьте</a:t>
            </a:r>
            <a:r>
              <a:rPr lang="ru-RU" dirty="0"/>
              <a:t> </a:t>
            </a:r>
            <a:r>
              <a:rPr lang="ru-RU" dirty="0" err="1"/>
              <a:t>поняття</a:t>
            </a:r>
            <a:r>
              <a:rPr lang="ru-RU" dirty="0"/>
              <a:t> (1–4) з </a:t>
            </a:r>
            <a:r>
              <a:rPr lang="ru-RU" dirty="0" err="1"/>
              <a:t>його</a:t>
            </a:r>
            <a:r>
              <a:rPr lang="ru-RU" dirty="0"/>
              <a:t> </a:t>
            </a:r>
            <a:r>
              <a:rPr lang="ru-RU" dirty="0" err="1"/>
              <a:t>визначенням</a:t>
            </a:r>
            <a:r>
              <a:rPr lang="ru-RU" dirty="0"/>
              <a:t> (А – Д).</a:t>
            </a:r>
            <a:endParaRPr lang="uk-UA" dirty="0"/>
          </a:p>
        </p:txBody>
      </p:sp>
      <p:graphicFrame>
        <p:nvGraphicFramePr>
          <p:cNvPr id="6" name="Місце для вмісту 5">
            <a:extLst>
              <a:ext uri="{FF2B5EF4-FFF2-40B4-BE49-F238E27FC236}">
                <a16:creationId xmlns:a16="http://schemas.microsoft.com/office/drawing/2014/main" id="{FC54F207-08EC-06EB-5108-B36688A7C8BC}"/>
              </a:ext>
            </a:extLst>
          </p:cNvPr>
          <p:cNvGraphicFramePr>
            <a:graphicFrameLocks noGrp="1"/>
          </p:cNvGraphicFramePr>
          <p:nvPr>
            <p:ph sz="half" idx="1"/>
            <p:extLst>
              <p:ext uri="{D42A27DB-BD31-4B8C-83A1-F6EECF244321}">
                <p14:modId xmlns:p14="http://schemas.microsoft.com/office/powerpoint/2010/main" val="1243680817"/>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C8282CF6-04F7-AA21-4B2A-C4AD6F2F6787}"/>
              </a:ext>
            </a:extLst>
          </p:cNvPr>
          <p:cNvGraphicFramePr>
            <a:graphicFrameLocks noGrp="1"/>
          </p:cNvGraphicFramePr>
          <p:nvPr>
            <p:ph sz="half" idx="2"/>
            <p:extLst>
              <p:ext uri="{D42A27DB-BD31-4B8C-83A1-F6EECF244321}">
                <p14:modId xmlns:p14="http://schemas.microsoft.com/office/powerpoint/2010/main" val="1507067317"/>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499794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DB0D19-C163-4156-2A0C-6AF70C2E309F}"/>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XVII–XVIII ст.</a:t>
            </a:r>
            <a:endParaRPr lang="uk-UA" dirty="0"/>
          </a:p>
        </p:txBody>
      </p:sp>
      <p:graphicFrame>
        <p:nvGraphicFramePr>
          <p:cNvPr id="5" name="Місце для вмісту 4">
            <a:extLst>
              <a:ext uri="{FF2B5EF4-FFF2-40B4-BE49-F238E27FC236}">
                <a16:creationId xmlns:a16="http://schemas.microsoft.com/office/drawing/2014/main" id="{1E8AB236-FFE5-7D79-71E4-20E09EE3F63C}"/>
              </a:ext>
            </a:extLst>
          </p:cNvPr>
          <p:cNvGraphicFramePr>
            <a:graphicFrameLocks noGrp="1"/>
          </p:cNvGraphicFramePr>
          <p:nvPr>
            <p:ph sz="half" idx="1"/>
            <p:extLst>
              <p:ext uri="{D42A27DB-BD31-4B8C-83A1-F6EECF244321}">
                <p14:modId xmlns:p14="http://schemas.microsoft.com/office/powerpoint/2010/main" val="129730517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30B816DA-6C10-7DC7-9A60-E99FC3EF6F5A}"/>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49820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6BC95B-1708-D641-67E7-13344B992A83}"/>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чисельністю</a:t>
            </a:r>
            <a:r>
              <a:rPr lang="ru-RU" dirty="0"/>
              <a:t> </a:t>
            </a:r>
            <a:r>
              <a:rPr lang="ru-RU" dirty="0" err="1"/>
              <a:t>козацького</a:t>
            </a:r>
            <a:r>
              <a:rPr lang="ru-RU" dirty="0"/>
              <a:t> </a:t>
            </a:r>
            <a:r>
              <a:rPr lang="ru-RU" dirty="0" err="1"/>
              <a:t>реєстру</a:t>
            </a:r>
            <a:r>
              <a:rPr lang="ru-RU" dirty="0"/>
              <a:t> та </a:t>
            </a:r>
            <a:r>
              <a:rPr lang="ru-RU" dirty="0" err="1"/>
              <a:t>назвою</a:t>
            </a:r>
            <a:r>
              <a:rPr lang="ru-RU" dirty="0"/>
              <a:t> договору, </a:t>
            </a:r>
            <a:r>
              <a:rPr lang="ru-RU" dirty="0" err="1"/>
              <a:t>що</a:t>
            </a:r>
            <a:r>
              <a:rPr lang="ru-RU" dirty="0"/>
              <a:t> </a:t>
            </a:r>
            <a:r>
              <a:rPr lang="ru-RU" dirty="0" err="1"/>
              <a:t>його</a:t>
            </a:r>
            <a:r>
              <a:rPr lang="ru-RU" dirty="0"/>
              <a:t> </a:t>
            </a:r>
            <a:r>
              <a:rPr lang="ru-RU" dirty="0" err="1"/>
              <a:t>визначав</a:t>
            </a:r>
            <a:r>
              <a:rPr lang="ru-RU" dirty="0"/>
              <a:t>.</a:t>
            </a:r>
            <a:endParaRPr lang="uk-UA" dirty="0"/>
          </a:p>
        </p:txBody>
      </p:sp>
      <p:graphicFrame>
        <p:nvGraphicFramePr>
          <p:cNvPr id="5" name="Місце для вмісту 4">
            <a:extLst>
              <a:ext uri="{FF2B5EF4-FFF2-40B4-BE49-F238E27FC236}">
                <a16:creationId xmlns:a16="http://schemas.microsoft.com/office/drawing/2014/main" id="{285A86D4-A1E1-A3B1-B966-BF3C2D5E4317}"/>
              </a:ext>
            </a:extLst>
          </p:cNvPr>
          <p:cNvGraphicFramePr>
            <a:graphicFrameLocks noGrp="1"/>
          </p:cNvGraphicFramePr>
          <p:nvPr>
            <p:ph sz="half" idx="1"/>
            <p:extLst>
              <p:ext uri="{D42A27DB-BD31-4B8C-83A1-F6EECF244321}">
                <p14:modId xmlns:p14="http://schemas.microsoft.com/office/powerpoint/2010/main" val="2014778474"/>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F7BFC9CE-8D80-2D01-BDD6-2974EDC48420}"/>
              </a:ext>
            </a:extLst>
          </p:cNvPr>
          <p:cNvGraphicFramePr>
            <a:graphicFrameLocks noGrp="1"/>
          </p:cNvGraphicFramePr>
          <p:nvPr>
            <p:ph sz="half" idx="2"/>
            <p:extLst>
              <p:ext uri="{D42A27DB-BD31-4B8C-83A1-F6EECF244321}">
                <p14:modId xmlns:p14="http://schemas.microsoft.com/office/powerpoint/2010/main" val="1548631055"/>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11785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9F2372-0A3E-53BB-B1AB-9A4C66ED77C3}"/>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укладення</a:t>
            </a:r>
            <a:r>
              <a:rPr lang="ru-RU" dirty="0"/>
              <a:t> </a:t>
            </a:r>
            <a:r>
              <a:rPr lang="ru-RU" dirty="0" err="1"/>
              <a:t>міжнародних</a:t>
            </a:r>
            <a:r>
              <a:rPr lang="ru-RU" dirty="0"/>
              <a:t> </a:t>
            </a:r>
            <a:r>
              <a:rPr lang="ru-RU" dirty="0" err="1"/>
              <a:t>угод</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A8B725EF-C884-C616-99D4-4E2FAD454022}"/>
              </a:ext>
            </a:extLst>
          </p:cNvPr>
          <p:cNvGraphicFramePr>
            <a:graphicFrameLocks noGrp="1"/>
          </p:cNvGraphicFramePr>
          <p:nvPr>
            <p:ph sz="half" idx="1"/>
            <p:extLst>
              <p:ext uri="{D42A27DB-BD31-4B8C-83A1-F6EECF244321}">
                <p14:modId xmlns:p14="http://schemas.microsoft.com/office/powerpoint/2010/main" val="3014245362"/>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E1CAE2A8-32A8-82AF-0586-AD85C2212B09}"/>
              </a:ext>
            </a:extLst>
          </p:cNvPr>
          <p:cNvGraphicFramePr>
            <a:graphicFrameLocks noGrp="1"/>
          </p:cNvGraphicFramePr>
          <p:nvPr>
            <p:ph sz="half" idx="2"/>
            <p:extLst>
              <p:ext uri="{D42A27DB-BD31-4B8C-83A1-F6EECF244321}">
                <p14:modId xmlns:p14="http://schemas.microsoft.com/office/powerpoint/2010/main" val="1803631723"/>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013938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D99C2B-BCC3-5280-3128-9A4D8CE885FB}"/>
              </a:ext>
            </a:extLst>
          </p:cNvPr>
          <p:cNvSpPr>
            <a:spLocks noGrp="1"/>
          </p:cNvSpPr>
          <p:nvPr>
            <p:ph type="title"/>
          </p:nvPr>
        </p:nvSpPr>
        <p:spPr/>
        <p:txBody>
          <a:bodyPr/>
          <a:lstStyle/>
          <a:p>
            <a:r>
              <a:rPr lang="ru-RU" dirty="0" err="1"/>
              <a:t>Увідповідніть</a:t>
            </a:r>
            <a:r>
              <a:rPr lang="ru-RU" dirty="0"/>
              <a:t> </a:t>
            </a:r>
            <a:r>
              <a:rPr lang="ru-RU" dirty="0" err="1"/>
              <a:t>уривок</a:t>
            </a:r>
            <a:r>
              <a:rPr lang="ru-RU" dirty="0"/>
              <a:t> документа з </a:t>
            </a:r>
            <a:r>
              <a:rPr lang="ru-RU" dirty="0" err="1"/>
              <a:t>його</a:t>
            </a:r>
            <a:r>
              <a:rPr lang="ru-RU" dirty="0"/>
              <a:t> </a:t>
            </a:r>
            <a:r>
              <a:rPr lang="ru-RU" dirty="0" err="1"/>
              <a:t>назвою</a:t>
            </a:r>
            <a:r>
              <a:rPr lang="ru-RU" dirty="0"/>
              <a:t>.</a:t>
            </a:r>
            <a:endParaRPr lang="uk-UA" dirty="0"/>
          </a:p>
        </p:txBody>
      </p:sp>
      <p:graphicFrame>
        <p:nvGraphicFramePr>
          <p:cNvPr id="10" name="Місце для вмісту 9">
            <a:extLst>
              <a:ext uri="{FF2B5EF4-FFF2-40B4-BE49-F238E27FC236}">
                <a16:creationId xmlns:a16="http://schemas.microsoft.com/office/drawing/2014/main" id="{2C042E9B-F138-7A14-ED95-3393FC9F743E}"/>
              </a:ext>
            </a:extLst>
          </p:cNvPr>
          <p:cNvGraphicFramePr>
            <a:graphicFrameLocks noGrp="1"/>
          </p:cNvGraphicFramePr>
          <p:nvPr>
            <p:ph sz="half" idx="2"/>
            <p:extLst>
              <p:ext uri="{D42A27DB-BD31-4B8C-83A1-F6EECF244321}">
                <p14:modId xmlns:p14="http://schemas.microsoft.com/office/powerpoint/2010/main" val="2779305636"/>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Місце для вмісту 2">
            <a:extLst>
              <a:ext uri="{FF2B5EF4-FFF2-40B4-BE49-F238E27FC236}">
                <a16:creationId xmlns:a16="http://schemas.microsoft.com/office/drawing/2014/main" id="{788CCC9D-5DE6-FA2C-906A-830C8009DD5C}"/>
              </a:ext>
            </a:extLst>
          </p:cNvPr>
          <p:cNvSpPr>
            <a:spLocks noGrp="1"/>
          </p:cNvSpPr>
          <p:nvPr>
            <p:ph sz="half" idx="1"/>
          </p:nvPr>
        </p:nvSpPr>
        <p:spPr>
          <a:xfrm>
            <a:off x="1447800" y="2011363"/>
            <a:ext cx="4487863" cy="3448050"/>
          </a:xfrm>
        </p:spPr>
        <p:txBody>
          <a:bodyPr>
            <a:normAutofit fontScale="85000" lnSpcReduction="20000"/>
          </a:bodyPr>
          <a:lstStyle/>
          <a:p>
            <a:r>
              <a:rPr lang="uk-UA" i="1" dirty="0"/>
              <a:t>«Війська реєстрового дозволяємо впровадити на двадцять тисяч, і це військо через гетьмана й старшину має бути зареєстроване у воєводстві Київському, нічого не займаючи із Брацлавського та Чернігівського...»</a:t>
            </a:r>
          </a:p>
          <a:p>
            <a:r>
              <a:rPr lang="uk-UA" i="1" dirty="0"/>
              <a:t>«Лічби війська… дозволяє мати його королівська милість сорок тисяч Війська Запорозького …усі уряди в Київському, Брацлавському, Чернігівському воєводствах… мають віддаватися шляхті віри православної...»</a:t>
            </a:r>
          </a:p>
          <a:p>
            <a:endParaRPr lang="uk-UA" i="1" dirty="0"/>
          </a:p>
        </p:txBody>
      </p:sp>
      <p:sp>
        <p:nvSpPr>
          <p:cNvPr id="9" name="Місце для вмісту 2">
            <a:extLst>
              <a:ext uri="{FF2B5EF4-FFF2-40B4-BE49-F238E27FC236}">
                <a16:creationId xmlns:a16="http://schemas.microsoft.com/office/drawing/2014/main" id="{9FAFD8BE-A5ED-4372-6CBC-30ECD313BF7F}"/>
              </a:ext>
            </a:extLst>
          </p:cNvPr>
          <p:cNvSpPr txBox="1">
            <a:spLocks/>
          </p:cNvSpPr>
          <p:nvPr/>
        </p:nvSpPr>
        <p:spPr>
          <a:xfrm>
            <a:off x="1447799" y="5458863"/>
            <a:ext cx="4487863" cy="344805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uk-UA" i="1" dirty="0"/>
              <a:t>«Україна, тобто землі у воєводствах Чернігівському, Київському і Брацлавському, стає вільною і незалежною країною і знов єднається із Королівством Польським і Великим Князівством Литовським під назвою Великого Князівства Руського…»</a:t>
            </a:r>
          </a:p>
          <a:p>
            <a:r>
              <a:rPr lang="uk-UA" i="1" dirty="0"/>
              <a:t>«Договорилися ми і постановили.., Київ має залишатися на стороні їхньої царської величності… козаки, що живуть на Січі, і в Кодаку… мають бути… у володінні і в державі… їхньої царської величності…»</a:t>
            </a:r>
          </a:p>
        </p:txBody>
      </p:sp>
    </p:spTree>
    <p:extLst>
      <p:ext uri="{BB962C8B-B14F-4D97-AF65-F5344CB8AC3E}">
        <p14:creationId xmlns:p14="http://schemas.microsoft.com/office/powerpoint/2010/main" val="1144788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087041-4F36-1D35-1FBC-2D0104500805}"/>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укладення</a:t>
            </a:r>
            <a:r>
              <a:rPr lang="ru-RU" dirty="0"/>
              <a:t> </a:t>
            </a:r>
            <a:r>
              <a:rPr lang="ru-RU" dirty="0" err="1"/>
              <a:t>міжнародних</a:t>
            </a:r>
            <a:r>
              <a:rPr lang="ru-RU" dirty="0"/>
              <a:t> </a:t>
            </a:r>
            <a:r>
              <a:rPr lang="ru-RU" dirty="0" err="1"/>
              <a:t>угод</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E1C0415A-2E54-C6EE-57DA-21C61AE76FC5}"/>
              </a:ext>
            </a:extLst>
          </p:cNvPr>
          <p:cNvGraphicFramePr>
            <a:graphicFrameLocks noGrp="1"/>
          </p:cNvGraphicFramePr>
          <p:nvPr>
            <p:ph sz="half" idx="1"/>
            <p:extLst>
              <p:ext uri="{D42A27DB-BD31-4B8C-83A1-F6EECF244321}">
                <p14:modId xmlns:p14="http://schemas.microsoft.com/office/powerpoint/2010/main" val="3108390091"/>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6A575782-3262-3B74-FABC-9A061408344F}"/>
              </a:ext>
            </a:extLst>
          </p:cNvPr>
          <p:cNvSpPr>
            <a:spLocks noGrp="1"/>
          </p:cNvSpPr>
          <p:nvPr>
            <p:ph sz="half" idx="2"/>
          </p:nvPr>
        </p:nvSpPr>
        <p:spPr/>
        <p:txBody>
          <a:bodyPr>
            <a:normAutofit/>
          </a:bodyPr>
          <a:lstStyle/>
          <a:p>
            <a:endParaRPr lang="uk-UA"/>
          </a:p>
        </p:txBody>
      </p:sp>
    </p:spTree>
    <p:extLst>
      <p:ext uri="{BB962C8B-B14F-4D97-AF65-F5344CB8AC3E}">
        <p14:creationId xmlns:p14="http://schemas.microsoft.com/office/powerpoint/2010/main" val="1811948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42D38E-0B13-8E57-578E-119309D7894A}"/>
              </a:ext>
            </a:extLst>
          </p:cNvPr>
          <p:cNvSpPr>
            <a:spLocks noGrp="1"/>
          </p:cNvSpPr>
          <p:nvPr>
            <p:ph type="title"/>
          </p:nvPr>
        </p:nvSpPr>
        <p:spPr/>
        <p:txBody>
          <a:bodyPr/>
          <a:lstStyle/>
          <a:p>
            <a:r>
              <a:rPr lang="ru-RU" dirty="0" err="1"/>
              <a:t>Уривок</a:t>
            </a:r>
            <a:r>
              <a:rPr lang="ru-RU" dirty="0"/>
              <a:t> </a:t>
            </a:r>
            <a:r>
              <a:rPr lang="ru-RU" dirty="0" err="1"/>
              <a:t>із</a:t>
            </a:r>
            <a:r>
              <a:rPr lang="ru-RU" dirty="0"/>
              <a:t> </a:t>
            </a:r>
            <a:r>
              <a:rPr lang="ru-RU" dirty="0" err="1"/>
              <a:t>якого</a:t>
            </a:r>
            <a:r>
              <a:rPr lang="ru-RU" dirty="0"/>
              <a:t> договору подано </a:t>
            </a:r>
            <a:r>
              <a:rPr lang="ru-RU" dirty="0" err="1"/>
              <a:t>нижче</a:t>
            </a:r>
            <a:r>
              <a:rPr lang="ru-RU" dirty="0"/>
              <a:t>?</a:t>
            </a:r>
            <a:endParaRPr lang="uk-UA" dirty="0"/>
          </a:p>
        </p:txBody>
      </p:sp>
      <p:sp>
        <p:nvSpPr>
          <p:cNvPr id="3" name="Місце для вмісту 2">
            <a:extLst>
              <a:ext uri="{FF2B5EF4-FFF2-40B4-BE49-F238E27FC236}">
                <a16:creationId xmlns:a16="http://schemas.microsoft.com/office/drawing/2014/main" id="{30E1868B-50F9-DAEC-9E2A-23EF9E189D06}"/>
              </a:ext>
            </a:extLst>
          </p:cNvPr>
          <p:cNvSpPr>
            <a:spLocks noGrp="1"/>
          </p:cNvSpPr>
          <p:nvPr>
            <p:ph sz="half" idx="1"/>
          </p:nvPr>
        </p:nvSpPr>
        <p:spPr/>
        <p:txBody>
          <a:bodyPr>
            <a:normAutofit fontScale="77500" lnSpcReduction="20000"/>
          </a:bodyPr>
          <a:lstStyle/>
          <a:p>
            <a:r>
              <a:rPr lang="uk-UA" b="0" i="1" dirty="0">
                <a:solidFill>
                  <a:srgbClr val="FFFFFF"/>
                </a:solidFill>
                <a:effectLst/>
                <a:latin typeface="Century Gothic" panose="020B0502020202020204" pitchFamily="34" charset="0"/>
              </a:rPr>
              <a:t>«На стороні його королівської величності — від Дніпра, що під Києвом, і... до Путивльського </a:t>
            </a:r>
            <a:r>
              <a:rPr lang="uk-UA" b="0" i="1" dirty="0" err="1">
                <a:solidFill>
                  <a:srgbClr val="FFFFFF"/>
                </a:solidFill>
                <a:effectLst/>
                <a:latin typeface="Century Gothic" panose="020B0502020202020204" pitchFamily="34" charset="0"/>
              </a:rPr>
              <a:t>рубежу</a:t>
            </a:r>
            <a:r>
              <a:rPr lang="uk-UA" b="0" i="1" dirty="0">
                <a:solidFill>
                  <a:srgbClr val="FFFFFF"/>
                </a:solidFill>
                <a:effectLst/>
                <a:latin typeface="Century Gothic" panose="020B0502020202020204" pitchFamily="34" charset="0"/>
              </a:rPr>
              <a:t> ніякого міста, ні волості... від нинішнього часу належати не буде... А внизу по Дніпру земля, що називається </a:t>
            </a:r>
            <a:r>
              <a:rPr lang="uk-UA" b="0" i="1" dirty="0" err="1">
                <a:solidFill>
                  <a:srgbClr val="FFFFFF"/>
                </a:solidFill>
                <a:effectLst/>
                <a:latin typeface="Century Gothic" panose="020B0502020202020204" pitchFamily="34" charset="0"/>
              </a:rPr>
              <a:t>Запороги</a:t>
            </a:r>
            <a:r>
              <a:rPr lang="uk-UA" b="0" i="1" dirty="0">
                <a:solidFill>
                  <a:srgbClr val="FFFFFF"/>
                </a:solidFill>
                <a:effectLst/>
                <a:latin typeface="Century Gothic" panose="020B0502020202020204" pitchFamily="34" charset="0"/>
              </a:rPr>
              <a:t>, і тамтешні козаки... мають бути під високою рукою обох великих государів... Місто Київ на сторону Речі Посполитої має бути віддане... через два роки, від нинішнього договору рахуючи...»</a:t>
            </a:r>
            <a:endParaRPr lang="uk-UA" dirty="0"/>
          </a:p>
        </p:txBody>
      </p:sp>
      <p:graphicFrame>
        <p:nvGraphicFramePr>
          <p:cNvPr id="5" name="Місце для вмісту 4">
            <a:extLst>
              <a:ext uri="{FF2B5EF4-FFF2-40B4-BE49-F238E27FC236}">
                <a16:creationId xmlns:a16="http://schemas.microsoft.com/office/drawing/2014/main" id="{5EE9242B-A914-F605-7B08-4110D3ED7BEB}"/>
              </a:ext>
            </a:extLst>
          </p:cNvPr>
          <p:cNvGraphicFramePr>
            <a:graphicFrameLocks noGrp="1"/>
          </p:cNvGraphicFramePr>
          <p:nvPr>
            <p:ph sz="half" idx="2"/>
            <p:extLst>
              <p:ext uri="{D42A27DB-BD31-4B8C-83A1-F6EECF244321}">
                <p14:modId xmlns:p14="http://schemas.microsoft.com/office/powerpoint/2010/main" val="1443494136"/>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3172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7E6EE9-9266-82BE-3B49-C3599472C128}"/>
              </a:ext>
            </a:extLst>
          </p:cNvPr>
          <p:cNvSpPr>
            <a:spLocks noGrp="1"/>
          </p:cNvSpPr>
          <p:nvPr>
            <p:ph type="title"/>
          </p:nvPr>
        </p:nvSpPr>
        <p:spPr/>
        <p:txBody>
          <a:bodyPr/>
          <a:lstStyle/>
          <a:p>
            <a:r>
              <a:rPr lang="ru-RU" dirty="0" err="1"/>
              <a:t>Що</a:t>
            </a:r>
            <a:r>
              <a:rPr lang="ru-RU" dirty="0"/>
              <a:t> стало </a:t>
            </a:r>
            <a:r>
              <a:rPr lang="ru-RU" dirty="0" err="1"/>
              <a:t>наслідком</a:t>
            </a:r>
            <a:r>
              <a:rPr lang="ru-RU" dirty="0"/>
              <a:t> </a:t>
            </a:r>
            <a:r>
              <a:rPr lang="ru-RU" dirty="0" err="1"/>
              <a:t>Чигиринських</a:t>
            </a:r>
            <a:r>
              <a:rPr lang="ru-RU" dirty="0"/>
              <a:t> </a:t>
            </a:r>
            <a:r>
              <a:rPr lang="ru-RU" dirty="0" err="1"/>
              <a:t>походів</a:t>
            </a:r>
            <a:r>
              <a:rPr lang="ru-RU" dirty="0"/>
              <a:t> </a:t>
            </a:r>
            <a:r>
              <a:rPr lang="ru-RU" dirty="0" err="1"/>
              <a:t>турецько-татарської</a:t>
            </a:r>
            <a:r>
              <a:rPr lang="ru-RU" dirty="0"/>
              <a:t> </a:t>
            </a:r>
            <a:r>
              <a:rPr lang="ru-RU" dirty="0" err="1"/>
              <a:t>армії</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DD1E789-95CB-5AA7-9D71-CEEE8003F2F9}"/>
              </a:ext>
            </a:extLst>
          </p:cNvPr>
          <p:cNvGraphicFramePr>
            <a:graphicFrameLocks noGrp="1"/>
          </p:cNvGraphicFramePr>
          <p:nvPr>
            <p:ph sz="half" idx="1"/>
            <p:extLst>
              <p:ext uri="{D42A27DB-BD31-4B8C-83A1-F6EECF244321}">
                <p14:modId xmlns:p14="http://schemas.microsoft.com/office/powerpoint/2010/main" val="2083515202"/>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3748DCF6-3FD7-085F-3801-B07A63F8A885}"/>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36482216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D6C117-FC73-34CA-FA40-F48E3A2D5690}"/>
              </a:ext>
            </a:extLst>
          </p:cNvPr>
          <p:cNvSpPr>
            <a:spLocks noGrp="1"/>
          </p:cNvSpPr>
          <p:nvPr>
            <p:ph type="title"/>
          </p:nvPr>
        </p:nvSpPr>
        <p:spPr/>
        <p:txBody>
          <a:bodyPr>
            <a:noAutofit/>
          </a:bodyPr>
          <a:lstStyle/>
          <a:p>
            <a:r>
              <a:rPr lang="ru-RU" sz="2400" dirty="0" err="1"/>
              <a:t>Якою</a:t>
            </a:r>
            <a:r>
              <a:rPr lang="ru-RU" sz="2400" dirty="0"/>
              <a:t> цифрою на </a:t>
            </a:r>
            <a:r>
              <a:rPr lang="ru-RU" sz="2400" dirty="0" err="1"/>
              <a:t>картосхемі</a:t>
            </a:r>
            <a:r>
              <a:rPr lang="ru-RU" sz="2400" dirty="0"/>
              <a:t> </a:t>
            </a:r>
            <a:r>
              <a:rPr lang="ru-RU" sz="2400" dirty="0" err="1"/>
              <a:t>позначено</a:t>
            </a:r>
            <a:r>
              <a:rPr lang="ru-RU" sz="2400" dirty="0"/>
              <a:t> </a:t>
            </a:r>
            <a:r>
              <a:rPr lang="ru-RU" sz="2400" dirty="0" err="1"/>
              <a:t>території</a:t>
            </a:r>
            <a:r>
              <a:rPr lang="ru-RU" sz="2400" dirty="0"/>
              <a:t>, де за </a:t>
            </a:r>
            <a:r>
              <a:rPr lang="ru-RU" sz="2400" dirty="0" err="1"/>
              <a:t>умовами</a:t>
            </a:r>
            <a:r>
              <a:rPr lang="ru-RU" sz="2400" dirty="0"/>
              <a:t> </a:t>
            </a:r>
            <a:r>
              <a:rPr lang="ru-RU" sz="2400" dirty="0" err="1"/>
              <a:t>Бахчисарайського</a:t>
            </a:r>
            <a:r>
              <a:rPr lang="ru-RU" sz="2400" dirty="0"/>
              <a:t> договору (1681 р.) </a:t>
            </a:r>
            <a:r>
              <a:rPr lang="ru-RU" sz="2400" dirty="0" err="1"/>
              <a:t>впродовж</a:t>
            </a:r>
            <a:r>
              <a:rPr lang="ru-RU" sz="2400" dirty="0"/>
              <a:t> 20 </a:t>
            </a:r>
            <a:r>
              <a:rPr lang="ru-RU" sz="2400" dirty="0" err="1"/>
              <a:t>років</a:t>
            </a:r>
            <a:r>
              <a:rPr lang="ru-RU" sz="2400" dirty="0"/>
              <a:t> заборонено </a:t>
            </a:r>
            <a:r>
              <a:rPr lang="ru-RU" sz="2400" dirty="0" err="1"/>
              <a:t>будівництво</a:t>
            </a:r>
            <a:r>
              <a:rPr lang="ru-RU" sz="2400" dirty="0"/>
              <a:t> </a:t>
            </a:r>
            <a:r>
              <a:rPr lang="ru-RU" sz="2400" dirty="0" err="1"/>
              <a:t>нових</a:t>
            </a:r>
            <a:r>
              <a:rPr lang="ru-RU" sz="2400" dirty="0"/>
              <a:t> </a:t>
            </a:r>
            <a:r>
              <a:rPr lang="ru-RU" sz="2400" dirty="0" err="1"/>
              <a:t>фортець</a:t>
            </a:r>
            <a:r>
              <a:rPr lang="ru-RU" sz="2400" dirty="0"/>
              <a:t> і </a:t>
            </a:r>
            <a:r>
              <a:rPr lang="ru-RU" sz="2400" dirty="0" err="1"/>
              <a:t>укріплень</a:t>
            </a:r>
            <a:r>
              <a:rPr lang="ru-RU" sz="2400" dirty="0"/>
              <a:t>?</a:t>
            </a:r>
            <a:endParaRPr lang="uk-UA" sz="2400" dirty="0"/>
          </a:p>
        </p:txBody>
      </p:sp>
      <p:graphicFrame>
        <p:nvGraphicFramePr>
          <p:cNvPr id="5" name="Місце для вмісту 4">
            <a:extLst>
              <a:ext uri="{FF2B5EF4-FFF2-40B4-BE49-F238E27FC236}">
                <a16:creationId xmlns:a16="http://schemas.microsoft.com/office/drawing/2014/main" id="{88D7E886-831F-2A71-5439-704E51F46876}"/>
              </a:ext>
            </a:extLst>
          </p:cNvPr>
          <p:cNvGraphicFramePr>
            <a:graphicFrameLocks noGrp="1"/>
          </p:cNvGraphicFramePr>
          <p:nvPr>
            <p:ph sz="half" idx="2"/>
            <p:extLst>
              <p:ext uri="{D42A27DB-BD31-4B8C-83A1-F6EECF244321}">
                <p14:modId xmlns:p14="http://schemas.microsoft.com/office/powerpoint/2010/main" val="755734632"/>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1CDE67D7-B368-7568-2514-D5DFCB51A35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781397" y="2092167"/>
            <a:ext cx="5156464" cy="377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6061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E79803-1FA8-B556-8EC9-ADC6C9FFFC3B}"/>
              </a:ext>
            </a:extLst>
          </p:cNvPr>
          <p:cNvSpPr>
            <a:spLocks noGrp="1"/>
          </p:cNvSpPr>
          <p:nvPr>
            <p:ph type="title"/>
          </p:nvPr>
        </p:nvSpPr>
        <p:spPr/>
        <p:txBody>
          <a:bodyPr>
            <a:normAutofit fontScale="90000"/>
          </a:bodyPr>
          <a:lstStyle/>
          <a:p>
            <a:r>
              <a:rPr lang="ru-RU" dirty="0" err="1"/>
              <a:t>Відповідно</a:t>
            </a:r>
            <a:r>
              <a:rPr lang="ru-RU" dirty="0"/>
              <a:t> до умов </a:t>
            </a:r>
            <a:r>
              <a:rPr lang="ru-RU" dirty="0" err="1"/>
              <a:t>Андрусівського</a:t>
            </a:r>
            <a:r>
              <a:rPr lang="ru-RU" dirty="0"/>
              <a:t> </a:t>
            </a:r>
            <a:r>
              <a:rPr lang="ru-RU" dirty="0" err="1"/>
              <a:t>перемир’я</a:t>
            </a:r>
            <a:r>
              <a:rPr lang="ru-RU" dirty="0"/>
              <a:t> (1667 р.) </a:t>
            </a:r>
            <a:r>
              <a:rPr lang="ru-RU" dirty="0" err="1"/>
              <a:t>Запорозька</a:t>
            </a:r>
            <a:r>
              <a:rPr lang="ru-RU" dirty="0"/>
              <a:t> </a:t>
            </a:r>
            <a:r>
              <a:rPr lang="ru-RU" dirty="0" err="1"/>
              <a:t>Січ</a:t>
            </a:r>
            <a:r>
              <a:rPr lang="ru-RU" dirty="0"/>
              <a:t> </a:t>
            </a:r>
            <a:r>
              <a:rPr lang="ru-RU" dirty="0" err="1"/>
              <a:t>підпорядковувалась</a:t>
            </a:r>
            <a:endParaRPr lang="uk-UA" dirty="0"/>
          </a:p>
        </p:txBody>
      </p:sp>
      <p:graphicFrame>
        <p:nvGraphicFramePr>
          <p:cNvPr id="5" name="Місце для вмісту 4">
            <a:extLst>
              <a:ext uri="{FF2B5EF4-FFF2-40B4-BE49-F238E27FC236}">
                <a16:creationId xmlns:a16="http://schemas.microsoft.com/office/drawing/2014/main" id="{B57D6BCD-409C-7467-1A80-5B426FD45295}"/>
              </a:ext>
            </a:extLst>
          </p:cNvPr>
          <p:cNvGraphicFramePr>
            <a:graphicFrameLocks noGrp="1"/>
          </p:cNvGraphicFramePr>
          <p:nvPr>
            <p:ph sz="half" idx="1"/>
            <p:extLst>
              <p:ext uri="{D42A27DB-BD31-4B8C-83A1-F6EECF244321}">
                <p14:modId xmlns:p14="http://schemas.microsoft.com/office/powerpoint/2010/main" val="971050931"/>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67C2B5D5-6BB0-BA2C-D84E-54EF7B14CB1A}"/>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4026520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15F364-D465-A2A2-83BB-978D9F0205AA}"/>
              </a:ext>
            </a:extLst>
          </p:cNvPr>
          <p:cNvSpPr>
            <a:spLocks noGrp="1"/>
          </p:cNvSpPr>
          <p:nvPr>
            <p:ph type="title"/>
          </p:nvPr>
        </p:nvSpPr>
        <p:spPr/>
        <p:txBody>
          <a:bodyPr/>
          <a:lstStyle/>
          <a:p>
            <a:r>
              <a:rPr lang="ru-RU" dirty="0"/>
              <a:t>У </a:t>
            </a:r>
            <a:r>
              <a:rPr lang="ru-RU" dirty="0" err="1"/>
              <a:t>якому</a:t>
            </a:r>
            <a:r>
              <a:rPr lang="ru-RU" dirty="0"/>
              <a:t> </a:t>
            </a:r>
            <a:r>
              <a:rPr lang="ru-RU" dirty="0" err="1"/>
              <a:t>році</a:t>
            </a:r>
            <a:r>
              <a:rPr lang="ru-RU" dirty="0"/>
              <a:t> </a:t>
            </a:r>
            <a:r>
              <a:rPr lang="ru-RU" dirty="0" err="1"/>
              <a:t>було</a:t>
            </a:r>
            <a:r>
              <a:rPr lang="ru-RU" dirty="0"/>
              <a:t> створено документ, </a:t>
            </a:r>
            <a:r>
              <a:rPr lang="ru-RU" dirty="0" err="1"/>
              <a:t>уривок</a:t>
            </a:r>
            <a:r>
              <a:rPr lang="ru-RU" dirty="0"/>
              <a:t> </a:t>
            </a:r>
            <a:r>
              <a:rPr lang="ru-RU" dirty="0" err="1"/>
              <a:t>із</a:t>
            </a:r>
            <a:r>
              <a:rPr lang="ru-RU" dirty="0"/>
              <a:t> </a:t>
            </a:r>
            <a:r>
              <a:rPr lang="ru-RU" dirty="0" err="1"/>
              <a:t>якого</a:t>
            </a:r>
            <a:r>
              <a:rPr lang="ru-RU" dirty="0"/>
              <a:t> </a:t>
            </a:r>
            <a:r>
              <a:rPr lang="ru-RU" dirty="0" err="1"/>
              <a:t>процитовано</a:t>
            </a:r>
            <a:r>
              <a:rPr lang="ru-RU" dirty="0"/>
              <a:t>:</a:t>
            </a:r>
            <a:endParaRPr lang="uk-UA" dirty="0"/>
          </a:p>
        </p:txBody>
      </p:sp>
      <p:sp>
        <p:nvSpPr>
          <p:cNvPr id="3" name="Місце для вмісту 2">
            <a:extLst>
              <a:ext uri="{FF2B5EF4-FFF2-40B4-BE49-F238E27FC236}">
                <a16:creationId xmlns:a16="http://schemas.microsoft.com/office/drawing/2014/main" id="{6380652B-33EC-2C8D-3901-790A6987D564}"/>
              </a:ext>
            </a:extLst>
          </p:cNvPr>
          <p:cNvSpPr>
            <a:spLocks noGrp="1"/>
          </p:cNvSpPr>
          <p:nvPr>
            <p:ph sz="half" idx="1"/>
          </p:nvPr>
        </p:nvSpPr>
        <p:spPr/>
        <p:txBody>
          <a:bodyPr>
            <a:normAutofit fontScale="85000" lnSpcReduction="10000"/>
          </a:bodyPr>
          <a:lstStyle/>
          <a:p>
            <a:r>
              <a:rPr lang="uk-UA" b="0" i="1" dirty="0">
                <a:solidFill>
                  <a:srgbClr val="FFFFFF"/>
                </a:solidFill>
                <a:effectLst/>
                <a:latin typeface="Century Gothic" panose="020B0502020202020204" pitchFamily="34" charset="0"/>
              </a:rPr>
              <a:t>«…Договорилися ми й постановили, що всієї Малої Росії цієї сторони Дніпра… містам і землям… як вони до цього часу договором про перемир’я на стороні їхньої царської величності перебували, так і тепер залишатися мають… </a:t>
            </a:r>
            <a:r>
              <a:rPr lang="uk-UA" b="0" i="1" dirty="0" err="1">
                <a:solidFill>
                  <a:srgbClr val="FFFFFF"/>
                </a:solidFill>
                <a:effectLst/>
                <a:latin typeface="Century Gothic" panose="020B0502020202020204" pitchFamily="34" charset="0"/>
              </a:rPr>
              <a:t>Запороги</a:t>
            </a:r>
            <a:r>
              <a:rPr lang="uk-UA" b="0" i="1" dirty="0">
                <a:solidFill>
                  <a:srgbClr val="FFFFFF"/>
                </a:solidFill>
                <a:effectLst/>
                <a:latin typeface="Century Gothic" panose="020B0502020202020204" pitchFamily="34" charset="0"/>
              </a:rPr>
              <a:t>, козаки, що живуть на Січі, і в Кодаку… мають бути … у володінні і в державі їхньої царської величності…»</a:t>
            </a:r>
            <a:endParaRPr lang="uk-UA" dirty="0"/>
          </a:p>
        </p:txBody>
      </p:sp>
      <p:graphicFrame>
        <p:nvGraphicFramePr>
          <p:cNvPr id="5" name="Місце для вмісту 4">
            <a:extLst>
              <a:ext uri="{FF2B5EF4-FFF2-40B4-BE49-F238E27FC236}">
                <a16:creationId xmlns:a16="http://schemas.microsoft.com/office/drawing/2014/main" id="{269395CA-194D-F3A3-ECB5-A05E8EC31D8A}"/>
              </a:ext>
            </a:extLst>
          </p:cNvPr>
          <p:cNvGraphicFramePr>
            <a:graphicFrameLocks noGrp="1"/>
          </p:cNvGraphicFramePr>
          <p:nvPr>
            <p:ph sz="half" idx="2"/>
            <p:extLst>
              <p:ext uri="{D42A27DB-BD31-4B8C-83A1-F6EECF244321}">
                <p14:modId xmlns:p14="http://schemas.microsoft.com/office/powerpoint/2010/main" val="208905725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6279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4D1F7C-0C92-B3DA-1E91-6649C147514A}"/>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уривком</a:t>
            </a:r>
            <a:r>
              <a:rPr lang="ru-RU" dirty="0"/>
              <a:t> з документа та </a:t>
            </a:r>
            <a:r>
              <a:rPr lang="ru-RU" dirty="0" err="1"/>
              <a:t>його</a:t>
            </a:r>
            <a:r>
              <a:rPr lang="ru-RU" dirty="0"/>
              <a:t> </a:t>
            </a:r>
            <a:r>
              <a:rPr lang="ru-RU" dirty="0" err="1"/>
              <a:t>назвою</a:t>
            </a:r>
            <a:r>
              <a:rPr lang="ru-RU" dirty="0"/>
              <a:t>.</a:t>
            </a:r>
            <a:endParaRPr lang="uk-UA" dirty="0"/>
          </a:p>
        </p:txBody>
      </p:sp>
      <p:graphicFrame>
        <p:nvGraphicFramePr>
          <p:cNvPr id="7" name="Місце для вмісту 6">
            <a:extLst>
              <a:ext uri="{FF2B5EF4-FFF2-40B4-BE49-F238E27FC236}">
                <a16:creationId xmlns:a16="http://schemas.microsoft.com/office/drawing/2014/main" id="{E1200419-FB1B-DFB2-EAC5-1067E3215231}"/>
              </a:ext>
            </a:extLst>
          </p:cNvPr>
          <p:cNvGraphicFramePr>
            <a:graphicFrameLocks noGrp="1"/>
          </p:cNvGraphicFramePr>
          <p:nvPr>
            <p:ph sz="half" idx="1"/>
            <p:extLst>
              <p:ext uri="{D42A27DB-BD31-4B8C-83A1-F6EECF244321}">
                <p14:modId xmlns:p14="http://schemas.microsoft.com/office/powerpoint/2010/main" val="3237633293"/>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4EC46022-27B5-077A-8E08-33196DC88231}"/>
              </a:ext>
            </a:extLst>
          </p:cNvPr>
          <p:cNvGraphicFramePr>
            <a:graphicFrameLocks noGrp="1"/>
          </p:cNvGraphicFramePr>
          <p:nvPr>
            <p:ph sz="half" idx="2"/>
            <p:extLst>
              <p:ext uri="{D42A27DB-BD31-4B8C-83A1-F6EECF244321}">
                <p14:modId xmlns:p14="http://schemas.microsoft.com/office/powerpoint/2010/main" val="44800782"/>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Схема 7">
            <a:extLst>
              <a:ext uri="{FF2B5EF4-FFF2-40B4-BE49-F238E27FC236}">
                <a16:creationId xmlns:a16="http://schemas.microsoft.com/office/drawing/2014/main" id="{0926E697-B2D0-5D8D-46BE-42440A11E7BC}"/>
              </a:ext>
            </a:extLst>
          </p:cNvPr>
          <p:cNvGraphicFramePr/>
          <p:nvPr>
            <p:extLst>
              <p:ext uri="{D42A27DB-BD31-4B8C-83A1-F6EECF244321}">
                <p14:modId xmlns:p14="http://schemas.microsoft.com/office/powerpoint/2010/main" val="1799580882"/>
              </p:ext>
            </p:extLst>
          </p:nvPr>
        </p:nvGraphicFramePr>
        <p:xfrm>
          <a:off x="1447331" y="5040891"/>
          <a:ext cx="4225615" cy="297614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619112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3DDBC9-FEFC-FADD-6709-69493FCD1C30}"/>
              </a:ext>
            </a:extLst>
          </p:cNvPr>
          <p:cNvSpPr>
            <a:spLocks noGrp="1"/>
          </p:cNvSpPr>
          <p:nvPr>
            <p:ph type="title"/>
          </p:nvPr>
        </p:nvSpPr>
        <p:spPr/>
        <p:txBody>
          <a:bodyPr/>
          <a:lstStyle/>
          <a:p>
            <a:r>
              <a:rPr lang="ru-RU" dirty="0"/>
              <a:t>У </a:t>
            </a:r>
            <a:r>
              <a:rPr lang="ru-RU" dirty="0" err="1"/>
              <a:t>якому</a:t>
            </a:r>
            <a:r>
              <a:rPr lang="ru-RU" dirty="0"/>
              <a:t> </a:t>
            </a:r>
            <a:r>
              <a:rPr lang="ru-RU" dirty="0" err="1"/>
              <a:t>році</a:t>
            </a:r>
            <a:r>
              <a:rPr lang="ru-RU" dirty="0"/>
              <a:t> </a:t>
            </a:r>
            <a:r>
              <a:rPr lang="ru-RU" dirty="0" err="1"/>
              <a:t>укладено</a:t>
            </a:r>
            <a:r>
              <a:rPr lang="ru-RU" dirty="0"/>
              <a:t> </a:t>
            </a:r>
            <a:r>
              <a:rPr lang="ru-RU" dirty="0" err="1"/>
              <a:t>договір</a:t>
            </a:r>
            <a:endParaRPr lang="uk-UA" dirty="0"/>
          </a:p>
        </p:txBody>
      </p:sp>
      <p:sp>
        <p:nvSpPr>
          <p:cNvPr id="3" name="Місце для вмісту 2">
            <a:extLst>
              <a:ext uri="{FF2B5EF4-FFF2-40B4-BE49-F238E27FC236}">
                <a16:creationId xmlns:a16="http://schemas.microsoft.com/office/drawing/2014/main" id="{6E8E04D2-9839-CD1C-C953-6B6A32D10F94}"/>
              </a:ext>
            </a:extLst>
          </p:cNvPr>
          <p:cNvSpPr>
            <a:spLocks noGrp="1"/>
          </p:cNvSpPr>
          <p:nvPr>
            <p:ph sz="half" idx="1"/>
          </p:nvPr>
        </p:nvSpPr>
        <p:spPr/>
        <p:txBody>
          <a:bodyPr/>
          <a:lstStyle/>
          <a:p>
            <a:r>
              <a:rPr lang="ru-RU" dirty="0"/>
              <a:t>за </a:t>
            </a:r>
            <a:r>
              <a:rPr lang="ru-RU" dirty="0" err="1"/>
              <a:t>яким</a:t>
            </a:r>
            <a:r>
              <a:rPr lang="ru-RU" dirty="0"/>
              <a:t> </a:t>
            </a:r>
            <a:r>
              <a:rPr lang="ru-RU" dirty="0" err="1"/>
              <a:t>турецький</a:t>
            </a:r>
            <a:r>
              <a:rPr lang="ru-RU" dirty="0"/>
              <a:t> султан </a:t>
            </a:r>
            <a:r>
              <a:rPr lang="ru-RU" dirty="0" err="1"/>
              <a:t>визнав</a:t>
            </a:r>
            <a:r>
              <a:rPr lang="ru-RU" dirty="0"/>
              <a:t> </a:t>
            </a:r>
            <a:r>
              <a:rPr lang="ru-RU" dirty="0" err="1"/>
              <a:t>зверхність</a:t>
            </a:r>
            <a:r>
              <a:rPr lang="ru-RU" dirty="0"/>
              <a:t> </a:t>
            </a:r>
            <a:r>
              <a:rPr lang="ru-RU" dirty="0" err="1"/>
              <a:t>московського</a:t>
            </a:r>
            <a:r>
              <a:rPr lang="ru-RU" dirty="0"/>
              <a:t> царя над </a:t>
            </a:r>
            <a:r>
              <a:rPr lang="ru-RU" dirty="0" err="1"/>
              <a:t>Лівобережною</a:t>
            </a:r>
            <a:r>
              <a:rPr lang="ru-RU" dirty="0"/>
              <a:t> </a:t>
            </a:r>
            <a:r>
              <a:rPr lang="ru-RU" dirty="0" err="1"/>
              <a:t>Україною</a:t>
            </a:r>
            <a:r>
              <a:rPr lang="ru-RU" dirty="0"/>
              <a:t> та </a:t>
            </a:r>
            <a:r>
              <a:rPr lang="ru-RU" dirty="0" err="1"/>
              <a:t>Запорозькою</a:t>
            </a:r>
            <a:r>
              <a:rPr lang="ru-RU" dirty="0"/>
              <a:t> </a:t>
            </a:r>
            <a:r>
              <a:rPr lang="ru-RU" dirty="0" err="1"/>
              <a:t>Січчю</a:t>
            </a:r>
            <a:r>
              <a:rPr lang="ru-RU" dirty="0"/>
              <a:t>?</a:t>
            </a:r>
            <a:endParaRPr lang="uk-UA" dirty="0"/>
          </a:p>
        </p:txBody>
      </p:sp>
      <p:graphicFrame>
        <p:nvGraphicFramePr>
          <p:cNvPr id="5" name="Місце для вмісту 4">
            <a:extLst>
              <a:ext uri="{FF2B5EF4-FFF2-40B4-BE49-F238E27FC236}">
                <a16:creationId xmlns:a16="http://schemas.microsoft.com/office/drawing/2014/main" id="{1430B136-5172-F896-E3D2-3E4651ECE3FC}"/>
              </a:ext>
            </a:extLst>
          </p:cNvPr>
          <p:cNvGraphicFramePr>
            <a:graphicFrameLocks noGrp="1"/>
          </p:cNvGraphicFramePr>
          <p:nvPr>
            <p:ph sz="half" idx="2"/>
            <p:extLst>
              <p:ext uri="{D42A27DB-BD31-4B8C-83A1-F6EECF244321}">
                <p14:modId xmlns:p14="http://schemas.microsoft.com/office/powerpoint/2010/main" val="115826741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2015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C895EC-4EC8-8F30-6E0E-E0A934D489AF}"/>
              </a:ext>
            </a:extLst>
          </p:cNvPr>
          <p:cNvSpPr>
            <a:spLocks noGrp="1"/>
          </p:cNvSpPr>
          <p:nvPr>
            <p:ph type="title"/>
          </p:nvPr>
        </p:nvSpPr>
        <p:spPr/>
        <p:txBody>
          <a:bodyPr/>
          <a:lstStyle/>
          <a:p>
            <a:r>
              <a:rPr lang="ru-RU" dirty="0"/>
              <a:t>Угоду, </a:t>
            </a:r>
            <a:r>
              <a:rPr lang="ru-RU" dirty="0" err="1"/>
              <a:t>уривок</a:t>
            </a:r>
            <a:r>
              <a:rPr lang="ru-RU" dirty="0"/>
              <a:t> з </a:t>
            </a:r>
            <a:r>
              <a:rPr lang="ru-RU" dirty="0" err="1"/>
              <a:t>якої</a:t>
            </a:r>
            <a:r>
              <a:rPr lang="ru-RU" dirty="0"/>
              <a:t> наведено</a:t>
            </a:r>
            <a:endParaRPr lang="uk-UA" dirty="0"/>
          </a:p>
        </p:txBody>
      </p:sp>
      <p:sp>
        <p:nvSpPr>
          <p:cNvPr id="3" name="Місце для вмісту 2">
            <a:extLst>
              <a:ext uri="{FF2B5EF4-FFF2-40B4-BE49-F238E27FC236}">
                <a16:creationId xmlns:a16="http://schemas.microsoft.com/office/drawing/2014/main" id="{246D5118-2822-DFAA-7CFF-0F211CA33146}"/>
              </a:ext>
            </a:extLst>
          </p:cNvPr>
          <p:cNvSpPr>
            <a:spLocks noGrp="1"/>
          </p:cNvSpPr>
          <p:nvPr>
            <p:ph sz="half" idx="1"/>
          </p:nvPr>
        </p:nvSpPr>
        <p:spPr/>
        <p:txBody>
          <a:bodyPr>
            <a:normAutofit fontScale="77500" lnSpcReduction="20000"/>
          </a:bodyPr>
          <a:lstStyle/>
          <a:p>
            <a:r>
              <a:rPr lang="uk-UA" b="0" i="0" dirty="0">
                <a:solidFill>
                  <a:srgbClr val="FFFFFF"/>
                </a:solidFill>
                <a:effectLst/>
                <a:latin typeface="Century Gothic" panose="020B0502020202020204" pitchFamily="34" charset="0"/>
              </a:rPr>
              <a:t> </a:t>
            </a:r>
            <a:r>
              <a:rPr lang="uk-UA" b="0" i="1" dirty="0">
                <a:solidFill>
                  <a:srgbClr val="FFFFFF"/>
                </a:solidFill>
                <a:effectLst/>
                <a:latin typeface="Century Gothic" panose="020B0502020202020204" pitchFamily="34" charset="0"/>
              </a:rPr>
              <a:t>«…гетьман Військ Руських до кінця свого життя буде Гетьманом Військ Руських і першим сенатором у Київському, Брацлавському та Чернігівському воєводствах. А після його смерті має бути вільний вибір гетьмана, тобто стани Київського, Брацлавського, Чернігівського воєводств </a:t>
            </a:r>
            <a:r>
              <a:rPr lang="uk-UA" b="0" i="1" dirty="0" err="1">
                <a:solidFill>
                  <a:srgbClr val="FFFFFF"/>
                </a:solidFill>
                <a:effectLst/>
                <a:latin typeface="Century Gothic" panose="020B0502020202020204" pitchFamily="34" charset="0"/>
              </a:rPr>
              <a:t>оберуть</a:t>
            </a:r>
            <a:r>
              <a:rPr lang="uk-UA" b="0" i="1" dirty="0">
                <a:solidFill>
                  <a:srgbClr val="FFFFFF"/>
                </a:solidFill>
                <a:effectLst/>
                <a:latin typeface="Century Gothic" panose="020B0502020202020204" pitchFamily="34" charset="0"/>
              </a:rPr>
              <a:t> чотирьох кандидатів, одному з-поміж яких його королівська милість </a:t>
            </a:r>
            <a:r>
              <a:rPr lang="uk-UA" b="0" i="1" dirty="0" err="1">
                <a:solidFill>
                  <a:srgbClr val="FFFFFF"/>
                </a:solidFill>
                <a:effectLst/>
                <a:latin typeface="Century Gothic" panose="020B0502020202020204" pitchFamily="34" charset="0"/>
              </a:rPr>
              <a:t>надасть</a:t>
            </a:r>
            <a:r>
              <a:rPr lang="uk-UA" b="0" i="1" dirty="0">
                <a:solidFill>
                  <a:srgbClr val="FFFFFF"/>
                </a:solidFill>
                <a:effectLst/>
                <a:latin typeface="Century Gothic" panose="020B0502020202020204" pitchFamily="34" charset="0"/>
              </a:rPr>
              <a:t> гетьманство…», </a:t>
            </a:r>
          </a:p>
          <a:p>
            <a:r>
              <a:rPr lang="uk-UA" b="0" i="0" dirty="0">
                <a:solidFill>
                  <a:srgbClr val="FFFFFF"/>
                </a:solidFill>
                <a:effectLst/>
                <a:latin typeface="Century Gothic" panose="020B0502020202020204" pitchFamily="34" charset="0"/>
              </a:rPr>
              <a:t>було схвалено на козацькій раді за гетьманування</a:t>
            </a:r>
            <a:endParaRPr lang="uk-UA" dirty="0"/>
          </a:p>
        </p:txBody>
      </p:sp>
      <p:graphicFrame>
        <p:nvGraphicFramePr>
          <p:cNvPr id="5" name="Місце для вмісту 4">
            <a:extLst>
              <a:ext uri="{FF2B5EF4-FFF2-40B4-BE49-F238E27FC236}">
                <a16:creationId xmlns:a16="http://schemas.microsoft.com/office/drawing/2014/main" id="{BBAFD15A-D3F2-F4EB-BCFE-F173D0F92926}"/>
              </a:ext>
            </a:extLst>
          </p:cNvPr>
          <p:cNvGraphicFramePr>
            <a:graphicFrameLocks noGrp="1"/>
          </p:cNvGraphicFramePr>
          <p:nvPr>
            <p:ph sz="half" idx="2"/>
            <p:extLst>
              <p:ext uri="{D42A27DB-BD31-4B8C-83A1-F6EECF244321}">
                <p14:modId xmlns:p14="http://schemas.microsoft.com/office/powerpoint/2010/main" val="247986349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47575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B5A1FD-82B2-54A3-9D81-555C60BB8006}"/>
              </a:ext>
            </a:extLst>
          </p:cNvPr>
          <p:cNvSpPr>
            <a:spLocks noGrp="1"/>
          </p:cNvSpPr>
          <p:nvPr>
            <p:ph type="title"/>
          </p:nvPr>
        </p:nvSpPr>
        <p:spPr/>
        <p:txBody>
          <a:bodyPr/>
          <a:lstStyle/>
          <a:p>
            <a:r>
              <a:rPr lang="uk-UA" dirty="0"/>
              <a:t>Установіть відповідність між подією та її наслідком.</a:t>
            </a:r>
          </a:p>
        </p:txBody>
      </p:sp>
      <p:graphicFrame>
        <p:nvGraphicFramePr>
          <p:cNvPr id="5" name="Місце для вмісту 4">
            <a:extLst>
              <a:ext uri="{FF2B5EF4-FFF2-40B4-BE49-F238E27FC236}">
                <a16:creationId xmlns:a16="http://schemas.microsoft.com/office/drawing/2014/main" id="{0C58B78C-EE3E-36D3-4F1F-48A315C60CA0}"/>
              </a:ext>
            </a:extLst>
          </p:cNvPr>
          <p:cNvGraphicFramePr>
            <a:graphicFrameLocks noGrp="1"/>
          </p:cNvGraphicFramePr>
          <p:nvPr>
            <p:ph sz="half" idx="1"/>
            <p:extLst>
              <p:ext uri="{D42A27DB-BD31-4B8C-83A1-F6EECF244321}">
                <p14:modId xmlns:p14="http://schemas.microsoft.com/office/powerpoint/2010/main" val="1722121254"/>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0A8CF188-80AC-1DF0-60CF-D9124DFB24E0}"/>
              </a:ext>
            </a:extLst>
          </p:cNvPr>
          <p:cNvGraphicFramePr>
            <a:graphicFrameLocks noGrp="1"/>
          </p:cNvGraphicFramePr>
          <p:nvPr>
            <p:ph sz="half" idx="2"/>
            <p:extLst>
              <p:ext uri="{D42A27DB-BD31-4B8C-83A1-F6EECF244321}">
                <p14:modId xmlns:p14="http://schemas.microsoft.com/office/powerpoint/2010/main" val="217071742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762057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1E1C98-234E-1249-5D5C-11CC3208A02B}"/>
              </a:ext>
            </a:extLst>
          </p:cNvPr>
          <p:cNvSpPr>
            <a:spLocks noGrp="1"/>
          </p:cNvSpPr>
          <p:nvPr>
            <p:ph type="title"/>
          </p:nvPr>
        </p:nvSpPr>
        <p:spPr/>
        <p:txBody>
          <a:bodyPr>
            <a:normAutofit fontScale="90000"/>
          </a:bodyPr>
          <a:lstStyle/>
          <a:p>
            <a:r>
              <a:rPr lang="ru-RU" dirty="0"/>
              <a:t>так П. Дорошенко </a:t>
            </a:r>
            <a:r>
              <a:rPr lang="ru-RU" dirty="0" err="1"/>
              <a:t>схарактеризував</a:t>
            </a:r>
            <a:r>
              <a:rPr lang="ru-RU" dirty="0"/>
              <a:t> </a:t>
            </a:r>
            <a:r>
              <a:rPr lang="ru-RU" dirty="0" err="1"/>
              <a:t>домовленості</a:t>
            </a:r>
            <a:r>
              <a:rPr lang="ru-RU" dirty="0"/>
              <a:t> </a:t>
            </a:r>
            <a:r>
              <a:rPr lang="ru-RU" dirty="0" err="1"/>
              <a:t>московського</a:t>
            </a:r>
            <a:r>
              <a:rPr lang="ru-RU" dirty="0"/>
              <a:t> царя й </a:t>
            </a:r>
            <a:r>
              <a:rPr lang="ru-RU" dirty="0" err="1"/>
              <a:t>польського</a:t>
            </a:r>
            <a:r>
              <a:rPr lang="ru-RU" dirty="0"/>
              <a:t> короля за</a:t>
            </a:r>
            <a:endParaRPr lang="uk-UA" dirty="0"/>
          </a:p>
        </p:txBody>
      </p:sp>
      <p:sp>
        <p:nvSpPr>
          <p:cNvPr id="3" name="Місце для вмісту 2">
            <a:extLst>
              <a:ext uri="{FF2B5EF4-FFF2-40B4-BE49-F238E27FC236}">
                <a16:creationId xmlns:a16="http://schemas.microsoft.com/office/drawing/2014/main" id="{04BADFBA-85E9-CDDA-6703-A51084B73F40}"/>
              </a:ext>
            </a:extLst>
          </p:cNvPr>
          <p:cNvSpPr>
            <a:spLocks noGrp="1"/>
          </p:cNvSpPr>
          <p:nvPr>
            <p:ph sz="half" idx="1"/>
          </p:nvPr>
        </p:nvSpPr>
        <p:spPr/>
        <p:txBody>
          <a:bodyPr/>
          <a:lstStyle/>
          <a:p>
            <a:r>
              <a:rPr lang="ru-RU" b="0" i="0"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розділили</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Україну</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навпіл</a:t>
            </a:r>
            <a:r>
              <a:rPr lang="ru-RU" b="0" i="1" dirty="0">
                <a:solidFill>
                  <a:srgbClr val="FFFFFF"/>
                </a:solidFill>
                <a:effectLst/>
                <a:latin typeface="Century Gothic" panose="020B0502020202020204" pitchFamily="34" charset="0"/>
              </a:rPr>
              <a:t> і </a:t>
            </a:r>
            <a:r>
              <a:rPr lang="ru-RU" b="0" i="1" dirty="0" err="1">
                <a:solidFill>
                  <a:srgbClr val="FFFFFF"/>
                </a:solidFill>
                <a:effectLst/>
                <a:latin typeface="Century Gothic" panose="020B0502020202020204" pitchFamily="34" charset="0"/>
              </a:rPr>
              <a:t>хочуть</a:t>
            </a:r>
            <a:r>
              <a:rPr lang="ru-RU" b="0" i="1" dirty="0">
                <a:solidFill>
                  <a:srgbClr val="FFFFFF"/>
                </a:solidFill>
                <a:effectLst/>
                <a:latin typeface="Century Gothic" panose="020B0502020202020204" pitchFamily="34" charset="0"/>
              </a:rPr>
              <a:t> нашу отчизну, милу </a:t>
            </a:r>
            <a:r>
              <a:rPr lang="ru-RU" b="0" i="1" dirty="0" err="1">
                <a:solidFill>
                  <a:srgbClr val="FFFFFF"/>
                </a:solidFill>
                <a:effectLst/>
                <a:latin typeface="Century Gothic" panose="020B0502020202020204" pitchFamily="34" charset="0"/>
              </a:rPr>
              <a:t>Україну</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занедбати</a:t>
            </a:r>
            <a:r>
              <a:rPr lang="ru-RU" b="0" i="0"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F3DFFC35-E7AF-B826-E0AF-37C69F8B48C1}"/>
              </a:ext>
            </a:extLst>
          </p:cNvPr>
          <p:cNvGraphicFramePr>
            <a:graphicFrameLocks noGrp="1"/>
          </p:cNvGraphicFramePr>
          <p:nvPr>
            <p:ph sz="half" idx="2"/>
            <p:extLst>
              <p:ext uri="{D42A27DB-BD31-4B8C-83A1-F6EECF244321}">
                <p14:modId xmlns:p14="http://schemas.microsoft.com/office/powerpoint/2010/main" val="80544669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8865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C24177-7F4B-4219-39EB-CDA2D9BDE9A7}"/>
              </a:ext>
            </a:extLst>
          </p:cNvPr>
          <p:cNvSpPr>
            <a:spLocks noGrp="1"/>
          </p:cNvSpPr>
          <p:nvPr>
            <p:ph type="title"/>
          </p:nvPr>
        </p:nvSpPr>
        <p:spPr/>
        <p:txBody>
          <a:bodyPr/>
          <a:lstStyle/>
          <a:p>
            <a:r>
              <a:rPr lang="uk-UA" dirty="0"/>
              <a:t>Відмінність умов</a:t>
            </a:r>
          </a:p>
        </p:txBody>
      </p:sp>
      <p:sp>
        <p:nvSpPr>
          <p:cNvPr id="3" name="Місце для вмісту 2">
            <a:extLst>
              <a:ext uri="{FF2B5EF4-FFF2-40B4-BE49-F238E27FC236}">
                <a16:creationId xmlns:a16="http://schemas.microsoft.com/office/drawing/2014/main" id="{4CCD2417-D6CF-C5A4-0F33-A30A5A896FFD}"/>
              </a:ext>
            </a:extLst>
          </p:cNvPr>
          <p:cNvSpPr>
            <a:spLocks noGrp="1"/>
          </p:cNvSpPr>
          <p:nvPr>
            <p:ph sz="half" idx="1"/>
          </p:nvPr>
        </p:nvSpPr>
        <p:spPr/>
        <p:txBody>
          <a:bodyPr/>
          <a:lstStyle/>
          <a:p>
            <a:r>
              <a:rPr lang="ru-RU" b="0" i="0" dirty="0" err="1">
                <a:solidFill>
                  <a:srgbClr val="FFFFFF"/>
                </a:solidFill>
                <a:effectLst/>
                <a:latin typeface="Century Gothic" panose="020B0502020202020204" pitchFamily="34" charset="0"/>
              </a:rPr>
              <a:t>польсько-московського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Вічного</a:t>
            </a:r>
            <a:r>
              <a:rPr lang="ru-RU" b="0" i="0" dirty="0">
                <a:solidFill>
                  <a:srgbClr val="FFFFFF"/>
                </a:solidFill>
                <a:effectLst/>
                <a:latin typeface="Century Gothic" panose="020B0502020202020204" pitchFamily="34" charset="0"/>
              </a:rPr>
              <a:t> миру» (1686 р.) </a:t>
            </a:r>
            <a:r>
              <a:rPr lang="ru-RU" b="0" i="0" dirty="0" err="1">
                <a:solidFill>
                  <a:srgbClr val="FFFFFF"/>
                </a:solidFill>
                <a:effectLst/>
                <a:latin typeface="Century Gothic" panose="020B0502020202020204" pitchFamily="34" charset="0"/>
              </a:rPr>
              <a:t>від</a:t>
            </a:r>
            <a:r>
              <a:rPr lang="ru-RU" b="0" i="0" dirty="0">
                <a:solidFill>
                  <a:srgbClr val="FFFFFF"/>
                </a:solidFill>
                <a:effectLst/>
                <a:latin typeface="Century Gothic" panose="020B0502020202020204" pitchFamily="34" charset="0"/>
              </a:rPr>
              <a:t> умов </a:t>
            </a:r>
            <a:r>
              <a:rPr lang="ru-RU" b="0" i="0" dirty="0" err="1">
                <a:solidFill>
                  <a:srgbClr val="FFFFFF"/>
                </a:solidFill>
                <a:effectLst/>
                <a:latin typeface="Century Gothic" panose="020B0502020202020204" pitchFamily="34" charset="0"/>
              </a:rPr>
              <a:t>Андрусівського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перемир’я</a:t>
            </a:r>
            <a:r>
              <a:rPr lang="ru-RU" b="0" i="0" dirty="0">
                <a:solidFill>
                  <a:srgbClr val="FFFFFF"/>
                </a:solidFill>
                <a:effectLst/>
                <a:latin typeface="Century Gothic" panose="020B0502020202020204" pitchFamily="34" charset="0"/>
              </a:rPr>
              <a:t> (1667 р.) </a:t>
            </a:r>
            <a:r>
              <a:rPr lang="ru-RU" b="0" i="0" dirty="0" err="1">
                <a:solidFill>
                  <a:srgbClr val="FFFFFF"/>
                </a:solidFill>
                <a:effectLst/>
                <a:latin typeface="Century Gothic" panose="020B0502020202020204" pitchFamily="34" charset="0"/>
              </a:rPr>
              <a:t>полягала</a:t>
            </a:r>
            <a:r>
              <a:rPr lang="ru-RU" b="0" i="0" dirty="0">
                <a:solidFill>
                  <a:srgbClr val="FFFFFF"/>
                </a:solidFill>
                <a:effectLst/>
                <a:latin typeface="Century Gothic" panose="020B0502020202020204" pitchFamily="34" charset="0"/>
              </a:rPr>
              <a:t> в тому, </a:t>
            </a:r>
            <a:r>
              <a:rPr lang="ru-RU" b="0" i="0" dirty="0" err="1">
                <a:solidFill>
                  <a:srgbClr val="FFFFFF"/>
                </a:solidFill>
                <a:effectLst/>
                <a:latin typeface="Century Gothic" panose="020B0502020202020204" pitchFamily="34" charset="0"/>
              </a:rPr>
              <a:t>що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одноосібну</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зверхність</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московського</a:t>
            </a:r>
            <a:r>
              <a:rPr lang="ru-RU" b="0" i="0" dirty="0">
                <a:solidFill>
                  <a:srgbClr val="FFFFFF"/>
                </a:solidFill>
                <a:effectLst/>
                <a:latin typeface="Century Gothic" panose="020B0502020202020204" pitchFamily="34" charset="0"/>
              </a:rPr>
              <a:t> царя </a:t>
            </a:r>
            <a:r>
              <a:rPr lang="ru-RU" b="0" i="0" dirty="0" err="1">
                <a:solidFill>
                  <a:srgbClr val="FFFFFF"/>
                </a:solidFill>
                <a:effectLst/>
                <a:latin typeface="Century Gothic" panose="020B0502020202020204" pitchFamily="34" charset="0"/>
              </a:rPr>
              <a:t>визнано</a:t>
            </a:r>
            <a:r>
              <a:rPr lang="ru-RU" b="0" i="0" dirty="0">
                <a:solidFill>
                  <a:srgbClr val="FFFFFF"/>
                </a:solidFill>
                <a:effectLst/>
                <a:latin typeface="Century Gothic" panose="020B0502020202020204" pitchFamily="34" charset="0"/>
              </a:rPr>
              <a:t> над</a:t>
            </a:r>
            <a:endParaRPr lang="uk-UA" dirty="0"/>
          </a:p>
        </p:txBody>
      </p:sp>
      <p:graphicFrame>
        <p:nvGraphicFramePr>
          <p:cNvPr id="5" name="Місце для вмісту 4">
            <a:extLst>
              <a:ext uri="{FF2B5EF4-FFF2-40B4-BE49-F238E27FC236}">
                <a16:creationId xmlns:a16="http://schemas.microsoft.com/office/drawing/2014/main" id="{9CB6D8DA-C665-8EBF-C5CC-9159B1C1BBD5}"/>
              </a:ext>
            </a:extLst>
          </p:cNvPr>
          <p:cNvGraphicFramePr>
            <a:graphicFrameLocks noGrp="1"/>
          </p:cNvGraphicFramePr>
          <p:nvPr>
            <p:ph sz="half" idx="2"/>
            <p:extLst>
              <p:ext uri="{D42A27DB-BD31-4B8C-83A1-F6EECF244321}">
                <p14:modId xmlns:p14="http://schemas.microsoft.com/office/powerpoint/2010/main" val="2262342110"/>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1920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F43DE5-5E4C-0A08-15AD-FD325BCE15A8}"/>
              </a:ext>
            </a:extLst>
          </p:cNvPr>
          <p:cNvSpPr>
            <a:spLocks noGrp="1"/>
          </p:cNvSpPr>
          <p:nvPr>
            <p:ph type="title"/>
          </p:nvPr>
        </p:nvSpPr>
        <p:spPr/>
        <p:txBody>
          <a:bodyPr/>
          <a:lstStyle/>
          <a:p>
            <a:r>
              <a:rPr lang="uk-UA" dirty="0"/>
              <a:t>так Самійло Величко охарактеризував</a:t>
            </a:r>
          </a:p>
        </p:txBody>
      </p:sp>
      <p:sp>
        <p:nvSpPr>
          <p:cNvPr id="3" name="Місце для вмісту 2">
            <a:extLst>
              <a:ext uri="{FF2B5EF4-FFF2-40B4-BE49-F238E27FC236}">
                <a16:creationId xmlns:a16="http://schemas.microsoft.com/office/drawing/2014/main" id="{755DE049-35AC-18B2-A3B9-171FF5288476}"/>
              </a:ext>
            </a:extLst>
          </p:cNvPr>
          <p:cNvSpPr>
            <a:spLocks noGrp="1"/>
          </p:cNvSpPr>
          <p:nvPr>
            <p:ph sz="half" idx="1"/>
          </p:nvPr>
        </p:nvSpPr>
        <p:spPr/>
        <p:txBody>
          <a:bodyPr/>
          <a:lstStyle/>
          <a:p>
            <a:r>
              <a:rPr lang="ru-RU" dirty="0"/>
              <a:t>«Вони... приговорили та постановили мир на </a:t>
            </a:r>
            <a:r>
              <a:rPr lang="ru-RU" dirty="0" err="1"/>
              <a:t>тринадцять</a:t>
            </a:r>
            <a:r>
              <a:rPr lang="ru-RU" dirty="0"/>
              <a:t> </a:t>
            </a:r>
            <a:r>
              <a:rPr lang="ru-RU" dirty="0" err="1"/>
              <a:t>років</a:t>
            </a:r>
            <a:r>
              <a:rPr lang="ru-RU" dirty="0"/>
              <a:t> </a:t>
            </a:r>
            <a:r>
              <a:rPr lang="ru-RU" dirty="0" err="1"/>
              <a:t>під</a:t>
            </a:r>
            <a:r>
              <a:rPr lang="ru-RU" dirty="0"/>
              <a:t> </a:t>
            </a:r>
            <a:r>
              <a:rPr lang="ru-RU" dirty="0" err="1"/>
              <a:t>корисними</a:t>
            </a:r>
            <a:r>
              <a:rPr lang="ru-RU" dirty="0"/>
              <a:t> </a:t>
            </a:r>
            <a:r>
              <a:rPr lang="ru-RU" dirty="0" err="1"/>
              <a:t>умовами</a:t>
            </a:r>
            <a:r>
              <a:rPr lang="ru-RU" dirty="0"/>
              <a:t> для </a:t>
            </a:r>
            <a:r>
              <a:rPr lang="ru-RU" dirty="0" err="1"/>
              <a:t>обох</a:t>
            </a:r>
            <a:r>
              <a:rPr lang="ru-RU" dirty="0"/>
              <a:t> </a:t>
            </a:r>
            <a:r>
              <a:rPr lang="ru-RU" dirty="0" err="1"/>
              <a:t>монархій</a:t>
            </a:r>
            <a:r>
              <a:rPr lang="ru-RU" dirty="0"/>
              <a:t>; </a:t>
            </a:r>
            <a:r>
              <a:rPr lang="ru-RU" dirty="0" err="1"/>
              <a:t>покривджено</a:t>
            </a:r>
            <a:r>
              <a:rPr lang="ru-RU" dirty="0"/>
              <a:t> </a:t>
            </a:r>
            <a:r>
              <a:rPr lang="ru-RU" dirty="0" err="1"/>
              <a:t>тільки</a:t>
            </a:r>
            <a:r>
              <a:rPr lang="ru-RU" dirty="0"/>
              <a:t> </a:t>
            </a:r>
            <a:r>
              <a:rPr lang="ru-RU" dirty="0" err="1"/>
              <a:t>козаків</a:t>
            </a:r>
            <a:r>
              <a:rPr lang="ru-RU" dirty="0"/>
              <a:t>, </a:t>
            </a:r>
            <a:r>
              <a:rPr lang="ru-RU" dirty="0" err="1"/>
              <a:t>оскільки</a:t>
            </a:r>
            <a:r>
              <a:rPr lang="ru-RU" dirty="0"/>
              <a:t> постановлено в тих пактах, </a:t>
            </a:r>
            <a:r>
              <a:rPr lang="ru-RU" dirty="0" err="1"/>
              <a:t>щоб</a:t>
            </a:r>
            <a:r>
              <a:rPr lang="ru-RU" dirty="0"/>
              <a:t> </a:t>
            </a:r>
            <a:r>
              <a:rPr lang="ru-RU" dirty="0" err="1"/>
              <a:t>низові</a:t>
            </a:r>
            <a:r>
              <a:rPr lang="ru-RU" dirty="0"/>
              <a:t> </a:t>
            </a:r>
            <a:r>
              <a:rPr lang="ru-RU" dirty="0" err="1"/>
              <a:t>запорозькі</a:t>
            </a:r>
            <a:r>
              <a:rPr lang="ru-RU" dirty="0"/>
              <a:t> козаки лишались у </a:t>
            </a:r>
            <a:r>
              <a:rPr lang="ru-RU" dirty="0" err="1"/>
              <a:t>послушенстві</a:t>
            </a:r>
            <a:r>
              <a:rPr lang="ru-RU" dirty="0"/>
              <a:t> </a:t>
            </a:r>
            <a:r>
              <a:rPr lang="ru-RU" dirty="0" err="1"/>
              <a:t>обох</a:t>
            </a:r>
            <a:r>
              <a:rPr lang="ru-RU" dirty="0"/>
              <a:t> </a:t>
            </a:r>
            <a:r>
              <a:rPr lang="ru-RU" dirty="0" err="1"/>
              <a:t>монархій</a:t>
            </a:r>
            <a:r>
              <a:rPr lang="ru-RU" dirty="0"/>
              <a:t>...»</a:t>
            </a:r>
          </a:p>
        </p:txBody>
      </p:sp>
      <p:graphicFrame>
        <p:nvGraphicFramePr>
          <p:cNvPr id="5" name="Місце для вмісту 4">
            <a:extLst>
              <a:ext uri="{FF2B5EF4-FFF2-40B4-BE49-F238E27FC236}">
                <a16:creationId xmlns:a16="http://schemas.microsoft.com/office/drawing/2014/main" id="{C81AF5FC-9F94-ABE4-2F79-8A8AB518FD1A}"/>
              </a:ext>
            </a:extLst>
          </p:cNvPr>
          <p:cNvGraphicFramePr>
            <a:graphicFrameLocks noGrp="1"/>
          </p:cNvGraphicFramePr>
          <p:nvPr>
            <p:ph sz="half" idx="2"/>
            <p:extLst>
              <p:ext uri="{D42A27DB-BD31-4B8C-83A1-F6EECF244321}">
                <p14:modId xmlns:p14="http://schemas.microsoft.com/office/powerpoint/2010/main" val="3788513227"/>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8474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C9F268-4E0A-754E-5F78-7B77140FC9CE}"/>
              </a:ext>
            </a:extLst>
          </p:cNvPr>
          <p:cNvSpPr>
            <a:spLocks noGrp="1"/>
          </p:cNvSpPr>
          <p:nvPr>
            <p:ph type="title"/>
          </p:nvPr>
        </p:nvSpPr>
        <p:spPr/>
        <p:txBody>
          <a:bodyPr/>
          <a:lstStyle/>
          <a:p>
            <a:r>
              <a:rPr lang="ru-RU" dirty="0"/>
              <a:t>За </a:t>
            </a:r>
            <a:r>
              <a:rPr lang="ru-RU" dirty="0" err="1"/>
              <a:t>умовами</a:t>
            </a:r>
            <a:r>
              <a:rPr lang="ru-RU" dirty="0"/>
              <a:t> </a:t>
            </a:r>
            <a:r>
              <a:rPr lang="ru-RU" dirty="0" err="1"/>
              <a:t>Гадяцьких</a:t>
            </a:r>
            <a:r>
              <a:rPr lang="ru-RU" dirty="0"/>
              <a:t> </a:t>
            </a:r>
            <a:r>
              <a:rPr lang="ru-RU" dirty="0" err="1"/>
              <a:t>пунктів</a:t>
            </a:r>
            <a:r>
              <a:rPr lang="ru-RU" dirty="0"/>
              <a:t> (1658 р.)</a:t>
            </a:r>
            <a:endParaRPr lang="uk-UA" dirty="0"/>
          </a:p>
        </p:txBody>
      </p:sp>
      <p:sp>
        <p:nvSpPr>
          <p:cNvPr id="3" name="Місце для вмісту 2">
            <a:extLst>
              <a:ext uri="{FF2B5EF4-FFF2-40B4-BE49-F238E27FC236}">
                <a16:creationId xmlns:a16="http://schemas.microsoft.com/office/drawing/2014/main" id="{44230DA1-5705-F722-8A47-898333D0440F}"/>
              </a:ext>
            </a:extLst>
          </p:cNvPr>
          <p:cNvSpPr>
            <a:spLocks noGrp="1"/>
          </p:cNvSpPr>
          <p:nvPr>
            <p:ph sz="half" idx="1"/>
          </p:nvPr>
        </p:nvSpPr>
        <p:spPr/>
        <p:txBody>
          <a:bodyPr/>
          <a:lstStyle/>
          <a:p>
            <a:r>
              <a:rPr lang="ru-RU" dirty="0" err="1"/>
              <a:t>Гетьманщина</a:t>
            </a:r>
            <a:r>
              <a:rPr lang="ru-RU" dirty="0"/>
              <a:t> у </a:t>
            </a:r>
            <a:r>
              <a:rPr lang="ru-RU" dirty="0" err="1"/>
              <a:t>складі</a:t>
            </a:r>
            <a:r>
              <a:rPr lang="ru-RU" dirty="0"/>
              <a:t> </a:t>
            </a:r>
            <a:r>
              <a:rPr lang="ru-RU" dirty="0" err="1"/>
              <a:t>трьох</a:t>
            </a:r>
            <a:r>
              <a:rPr lang="ru-RU" dirty="0"/>
              <a:t> </a:t>
            </a:r>
            <a:r>
              <a:rPr lang="ru-RU" dirty="0" err="1"/>
              <a:t>воєводств</a:t>
            </a:r>
            <a:r>
              <a:rPr lang="ru-RU" dirty="0"/>
              <a:t> мала </a:t>
            </a:r>
            <a:r>
              <a:rPr lang="ru-RU" dirty="0" err="1"/>
              <a:t>ввійти</a:t>
            </a:r>
            <a:r>
              <a:rPr lang="ru-RU" dirty="0"/>
              <a:t> до </a:t>
            </a:r>
            <a:r>
              <a:rPr lang="ru-RU" dirty="0" err="1"/>
              <a:t>оновленої</a:t>
            </a:r>
            <a:r>
              <a:rPr lang="ru-RU" dirty="0"/>
              <a:t> </a:t>
            </a:r>
            <a:r>
              <a:rPr lang="ru-RU" dirty="0" err="1"/>
              <a:t>Речі</a:t>
            </a:r>
            <a:r>
              <a:rPr lang="ru-RU" dirty="0"/>
              <a:t> </a:t>
            </a:r>
            <a:r>
              <a:rPr lang="ru-RU" dirty="0" err="1"/>
              <a:t>Посполитої</a:t>
            </a:r>
            <a:r>
              <a:rPr lang="ru-RU" dirty="0"/>
              <a:t> на правах </a:t>
            </a:r>
            <a:r>
              <a:rPr lang="ru-RU" dirty="0" err="1"/>
              <a:t>її</a:t>
            </a:r>
            <a:r>
              <a:rPr lang="ru-RU" dirty="0"/>
              <a:t> </a:t>
            </a:r>
            <a:r>
              <a:rPr lang="ru-RU" dirty="0" err="1"/>
              <a:t>федеративної</a:t>
            </a:r>
            <a:r>
              <a:rPr lang="ru-RU" dirty="0"/>
              <a:t> </a:t>
            </a:r>
            <a:r>
              <a:rPr lang="ru-RU" dirty="0" err="1"/>
              <a:t>частини</a:t>
            </a:r>
            <a:r>
              <a:rPr lang="ru-RU" dirty="0"/>
              <a:t> – Великого к </a:t>
            </a:r>
            <a:r>
              <a:rPr lang="ru-RU" dirty="0" err="1"/>
              <a:t>нязівства</a:t>
            </a:r>
            <a:r>
              <a:rPr lang="ru-RU" dirty="0"/>
              <a:t> Руського.</a:t>
            </a:r>
          </a:p>
          <a:p>
            <a:r>
              <a:rPr lang="ru-RU" dirty="0" err="1"/>
              <a:t>Укажіть</a:t>
            </a:r>
            <a:r>
              <a:rPr lang="ru-RU" dirty="0"/>
              <a:t> </a:t>
            </a:r>
            <a:r>
              <a:rPr lang="ru-RU" dirty="0" err="1"/>
              <a:t>назви</a:t>
            </a:r>
            <a:r>
              <a:rPr lang="ru-RU" dirty="0"/>
              <a:t> </a:t>
            </a:r>
            <a:r>
              <a:rPr lang="ru-RU" dirty="0" err="1"/>
              <a:t>цих</a:t>
            </a:r>
            <a:r>
              <a:rPr lang="ru-RU" dirty="0"/>
              <a:t> </a:t>
            </a:r>
            <a:r>
              <a:rPr lang="ru-RU" dirty="0" err="1"/>
              <a:t>воєводств</a:t>
            </a:r>
            <a:r>
              <a:rPr lang="ru-RU" dirty="0"/>
              <a:t>.</a:t>
            </a:r>
          </a:p>
          <a:p>
            <a:endParaRPr lang="ru-RU" dirty="0"/>
          </a:p>
          <a:p>
            <a:endParaRPr lang="uk-UA" dirty="0"/>
          </a:p>
        </p:txBody>
      </p:sp>
      <p:graphicFrame>
        <p:nvGraphicFramePr>
          <p:cNvPr id="5" name="Місце для вмісту 4">
            <a:extLst>
              <a:ext uri="{FF2B5EF4-FFF2-40B4-BE49-F238E27FC236}">
                <a16:creationId xmlns:a16="http://schemas.microsoft.com/office/drawing/2014/main" id="{F0528679-44D9-50F5-BBB0-624134C5F6BA}"/>
              </a:ext>
            </a:extLst>
          </p:cNvPr>
          <p:cNvGraphicFramePr>
            <a:graphicFrameLocks noGrp="1"/>
          </p:cNvGraphicFramePr>
          <p:nvPr>
            <p:ph sz="half" idx="2"/>
            <p:extLst>
              <p:ext uri="{D42A27DB-BD31-4B8C-83A1-F6EECF244321}">
                <p14:modId xmlns:p14="http://schemas.microsoft.com/office/powerpoint/2010/main" val="2149111211"/>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2875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0E5E3C-79B7-2209-2666-96C39EDF9C19}"/>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назвою</a:t>
            </a:r>
            <a:r>
              <a:rPr lang="ru-RU" dirty="0"/>
              <a:t> документа та роком </a:t>
            </a:r>
            <a:r>
              <a:rPr lang="ru-RU" dirty="0" err="1"/>
              <a:t>його</a:t>
            </a:r>
            <a:r>
              <a:rPr lang="ru-RU" dirty="0"/>
              <a:t> </a:t>
            </a:r>
            <a:r>
              <a:rPr lang="ru-RU" dirty="0" err="1"/>
              <a:t>укладення</a:t>
            </a:r>
            <a:endParaRPr lang="uk-UA" dirty="0"/>
          </a:p>
        </p:txBody>
      </p:sp>
      <p:graphicFrame>
        <p:nvGraphicFramePr>
          <p:cNvPr id="5" name="Місце для вмісту 4">
            <a:extLst>
              <a:ext uri="{FF2B5EF4-FFF2-40B4-BE49-F238E27FC236}">
                <a16:creationId xmlns:a16="http://schemas.microsoft.com/office/drawing/2014/main" id="{4AE64DBA-E463-0DBC-2EE7-C50B5E58D6F4}"/>
              </a:ext>
            </a:extLst>
          </p:cNvPr>
          <p:cNvGraphicFramePr>
            <a:graphicFrameLocks noGrp="1"/>
          </p:cNvGraphicFramePr>
          <p:nvPr>
            <p:ph sz="half" idx="1"/>
            <p:extLst>
              <p:ext uri="{D42A27DB-BD31-4B8C-83A1-F6EECF244321}">
                <p14:modId xmlns:p14="http://schemas.microsoft.com/office/powerpoint/2010/main" val="324906424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8557D512-FF42-04BA-F994-8591CD24A6FF}"/>
              </a:ext>
            </a:extLst>
          </p:cNvPr>
          <p:cNvGraphicFramePr>
            <a:graphicFrameLocks noGrp="1"/>
          </p:cNvGraphicFramePr>
          <p:nvPr>
            <p:ph sz="half" idx="2"/>
            <p:extLst>
              <p:ext uri="{D42A27DB-BD31-4B8C-83A1-F6EECF244321}">
                <p14:modId xmlns:p14="http://schemas.microsoft.com/office/powerpoint/2010/main" val="86722637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957899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6B5F0D-33DD-3810-CAB9-6329A13BB944}"/>
              </a:ext>
            </a:extLst>
          </p:cNvPr>
          <p:cNvSpPr>
            <a:spLocks noGrp="1"/>
          </p:cNvSpPr>
          <p:nvPr>
            <p:ph type="title"/>
          </p:nvPr>
        </p:nvSpPr>
        <p:spPr/>
        <p:txBody>
          <a:bodyPr>
            <a:normAutofit fontScale="90000"/>
          </a:bodyPr>
          <a:lstStyle/>
          <a:p>
            <a:r>
              <a:rPr lang="ru-RU" dirty="0"/>
              <a:t>На </a:t>
            </a:r>
            <a:r>
              <a:rPr lang="ru-RU" dirty="0" err="1"/>
              <a:t>карті</a:t>
            </a:r>
            <a:r>
              <a:rPr lang="ru-RU" dirty="0"/>
              <a:t> </a:t>
            </a:r>
            <a:r>
              <a:rPr lang="ru-RU" dirty="0" err="1"/>
              <a:t>суцільною</a:t>
            </a:r>
            <a:r>
              <a:rPr lang="ru-RU" dirty="0"/>
              <a:t> жирною </a:t>
            </a:r>
            <a:r>
              <a:rPr lang="ru-RU" dirty="0" err="1"/>
              <a:t>лінією</a:t>
            </a:r>
            <a:r>
              <a:rPr lang="ru-RU" dirty="0"/>
              <a:t> </a:t>
            </a:r>
            <a:r>
              <a:rPr lang="ru-RU" dirty="0" err="1"/>
              <a:t>позначено</a:t>
            </a:r>
            <a:r>
              <a:rPr lang="ru-RU" dirty="0"/>
              <a:t> </a:t>
            </a:r>
            <a:r>
              <a:rPr lang="ru-RU" dirty="0" err="1"/>
              <a:t>розподіл</a:t>
            </a:r>
            <a:r>
              <a:rPr lang="ru-RU" dirty="0"/>
              <a:t> </a:t>
            </a:r>
            <a:r>
              <a:rPr lang="ru-RU" dirty="0" err="1"/>
              <a:t>українських</a:t>
            </a:r>
            <a:r>
              <a:rPr lang="ru-RU" dirty="0"/>
              <a:t> земель </a:t>
            </a:r>
            <a:r>
              <a:rPr lang="ru-RU" dirty="0" err="1"/>
              <a:t>між</a:t>
            </a:r>
            <a:endParaRPr lang="uk-UA" dirty="0"/>
          </a:p>
        </p:txBody>
      </p:sp>
      <p:graphicFrame>
        <p:nvGraphicFramePr>
          <p:cNvPr id="5" name="Місце для вмісту 4">
            <a:extLst>
              <a:ext uri="{FF2B5EF4-FFF2-40B4-BE49-F238E27FC236}">
                <a16:creationId xmlns:a16="http://schemas.microsoft.com/office/drawing/2014/main" id="{D81EC95C-8D57-D512-8E76-8C5709D87252}"/>
              </a:ext>
            </a:extLst>
          </p:cNvPr>
          <p:cNvGraphicFramePr>
            <a:graphicFrameLocks noGrp="1"/>
          </p:cNvGraphicFramePr>
          <p:nvPr>
            <p:ph sz="half" idx="2"/>
            <p:extLst>
              <p:ext uri="{D42A27DB-BD31-4B8C-83A1-F6EECF244321}">
                <p14:modId xmlns:p14="http://schemas.microsoft.com/office/powerpoint/2010/main" val="304865376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11F48CE6-325F-93FC-C129-5672814EFFEF}"/>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679171" y="2017343"/>
            <a:ext cx="3557847" cy="4056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9745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28A567-EF92-AE0A-ED8C-6964C0E1BEB4}"/>
              </a:ext>
            </a:extLst>
          </p:cNvPr>
          <p:cNvSpPr>
            <a:spLocks noGrp="1"/>
          </p:cNvSpPr>
          <p:nvPr>
            <p:ph type="title"/>
          </p:nvPr>
        </p:nvSpPr>
        <p:spPr/>
        <p:txBody>
          <a:bodyPr>
            <a:normAutofit fontScale="90000"/>
          </a:bodyPr>
          <a:lstStyle/>
          <a:p>
            <a:r>
              <a:rPr lang="ru-RU" dirty="0" err="1"/>
              <a:t>Бахчисарайський</a:t>
            </a:r>
            <a:r>
              <a:rPr lang="ru-RU" dirty="0"/>
              <a:t> </a:t>
            </a:r>
            <a:r>
              <a:rPr lang="ru-RU" dirty="0" err="1"/>
              <a:t>договір</a:t>
            </a:r>
            <a:r>
              <a:rPr lang="ru-RU" dirty="0"/>
              <a:t> 1681 р., </a:t>
            </a:r>
            <a:r>
              <a:rPr lang="ru-RU" dirty="0" err="1"/>
              <a:t>що</a:t>
            </a:r>
            <a:r>
              <a:rPr lang="ru-RU" dirty="0"/>
              <a:t> </a:t>
            </a:r>
            <a:r>
              <a:rPr lang="ru-RU" dirty="0" err="1"/>
              <a:t>вирішував</a:t>
            </a:r>
            <a:r>
              <a:rPr lang="ru-RU" dirty="0"/>
              <a:t> долю </a:t>
            </a:r>
            <a:r>
              <a:rPr lang="ru-RU" dirty="0" err="1"/>
              <a:t>Правобережної</a:t>
            </a:r>
            <a:r>
              <a:rPr lang="ru-RU" dirty="0"/>
              <a:t> </a:t>
            </a:r>
            <a:r>
              <a:rPr lang="ru-RU" dirty="0" err="1"/>
              <a:t>України</a:t>
            </a:r>
            <a:r>
              <a:rPr lang="ru-RU" dirty="0"/>
              <a:t>, </a:t>
            </a:r>
            <a:r>
              <a:rPr lang="ru-RU" dirty="0" err="1"/>
              <a:t>укладено</a:t>
            </a:r>
            <a:r>
              <a:rPr lang="ru-RU" dirty="0"/>
              <a:t> </a:t>
            </a:r>
            <a:r>
              <a:rPr lang="ru-RU" dirty="0" err="1"/>
              <a:t>турецьким</a:t>
            </a:r>
            <a:r>
              <a:rPr lang="ru-RU" dirty="0"/>
              <a:t> султаном </a:t>
            </a:r>
            <a:r>
              <a:rPr lang="ru-RU" dirty="0" err="1"/>
              <a:t>із</a:t>
            </a:r>
            <a:endParaRPr lang="uk-UA" dirty="0"/>
          </a:p>
        </p:txBody>
      </p:sp>
      <p:graphicFrame>
        <p:nvGraphicFramePr>
          <p:cNvPr id="5" name="Місце для вмісту 4">
            <a:extLst>
              <a:ext uri="{FF2B5EF4-FFF2-40B4-BE49-F238E27FC236}">
                <a16:creationId xmlns:a16="http://schemas.microsoft.com/office/drawing/2014/main" id="{84C02E33-45DA-427E-B3B2-490BB9BB6268}"/>
              </a:ext>
            </a:extLst>
          </p:cNvPr>
          <p:cNvGraphicFramePr>
            <a:graphicFrameLocks noGrp="1"/>
          </p:cNvGraphicFramePr>
          <p:nvPr>
            <p:ph sz="half" idx="1"/>
            <p:extLst>
              <p:ext uri="{D42A27DB-BD31-4B8C-83A1-F6EECF244321}">
                <p14:modId xmlns:p14="http://schemas.microsoft.com/office/powerpoint/2010/main" val="287764871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9289C2CF-F3A8-EC10-3BD4-931095F9EA42}"/>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42787338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E4C89E-913D-1E21-5E80-ACEA37ACB765}"/>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укладення</a:t>
            </a:r>
            <a:r>
              <a:rPr lang="ru-RU" dirty="0"/>
              <a:t> </a:t>
            </a:r>
            <a:r>
              <a:rPr lang="ru-RU" dirty="0" err="1"/>
              <a:t>міждержавних</a:t>
            </a:r>
            <a:r>
              <a:rPr lang="ru-RU" dirty="0"/>
              <a:t> </a:t>
            </a:r>
            <a:r>
              <a:rPr lang="ru-RU" dirty="0" err="1"/>
              <a:t>угод</a:t>
            </a:r>
            <a:r>
              <a:rPr lang="ru-RU" dirty="0"/>
              <a:t> </a:t>
            </a:r>
            <a:r>
              <a:rPr lang="ru-RU" dirty="0" err="1"/>
              <a:t>другої</a:t>
            </a:r>
            <a:r>
              <a:rPr lang="ru-RU" dirty="0"/>
              <a:t> </a:t>
            </a:r>
            <a:r>
              <a:rPr lang="ru-RU" dirty="0" err="1"/>
              <a:t>половини</a:t>
            </a:r>
            <a:r>
              <a:rPr lang="ru-RU" dirty="0"/>
              <a:t> XVII ст.</a:t>
            </a:r>
            <a:endParaRPr lang="uk-UA" dirty="0"/>
          </a:p>
        </p:txBody>
      </p:sp>
      <p:graphicFrame>
        <p:nvGraphicFramePr>
          <p:cNvPr id="5" name="Місце для вмісту 4">
            <a:extLst>
              <a:ext uri="{FF2B5EF4-FFF2-40B4-BE49-F238E27FC236}">
                <a16:creationId xmlns:a16="http://schemas.microsoft.com/office/drawing/2014/main" id="{3812E77A-35A3-2F52-CFAB-7EB73237A224}"/>
              </a:ext>
            </a:extLst>
          </p:cNvPr>
          <p:cNvGraphicFramePr>
            <a:graphicFrameLocks noGrp="1"/>
          </p:cNvGraphicFramePr>
          <p:nvPr>
            <p:ph sz="half" idx="1"/>
            <p:extLst>
              <p:ext uri="{D42A27DB-BD31-4B8C-83A1-F6EECF244321}">
                <p14:modId xmlns:p14="http://schemas.microsoft.com/office/powerpoint/2010/main" val="2084069280"/>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5EFD358A-A880-0958-A56D-6A74D6FA11BB}"/>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14993826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186FEE-2C79-CA67-E06F-EC8B803DF0E7}"/>
              </a:ext>
            </a:extLst>
          </p:cNvPr>
          <p:cNvSpPr>
            <a:spLocks noGrp="1"/>
          </p:cNvSpPr>
          <p:nvPr>
            <p:ph type="title"/>
          </p:nvPr>
        </p:nvSpPr>
        <p:spPr/>
        <p:txBody>
          <a:bodyPr>
            <a:normAutofit fontScale="90000"/>
          </a:bodyPr>
          <a:lstStyle/>
          <a:p>
            <a:r>
              <a:rPr lang="ru-RU" dirty="0" err="1"/>
              <a:t>Що</a:t>
            </a:r>
            <a:r>
              <a:rPr lang="ru-RU" dirty="0"/>
              <a:t> </a:t>
            </a:r>
            <a:r>
              <a:rPr lang="ru-RU" dirty="0" err="1"/>
              <a:t>було</a:t>
            </a:r>
            <a:r>
              <a:rPr lang="ru-RU" dirty="0"/>
              <a:t> </a:t>
            </a:r>
            <a:r>
              <a:rPr lang="ru-RU" dirty="0" err="1"/>
              <a:t>спільним</a:t>
            </a:r>
            <a:r>
              <a:rPr lang="ru-RU" dirty="0"/>
              <a:t> для </a:t>
            </a:r>
            <a:r>
              <a:rPr lang="ru-RU" dirty="0" err="1"/>
              <a:t>Андрусівського</a:t>
            </a:r>
            <a:r>
              <a:rPr lang="ru-RU" dirty="0"/>
              <a:t> </a:t>
            </a:r>
            <a:r>
              <a:rPr lang="ru-RU" dirty="0" err="1"/>
              <a:t>перемир’я</a:t>
            </a:r>
            <a:r>
              <a:rPr lang="ru-RU" dirty="0"/>
              <a:t> (1667 р.) та «</a:t>
            </a:r>
            <a:r>
              <a:rPr lang="ru-RU" dirty="0" err="1"/>
              <a:t>Вічного</a:t>
            </a:r>
            <a:r>
              <a:rPr lang="ru-RU" dirty="0"/>
              <a:t> миру» (1686 р.)?</a:t>
            </a:r>
            <a:endParaRPr lang="uk-UA" dirty="0"/>
          </a:p>
        </p:txBody>
      </p:sp>
      <p:graphicFrame>
        <p:nvGraphicFramePr>
          <p:cNvPr id="5" name="Місце для вмісту 4">
            <a:extLst>
              <a:ext uri="{FF2B5EF4-FFF2-40B4-BE49-F238E27FC236}">
                <a16:creationId xmlns:a16="http://schemas.microsoft.com/office/drawing/2014/main" id="{90E7FF3C-90BD-6685-87C3-A2A1E7B707BD}"/>
              </a:ext>
            </a:extLst>
          </p:cNvPr>
          <p:cNvGraphicFramePr>
            <a:graphicFrameLocks noGrp="1"/>
          </p:cNvGraphicFramePr>
          <p:nvPr>
            <p:ph sz="half" idx="1"/>
            <p:extLst>
              <p:ext uri="{D42A27DB-BD31-4B8C-83A1-F6EECF244321}">
                <p14:modId xmlns:p14="http://schemas.microsoft.com/office/powerpoint/2010/main" val="3865084750"/>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6D4AA758-91A0-6722-1582-D0BAA451757C}"/>
              </a:ext>
            </a:extLst>
          </p:cNvPr>
          <p:cNvGraphicFramePr>
            <a:graphicFrameLocks noGrp="1"/>
          </p:cNvGraphicFramePr>
          <p:nvPr>
            <p:ph sz="half" idx="2"/>
            <p:extLst>
              <p:ext uri="{D42A27DB-BD31-4B8C-83A1-F6EECF244321}">
                <p14:modId xmlns:p14="http://schemas.microsoft.com/office/powerpoint/2010/main" val="288789239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273419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FA5FD1-7CC9-AD86-5FFE-6D7F65120BD2}"/>
              </a:ext>
            </a:extLst>
          </p:cNvPr>
          <p:cNvSpPr>
            <a:spLocks noGrp="1"/>
          </p:cNvSpPr>
          <p:nvPr>
            <p:ph type="title"/>
          </p:nvPr>
        </p:nvSpPr>
        <p:spPr/>
        <p:txBody>
          <a:bodyPr>
            <a:normAutofit/>
          </a:bodyPr>
          <a:lstStyle/>
          <a:p>
            <a:r>
              <a:rPr lang="ru-RU" dirty="0" err="1"/>
              <a:t>Увідповідніть</a:t>
            </a:r>
            <a:r>
              <a:rPr lang="ru-RU" dirty="0"/>
              <a:t> </a:t>
            </a:r>
            <a:r>
              <a:rPr lang="ru-RU" dirty="0" err="1"/>
              <a:t>подію</a:t>
            </a:r>
            <a:r>
              <a:rPr lang="ru-RU" dirty="0"/>
              <a:t> з роком, коли вона </a:t>
            </a:r>
            <a:r>
              <a:rPr lang="ru-RU" dirty="0" err="1"/>
              <a:t>відбулася</a:t>
            </a:r>
            <a:r>
              <a:rPr lang="ru-RU" dirty="0"/>
              <a:t>.</a:t>
            </a:r>
            <a:endParaRPr lang="uk-UA" dirty="0"/>
          </a:p>
        </p:txBody>
      </p:sp>
      <p:graphicFrame>
        <p:nvGraphicFramePr>
          <p:cNvPr id="7" name="Місце для вмісту 6">
            <a:extLst>
              <a:ext uri="{FF2B5EF4-FFF2-40B4-BE49-F238E27FC236}">
                <a16:creationId xmlns:a16="http://schemas.microsoft.com/office/drawing/2014/main" id="{554A6871-3BE5-DFC9-18A6-B991395527D5}"/>
              </a:ext>
            </a:extLst>
          </p:cNvPr>
          <p:cNvGraphicFramePr>
            <a:graphicFrameLocks noGrp="1"/>
          </p:cNvGraphicFramePr>
          <p:nvPr>
            <p:ph sz="half" idx="1"/>
            <p:extLst>
              <p:ext uri="{D42A27DB-BD31-4B8C-83A1-F6EECF244321}">
                <p14:modId xmlns:p14="http://schemas.microsoft.com/office/powerpoint/2010/main" val="738543956"/>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Місце для вмісту 7">
            <a:extLst>
              <a:ext uri="{FF2B5EF4-FFF2-40B4-BE49-F238E27FC236}">
                <a16:creationId xmlns:a16="http://schemas.microsoft.com/office/drawing/2014/main" id="{718308F9-CD93-7BEB-11DF-31E68F2D66C0}"/>
              </a:ext>
            </a:extLst>
          </p:cNvPr>
          <p:cNvGraphicFramePr>
            <a:graphicFrameLocks noGrp="1"/>
          </p:cNvGraphicFramePr>
          <p:nvPr>
            <p:ph sz="half" idx="2"/>
            <p:extLst>
              <p:ext uri="{D42A27DB-BD31-4B8C-83A1-F6EECF244321}">
                <p14:modId xmlns:p14="http://schemas.microsoft.com/office/powerpoint/2010/main" val="87794883"/>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44764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C914A5-FEF7-ED11-9D3B-1AC0AA51E6D0}"/>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битв ХIV–ХVII ст.</a:t>
            </a:r>
            <a:endParaRPr lang="uk-UA" dirty="0"/>
          </a:p>
        </p:txBody>
      </p:sp>
      <p:graphicFrame>
        <p:nvGraphicFramePr>
          <p:cNvPr id="5" name="Місце для вмісту 4">
            <a:extLst>
              <a:ext uri="{FF2B5EF4-FFF2-40B4-BE49-F238E27FC236}">
                <a16:creationId xmlns:a16="http://schemas.microsoft.com/office/drawing/2014/main" id="{66C8A1E0-8297-A97C-83A8-236EAC6A905D}"/>
              </a:ext>
            </a:extLst>
          </p:cNvPr>
          <p:cNvGraphicFramePr>
            <a:graphicFrameLocks noGrp="1"/>
          </p:cNvGraphicFramePr>
          <p:nvPr>
            <p:ph sz="half" idx="1"/>
            <p:extLst>
              <p:ext uri="{D42A27DB-BD31-4B8C-83A1-F6EECF244321}">
                <p14:modId xmlns:p14="http://schemas.microsoft.com/office/powerpoint/2010/main" val="3801736863"/>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Місце для вмісту 15">
            <a:extLst>
              <a:ext uri="{FF2B5EF4-FFF2-40B4-BE49-F238E27FC236}">
                <a16:creationId xmlns:a16="http://schemas.microsoft.com/office/drawing/2014/main" id="{3482D282-D07E-E999-8766-8700AFE24127}"/>
              </a:ext>
            </a:extLst>
          </p:cNvPr>
          <p:cNvPicPr>
            <a:picLocks noGrp="1" noChangeAspect="1"/>
          </p:cNvPicPr>
          <p:nvPr>
            <p:ph sz="half" idx="2"/>
          </p:nvPr>
        </p:nvPicPr>
        <p:blipFill>
          <a:blip r:embed="rId7"/>
          <a:stretch>
            <a:fillRect/>
          </a:stretch>
        </p:blipFill>
        <p:spPr>
          <a:xfrm>
            <a:off x="6254750" y="2525337"/>
            <a:ext cx="4487863" cy="2426452"/>
          </a:xfrm>
        </p:spPr>
      </p:pic>
    </p:spTree>
    <p:extLst>
      <p:ext uri="{BB962C8B-B14F-4D97-AF65-F5344CB8AC3E}">
        <p14:creationId xmlns:p14="http://schemas.microsoft.com/office/powerpoint/2010/main" val="2326636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8D4670-C0E8-7FBB-00DA-015D1197927C}"/>
              </a:ext>
            </a:extLst>
          </p:cNvPr>
          <p:cNvSpPr>
            <a:spLocks noGrp="1"/>
          </p:cNvSpPr>
          <p:nvPr>
            <p:ph type="title"/>
          </p:nvPr>
        </p:nvSpPr>
        <p:spPr/>
        <p:txBody>
          <a:bodyPr/>
          <a:lstStyle/>
          <a:p>
            <a:r>
              <a:rPr lang="ru-RU" dirty="0"/>
              <a:t>В </a:t>
            </a:r>
            <a:r>
              <a:rPr lang="ru-RU" dirty="0" err="1"/>
              <a:t>уривку</a:t>
            </a:r>
            <a:r>
              <a:rPr lang="ru-RU" dirty="0"/>
              <a:t> з </a:t>
            </a:r>
            <a:r>
              <a:rPr lang="ru-RU" dirty="0" err="1"/>
              <a:t>історичного</a:t>
            </a:r>
            <a:r>
              <a:rPr lang="ru-RU" dirty="0"/>
              <a:t> документа </a:t>
            </a:r>
            <a:r>
              <a:rPr lang="ru-RU" dirty="0" err="1"/>
              <a:t>ідеться</a:t>
            </a:r>
            <a:r>
              <a:rPr lang="ru-RU" dirty="0"/>
              <a:t> про </a:t>
            </a:r>
            <a:r>
              <a:rPr lang="ru-RU" dirty="0" err="1"/>
              <a:t>події</a:t>
            </a:r>
            <a:r>
              <a:rPr lang="ru-RU" dirty="0"/>
              <a:t>, </a:t>
            </a:r>
            <a:r>
              <a:rPr lang="ru-RU" dirty="0" err="1"/>
              <a:t>пов’язані</a:t>
            </a:r>
            <a:r>
              <a:rPr lang="ru-RU" dirty="0"/>
              <a:t> з битвою </a:t>
            </a:r>
            <a:r>
              <a:rPr lang="ru-RU" dirty="0" err="1"/>
              <a:t>під</a:t>
            </a:r>
            <a:endParaRPr lang="uk-UA" dirty="0"/>
          </a:p>
        </p:txBody>
      </p:sp>
      <p:graphicFrame>
        <p:nvGraphicFramePr>
          <p:cNvPr id="5" name="Місце для вмісту 4">
            <a:extLst>
              <a:ext uri="{FF2B5EF4-FFF2-40B4-BE49-F238E27FC236}">
                <a16:creationId xmlns:a16="http://schemas.microsoft.com/office/drawing/2014/main" id="{53C1BCB7-EDA6-CF76-9733-6A7AADE908EC}"/>
              </a:ext>
            </a:extLst>
          </p:cNvPr>
          <p:cNvGraphicFramePr>
            <a:graphicFrameLocks noGrp="1"/>
          </p:cNvGraphicFramePr>
          <p:nvPr>
            <p:ph sz="half" idx="1"/>
            <p:extLst>
              <p:ext uri="{D42A27DB-BD31-4B8C-83A1-F6EECF244321}">
                <p14:modId xmlns:p14="http://schemas.microsoft.com/office/powerpoint/2010/main" val="98981538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C4451CA7-3BD1-2ADD-E34B-FCFCF0400194}"/>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632630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437267-A691-5CF6-7449-126237D056CC}"/>
              </a:ext>
            </a:extLst>
          </p:cNvPr>
          <p:cNvSpPr>
            <a:spLocks noGrp="1"/>
          </p:cNvSpPr>
          <p:nvPr>
            <p:ph type="title"/>
          </p:nvPr>
        </p:nvSpPr>
        <p:spPr/>
        <p:txBody>
          <a:bodyPr/>
          <a:lstStyle/>
          <a:p>
            <a:r>
              <a:rPr lang="ru-RU" dirty="0"/>
              <a:t>Оборону </a:t>
            </a:r>
            <a:r>
              <a:rPr lang="ru-RU" dirty="0" err="1"/>
              <a:t>якого</a:t>
            </a:r>
            <a:r>
              <a:rPr lang="ru-RU" dirty="0"/>
              <a:t> </a:t>
            </a:r>
            <a:r>
              <a:rPr lang="ru-RU" dirty="0" err="1"/>
              <a:t>міста</a:t>
            </a:r>
            <a:r>
              <a:rPr lang="ru-RU" dirty="0"/>
              <a:t> описано в </a:t>
            </a:r>
            <a:r>
              <a:rPr lang="ru-RU" dirty="0" err="1"/>
              <a:t>уривку</a:t>
            </a:r>
            <a:r>
              <a:rPr lang="ru-RU" dirty="0"/>
              <a:t> з </a:t>
            </a:r>
            <a:r>
              <a:rPr lang="ru-RU" dirty="0" err="1"/>
              <a:t>історичного</a:t>
            </a:r>
            <a:r>
              <a:rPr lang="ru-RU" dirty="0"/>
              <a:t> </a:t>
            </a:r>
            <a:r>
              <a:rPr lang="ru-RU" dirty="0" err="1"/>
              <a:t>джерела</a:t>
            </a:r>
            <a:r>
              <a:rPr lang="ru-RU" dirty="0"/>
              <a:t>:</a:t>
            </a:r>
            <a:endParaRPr lang="uk-UA" dirty="0"/>
          </a:p>
        </p:txBody>
      </p:sp>
      <p:sp>
        <p:nvSpPr>
          <p:cNvPr id="3" name="Місце для вмісту 2">
            <a:extLst>
              <a:ext uri="{FF2B5EF4-FFF2-40B4-BE49-F238E27FC236}">
                <a16:creationId xmlns:a16="http://schemas.microsoft.com/office/drawing/2014/main" id="{CD8A3908-778C-96A6-F4AF-D77939FBA742}"/>
              </a:ext>
            </a:extLst>
          </p:cNvPr>
          <p:cNvSpPr>
            <a:spLocks noGrp="1"/>
          </p:cNvSpPr>
          <p:nvPr>
            <p:ph sz="half" idx="1"/>
          </p:nvPr>
        </p:nvSpPr>
        <p:spPr/>
        <p:txBody>
          <a:bodyPr/>
          <a:lstStyle/>
          <a:p>
            <a:r>
              <a:rPr lang="ru-RU" b="0" i="1" dirty="0">
                <a:solidFill>
                  <a:srgbClr val="FFFFFF"/>
                </a:solidFill>
                <a:effectLst/>
                <a:latin typeface="Century Gothic" panose="020B0502020202020204" pitchFamily="34" charset="0"/>
              </a:rPr>
              <a:t>«</a:t>
            </a:r>
            <a:r>
              <a:rPr lang="ru-RU" b="0" i="1" dirty="0" err="1">
                <a:solidFill>
                  <a:srgbClr val="FFFFFF"/>
                </a:solidFill>
                <a:effectLst/>
                <a:latin typeface="Century Gothic" panose="020B0502020202020204" pitchFamily="34" charset="0"/>
              </a:rPr>
              <a:t>Понад</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місяць</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тривала</a:t>
            </a:r>
            <a:r>
              <a:rPr lang="ru-RU" b="0" i="1" dirty="0">
                <a:solidFill>
                  <a:srgbClr val="FFFFFF"/>
                </a:solidFill>
                <a:effectLst/>
                <a:latin typeface="Century Gothic" panose="020B0502020202020204" pitchFamily="34" charset="0"/>
              </a:rPr>
              <a:t> облога, </a:t>
            </a:r>
            <a:r>
              <a:rPr lang="ru-RU" b="0" i="1" dirty="0" err="1">
                <a:solidFill>
                  <a:srgbClr val="FFFFFF"/>
                </a:solidFill>
                <a:effectLst/>
                <a:latin typeface="Century Gothic" panose="020B0502020202020204" pitchFamily="34" charset="0"/>
              </a:rPr>
              <a:t>місто</a:t>
            </a:r>
            <a:r>
              <a:rPr lang="ru-RU" b="0" i="1" dirty="0">
                <a:solidFill>
                  <a:srgbClr val="FFFFFF"/>
                </a:solidFill>
                <a:effectLst/>
                <a:latin typeface="Century Gothic" panose="020B0502020202020204" pitchFamily="34" charset="0"/>
              </a:rPr>
              <a:t> запекло </a:t>
            </a:r>
            <a:r>
              <a:rPr lang="ru-RU" b="0" i="1" dirty="0" err="1">
                <a:solidFill>
                  <a:srgbClr val="FFFFFF"/>
                </a:solidFill>
                <a:effectLst/>
                <a:latin typeface="Century Gothic" panose="020B0502020202020204" pitchFamily="34" charset="0"/>
              </a:rPr>
              <a:t>боронилося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ніби</a:t>
            </a:r>
            <a:r>
              <a:rPr lang="ru-RU" b="0" i="1" dirty="0">
                <a:solidFill>
                  <a:srgbClr val="FFFFFF"/>
                </a:solidFill>
                <a:effectLst/>
                <a:latin typeface="Century Gothic" panose="020B0502020202020204" pitchFamily="34" charset="0"/>
              </a:rPr>
              <a:t> знало, доки </a:t>
            </a:r>
            <a:r>
              <a:rPr lang="ru-RU" b="0" i="1" dirty="0" err="1">
                <a:solidFill>
                  <a:srgbClr val="FFFFFF"/>
                </a:solidFill>
                <a:effectLst/>
                <a:latin typeface="Century Gothic" panose="020B0502020202020204" pitchFamily="34" charset="0"/>
              </a:rPr>
              <a:t>стоятиме</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велична</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столиця</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гетьмана</a:t>
            </a:r>
            <a:r>
              <a:rPr lang="ru-RU" b="0" i="1" dirty="0">
                <a:solidFill>
                  <a:srgbClr val="FFFFFF"/>
                </a:solidFill>
                <a:effectLst/>
                <a:latin typeface="Century Gothic" panose="020B0502020202020204" pitchFamily="34" charset="0"/>
              </a:rPr>
              <a:t> Богдана, </a:t>
            </a:r>
            <a:r>
              <a:rPr lang="ru-RU" b="0" i="1" dirty="0" err="1">
                <a:solidFill>
                  <a:srgbClr val="FFFFFF"/>
                </a:solidFill>
                <a:effectLst/>
                <a:latin typeface="Century Gothic" panose="020B0502020202020204" pitchFamily="34" charset="0"/>
              </a:rPr>
              <a:t>доти</a:t>
            </a:r>
            <a:r>
              <a:rPr lang="ru-RU" b="0" i="1" dirty="0">
                <a:solidFill>
                  <a:srgbClr val="FFFFFF"/>
                </a:solidFill>
                <a:effectLst/>
                <a:latin typeface="Century Gothic" panose="020B0502020202020204" pitchFamily="34" charset="0"/>
              </a:rPr>
              <a:t> й </a:t>
            </a:r>
            <a:r>
              <a:rPr lang="ru-RU" b="0" i="1" dirty="0" err="1">
                <a:solidFill>
                  <a:srgbClr val="FFFFFF"/>
                </a:solidFill>
                <a:effectLst/>
                <a:latin typeface="Century Gothic" panose="020B0502020202020204" pitchFamily="34" charset="0"/>
              </a:rPr>
              <a:t>житиме</a:t>
            </a:r>
            <a:r>
              <a:rPr lang="ru-RU" b="0" i="1" dirty="0">
                <a:solidFill>
                  <a:srgbClr val="FFFFFF"/>
                </a:solidFill>
                <a:effectLst/>
                <a:latin typeface="Century Gothic" panose="020B0502020202020204" pitchFamily="34" charset="0"/>
              </a:rPr>
              <a:t> </a:t>
            </a:r>
            <a:r>
              <a:rPr lang="ru-RU" b="0" i="1" dirty="0" err="1">
                <a:solidFill>
                  <a:srgbClr val="FFFFFF"/>
                </a:solidFill>
                <a:effectLst/>
                <a:latin typeface="Century Gothic" panose="020B0502020202020204" pitchFamily="34" charset="0"/>
              </a:rPr>
              <a:t>віра</a:t>
            </a:r>
            <a:r>
              <a:rPr lang="ru-RU" b="0" i="1" dirty="0">
                <a:solidFill>
                  <a:srgbClr val="FFFFFF"/>
                </a:solidFill>
                <a:effectLst/>
                <a:latin typeface="Century Gothic" panose="020B0502020202020204" pitchFamily="34" charset="0"/>
              </a:rPr>
              <a:t> в те, </a:t>
            </a:r>
            <a:r>
              <a:rPr lang="ru-RU" b="0" i="1" dirty="0" err="1">
                <a:solidFill>
                  <a:srgbClr val="FFFFFF"/>
                </a:solidFill>
                <a:effectLst/>
                <a:latin typeface="Century Gothic" panose="020B0502020202020204" pitchFamily="34" charset="0"/>
              </a:rPr>
              <a:t>що</a:t>
            </a:r>
            <a:r>
              <a:rPr lang="ru-RU" b="0" i="1" dirty="0">
                <a:solidFill>
                  <a:srgbClr val="FFFFFF"/>
                </a:solidFill>
                <a:effectLst/>
                <a:latin typeface="Century Gothic" panose="020B0502020202020204" pitchFamily="34" charset="0"/>
              </a:rPr>
              <a:t> минуться </a:t>
            </a:r>
            <a:r>
              <a:rPr lang="ru-RU" b="0" i="1" dirty="0" err="1">
                <a:solidFill>
                  <a:srgbClr val="FFFFFF"/>
                </a:solidFill>
                <a:effectLst/>
                <a:latin typeface="Century Gothic" panose="020B0502020202020204" pitchFamily="34" charset="0"/>
              </a:rPr>
              <a:t>незгоди</a:t>
            </a:r>
            <a:r>
              <a:rPr lang="ru-RU" b="0" i="1" dirty="0">
                <a:solidFill>
                  <a:srgbClr val="FFFFFF"/>
                </a:solidFill>
                <a:effectLst/>
                <a:latin typeface="Century Gothic" panose="020B0502020202020204" pitchFamily="34" charset="0"/>
              </a:rPr>
              <a:t>»</a:t>
            </a:r>
            <a:r>
              <a:rPr lang="ru-RU" b="0" i="0" dirty="0">
                <a:solidFill>
                  <a:srgbClr val="FFFFFF"/>
                </a:solidFill>
                <a:effectLst/>
                <a:latin typeface="Century Gothic" panose="020B0502020202020204" pitchFamily="34" charset="0"/>
              </a:rPr>
              <a:t>?</a:t>
            </a:r>
            <a:endParaRPr lang="uk-UA" dirty="0"/>
          </a:p>
        </p:txBody>
      </p:sp>
      <p:graphicFrame>
        <p:nvGraphicFramePr>
          <p:cNvPr id="5" name="Місце для вмісту 4">
            <a:extLst>
              <a:ext uri="{FF2B5EF4-FFF2-40B4-BE49-F238E27FC236}">
                <a16:creationId xmlns:a16="http://schemas.microsoft.com/office/drawing/2014/main" id="{41025CBF-6111-4E32-AF71-5B8FB15A2E41}"/>
              </a:ext>
            </a:extLst>
          </p:cNvPr>
          <p:cNvGraphicFramePr>
            <a:graphicFrameLocks noGrp="1"/>
          </p:cNvGraphicFramePr>
          <p:nvPr>
            <p:ph sz="half" idx="2"/>
            <p:extLst>
              <p:ext uri="{D42A27DB-BD31-4B8C-83A1-F6EECF244321}">
                <p14:modId xmlns:p14="http://schemas.microsoft.com/office/powerpoint/2010/main" val="2320957103"/>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14502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7E65-6168-A4B6-85CE-C88D7E04847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595816-4FAD-ED5B-A5DD-B50085DA2233}"/>
              </a:ext>
            </a:extLst>
          </p:cNvPr>
          <p:cNvSpPr>
            <a:spLocks noGrp="1"/>
          </p:cNvSpPr>
          <p:nvPr>
            <p:ph type="title"/>
          </p:nvPr>
        </p:nvSpPr>
        <p:spPr/>
        <p:txBody>
          <a:bodyPr>
            <a:normAutofit fontScale="90000"/>
          </a:bodyPr>
          <a:lstStyle/>
          <a:p>
            <a:r>
              <a:rPr lang="ru-RU" dirty="0"/>
              <a:t>Турки </a:t>
            </a:r>
            <a:r>
              <a:rPr lang="ru-RU" dirty="0" err="1"/>
              <a:t>під</a:t>
            </a:r>
            <a:r>
              <a:rPr lang="ru-RU" dirty="0"/>
              <a:t> час походу «на </a:t>
            </a:r>
            <a:r>
              <a:rPr lang="ru-RU" dirty="0" err="1"/>
              <a:t>серце</a:t>
            </a:r>
            <a:r>
              <a:rPr lang="ru-RU" dirty="0"/>
              <a:t> </a:t>
            </a:r>
            <a:r>
              <a:rPr lang="ru-RU" dirty="0" err="1"/>
              <a:t>Української</a:t>
            </a:r>
            <a:r>
              <a:rPr lang="ru-RU" dirty="0"/>
              <a:t> </a:t>
            </a:r>
            <a:r>
              <a:rPr lang="ru-RU" dirty="0" err="1"/>
              <a:t>козацької</a:t>
            </a:r>
            <a:r>
              <a:rPr lang="ru-RU" dirty="0"/>
              <a:t> </a:t>
            </a:r>
            <a:r>
              <a:rPr lang="ru-RU" dirty="0" err="1"/>
              <a:t>держави</a:t>
            </a:r>
            <a:r>
              <a:rPr lang="ru-RU" dirty="0"/>
              <a:t>» як </a:t>
            </a:r>
            <a:r>
              <a:rPr lang="ru-RU" dirty="0" err="1"/>
              <a:t>знамено</a:t>
            </a:r>
            <a:r>
              <a:rPr lang="ru-RU" dirty="0"/>
              <a:t> </a:t>
            </a:r>
            <a:r>
              <a:rPr lang="ru-RU" dirty="0" err="1"/>
              <a:t>використовували</a:t>
            </a:r>
            <a:r>
              <a:rPr lang="ru-RU" dirty="0"/>
              <a:t> </a:t>
            </a:r>
            <a:r>
              <a:rPr lang="ru-RU" dirty="0" err="1"/>
              <a:t>ім’я</a:t>
            </a:r>
            <a:r>
              <a:rPr lang="ru-RU" dirty="0"/>
              <a:t> </a:t>
            </a:r>
            <a:r>
              <a:rPr lang="ru-RU" dirty="0" err="1"/>
              <a:t>гетьмана</a:t>
            </a:r>
            <a:endParaRPr lang="uk-UA" dirty="0"/>
          </a:p>
        </p:txBody>
      </p:sp>
      <p:sp>
        <p:nvSpPr>
          <p:cNvPr id="3" name="Місце для вмісту 2">
            <a:extLst>
              <a:ext uri="{FF2B5EF4-FFF2-40B4-BE49-F238E27FC236}">
                <a16:creationId xmlns:a16="http://schemas.microsoft.com/office/drawing/2014/main" id="{A7BA2D8B-D243-06BA-32C3-7B75CD950F3C}"/>
              </a:ext>
            </a:extLst>
          </p:cNvPr>
          <p:cNvSpPr>
            <a:spLocks noGrp="1"/>
          </p:cNvSpPr>
          <p:nvPr>
            <p:ph sz="half" idx="1"/>
          </p:nvPr>
        </p:nvSpPr>
        <p:spPr/>
        <p:txBody>
          <a:bodyPr>
            <a:normAutofit fontScale="92500" lnSpcReduction="10000"/>
          </a:bodyPr>
          <a:lstStyle/>
          <a:p>
            <a:r>
              <a:rPr lang="uk-UA" i="1" dirty="0"/>
              <a:t>«У другій половині серпня відбулися вирішальні за своєю трагічністю події. Залога міста після майже півторамісячної облоги не витримала щоденних штурмів... Коли турки увійшли в місто, пролунав страшенної сили вибух: то вогонь дістався запасів пороху... Отак... перетворено на руїну серце Української козацької держави...»</a:t>
            </a:r>
          </a:p>
        </p:txBody>
      </p:sp>
      <p:graphicFrame>
        <p:nvGraphicFramePr>
          <p:cNvPr id="7" name="Місце для вмісту 6">
            <a:extLst>
              <a:ext uri="{FF2B5EF4-FFF2-40B4-BE49-F238E27FC236}">
                <a16:creationId xmlns:a16="http://schemas.microsoft.com/office/drawing/2014/main" id="{623D3235-9A30-E617-A64A-E6AB43AAA96F}"/>
              </a:ext>
            </a:extLst>
          </p:cNvPr>
          <p:cNvGraphicFramePr>
            <a:graphicFrameLocks noGrp="1"/>
          </p:cNvGraphicFramePr>
          <p:nvPr>
            <p:ph sz="half" idx="2"/>
            <p:extLst>
              <p:ext uri="{D42A27DB-BD31-4B8C-83A1-F6EECF244321}">
                <p14:modId xmlns:p14="http://schemas.microsoft.com/office/powerpoint/2010/main" val="65955667"/>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8568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63D94E-1AAC-2DCE-94DC-C05D0B9E4D40}"/>
              </a:ext>
            </a:extLst>
          </p:cNvPr>
          <p:cNvSpPr>
            <a:spLocks noGrp="1"/>
          </p:cNvSpPr>
          <p:nvPr>
            <p:ph type="title"/>
          </p:nvPr>
        </p:nvSpPr>
        <p:spPr/>
        <p:txBody>
          <a:bodyPr/>
          <a:lstStyle/>
          <a:p>
            <a:r>
              <a:rPr lang="ru-RU" dirty="0"/>
              <a:t>Про яке </a:t>
            </a:r>
            <a:r>
              <a:rPr lang="ru-RU" dirty="0" err="1"/>
              <a:t>місто</a:t>
            </a:r>
            <a:r>
              <a:rPr lang="ru-RU" dirty="0"/>
              <a:t> </a:t>
            </a:r>
            <a:r>
              <a:rPr lang="ru-RU" dirty="0" err="1"/>
              <a:t>йдеться</a:t>
            </a:r>
            <a:r>
              <a:rPr lang="ru-RU" dirty="0"/>
              <a:t> в </a:t>
            </a:r>
            <a:r>
              <a:rPr lang="ru-RU" dirty="0" err="1"/>
              <a:t>уривку</a:t>
            </a:r>
            <a:r>
              <a:rPr lang="ru-RU" dirty="0"/>
              <a:t> з </a:t>
            </a:r>
            <a:r>
              <a:rPr lang="ru-RU" dirty="0" err="1"/>
              <a:t>джерела</a:t>
            </a:r>
            <a:r>
              <a:rPr lang="ru-RU" dirty="0"/>
              <a:t>?</a:t>
            </a:r>
            <a:endParaRPr lang="uk-UA" dirty="0"/>
          </a:p>
        </p:txBody>
      </p:sp>
      <p:sp>
        <p:nvSpPr>
          <p:cNvPr id="3" name="Місце для вмісту 2">
            <a:extLst>
              <a:ext uri="{FF2B5EF4-FFF2-40B4-BE49-F238E27FC236}">
                <a16:creationId xmlns:a16="http://schemas.microsoft.com/office/drawing/2014/main" id="{14BF2D91-1DC3-2C66-EE25-CD11DBCEB48C}"/>
              </a:ext>
            </a:extLst>
          </p:cNvPr>
          <p:cNvSpPr>
            <a:spLocks noGrp="1"/>
          </p:cNvSpPr>
          <p:nvPr>
            <p:ph sz="half" idx="1"/>
          </p:nvPr>
        </p:nvSpPr>
        <p:spPr/>
        <p:txBody>
          <a:bodyPr>
            <a:normAutofit fontScale="92500" lnSpcReduction="10000"/>
          </a:bodyPr>
          <a:lstStyle/>
          <a:p>
            <a:r>
              <a:rPr lang="uk-UA" i="1" dirty="0"/>
              <a:t>«У другій половині серпня відбулися вирішальні за своєю трагічністю події. Залога міста після майже півторамісячної облоги не витримала щоденних штурмів... Коли турки увійшли в місто, пролунав страшенної сили вибух: то вогонь дістався запасів пороху... Отак... перетворено на руїну серце Української козацької держави...»</a:t>
            </a:r>
          </a:p>
        </p:txBody>
      </p:sp>
      <p:graphicFrame>
        <p:nvGraphicFramePr>
          <p:cNvPr id="5" name="Місце для вмісту 4">
            <a:extLst>
              <a:ext uri="{FF2B5EF4-FFF2-40B4-BE49-F238E27FC236}">
                <a16:creationId xmlns:a16="http://schemas.microsoft.com/office/drawing/2014/main" id="{D0394EFA-17A2-7C84-1BC9-28B30C41C95E}"/>
              </a:ext>
            </a:extLst>
          </p:cNvPr>
          <p:cNvGraphicFramePr>
            <a:graphicFrameLocks noGrp="1"/>
          </p:cNvGraphicFramePr>
          <p:nvPr>
            <p:ph sz="half" idx="2"/>
            <p:extLst>
              <p:ext uri="{D42A27DB-BD31-4B8C-83A1-F6EECF244321}">
                <p14:modId xmlns:p14="http://schemas.microsoft.com/office/powerpoint/2010/main" val="81638578"/>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80319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B550-127A-B518-121E-3BA2554674F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532643-1383-FA7F-9AC0-C98C48EFCBE1}"/>
              </a:ext>
            </a:extLst>
          </p:cNvPr>
          <p:cNvSpPr>
            <a:spLocks noGrp="1"/>
          </p:cNvSpPr>
          <p:nvPr>
            <p:ph type="title"/>
          </p:nvPr>
        </p:nvSpPr>
        <p:spPr/>
        <p:txBody>
          <a:bodyPr>
            <a:normAutofit/>
          </a:bodyPr>
          <a:lstStyle/>
          <a:p>
            <a:r>
              <a:rPr lang="ru-RU" dirty="0" err="1"/>
              <a:t>Наслідком</a:t>
            </a:r>
            <a:r>
              <a:rPr lang="ru-RU" dirty="0"/>
              <a:t> </a:t>
            </a:r>
            <a:r>
              <a:rPr lang="ru-RU" dirty="0" err="1"/>
              <a:t>подій</a:t>
            </a:r>
            <a:r>
              <a:rPr lang="ru-RU" dirty="0"/>
              <a:t>, </a:t>
            </a:r>
            <a:r>
              <a:rPr lang="ru-RU" dirty="0" err="1"/>
              <a:t>описаних</a:t>
            </a:r>
            <a:r>
              <a:rPr lang="ru-RU" dirty="0"/>
              <a:t> у </a:t>
            </a:r>
            <a:r>
              <a:rPr lang="ru-RU" dirty="0" err="1"/>
              <a:t>документі</a:t>
            </a:r>
            <a:r>
              <a:rPr lang="ru-RU" dirty="0"/>
              <a:t>, стало </a:t>
            </a:r>
            <a:r>
              <a:rPr lang="ru-RU" dirty="0" err="1"/>
              <a:t>укладення</a:t>
            </a:r>
            <a:endParaRPr lang="uk-UA" dirty="0"/>
          </a:p>
        </p:txBody>
      </p:sp>
      <p:sp>
        <p:nvSpPr>
          <p:cNvPr id="3" name="Місце для вмісту 2">
            <a:extLst>
              <a:ext uri="{FF2B5EF4-FFF2-40B4-BE49-F238E27FC236}">
                <a16:creationId xmlns:a16="http://schemas.microsoft.com/office/drawing/2014/main" id="{94FF4069-7D29-A6EC-01CB-7D5689FB0646}"/>
              </a:ext>
            </a:extLst>
          </p:cNvPr>
          <p:cNvSpPr>
            <a:spLocks noGrp="1"/>
          </p:cNvSpPr>
          <p:nvPr>
            <p:ph sz="half" idx="1"/>
          </p:nvPr>
        </p:nvSpPr>
        <p:spPr/>
        <p:txBody>
          <a:bodyPr>
            <a:normAutofit fontScale="92500" lnSpcReduction="10000"/>
          </a:bodyPr>
          <a:lstStyle/>
          <a:p>
            <a:r>
              <a:rPr lang="uk-UA" i="1" dirty="0"/>
              <a:t>«У другій половині серпня відбулися вирішальні за своєю трагічністю події. Залога міста після майже півторамісячної облоги не витримала щоденних штурмів... Коли турки увійшли в місто, пролунав страшенної сили вибух: то вогонь дістався запасів пороху... Отак... перетворено на руїну серце Української козацької держави...»</a:t>
            </a:r>
          </a:p>
        </p:txBody>
      </p:sp>
      <p:graphicFrame>
        <p:nvGraphicFramePr>
          <p:cNvPr id="6" name="Місце для вмісту 5">
            <a:extLst>
              <a:ext uri="{FF2B5EF4-FFF2-40B4-BE49-F238E27FC236}">
                <a16:creationId xmlns:a16="http://schemas.microsoft.com/office/drawing/2014/main" id="{79BA5EB2-51F1-A4DB-F3EB-90DF45043D3D}"/>
              </a:ext>
            </a:extLst>
          </p:cNvPr>
          <p:cNvGraphicFramePr>
            <a:graphicFrameLocks noGrp="1"/>
          </p:cNvGraphicFramePr>
          <p:nvPr>
            <p:ph sz="half" idx="2"/>
            <p:extLst>
              <p:ext uri="{D42A27DB-BD31-4B8C-83A1-F6EECF244321}">
                <p14:modId xmlns:p14="http://schemas.microsoft.com/office/powerpoint/2010/main" val="2085161779"/>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830230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EDF975-3227-67B7-8A72-1DC8A4A5B740}"/>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битв ХIV–ХVII ст.</a:t>
            </a:r>
            <a:endParaRPr lang="uk-UA" dirty="0"/>
          </a:p>
        </p:txBody>
      </p:sp>
      <p:graphicFrame>
        <p:nvGraphicFramePr>
          <p:cNvPr id="5" name="Місце для вмісту 4">
            <a:extLst>
              <a:ext uri="{FF2B5EF4-FFF2-40B4-BE49-F238E27FC236}">
                <a16:creationId xmlns:a16="http://schemas.microsoft.com/office/drawing/2014/main" id="{6ECFED54-4AAF-3588-1B72-B3C06BC0BCD9}"/>
              </a:ext>
            </a:extLst>
          </p:cNvPr>
          <p:cNvGraphicFramePr>
            <a:graphicFrameLocks noGrp="1"/>
          </p:cNvGraphicFramePr>
          <p:nvPr>
            <p:ph sz="half" idx="1"/>
            <p:extLst>
              <p:ext uri="{D42A27DB-BD31-4B8C-83A1-F6EECF244321}">
                <p14:modId xmlns:p14="http://schemas.microsoft.com/office/powerpoint/2010/main" val="2077551750"/>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93089A47-A7BF-F87F-0437-FBF939AE4DD1}"/>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044227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38A64-36F2-824F-D543-AF5B3217885C}"/>
              </a:ext>
            </a:extLst>
          </p:cNvPr>
          <p:cNvSpPr>
            <a:spLocks noGrp="1"/>
          </p:cNvSpPr>
          <p:nvPr>
            <p:ph type="title"/>
          </p:nvPr>
        </p:nvSpPr>
        <p:spPr/>
        <p:txBody>
          <a:bodyPr>
            <a:normAutofit fontScale="90000"/>
          </a:bodyPr>
          <a:lstStyle/>
          <a:p>
            <a:r>
              <a:rPr lang="ru-RU" dirty="0"/>
              <a:t>Перемога </a:t>
            </a:r>
            <a:r>
              <a:rPr lang="ru-RU" dirty="0" err="1"/>
              <a:t>українсько-татарських</a:t>
            </a:r>
            <a:r>
              <a:rPr lang="ru-RU" dirty="0"/>
              <a:t> </a:t>
            </a:r>
            <a:r>
              <a:rPr lang="ru-RU" dirty="0" err="1"/>
              <a:t>військ</a:t>
            </a:r>
            <a:r>
              <a:rPr lang="ru-RU" dirty="0"/>
              <a:t> над </a:t>
            </a:r>
            <a:r>
              <a:rPr lang="ru-RU" dirty="0" err="1"/>
              <a:t>московськими</a:t>
            </a:r>
            <a:r>
              <a:rPr lang="ru-RU" dirty="0"/>
              <a:t> </a:t>
            </a:r>
            <a:r>
              <a:rPr lang="ru-RU" dirty="0" err="1"/>
              <a:t>військами</a:t>
            </a:r>
            <a:r>
              <a:rPr lang="ru-RU" dirty="0"/>
              <a:t> в </a:t>
            </a:r>
            <a:r>
              <a:rPr lang="ru-RU" dirty="0" err="1"/>
              <a:t>битві</a:t>
            </a:r>
            <a:r>
              <a:rPr lang="ru-RU" dirty="0"/>
              <a:t> </a:t>
            </a:r>
            <a:r>
              <a:rPr lang="ru-RU" dirty="0" err="1"/>
              <a:t>під</a:t>
            </a:r>
            <a:r>
              <a:rPr lang="ru-RU" dirty="0"/>
              <a:t> Конотопом </a:t>
            </a:r>
            <a:r>
              <a:rPr lang="ru-RU" dirty="0" err="1"/>
              <a:t>відбулася</a:t>
            </a:r>
            <a:endParaRPr lang="uk-UA" dirty="0"/>
          </a:p>
        </p:txBody>
      </p:sp>
      <p:graphicFrame>
        <p:nvGraphicFramePr>
          <p:cNvPr id="5" name="Місце для вмісту 4">
            <a:extLst>
              <a:ext uri="{FF2B5EF4-FFF2-40B4-BE49-F238E27FC236}">
                <a16:creationId xmlns:a16="http://schemas.microsoft.com/office/drawing/2014/main" id="{C9473093-620A-D3D7-6E05-E2AE60A898AA}"/>
              </a:ext>
            </a:extLst>
          </p:cNvPr>
          <p:cNvGraphicFramePr>
            <a:graphicFrameLocks noGrp="1"/>
          </p:cNvGraphicFramePr>
          <p:nvPr>
            <p:ph sz="half" idx="1"/>
            <p:extLst>
              <p:ext uri="{D42A27DB-BD31-4B8C-83A1-F6EECF244321}">
                <p14:modId xmlns:p14="http://schemas.microsoft.com/office/powerpoint/2010/main" val="513179117"/>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Місце для вмісту 3">
            <a:extLst>
              <a:ext uri="{FF2B5EF4-FFF2-40B4-BE49-F238E27FC236}">
                <a16:creationId xmlns:a16="http://schemas.microsoft.com/office/drawing/2014/main" id="{D4FEF19C-FE4F-4D4C-C686-FFDF66FF4D5E}"/>
              </a:ext>
            </a:extLst>
          </p:cNvPr>
          <p:cNvSpPr>
            <a:spLocks noGrp="1"/>
          </p:cNvSpPr>
          <p:nvPr>
            <p:ph sz="half" idx="2"/>
          </p:nvPr>
        </p:nvSpPr>
        <p:spPr/>
        <p:txBody>
          <a:bodyPr/>
          <a:lstStyle/>
          <a:p>
            <a:endParaRPr lang="uk-UA"/>
          </a:p>
        </p:txBody>
      </p:sp>
    </p:spTree>
    <p:extLst>
      <p:ext uri="{BB962C8B-B14F-4D97-AF65-F5344CB8AC3E}">
        <p14:creationId xmlns:p14="http://schemas.microsoft.com/office/powerpoint/2010/main" val="21165201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935F71-CA34-A8EF-9E99-8EE9AAFBF203}"/>
              </a:ext>
            </a:extLst>
          </p:cNvPr>
          <p:cNvSpPr>
            <a:spLocks noGrp="1"/>
          </p:cNvSpPr>
          <p:nvPr>
            <p:ph type="title"/>
          </p:nvPr>
        </p:nvSpPr>
        <p:spPr/>
        <p:txBody>
          <a:bodyPr/>
          <a:lstStyle/>
          <a:p>
            <a:r>
              <a:rPr lang="ru-RU" dirty="0"/>
              <a:t>На </a:t>
            </a:r>
            <a:r>
              <a:rPr lang="ru-RU" dirty="0" err="1"/>
              <a:t>карті</a:t>
            </a:r>
            <a:r>
              <a:rPr lang="ru-RU" dirty="0"/>
              <a:t> </a:t>
            </a:r>
            <a:r>
              <a:rPr lang="ru-RU" dirty="0" err="1"/>
              <a:t>стрілками</a:t>
            </a:r>
            <a:r>
              <a:rPr lang="ru-RU" dirty="0"/>
              <a:t> </a:t>
            </a:r>
            <a:r>
              <a:rPr lang="ru-RU" dirty="0" err="1"/>
              <a:t>позначено</a:t>
            </a:r>
            <a:r>
              <a:rPr lang="ru-RU" dirty="0"/>
              <a:t> напрямки </a:t>
            </a:r>
            <a:r>
              <a:rPr lang="ru-RU" dirty="0" err="1"/>
              <a:t>походів</a:t>
            </a:r>
            <a:endParaRPr lang="uk-UA" dirty="0"/>
          </a:p>
        </p:txBody>
      </p:sp>
      <p:graphicFrame>
        <p:nvGraphicFramePr>
          <p:cNvPr id="5" name="Місце для вмісту 4">
            <a:extLst>
              <a:ext uri="{FF2B5EF4-FFF2-40B4-BE49-F238E27FC236}">
                <a16:creationId xmlns:a16="http://schemas.microsoft.com/office/drawing/2014/main" id="{0C94D2A3-D6C7-9993-3D4E-D4BA2DC429B8}"/>
              </a:ext>
            </a:extLst>
          </p:cNvPr>
          <p:cNvGraphicFramePr>
            <a:graphicFrameLocks noGrp="1"/>
          </p:cNvGraphicFramePr>
          <p:nvPr>
            <p:ph sz="half" idx="2"/>
            <p:extLst>
              <p:ext uri="{D42A27DB-BD31-4B8C-83A1-F6EECF244321}">
                <p14:modId xmlns:p14="http://schemas.microsoft.com/office/powerpoint/2010/main" val="1524673174"/>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A9D9D3FD-F434-BE24-5D95-4161559C05F5}"/>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753394" y="2344738"/>
            <a:ext cx="3876675"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932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29F81C-71D8-2DE5-EECE-86D0E86ED106}"/>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подіями</a:t>
            </a:r>
            <a:r>
              <a:rPr lang="ru-RU" dirty="0"/>
              <a:t> та роками</a:t>
            </a:r>
            <a:endParaRPr lang="uk-UA" dirty="0"/>
          </a:p>
        </p:txBody>
      </p:sp>
      <p:graphicFrame>
        <p:nvGraphicFramePr>
          <p:cNvPr id="5" name="Місце для вмісту 4">
            <a:extLst>
              <a:ext uri="{FF2B5EF4-FFF2-40B4-BE49-F238E27FC236}">
                <a16:creationId xmlns:a16="http://schemas.microsoft.com/office/drawing/2014/main" id="{B96C2743-E7E7-0C61-EB5A-AAE328FFD502}"/>
              </a:ext>
            </a:extLst>
          </p:cNvPr>
          <p:cNvGraphicFramePr>
            <a:graphicFrameLocks noGrp="1"/>
          </p:cNvGraphicFramePr>
          <p:nvPr>
            <p:ph sz="half" idx="1"/>
            <p:extLst>
              <p:ext uri="{D42A27DB-BD31-4B8C-83A1-F6EECF244321}">
                <p14:modId xmlns:p14="http://schemas.microsoft.com/office/powerpoint/2010/main" val="1933314458"/>
              </p:ext>
            </p:extLst>
          </p:nvPr>
        </p:nvGraphicFramePr>
        <p:xfrm>
          <a:off x="1447331" y="2010878"/>
          <a:ext cx="4488654" cy="3448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AAA7FACE-1440-80FC-4E59-C21A96294C1F}"/>
              </a:ext>
            </a:extLst>
          </p:cNvPr>
          <p:cNvGraphicFramePr>
            <a:graphicFrameLocks noGrp="1"/>
          </p:cNvGraphicFramePr>
          <p:nvPr>
            <p:ph sz="half" idx="2"/>
            <p:extLst>
              <p:ext uri="{D42A27DB-BD31-4B8C-83A1-F6EECF244321}">
                <p14:modId xmlns:p14="http://schemas.microsoft.com/office/powerpoint/2010/main" val="2706671046"/>
              </p:ext>
            </p:extLst>
          </p:nvPr>
        </p:nvGraphicFramePr>
        <p:xfrm>
          <a:off x="6254140" y="2017343"/>
          <a:ext cx="4488654" cy="34415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392748660"/>
      </p:ext>
    </p:extLst>
  </p:cSld>
  <p:clrMapOvr>
    <a:masterClrMapping/>
  </p:clrMapOvr>
</p:sld>
</file>

<file path=ppt/theme/theme1.xml><?xml version="1.0" encoding="utf-8"?>
<a:theme xmlns:a="http://schemas.openxmlformats.org/drawingml/2006/main" name="Галерея">
  <a:themeElements>
    <a:clrScheme name="Галерея">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Галерея">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алерея">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Галерея</Template>
  <TotalTime>592</TotalTime>
  <Words>3926</Words>
  <Application>Microsoft Office PowerPoint</Application>
  <PresentationFormat>Широкий екран</PresentationFormat>
  <Paragraphs>445</Paragraphs>
  <Slides>74</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74</vt:i4>
      </vt:variant>
    </vt:vector>
  </HeadingPairs>
  <TitlesOfParts>
    <vt:vector size="78" baseType="lpstr">
      <vt:lpstr>Arial</vt:lpstr>
      <vt:lpstr>Century Gothic</vt:lpstr>
      <vt:lpstr>Rockwell</vt:lpstr>
      <vt:lpstr>Галерея</vt:lpstr>
      <vt:lpstr>Козацька Україна кін. 50-х – 80-х рр. ХVІІ ст.</vt:lpstr>
      <vt:lpstr>Найважливіші моменти </vt:lpstr>
      <vt:lpstr>Презентація PowerPoint</vt:lpstr>
      <vt:lpstr>Діяльність якого гетьмана можна характеризувати, спираючись на подану карту?</vt:lpstr>
      <vt:lpstr>Наведена картосхема дає змогу визначити райони, охоплені повстанням проти гетьмана</vt:lpstr>
      <vt:lpstr>Внутрішня та зовнішня політика гетьмана І. Виговського сприяла</vt:lpstr>
      <vt:lpstr>Про якого діяча йдеться в уривку з історичного джерела:</vt:lpstr>
      <vt:lpstr>Діяльність яких гетьманів потрібно характеризувати, спираючись на зображену картосхему?</vt:lpstr>
      <vt:lpstr>Про якого діяча йдеться в уривку з історичного джерела</vt:lpstr>
      <vt:lpstr>Яка держава таємно підтримувала</vt:lpstr>
      <vt:lpstr>На укладення якої угоди гетьман І. Самойлович відреагував словами</vt:lpstr>
      <vt:lpstr>Укажіть імена гетьманів періоду Руїни.</vt:lpstr>
      <vt:lpstr>Укажіть імена гетьманів періоду Руїни.</vt:lpstr>
      <vt:lpstr>«Великий згін» населення Правобережної Гетьманщини здійснював гетьман</vt:lpstr>
      <vt:lpstr>На фото зображено портрет гетьмана, який</vt:lpstr>
      <vt:lpstr>Хто з гетьманів кинув клич</vt:lpstr>
      <vt:lpstr>Кому з гетьманів І. Сірко докоряв</vt:lpstr>
      <vt:lpstr>Унаслідок якого походу Іван Самойлович втратив гетьманську булаву?</vt:lpstr>
      <vt:lpstr>Укажіть портрет гетьмана,.</vt:lpstr>
      <vt:lpstr>Установіть послідовність подій ХVII ст.</vt:lpstr>
      <vt:lpstr>«Генеральна військова канцелярія» – це</vt:lpstr>
      <vt:lpstr>Які зміни в суспільному житті Лівобережної Гетьманщини відбулися в другій половині XVII ст.?</vt:lpstr>
      <vt:lpstr>Установіть послідовність подій 50–80-х рр. XVII ст.</vt:lpstr>
      <vt:lpstr>Період Руїни характеризувався</vt:lpstr>
      <vt:lpstr>Що було характерним для періоду Руїни другої половини XVII ст.?</vt:lpstr>
      <vt:lpstr>Установіть послідовність подій другої половини XVII ст.</vt:lpstr>
      <vt:lpstr>Укажіть зміни в соціально-економічному житті Гетьманщини в другій половині ХVІІ ст.</vt:lpstr>
      <vt:lpstr>Установіть послідовність подій, описаних в уривках з історичних джерел</vt:lpstr>
      <vt:lpstr>Установіть відповідність між подією другої половини XVII ст. та її наслідком.</vt:lpstr>
      <vt:lpstr>Визначте ознаки господарського життя й політичного устрою Слобідської України в другій половині XVII ст.</vt:lpstr>
      <vt:lpstr>Так іноземний автор, характеризуючи Руїну, описав її</vt:lpstr>
      <vt:lpstr>Установіть відповідність між назвами вищих державно-політичних інституцій Гетьманщини середини XVII–XVIII ст. та їхньою компетенцією.</vt:lpstr>
      <vt:lpstr>Установіть послідовність суспільно-політичних подій другої половини XVII ст.</vt:lpstr>
      <vt:lpstr>Запорозька Січ у добу Руїни (60-ті – 80-ті рр. XVII ст.)</vt:lpstr>
      <vt:lpstr>Яку назву отримали події, описані в уривку з історичного джерела:</vt:lpstr>
      <vt:lpstr>Який історико-географічнии регіон</vt:lpstr>
      <vt:lpstr>Що було характерним для процесу колонізації Слобідської України в другій половині XVII ст.?</vt:lpstr>
      <vt:lpstr>Про формування населення якого регіону йдеться в уривку з історичного джерела</vt:lpstr>
      <vt:lpstr>Який період козацької доби історії України характеризує тогочасний вислів:</vt:lpstr>
      <vt:lpstr>Узгодьте поняття (1–4) з його визначенням (А – Д).</vt:lpstr>
      <vt:lpstr>Установіть послідовність подій XVII–XVIII ст.</vt:lpstr>
      <vt:lpstr>Установіть відповідність між чисельністю козацького реєстру та назвою договору, що його визначав.</vt:lpstr>
      <vt:lpstr>Установіть послідовність укладення міжнародних угод XVII ст.</vt:lpstr>
      <vt:lpstr>Увідповідніть уривок документа з його назвою.</vt:lpstr>
      <vt:lpstr>Установіть послідовність укладення міжнародних угод XVII ст.</vt:lpstr>
      <vt:lpstr>Уривок із якого договору подано нижче?</vt:lpstr>
      <vt:lpstr>Що стало наслідком Чигиринських походів турецько-татарської армії?</vt:lpstr>
      <vt:lpstr>Якою цифрою на картосхемі позначено території, де за умовами Бахчисарайського договору (1681 р.) впродовж 20 років заборонено будівництво нових фортець і укріплень?</vt:lpstr>
      <vt:lpstr>Відповідно до умов Андрусівського перемир’я (1667 р.) Запорозька Січ підпорядковувалась</vt:lpstr>
      <vt:lpstr>У якому році було створено документ, уривок із якого процитовано:</vt:lpstr>
      <vt:lpstr>Установіть відповідність між уривком з документа та його назвою.</vt:lpstr>
      <vt:lpstr>У якому році укладено договір</vt:lpstr>
      <vt:lpstr>Угоду, уривок з якої наведено</vt:lpstr>
      <vt:lpstr>Установіть відповідність між подією та її наслідком.</vt:lpstr>
      <vt:lpstr>так П. Дорошенко схарактеризував домовленості московського царя й польського короля за</vt:lpstr>
      <vt:lpstr>Відмінність умов</vt:lpstr>
      <vt:lpstr>так Самійло Величко охарактеризував</vt:lpstr>
      <vt:lpstr>За умовами Гадяцьких пунктів (1658 р.)</vt:lpstr>
      <vt:lpstr>Установіть відповідність між назвою документа та роком його укладення</vt:lpstr>
      <vt:lpstr>На карті суцільною жирною лінією позначено розподіл українських земель між</vt:lpstr>
      <vt:lpstr>Бахчисарайський договір 1681 р., що вирішував долю Правобережної України, укладено турецьким султаном із</vt:lpstr>
      <vt:lpstr>Установіть послідовність укладення міждержавних угод другої половини XVII ст.</vt:lpstr>
      <vt:lpstr>Що було спільним для Андрусівського перемир’я (1667 р.) та «Вічного миру» (1686 р.)?</vt:lpstr>
      <vt:lpstr>Увідповідніть подію з роком, коли вона відбулася.</vt:lpstr>
      <vt:lpstr>Установіть послідовність битв ХIV–ХVII ст.</vt:lpstr>
      <vt:lpstr>В уривку з історичного документа ідеться про події, пов’язані з битвою під</vt:lpstr>
      <vt:lpstr>Оборону якого міста описано в уривку з історичного джерела:</vt:lpstr>
      <vt:lpstr>Турки під час походу «на серце Української козацької держави» як знамено використовували ім’я гетьмана</vt:lpstr>
      <vt:lpstr>Про яке місто йдеться в уривку з джерела?</vt:lpstr>
      <vt:lpstr>Наслідком подій, описаних у документі, стало укладення</vt:lpstr>
      <vt:lpstr>Установіть послідовність битв ХIV–ХVII ст.</vt:lpstr>
      <vt:lpstr>Перемога українсько-татарських військ над московськими військами в битві під Конотопом відбулася</vt:lpstr>
      <vt:lpstr>На карті стрілками позначено напрямки походів</vt:lpstr>
      <vt:lpstr>Установіть відповідність між подіями та роками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9</cp:revision>
  <dcterms:created xsi:type="dcterms:W3CDTF">2024-12-04T20:50:18Z</dcterms:created>
  <dcterms:modified xsi:type="dcterms:W3CDTF">2024-12-06T14:45:38Z</dcterms:modified>
</cp:coreProperties>
</file>