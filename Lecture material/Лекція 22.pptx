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98" r:id="rId8"/>
    <p:sldId id="302" r:id="rId9"/>
    <p:sldId id="307" r:id="rId10"/>
    <p:sldId id="261" r:id="rId11"/>
    <p:sldId id="289" r:id="rId12"/>
    <p:sldId id="264" r:id="rId13"/>
    <p:sldId id="262" r:id="rId14"/>
    <p:sldId id="265" r:id="rId15"/>
    <p:sldId id="269" r:id="rId16"/>
    <p:sldId id="277" r:id="rId17"/>
    <p:sldId id="294" r:id="rId18"/>
    <p:sldId id="266" r:id="rId19"/>
    <p:sldId id="290" r:id="rId20"/>
    <p:sldId id="292" r:id="rId21"/>
    <p:sldId id="268" r:id="rId22"/>
    <p:sldId id="270" r:id="rId23"/>
    <p:sldId id="271" r:id="rId24"/>
    <p:sldId id="274" r:id="rId25"/>
    <p:sldId id="278" r:id="rId26"/>
    <p:sldId id="296" r:id="rId27"/>
    <p:sldId id="305" r:id="rId28"/>
    <p:sldId id="279" r:id="rId29"/>
    <p:sldId id="295" r:id="rId30"/>
    <p:sldId id="301" r:id="rId31"/>
    <p:sldId id="285" r:id="rId32"/>
    <p:sldId id="282" r:id="rId33"/>
    <p:sldId id="293" r:id="rId34"/>
    <p:sldId id="299" r:id="rId35"/>
    <p:sldId id="284" r:id="rId36"/>
    <p:sldId id="304" r:id="rId37"/>
    <p:sldId id="306" r:id="rId38"/>
    <p:sldId id="297" r:id="rId39"/>
    <p:sldId id="309" r:id="rId40"/>
    <p:sldId id="272" r:id="rId41"/>
    <p:sldId id="267" r:id="rId42"/>
    <p:sldId id="273" r:id="rId43"/>
    <p:sldId id="275" r:id="rId44"/>
    <p:sldId id="283" r:id="rId45"/>
    <p:sldId id="276" r:id="rId46"/>
    <p:sldId id="287" r:id="rId47"/>
    <p:sldId id="288" r:id="rId48"/>
    <p:sldId id="300" r:id="rId49"/>
    <p:sldId id="291" r:id="rId50"/>
    <p:sldId id="280" r:id="rId51"/>
    <p:sldId id="281" r:id="rId52"/>
    <p:sldId id="286" r:id="rId53"/>
    <p:sldId id="303" r:id="rId54"/>
    <p:sldId id="308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0334B895-9D37-4E62-8726-90E94FB9FA33}">
          <p14:sldIdLst>
            <p14:sldId id="256"/>
          </p14:sldIdLst>
        </p14:section>
        <p14:section name="Передумови" id="{979C2EF1-25CD-490C-B7A2-BFAEE6CB8F0A}">
          <p14:sldIdLst>
            <p14:sldId id="258"/>
            <p14:sldId id="257"/>
          </p14:sldIdLst>
        </p14:section>
        <p14:section name="Головні події встановлення влади" id="{CE75536D-AF43-4FB7-9D0C-B8B649412CE7}">
          <p14:sldIdLst>
            <p14:sldId id="259"/>
            <p14:sldId id="260"/>
            <p14:sldId id="263"/>
            <p14:sldId id="298"/>
            <p14:sldId id="302"/>
            <p14:sldId id="307"/>
          </p14:sldIdLst>
        </p14:section>
        <p14:section name="Ленінський період" id="{74DEBC1C-D389-4042-956D-2532B7F193B3}">
          <p14:sldIdLst>
            <p14:sldId id="261"/>
            <p14:sldId id="289"/>
            <p14:sldId id="264"/>
            <p14:sldId id="262"/>
            <p14:sldId id="265"/>
            <p14:sldId id="269"/>
            <p14:sldId id="277"/>
            <p14:sldId id="294"/>
            <p14:sldId id="266"/>
            <p14:sldId id="290"/>
            <p14:sldId id="292"/>
            <p14:sldId id="268"/>
            <p14:sldId id="270"/>
            <p14:sldId id="271"/>
            <p14:sldId id="274"/>
            <p14:sldId id="278"/>
            <p14:sldId id="296"/>
            <p14:sldId id="305"/>
            <p14:sldId id="279"/>
            <p14:sldId id="295"/>
            <p14:sldId id="301"/>
            <p14:sldId id="285"/>
            <p14:sldId id="282"/>
            <p14:sldId id="293"/>
            <p14:sldId id="299"/>
            <p14:sldId id="284"/>
            <p14:sldId id="304"/>
            <p14:sldId id="306"/>
            <p14:sldId id="297"/>
            <p14:sldId id="309"/>
          </p14:sldIdLst>
        </p14:section>
        <p14:section name="Кльтурне життя" id="{FD67DAE3-B358-4783-B882-1533A2D3C16B}">
          <p14:sldIdLst>
            <p14:sldId id="272"/>
            <p14:sldId id="267"/>
            <p14:sldId id="273"/>
            <p14:sldId id="275"/>
            <p14:sldId id="283"/>
            <p14:sldId id="276"/>
            <p14:sldId id="287"/>
            <p14:sldId id="288"/>
            <p14:sldId id="300"/>
            <p14:sldId id="291"/>
            <p14:sldId id="280"/>
            <p14:sldId id="281"/>
            <p14:sldId id="286"/>
            <p14:sldId id="303"/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E78F2-E89B-4396-B30E-CDFCB07DBF8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F8B06E-A425-49F9-90EF-5FCBD64393B7}">
      <dgm:prSet/>
      <dgm:spPr/>
      <dgm:t>
        <a:bodyPr/>
        <a:lstStyle/>
        <a:p>
          <a:r>
            <a:rPr lang="ru-RU" b="0" i="0"/>
            <a:t>Українська Народна Республіка</a:t>
          </a:r>
          <a:endParaRPr lang="uk-UA"/>
        </a:p>
      </dgm:t>
    </dgm:pt>
    <dgm:pt modelId="{873C6540-C78C-4D6C-A4F9-11DA7C7A07C0}" type="parTrans" cxnId="{B25037DE-E1F4-4922-8C8F-385C54CFEC37}">
      <dgm:prSet/>
      <dgm:spPr/>
      <dgm:t>
        <a:bodyPr/>
        <a:lstStyle/>
        <a:p>
          <a:endParaRPr lang="uk-UA"/>
        </a:p>
      </dgm:t>
    </dgm:pt>
    <dgm:pt modelId="{E3C3FEC7-BC1B-4517-9EFB-AF43C7E8B054}" type="sibTrans" cxnId="{B25037DE-E1F4-4922-8C8F-385C54CFEC37}">
      <dgm:prSet/>
      <dgm:spPr/>
      <dgm:t>
        <a:bodyPr/>
        <a:lstStyle/>
        <a:p>
          <a:endParaRPr lang="uk-UA"/>
        </a:p>
      </dgm:t>
    </dgm:pt>
    <dgm:pt modelId="{9228F301-960A-4014-A88C-9F089F50D600}">
      <dgm:prSet/>
      <dgm:spPr/>
      <dgm:t>
        <a:bodyPr/>
        <a:lstStyle/>
        <a:p>
          <a:r>
            <a:rPr lang="ru-RU" b="0" i="0"/>
            <a:t>Українська Держава П. Скоропадського</a:t>
          </a:r>
          <a:endParaRPr lang="uk-UA"/>
        </a:p>
      </dgm:t>
    </dgm:pt>
    <dgm:pt modelId="{30A29FA3-E38A-4065-BC79-FCD9BEC221D9}" type="parTrans" cxnId="{09249A3E-08B9-44DA-9FA4-A05438B6B9D4}">
      <dgm:prSet/>
      <dgm:spPr/>
      <dgm:t>
        <a:bodyPr/>
        <a:lstStyle/>
        <a:p>
          <a:endParaRPr lang="uk-UA"/>
        </a:p>
      </dgm:t>
    </dgm:pt>
    <dgm:pt modelId="{1201470B-A757-436F-B40D-4BDA032953AF}" type="sibTrans" cxnId="{09249A3E-08B9-44DA-9FA4-A05438B6B9D4}">
      <dgm:prSet/>
      <dgm:spPr/>
      <dgm:t>
        <a:bodyPr/>
        <a:lstStyle/>
        <a:p>
          <a:endParaRPr lang="uk-UA"/>
        </a:p>
      </dgm:t>
    </dgm:pt>
    <dgm:pt modelId="{3AB15C35-9687-43D5-BCFF-75037425E2B6}">
      <dgm:prSet/>
      <dgm:spPr/>
      <dgm:t>
        <a:bodyPr/>
        <a:lstStyle/>
        <a:p>
          <a:r>
            <a:rPr lang="ru-RU" b="0" i="0"/>
            <a:t>Західноукраїнська Народна Республіка</a:t>
          </a:r>
          <a:endParaRPr lang="uk-UA"/>
        </a:p>
      </dgm:t>
    </dgm:pt>
    <dgm:pt modelId="{16D6D9F1-C3F3-4D13-8F01-6E51F6E5DA0F}" type="parTrans" cxnId="{BB354F6F-DF8F-43F3-9631-FFD00D011F21}">
      <dgm:prSet/>
      <dgm:spPr/>
      <dgm:t>
        <a:bodyPr/>
        <a:lstStyle/>
        <a:p>
          <a:endParaRPr lang="uk-UA"/>
        </a:p>
      </dgm:t>
    </dgm:pt>
    <dgm:pt modelId="{478F3F05-B799-4482-906F-B050C239653E}" type="sibTrans" cxnId="{BB354F6F-DF8F-43F3-9631-FFD00D011F21}">
      <dgm:prSet/>
      <dgm:spPr/>
      <dgm:t>
        <a:bodyPr/>
        <a:lstStyle/>
        <a:p>
          <a:endParaRPr lang="uk-UA"/>
        </a:p>
      </dgm:t>
    </dgm:pt>
    <dgm:pt modelId="{9FC69F6C-1090-4B58-A897-4523B0DD9D43}">
      <dgm:prSet/>
      <dgm:spPr/>
      <dgm:t>
        <a:bodyPr/>
        <a:lstStyle/>
        <a:p>
          <a:r>
            <a:rPr lang="ru-RU" b="0" i="0"/>
            <a:t>Українська Соціалістична Радянська Республіка</a:t>
          </a:r>
          <a:endParaRPr lang="uk-UA"/>
        </a:p>
      </dgm:t>
    </dgm:pt>
    <dgm:pt modelId="{2FD3783C-8584-475D-87B4-E2D27311CD36}" type="parTrans" cxnId="{E041A548-1E39-4D56-860E-E6CDD6773A9A}">
      <dgm:prSet/>
      <dgm:spPr/>
      <dgm:t>
        <a:bodyPr/>
        <a:lstStyle/>
        <a:p>
          <a:endParaRPr lang="uk-UA"/>
        </a:p>
      </dgm:t>
    </dgm:pt>
    <dgm:pt modelId="{8052E3B1-C33E-43DB-B9F4-CEAD664DEAC5}" type="sibTrans" cxnId="{E041A548-1E39-4D56-860E-E6CDD6773A9A}">
      <dgm:prSet/>
      <dgm:spPr/>
      <dgm:t>
        <a:bodyPr/>
        <a:lstStyle/>
        <a:p>
          <a:endParaRPr lang="uk-UA"/>
        </a:p>
      </dgm:t>
    </dgm:pt>
    <dgm:pt modelId="{6B9BABBF-10EB-43C0-97D6-05ADCB183B55}" type="pres">
      <dgm:prSet presAssocID="{A5BE78F2-E89B-4396-B30E-CDFCB07DBF8D}" presName="linearFlow" presStyleCnt="0">
        <dgm:presLayoutVars>
          <dgm:dir/>
          <dgm:resizeHandles val="exact"/>
        </dgm:presLayoutVars>
      </dgm:prSet>
      <dgm:spPr/>
    </dgm:pt>
    <dgm:pt modelId="{4AB78B09-A977-48BA-9129-4F4F63D5E62B}" type="pres">
      <dgm:prSet presAssocID="{62F8B06E-A425-49F9-90EF-5FCBD64393B7}" presName="composite" presStyleCnt="0"/>
      <dgm:spPr/>
    </dgm:pt>
    <dgm:pt modelId="{A2EA516C-95DF-4396-8A6A-4C59C5266760}" type="pres">
      <dgm:prSet presAssocID="{62F8B06E-A425-49F9-90EF-5FCBD64393B7}" presName="imgShp" presStyleLbl="fgImgPlace1" presStyleIdx="0" presStyleCnt="4"/>
      <dgm:spPr/>
    </dgm:pt>
    <dgm:pt modelId="{B989EFBF-5BDA-4CEB-845C-60DEE4B728D6}" type="pres">
      <dgm:prSet presAssocID="{62F8B06E-A425-49F9-90EF-5FCBD64393B7}" presName="txShp" presStyleLbl="node1" presStyleIdx="0" presStyleCnt="4">
        <dgm:presLayoutVars>
          <dgm:bulletEnabled val="1"/>
        </dgm:presLayoutVars>
      </dgm:prSet>
      <dgm:spPr/>
    </dgm:pt>
    <dgm:pt modelId="{9EB7D11E-C465-49C2-A072-87B9884B35CC}" type="pres">
      <dgm:prSet presAssocID="{E3C3FEC7-BC1B-4517-9EFB-AF43C7E8B054}" presName="spacing" presStyleCnt="0"/>
      <dgm:spPr/>
    </dgm:pt>
    <dgm:pt modelId="{185E9E3F-E490-427A-8BE2-D70B37F06B0E}" type="pres">
      <dgm:prSet presAssocID="{9228F301-960A-4014-A88C-9F089F50D600}" presName="composite" presStyleCnt="0"/>
      <dgm:spPr/>
    </dgm:pt>
    <dgm:pt modelId="{9AC3D9DC-A9D8-4030-8BBF-0E0C5DF639C3}" type="pres">
      <dgm:prSet presAssocID="{9228F301-960A-4014-A88C-9F089F50D600}" presName="imgShp" presStyleLbl="fgImgPlace1" presStyleIdx="1" presStyleCnt="4"/>
      <dgm:spPr/>
    </dgm:pt>
    <dgm:pt modelId="{C71A8406-B61F-4FF1-8033-98CB6A92FCBD}" type="pres">
      <dgm:prSet presAssocID="{9228F301-960A-4014-A88C-9F089F50D600}" presName="txShp" presStyleLbl="node1" presStyleIdx="1" presStyleCnt="4">
        <dgm:presLayoutVars>
          <dgm:bulletEnabled val="1"/>
        </dgm:presLayoutVars>
      </dgm:prSet>
      <dgm:spPr/>
    </dgm:pt>
    <dgm:pt modelId="{30F6C3C4-E229-4F12-834C-AAE50C6C4343}" type="pres">
      <dgm:prSet presAssocID="{1201470B-A757-436F-B40D-4BDA032953AF}" presName="spacing" presStyleCnt="0"/>
      <dgm:spPr/>
    </dgm:pt>
    <dgm:pt modelId="{E231416F-ABFE-49C5-B039-E1C4761E7E4A}" type="pres">
      <dgm:prSet presAssocID="{3AB15C35-9687-43D5-BCFF-75037425E2B6}" presName="composite" presStyleCnt="0"/>
      <dgm:spPr/>
    </dgm:pt>
    <dgm:pt modelId="{5B2DDE0C-89D8-4FB7-9682-D9AA4B0B01F3}" type="pres">
      <dgm:prSet presAssocID="{3AB15C35-9687-43D5-BCFF-75037425E2B6}" presName="imgShp" presStyleLbl="fgImgPlace1" presStyleIdx="2" presStyleCnt="4"/>
      <dgm:spPr/>
    </dgm:pt>
    <dgm:pt modelId="{6C63F40D-0D3B-4CE4-B1EB-94AD7FEB6142}" type="pres">
      <dgm:prSet presAssocID="{3AB15C35-9687-43D5-BCFF-75037425E2B6}" presName="txShp" presStyleLbl="node1" presStyleIdx="2" presStyleCnt="4">
        <dgm:presLayoutVars>
          <dgm:bulletEnabled val="1"/>
        </dgm:presLayoutVars>
      </dgm:prSet>
      <dgm:spPr/>
    </dgm:pt>
    <dgm:pt modelId="{07867F80-576F-40AD-9D72-C8B73AFC66C9}" type="pres">
      <dgm:prSet presAssocID="{478F3F05-B799-4482-906F-B050C239653E}" presName="spacing" presStyleCnt="0"/>
      <dgm:spPr/>
    </dgm:pt>
    <dgm:pt modelId="{E0D1374F-C077-4F9B-9A11-000AB51DF8C0}" type="pres">
      <dgm:prSet presAssocID="{9FC69F6C-1090-4B58-A897-4523B0DD9D43}" presName="composite" presStyleCnt="0"/>
      <dgm:spPr/>
    </dgm:pt>
    <dgm:pt modelId="{286717FB-D7C2-4A7B-9876-0DD1F05BBF1A}" type="pres">
      <dgm:prSet presAssocID="{9FC69F6C-1090-4B58-A897-4523B0DD9D43}" presName="imgShp" presStyleLbl="fgImgPlace1" presStyleIdx="3" presStyleCnt="4"/>
      <dgm:spPr/>
    </dgm:pt>
    <dgm:pt modelId="{BF76E458-33A8-43FF-A30E-A1193ABDDAC4}" type="pres">
      <dgm:prSet presAssocID="{9FC69F6C-1090-4B58-A897-4523B0DD9D43}" presName="txShp" presStyleLbl="node1" presStyleIdx="3" presStyleCnt="4">
        <dgm:presLayoutVars>
          <dgm:bulletEnabled val="1"/>
        </dgm:presLayoutVars>
      </dgm:prSet>
      <dgm:spPr/>
    </dgm:pt>
  </dgm:ptLst>
  <dgm:cxnLst>
    <dgm:cxn modelId="{DF715B02-0B2C-4213-AB50-7328813D2C46}" type="presOf" srcId="{62F8B06E-A425-49F9-90EF-5FCBD64393B7}" destId="{B989EFBF-5BDA-4CEB-845C-60DEE4B728D6}" srcOrd="0" destOrd="0" presId="urn:microsoft.com/office/officeart/2005/8/layout/vList3"/>
    <dgm:cxn modelId="{09249A3E-08B9-44DA-9FA4-A05438B6B9D4}" srcId="{A5BE78F2-E89B-4396-B30E-CDFCB07DBF8D}" destId="{9228F301-960A-4014-A88C-9F089F50D600}" srcOrd="1" destOrd="0" parTransId="{30A29FA3-E38A-4065-BC79-FCD9BEC221D9}" sibTransId="{1201470B-A757-436F-B40D-4BDA032953AF}"/>
    <dgm:cxn modelId="{6F033B66-80A9-40EE-A710-EFCC639B9E20}" type="presOf" srcId="{9FC69F6C-1090-4B58-A897-4523B0DD9D43}" destId="{BF76E458-33A8-43FF-A30E-A1193ABDDAC4}" srcOrd="0" destOrd="0" presId="urn:microsoft.com/office/officeart/2005/8/layout/vList3"/>
    <dgm:cxn modelId="{E041A548-1E39-4D56-860E-E6CDD6773A9A}" srcId="{A5BE78F2-E89B-4396-B30E-CDFCB07DBF8D}" destId="{9FC69F6C-1090-4B58-A897-4523B0DD9D43}" srcOrd="3" destOrd="0" parTransId="{2FD3783C-8584-475D-87B4-E2D27311CD36}" sibTransId="{8052E3B1-C33E-43DB-B9F4-CEAD664DEAC5}"/>
    <dgm:cxn modelId="{BB354F6F-DF8F-43F3-9631-FFD00D011F21}" srcId="{A5BE78F2-E89B-4396-B30E-CDFCB07DBF8D}" destId="{3AB15C35-9687-43D5-BCFF-75037425E2B6}" srcOrd="2" destOrd="0" parTransId="{16D6D9F1-C3F3-4D13-8F01-6E51F6E5DA0F}" sibTransId="{478F3F05-B799-4482-906F-B050C239653E}"/>
    <dgm:cxn modelId="{684FBB72-770C-4C1D-B57D-F79F0447E569}" type="presOf" srcId="{3AB15C35-9687-43D5-BCFF-75037425E2B6}" destId="{6C63F40D-0D3B-4CE4-B1EB-94AD7FEB6142}" srcOrd="0" destOrd="0" presId="urn:microsoft.com/office/officeart/2005/8/layout/vList3"/>
    <dgm:cxn modelId="{CFB93CB2-1F4B-4CC6-9344-3D26170AEB02}" type="presOf" srcId="{9228F301-960A-4014-A88C-9F089F50D600}" destId="{C71A8406-B61F-4FF1-8033-98CB6A92FCBD}" srcOrd="0" destOrd="0" presId="urn:microsoft.com/office/officeart/2005/8/layout/vList3"/>
    <dgm:cxn modelId="{E621AED8-0487-47FB-90BD-22F42FD7EC9A}" type="presOf" srcId="{A5BE78F2-E89B-4396-B30E-CDFCB07DBF8D}" destId="{6B9BABBF-10EB-43C0-97D6-05ADCB183B55}" srcOrd="0" destOrd="0" presId="urn:microsoft.com/office/officeart/2005/8/layout/vList3"/>
    <dgm:cxn modelId="{B25037DE-E1F4-4922-8C8F-385C54CFEC37}" srcId="{A5BE78F2-E89B-4396-B30E-CDFCB07DBF8D}" destId="{62F8B06E-A425-49F9-90EF-5FCBD64393B7}" srcOrd="0" destOrd="0" parTransId="{873C6540-C78C-4D6C-A4F9-11DA7C7A07C0}" sibTransId="{E3C3FEC7-BC1B-4517-9EFB-AF43C7E8B054}"/>
    <dgm:cxn modelId="{4420EB31-B2AE-4670-9698-7C0406D8BB2C}" type="presParOf" srcId="{6B9BABBF-10EB-43C0-97D6-05ADCB183B55}" destId="{4AB78B09-A977-48BA-9129-4F4F63D5E62B}" srcOrd="0" destOrd="0" presId="urn:microsoft.com/office/officeart/2005/8/layout/vList3"/>
    <dgm:cxn modelId="{EF2CF7FF-6610-4525-AE98-130CCE8206FA}" type="presParOf" srcId="{4AB78B09-A977-48BA-9129-4F4F63D5E62B}" destId="{A2EA516C-95DF-4396-8A6A-4C59C5266760}" srcOrd="0" destOrd="0" presId="urn:microsoft.com/office/officeart/2005/8/layout/vList3"/>
    <dgm:cxn modelId="{156733DD-A773-46F9-869D-E5F19F0CD3E9}" type="presParOf" srcId="{4AB78B09-A977-48BA-9129-4F4F63D5E62B}" destId="{B989EFBF-5BDA-4CEB-845C-60DEE4B728D6}" srcOrd="1" destOrd="0" presId="urn:microsoft.com/office/officeart/2005/8/layout/vList3"/>
    <dgm:cxn modelId="{DC4CE880-1C11-492B-81D5-4E4FE102503C}" type="presParOf" srcId="{6B9BABBF-10EB-43C0-97D6-05ADCB183B55}" destId="{9EB7D11E-C465-49C2-A072-87B9884B35CC}" srcOrd="1" destOrd="0" presId="urn:microsoft.com/office/officeart/2005/8/layout/vList3"/>
    <dgm:cxn modelId="{FCA6C306-8953-45D6-833C-8AEC8D141BD8}" type="presParOf" srcId="{6B9BABBF-10EB-43C0-97D6-05ADCB183B55}" destId="{185E9E3F-E490-427A-8BE2-D70B37F06B0E}" srcOrd="2" destOrd="0" presId="urn:microsoft.com/office/officeart/2005/8/layout/vList3"/>
    <dgm:cxn modelId="{3D6F56C8-CE81-4773-96F4-981FC1F29E6C}" type="presParOf" srcId="{185E9E3F-E490-427A-8BE2-D70B37F06B0E}" destId="{9AC3D9DC-A9D8-4030-8BBF-0E0C5DF639C3}" srcOrd="0" destOrd="0" presId="urn:microsoft.com/office/officeart/2005/8/layout/vList3"/>
    <dgm:cxn modelId="{2422B39D-FD66-4F1A-8AB4-0A1BA87EC7CF}" type="presParOf" srcId="{185E9E3F-E490-427A-8BE2-D70B37F06B0E}" destId="{C71A8406-B61F-4FF1-8033-98CB6A92FCBD}" srcOrd="1" destOrd="0" presId="urn:microsoft.com/office/officeart/2005/8/layout/vList3"/>
    <dgm:cxn modelId="{7E5AFBB5-4918-412A-B416-F21A6E4A0E99}" type="presParOf" srcId="{6B9BABBF-10EB-43C0-97D6-05ADCB183B55}" destId="{30F6C3C4-E229-4F12-834C-AAE50C6C4343}" srcOrd="3" destOrd="0" presId="urn:microsoft.com/office/officeart/2005/8/layout/vList3"/>
    <dgm:cxn modelId="{3FCA076E-A001-4B3A-B832-E2766ACD992E}" type="presParOf" srcId="{6B9BABBF-10EB-43C0-97D6-05ADCB183B55}" destId="{E231416F-ABFE-49C5-B039-E1C4761E7E4A}" srcOrd="4" destOrd="0" presId="urn:microsoft.com/office/officeart/2005/8/layout/vList3"/>
    <dgm:cxn modelId="{23030D77-555C-4B3E-AF8A-1778DCB15827}" type="presParOf" srcId="{E231416F-ABFE-49C5-B039-E1C4761E7E4A}" destId="{5B2DDE0C-89D8-4FB7-9682-D9AA4B0B01F3}" srcOrd="0" destOrd="0" presId="urn:microsoft.com/office/officeart/2005/8/layout/vList3"/>
    <dgm:cxn modelId="{95F24D7B-39A8-4607-99BF-237C7CDE5BEF}" type="presParOf" srcId="{E231416F-ABFE-49C5-B039-E1C4761E7E4A}" destId="{6C63F40D-0D3B-4CE4-B1EB-94AD7FEB6142}" srcOrd="1" destOrd="0" presId="urn:microsoft.com/office/officeart/2005/8/layout/vList3"/>
    <dgm:cxn modelId="{52F2204A-979F-4A20-A0A4-9177E0CB3498}" type="presParOf" srcId="{6B9BABBF-10EB-43C0-97D6-05ADCB183B55}" destId="{07867F80-576F-40AD-9D72-C8B73AFC66C9}" srcOrd="5" destOrd="0" presId="urn:microsoft.com/office/officeart/2005/8/layout/vList3"/>
    <dgm:cxn modelId="{46D5E2AA-C3F0-4A6B-9E4B-9015FD4E659A}" type="presParOf" srcId="{6B9BABBF-10EB-43C0-97D6-05ADCB183B55}" destId="{E0D1374F-C077-4F9B-9A11-000AB51DF8C0}" srcOrd="6" destOrd="0" presId="urn:microsoft.com/office/officeart/2005/8/layout/vList3"/>
    <dgm:cxn modelId="{A0DBB537-B46C-4D2A-BA2D-C46B1D99D177}" type="presParOf" srcId="{E0D1374F-C077-4F9B-9A11-000AB51DF8C0}" destId="{286717FB-D7C2-4A7B-9876-0DD1F05BBF1A}" srcOrd="0" destOrd="0" presId="urn:microsoft.com/office/officeart/2005/8/layout/vList3"/>
    <dgm:cxn modelId="{6F783046-4ACC-476B-BD6B-F2200DDC4A51}" type="presParOf" srcId="{E0D1374F-C077-4F9B-9A11-000AB51DF8C0}" destId="{BF76E458-33A8-43FF-A30E-A1193ABDDAC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D9F84C-6113-4237-AB87-948EEB3264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F34CFA-58BF-49D6-BAA8-BDABB4C101D7}">
      <dgm:prSet/>
      <dgm:spPr/>
      <dgm:t>
        <a:bodyPr/>
        <a:lstStyle/>
        <a:p>
          <a:r>
            <a:rPr lang="uk-UA" b="0" i="0"/>
            <a:t>«воєнний комунізм», «націоналізація промисловості», «Ризький мир»</a:t>
          </a:r>
          <a:endParaRPr lang="uk-UA"/>
        </a:p>
      </dgm:t>
    </dgm:pt>
    <dgm:pt modelId="{CBAEDDEF-EB4D-43EE-BDEF-A552A5CCF681}" type="parTrans" cxnId="{889D30AC-A2AE-49C3-9927-4CBD10AEF778}">
      <dgm:prSet/>
      <dgm:spPr/>
      <dgm:t>
        <a:bodyPr/>
        <a:lstStyle/>
        <a:p>
          <a:endParaRPr lang="uk-UA"/>
        </a:p>
      </dgm:t>
    </dgm:pt>
    <dgm:pt modelId="{E4E5FE59-474B-4122-9C59-74A39D7B9167}" type="sibTrans" cxnId="{889D30AC-A2AE-49C3-9927-4CBD10AEF778}">
      <dgm:prSet/>
      <dgm:spPr/>
      <dgm:t>
        <a:bodyPr/>
        <a:lstStyle/>
        <a:p>
          <a:endParaRPr lang="uk-UA"/>
        </a:p>
      </dgm:t>
    </dgm:pt>
    <dgm:pt modelId="{DE7C9928-CE93-42C6-B383-6F693124C7A4}">
      <dgm:prSet/>
      <dgm:spPr/>
      <dgm:t>
        <a:bodyPr/>
        <a:lstStyle/>
        <a:p>
          <a:r>
            <a:rPr lang="uk-UA" b="0" i="0"/>
            <a:t>«Українська Національна Рада», «Українська галицька армія», «Чортківська офензива»</a:t>
          </a:r>
          <a:endParaRPr lang="uk-UA"/>
        </a:p>
      </dgm:t>
    </dgm:pt>
    <dgm:pt modelId="{0B1E2DFD-234E-4ECE-82AD-9F6375268C57}" type="parTrans" cxnId="{9260CE9A-B787-4149-AA0B-A87ED0FF5D84}">
      <dgm:prSet/>
      <dgm:spPr/>
      <dgm:t>
        <a:bodyPr/>
        <a:lstStyle/>
        <a:p>
          <a:endParaRPr lang="uk-UA"/>
        </a:p>
      </dgm:t>
    </dgm:pt>
    <dgm:pt modelId="{E34CE20E-04E3-48F7-8966-A6C0F63BC3BC}" type="sibTrans" cxnId="{9260CE9A-B787-4149-AA0B-A87ED0FF5D84}">
      <dgm:prSet/>
      <dgm:spPr/>
      <dgm:t>
        <a:bodyPr/>
        <a:lstStyle/>
        <a:p>
          <a:endParaRPr lang="uk-UA"/>
        </a:p>
      </dgm:t>
    </dgm:pt>
    <dgm:pt modelId="{0C98CC8F-1F80-4DB0-8B4E-70C480ECF157}">
      <dgm:prSet/>
      <dgm:spPr/>
      <dgm:t>
        <a:bodyPr/>
        <a:lstStyle/>
        <a:p>
          <a:r>
            <a:rPr lang="uk-UA" b="0" i="0"/>
            <a:t>«Універсали», «Генеральний секретаріат», «Директорія»</a:t>
          </a:r>
          <a:endParaRPr lang="uk-UA"/>
        </a:p>
      </dgm:t>
    </dgm:pt>
    <dgm:pt modelId="{8576C930-E2F4-4F46-A8DA-64FB97BD2007}" type="parTrans" cxnId="{A2EDFAE2-F247-4860-8ACF-00E3C9F4A610}">
      <dgm:prSet/>
      <dgm:spPr/>
      <dgm:t>
        <a:bodyPr/>
        <a:lstStyle/>
        <a:p>
          <a:endParaRPr lang="uk-UA"/>
        </a:p>
      </dgm:t>
    </dgm:pt>
    <dgm:pt modelId="{748419F6-1289-4A68-B389-1C784DBEBE50}" type="sibTrans" cxnId="{A2EDFAE2-F247-4860-8ACF-00E3C9F4A610}">
      <dgm:prSet/>
      <dgm:spPr/>
      <dgm:t>
        <a:bodyPr/>
        <a:lstStyle/>
        <a:p>
          <a:endParaRPr lang="uk-UA"/>
        </a:p>
      </dgm:t>
    </dgm:pt>
    <dgm:pt modelId="{2813584D-3FAC-4575-88C6-5FB422FCB613}">
      <dgm:prSet/>
      <dgm:spPr/>
      <dgm:t>
        <a:bodyPr/>
        <a:lstStyle/>
        <a:p>
          <a:r>
            <a:rPr lang="uk-UA" b="0" i="0"/>
            <a:t>«осадництво», «пацифікація», «русинство»</a:t>
          </a:r>
          <a:endParaRPr lang="uk-UA"/>
        </a:p>
      </dgm:t>
    </dgm:pt>
    <dgm:pt modelId="{2D47A0F6-2039-4927-8A0D-AD2FA5CF6650}" type="parTrans" cxnId="{D86F7A4C-6DFD-4DD4-814D-3B65A60FBA5F}">
      <dgm:prSet/>
      <dgm:spPr/>
      <dgm:t>
        <a:bodyPr/>
        <a:lstStyle/>
        <a:p>
          <a:endParaRPr lang="uk-UA"/>
        </a:p>
      </dgm:t>
    </dgm:pt>
    <dgm:pt modelId="{C78D1654-2FC0-421D-B78E-B7685703B39F}" type="sibTrans" cxnId="{D86F7A4C-6DFD-4DD4-814D-3B65A60FBA5F}">
      <dgm:prSet/>
      <dgm:spPr/>
      <dgm:t>
        <a:bodyPr/>
        <a:lstStyle/>
        <a:p>
          <a:endParaRPr lang="uk-UA"/>
        </a:p>
      </dgm:t>
    </dgm:pt>
    <dgm:pt modelId="{43D9803B-1791-457A-98A4-5E87D10681E0}">
      <dgm:prSet/>
      <dgm:spPr/>
      <dgm:t>
        <a:bodyPr/>
        <a:lstStyle/>
        <a:p>
          <a:r>
            <a:rPr lang="uk-UA" b="0" i="0"/>
            <a:t>«Всеукраїнський хліборобський конгрес», «гетьманський переворот», «Українська академія наук»</a:t>
          </a:r>
          <a:endParaRPr lang="uk-UA"/>
        </a:p>
      </dgm:t>
    </dgm:pt>
    <dgm:pt modelId="{17261296-BDF7-4C08-9611-EE60E2E9D993}" type="parTrans" cxnId="{C5EE8F60-50EE-49FE-B422-368C767832D1}">
      <dgm:prSet/>
      <dgm:spPr/>
      <dgm:t>
        <a:bodyPr/>
        <a:lstStyle/>
        <a:p>
          <a:endParaRPr lang="uk-UA"/>
        </a:p>
      </dgm:t>
    </dgm:pt>
    <dgm:pt modelId="{C3E95FC2-F5BA-4F29-96AD-8DA726A80477}" type="sibTrans" cxnId="{C5EE8F60-50EE-49FE-B422-368C767832D1}">
      <dgm:prSet/>
      <dgm:spPr/>
      <dgm:t>
        <a:bodyPr/>
        <a:lstStyle/>
        <a:p>
          <a:endParaRPr lang="uk-UA"/>
        </a:p>
      </dgm:t>
    </dgm:pt>
    <dgm:pt modelId="{49A253BE-AB4A-49FD-80DD-D1F606266151}" type="pres">
      <dgm:prSet presAssocID="{7ED9F84C-6113-4237-AB87-948EEB326412}" presName="linear" presStyleCnt="0">
        <dgm:presLayoutVars>
          <dgm:animLvl val="lvl"/>
          <dgm:resizeHandles val="exact"/>
        </dgm:presLayoutVars>
      </dgm:prSet>
      <dgm:spPr/>
    </dgm:pt>
    <dgm:pt modelId="{B823E8FF-48AE-4C02-8FF7-695F2922FFFF}" type="pres">
      <dgm:prSet presAssocID="{76F34CFA-58BF-49D6-BAA8-BDABB4C101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5D2EAEB-13D4-465F-A989-57AF5CC5EDC7}" type="pres">
      <dgm:prSet presAssocID="{E4E5FE59-474B-4122-9C59-74A39D7B9167}" presName="spacer" presStyleCnt="0"/>
      <dgm:spPr/>
    </dgm:pt>
    <dgm:pt modelId="{669D4124-5C5C-4ABE-9EC7-F02A66EAF1A3}" type="pres">
      <dgm:prSet presAssocID="{DE7C9928-CE93-42C6-B383-6F693124C7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7F87752-31C6-4802-BD80-AAAD8A3EE016}" type="pres">
      <dgm:prSet presAssocID="{E34CE20E-04E3-48F7-8966-A6C0F63BC3BC}" presName="spacer" presStyleCnt="0"/>
      <dgm:spPr/>
    </dgm:pt>
    <dgm:pt modelId="{31E89BB8-8F50-444D-BF63-F0E579254319}" type="pres">
      <dgm:prSet presAssocID="{0C98CC8F-1F80-4DB0-8B4E-70C480ECF1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1FB0788-52AF-494B-826C-02195FFBAE74}" type="pres">
      <dgm:prSet presAssocID="{748419F6-1289-4A68-B389-1C784DBEBE50}" presName="spacer" presStyleCnt="0"/>
      <dgm:spPr/>
    </dgm:pt>
    <dgm:pt modelId="{16901ECF-C88D-48A8-99C3-9F7096C0A4B4}" type="pres">
      <dgm:prSet presAssocID="{2813584D-3FAC-4575-88C6-5FB422FCB61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BE05BE-4204-476B-BEB6-1AFF69397FDC}" type="pres">
      <dgm:prSet presAssocID="{C78D1654-2FC0-421D-B78E-B7685703B39F}" presName="spacer" presStyleCnt="0"/>
      <dgm:spPr/>
    </dgm:pt>
    <dgm:pt modelId="{F21EF868-29DC-4193-9A72-D3882E38A867}" type="pres">
      <dgm:prSet presAssocID="{43D9803B-1791-457A-98A4-5E87D10681E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5EE8F60-50EE-49FE-B422-368C767832D1}" srcId="{7ED9F84C-6113-4237-AB87-948EEB326412}" destId="{43D9803B-1791-457A-98A4-5E87D10681E0}" srcOrd="4" destOrd="0" parTransId="{17261296-BDF7-4C08-9611-EE60E2E9D993}" sibTransId="{C3E95FC2-F5BA-4F29-96AD-8DA726A80477}"/>
    <dgm:cxn modelId="{5AC72544-0185-48EA-A98E-547475331885}" type="presOf" srcId="{0C98CC8F-1F80-4DB0-8B4E-70C480ECF157}" destId="{31E89BB8-8F50-444D-BF63-F0E579254319}" srcOrd="0" destOrd="0" presId="urn:microsoft.com/office/officeart/2005/8/layout/vList2"/>
    <dgm:cxn modelId="{12543F66-8F03-41B2-AC5C-69455B3291C1}" type="presOf" srcId="{2813584D-3FAC-4575-88C6-5FB422FCB613}" destId="{16901ECF-C88D-48A8-99C3-9F7096C0A4B4}" srcOrd="0" destOrd="0" presId="urn:microsoft.com/office/officeart/2005/8/layout/vList2"/>
    <dgm:cxn modelId="{1B4FCD6A-48A4-40A8-B538-46535555D8D2}" type="presOf" srcId="{43D9803B-1791-457A-98A4-5E87D10681E0}" destId="{F21EF868-29DC-4193-9A72-D3882E38A867}" srcOrd="0" destOrd="0" presId="urn:microsoft.com/office/officeart/2005/8/layout/vList2"/>
    <dgm:cxn modelId="{D86F7A4C-6DFD-4DD4-814D-3B65A60FBA5F}" srcId="{7ED9F84C-6113-4237-AB87-948EEB326412}" destId="{2813584D-3FAC-4575-88C6-5FB422FCB613}" srcOrd="3" destOrd="0" parTransId="{2D47A0F6-2039-4927-8A0D-AD2FA5CF6650}" sibTransId="{C78D1654-2FC0-421D-B78E-B7685703B39F}"/>
    <dgm:cxn modelId="{2E872055-05AF-4B78-A480-AE60FAA3D735}" type="presOf" srcId="{76F34CFA-58BF-49D6-BAA8-BDABB4C101D7}" destId="{B823E8FF-48AE-4C02-8FF7-695F2922FFFF}" srcOrd="0" destOrd="0" presId="urn:microsoft.com/office/officeart/2005/8/layout/vList2"/>
    <dgm:cxn modelId="{49D11895-24C9-4A38-9E99-0FD4BEBD7C3B}" type="presOf" srcId="{7ED9F84C-6113-4237-AB87-948EEB326412}" destId="{49A253BE-AB4A-49FD-80DD-D1F606266151}" srcOrd="0" destOrd="0" presId="urn:microsoft.com/office/officeart/2005/8/layout/vList2"/>
    <dgm:cxn modelId="{9260CE9A-B787-4149-AA0B-A87ED0FF5D84}" srcId="{7ED9F84C-6113-4237-AB87-948EEB326412}" destId="{DE7C9928-CE93-42C6-B383-6F693124C7A4}" srcOrd="1" destOrd="0" parTransId="{0B1E2DFD-234E-4ECE-82AD-9F6375268C57}" sibTransId="{E34CE20E-04E3-48F7-8966-A6C0F63BC3BC}"/>
    <dgm:cxn modelId="{889D30AC-A2AE-49C3-9927-4CBD10AEF778}" srcId="{7ED9F84C-6113-4237-AB87-948EEB326412}" destId="{76F34CFA-58BF-49D6-BAA8-BDABB4C101D7}" srcOrd="0" destOrd="0" parTransId="{CBAEDDEF-EB4D-43EE-BDEF-A552A5CCF681}" sibTransId="{E4E5FE59-474B-4122-9C59-74A39D7B9167}"/>
    <dgm:cxn modelId="{A2EDFAE2-F247-4860-8ACF-00E3C9F4A610}" srcId="{7ED9F84C-6113-4237-AB87-948EEB326412}" destId="{0C98CC8F-1F80-4DB0-8B4E-70C480ECF157}" srcOrd="2" destOrd="0" parTransId="{8576C930-E2F4-4F46-A8DA-64FB97BD2007}" sibTransId="{748419F6-1289-4A68-B389-1C784DBEBE50}"/>
    <dgm:cxn modelId="{0BD5B7EE-4C16-48DE-BC79-E9724ED0B00E}" type="presOf" srcId="{DE7C9928-CE93-42C6-B383-6F693124C7A4}" destId="{669D4124-5C5C-4ABE-9EC7-F02A66EAF1A3}" srcOrd="0" destOrd="0" presId="urn:microsoft.com/office/officeart/2005/8/layout/vList2"/>
    <dgm:cxn modelId="{5F1B7081-6895-4DC8-9481-5BFABE87F75F}" type="presParOf" srcId="{49A253BE-AB4A-49FD-80DD-D1F606266151}" destId="{B823E8FF-48AE-4C02-8FF7-695F2922FFFF}" srcOrd="0" destOrd="0" presId="urn:microsoft.com/office/officeart/2005/8/layout/vList2"/>
    <dgm:cxn modelId="{A3DFDC10-7A43-414E-9DE5-7BA8BAE6C660}" type="presParOf" srcId="{49A253BE-AB4A-49FD-80DD-D1F606266151}" destId="{05D2EAEB-13D4-465F-A989-57AF5CC5EDC7}" srcOrd="1" destOrd="0" presId="urn:microsoft.com/office/officeart/2005/8/layout/vList2"/>
    <dgm:cxn modelId="{7DD03688-EAB0-4100-8B49-A8BF6802655C}" type="presParOf" srcId="{49A253BE-AB4A-49FD-80DD-D1F606266151}" destId="{669D4124-5C5C-4ABE-9EC7-F02A66EAF1A3}" srcOrd="2" destOrd="0" presId="urn:microsoft.com/office/officeart/2005/8/layout/vList2"/>
    <dgm:cxn modelId="{66B395D4-D647-405D-92FC-078B7108B736}" type="presParOf" srcId="{49A253BE-AB4A-49FD-80DD-D1F606266151}" destId="{87F87752-31C6-4802-BD80-AAAD8A3EE016}" srcOrd="3" destOrd="0" presId="urn:microsoft.com/office/officeart/2005/8/layout/vList2"/>
    <dgm:cxn modelId="{EF3D052D-3B0B-4B9A-810B-BC8CDC73B963}" type="presParOf" srcId="{49A253BE-AB4A-49FD-80DD-D1F606266151}" destId="{31E89BB8-8F50-444D-BF63-F0E579254319}" srcOrd="4" destOrd="0" presId="urn:microsoft.com/office/officeart/2005/8/layout/vList2"/>
    <dgm:cxn modelId="{552A51DB-4212-4A5B-9183-3878FF9C1013}" type="presParOf" srcId="{49A253BE-AB4A-49FD-80DD-D1F606266151}" destId="{01FB0788-52AF-494B-826C-02195FFBAE74}" srcOrd="5" destOrd="0" presId="urn:microsoft.com/office/officeart/2005/8/layout/vList2"/>
    <dgm:cxn modelId="{59BB0D68-67FE-411E-BD29-329ACA93549E}" type="presParOf" srcId="{49A253BE-AB4A-49FD-80DD-D1F606266151}" destId="{16901ECF-C88D-48A8-99C3-9F7096C0A4B4}" srcOrd="6" destOrd="0" presId="urn:microsoft.com/office/officeart/2005/8/layout/vList2"/>
    <dgm:cxn modelId="{679F212B-B818-47E1-958C-D01E4270CB16}" type="presParOf" srcId="{49A253BE-AB4A-49FD-80DD-D1F606266151}" destId="{4ABE05BE-4204-476B-BEB6-1AFF69397FDC}" srcOrd="7" destOrd="0" presId="urn:microsoft.com/office/officeart/2005/8/layout/vList2"/>
    <dgm:cxn modelId="{F8963E29-2D07-446C-983B-9F68F6A87746}" type="presParOf" srcId="{49A253BE-AB4A-49FD-80DD-D1F606266151}" destId="{F21EF868-29DC-4193-9A72-D3882E38A86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ABAD80-2436-4EAB-A2A0-DAA70295F02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89A2CF-4AD7-4DD9-A7C7-0E819B05B2EC}">
      <dgm:prSet/>
      <dgm:spPr/>
      <dgm:t>
        <a:bodyPr/>
        <a:lstStyle/>
        <a:p>
          <a:r>
            <a:rPr lang="ru-RU" b="0" i="0"/>
            <a:t>1919 р.</a:t>
          </a:r>
          <a:endParaRPr lang="uk-UA"/>
        </a:p>
      </dgm:t>
    </dgm:pt>
    <dgm:pt modelId="{E181FCB8-3209-4432-9AF2-8808687D4514}" type="parTrans" cxnId="{3B14133E-54E6-4CFD-82F7-5AC101D77962}">
      <dgm:prSet/>
      <dgm:spPr/>
      <dgm:t>
        <a:bodyPr/>
        <a:lstStyle/>
        <a:p>
          <a:endParaRPr lang="uk-UA"/>
        </a:p>
      </dgm:t>
    </dgm:pt>
    <dgm:pt modelId="{5865335D-67F0-488D-89C4-D9895B95E692}" type="sibTrans" cxnId="{3B14133E-54E6-4CFD-82F7-5AC101D77962}">
      <dgm:prSet/>
      <dgm:spPr/>
      <dgm:t>
        <a:bodyPr/>
        <a:lstStyle/>
        <a:p>
          <a:endParaRPr lang="uk-UA"/>
        </a:p>
      </dgm:t>
    </dgm:pt>
    <dgm:pt modelId="{1F2FAED0-F577-4961-8DD4-8E6665ED5549}">
      <dgm:prSet/>
      <dgm:spPr/>
      <dgm:t>
        <a:bodyPr/>
        <a:lstStyle/>
        <a:p>
          <a:r>
            <a:rPr lang="ru-RU" b="0" i="0"/>
            <a:t>1920 р.</a:t>
          </a:r>
          <a:endParaRPr lang="uk-UA"/>
        </a:p>
      </dgm:t>
    </dgm:pt>
    <dgm:pt modelId="{3F1EF5FC-9AE2-443A-9BF9-D32C8162DC66}" type="parTrans" cxnId="{4CD9FF5A-47F8-4E97-9DCC-C11939499783}">
      <dgm:prSet/>
      <dgm:spPr/>
      <dgm:t>
        <a:bodyPr/>
        <a:lstStyle/>
        <a:p>
          <a:endParaRPr lang="uk-UA"/>
        </a:p>
      </dgm:t>
    </dgm:pt>
    <dgm:pt modelId="{DCD510C2-A890-480E-BA34-F73E11377CA5}" type="sibTrans" cxnId="{4CD9FF5A-47F8-4E97-9DCC-C11939499783}">
      <dgm:prSet/>
      <dgm:spPr/>
      <dgm:t>
        <a:bodyPr/>
        <a:lstStyle/>
        <a:p>
          <a:endParaRPr lang="uk-UA"/>
        </a:p>
      </dgm:t>
    </dgm:pt>
    <dgm:pt modelId="{A93B30A6-CA1C-46B8-8923-95FC77E36585}">
      <dgm:prSet/>
      <dgm:spPr/>
      <dgm:t>
        <a:bodyPr/>
        <a:lstStyle/>
        <a:p>
          <a:r>
            <a:rPr lang="ru-RU" b="0" i="0"/>
            <a:t>1921 р.</a:t>
          </a:r>
          <a:endParaRPr lang="uk-UA"/>
        </a:p>
      </dgm:t>
    </dgm:pt>
    <dgm:pt modelId="{C4C71AFC-B920-4D63-9399-AA6EFA153C91}" type="parTrans" cxnId="{8A103B1C-FD64-4F96-9622-52EA3DD3DFF2}">
      <dgm:prSet/>
      <dgm:spPr/>
      <dgm:t>
        <a:bodyPr/>
        <a:lstStyle/>
        <a:p>
          <a:endParaRPr lang="uk-UA"/>
        </a:p>
      </dgm:t>
    </dgm:pt>
    <dgm:pt modelId="{7A01501D-0576-49C2-8DEF-7BC896207B23}" type="sibTrans" cxnId="{8A103B1C-FD64-4F96-9622-52EA3DD3DFF2}">
      <dgm:prSet/>
      <dgm:spPr/>
      <dgm:t>
        <a:bodyPr/>
        <a:lstStyle/>
        <a:p>
          <a:endParaRPr lang="uk-UA"/>
        </a:p>
      </dgm:t>
    </dgm:pt>
    <dgm:pt modelId="{F2EA43AC-0160-4F65-BC25-35700DB1DACA}">
      <dgm:prSet/>
      <dgm:spPr/>
      <dgm:t>
        <a:bodyPr/>
        <a:lstStyle/>
        <a:p>
          <a:r>
            <a:rPr lang="ru-RU" b="0" i="0"/>
            <a:t>1922 р.</a:t>
          </a:r>
          <a:endParaRPr lang="uk-UA"/>
        </a:p>
      </dgm:t>
    </dgm:pt>
    <dgm:pt modelId="{16A7ED99-012A-4656-AFDA-E0976AD89EA8}" type="parTrans" cxnId="{F05C589D-8030-473B-8801-DEEC2605835E}">
      <dgm:prSet/>
      <dgm:spPr/>
      <dgm:t>
        <a:bodyPr/>
        <a:lstStyle/>
        <a:p>
          <a:endParaRPr lang="uk-UA"/>
        </a:p>
      </dgm:t>
    </dgm:pt>
    <dgm:pt modelId="{84DF5ACF-C8E6-4A50-B9AB-81B12357801A}" type="sibTrans" cxnId="{F05C589D-8030-473B-8801-DEEC2605835E}">
      <dgm:prSet/>
      <dgm:spPr/>
      <dgm:t>
        <a:bodyPr/>
        <a:lstStyle/>
        <a:p>
          <a:endParaRPr lang="uk-UA"/>
        </a:p>
      </dgm:t>
    </dgm:pt>
    <dgm:pt modelId="{49606C24-E9CA-4A7C-AFFC-683359043EAE}" type="pres">
      <dgm:prSet presAssocID="{FDABAD80-2436-4EAB-A2A0-DAA70295F02C}" presName="matrix" presStyleCnt="0">
        <dgm:presLayoutVars>
          <dgm:chMax val="1"/>
          <dgm:dir/>
          <dgm:resizeHandles val="exact"/>
        </dgm:presLayoutVars>
      </dgm:prSet>
      <dgm:spPr/>
    </dgm:pt>
    <dgm:pt modelId="{BC0B7910-EE8B-4C2D-AC1D-7F932518EA04}" type="pres">
      <dgm:prSet presAssocID="{FDABAD80-2436-4EAB-A2A0-DAA70295F02C}" presName="diamond" presStyleLbl="bgShp" presStyleIdx="0" presStyleCnt="1"/>
      <dgm:spPr/>
    </dgm:pt>
    <dgm:pt modelId="{29D330D0-4FDA-4EEB-9828-82A58E799734}" type="pres">
      <dgm:prSet presAssocID="{FDABAD80-2436-4EAB-A2A0-DAA70295F02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0B9893-8C67-4889-A0B4-6ABD8591C1D0}" type="pres">
      <dgm:prSet presAssocID="{FDABAD80-2436-4EAB-A2A0-DAA70295F02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F7A22F3-9F04-4681-AA93-7B9880581A62}" type="pres">
      <dgm:prSet presAssocID="{FDABAD80-2436-4EAB-A2A0-DAA70295F02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6A125D-DE02-4AA3-8994-0048CB2E1221}" type="pres">
      <dgm:prSet presAssocID="{FDABAD80-2436-4EAB-A2A0-DAA70295F02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103B1C-FD64-4F96-9622-52EA3DD3DFF2}" srcId="{FDABAD80-2436-4EAB-A2A0-DAA70295F02C}" destId="{A93B30A6-CA1C-46B8-8923-95FC77E36585}" srcOrd="2" destOrd="0" parTransId="{C4C71AFC-B920-4D63-9399-AA6EFA153C91}" sibTransId="{7A01501D-0576-49C2-8DEF-7BC896207B23}"/>
    <dgm:cxn modelId="{6C890A2A-10A7-455B-AFD9-370BF01B5838}" type="presOf" srcId="{1F2FAED0-F577-4961-8DD4-8E6665ED5549}" destId="{0A0B9893-8C67-4889-A0B4-6ABD8591C1D0}" srcOrd="0" destOrd="0" presId="urn:microsoft.com/office/officeart/2005/8/layout/matrix3"/>
    <dgm:cxn modelId="{3B14133E-54E6-4CFD-82F7-5AC101D77962}" srcId="{FDABAD80-2436-4EAB-A2A0-DAA70295F02C}" destId="{B589A2CF-4AD7-4DD9-A7C7-0E819B05B2EC}" srcOrd="0" destOrd="0" parTransId="{E181FCB8-3209-4432-9AF2-8808687D4514}" sibTransId="{5865335D-67F0-488D-89C4-D9895B95E692}"/>
    <dgm:cxn modelId="{4CD9FF5A-47F8-4E97-9DCC-C11939499783}" srcId="{FDABAD80-2436-4EAB-A2A0-DAA70295F02C}" destId="{1F2FAED0-F577-4961-8DD4-8E6665ED5549}" srcOrd="1" destOrd="0" parTransId="{3F1EF5FC-9AE2-443A-9BF9-D32C8162DC66}" sibTransId="{DCD510C2-A890-480E-BA34-F73E11377CA5}"/>
    <dgm:cxn modelId="{F05C589D-8030-473B-8801-DEEC2605835E}" srcId="{FDABAD80-2436-4EAB-A2A0-DAA70295F02C}" destId="{F2EA43AC-0160-4F65-BC25-35700DB1DACA}" srcOrd="3" destOrd="0" parTransId="{16A7ED99-012A-4656-AFDA-E0976AD89EA8}" sibTransId="{84DF5ACF-C8E6-4A50-B9AB-81B12357801A}"/>
    <dgm:cxn modelId="{513AB0AC-1A65-4208-AE32-D6CAF82E61E3}" type="presOf" srcId="{A93B30A6-CA1C-46B8-8923-95FC77E36585}" destId="{FF7A22F3-9F04-4681-AA93-7B9880581A62}" srcOrd="0" destOrd="0" presId="urn:microsoft.com/office/officeart/2005/8/layout/matrix3"/>
    <dgm:cxn modelId="{40ECC6AC-F39C-4AD5-B880-30D0A0D27018}" type="presOf" srcId="{FDABAD80-2436-4EAB-A2A0-DAA70295F02C}" destId="{49606C24-E9CA-4A7C-AFFC-683359043EAE}" srcOrd="0" destOrd="0" presId="urn:microsoft.com/office/officeart/2005/8/layout/matrix3"/>
    <dgm:cxn modelId="{EB2CEFAE-DF03-4AAD-9402-C9F3A9AC2F22}" type="presOf" srcId="{F2EA43AC-0160-4F65-BC25-35700DB1DACA}" destId="{6D6A125D-DE02-4AA3-8994-0048CB2E1221}" srcOrd="0" destOrd="0" presId="urn:microsoft.com/office/officeart/2005/8/layout/matrix3"/>
    <dgm:cxn modelId="{5924F6AF-43CE-4D9A-8B4F-6368B4369529}" type="presOf" srcId="{B589A2CF-4AD7-4DD9-A7C7-0E819B05B2EC}" destId="{29D330D0-4FDA-4EEB-9828-82A58E799734}" srcOrd="0" destOrd="0" presId="urn:microsoft.com/office/officeart/2005/8/layout/matrix3"/>
    <dgm:cxn modelId="{AFBEBB19-8139-4275-B291-B810A315D932}" type="presParOf" srcId="{49606C24-E9CA-4A7C-AFFC-683359043EAE}" destId="{BC0B7910-EE8B-4C2D-AC1D-7F932518EA04}" srcOrd="0" destOrd="0" presId="urn:microsoft.com/office/officeart/2005/8/layout/matrix3"/>
    <dgm:cxn modelId="{B8C9D368-83AD-4BB0-B650-ED13CE1D2FFA}" type="presParOf" srcId="{49606C24-E9CA-4A7C-AFFC-683359043EAE}" destId="{29D330D0-4FDA-4EEB-9828-82A58E799734}" srcOrd="1" destOrd="0" presId="urn:microsoft.com/office/officeart/2005/8/layout/matrix3"/>
    <dgm:cxn modelId="{245BD9C5-E029-4D4D-97C6-DCA4CBB05E50}" type="presParOf" srcId="{49606C24-E9CA-4A7C-AFFC-683359043EAE}" destId="{0A0B9893-8C67-4889-A0B4-6ABD8591C1D0}" srcOrd="2" destOrd="0" presId="urn:microsoft.com/office/officeart/2005/8/layout/matrix3"/>
    <dgm:cxn modelId="{F3CBE6F9-8F7F-4845-AFA0-F8E689A40147}" type="presParOf" srcId="{49606C24-E9CA-4A7C-AFFC-683359043EAE}" destId="{FF7A22F3-9F04-4681-AA93-7B9880581A62}" srcOrd="3" destOrd="0" presId="urn:microsoft.com/office/officeart/2005/8/layout/matrix3"/>
    <dgm:cxn modelId="{2638AFF3-C0D7-4AF6-85CE-B966A60A34D9}" type="presParOf" srcId="{49606C24-E9CA-4A7C-AFFC-683359043EAE}" destId="{6D6A125D-DE02-4AA3-8994-0048CB2E122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B713C7-F965-4E58-A6C9-BCC17171E9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222F84-4318-457C-9E9D-F1918DD93BBC}">
      <dgm:prSet/>
      <dgm:spPr/>
      <dgm:t>
        <a:bodyPr/>
        <a:lstStyle/>
        <a:p>
          <a:r>
            <a:rPr lang="ru-RU" b="0" i="0"/>
            <a:t>Брестського, 1918 р.</a:t>
          </a:r>
          <a:endParaRPr lang="uk-UA"/>
        </a:p>
      </dgm:t>
    </dgm:pt>
    <dgm:pt modelId="{0FF2AAD2-E5F8-4886-BFEE-80948BEA31A3}" type="parTrans" cxnId="{3B13CC19-A25E-421B-9A50-AFB969517095}">
      <dgm:prSet/>
      <dgm:spPr/>
      <dgm:t>
        <a:bodyPr/>
        <a:lstStyle/>
        <a:p>
          <a:endParaRPr lang="uk-UA"/>
        </a:p>
      </dgm:t>
    </dgm:pt>
    <dgm:pt modelId="{7860DA3A-D90C-4BE4-A415-2A007FCEDF48}" type="sibTrans" cxnId="{3B13CC19-A25E-421B-9A50-AFB969517095}">
      <dgm:prSet/>
      <dgm:spPr/>
      <dgm:t>
        <a:bodyPr/>
        <a:lstStyle/>
        <a:p>
          <a:endParaRPr lang="uk-UA"/>
        </a:p>
      </dgm:t>
    </dgm:pt>
    <dgm:pt modelId="{6D69F4CD-E0F9-489E-A978-681CBF950F50}">
      <dgm:prSet/>
      <dgm:spPr/>
      <dgm:t>
        <a:bodyPr/>
        <a:lstStyle/>
        <a:p>
          <a:r>
            <a:rPr lang="ru-RU" b="0" i="0"/>
            <a:t>Варшавського, 1920 р.</a:t>
          </a:r>
          <a:endParaRPr lang="uk-UA"/>
        </a:p>
      </dgm:t>
    </dgm:pt>
    <dgm:pt modelId="{F7A60C6F-5310-4E5B-AD11-CF93F93936A7}" type="parTrans" cxnId="{F57E1887-3357-4F82-B57C-F5908A37B779}">
      <dgm:prSet/>
      <dgm:spPr/>
      <dgm:t>
        <a:bodyPr/>
        <a:lstStyle/>
        <a:p>
          <a:endParaRPr lang="uk-UA"/>
        </a:p>
      </dgm:t>
    </dgm:pt>
    <dgm:pt modelId="{D86880AE-FAD7-4AA8-89BC-0F8AE586AEE7}" type="sibTrans" cxnId="{F57E1887-3357-4F82-B57C-F5908A37B779}">
      <dgm:prSet/>
      <dgm:spPr/>
      <dgm:t>
        <a:bodyPr/>
        <a:lstStyle/>
        <a:p>
          <a:endParaRPr lang="uk-UA"/>
        </a:p>
      </dgm:t>
    </dgm:pt>
    <dgm:pt modelId="{9548FF56-4B8D-4F51-9926-09BEF8149BBE}">
      <dgm:prSet/>
      <dgm:spPr/>
      <dgm:t>
        <a:bodyPr/>
        <a:lstStyle/>
        <a:p>
          <a:r>
            <a:rPr lang="ru-RU" b="0" i="0"/>
            <a:t>Ризького, 1921 р.</a:t>
          </a:r>
          <a:endParaRPr lang="uk-UA"/>
        </a:p>
      </dgm:t>
    </dgm:pt>
    <dgm:pt modelId="{EB990566-B54B-4040-A6FB-51DCADA72897}" type="parTrans" cxnId="{591A0781-C647-4489-9C25-24DEA6AB6E47}">
      <dgm:prSet/>
      <dgm:spPr/>
      <dgm:t>
        <a:bodyPr/>
        <a:lstStyle/>
        <a:p>
          <a:endParaRPr lang="uk-UA"/>
        </a:p>
      </dgm:t>
    </dgm:pt>
    <dgm:pt modelId="{EB95D63B-1064-4438-AA9A-BEA24A1C0257}" type="sibTrans" cxnId="{591A0781-C647-4489-9C25-24DEA6AB6E47}">
      <dgm:prSet/>
      <dgm:spPr/>
      <dgm:t>
        <a:bodyPr/>
        <a:lstStyle/>
        <a:p>
          <a:endParaRPr lang="uk-UA"/>
        </a:p>
      </dgm:t>
    </dgm:pt>
    <dgm:pt modelId="{15BB2B86-C501-4599-AD65-D323A2D58172}">
      <dgm:prSet/>
      <dgm:spPr/>
      <dgm:t>
        <a:bodyPr/>
        <a:lstStyle/>
        <a:p>
          <a:r>
            <a:rPr lang="ru-RU" b="0" i="0"/>
            <a:t>Рапалльського, 1922 р.</a:t>
          </a:r>
          <a:endParaRPr lang="uk-UA"/>
        </a:p>
      </dgm:t>
    </dgm:pt>
    <dgm:pt modelId="{9F01649D-9A07-40F2-B0A9-B8596D6972EC}" type="parTrans" cxnId="{E68549AC-4D11-42D5-B9BB-14B3306DC681}">
      <dgm:prSet/>
      <dgm:spPr/>
      <dgm:t>
        <a:bodyPr/>
        <a:lstStyle/>
        <a:p>
          <a:endParaRPr lang="uk-UA"/>
        </a:p>
      </dgm:t>
    </dgm:pt>
    <dgm:pt modelId="{FA1A91B7-855F-4D0A-8B45-1F902278A87F}" type="sibTrans" cxnId="{E68549AC-4D11-42D5-B9BB-14B3306DC681}">
      <dgm:prSet/>
      <dgm:spPr/>
      <dgm:t>
        <a:bodyPr/>
        <a:lstStyle/>
        <a:p>
          <a:endParaRPr lang="uk-UA"/>
        </a:p>
      </dgm:t>
    </dgm:pt>
    <dgm:pt modelId="{3E20405A-EFE8-4F85-BD86-52FDFDADD538}" type="pres">
      <dgm:prSet presAssocID="{AFB713C7-F965-4E58-A6C9-BCC17171E941}" presName="linear" presStyleCnt="0">
        <dgm:presLayoutVars>
          <dgm:animLvl val="lvl"/>
          <dgm:resizeHandles val="exact"/>
        </dgm:presLayoutVars>
      </dgm:prSet>
      <dgm:spPr/>
    </dgm:pt>
    <dgm:pt modelId="{0D4D49C4-785A-4C03-A852-B1F8094DE02C}" type="pres">
      <dgm:prSet presAssocID="{77222F84-4318-457C-9E9D-F1918DD93B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E49EE7-D254-415C-A1B1-A73223487598}" type="pres">
      <dgm:prSet presAssocID="{7860DA3A-D90C-4BE4-A415-2A007FCEDF48}" presName="spacer" presStyleCnt="0"/>
      <dgm:spPr/>
    </dgm:pt>
    <dgm:pt modelId="{A0FF0F59-98C6-4F21-A803-DF8F2EDF026F}" type="pres">
      <dgm:prSet presAssocID="{6D69F4CD-E0F9-489E-A978-681CBF950F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7DCEF9-F59D-4B65-829A-634A2B524E65}" type="pres">
      <dgm:prSet presAssocID="{D86880AE-FAD7-4AA8-89BC-0F8AE586AEE7}" presName="spacer" presStyleCnt="0"/>
      <dgm:spPr/>
    </dgm:pt>
    <dgm:pt modelId="{CCEE8219-A379-42F2-8DD6-3A846F9251BF}" type="pres">
      <dgm:prSet presAssocID="{9548FF56-4B8D-4F51-9926-09BEF8149B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E0446B-C545-44E5-8751-F8A282A429C3}" type="pres">
      <dgm:prSet presAssocID="{EB95D63B-1064-4438-AA9A-BEA24A1C0257}" presName="spacer" presStyleCnt="0"/>
      <dgm:spPr/>
    </dgm:pt>
    <dgm:pt modelId="{0780D1AF-CEC6-4C09-8976-2F8391BA4B13}" type="pres">
      <dgm:prSet presAssocID="{15BB2B86-C501-4599-AD65-D323A2D5817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13CC19-A25E-421B-9A50-AFB969517095}" srcId="{AFB713C7-F965-4E58-A6C9-BCC17171E941}" destId="{77222F84-4318-457C-9E9D-F1918DD93BBC}" srcOrd="0" destOrd="0" parTransId="{0FF2AAD2-E5F8-4886-BFEE-80948BEA31A3}" sibTransId="{7860DA3A-D90C-4BE4-A415-2A007FCEDF48}"/>
    <dgm:cxn modelId="{A362555C-1B6C-43E1-A348-F4E0068381C5}" type="presOf" srcId="{AFB713C7-F965-4E58-A6C9-BCC17171E941}" destId="{3E20405A-EFE8-4F85-BD86-52FDFDADD538}" srcOrd="0" destOrd="0" presId="urn:microsoft.com/office/officeart/2005/8/layout/vList2"/>
    <dgm:cxn modelId="{36C5474C-367C-4744-A501-4B36F8CCAB54}" type="presOf" srcId="{15BB2B86-C501-4599-AD65-D323A2D58172}" destId="{0780D1AF-CEC6-4C09-8976-2F8391BA4B13}" srcOrd="0" destOrd="0" presId="urn:microsoft.com/office/officeart/2005/8/layout/vList2"/>
    <dgm:cxn modelId="{591A0781-C647-4489-9C25-24DEA6AB6E47}" srcId="{AFB713C7-F965-4E58-A6C9-BCC17171E941}" destId="{9548FF56-4B8D-4F51-9926-09BEF8149BBE}" srcOrd="2" destOrd="0" parTransId="{EB990566-B54B-4040-A6FB-51DCADA72897}" sibTransId="{EB95D63B-1064-4438-AA9A-BEA24A1C0257}"/>
    <dgm:cxn modelId="{F57E1887-3357-4F82-B57C-F5908A37B779}" srcId="{AFB713C7-F965-4E58-A6C9-BCC17171E941}" destId="{6D69F4CD-E0F9-489E-A978-681CBF950F50}" srcOrd="1" destOrd="0" parTransId="{F7A60C6F-5310-4E5B-AD11-CF93F93936A7}" sibTransId="{D86880AE-FAD7-4AA8-89BC-0F8AE586AEE7}"/>
    <dgm:cxn modelId="{E68549AC-4D11-42D5-B9BB-14B3306DC681}" srcId="{AFB713C7-F965-4E58-A6C9-BCC17171E941}" destId="{15BB2B86-C501-4599-AD65-D323A2D58172}" srcOrd="3" destOrd="0" parTransId="{9F01649D-9A07-40F2-B0A9-B8596D6972EC}" sibTransId="{FA1A91B7-855F-4D0A-8B45-1F902278A87F}"/>
    <dgm:cxn modelId="{AD1CEFD6-5BDE-493A-BABD-BB9207B767BD}" type="presOf" srcId="{9548FF56-4B8D-4F51-9926-09BEF8149BBE}" destId="{CCEE8219-A379-42F2-8DD6-3A846F9251BF}" srcOrd="0" destOrd="0" presId="urn:microsoft.com/office/officeart/2005/8/layout/vList2"/>
    <dgm:cxn modelId="{D1DEF9E9-6A2B-4305-A8AE-437657749450}" type="presOf" srcId="{77222F84-4318-457C-9E9D-F1918DD93BBC}" destId="{0D4D49C4-785A-4C03-A852-B1F8094DE02C}" srcOrd="0" destOrd="0" presId="urn:microsoft.com/office/officeart/2005/8/layout/vList2"/>
    <dgm:cxn modelId="{6F2262EA-F1FF-49CE-BF91-32EAF04B1473}" type="presOf" srcId="{6D69F4CD-E0F9-489E-A978-681CBF950F50}" destId="{A0FF0F59-98C6-4F21-A803-DF8F2EDF026F}" srcOrd="0" destOrd="0" presId="urn:microsoft.com/office/officeart/2005/8/layout/vList2"/>
    <dgm:cxn modelId="{8DA8A805-D4D1-42B3-A039-F80A37350CDE}" type="presParOf" srcId="{3E20405A-EFE8-4F85-BD86-52FDFDADD538}" destId="{0D4D49C4-785A-4C03-A852-B1F8094DE02C}" srcOrd="0" destOrd="0" presId="urn:microsoft.com/office/officeart/2005/8/layout/vList2"/>
    <dgm:cxn modelId="{AB4D91B0-ECA9-497A-B54E-9013E78985C1}" type="presParOf" srcId="{3E20405A-EFE8-4F85-BD86-52FDFDADD538}" destId="{44E49EE7-D254-415C-A1B1-A73223487598}" srcOrd="1" destOrd="0" presId="urn:microsoft.com/office/officeart/2005/8/layout/vList2"/>
    <dgm:cxn modelId="{5C919F68-7BA2-4AE3-BE84-87AA6768D41A}" type="presParOf" srcId="{3E20405A-EFE8-4F85-BD86-52FDFDADD538}" destId="{A0FF0F59-98C6-4F21-A803-DF8F2EDF026F}" srcOrd="2" destOrd="0" presId="urn:microsoft.com/office/officeart/2005/8/layout/vList2"/>
    <dgm:cxn modelId="{D4A9A797-2F38-4A85-9293-25E924A10895}" type="presParOf" srcId="{3E20405A-EFE8-4F85-BD86-52FDFDADD538}" destId="{E07DCEF9-F59D-4B65-829A-634A2B524E65}" srcOrd="3" destOrd="0" presId="urn:microsoft.com/office/officeart/2005/8/layout/vList2"/>
    <dgm:cxn modelId="{D0ED82FE-48B7-4036-BA85-DBF52977FE31}" type="presParOf" srcId="{3E20405A-EFE8-4F85-BD86-52FDFDADD538}" destId="{CCEE8219-A379-42F2-8DD6-3A846F9251BF}" srcOrd="4" destOrd="0" presId="urn:microsoft.com/office/officeart/2005/8/layout/vList2"/>
    <dgm:cxn modelId="{38853F23-F36F-459D-AB6B-3230267E4E10}" type="presParOf" srcId="{3E20405A-EFE8-4F85-BD86-52FDFDADD538}" destId="{EBE0446B-C545-44E5-8751-F8A282A429C3}" srcOrd="5" destOrd="0" presId="urn:microsoft.com/office/officeart/2005/8/layout/vList2"/>
    <dgm:cxn modelId="{8E37671E-D0CA-4F65-907D-DD41219FEA2C}" type="presParOf" srcId="{3E20405A-EFE8-4F85-BD86-52FDFDADD538}" destId="{0780D1AF-CEC6-4C09-8976-2F8391BA4B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1928EA-6478-43DB-BE49-0386932451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E6F78C3-265C-4EE6-A4E3-24F30E6278D6}">
      <dgm:prSet/>
      <dgm:spPr/>
      <dgm:t>
        <a:bodyPr/>
        <a:lstStyle/>
        <a:p>
          <a:r>
            <a:rPr lang="uk-UA" b="0" i="0"/>
            <a:t>«договірною федерацією» з РСФРР та іншими радянськими республіками, посиленням її підпорядкування загальнофедеративним органам влади.</a:t>
          </a:r>
          <a:endParaRPr lang="uk-UA"/>
        </a:p>
      </dgm:t>
    </dgm:pt>
    <dgm:pt modelId="{E97AA7F3-9044-4329-8427-3FC4F7251D2B}" type="parTrans" cxnId="{E709123C-E75A-4B82-908D-DBC6D38C1493}">
      <dgm:prSet/>
      <dgm:spPr/>
      <dgm:t>
        <a:bodyPr/>
        <a:lstStyle/>
        <a:p>
          <a:endParaRPr lang="uk-UA"/>
        </a:p>
      </dgm:t>
    </dgm:pt>
    <dgm:pt modelId="{D87E0740-C1A1-4D62-8B8A-117F1012CCB8}" type="sibTrans" cxnId="{E709123C-E75A-4B82-908D-DBC6D38C1493}">
      <dgm:prSet/>
      <dgm:spPr/>
      <dgm:t>
        <a:bodyPr/>
        <a:lstStyle/>
        <a:p>
          <a:endParaRPr lang="uk-UA"/>
        </a:p>
      </dgm:t>
    </dgm:pt>
    <dgm:pt modelId="{FA6E4CB0-3908-4352-86DB-2DCB4DAD7EFC}">
      <dgm:prSet/>
      <dgm:spPr/>
      <dgm:t>
        <a:bodyPr/>
        <a:lstStyle/>
        <a:p>
          <a:r>
            <a:rPr lang="uk-UA" b="0" i="0"/>
            <a:t>юридичною незалежністю УСРР, яка не входила до складу жодної сусідньої держави й не перебувала з ними в союзно-договірних відносинах.</a:t>
          </a:r>
          <a:endParaRPr lang="uk-UA"/>
        </a:p>
      </dgm:t>
    </dgm:pt>
    <dgm:pt modelId="{E2B1812E-F845-437C-A227-FBF801FE4EE3}" type="parTrans" cxnId="{AC128D23-9D0D-4FCD-964D-BB7420D30F75}">
      <dgm:prSet/>
      <dgm:spPr/>
      <dgm:t>
        <a:bodyPr/>
        <a:lstStyle/>
        <a:p>
          <a:endParaRPr lang="uk-UA"/>
        </a:p>
      </dgm:t>
    </dgm:pt>
    <dgm:pt modelId="{BCB646EA-8AE8-4F90-ACA0-21F3F89AB6AC}" type="sibTrans" cxnId="{AC128D23-9D0D-4FCD-964D-BB7420D30F75}">
      <dgm:prSet/>
      <dgm:spPr/>
      <dgm:t>
        <a:bodyPr/>
        <a:lstStyle/>
        <a:p>
          <a:endParaRPr lang="uk-UA"/>
        </a:p>
      </dgm:t>
    </dgm:pt>
    <dgm:pt modelId="{DC1D9046-FC2C-4F32-B194-DD0DE0A93994}" type="pres">
      <dgm:prSet presAssocID="{CB1928EA-6478-43DB-BE49-0386932451C2}" presName="linear" presStyleCnt="0">
        <dgm:presLayoutVars>
          <dgm:animLvl val="lvl"/>
          <dgm:resizeHandles val="exact"/>
        </dgm:presLayoutVars>
      </dgm:prSet>
      <dgm:spPr/>
    </dgm:pt>
    <dgm:pt modelId="{55B88FE6-49D6-4F60-950F-3F1996A9FABB}" type="pres">
      <dgm:prSet presAssocID="{DE6F78C3-265C-4EE6-A4E3-24F30E6278D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52D0B5-CB4B-4862-AF25-8EFCBFF80C41}" type="pres">
      <dgm:prSet presAssocID="{D87E0740-C1A1-4D62-8B8A-117F1012CCB8}" presName="spacer" presStyleCnt="0"/>
      <dgm:spPr/>
    </dgm:pt>
    <dgm:pt modelId="{1121C350-4FCB-4EDF-9214-E0A1C470B455}" type="pres">
      <dgm:prSet presAssocID="{FA6E4CB0-3908-4352-86DB-2DCB4DAD7EF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4682710-31ED-4704-BB75-75F0BAE3C242}" type="presOf" srcId="{CB1928EA-6478-43DB-BE49-0386932451C2}" destId="{DC1D9046-FC2C-4F32-B194-DD0DE0A93994}" srcOrd="0" destOrd="0" presId="urn:microsoft.com/office/officeart/2005/8/layout/vList2"/>
    <dgm:cxn modelId="{AC128D23-9D0D-4FCD-964D-BB7420D30F75}" srcId="{CB1928EA-6478-43DB-BE49-0386932451C2}" destId="{FA6E4CB0-3908-4352-86DB-2DCB4DAD7EFC}" srcOrd="1" destOrd="0" parTransId="{E2B1812E-F845-437C-A227-FBF801FE4EE3}" sibTransId="{BCB646EA-8AE8-4F90-ACA0-21F3F89AB6AC}"/>
    <dgm:cxn modelId="{E709123C-E75A-4B82-908D-DBC6D38C1493}" srcId="{CB1928EA-6478-43DB-BE49-0386932451C2}" destId="{DE6F78C3-265C-4EE6-A4E3-24F30E6278D6}" srcOrd="0" destOrd="0" parTransId="{E97AA7F3-9044-4329-8427-3FC4F7251D2B}" sibTransId="{D87E0740-C1A1-4D62-8B8A-117F1012CCB8}"/>
    <dgm:cxn modelId="{89630841-8CAD-4B99-A301-1D86E92FA06C}" type="presOf" srcId="{FA6E4CB0-3908-4352-86DB-2DCB4DAD7EFC}" destId="{1121C350-4FCB-4EDF-9214-E0A1C470B455}" srcOrd="0" destOrd="0" presId="urn:microsoft.com/office/officeart/2005/8/layout/vList2"/>
    <dgm:cxn modelId="{94B28292-0586-4F72-BA40-46A2280C57AD}" type="presOf" srcId="{DE6F78C3-265C-4EE6-A4E3-24F30E6278D6}" destId="{55B88FE6-49D6-4F60-950F-3F1996A9FABB}" srcOrd="0" destOrd="0" presId="urn:microsoft.com/office/officeart/2005/8/layout/vList2"/>
    <dgm:cxn modelId="{0B50866F-AAEB-4EF6-AF65-3EC8569ED402}" type="presParOf" srcId="{DC1D9046-FC2C-4F32-B194-DD0DE0A93994}" destId="{55B88FE6-49D6-4F60-950F-3F1996A9FABB}" srcOrd="0" destOrd="0" presId="urn:microsoft.com/office/officeart/2005/8/layout/vList2"/>
    <dgm:cxn modelId="{FA1FEE23-F934-49A1-847C-A4097652F9CC}" type="presParOf" srcId="{DC1D9046-FC2C-4F32-B194-DD0DE0A93994}" destId="{2252D0B5-CB4B-4862-AF25-8EFCBFF80C41}" srcOrd="1" destOrd="0" presId="urn:microsoft.com/office/officeart/2005/8/layout/vList2"/>
    <dgm:cxn modelId="{34D8438E-D657-4D07-B59B-CCBF8EBA19A5}" type="presParOf" srcId="{DC1D9046-FC2C-4F32-B194-DD0DE0A93994}" destId="{1121C350-4FCB-4EDF-9214-E0A1C470B45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A29653-958C-480E-8EDC-24A0321996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3085E4-EF8A-4DAA-B56F-2BA7D444D668}">
      <dgm:prSet/>
      <dgm:spPr/>
      <dgm:t>
        <a:bodyPr/>
        <a:lstStyle/>
        <a:p>
          <a:r>
            <a:rPr lang="ru-RU" b="0" i="0"/>
            <a:t>«воєнно-політичним союзом» з РСФРР зі збереженням УСРР формального статусу та ознак незалежної держави.</a:t>
          </a:r>
          <a:endParaRPr lang="uk-UA"/>
        </a:p>
      </dgm:t>
    </dgm:pt>
    <dgm:pt modelId="{1B51EE5A-CA9D-495A-ACCA-972C4ECF167F}" type="parTrans" cxnId="{CC8EB925-DB9F-4804-88A1-9EB37BC675A6}">
      <dgm:prSet/>
      <dgm:spPr/>
      <dgm:t>
        <a:bodyPr/>
        <a:lstStyle/>
        <a:p>
          <a:endParaRPr lang="uk-UA"/>
        </a:p>
      </dgm:t>
    </dgm:pt>
    <dgm:pt modelId="{C1999FB1-72DE-4E5B-8A8B-3777EC50C9B5}" type="sibTrans" cxnId="{CC8EB925-DB9F-4804-88A1-9EB37BC675A6}">
      <dgm:prSet/>
      <dgm:spPr/>
      <dgm:t>
        <a:bodyPr/>
        <a:lstStyle/>
        <a:p>
          <a:endParaRPr lang="uk-UA"/>
        </a:p>
      </dgm:t>
    </dgm:pt>
    <dgm:pt modelId="{6CDC328E-A287-491C-9073-CE8F839A3876}">
      <dgm:prSet/>
      <dgm:spPr/>
      <dgm:t>
        <a:bodyPr/>
        <a:lstStyle/>
        <a:p>
          <a:r>
            <a:rPr lang="ru-RU" b="0" i="0"/>
            <a:t>«військовим союзом» з РСФРР та перебуванням УСРР у її складі на правах автономного утворення</a:t>
          </a:r>
          <a:endParaRPr lang="uk-UA"/>
        </a:p>
      </dgm:t>
    </dgm:pt>
    <dgm:pt modelId="{FBA60558-510C-4E45-AEBB-D91FF0E7DEE1}" type="parTrans" cxnId="{F94C69EF-D70E-49CD-804F-4193C008DB55}">
      <dgm:prSet/>
      <dgm:spPr/>
      <dgm:t>
        <a:bodyPr/>
        <a:lstStyle/>
        <a:p>
          <a:endParaRPr lang="uk-UA"/>
        </a:p>
      </dgm:t>
    </dgm:pt>
    <dgm:pt modelId="{6C3C2886-1BFD-4DA8-B46F-123B01161C17}" type="sibTrans" cxnId="{F94C69EF-D70E-49CD-804F-4193C008DB55}">
      <dgm:prSet/>
      <dgm:spPr/>
      <dgm:t>
        <a:bodyPr/>
        <a:lstStyle/>
        <a:p>
          <a:endParaRPr lang="uk-UA"/>
        </a:p>
      </dgm:t>
    </dgm:pt>
    <dgm:pt modelId="{574181B1-AB9B-4623-A6E1-1ACBA416BDC9}" type="pres">
      <dgm:prSet presAssocID="{28A29653-958C-480E-8EDC-24A0321996F3}" presName="linear" presStyleCnt="0">
        <dgm:presLayoutVars>
          <dgm:animLvl val="lvl"/>
          <dgm:resizeHandles val="exact"/>
        </dgm:presLayoutVars>
      </dgm:prSet>
      <dgm:spPr/>
    </dgm:pt>
    <dgm:pt modelId="{A5297380-E4AD-4E04-80FB-07682E1F919A}" type="pres">
      <dgm:prSet presAssocID="{3F3085E4-EF8A-4DAA-B56F-2BA7D444D6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7862CBA-E271-42C3-94E0-1F3B2D093EF6}" type="pres">
      <dgm:prSet presAssocID="{C1999FB1-72DE-4E5B-8A8B-3777EC50C9B5}" presName="spacer" presStyleCnt="0"/>
      <dgm:spPr/>
    </dgm:pt>
    <dgm:pt modelId="{C4F89C1F-8351-4911-932D-7973C49734D5}" type="pres">
      <dgm:prSet presAssocID="{6CDC328E-A287-491C-9073-CE8F839A38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8EB925-DB9F-4804-88A1-9EB37BC675A6}" srcId="{28A29653-958C-480E-8EDC-24A0321996F3}" destId="{3F3085E4-EF8A-4DAA-B56F-2BA7D444D668}" srcOrd="0" destOrd="0" parTransId="{1B51EE5A-CA9D-495A-ACCA-972C4ECF167F}" sibTransId="{C1999FB1-72DE-4E5B-8A8B-3777EC50C9B5}"/>
    <dgm:cxn modelId="{E6E7295E-8BA0-4858-A893-45380D472B17}" type="presOf" srcId="{28A29653-958C-480E-8EDC-24A0321996F3}" destId="{574181B1-AB9B-4623-A6E1-1ACBA416BDC9}" srcOrd="0" destOrd="0" presId="urn:microsoft.com/office/officeart/2005/8/layout/vList2"/>
    <dgm:cxn modelId="{07A9F4A1-5AB0-425E-BBB7-86E7C56F124D}" type="presOf" srcId="{3F3085E4-EF8A-4DAA-B56F-2BA7D444D668}" destId="{A5297380-E4AD-4E04-80FB-07682E1F919A}" srcOrd="0" destOrd="0" presId="urn:microsoft.com/office/officeart/2005/8/layout/vList2"/>
    <dgm:cxn modelId="{C10038A4-BC4E-4D7E-9201-B94766F3573D}" type="presOf" srcId="{6CDC328E-A287-491C-9073-CE8F839A3876}" destId="{C4F89C1F-8351-4911-932D-7973C49734D5}" srcOrd="0" destOrd="0" presId="urn:microsoft.com/office/officeart/2005/8/layout/vList2"/>
    <dgm:cxn modelId="{F94C69EF-D70E-49CD-804F-4193C008DB55}" srcId="{28A29653-958C-480E-8EDC-24A0321996F3}" destId="{6CDC328E-A287-491C-9073-CE8F839A3876}" srcOrd="1" destOrd="0" parTransId="{FBA60558-510C-4E45-AEBB-D91FF0E7DEE1}" sibTransId="{6C3C2886-1BFD-4DA8-B46F-123B01161C17}"/>
    <dgm:cxn modelId="{E871534C-41AA-4779-A8E9-8ED44F3C7172}" type="presParOf" srcId="{574181B1-AB9B-4623-A6E1-1ACBA416BDC9}" destId="{A5297380-E4AD-4E04-80FB-07682E1F919A}" srcOrd="0" destOrd="0" presId="urn:microsoft.com/office/officeart/2005/8/layout/vList2"/>
    <dgm:cxn modelId="{2DD3D5CB-12D6-460C-8942-FC2C776392FB}" type="presParOf" srcId="{574181B1-AB9B-4623-A6E1-1ACBA416BDC9}" destId="{E7862CBA-E271-42C3-94E0-1F3B2D093EF6}" srcOrd="1" destOrd="0" presId="urn:microsoft.com/office/officeart/2005/8/layout/vList2"/>
    <dgm:cxn modelId="{C1EC3DC4-E4B4-4EF6-90C3-32A8FCF45D27}" type="presParOf" srcId="{574181B1-AB9B-4623-A6E1-1ACBA416BDC9}" destId="{C4F89C1F-8351-4911-932D-7973C49734D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AF6485-D764-4C78-B7D2-62B04261FA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4623D3-AE79-49F4-9355-9AA90647FB03}">
      <dgm:prSet/>
      <dgm:spPr/>
      <dgm:t>
        <a:bodyPr/>
        <a:lstStyle/>
        <a:p>
          <a:r>
            <a:rPr lang="uk-UA" b="0" i="0"/>
            <a:t>“У березні 1921 р. було укладено Ризький мирний договір, що закріпив зверхність польської держави над Підляшшям, Холмщиною, Західною Волинню”.</a:t>
          </a:r>
          <a:endParaRPr lang="uk-UA"/>
        </a:p>
      </dgm:t>
    </dgm:pt>
    <dgm:pt modelId="{BD3FC09E-E85D-42FF-A0AA-B636C7C55E91}" type="parTrans" cxnId="{1C19BFD7-673A-40B1-8C35-922805A23DC9}">
      <dgm:prSet/>
      <dgm:spPr/>
      <dgm:t>
        <a:bodyPr/>
        <a:lstStyle/>
        <a:p>
          <a:endParaRPr lang="uk-UA"/>
        </a:p>
      </dgm:t>
    </dgm:pt>
    <dgm:pt modelId="{90F5A161-4403-4E66-8939-62DFAF2698A3}" type="sibTrans" cxnId="{1C19BFD7-673A-40B1-8C35-922805A23DC9}">
      <dgm:prSet/>
      <dgm:spPr/>
      <dgm:t>
        <a:bodyPr/>
        <a:lstStyle/>
        <a:p>
          <a:endParaRPr lang="uk-UA"/>
        </a:p>
      </dgm:t>
    </dgm:pt>
    <dgm:pt modelId="{71F4DA1F-D094-47A0-93FB-A58C8B5633E6}">
      <dgm:prSet/>
      <dgm:spPr/>
      <dgm:t>
        <a:bodyPr/>
        <a:lstStyle/>
        <a:p>
          <a:r>
            <a:rPr lang="uk-UA" b="0" i="0"/>
            <a:t>“Х з’їзд РКП(б) у квітні 1921 р. затвердив політику коренізації. Провідниками цієї політики в Україні були нарком освіти Х. Раковський та секретар ЦК КП(б)У П. Постишев”</a:t>
          </a:r>
          <a:endParaRPr lang="uk-UA"/>
        </a:p>
      </dgm:t>
    </dgm:pt>
    <dgm:pt modelId="{0EA186B9-B3D9-4F2A-8757-5FA2B82B56E8}" type="parTrans" cxnId="{A6EA8CAF-35F5-4859-BCDA-205ABA45090F}">
      <dgm:prSet/>
      <dgm:spPr/>
      <dgm:t>
        <a:bodyPr/>
        <a:lstStyle/>
        <a:p>
          <a:endParaRPr lang="uk-UA"/>
        </a:p>
      </dgm:t>
    </dgm:pt>
    <dgm:pt modelId="{04395BF0-9551-48AC-A374-A3C55219924E}" type="sibTrans" cxnId="{A6EA8CAF-35F5-4859-BCDA-205ABA45090F}">
      <dgm:prSet/>
      <dgm:spPr/>
      <dgm:t>
        <a:bodyPr/>
        <a:lstStyle/>
        <a:p>
          <a:endParaRPr lang="uk-UA"/>
        </a:p>
      </dgm:t>
    </dgm:pt>
    <dgm:pt modelId="{8A192FAD-C9D7-48FB-9962-DF4F017ACDCB}" type="pres">
      <dgm:prSet presAssocID="{17AF6485-D764-4C78-B7D2-62B04261FA7B}" presName="linear" presStyleCnt="0">
        <dgm:presLayoutVars>
          <dgm:animLvl val="lvl"/>
          <dgm:resizeHandles val="exact"/>
        </dgm:presLayoutVars>
      </dgm:prSet>
      <dgm:spPr/>
    </dgm:pt>
    <dgm:pt modelId="{C8703473-A95D-484B-B1FE-0323D9B0CC0A}" type="pres">
      <dgm:prSet presAssocID="{6E4623D3-AE79-49F4-9355-9AA90647FB0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6324BC6-2D8D-4408-929C-1B59DE1547F2}" type="pres">
      <dgm:prSet presAssocID="{90F5A161-4403-4E66-8939-62DFAF2698A3}" presName="spacer" presStyleCnt="0"/>
      <dgm:spPr/>
    </dgm:pt>
    <dgm:pt modelId="{F78F6594-A223-40C2-A462-67089CA2C8FB}" type="pres">
      <dgm:prSet presAssocID="{71F4DA1F-D094-47A0-93FB-A58C8B5633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231C732-3450-4495-AA2C-04FFFE404552}" type="presOf" srcId="{71F4DA1F-D094-47A0-93FB-A58C8B5633E6}" destId="{F78F6594-A223-40C2-A462-67089CA2C8FB}" srcOrd="0" destOrd="0" presId="urn:microsoft.com/office/officeart/2005/8/layout/vList2"/>
    <dgm:cxn modelId="{A87C8F4A-4E0A-4BED-A722-F4991A9B88C0}" type="presOf" srcId="{6E4623D3-AE79-49F4-9355-9AA90647FB03}" destId="{C8703473-A95D-484B-B1FE-0323D9B0CC0A}" srcOrd="0" destOrd="0" presId="urn:microsoft.com/office/officeart/2005/8/layout/vList2"/>
    <dgm:cxn modelId="{A6EA8CAF-35F5-4859-BCDA-205ABA45090F}" srcId="{17AF6485-D764-4C78-B7D2-62B04261FA7B}" destId="{71F4DA1F-D094-47A0-93FB-A58C8B5633E6}" srcOrd="1" destOrd="0" parTransId="{0EA186B9-B3D9-4F2A-8757-5FA2B82B56E8}" sibTransId="{04395BF0-9551-48AC-A374-A3C55219924E}"/>
    <dgm:cxn modelId="{C7CBCEB1-930B-42FA-BCFA-9F21CA7856B0}" type="presOf" srcId="{17AF6485-D764-4C78-B7D2-62B04261FA7B}" destId="{8A192FAD-C9D7-48FB-9962-DF4F017ACDCB}" srcOrd="0" destOrd="0" presId="urn:microsoft.com/office/officeart/2005/8/layout/vList2"/>
    <dgm:cxn modelId="{1C19BFD7-673A-40B1-8C35-922805A23DC9}" srcId="{17AF6485-D764-4C78-B7D2-62B04261FA7B}" destId="{6E4623D3-AE79-49F4-9355-9AA90647FB03}" srcOrd="0" destOrd="0" parTransId="{BD3FC09E-E85D-42FF-A0AA-B636C7C55E91}" sibTransId="{90F5A161-4403-4E66-8939-62DFAF2698A3}"/>
    <dgm:cxn modelId="{4233A48A-0CA3-47E6-8542-85DB88853E20}" type="presParOf" srcId="{8A192FAD-C9D7-48FB-9962-DF4F017ACDCB}" destId="{C8703473-A95D-484B-B1FE-0323D9B0CC0A}" srcOrd="0" destOrd="0" presId="urn:microsoft.com/office/officeart/2005/8/layout/vList2"/>
    <dgm:cxn modelId="{3C341E48-7539-4DCF-AC2A-DB18963A6F23}" type="presParOf" srcId="{8A192FAD-C9D7-48FB-9962-DF4F017ACDCB}" destId="{A6324BC6-2D8D-4408-929C-1B59DE1547F2}" srcOrd="1" destOrd="0" presId="urn:microsoft.com/office/officeart/2005/8/layout/vList2"/>
    <dgm:cxn modelId="{135C18CB-1662-42DF-9156-1EB64758D07F}" type="presParOf" srcId="{8A192FAD-C9D7-48FB-9962-DF4F017ACDCB}" destId="{F78F6594-A223-40C2-A462-67089CA2C8F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35FB03F-30FC-40A2-8A50-D7EB70A799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48EEA90-C81E-44DD-B01D-9DD4F122A8EB}">
      <dgm:prSet/>
      <dgm:spPr/>
      <dgm:t>
        <a:bodyPr/>
        <a:lstStyle/>
        <a:p>
          <a:r>
            <a:rPr lang="uk-UA" b="0" i="0"/>
            <a:t>“З проголошенням у 1925 р. курсу на індустріалізацію розпочалася перша п’ятирічка, виконання якої збіглося з судовим процесом – “Шахтинська справа”.</a:t>
          </a:r>
          <a:endParaRPr lang="uk-UA"/>
        </a:p>
      </dgm:t>
    </dgm:pt>
    <dgm:pt modelId="{8557BD2D-C865-4181-AACA-9207F6B84FF0}" type="parTrans" cxnId="{03A32D3B-53F2-48D6-9821-E2156F24E231}">
      <dgm:prSet/>
      <dgm:spPr/>
      <dgm:t>
        <a:bodyPr/>
        <a:lstStyle/>
        <a:p>
          <a:endParaRPr lang="uk-UA"/>
        </a:p>
      </dgm:t>
    </dgm:pt>
    <dgm:pt modelId="{0F370765-8E93-44BA-82CC-F2169CBA53A9}" type="sibTrans" cxnId="{03A32D3B-53F2-48D6-9821-E2156F24E231}">
      <dgm:prSet/>
      <dgm:spPr/>
      <dgm:t>
        <a:bodyPr/>
        <a:lstStyle/>
        <a:p>
          <a:endParaRPr lang="uk-UA"/>
        </a:p>
      </dgm:t>
    </dgm:pt>
    <dgm:pt modelId="{5E75E13C-3FA4-4806-86EF-9BD06315189D}">
      <dgm:prSet/>
      <dgm:spPr/>
      <dgm:t>
        <a:bodyPr/>
        <a:lstStyle/>
        <a:p>
          <a:r>
            <a:rPr lang="uk-UA" b="0" i="0"/>
            <a:t>“У грудні 1925 р. І з’їзд Рад СРСР затвердив Декларацію про утворення Союзу РСР і Союзний договір, а наступного року була прийнята перша Конституція СРСР”</a:t>
          </a:r>
          <a:endParaRPr lang="uk-UA"/>
        </a:p>
      </dgm:t>
    </dgm:pt>
    <dgm:pt modelId="{6863E400-A316-4683-B0C3-0972D8B15F35}" type="parTrans" cxnId="{7254BBD4-B582-4E02-A190-27C0D800071C}">
      <dgm:prSet/>
      <dgm:spPr/>
      <dgm:t>
        <a:bodyPr/>
        <a:lstStyle/>
        <a:p>
          <a:endParaRPr lang="uk-UA"/>
        </a:p>
      </dgm:t>
    </dgm:pt>
    <dgm:pt modelId="{8D0E742C-AEA3-4F58-89DF-7AB062E57DDF}" type="sibTrans" cxnId="{7254BBD4-B582-4E02-A190-27C0D800071C}">
      <dgm:prSet/>
      <dgm:spPr/>
      <dgm:t>
        <a:bodyPr/>
        <a:lstStyle/>
        <a:p>
          <a:endParaRPr lang="uk-UA"/>
        </a:p>
      </dgm:t>
    </dgm:pt>
    <dgm:pt modelId="{5D728D7C-7BE3-434E-9829-42F06CCFE8E6}" type="pres">
      <dgm:prSet presAssocID="{535FB03F-30FC-40A2-8A50-D7EB70A799DC}" presName="linear" presStyleCnt="0">
        <dgm:presLayoutVars>
          <dgm:animLvl val="lvl"/>
          <dgm:resizeHandles val="exact"/>
        </dgm:presLayoutVars>
      </dgm:prSet>
      <dgm:spPr/>
    </dgm:pt>
    <dgm:pt modelId="{44C6CD5F-0ADF-4B9F-9563-A5F472C9C489}" type="pres">
      <dgm:prSet presAssocID="{F48EEA90-C81E-44DD-B01D-9DD4F122A8E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A484A2-3F75-401D-8699-6B3214125861}" type="pres">
      <dgm:prSet presAssocID="{0F370765-8E93-44BA-82CC-F2169CBA53A9}" presName="spacer" presStyleCnt="0"/>
      <dgm:spPr/>
    </dgm:pt>
    <dgm:pt modelId="{14B03C79-F68E-4CB2-A29A-1E611E0D069A}" type="pres">
      <dgm:prSet presAssocID="{5E75E13C-3FA4-4806-86EF-9BD06315189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0409C14-3332-44EB-9082-59D8CCBE0657}" type="presOf" srcId="{F48EEA90-C81E-44DD-B01D-9DD4F122A8EB}" destId="{44C6CD5F-0ADF-4B9F-9563-A5F472C9C489}" srcOrd="0" destOrd="0" presId="urn:microsoft.com/office/officeart/2005/8/layout/vList2"/>
    <dgm:cxn modelId="{03A32D3B-53F2-48D6-9821-E2156F24E231}" srcId="{535FB03F-30FC-40A2-8A50-D7EB70A799DC}" destId="{F48EEA90-C81E-44DD-B01D-9DD4F122A8EB}" srcOrd="0" destOrd="0" parTransId="{8557BD2D-C865-4181-AACA-9207F6B84FF0}" sibTransId="{0F370765-8E93-44BA-82CC-F2169CBA53A9}"/>
    <dgm:cxn modelId="{F0FA4C85-8217-4D5C-9DFC-DEEC2547B639}" type="presOf" srcId="{5E75E13C-3FA4-4806-86EF-9BD06315189D}" destId="{14B03C79-F68E-4CB2-A29A-1E611E0D069A}" srcOrd="0" destOrd="0" presId="urn:microsoft.com/office/officeart/2005/8/layout/vList2"/>
    <dgm:cxn modelId="{02EE80A2-0AC3-4FBB-9EA5-39EDF66E88EF}" type="presOf" srcId="{535FB03F-30FC-40A2-8A50-D7EB70A799DC}" destId="{5D728D7C-7BE3-434E-9829-42F06CCFE8E6}" srcOrd="0" destOrd="0" presId="urn:microsoft.com/office/officeart/2005/8/layout/vList2"/>
    <dgm:cxn modelId="{7254BBD4-B582-4E02-A190-27C0D800071C}" srcId="{535FB03F-30FC-40A2-8A50-D7EB70A799DC}" destId="{5E75E13C-3FA4-4806-86EF-9BD06315189D}" srcOrd="1" destOrd="0" parTransId="{6863E400-A316-4683-B0C3-0972D8B15F35}" sibTransId="{8D0E742C-AEA3-4F58-89DF-7AB062E57DDF}"/>
    <dgm:cxn modelId="{5005E37E-56A7-485F-B03B-575310196A7A}" type="presParOf" srcId="{5D728D7C-7BE3-434E-9829-42F06CCFE8E6}" destId="{44C6CD5F-0ADF-4B9F-9563-A5F472C9C489}" srcOrd="0" destOrd="0" presId="urn:microsoft.com/office/officeart/2005/8/layout/vList2"/>
    <dgm:cxn modelId="{91F0B5E4-6370-48E4-9F27-B1A1FEC094AD}" type="presParOf" srcId="{5D728D7C-7BE3-434E-9829-42F06CCFE8E6}" destId="{4DA484A2-3F75-401D-8699-6B3214125861}" srcOrd="1" destOrd="0" presId="urn:microsoft.com/office/officeart/2005/8/layout/vList2"/>
    <dgm:cxn modelId="{11054F44-1B7C-4F35-B74E-AED82F98A593}" type="presParOf" srcId="{5D728D7C-7BE3-434E-9829-42F06CCFE8E6}" destId="{14B03C79-F68E-4CB2-A29A-1E611E0D069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7D3208F-9F10-43D6-9737-AEBB73CCA72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1AF3507-287E-4DCA-B42D-8016C5B9CC97}">
      <dgm:prSet/>
      <dgm:spPr/>
      <dgm:t>
        <a:bodyPr/>
        <a:lstStyle/>
        <a:p>
          <a:r>
            <a:rPr lang="ru-RU" b="0" i="0"/>
            <a:t>1921 р.</a:t>
          </a:r>
          <a:endParaRPr lang="uk-UA"/>
        </a:p>
      </dgm:t>
    </dgm:pt>
    <dgm:pt modelId="{FFA20C46-2741-4648-9174-090F51AD5186}" type="parTrans" cxnId="{EB98E0ED-B0C1-4831-B789-9D99C344331A}">
      <dgm:prSet/>
      <dgm:spPr/>
      <dgm:t>
        <a:bodyPr/>
        <a:lstStyle/>
        <a:p>
          <a:endParaRPr lang="uk-UA"/>
        </a:p>
      </dgm:t>
    </dgm:pt>
    <dgm:pt modelId="{1F1E467C-69CB-4589-9BED-DB5E7446F12D}" type="sibTrans" cxnId="{EB98E0ED-B0C1-4831-B789-9D99C344331A}">
      <dgm:prSet/>
      <dgm:spPr/>
      <dgm:t>
        <a:bodyPr/>
        <a:lstStyle/>
        <a:p>
          <a:endParaRPr lang="uk-UA"/>
        </a:p>
      </dgm:t>
    </dgm:pt>
    <dgm:pt modelId="{0FCE07AE-5B23-4C61-A22B-F6D33D9577D5}">
      <dgm:prSet/>
      <dgm:spPr/>
      <dgm:t>
        <a:bodyPr/>
        <a:lstStyle/>
        <a:p>
          <a:r>
            <a:rPr lang="ru-RU" b="0" i="0"/>
            <a:t>1923 р.</a:t>
          </a:r>
          <a:endParaRPr lang="uk-UA"/>
        </a:p>
      </dgm:t>
    </dgm:pt>
    <dgm:pt modelId="{276DB5B3-BE31-4528-83B3-7DAC93D0DE04}" type="parTrans" cxnId="{C034417C-3C99-41A0-A16C-1A86E1A6B0B6}">
      <dgm:prSet/>
      <dgm:spPr/>
      <dgm:t>
        <a:bodyPr/>
        <a:lstStyle/>
        <a:p>
          <a:endParaRPr lang="uk-UA"/>
        </a:p>
      </dgm:t>
    </dgm:pt>
    <dgm:pt modelId="{7BD5D22F-5C6B-4609-A505-444BF6E63C0C}" type="sibTrans" cxnId="{C034417C-3C99-41A0-A16C-1A86E1A6B0B6}">
      <dgm:prSet/>
      <dgm:spPr/>
      <dgm:t>
        <a:bodyPr/>
        <a:lstStyle/>
        <a:p>
          <a:endParaRPr lang="uk-UA"/>
        </a:p>
      </dgm:t>
    </dgm:pt>
    <dgm:pt modelId="{1D213721-34EC-404D-A71F-D7BD0504C6C2}">
      <dgm:prSet/>
      <dgm:spPr/>
      <dgm:t>
        <a:bodyPr/>
        <a:lstStyle/>
        <a:p>
          <a:r>
            <a:rPr lang="ru-RU" b="0" i="0"/>
            <a:t>1925 р.</a:t>
          </a:r>
          <a:endParaRPr lang="uk-UA"/>
        </a:p>
      </dgm:t>
    </dgm:pt>
    <dgm:pt modelId="{1178F058-D4C3-4117-BC73-E1137F4E9468}" type="parTrans" cxnId="{6DBBF18E-FE9E-433D-9179-20BEA32AB6BC}">
      <dgm:prSet/>
      <dgm:spPr/>
      <dgm:t>
        <a:bodyPr/>
        <a:lstStyle/>
        <a:p>
          <a:endParaRPr lang="uk-UA"/>
        </a:p>
      </dgm:t>
    </dgm:pt>
    <dgm:pt modelId="{D4826CEA-83EF-49A3-BD5E-98886CBD0AC9}" type="sibTrans" cxnId="{6DBBF18E-FE9E-433D-9179-20BEA32AB6BC}">
      <dgm:prSet/>
      <dgm:spPr/>
      <dgm:t>
        <a:bodyPr/>
        <a:lstStyle/>
        <a:p>
          <a:endParaRPr lang="uk-UA"/>
        </a:p>
      </dgm:t>
    </dgm:pt>
    <dgm:pt modelId="{8C2EFD09-4EEA-4CAA-BDED-B877B0C6B249}">
      <dgm:prSet/>
      <dgm:spPr/>
      <dgm:t>
        <a:bodyPr/>
        <a:lstStyle/>
        <a:p>
          <a:r>
            <a:rPr lang="ru-RU" b="0" i="0"/>
            <a:t>1927 р</a:t>
          </a:r>
          <a:endParaRPr lang="uk-UA"/>
        </a:p>
      </dgm:t>
    </dgm:pt>
    <dgm:pt modelId="{1985731F-7002-4CA0-B789-CD1177A5AE05}" type="parTrans" cxnId="{EBBE82BE-E2D5-4CA9-985D-F61FB4E712BE}">
      <dgm:prSet/>
      <dgm:spPr/>
      <dgm:t>
        <a:bodyPr/>
        <a:lstStyle/>
        <a:p>
          <a:endParaRPr lang="uk-UA"/>
        </a:p>
      </dgm:t>
    </dgm:pt>
    <dgm:pt modelId="{19FCEB38-AB94-4E40-A781-D7BA5E741648}" type="sibTrans" cxnId="{EBBE82BE-E2D5-4CA9-985D-F61FB4E712BE}">
      <dgm:prSet/>
      <dgm:spPr/>
      <dgm:t>
        <a:bodyPr/>
        <a:lstStyle/>
        <a:p>
          <a:endParaRPr lang="uk-UA"/>
        </a:p>
      </dgm:t>
    </dgm:pt>
    <dgm:pt modelId="{2ED33413-1D02-4AE1-A7C7-0CC0F0E468ED}" type="pres">
      <dgm:prSet presAssocID="{47D3208F-9F10-43D6-9737-AEBB73CCA726}" presName="matrix" presStyleCnt="0">
        <dgm:presLayoutVars>
          <dgm:chMax val="1"/>
          <dgm:dir/>
          <dgm:resizeHandles val="exact"/>
        </dgm:presLayoutVars>
      </dgm:prSet>
      <dgm:spPr/>
    </dgm:pt>
    <dgm:pt modelId="{D67C94C9-99BD-4B81-AA6F-1CCF355529C1}" type="pres">
      <dgm:prSet presAssocID="{47D3208F-9F10-43D6-9737-AEBB73CCA726}" presName="diamond" presStyleLbl="bgShp" presStyleIdx="0" presStyleCnt="1"/>
      <dgm:spPr/>
    </dgm:pt>
    <dgm:pt modelId="{07273097-AFE8-4A47-8479-ED7D7895147E}" type="pres">
      <dgm:prSet presAssocID="{47D3208F-9F10-43D6-9737-AEBB73CCA72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4691CD-0108-4F65-90A5-A26966055FCC}" type="pres">
      <dgm:prSet presAssocID="{47D3208F-9F10-43D6-9737-AEBB73CCA72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5513B7E-2CE9-495A-92A4-8F57C1437811}" type="pres">
      <dgm:prSet presAssocID="{47D3208F-9F10-43D6-9737-AEBB73CCA72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52DF4F0-C3A7-4437-91C4-4E9C7ED29C53}" type="pres">
      <dgm:prSet presAssocID="{47D3208F-9F10-43D6-9737-AEBB73CCA72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C67B27-81DB-4E9C-9E5A-39B8A248654B}" type="presOf" srcId="{91AF3507-287E-4DCA-B42D-8016C5B9CC97}" destId="{07273097-AFE8-4A47-8479-ED7D7895147E}" srcOrd="0" destOrd="0" presId="urn:microsoft.com/office/officeart/2005/8/layout/matrix3"/>
    <dgm:cxn modelId="{26ED862C-E660-4A71-97AA-F17E6301F76C}" type="presOf" srcId="{8C2EFD09-4EEA-4CAA-BDED-B877B0C6B249}" destId="{D52DF4F0-C3A7-4437-91C4-4E9C7ED29C53}" srcOrd="0" destOrd="0" presId="urn:microsoft.com/office/officeart/2005/8/layout/matrix3"/>
    <dgm:cxn modelId="{C034417C-3C99-41A0-A16C-1A86E1A6B0B6}" srcId="{47D3208F-9F10-43D6-9737-AEBB73CCA726}" destId="{0FCE07AE-5B23-4C61-A22B-F6D33D9577D5}" srcOrd="1" destOrd="0" parTransId="{276DB5B3-BE31-4528-83B3-7DAC93D0DE04}" sibTransId="{7BD5D22F-5C6B-4609-A505-444BF6E63C0C}"/>
    <dgm:cxn modelId="{6DBBF18E-FE9E-433D-9179-20BEA32AB6BC}" srcId="{47D3208F-9F10-43D6-9737-AEBB73CCA726}" destId="{1D213721-34EC-404D-A71F-D7BD0504C6C2}" srcOrd="2" destOrd="0" parTransId="{1178F058-D4C3-4117-BC73-E1137F4E9468}" sibTransId="{D4826CEA-83EF-49A3-BD5E-98886CBD0AC9}"/>
    <dgm:cxn modelId="{2F78D5A0-3B1E-4DF8-A315-4596184F2448}" type="presOf" srcId="{1D213721-34EC-404D-A71F-D7BD0504C6C2}" destId="{F5513B7E-2CE9-495A-92A4-8F57C1437811}" srcOrd="0" destOrd="0" presId="urn:microsoft.com/office/officeart/2005/8/layout/matrix3"/>
    <dgm:cxn modelId="{80D895AA-9CD9-4E17-9B51-F0EE2BE9A610}" type="presOf" srcId="{0FCE07AE-5B23-4C61-A22B-F6D33D9577D5}" destId="{394691CD-0108-4F65-90A5-A26966055FCC}" srcOrd="0" destOrd="0" presId="urn:microsoft.com/office/officeart/2005/8/layout/matrix3"/>
    <dgm:cxn modelId="{EBBE82BE-E2D5-4CA9-985D-F61FB4E712BE}" srcId="{47D3208F-9F10-43D6-9737-AEBB73CCA726}" destId="{8C2EFD09-4EEA-4CAA-BDED-B877B0C6B249}" srcOrd="3" destOrd="0" parTransId="{1985731F-7002-4CA0-B789-CD1177A5AE05}" sibTransId="{19FCEB38-AB94-4E40-A781-D7BA5E741648}"/>
    <dgm:cxn modelId="{8BA96DCD-56FB-4E5C-B23E-7BA1E5D5726B}" type="presOf" srcId="{47D3208F-9F10-43D6-9737-AEBB73CCA726}" destId="{2ED33413-1D02-4AE1-A7C7-0CC0F0E468ED}" srcOrd="0" destOrd="0" presId="urn:microsoft.com/office/officeart/2005/8/layout/matrix3"/>
    <dgm:cxn modelId="{EB98E0ED-B0C1-4831-B789-9D99C344331A}" srcId="{47D3208F-9F10-43D6-9737-AEBB73CCA726}" destId="{91AF3507-287E-4DCA-B42D-8016C5B9CC97}" srcOrd="0" destOrd="0" parTransId="{FFA20C46-2741-4648-9174-090F51AD5186}" sibTransId="{1F1E467C-69CB-4589-9BED-DB5E7446F12D}"/>
    <dgm:cxn modelId="{5FF9C821-0FF7-4A08-B85D-0131B9EC50F7}" type="presParOf" srcId="{2ED33413-1D02-4AE1-A7C7-0CC0F0E468ED}" destId="{D67C94C9-99BD-4B81-AA6F-1CCF355529C1}" srcOrd="0" destOrd="0" presId="urn:microsoft.com/office/officeart/2005/8/layout/matrix3"/>
    <dgm:cxn modelId="{C0BCDFE2-85D7-44FA-A194-618D271AABA4}" type="presParOf" srcId="{2ED33413-1D02-4AE1-A7C7-0CC0F0E468ED}" destId="{07273097-AFE8-4A47-8479-ED7D7895147E}" srcOrd="1" destOrd="0" presId="urn:microsoft.com/office/officeart/2005/8/layout/matrix3"/>
    <dgm:cxn modelId="{5C65E076-1A9C-4EE0-87B5-FA888A525D92}" type="presParOf" srcId="{2ED33413-1D02-4AE1-A7C7-0CC0F0E468ED}" destId="{394691CD-0108-4F65-90A5-A26966055FCC}" srcOrd="2" destOrd="0" presId="urn:microsoft.com/office/officeart/2005/8/layout/matrix3"/>
    <dgm:cxn modelId="{244F0736-005C-447F-95E5-F21FF9D4F129}" type="presParOf" srcId="{2ED33413-1D02-4AE1-A7C7-0CC0F0E468ED}" destId="{F5513B7E-2CE9-495A-92A4-8F57C1437811}" srcOrd="3" destOrd="0" presId="urn:microsoft.com/office/officeart/2005/8/layout/matrix3"/>
    <dgm:cxn modelId="{AA85DFE1-34CC-4F3C-9F9E-14058E7EF50C}" type="presParOf" srcId="{2ED33413-1D02-4AE1-A7C7-0CC0F0E468ED}" destId="{D52DF4F0-C3A7-4437-91C4-4E9C7ED29C5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27EF16C-065E-4088-BA1B-A6EB9B46C8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A98FB2-111A-4554-939B-D320AF42D787}">
      <dgm:prSet/>
      <dgm:spPr/>
      <dgm:t>
        <a:bodyPr/>
        <a:lstStyle/>
        <a:p>
          <a:r>
            <a:rPr lang="uk-UA" b="0" i="0"/>
            <a:t>Проголошення курсу на коренізацію в УСРР.</a:t>
          </a:r>
          <a:endParaRPr lang="uk-UA"/>
        </a:p>
      </dgm:t>
    </dgm:pt>
    <dgm:pt modelId="{9CAF9427-A67A-462C-A16F-DAE7E9122EB2}" type="parTrans" cxnId="{D6656133-8248-4BE7-956D-F5AA8D1645D0}">
      <dgm:prSet/>
      <dgm:spPr/>
      <dgm:t>
        <a:bodyPr/>
        <a:lstStyle/>
        <a:p>
          <a:endParaRPr lang="uk-UA"/>
        </a:p>
      </dgm:t>
    </dgm:pt>
    <dgm:pt modelId="{DF5AB885-5BF1-4A7A-BAD9-6D4BFDD1593E}" type="sibTrans" cxnId="{D6656133-8248-4BE7-956D-F5AA8D1645D0}">
      <dgm:prSet/>
      <dgm:spPr/>
      <dgm:t>
        <a:bodyPr/>
        <a:lstStyle/>
        <a:p>
          <a:endParaRPr lang="uk-UA"/>
        </a:p>
      </dgm:t>
    </dgm:pt>
    <dgm:pt modelId="{7B433AF3-962C-4A7F-AB51-B2AD974E8E9C}">
      <dgm:prSet/>
      <dgm:spPr/>
      <dgm:t>
        <a:bodyPr/>
        <a:lstStyle/>
        <a:p>
          <a:r>
            <a:rPr lang="uk-UA" b="0" i="0"/>
            <a:t>Утворення Союзу РСР.</a:t>
          </a:r>
          <a:endParaRPr lang="uk-UA"/>
        </a:p>
      </dgm:t>
    </dgm:pt>
    <dgm:pt modelId="{7A3776D1-3A30-489C-A5CC-E23F746394E0}" type="parTrans" cxnId="{0C83A6E7-4C89-4913-864B-54D7C417C94D}">
      <dgm:prSet/>
      <dgm:spPr/>
      <dgm:t>
        <a:bodyPr/>
        <a:lstStyle/>
        <a:p>
          <a:endParaRPr lang="uk-UA"/>
        </a:p>
      </dgm:t>
    </dgm:pt>
    <dgm:pt modelId="{A423C80E-C72F-40D9-B49E-F1B4BCB04CC1}" type="sibTrans" cxnId="{0C83A6E7-4C89-4913-864B-54D7C417C94D}">
      <dgm:prSet/>
      <dgm:spPr/>
      <dgm:t>
        <a:bodyPr/>
        <a:lstStyle/>
        <a:p>
          <a:endParaRPr lang="uk-UA"/>
        </a:p>
      </dgm:t>
    </dgm:pt>
    <dgm:pt modelId="{8E4A008B-B81A-4EE1-A2E6-029EDC90E46B}">
      <dgm:prSet/>
      <dgm:spPr/>
      <dgm:t>
        <a:bodyPr/>
        <a:lstStyle/>
        <a:p>
          <a:r>
            <a:rPr lang="uk-UA" b="0" i="0"/>
            <a:t>Утворення Всеукраїнської надзвичайної комісії по боротьбі з неписьменністю.</a:t>
          </a:r>
          <a:endParaRPr lang="uk-UA"/>
        </a:p>
      </dgm:t>
    </dgm:pt>
    <dgm:pt modelId="{379CCEC9-3C00-483E-B003-2E7507967CA0}" type="parTrans" cxnId="{6B08B076-D2C5-44B9-9C94-22840F51DC37}">
      <dgm:prSet/>
      <dgm:spPr/>
      <dgm:t>
        <a:bodyPr/>
        <a:lstStyle/>
        <a:p>
          <a:endParaRPr lang="uk-UA"/>
        </a:p>
      </dgm:t>
    </dgm:pt>
    <dgm:pt modelId="{0CDE2698-2818-483F-8296-1774FABF7C66}" type="sibTrans" cxnId="{6B08B076-D2C5-44B9-9C94-22840F51DC37}">
      <dgm:prSet/>
      <dgm:spPr/>
      <dgm:t>
        <a:bodyPr/>
        <a:lstStyle/>
        <a:p>
          <a:endParaRPr lang="uk-UA"/>
        </a:p>
      </dgm:t>
    </dgm:pt>
    <dgm:pt modelId="{F9C357FE-3CC1-41A1-B1FD-B28F93213A73}">
      <dgm:prSet/>
      <dgm:spPr/>
      <dgm:t>
        <a:bodyPr/>
        <a:lstStyle/>
        <a:p>
          <a:r>
            <a:rPr lang="uk-UA" b="0" i="0"/>
            <a:t>Проголошення курсу на нову економічну політику.</a:t>
          </a:r>
          <a:endParaRPr lang="uk-UA"/>
        </a:p>
      </dgm:t>
    </dgm:pt>
    <dgm:pt modelId="{E13BCE13-D0A7-4E67-AD71-2734E24C85A0}" type="parTrans" cxnId="{93400C32-B2E3-4A0A-9CA6-4AD0E8A58080}">
      <dgm:prSet/>
      <dgm:spPr/>
      <dgm:t>
        <a:bodyPr/>
        <a:lstStyle/>
        <a:p>
          <a:endParaRPr lang="uk-UA"/>
        </a:p>
      </dgm:t>
    </dgm:pt>
    <dgm:pt modelId="{F5618F88-A056-4372-9178-71768723B94A}" type="sibTrans" cxnId="{93400C32-B2E3-4A0A-9CA6-4AD0E8A58080}">
      <dgm:prSet/>
      <dgm:spPr/>
      <dgm:t>
        <a:bodyPr/>
        <a:lstStyle/>
        <a:p>
          <a:endParaRPr lang="uk-UA"/>
        </a:p>
      </dgm:t>
    </dgm:pt>
    <dgm:pt modelId="{56662450-F968-46C6-9017-39042F001365}" type="pres">
      <dgm:prSet presAssocID="{627EF16C-065E-4088-BA1B-A6EB9B46C870}" presName="linear" presStyleCnt="0">
        <dgm:presLayoutVars>
          <dgm:animLvl val="lvl"/>
          <dgm:resizeHandles val="exact"/>
        </dgm:presLayoutVars>
      </dgm:prSet>
      <dgm:spPr/>
    </dgm:pt>
    <dgm:pt modelId="{BE4F9485-D9D6-48A7-B8FB-86C118E72B87}" type="pres">
      <dgm:prSet presAssocID="{E9A98FB2-111A-4554-939B-D320AF42D7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BD2892-B37F-41DC-A690-91DAE54A7B2D}" type="pres">
      <dgm:prSet presAssocID="{DF5AB885-5BF1-4A7A-BAD9-6D4BFDD1593E}" presName="spacer" presStyleCnt="0"/>
      <dgm:spPr/>
    </dgm:pt>
    <dgm:pt modelId="{6F21DA5A-5A1B-49CC-BDB2-628FA0E045AA}" type="pres">
      <dgm:prSet presAssocID="{7B433AF3-962C-4A7F-AB51-B2AD974E8E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8AB281-5A48-494D-99DB-58028C3FBE65}" type="pres">
      <dgm:prSet presAssocID="{A423C80E-C72F-40D9-B49E-F1B4BCB04CC1}" presName="spacer" presStyleCnt="0"/>
      <dgm:spPr/>
    </dgm:pt>
    <dgm:pt modelId="{AF509319-64F2-4AF4-A122-C74C5CB78F7F}" type="pres">
      <dgm:prSet presAssocID="{8E4A008B-B81A-4EE1-A2E6-029EDC90E4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E29808-338F-474E-9102-DC2D201ECAB4}" type="pres">
      <dgm:prSet presAssocID="{0CDE2698-2818-483F-8296-1774FABF7C66}" presName="spacer" presStyleCnt="0"/>
      <dgm:spPr/>
    </dgm:pt>
    <dgm:pt modelId="{E844998D-9135-4204-99AD-BF30649AC14A}" type="pres">
      <dgm:prSet presAssocID="{F9C357FE-3CC1-41A1-B1FD-B28F93213A7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9D5529-5537-415E-84D7-E284C32229DC}" type="presOf" srcId="{627EF16C-065E-4088-BA1B-A6EB9B46C870}" destId="{56662450-F968-46C6-9017-39042F001365}" srcOrd="0" destOrd="0" presId="urn:microsoft.com/office/officeart/2005/8/layout/vList2"/>
    <dgm:cxn modelId="{93400C32-B2E3-4A0A-9CA6-4AD0E8A58080}" srcId="{627EF16C-065E-4088-BA1B-A6EB9B46C870}" destId="{F9C357FE-3CC1-41A1-B1FD-B28F93213A73}" srcOrd="3" destOrd="0" parTransId="{E13BCE13-D0A7-4E67-AD71-2734E24C85A0}" sibTransId="{F5618F88-A056-4372-9178-71768723B94A}"/>
    <dgm:cxn modelId="{D6656133-8248-4BE7-956D-F5AA8D1645D0}" srcId="{627EF16C-065E-4088-BA1B-A6EB9B46C870}" destId="{E9A98FB2-111A-4554-939B-D320AF42D787}" srcOrd="0" destOrd="0" parTransId="{9CAF9427-A67A-462C-A16F-DAE7E9122EB2}" sibTransId="{DF5AB885-5BF1-4A7A-BAD9-6D4BFDD1593E}"/>
    <dgm:cxn modelId="{E46EB84A-8AB4-4DC9-A53D-30CC77776132}" type="presOf" srcId="{8E4A008B-B81A-4EE1-A2E6-029EDC90E46B}" destId="{AF509319-64F2-4AF4-A122-C74C5CB78F7F}" srcOrd="0" destOrd="0" presId="urn:microsoft.com/office/officeart/2005/8/layout/vList2"/>
    <dgm:cxn modelId="{6B08B076-D2C5-44B9-9C94-22840F51DC37}" srcId="{627EF16C-065E-4088-BA1B-A6EB9B46C870}" destId="{8E4A008B-B81A-4EE1-A2E6-029EDC90E46B}" srcOrd="2" destOrd="0" parTransId="{379CCEC9-3C00-483E-B003-2E7507967CA0}" sibTransId="{0CDE2698-2818-483F-8296-1774FABF7C66}"/>
    <dgm:cxn modelId="{D99D8482-F313-4FC6-ABE2-8ABFBDF3747F}" type="presOf" srcId="{7B433AF3-962C-4A7F-AB51-B2AD974E8E9C}" destId="{6F21DA5A-5A1B-49CC-BDB2-628FA0E045AA}" srcOrd="0" destOrd="0" presId="urn:microsoft.com/office/officeart/2005/8/layout/vList2"/>
    <dgm:cxn modelId="{1B54939B-E10F-4A67-8748-4BC40D58A832}" type="presOf" srcId="{F9C357FE-3CC1-41A1-B1FD-B28F93213A73}" destId="{E844998D-9135-4204-99AD-BF30649AC14A}" srcOrd="0" destOrd="0" presId="urn:microsoft.com/office/officeart/2005/8/layout/vList2"/>
    <dgm:cxn modelId="{0C83A6E7-4C89-4913-864B-54D7C417C94D}" srcId="{627EF16C-065E-4088-BA1B-A6EB9B46C870}" destId="{7B433AF3-962C-4A7F-AB51-B2AD974E8E9C}" srcOrd="1" destOrd="0" parTransId="{7A3776D1-3A30-489C-A5CC-E23F746394E0}" sibTransId="{A423C80E-C72F-40D9-B49E-F1B4BCB04CC1}"/>
    <dgm:cxn modelId="{719E42FF-B45F-40D0-8422-C8B27B50629B}" type="presOf" srcId="{E9A98FB2-111A-4554-939B-D320AF42D787}" destId="{BE4F9485-D9D6-48A7-B8FB-86C118E72B87}" srcOrd="0" destOrd="0" presId="urn:microsoft.com/office/officeart/2005/8/layout/vList2"/>
    <dgm:cxn modelId="{AB6F7A7D-F7AE-49F2-913B-A313BCA2A1D9}" type="presParOf" srcId="{56662450-F968-46C6-9017-39042F001365}" destId="{BE4F9485-D9D6-48A7-B8FB-86C118E72B87}" srcOrd="0" destOrd="0" presId="urn:microsoft.com/office/officeart/2005/8/layout/vList2"/>
    <dgm:cxn modelId="{18D65B2B-FC40-44ED-AD17-003CCFB2A83E}" type="presParOf" srcId="{56662450-F968-46C6-9017-39042F001365}" destId="{35BD2892-B37F-41DC-A690-91DAE54A7B2D}" srcOrd="1" destOrd="0" presId="urn:microsoft.com/office/officeart/2005/8/layout/vList2"/>
    <dgm:cxn modelId="{2966F42E-F2D7-4487-815F-BFA40AD63863}" type="presParOf" srcId="{56662450-F968-46C6-9017-39042F001365}" destId="{6F21DA5A-5A1B-49CC-BDB2-628FA0E045AA}" srcOrd="2" destOrd="0" presId="urn:microsoft.com/office/officeart/2005/8/layout/vList2"/>
    <dgm:cxn modelId="{5D6B75F4-487A-45C4-97E8-2B7FAE1AA369}" type="presParOf" srcId="{56662450-F968-46C6-9017-39042F001365}" destId="{028AB281-5A48-494D-99DB-58028C3FBE65}" srcOrd="3" destOrd="0" presId="urn:microsoft.com/office/officeart/2005/8/layout/vList2"/>
    <dgm:cxn modelId="{75B592A0-01E1-4313-8D86-2ED212D08E4F}" type="presParOf" srcId="{56662450-F968-46C6-9017-39042F001365}" destId="{AF509319-64F2-4AF4-A122-C74C5CB78F7F}" srcOrd="4" destOrd="0" presId="urn:microsoft.com/office/officeart/2005/8/layout/vList2"/>
    <dgm:cxn modelId="{0325BB29-72C9-49DE-9137-4585DDCE21CC}" type="presParOf" srcId="{56662450-F968-46C6-9017-39042F001365}" destId="{B5E29808-338F-474E-9102-DC2D201ECAB4}" srcOrd="5" destOrd="0" presId="urn:microsoft.com/office/officeart/2005/8/layout/vList2"/>
    <dgm:cxn modelId="{8A918C83-6C7B-47AA-8F88-2BEBFAB1BA2F}" type="presParOf" srcId="{56662450-F968-46C6-9017-39042F001365}" destId="{E844998D-9135-4204-99AD-BF30649AC1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11BEEF6-C41D-4E56-AA6D-330242A864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954195-A6BD-4900-A846-24F494F63E1D}">
      <dgm:prSet/>
      <dgm:spPr/>
      <dgm:t>
        <a:bodyPr/>
        <a:lstStyle/>
        <a:p>
          <a:r>
            <a:rPr lang="uk-UA" b="0" i="0"/>
            <a:t>Запровадження трудової мобілізації, заборона товарно-грошових відносин і вільної торгівлі.</a:t>
          </a:r>
          <a:endParaRPr lang="uk-UA"/>
        </a:p>
      </dgm:t>
    </dgm:pt>
    <dgm:pt modelId="{4E3A469F-3741-499A-89EF-B21CEB0D1EBE}" type="parTrans" cxnId="{6078396B-56A4-4C9B-AA08-7FBF8792D161}">
      <dgm:prSet/>
      <dgm:spPr/>
      <dgm:t>
        <a:bodyPr/>
        <a:lstStyle/>
        <a:p>
          <a:endParaRPr lang="uk-UA"/>
        </a:p>
      </dgm:t>
    </dgm:pt>
    <dgm:pt modelId="{7FB5342A-03FF-44E4-9CE0-15F5EC8BCE67}" type="sibTrans" cxnId="{6078396B-56A4-4C9B-AA08-7FBF8792D161}">
      <dgm:prSet/>
      <dgm:spPr/>
      <dgm:t>
        <a:bodyPr/>
        <a:lstStyle/>
        <a:p>
          <a:endParaRPr lang="uk-UA"/>
        </a:p>
      </dgm:t>
    </dgm:pt>
    <dgm:pt modelId="{5D399BC6-6964-4CA0-942D-1A1D0FF8C195}">
      <dgm:prSet/>
      <dgm:spPr/>
      <dgm:t>
        <a:bodyPr/>
        <a:lstStyle/>
        <a:p>
          <a:r>
            <a:rPr lang="uk-UA" b="0" i="0"/>
            <a:t>Зростання питомої ваги українців серед службовців партійно-державного апарату республіки.</a:t>
          </a:r>
          <a:endParaRPr lang="uk-UA"/>
        </a:p>
      </dgm:t>
    </dgm:pt>
    <dgm:pt modelId="{D76717B8-23E5-49A2-B81B-5874C6C9103D}" type="parTrans" cxnId="{87FD771F-D609-4BCA-A845-C4253B45D5D1}">
      <dgm:prSet/>
      <dgm:spPr/>
      <dgm:t>
        <a:bodyPr/>
        <a:lstStyle/>
        <a:p>
          <a:endParaRPr lang="uk-UA"/>
        </a:p>
      </dgm:t>
    </dgm:pt>
    <dgm:pt modelId="{C830C075-0B30-4481-B35F-2941C04D2B29}" type="sibTrans" cxnId="{87FD771F-D609-4BCA-A845-C4253B45D5D1}">
      <dgm:prSet/>
      <dgm:spPr/>
      <dgm:t>
        <a:bodyPr/>
        <a:lstStyle/>
        <a:p>
          <a:endParaRPr lang="uk-UA"/>
        </a:p>
      </dgm:t>
    </dgm:pt>
    <dgm:pt modelId="{77F146F7-9AA3-4337-A58D-0452557A5904}">
      <dgm:prSet/>
      <dgm:spPr/>
      <dgm:t>
        <a:bodyPr/>
        <a:lstStyle/>
        <a:p>
          <a:r>
            <a:rPr lang="uk-UA" b="0" i="0"/>
            <a:t>Швидка відбудова промисловості, зростання продуктивності праці та фізичного обсягу продукції.</a:t>
          </a:r>
          <a:endParaRPr lang="uk-UA"/>
        </a:p>
      </dgm:t>
    </dgm:pt>
    <dgm:pt modelId="{ADF32793-0DDF-4063-9B3B-DE80A49A7061}" type="parTrans" cxnId="{134D27B5-A58B-4BEA-8B22-E258198F8B01}">
      <dgm:prSet/>
      <dgm:spPr/>
      <dgm:t>
        <a:bodyPr/>
        <a:lstStyle/>
        <a:p>
          <a:endParaRPr lang="uk-UA"/>
        </a:p>
      </dgm:t>
    </dgm:pt>
    <dgm:pt modelId="{2B515096-C887-4BB3-AF40-D2CB261B869C}" type="sibTrans" cxnId="{134D27B5-A58B-4BEA-8B22-E258198F8B01}">
      <dgm:prSet/>
      <dgm:spPr/>
      <dgm:t>
        <a:bodyPr/>
        <a:lstStyle/>
        <a:p>
          <a:endParaRPr lang="uk-UA"/>
        </a:p>
      </dgm:t>
    </dgm:pt>
    <dgm:pt modelId="{89C97419-AC5F-4998-BBFA-B09BD7BED13C}">
      <dgm:prSet/>
      <dgm:spPr/>
      <dgm:t>
        <a:bodyPr/>
        <a:lstStyle/>
        <a:p>
          <a:r>
            <a:rPr lang="uk-UA" b="0" i="0" dirty="0"/>
            <a:t>Половина сільського та дві третини міського дорослого населення освоїли грамоту та вміли читати.</a:t>
          </a:r>
          <a:endParaRPr lang="uk-UA" dirty="0"/>
        </a:p>
      </dgm:t>
    </dgm:pt>
    <dgm:pt modelId="{9558690B-8442-4144-8CF7-DECE5B9460BF}" type="parTrans" cxnId="{39D23BDE-3325-45F1-B892-465393D7BA57}">
      <dgm:prSet/>
      <dgm:spPr/>
      <dgm:t>
        <a:bodyPr/>
        <a:lstStyle/>
        <a:p>
          <a:endParaRPr lang="uk-UA"/>
        </a:p>
      </dgm:t>
    </dgm:pt>
    <dgm:pt modelId="{486DF46E-41FD-402D-9E22-1F8091F30AB2}" type="sibTrans" cxnId="{39D23BDE-3325-45F1-B892-465393D7BA57}">
      <dgm:prSet/>
      <dgm:spPr/>
      <dgm:t>
        <a:bodyPr/>
        <a:lstStyle/>
        <a:p>
          <a:endParaRPr lang="uk-UA"/>
        </a:p>
      </dgm:t>
    </dgm:pt>
    <dgm:pt modelId="{869B9EA4-3574-4F2B-BA0F-C1F524639CA5}">
      <dgm:prSet/>
      <dgm:spPr/>
      <dgm:t>
        <a:bodyPr/>
        <a:lstStyle/>
        <a:p>
          <a:r>
            <a:rPr lang="uk-UA" b="0" i="0"/>
            <a:t>Затвердження нового тексту Конституції УСРР, де юридично закріплювалися повноваження республіки.</a:t>
          </a:r>
          <a:endParaRPr lang="uk-UA"/>
        </a:p>
      </dgm:t>
    </dgm:pt>
    <dgm:pt modelId="{7442E4D0-31AA-403A-B008-82CF3C49994D}" type="parTrans" cxnId="{69D38306-CBDE-415B-A63A-A865A12CBA70}">
      <dgm:prSet/>
      <dgm:spPr/>
      <dgm:t>
        <a:bodyPr/>
        <a:lstStyle/>
        <a:p>
          <a:endParaRPr lang="uk-UA"/>
        </a:p>
      </dgm:t>
    </dgm:pt>
    <dgm:pt modelId="{CD28A91F-4BB6-4428-91D1-DA960FFEB2CC}" type="sibTrans" cxnId="{69D38306-CBDE-415B-A63A-A865A12CBA70}">
      <dgm:prSet/>
      <dgm:spPr/>
      <dgm:t>
        <a:bodyPr/>
        <a:lstStyle/>
        <a:p>
          <a:endParaRPr lang="uk-UA"/>
        </a:p>
      </dgm:t>
    </dgm:pt>
    <dgm:pt modelId="{2BED0C9D-BF7C-4566-8457-1BF376817EF9}" type="pres">
      <dgm:prSet presAssocID="{D11BEEF6-C41D-4E56-AA6D-330242A864EC}" presName="vert0" presStyleCnt="0">
        <dgm:presLayoutVars>
          <dgm:dir/>
          <dgm:animOne val="branch"/>
          <dgm:animLvl val="lvl"/>
        </dgm:presLayoutVars>
      </dgm:prSet>
      <dgm:spPr/>
    </dgm:pt>
    <dgm:pt modelId="{7CEEA737-327A-4EF0-A7E1-17FA1728731E}" type="pres">
      <dgm:prSet presAssocID="{D8954195-A6BD-4900-A846-24F494F63E1D}" presName="thickLine" presStyleLbl="alignNode1" presStyleIdx="0" presStyleCnt="5"/>
      <dgm:spPr/>
    </dgm:pt>
    <dgm:pt modelId="{E44BB12A-333F-4DA7-9A6F-D05F77F4C6B4}" type="pres">
      <dgm:prSet presAssocID="{D8954195-A6BD-4900-A846-24F494F63E1D}" presName="horz1" presStyleCnt="0"/>
      <dgm:spPr/>
    </dgm:pt>
    <dgm:pt modelId="{BCFC9845-E3C1-4686-A4D6-3BBC1B8361AA}" type="pres">
      <dgm:prSet presAssocID="{D8954195-A6BD-4900-A846-24F494F63E1D}" presName="tx1" presStyleLbl="revTx" presStyleIdx="0" presStyleCnt="5"/>
      <dgm:spPr/>
    </dgm:pt>
    <dgm:pt modelId="{694599C8-CC76-467A-B1B8-8EF7D86FC579}" type="pres">
      <dgm:prSet presAssocID="{D8954195-A6BD-4900-A846-24F494F63E1D}" presName="vert1" presStyleCnt="0"/>
      <dgm:spPr/>
    </dgm:pt>
    <dgm:pt modelId="{92B6EF4C-D38E-476F-8723-EAC97AA1ABAF}" type="pres">
      <dgm:prSet presAssocID="{5D399BC6-6964-4CA0-942D-1A1D0FF8C195}" presName="thickLine" presStyleLbl="alignNode1" presStyleIdx="1" presStyleCnt="5"/>
      <dgm:spPr/>
    </dgm:pt>
    <dgm:pt modelId="{F0BF050E-EDAF-4DB5-9F0D-D8CE0509F88C}" type="pres">
      <dgm:prSet presAssocID="{5D399BC6-6964-4CA0-942D-1A1D0FF8C195}" presName="horz1" presStyleCnt="0"/>
      <dgm:spPr/>
    </dgm:pt>
    <dgm:pt modelId="{4A8E4F33-F973-4577-98EA-05CE35E644C7}" type="pres">
      <dgm:prSet presAssocID="{5D399BC6-6964-4CA0-942D-1A1D0FF8C195}" presName="tx1" presStyleLbl="revTx" presStyleIdx="1" presStyleCnt="5"/>
      <dgm:spPr/>
    </dgm:pt>
    <dgm:pt modelId="{BD930B55-CA3C-4184-BE59-1EF0466087DD}" type="pres">
      <dgm:prSet presAssocID="{5D399BC6-6964-4CA0-942D-1A1D0FF8C195}" presName="vert1" presStyleCnt="0"/>
      <dgm:spPr/>
    </dgm:pt>
    <dgm:pt modelId="{1C2B02B9-D985-4FC6-B72E-5E2C84AA90C7}" type="pres">
      <dgm:prSet presAssocID="{77F146F7-9AA3-4337-A58D-0452557A5904}" presName="thickLine" presStyleLbl="alignNode1" presStyleIdx="2" presStyleCnt="5"/>
      <dgm:spPr/>
    </dgm:pt>
    <dgm:pt modelId="{683EB392-85D8-462E-B71C-7977D27E26A0}" type="pres">
      <dgm:prSet presAssocID="{77F146F7-9AA3-4337-A58D-0452557A5904}" presName="horz1" presStyleCnt="0"/>
      <dgm:spPr/>
    </dgm:pt>
    <dgm:pt modelId="{9DA1AD8E-53B4-49D6-8B95-FFE91431BD53}" type="pres">
      <dgm:prSet presAssocID="{77F146F7-9AA3-4337-A58D-0452557A5904}" presName="tx1" presStyleLbl="revTx" presStyleIdx="2" presStyleCnt="5"/>
      <dgm:spPr/>
    </dgm:pt>
    <dgm:pt modelId="{2CB32A29-28C3-4370-9A3D-C9A3AF2BBA34}" type="pres">
      <dgm:prSet presAssocID="{77F146F7-9AA3-4337-A58D-0452557A5904}" presName="vert1" presStyleCnt="0"/>
      <dgm:spPr/>
    </dgm:pt>
    <dgm:pt modelId="{933E15CB-F871-4986-A2D5-59620A23C61C}" type="pres">
      <dgm:prSet presAssocID="{89C97419-AC5F-4998-BBFA-B09BD7BED13C}" presName="thickLine" presStyleLbl="alignNode1" presStyleIdx="3" presStyleCnt="5"/>
      <dgm:spPr/>
    </dgm:pt>
    <dgm:pt modelId="{D630ADFF-C69D-486F-A53E-2B36EF6E6E57}" type="pres">
      <dgm:prSet presAssocID="{89C97419-AC5F-4998-BBFA-B09BD7BED13C}" presName="horz1" presStyleCnt="0"/>
      <dgm:spPr/>
    </dgm:pt>
    <dgm:pt modelId="{AE8959D7-83CF-427A-B5E4-3A69D9D51483}" type="pres">
      <dgm:prSet presAssocID="{89C97419-AC5F-4998-BBFA-B09BD7BED13C}" presName="tx1" presStyleLbl="revTx" presStyleIdx="3" presStyleCnt="5"/>
      <dgm:spPr/>
    </dgm:pt>
    <dgm:pt modelId="{D5D5E96D-C184-422E-9ECD-A203F0147002}" type="pres">
      <dgm:prSet presAssocID="{89C97419-AC5F-4998-BBFA-B09BD7BED13C}" presName="vert1" presStyleCnt="0"/>
      <dgm:spPr/>
    </dgm:pt>
    <dgm:pt modelId="{ABA5E0A8-6CE7-4B37-9B02-23010A4CAC24}" type="pres">
      <dgm:prSet presAssocID="{869B9EA4-3574-4F2B-BA0F-C1F524639CA5}" presName="thickLine" presStyleLbl="alignNode1" presStyleIdx="4" presStyleCnt="5"/>
      <dgm:spPr/>
    </dgm:pt>
    <dgm:pt modelId="{BECDB1D8-1ADB-4C3A-BEC3-5E59B38A57A9}" type="pres">
      <dgm:prSet presAssocID="{869B9EA4-3574-4F2B-BA0F-C1F524639CA5}" presName="horz1" presStyleCnt="0"/>
      <dgm:spPr/>
    </dgm:pt>
    <dgm:pt modelId="{4C7D47AC-EECF-4C90-8478-4C3D0B4052AA}" type="pres">
      <dgm:prSet presAssocID="{869B9EA4-3574-4F2B-BA0F-C1F524639CA5}" presName="tx1" presStyleLbl="revTx" presStyleIdx="4" presStyleCnt="5"/>
      <dgm:spPr/>
    </dgm:pt>
    <dgm:pt modelId="{DC72EE8C-2CE1-421E-8B9A-203CCC895089}" type="pres">
      <dgm:prSet presAssocID="{869B9EA4-3574-4F2B-BA0F-C1F524639CA5}" presName="vert1" presStyleCnt="0"/>
      <dgm:spPr/>
    </dgm:pt>
  </dgm:ptLst>
  <dgm:cxnLst>
    <dgm:cxn modelId="{69D38306-CBDE-415B-A63A-A865A12CBA70}" srcId="{D11BEEF6-C41D-4E56-AA6D-330242A864EC}" destId="{869B9EA4-3574-4F2B-BA0F-C1F524639CA5}" srcOrd="4" destOrd="0" parTransId="{7442E4D0-31AA-403A-B008-82CF3C49994D}" sibTransId="{CD28A91F-4BB6-4428-91D1-DA960FFEB2CC}"/>
    <dgm:cxn modelId="{87FD771F-D609-4BCA-A845-C4253B45D5D1}" srcId="{D11BEEF6-C41D-4E56-AA6D-330242A864EC}" destId="{5D399BC6-6964-4CA0-942D-1A1D0FF8C195}" srcOrd="1" destOrd="0" parTransId="{D76717B8-23E5-49A2-B81B-5874C6C9103D}" sibTransId="{C830C075-0B30-4481-B35F-2941C04D2B29}"/>
    <dgm:cxn modelId="{D56A622A-6C70-4F70-8567-6619DAF1AD84}" type="presOf" srcId="{89C97419-AC5F-4998-BBFA-B09BD7BED13C}" destId="{AE8959D7-83CF-427A-B5E4-3A69D9D51483}" srcOrd="0" destOrd="0" presId="urn:microsoft.com/office/officeart/2008/layout/LinedList"/>
    <dgm:cxn modelId="{6078396B-56A4-4C9B-AA08-7FBF8792D161}" srcId="{D11BEEF6-C41D-4E56-AA6D-330242A864EC}" destId="{D8954195-A6BD-4900-A846-24F494F63E1D}" srcOrd="0" destOrd="0" parTransId="{4E3A469F-3741-499A-89EF-B21CEB0D1EBE}" sibTransId="{7FB5342A-03FF-44E4-9CE0-15F5EC8BCE67}"/>
    <dgm:cxn modelId="{853326A3-EA9D-4CF6-A5CF-AB6249F406A2}" type="presOf" srcId="{D11BEEF6-C41D-4E56-AA6D-330242A864EC}" destId="{2BED0C9D-BF7C-4566-8457-1BF376817EF9}" srcOrd="0" destOrd="0" presId="urn:microsoft.com/office/officeart/2008/layout/LinedList"/>
    <dgm:cxn modelId="{5005F4B3-4030-4619-9859-C2E86F073EC2}" type="presOf" srcId="{5D399BC6-6964-4CA0-942D-1A1D0FF8C195}" destId="{4A8E4F33-F973-4577-98EA-05CE35E644C7}" srcOrd="0" destOrd="0" presId="urn:microsoft.com/office/officeart/2008/layout/LinedList"/>
    <dgm:cxn modelId="{134D27B5-A58B-4BEA-8B22-E258198F8B01}" srcId="{D11BEEF6-C41D-4E56-AA6D-330242A864EC}" destId="{77F146F7-9AA3-4337-A58D-0452557A5904}" srcOrd="2" destOrd="0" parTransId="{ADF32793-0DDF-4063-9B3B-DE80A49A7061}" sibTransId="{2B515096-C887-4BB3-AF40-D2CB261B869C}"/>
    <dgm:cxn modelId="{188670C3-2F13-49A6-B8A9-CFEE55676692}" type="presOf" srcId="{869B9EA4-3574-4F2B-BA0F-C1F524639CA5}" destId="{4C7D47AC-EECF-4C90-8478-4C3D0B4052AA}" srcOrd="0" destOrd="0" presId="urn:microsoft.com/office/officeart/2008/layout/LinedList"/>
    <dgm:cxn modelId="{018ED3DB-C667-4D0A-AC69-B0E3DA9F6124}" type="presOf" srcId="{D8954195-A6BD-4900-A846-24F494F63E1D}" destId="{BCFC9845-E3C1-4686-A4D6-3BBC1B8361AA}" srcOrd="0" destOrd="0" presId="urn:microsoft.com/office/officeart/2008/layout/LinedList"/>
    <dgm:cxn modelId="{39D23BDE-3325-45F1-B892-465393D7BA57}" srcId="{D11BEEF6-C41D-4E56-AA6D-330242A864EC}" destId="{89C97419-AC5F-4998-BBFA-B09BD7BED13C}" srcOrd="3" destOrd="0" parTransId="{9558690B-8442-4144-8CF7-DECE5B9460BF}" sibTransId="{486DF46E-41FD-402D-9E22-1F8091F30AB2}"/>
    <dgm:cxn modelId="{58FD70EF-D348-4B1E-A28D-9E8CCD0281AB}" type="presOf" srcId="{77F146F7-9AA3-4337-A58D-0452557A5904}" destId="{9DA1AD8E-53B4-49D6-8B95-FFE91431BD53}" srcOrd="0" destOrd="0" presId="urn:microsoft.com/office/officeart/2008/layout/LinedList"/>
    <dgm:cxn modelId="{2F811B34-B1C2-4461-8EF4-89EF41511FCB}" type="presParOf" srcId="{2BED0C9D-BF7C-4566-8457-1BF376817EF9}" destId="{7CEEA737-327A-4EF0-A7E1-17FA1728731E}" srcOrd="0" destOrd="0" presId="urn:microsoft.com/office/officeart/2008/layout/LinedList"/>
    <dgm:cxn modelId="{0B491FA4-59BC-46F6-BB41-797EE4C661C9}" type="presParOf" srcId="{2BED0C9D-BF7C-4566-8457-1BF376817EF9}" destId="{E44BB12A-333F-4DA7-9A6F-D05F77F4C6B4}" srcOrd="1" destOrd="0" presId="urn:microsoft.com/office/officeart/2008/layout/LinedList"/>
    <dgm:cxn modelId="{93DCEA74-32DB-408C-833D-2D999944EC38}" type="presParOf" srcId="{E44BB12A-333F-4DA7-9A6F-D05F77F4C6B4}" destId="{BCFC9845-E3C1-4686-A4D6-3BBC1B8361AA}" srcOrd="0" destOrd="0" presId="urn:microsoft.com/office/officeart/2008/layout/LinedList"/>
    <dgm:cxn modelId="{31FE0384-988A-42B4-8241-0F726A4603BD}" type="presParOf" srcId="{E44BB12A-333F-4DA7-9A6F-D05F77F4C6B4}" destId="{694599C8-CC76-467A-B1B8-8EF7D86FC579}" srcOrd="1" destOrd="0" presId="urn:microsoft.com/office/officeart/2008/layout/LinedList"/>
    <dgm:cxn modelId="{BEDE0E95-751E-4E11-8327-2AB18FC02718}" type="presParOf" srcId="{2BED0C9D-BF7C-4566-8457-1BF376817EF9}" destId="{92B6EF4C-D38E-476F-8723-EAC97AA1ABAF}" srcOrd="2" destOrd="0" presId="urn:microsoft.com/office/officeart/2008/layout/LinedList"/>
    <dgm:cxn modelId="{73EEE02D-C55E-4496-A7F8-C1AF9C3B73B9}" type="presParOf" srcId="{2BED0C9D-BF7C-4566-8457-1BF376817EF9}" destId="{F0BF050E-EDAF-4DB5-9F0D-D8CE0509F88C}" srcOrd="3" destOrd="0" presId="urn:microsoft.com/office/officeart/2008/layout/LinedList"/>
    <dgm:cxn modelId="{6B97A923-3CE9-4035-AFD1-413EADCA8835}" type="presParOf" srcId="{F0BF050E-EDAF-4DB5-9F0D-D8CE0509F88C}" destId="{4A8E4F33-F973-4577-98EA-05CE35E644C7}" srcOrd="0" destOrd="0" presId="urn:microsoft.com/office/officeart/2008/layout/LinedList"/>
    <dgm:cxn modelId="{1305D5E1-3061-4CF2-B18C-4DDAD502913D}" type="presParOf" srcId="{F0BF050E-EDAF-4DB5-9F0D-D8CE0509F88C}" destId="{BD930B55-CA3C-4184-BE59-1EF0466087DD}" srcOrd="1" destOrd="0" presId="urn:microsoft.com/office/officeart/2008/layout/LinedList"/>
    <dgm:cxn modelId="{C0669DA7-0D19-4AC7-AC0A-FF0F321EAFC1}" type="presParOf" srcId="{2BED0C9D-BF7C-4566-8457-1BF376817EF9}" destId="{1C2B02B9-D985-4FC6-B72E-5E2C84AA90C7}" srcOrd="4" destOrd="0" presId="urn:microsoft.com/office/officeart/2008/layout/LinedList"/>
    <dgm:cxn modelId="{6F050EC6-2F6F-4D0F-99EA-91EDF9096BB4}" type="presParOf" srcId="{2BED0C9D-BF7C-4566-8457-1BF376817EF9}" destId="{683EB392-85D8-462E-B71C-7977D27E26A0}" srcOrd="5" destOrd="0" presId="urn:microsoft.com/office/officeart/2008/layout/LinedList"/>
    <dgm:cxn modelId="{36208794-FE04-4989-9017-9D8F5C47A238}" type="presParOf" srcId="{683EB392-85D8-462E-B71C-7977D27E26A0}" destId="{9DA1AD8E-53B4-49D6-8B95-FFE91431BD53}" srcOrd="0" destOrd="0" presId="urn:microsoft.com/office/officeart/2008/layout/LinedList"/>
    <dgm:cxn modelId="{FE40C418-F897-4AF2-B3F6-004462412EDD}" type="presParOf" srcId="{683EB392-85D8-462E-B71C-7977D27E26A0}" destId="{2CB32A29-28C3-4370-9A3D-C9A3AF2BBA34}" srcOrd="1" destOrd="0" presId="urn:microsoft.com/office/officeart/2008/layout/LinedList"/>
    <dgm:cxn modelId="{7D1CB489-4548-439A-BCE3-E3954220D21D}" type="presParOf" srcId="{2BED0C9D-BF7C-4566-8457-1BF376817EF9}" destId="{933E15CB-F871-4986-A2D5-59620A23C61C}" srcOrd="6" destOrd="0" presId="urn:microsoft.com/office/officeart/2008/layout/LinedList"/>
    <dgm:cxn modelId="{A7AEF371-9E0C-4C63-85BF-0FB51D5A0609}" type="presParOf" srcId="{2BED0C9D-BF7C-4566-8457-1BF376817EF9}" destId="{D630ADFF-C69D-486F-A53E-2B36EF6E6E57}" srcOrd="7" destOrd="0" presId="urn:microsoft.com/office/officeart/2008/layout/LinedList"/>
    <dgm:cxn modelId="{B059DF63-E4CF-43B4-BADB-B14F36578219}" type="presParOf" srcId="{D630ADFF-C69D-486F-A53E-2B36EF6E6E57}" destId="{AE8959D7-83CF-427A-B5E4-3A69D9D51483}" srcOrd="0" destOrd="0" presId="urn:microsoft.com/office/officeart/2008/layout/LinedList"/>
    <dgm:cxn modelId="{A2237829-2620-446E-8E66-7DFD9BF0B955}" type="presParOf" srcId="{D630ADFF-C69D-486F-A53E-2B36EF6E6E57}" destId="{D5D5E96D-C184-422E-9ECD-A203F0147002}" srcOrd="1" destOrd="0" presId="urn:microsoft.com/office/officeart/2008/layout/LinedList"/>
    <dgm:cxn modelId="{9A3A999A-9421-4A90-AE0C-68AD09B235F4}" type="presParOf" srcId="{2BED0C9D-BF7C-4566-8457-1BF376817EF9}" destId="{ABA5E0A8-6CE7-4B37-9B02-23010A4CAC24}" srcOrd="8" destOrd="0" presId="urn:microsoft.com/office/officeart/2008/layout/LinedList"/>
    <dgm:cxn modelId="{1C4B73AA-32D5-4934-92A1-B7D69BA77FF7}" type="presParOf" srcId="{2BED0C9D-BF7C-4566-8457-1BF376817EF9}" destId="{BECDB1D8-1ADB-4C3A-BEC3-5E59B38A57A9}" srcOrd="9" destOrd="0" presId="urn:microsoft.com/office/officeart/2008/layout/LinedList"/>
    <dgm:cxn modelId="{FB2E1B65-6DAD-464C-A337-2A77CAC0BE0A}" type="presParOf" srcId="{BECDB1D8-1ADB-4C3A-BEC3-5E59B38A57A9}" destId="{4C7D47AC-EECF-4C90-8478-4C3D0B4052AA}" srcOrd="0" destOrd="0" presId="urn:microsoft.com/office/officeart/2008/layout/LinedList"/>
    <dgm:cxn modelId="{34D00798-3C57-4C51-B46F-70E93D5D85D0}" type="presParOf" srcId="{BECDB1D8-1ADB-4C3A-BEC3-5E59B38A57A9}" destId="{DC72EE8C-2CE1-421E-8B9A-203CCC8950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15D1C82-E470-4AD0-AB06-4997944FC7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0A534-758A-4F11-8544-A7881221E2B3}">
      <dgm:prSet/>
      <dgm:spPr/>
      <dgm:t>
        <a:bodyPr/>
        <a:lstStyle/>
        <a:p>
          <a:r>
            <a:rPr lang="uk-UA" b="0" i="0"/>
            <a:t>заміна продрозкладки продовольчим податком</a:t>
          </a:r>
          <a:endParaRPr lang="uk-UA"/>
        </a:p>
      </dgm:t>
    </dgm:pt>
    <dgm:pt modelId="{9AF29E23-6826-4966-B690-B1CC4B02390B}" type="parTrans" cxnId="{1EA9583C-6C72-403F-9D87-8099FAD0D395}">
      <dgm:prSet/>
      <dgm:spPr/>
      <dgm:t>
        <a:bodyPr/>
        <a:lstStyle/>
        <a:p>
          <a:endParaRPr lang="uk-UA"/>
        </a:p>
      </dgm:t>
    </dgm:pt>
    <dgm:pt modelId="{3CA9AAD6-D47C-4DE0-9A0D-3081CA2A5479}" type="sibTrans" cxnId="{1EA9583C-6C72-403F-9D87-8099FAD0D395}">
      <dgm:prSet/>
      <dgm:spPr/>
      <dgm:t>
        <a:bodyPr/>
        <a:lstStyle/>
        <a:p>
          <a:endParaRPr lang="uk-UA"/>
        </a:p>
      </dgm:t>
    </dgm:pt>
    <dgm:pt modelId="{F6A687D2-6053-4A76-8975-1AACD5B099F7}">
      <dgm:prSet/>
      <dgm:spPr/>
      <dgm:t>
        <a:bodyPr/>
        <a:lstStyle/>
        <a:p>
          <a:r>
            <a:rPr lang="uk-UA" b="0" i="0"/>
            <a:t>ухвалення плану ГОЕЛРО з електрифікації країни</a:t>
          </a:r>
          <a:endParaRPr lang="uk-UA"/>
        </a:p>
      </dgm:t>
    </dgm:pt>
    <dgm:pt modelId="{91E5FFAB-4A09-4288-97E6-CA1832DBACE4}" type="parTrans" cxnId="{E8E8DC35-27FF-427E-B391-55C736A8D507}">
      <dgm:prSet/>
      <dgm:spPr/>
      <dgm:t>
        <a:bodyPr/>
        <a:lstStyle/>
        <a:p>
          <a:endParaRPr lang="uk-UA"/>
        </a:p>
      </dgm:t>
    </dgm:pt>
    <dgm:pt modelId="{71D2BAD6-F99F-4001-AD8E-63FA7A2B5D32}" type="sibTrans" cxnId="{E8E8DC35-27FF-427E-B391-55C736A8D507}">
      <dgm:prSet/>
      <dgm:spPr/>
      <dgm:t>
        <a:bodyPr/>
        <a:lstStyle/>
        <a:p>
          <a:endParaRPr lang="uk-UA"/>
        </a:p>
      </dgm:t>
    </dgm:pt>
    <dgm:pt modelId="{0D9CB964-F7B1-4059-B442-F842C9D49AD6}">
      <dgm:prSet/>
      <dgm:spPr/>
      <dgm:t>
        <a:bodyPr/>
        <a:lstStyle/>
        <a:p>
          <a:r>
            <a:rPr lang="uk-UA" b="0" i="0"/>
            <a:t>початок розподілу поміщицьких земель серед селян</a:t>
          </a:r>
          <a:endParaRPr lang="uk-UA"/>
        </a:p>
      </dgm:t>
    </dgm:pt>
    <dgm:pt modelId="{6CA74296-9B5C-43AE-AD40-A1B87C7DC2D4}" type="parTrans" cxnId="{0A1316A7-6E9D-4BB3-86F6-51C3B5F3A436}">
      <dgm:prSet/>
      <dgm:spPr/>
      <dgm:t>
        <a:bodyPr/>
        <a:lstStyle/>
        <a:p>
          <a:endParaRPr lang="uk-UA"/>
        </a:p>
      </dgm:t>
    </dgm:pt>
    <dgm:pt modelId="{E26B9797-EC7B-4D8E-BA71-570934C382E4}" type="sibTrans" cxnId="{0A1316A7-6E9D-4BB3-86F6-51C3B5F3A436}">
      <dgm:prSet/>
      <dgm:spPr/>
      <dgm:t>
        <a:bodyPr/>
        <a:lstStyle/>
        <a:p>
          <a:endParaRPr lang="uk-UA"/>
        </a:p>
      </dgm:t>
    </dgm:pt>
    <dgm:pt modelId="{EDB6FA94-2619-4998-8498-84C4E9C56A83}">
      <dgm:prSet/>
      <dgm:spPr/>
      <dgm:t>
        <a:bodyPr/>
        <a:lstStyle/>
        <a:p>
          <a:r>
            <a:rPr lang="uk-UA" b="0" i="0"/>
            <a:t>включення Української СРР до складу СРСР</a:t>
          </a:r>
          <a:endParaRPr lang="uk-UA"/>
        </a:p>
      </dgm:t>
    </dgm:pt>
    <dgm:pt modelId="{336F8E7F-F77A-47CF-8935-4A43DDDDC5A7}" type="parTrans" cxnId="{0B7C261F-115E-4C58-978C-D6EC50A31BA1}">
      <dgm:prSet/>
      <dgm:spPr/>
      <dgm:t>
        <a:bodyPr/>
        <a:lstStyle/>
        <a:p>
          <a:endParaRPr lang="uk-UA"/>
        </a:p>
      </dgm:t>
    </dgm:pt>
    <dgm:pt modelId="{ADB1E53B-F30A-4CDF-AB23-F62141BB7A55}" type="sibTrans" cxnId="{0B7C261F-115E-4C58-978C-D6EC50A31BA1}">
      <dgm:prSet/>
      <dgm:spPr/>
      <dgm:t>
        <a:bodyPr/>
        <a:lstStyle/>
        <a:p>
          <a:endParaRPr lang="uk-UA"/>
        </a:p>
      </dgm:t>
    </dgm:pt>
    <dgm:pt modelId="{88C026E6-1773-4AA2-8EF9-B652B846FE69}" type="pres">
      <dgm:prSet presAssocID="{015D1C82-E470-4AD0-AB06-4997944FC749}" presName="linear" presStyleCnt="0">
        <dgm:presLayoutVars>
          <dgm:animLvl val="lvl"/>
          <dgm:resizeHandles val="exact"/>
        </dgm:presLayoutVars>
      </dgm:prSet>
      <dgm:spPr/>
    </dgm:pt>
    <dgm:pt modelId="{5436665F-DDE9-4C2A-84F0-0E43B22650A3}" type="pres">
      <dgm:prSet presAssocID="{9D90A534-758A-4F11-8544-A7881221E2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C5B978-08D8-4F30-92D1-5B6DE2259A10}" type="pres">
      <dgm:prSet presAssocID="{3CA9AAD6-D47C-4DE0-9A0D-3081CA2A5479}" presName="spacer" presStyleCnt="0"/>
      <dgm:spPr/>
    </dgm:pt>
    <dgm:pt modelId="{76C82933-778B-40FF-A766-462BB92CC402}" type="pres">
      <dgm:prSet presAssocID="{F6A687D2-6053-4A76-8975-1AACD5B099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066BC5-FB05-4A3B-9974-AD040D61D46E}" type="pres">
      <dgm:prSet presAssocID="{71D2BAD6-F99F-4001-AD8E-63FA7A2B5D32}" presName="spacer" presStyleCnt="0"/>
      <dgm:spPr/>
    </dgm:pt>
    <dgm:pt modelId="{55B9D60F-3DD5-42AE-8672-792F9FE86561}" type="pres">
      <dgm:prSet presAssocID="{0D9CB964-F7B1-4059-B442-F842C9D49A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53A27E-24FF-4BB1-9C22-DBFCCC03F85A}" type="pres">
      <dgm:prSet presAssocID="{E26B9797-EC7B-4D8E-BA71-570934C382E4}" presName="spacer" presStyleCnt="0"/>
      <dgm:spPr/>
    </dgm:pt>
    <dgm:pt modelId="{5E9FEC41-9C6E-4896-A9DB-713EB85BD99A}" type="pres">
      <dgm:prSet presAssocID="{EDB6FA94-2619-4998-8498-84C4E9C56A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460612-08AD-45DE-A092-E74A9AC75C1A}" type="presOf" srcId="{015D1C82-E470-4AD0-AB06-4997944FC749}" destId="{88C026E6-1773-4AA2-8EF9-B652B846FE69}" srcOrd="0" destOrd="0" presId="urn:microsoft.com/office/officeart/2005/8/layout/vList2"/>
    <dgm:cxn modelId="{0B7C261F-115E-4C58-978C-D6EC50A31BA1}" srcId="{015D1C82-E470-4AD0-AB06-4997944FC749}" destId="{EDB6FA94-2619-4998-8498-84C4E9C56A83}" srcOrd="3" destOrd="0" parTransId="{336F8E7F-F77A-47CF-8935-4A43DDDDC5A7}" sibTransId="{ADB1E53B-F30A-4CDF-AB23-F62141BB7A55}"/>
    <dgm:cxn modelId="{E8E8DC35-27FF-427E-B391-55C736A8D507}" srcId="{015D1C82-E470-4AD0-AB06-4997944FC749}" destId="{F6A687D2-6053-4A76-8975-1AACD5B099F7}" srcOrd="1" destOrd="0" parTransId="{91E5FFAB-4A09-4288-97E6-CA1832DBACE4}" sibTransId="{71D2BAD6-F99F-4001-AD8E-63FA7A2B5D32}"/>
    <dgm:cxn modelId="{1EA9583C-6C72-403F-9D87-8099FAD0D395}" srcId="{015D1C82-E470-4AD0-AB06-4997944FC749}" destId="{9D90A534-758A-4F11-8544-A7881221E2B3}" srcOrd="0" destOrd="0" parTransId="{9AF29E23-6826-4966-B690-B1CC4B02390B}" sibTransId="{3CA9AAD6-D47C-4DE0-9A0D-3081CA2A5479}"/>
    <dgm:cxn modelId="{2150DF4F-31C3-49BC-AFD6-7D0E2F665F4D}" type="presOf" srcId="{F6A687D2-6053-4A76-8975-1AACD5B099F7}" destId="{76C82933-778B-40FF-A766-462BB92CC402}" srcOrd="0" destOrd="0" presId="urn:microsoft.com/office/officeart/2005/8/layout/vList2"/>
    <dgm:cxn modelId="{D1277670-98AD-4ECC-ADF3-A9DA345C722E}" type="presOf" srcId="{EDB6FA94-2619-4998-8498-84C4E9C56A83}" destId="{5E9FEC41-9C6E-4896-A9DB-713EB85BD99A}" srcOrd="0" destOrd="0" presId="urn:microsoft.com/office/officeart/2005/8/layout/vList2"/>
    <dgm:cxn modelId="{0A1316A7-6E9D-4BB3-86F6-51C3B5F3A436}" srcId="{015D1C82-E470-4AD0-AB06-4997944FC749}" destId="{0D9CB964-F7B1-4059-B442-F842C9D49AD6}" srcOrd="2" destOrd="0" parTransId="{6CA74296-9B5C-43AE-AD40-A1B87C7DC2D4}" sibTransId="{E26B9797-EC7B-4D8E-BA71-570934C382E4}"/>
    <dgm:cxn modelId="{B1B890BC-E270-4320-91E4-AEE5D0E18BD9}" type="presOf" srcId="{9D90A534-758A-4F11-8544-A7881221E2B3}" destId="{5436665F-DDE9-4C2A-84F0-0E43B22650A3}" srcOrd="0" destOrd="0" presId="urn:microsoft.com/office/officeart/2005/8/layout/vList2"/>
    <dgm:cxn modelId="{4E210AC1-E169-4C42-888D-C3D5219CE5A5}" type="presOf" srcId="{0D9CB964-F7B1-4059-B442-F842C9D49AD6}" destId="{55B9D60F-3DD5-42AE-8672-792F9FE86561}" srcOrd="0" destOrd="0" presId="urn:microsoft.com/office/officeart/2005/8/layout/vList2"/>
    <dgm:cxn modelId="{E8C51AFB-D3B7-4FEF-AE5D-72475FC00CC4}" type="presParOf" srcId="{88C026E6-1773-4AA2-8EF9-B652B846FE69}" destId="{5436665F-DDE9-4C2A-84F0-0E43B22650A3}" srcOrd="0" destOrd="0" presId="urn:microsoft.com/office/officeart/2005/8/layout/vList2"/>
    <dgm:cxn modelId="{A8181FF7-A0DA-4EC7-8767-C42B706661D2}" type="presParOf" srcId="{88C026E6-1773-4AA2-8EF9-B652B846FE69}" destId="{D3C5B978-08D8-4F30-92D1-5B6DE2259A10}" srcOrd="1" destOrd="0" presId="urn:microsoft.com/office/officeart/2005/8/layout/vList2"/>
    <dgm:cxn modelId="{6BA37AEE-8DF3-48B2-B0C6-8D699BC3CEA7}" type="presParOf" srcId="{88C026E6-1773-4AA2-8EF9-B652B846FE69}" destId="{76C82933-778B-40FF-A766-462BB92CC402}" srcOrd="2" destOrd="0" presId="urn:microsoft.com/office/officeart/2005/8/layout/vList2"/>
    <dgm:cxn modelId="{5AC4E47D-7ABB-41FF-9998-1B87E9ECFC0A}" type="presParOf" srcId="{88C026E6-1773-4AA2-8EF9-B652B846FE69}" destId="{6A066BC5-FB05-4A3B-9974-AD040D61D46E}" srcOrd="3" destOrd="0" presId="urn:microsoft.com/office/officeart/2005/8/layout/vList2"/>
    <dgm:cxn modelId="{123A5C17-3E3F-4925-ACEA-80DD309A8D56}" type="presParOf" srcId="{88C026E6-1773-4AA2-8EF9-B652B846FE69}" destId="{55B9D60F-3DD5-42AE-8672-792F9FE86561}" srcOrd="4" destOrd="0" presId="urn:microsoft.com/office/officeart/2005/8/layout/vList2"/>
    <dgm:cxn modelId="{7914D5BA-9943-4D20-93C8-773B085399B6}" type="presParOf" srcId="{88C026E6-1773-4AA2-8EF9-B652B846FE69}" destId="{2D53A27E-24FF-4BB1-9C22-DBFCCC03F85A}" srcOrd="5" destOrd="0" presId="urn:microsoft.com/office/officeart/2005/8/layout/vList2"/>
    <dgm:cxn modelId="{32885BFC-4C16-421E-A452-3D813E884F31}" type="presParOf" srcId="{88C026E6-1773-4AA2-8EF9-B652B846FE69}" destId="{5E9FEC41-9C6E-4896-A9DB-713EB85BD9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2B646D-4948-42BC-9501-D549E68312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E1B9C4-7C28-48B0-BF8D-FE9F45075225}">
      <dgm:prSet/>
      <dgm:spPr/>
      <dgm:t>
        <a:bodyPr/>
        <a:lstStyle/>
        <a:p>
          <a:r>
            <a:rPr lang="uk-UA" b="0" i="0"/>
            <a:t>«воєнний комунізм»</a:t>
          </a:r>
          <a:endParaRPr lang="uk-UA"/>
        </a:p>
      </dgm:t>
    </dgm:pt>
    <dgm:pt modelId="{BF14565B-B125-44E9-9730-A130FA55B804}" type="parTrans" cxnId="{BE288EA3-F0C8-4FB2-A656-92F4C1A66760}">
      <dgm:prSet/>
      <dgm:spPr/>
      <dgm:t>
        <a:bodyPr/>
        <a:lstStyle/>
        <a:p>
          <a:endParaRPr lang="uk-UA"/>
        </a:p>
      </dgm:t>
    </dgm:pt>
    <dgm:pt modelId="{490D1A8A-9B02-487F-9FB6-6997146DCA78}" type="sibTrans" cxnId="{BE288EA3-F0C8-4FB2-A656-92F4C1A66760}">
      <dgm:prSet/>
      <dgm:spPr/>
      <dgm:t>
        <a:bodyPr/>
        <a:lstStyle/>
        <a:p>
          <a:endParaRPr lang="uk-UA"/>
        </a:p>
      </dgm:t>
    </dgm:pt>
    <dgm:pt modelId="{E65EFBE8-3E15-448C-BD9C-492644D921C1}">
      <dgm:prSet/>
      <dgm:spPr/>
      <dgm:t>
        <a:bodyPr/>
        <a:lstStyle/>
        <a:p>
          <a:r>
            <a:rPr lang="uk-UA" b="0" i="0"/>
            <a:t>НЕП</a:t>
          </a:r>
          <a:endParaRPr lang="uk-UA"/>
        </a:p>
      </dgm:t>
    </dgm:pt>
    <dgm:pt modelId="{1DF843D3-8337-4F34-A95C-7F264540E574}" type="parTrans" cxnId="{486749BE-EDA2-4DBE-AC66-76FACD7EDFA6}">
      <dgm:prSet/>
      <dgm:spPr/>
      <dgm:t>
        <a:bodyPr/>
        <a:lstStyle/>
        <a:p>
          <a:endParaRPr lang="uk-UA"/>
        </a:p>
      </dgm:t>
    </dgm:pt>
    <dgm:pt modelId="{AD2BB680-C18A-4F8C-A91C-6F4BE343BECD}" type="sibTrans" cxnId="{486749BE-EDA2-4DBE-AC66-76FACD7EDFA6}">
      <dgm:prSet/>
      <dgm:spPr/>
      <dgm:t>
        <a:bodyPr/>
        <a:lstStyle/>
        <a:p>
          <a:endParaRPr lang="uk-UA"/>
        </a:p>
      </dgm:t>
    </dgm:pt>
    <dgm:pt modelId="{4B0DE854-0883-4AC4-BAC8-85791963C616}">
      <dgm:prSet/>
      <dgm:spPr/>
      <dgm:t>
        <a:bodyPr/>
        <a:lstStyle/>
        <a:p>
          <a:r>
            <a:rPr lang="uk-UA" b="0" i="0"/>
            <a:t>коренізацію</a:t>
          </a:r>
          <a:endParaRPr lang="uk-UA"/>
        </a:p>
      </dgm:t>
    </dgm:pt>
    <dgm:pt modelId="{FE3DA9C5-69D5-487B-A1B0-C38B65527FE6}" type="parTrans" cxnId="{CAC6144C-6B3C-473C-B821-B32AC2EC131B}">
      <dgm:prSet/>
      <dgm:spPr/>
      <dgm:t>
        <a:bodyPr/>
        <a:lstStyle/>
        <a:p>
          <a:endParaRPr lang="uk-UA"/>
        </a:p>
      </dgm:t>
    </dgm:pt>
    <dgm:pt modelId="{FA39C76F-08D8-45EA-A526-60DF2297BD3F}" type="sibTrans" cxnId="{CAC6144C-6B3C-473C-B821-B32AC2EC131B}">
      <dgm:prSet/>
      <dgm:spPr/>
      <dgm:t>
        <a:bodyPr/>
        <a:lstStyle/>
        <a:p>
          <a:endParaRPr lang="uk-UA"/>
        </a:p>
      </dgm:t>
    </dgm:pt>
    <dgm:pt modelId="{CB5B636C-1C39-478F-85F1-8054A21DD4E5}">
      <dgm:prSet/>
      <dgm:spPr/>
      <dgm:t>
        <a:bodyPr/>
        <a:lstStyle/>
        <a:p>
          <a:r>
            <a:rPr lang="uk-UA" b="0" i="0"/>
            <a:t>колективізацію</a:t>
          </a:r>
          <a:endParaRPr lang="uk-UA"/>
        </a:p>
      </dgm:t>
    </dgm:pt>
    <dgm:pt modelId="{846A379F-D06B-42EF-B8EE-DF3079B651A4}" type="parTrans" cxnId="{71739DB6-8D73-4939-9C41-6EE28DD5F1A0}">
      <dgm:prSet/>
      <dgm:spPr/>
      <dgm:t>
        <a:bodyPr/>
        <a:lstStyle/>
        <a:p>
          <a:endParaRPr lang="uk-UA"/>
        </a:p>
      </dgm:t>
    </dgm:pt>
    <dgm:pt modelId="{75650BC0-6441-49F1-A07A-CB114D5B3700}" type="sibTrans" cxnId="{71739DB6-8D73-4939-9C41-6EE28DD5F1A0}">
      <dgm:prSet/>
      <dgm:spPr/>
      <dgm:t>
        <a:bodyPr/>
        <a:lstStyle/>
        <a:p>
          <a:endParaRPr lang="uk-UA"/>
        </a:p>
      </dgm:t>
    </dgm:pt>
    <dgm:pt modelId="{1FDE9AD2-66DD-4FB0-9435-3C6EC29AC253}" type="pres">
      <dgm:prSet presAssocID="{602B646D-4948-42BC-9501-D549E6831246}" presName="linear" presStyleCnt="0">
        <dgm:presLayoutVars>
          <dgm:animLvl val="lvl"/>
          <dgm:resizeHandles val="exact"/>
        </dgm:presLayoutVars>
      </dgm:prSet>
      <dgm:spPr/>
    </dgm:pt>
    <dgm:pt modelId="{88DCAC2C-3861-448C-BAB7-5432FCDD56C6}" type="pres">
      <dgm:prSet presAssocID="{B9E1B9C4-7C28-48B0-BF8D-FE9F450752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8482B3C-62DC-4E3E-8073-095F2068D404}" type="pres">
      <dgm:prSet presAssocID="{490D1A8A-9B02-487F-9FB6-6997146DCA78}" presName="spacer" presStyleCnt="0"/>
      <dgm:spPr/>
    </dgm:pt>
    <dgm:pt modelId="{C1FC32BD-434F-4032-9BC6-AD7A6D159A60}" type="pres">
      <dgm:prSet presAssocID="{E65EFBE8-3E15-448C-BD9C-492644D921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B80709-175A-4087-B776-D80510726206}" type="pres">
      <dgm:prSet presAssocID="{AD2BB680-C18A-4F8C-A91C-6F4BE343BECD}" presName="spacer" presStyleCnt="0"/>
      <dgm:spPr/>
    </dgm:pt>
    <dgm:pt modelId="{BFBE3C84-CAD7-48FE-95B5-B8487B5B7632}" type="pres">
      <dgm:prSet presAssocID="{4B0DE854-0883-4AC4-BAC8-85791963C6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BBE3D2-D259-47F2-B165-114C13045A8E}" type="pres">
      <dgm:prSet presAssocID="{FA39C76F-08D8-45EA-A526-60DF2297BD3F}" presName="spacer" presStyleCnt="0"/>
      <dgm:spPr/>
    </dgm:pt>
    <dgm:pt modelId="{A6F9D4B3-85F8-4BE4-9BA8-2E54CBA6A9F1}" type="pres">
      <dgm:prSet presAssocID="{CB5B636C-1C39-478F-85F1-8054A21DD4E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CB4825-CB2A-4603-9F8E-858013AD9264}" type="presOf" srcId="{4B0DE854-0883-4AC4-BAC8-85791963C616}" destId="{BFBE3C84-CAD7-48FE-95B5-B8487B5B7632}" srcOrd="0" destOrd="0" presId="urn:microsoft.com/office/officeart/2005/8/layout/vList2"/>
    <dgm:cxn modelId="{0F44F62E-ECA5-44AC-BCE2-FC65A2914D89}" type="presOf" srcId="{CB5B636C-1C39-478F-85F1-8054A21DD4E5}" destId="{A6F9D4B3-85F8-4BE4-9BA8-2E54CBA6A9F1}" srcOrd="0" destOrd="0" presId="urn:microsoft.com/office/officeart/2005/8/layout/vList2"/>
    <dgm:cxn modelId="{2AA52F32-F022-4053-8561-F8879C55583A}" type="presOf" srcId="{B9E1B9C4-7C28-48B0-BF8D-FE9F45075225}" destId="{88DCAC2C-3861-448C-BAB7-5432FCDD56C6}" srcOrd="0" destOrd="0" presId="urn:microsoft.com/office/officeart/2005/8/layout/vList2"/>
    <dgm:cxn modelId="{3C04E33F-6D68-4999-9EAD-D928B164B093}" type="presOf" srcId="{602B646D-4948-42BC-9501-D549E6831246}" destId="{1FDE9AD2-66DD-4FB0-9435-3C6EC29AC253}" srcOrd="0" destOrd="0" presId="urn:microsoft.com/office/officeart/2005/8/layout/vList2"/>
    <dgm:cxn modelId="{CAC6144C-6B3C-473C-B821-B32AC2EC131B}" srcId="{602B646D-4948-42BC-9501-D549E6831246}" destId="{4B0DE854-0883-4AC4-BAC8-85791963C616}" srcOrd="2" destOrd="0" parTransId="{FE3DA9C5-69D5-487B-A1B0-C38B65527FE6}" sibTransId="{FA39C76F-08D8-45EA-A526-60DF2297BD3F}"/>
    <dgm:cxn modelId="{BE288EA3-F0C8-4FB2-A656-92F4C1A66760}" srcId="{602B646D-4948-42BC-9501-D549E6831246}" destId="{B9E1B9C4-7C28-48B0-BF8D-FE9F45075225}" srcOrd="0" destOrd="0" parTransId="{BF14565B-B125-44E9-9730-A130FA55B804}" sibTransId="{490D1A8A-9B02-487F-9FB6-6997146DCA78}"/>
    <dgm:cxn modelId="{71739DB6-8D73-4939-9C41-6EE28DD5F1A0}" srcId="{602B646D-4948-42BC-9501-D549E6831246}" destId="{CB5B636C-1C39-478F-85F1-8054A21DD4E5}" srcOrd="3" destOrd="0" parTransId="{846A379F-D06B-42EF-B8EE-DF3079B651A4}" sibTransId="{75650BC0-6441-49F1-A07A-CB114D5B3700}"/>
    <dgm:cxn modelId="{486749BE-EDA2-4DBE-AC66-76FACD7EDFA6}" srcId="{602B646D-4948-42BC-9501-D549E6831246}" destId="{E65EFBE8-3E15-448C-BD9C-492644D921C1}" srcOrd="1" destOrd="0" parTransId="{1DF843D3-8337-4F34-A95C-7F264540E574}" sibTransId="{AD2BB680-C18A-4F8C-A91C-6F4BE343BECD}"/>
    <dgm:cxn modelId="{DEC61BE8-926E-4627-9737-3882C21BD90E}" type="presOf" srcId="{E65EFBE8-3E15-448C-BD9C-492644D921C1}" destId="{C1FC32BD-434F-4032-9BC6-AD7A6D159A60}" srcOrd="0" destOrd="0" presId="urn:microsoft.com/office/officeart/2005/8/layout/vList2"/>
    <dgm:cxn modelId="{7295CADB-5EB3-4BE0-B47D-BDFD46543B5F}" type="presParOf" srcId="{1FDE9AD2-66DD-4FB0-9435-3C6EC29AC253}" destId="{88DCAC2C-3861-448C-BAB7-5432FCDD56C6}" srcOrd="0" destOrd="0" presId="urn:microsoft.com/office/officeart/2005/8/layout/vList2"/>
    <dgm:cxn modelId="{356DF92F-B976-4A97-B15A-88DB01659107}" type="presParOf" srcId="{1FDE9AD2-66DD-4FB0-9435-3C6EC29AC253}" destId="{F8482B3C-62DC-4E3E-8073-095F2068D404}" srcOrd="1" destOrd="0" presId="urn:microsoft.com/office/officeart/2005/8/layout/vList2"/>
    <dgm:cxn modelId="{4501029E-B976-4AB2-AADE-0A84E59E7C32}" type="presParOf" srcId="{1FDE9AD2-66DD-4FB0-9435-3C6EC29AC253}" destId="{C1FC32BD-434F-4032-9BC6-AD7A6D159A60}" srcOrd="2" destOrd="0" presId="urn:microsoft.com/office/officeart/2005/8/layout/vList2"/>
    <dgm:cxn modelId="{2C9A1889-60BB-4313-920D-CC1FD4509244}" type="presParOf" srcId="{1FDE9AD2-66DD-4FB0-9435-3C6EC29AC253}" destId="{05B80709-175A-4087-B776-D80510726206}" srcOrd="3" destOrd="0" presId="urn:microsoft.com/office/officeart/2005/8/layout/vList2"/>
    <dgm:cxn modelId="{DF831184-49DD-4DCA-96B3-731CDE478B26}" type="presParOf" srcId="{1FDE9AD2-66DD-4FB0-9435-3C6EC29AC253}" destId="{BFBE3C84-CAD7-48FE-95B5-B8487B5B7632}" srcOrd="4" destOrd="0" presId="urn:microsoft.com/office/officeart/2005/8/layout/vList2"/>
    <dgm:cxn modelId="{3C0435B1-BB21-4ACD-BE79-20D2BFE2C455}" type="presParOf" srcId="{1FDE9AD2-66DD-4FB0-9435-3C6EC29AC253}" destId="{9EBBE3D2-D259-47F2-B165-114C13045A8E}" srcOrd="5" destOrd="0" presId="urn:microsoft.com/office/officeart/2005/8/layout/vList2"/>
    <dgm:cxn modelId="{3C363543-9156-4DD2-B8CB-6B71760137BE}" type="presParOf" srcId="{1FDE9AD2-66DD-4FB0-9435-3C6EC29AC253}" destId="{A6F9D4B3-85F8-4BE4-9BA8-2E54CBA6A9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FBDBA78-330B-4EED-AC17-99AA769787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97287C-AE08-481D-8904-CECAFFDEC1BF}">
      <dgm:prSet/>
      <dgm:spPr/>
      <dgm:t>
        <a:bodyPr/>
        <a:lstStyle/>
        <a:p>
          <a:r>
            <a:rPr lang="uk-UA" b="0" i="0"/>
            <a:t>формування нової спільноти — радянський народ</a:t>
          </a:r>
          <a:endParaRPr lang="uk-UA"/>
        </a:p>
      </dgm:t>
    </dgm:pt>
    <dgm:pt modelId="{A8749245-7E21-4081-8DEC-F8B7132D892C}" type="parTrans" cxnId="{42A2F5D6-CA08-4F35-9AA0-B7E921EFCB36}">
      <dgm:prSet/>
      <dgm:spPr/>
      <dgm:t>
        <a:bodyPr/>
        <a:lstStyle/>
        <a:p>
          <a:endParaRPr lang="uk-UA"/>
        </a:p>
      </dgm:t>
    </dgm:pt>
    <dgm:pt modelId="{F4C34D33-B57C-4057-8E8D-F95A1EAA542E}" type="sibTrans" cxnId="{42A2F5D6-CA08-4F35-9AA0-B7E921EFCB36}">
      <dgm:prSet/>
      <dgm:spPr/>
      <dgm:t>
        <a:bodyPr/>
        <a:lstStyle/>
        <a:p>
          <a:endParaRPr lang="uk-UA"/>
        </a:p>
      </dgm:t>
    </dgm:pt>
    <dgm:pt modelId="{0117812C-9C5A-4599-B2D0-5E3090FABD54}">
      <dgm:prSet/>
      <dgm:spPr/>
      <dgm:t>
        <a:bodyPr/>
        <a:lstStyle/>
        <a:p>
          <a:r>
            <a:rPr lang="uk-UA" b="0" i="0"/>
            <a:t>ліквідації неписьменності дорослого населення</a:t>
          </a:r>
          <a:endParaRPr lang="uk-UA"/>
        </a:p>
      </dgm:t>
    </dgm:pt>
    <dgm:pt modelId="{25D2E7A3-E42D-4009-BB1E-7F447E3FC3CC}" type="parTrans" cxnId="{7F965419-0385-4511-8DE5-63785EBA1CA6}">
      <dgm:prSet/>
      <dgm:spPr/>
      <dgm:t>
        <a:bodyPr/>
        <a:lstStyle/>
        <a:p>
          <a:endParaRPr lang="uk-UA"/>
        </a:p>
      </dgm:t>
    </dgm:pt>
    <dgm:pt modelId="{21526055-FC02-46FE-9790-C37F64832063}" type="sibTrans" cxnId="{7F965419-0385-4511-8DE5-63785EBA1CA6}">
      <dgm:prSet/>
      <dgm:spPr/>
      <dgm:t>
        <a:bodyPr/>
        <a:lstStyle/>
        <a:p>
          <a:endParaRPr lang="uk-UA"/>
        </a:p>
      </dgm:t>
    </dgm:pt>
    <dgm:pt modelId="{E68C69E7-A558-4856-964A-137330C5AC0F}">
      <dgm:prSet/>
      <dgm:spPr/>
      <dgm:t>
        <a:bodyPr/>
        <a:lstStyle/>
        <a:p>
          <a:r>
            <a:rPr lang="uk-UA" b="0" i="0"/>
            <a:t>запровадження творчого методу — соціалістичний реалізм</a:t>
          </a:r>
          <a:endParaRPr lang="uk-UA"/>
        </a:p>
      </dgm:t>
    </dgm:pt>
    <dgm:pt modelId="{52FE9CDC-9DEB-4F7C-8A30-AC3615321099}" type="parTrans" cxnId="{C328A9C9-F3AD-43BD-A7CF-F9F36D361759}">
      <dgm:prSet/>
      <dgm:spPr/>
      <dgm:t>
        <a:bodyPr/>
        <a:lstStyle/>
        <a:p>
          <a:endParaRPr lang="uk-UA"/>
        </a:p>
      </dgm:t>
    </dgm:pt>
    <dgm:pt modelId="{3CE1DACD-9FDB-4AAB-8456-234CEE299C9E}" type="sibTrans" cxnId="{C328A9C9-F3AD-43BD-A7CF-F9F36D361759}">
      <dgm:prSet/>
      <dgm:spPr/>
      <dgm:t>
        <a:bodyPr/>
        <a:lstStyle/>
        <a:p>
          <a:endParaRPr lang="uk-UA"/>
        </a:p>
      </dgm:t>
    </dgm:pt>
    <dgm:pt modelId="{09DAF632-5995-4D03-9283-86C2153EA1EB}">
      <dgm:prSet/>
      <dgm:spPr/>
      <dgm:t>
        <a:bodyPr/>
        <a:lstStyle/>
        <a:p>
          <a:r>
            <a:rPr lang="uk-UA" b="0" i="0"/>
            <a:t>реалізації політики коренізації</a:t>
          </a:r>
          <a:endParaRPr lang="uk-UA"/>
        </a:p>
      </dgm:t>
    </dgm:pt>
    <dgm:pt modelId="{75A81EF2-1F0A-42C4-BDBB-A01046E9E3FD}" type="parTrans" cxnId="{F1D37692-E0F1-4756-A2A5-38B5F74452B2}">
      <dgm:prSet/>
      <dgm:spPr/>
      <dgm:t>
        <a:bodyPr/>
        <a:lstStyle/>
        <a:p>
          <a:endParaRPr lang="uk-UA"/>
        </a:p>
      </dgm:t>
    </dgm:pt>
    <dgm:pt modelId="{A7BB60D9-7AD5-4238-B6E0-1981344A4A18}" type="sibTrans" cxnId="{F1D37692-E0F1-4756-A2A5-38B5F74452B2}">
      <dgm:prSet/>
      <dgm:spPr/>
      <dgm:t>
        <a:bodyPr/>
        <a:lstStyle/>
        <a:p>
          <a:endParaRPr lang="uk-UA"/>
        </a:p>
      </dgm:t>
    </dgm:pt>
    <dgm:pt modelId="{893D7CC5-217D-4CDB-B783-8409A5AC0B70}" type="pres">
      <dgm:prSet presAssocID="{CFBDBA78-330B-4EED-AC17-99AA76978746}" presName="linear" presStyleCnt="0">
        <dgm:presLayoutVars>
          <dgm:animLvl val="lvl"/>
          <dgm:resizeHandles val="exact"/>
        </dgm:presLayoutVars>
      </dgm:prSet>
      <dgm:spPr/>
    </dgm:pt>
    <dgm:pt modelId="{42EE6870-084D-4565-AC77-DF667C488B9F}" type="pres">
      <dgm:prSet presAssocID="{F397287C-AE08-481D-8904-CECAFFDEC1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DA6CB0-430E-4884-B631-74C919B6ECA7}" type="pres">
      <dgm:prSet presAssocID="{F4C34D33-B57C-4057-8E8D-F95A1EAA542E}" presName="spacer" presStyleCnt="0"/>
      <dgm:spPr/>
    </dgm:pt>
    <dgm:pt modelId="{15DC411A-DE9A-463C-B243-1C3CEB47AEDC}" type="pres">
      <dgm:prSet presAssocID="{0117812C-9C5A-4599-B2D0-5E3090FABD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AB955B-4A70-4C39-BA4B-2B1C677CB992}" type="pres">
      <dgm:prSet presAssocID="{21526055-FC02-46FE-9790-C37F64832063}" presName="spacer" presStyleCnt="0"/>
      <dgm:spPr/>
    </dgm:pt>
    <dgm:pt modelId="{4ACEF4D3-CE88-440E-8AD9-1750F51FE14C}" type="pres">
      <dgm:prSet presAssocID="{E68C69E7-A558-4856-964A-137330C5AC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A065456-8250-4563-83BE-468889BA908A}" type="pres">
      <dgm:prSet presAssocID="{3CE1DACD-9FDB-4AAB-8456-234CEE299C9E}" presName="spacer" presStyleCnt="0"/>
      <dgm:spPr/>
    </dgm:pt>
    <dgm:pt modelId="{607A42CC-FF06-4FB2-9FB8-B39B936E6A04}" type="pres">
      <dgm:prSet presAssocID="{09DAF632-5995-4D03-9283-86C2153EA1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8E605-F052-465D-94F1-9F03DD9EC38C}" type="presOf" srcId="{E68C69E7-A558-4856-964A-137330C5AC0F}" destId="{4ACEF4D3-CE88-440E-8AD9-1750F51FE14C}" srcOrd="0" destOrd="0" presId="urn:microsoft.com/office/officeart/2005/8/layout/vList2"/>
    <dgm:cxn modelId="{7F965419-0385-4511-8DE5-63785EBA1CA6}" srcId="{CFBDBA78-330B-4EED-AC17-99AA76978746}" destId="{0117812C-9C5A-4599-B2D0-5E3090FABD54}" srcOrd="1" destOrd="0" parTransId="{25D2E7A3-E42D-4009-BB1E-7F447E3FC3CC}" sibTransId="{21526055-FC02-46FE-9790-C37F64832063}"/>
    <dgm:cxn modelId="{3C35814D-CA97-4E3E-BA07-21D072F38878}" type="presOf" srcId="{0117812C-9C5A-4599-B2D0-5E3090FABD54}" destId="{15DC411A-DE9A-463C-B243-1C3CEB47AEDC}" srcOrd="0" destOrd="0" presId="urn:microsoft.com/office/officeart/2005/8/layout/vList2"/>
    <dgm:cxn modelId="{83B20750-BCE5-4424-877F-20B66BED1231}" type="presOf" srcId="{F397287C-AE08-481D-8904-CECAFFDEC1BF}" destId="{42EE6870-084D-4565-AC77-DF667C488B9F}" srcOrd="0" destOrd="0" presId="urn:microsoft.com/office/officeart/2005/8/layout/vList2"/>
    <dgm:cxn modelId="{F1D37692-E0F1-4756-A2A5-38B5F74452B2}" srcId="{CFBDBA78-330B-4EED-AC17-99AA76978746}" destId="{09DAF632-5995-4D03-9283-86C2153EA1EB}" srcOrd="3" destOrd="0" parTransId="{75A81EF2-1F0A-42C4-BDBB-A01046E9E3FD}" sibTransId="{A7BB60D9-7AD5-4238-B6E0-1981344A4A18}"/>
    <dgm:cxn modelId="{BF842DB0-F7EA-4F2D-A872-8A5ECB190B58}" type="presOf" srcId="{09DAF632-5995-4D03-9283-86C2153EA1EB}" destId="{607A42CC-FF06-4FB2-9FB8-B39B936E6A04}" srcOrd="0" destOrd="0" presId="urn:microsoft.com/office/officeart/2005/8/layout/vList2"/>
    <dgm:cxn modelId="{C328A9C9-F3AD-43BD-A7CF-F9F36D361759}" srcId="{CFBDBA78-330B-4EED-AC17-99AA76978746}" destId="{E68C69E7-A558-4856-964A-137330C5AC0F}" srcOrd="2" destOrd="0" parTransId="{52FE9CDC-9DEB-4F7C-8A30-AC3615321099}" sibTransId="{3CE1DACD-9FDB-4AAB-8456-234CEE299C9E}"/>
    <dgm:cxn modelId="{65AFD3CC-0BDB-4112-A7BD-7F0D8CFFD1AB}" type="presOf" srcId="{CFBDBA78-330B-4EED-AC17-99AA76978746}" destId="{893D7CC5-217D-4CDB-B783-8409A5AC0B70}" srcOrd="0" destOrd="0" presId="urn:microsoft.com/office/officeart/2005/8/layout/vList2"/>
    <dgm:cxn modelId="{42A2F5D6-CA08-4F35-9AA0-B7E921EFCB36}" srcId="{CFBDBA78-330B-4EED-AC17-99AA76978746}" destId="{F397287C-AE08-481D-8904-CECAFFDEC1BF}" srcOrd="0" destOrd="0" parTransId="{A8749245-7E21-4081-8DEC-F8B7132D892C}" sibTransId="{F4C34D33-B57C-4057-8E8D-F95A1EAA542E}"/>
    <dgm:cxn modelId="{13FCFFAF-1A8F-4DAA-9569-9CB0499E3272}" type="presParOf" srcId="{893D7CC5-217D-4CDB-B783-8409A5AC0B70}" destId="{42EE6870-084D-4565-AC77-DF667C488B9F}" srcOrd="0" destOrd="0" presId="urn:microsoft.com/office/officeart/2005/8/layout/vList2"/>
    <dgm:cxn modelId="{24C69499-6825-4BB3-B935-1C0CB04F041C}" type="presParOf" srcId="{893D7CC5-217D-4CDB-B783-8409A5AC0B70}" destId="{C5DA6CB0-430E-4884-B631-74C919B6ECA7}" srcOrd="1" destOrd="0" presId="urn:microsoft.com/office/officeart/2005/8/layout/vList2"/>
    <dgm:cxn modelId="{69CCA930-3424-4344-A153-414DDA15A62C}" type="presParOf" srcId="{893D7CC5-217D-4CDB-B783-8409A5AC0B70}" destId="{15DC411A-DE9A-463C-B243-1C3CEB47AEDC}" srcOrd="2" destOrd="0" presId="urn:microsoft.com/office/officeart/2005/8/layout/vList2"/>
    <dgm:cxn modelId="{DB560499-82CE-4187-BAE6-EF6CEA498FC8}" type="presParOf" srcId="{893D7CC5-217D-4CDB-B783-8409A5AC0B70}" destId="{81AB955B-4A70-4C39-BA4B-2B1C677CB992}" srcOrd="3" destOrd="0" presId="urn:microsoft.com/office/officeart/2005/8/layout/vList2"/>
    <dgm:cxn modelId="{B203E4DE-F693-435D-8694-E249D814B43B}" type="presParOf" srcId="{893D7CC5-217D-4CDB-B783-8409A5AC0B70}" destId="{4ACEF4D3-CE88-440E-8AD9-1750F51FE14C}" srcOrd="4" destOrd="0" presId="urn:microsoft.com/office/officeart/2005/8/layout/vList2"/>
    <dgm:cxn modelId="{FCD6906C-CE73-4A61-96B4-8C092B939D67}" type="presParOf" srcId="{893D7CC5-217D-4CDB-B783-8409A5AC0B70}" destId="{7A065456-8250-4563-83BE-468889BA908A}" srcOrd="5" destOrd="0" presId="urn:microsoft.com/office/officeart/2005/8/layout/vList2"/>
    <dgm:cxn modelId="{1098AEB4-75EC-424F-9465-92FC03172FDC}" type="presParOf" srcId="{893D7CC5-217D-4CDB-B783-8409A5AC0B70}" destId="{607A42CC-FF06-4FB2-9FB8-B39B936E6A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D6EDD62-4777-4815-948B-D0680AD885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879D73-7D9C-4059-9D11-EBCCFA195174}">
      <dgm:prSet/>
      <dgm:spPr/>
      <dgm:t>
        <a:bodyPr/>
        <a:lstStyle/>
        <a:p>
          <a:r>
            <a:rPr lang="ru-RU" b="0" i="0"/>
            <a:t>знищити «буржуазно-націоналістичну», антирадянську інтелігенцію.</a:t>
          </a:r>
          <a:endParaRPr lang="uk-UA"/>
        </a:p>
      </dgm:t>
    </dgm:pt>
    <dgm:pt modelId="{9EA78BAA-13FD-4B45-9D22-4A5E646C3E8F}" type="parTrans" cxnId="{D74F8FAD-A717-48F2-B2FD-ACB646302841}">
      <dgm:prSet/>
      <dgm:spPr/>
      <dgm:t>
        <a:bodyPr/>
        <a:lstStyle/>
        <a:p>
          <a:endParaRPr lang="uk-UA"/>
        </a:p>
      </dgm:t>
    </dgm:pt>
    <dgm:pt modelId="{037E825A-DD70-4C99-8202-62AE9A8301A4}" type="sibTrans" cxnId="{D74F8FAD-A717-48F2-B2FD-ACB646302841}">
      <dgm:prSet/>
      <dgm:spPr/>
      <dgm:t>
        <a:bodyPr/>
        <a:lstStyle/>
        <a:p>
          <a:endParaRPr lang="uk-UA"/>
        </a:p>
      </dgm:t>
    </dgm:pt>
    <dgm:pt modelId="{CE5108F2-0EE0-44DE-AC52-CC86EABF00AF}">
      <dgm:prSet/>
      <dgm:spPr/>
      <dgm:t>
        <a:bodyPr/>
        <a:lstStyle/>
        <a:p>
          <a:r>
            <a:rPr lang="ru-RU" b="0" i="0"/>
            <a:t>остаточно утвердити радянську владу в національних республіках.</a:t>
          </a:r>
          <a:endParaRPr lang="uk-UA"/>
        </a:p>
      </dgm:t>
    </dgm:pt>
    <dgm:pt modelId="{E705A9D9-C7FD-4203-AAC1-6CAC422768DE}" type="parTrans" cxnId="{9A86F3D3-329B-4C64-91DD-17647A4C8632}">
      <dgm:prSet/>
      <dgm:spPr/>
      <dgm:t>
        <a:bodyPr/>
        <a:lstStyle/>
        <a:p>
          <a:endParaRPr lang="uk-UA"/>
        </a:p>
      </dgm:t>
    </dgm:pt>
    <dgm:pt modelId="{790C50E7-9B48-4F45-9E06-2A4A9BB43833}" type="sibTrans" cxnId="{9A86F3D3-329B-4C64-91DD-17647A4C8632}">
      <dgm:prSet/>
      <dgm:spPr/>
      <dgm:t>
        <a:bodyPr/>
        <a:lstStyle/>
        <a:p>
          <a:endParaRPr lang="uk-UA"/>
        </a:p>
      </dgm:t>
    </dgm:pt>
    <dgm:pt modelId="{9FF0CEED-35C7-4548-ABBD-81EBF0CD8667}">
      <dgm:prSet/>
      <dgm:spPr/>
      <dgm:t>
        <a:bodyPr/>
        <a:lstStyle/>
        <a:p>
          <a:r>
            <a:rPr lang="ru-RU" b="0" i="0"/>
            <a:t>налагодити культурне співробітництво з розвиненими країнами Заходу.</a:t>
          </a:r>
          <a:endParaRPr lang="uk-UA"/>
        </a:p>
      </dgm:t>
    </dgm:pt>
    <dgm:pt modelId="{EAB73DEF-B7BB-4216-A382-EC9FE84DB385}" type="parTrans" cxnId="{CA095361-AF2A-44DD-A4D5-5DB5DEFE1B29}">
      <dgm:prSet/>
      <dgm:spPr/>
      <dgm:t>
        <a:bodyPr/>
        <a:lstStyle/>
        <a:p>
          <a:endParaRPr lang="uk-UA"/>
        </a:p>
      </dgm:t>
    </dgm:pt>
    <dgm:pt modelId="{AE0A6F65-4060-43F4-9EA9-D15E7FFA4E3F}" type="sibTrans" cxnId="{CA095361-AF2A-44DD-A4D5-5DB5DEFE1B29}">
      <dgm:prSet/>
      <dgm:spPr/>
      <dgm:t>
        <a:bodyPr/>
        <a:lstStyle/>
        <a:p>
          <a:endParaRPr lang="uk-UA"/>
        </a:p>
      </dgm:t>
    </dgm:pt>
    <dgm:pt modelId="{D6EF93F8-4880-4898-A388-39F10C7D19F3}">
      <dgm:prSet/>
      <dgm:spPr/>
      <dgm:t>
        <a:bodyPr/>
        <a:lstStyle/>
        <a:p>
          <a:r>
            <a:rPr lang="ru-RU" b="0" i="0"/>
            <a:t>подолати масову неписьменність дорослого населення країни.</a:t>
          </a:r>
          <a:endParaRPr lang="uk-UA"/>
        </a:p>
      </dgm:t>
    </dgm:pt>
    <dgm:pt modelId="{445139F0-714E-421E-B53E-DD1869C3BD5B}" type="parTrans" cxnId="{E26246CB-AE0D-4E67-A797-2EBC8515511B}">
      <dgm:prSet/>
      <dgm:spPr/>
      <dgm:t>
        <a:bodyPr/>
        <a:lstStyle/>
        <a:p>
          <a:endParaRPr lang="uk-UA"/>
        </a:p>
      </dgm:t>
    </dgm:pt>
    <dgm:pt modelId="{6431165D-9E36-4718-8EF0-D85FD975AD84}" type="sibTrans" cxnId="{E26246CB-AE0D-4E67-A797-2EBC8515511B}">
      <dgm:prSet/>
      <dgm:spPr/>
      <dgm:t>
        <a:bodyPr/>
        <a:lstStyle/>
        <a:p>
          <a:endParaRPr lang="uk-UA"/>
        </a:p>
      </dgm:t>
    </dgm:pt>
    <dgm:pt modelId="{5921C027-6477-46CE-9F68-E2CCB14747C5}" type="pres">
      <dgm:prSet presAssocID="{FD6EDD62-4777-4815-948B-D0680AD8854C}" presName="linear" presStyleCnt="0">
        <dgm:presLayoutVars>
          <dgm:animLvl val="lvl"/>
          <dgm:resizeHandles val="exact"/>
        </dgm:presLayoutVars>
      </dgm:prSet>
      <dgm:spPr/>
    </dgm:pt>
    <dgm:pt modelId="{BA08DCFB-7FB1-41C4-AC24-80B64673D3A4}" type="pres">
      <dgm:prSet presAssocID="{70879D73-7D9C-4059-9D11-EBCCFA1951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130B12-E6A9-4098-8B3E-161412102292}" type="pres">
      <dgm:prSet presAssocID="{037E825A-DD70-4C99-8202-62AE9A8301A4}" presName="spacer" presStyleCnt="0"/>
      <dgm:spPr/>
    </dgm:pt>
    <dgm:pt modelId="{F23C1F93-54BC-487D-8650-4543FB41EDAB}" type="pres">
      <dgm:prSet presAssocID="{CE5108F2-0EE0-44DE-AC52-CC86EABF00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B78C41-D0F3-4099-AA8F-07A24803D4FF}" type="pres">
      <dgm:prSet presAssocID="{790C50E7-9B48-4F45-9E06-2A4A9BB43833}" presName="spacer" presStyleCnt="0"/>
      <dgm:spPr/>
    </dgm:pt>
    <dgm:pt modelId="{C4106B53-A4F1-4A81-AB36-7B5CF50ADBEA}" type="pres">
      <dgm:prSet presAssocID="{9FF0CEED-35C7-4548-ABBD-81EBF0CD86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AC0F8F-D200-4052-82C4-49B97A3CFA93}" type="pres">
      <dgm:prSet presAssocID="{AE0A6F65-4060-43F4-9EA9-D15E7FFA4E3F}" presName="spacer" presStyleCnt="0"/>
      <dgm:spPr/>
    </dgm:pt>
    <dgm:pt modelId="{E5E98893-3889-47C7-B8F4-CF856EBB946B}" type="pres">
      <dgm:prSet presAssocID="{D6EF93F8-4880-4898-A388-39F10C7D19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740B18-EF1A-4476-B1F0-639F9F5F09F8}" type="presOf" srcId="{70879D73-7D9C-4059-9D11-EBCCFA195174}" destId="{BA08DCFB-7FB1-41C4-AC24-80B64673D3A4}" srcOrd="0" destOrd="0" presId="urn:microsoft.com/office/officeart/2005/8/layout/vList2"/>
    <dgm:cxn modelId="{CA095361-AF2A-44DD-A4D5-5DB5DEFE1B29}" srcId="{FD6EDD62-4777-4815-948B-D0680AD8854C}" destId="{9FF0CEED-35C7-4548-ABBD-81EBF0CD8667}" srcOrd="2" destOrd="0" parTransId="{EAB73DEF-B7BB-4216-A382-EC9FE84DB385}" sibTransId="{AE0A6F65-4060-43F4-9EA9-D15E7FFA4E3F}"/>
    <dgm:cxn modelId="{8A7F2B7E-D7B5-4CAF-98E1-71AEB37FD35D}" type="presOf" srcId="{FD6EDD62-4777-4815-948B-D0680AD8854C}" destId="{5921C027-6477-46CE-9F68-E2CCB14747C5}" srcOrd="0" destOrd="0" presId="urn:microsoft.com/office/officeart/2005/8/layout/vList2"/>
    <dgm:cxn modelId="{91DE968F-B0DF-4D53-9E9A-7EFB1E14D07B}" type="presOf" srcId="{9FF0CEED-35C7-4548-ABBD-81EBF0CD8667}" destId="{C4106B53-A4F1-4A81-AB36-7B5CF50ADBEA}" srcOrd="0" destOrd="0" presId="urn:microsoft.com/office/officeart/2005/8/layout/vList2"/>
    <dgm:cxn modelId="{D74F8FAD-A717-48F2-B2FD-ACB646302841}" srcId="{FD6EDD62-4777-4815-948B-D0680AD8854C}" destId="{70879D73-7D9C-4059-9D11-EBCCFA195174}" srcOrd="0" destOrd="0" parTransId="{9EA78BAA-13FD-4B45-9D22-4A5E646C3E8F}" sibTransId="{037E825A-DD70-4C99-8202-62AE9A8301A4}"/>
    <dgm:cxn modelId="{E26246CB-AE0D-4E67-A797-2EBC8515511B}" srcId="{FD6EDD62-4777-4815-948B-D0680AD8854C}" destId="{D6EF93F8-4880-4898-A388-39F10C7D19F3}" srcOrd="3" destOrd="0" parTransId="{445139F0-714E-421E-B53E-DD1869C3BD5B}" sibTransId="{6431165D-9E36-4718-8EF0-D85FD975AD84}"/>
    <dgm:cxn modelId="{9A86F3D3-329B-4C64-91DD-17647A4C8632}" srcId="{FD6EDD62-4777-4815-948B-D0680AD8854C}" destId="{CE5108F2-0EE0-44DE-AC52-CC86EABF00AF}" srcOrd="1" destOrd="0" parTransId="{E705A9D9-C7FD-4203-AAC1-6CAC422768DE}" sibTransId="{790C50E7-9B48-4F45-9E06-2A4A9BB43833}"/>
    <dgm:cxn modelId="{2FDC6FD7-8AFB-4C49-AD1A-B635946F4063}" type="presOf" srcId="{D6EF93F8-4880-4898-A388-39F10C7D19F3}" destId="{E5E98893-3889-47C7-B8F4-CF856EBB946B}" srcOrd="0" destOrd="0" presId="urn:microsoft.com/office/officeart/2005/8/layout/vList2"/>
    <dgm:cxn modelId="{5361FEFA-BB53-4992-B362-E5C3C852F362}" type="presOf" srcId="{CE5108F2-0EE0-44DE-AC52-CC86EABF00AF}" destId="{F23C1F93-54BC-487D-8650-4543FB41EDAB}" srcOrd="0" destOrd="0" presId="urn:microsoft.com/office/officeart/2005/8/layout/vList2"/>
    <dgm:cxn modelId="{30580277-21ED-4583-9864-FA594820CC53}" type="presParOf" srcId="{5921C027-6477-46CE-9F68-E2CCB14747C5}" destId="{BA08DCFB-7FB1-41C4-AC24-80B64673D3A4}" srcOrd="0" destOrd="0" presId="urn:microsoft.com/office/officeart/2005/8/layout/vList2"/>
    <dgm:cxn modelId="{CDB1FF09-B008-4E36-A08C-36FE356EE251}" type="presParOf" srcId="{5921C027-6477-46CE-9F68-E2CCB14747C5}" destId="{57130B12-E6A9-4098-8B3E-161412102292}" srcOrd="1" destOrd="0" presId="urn:microsoft.com/office/officeart/2005/8/layout/vList2"/>
    <dgm:cxn modelId="{D3895DAF-30E0-4125-9504-CC4909F91231}" type="presParOf" srcId="{5921C027-6477-46CE-9F68-E2CCB14747C5}" destId="{F23C1F93-54BC-487D-8650-4543FB41EDAB}" srcOrd="2" destOrd="0" presId="urn:microsoft.com/office/officeart/2005/8/layout/vList2"/>
    <dgm:cxn modelId="{B4877B89-3EA3-4225-B07C-AB8136D95AE4}" type="presParOf" srcId="{5921C027-6477-46CE-9F68-E2CCB14747C5}" destId="{79B78C41-D0F3-4099-AA8F-07A24803D4FF}" srcOrd="3" destOrd="0" presId="urn:microsoft.com/office/officeart/2005/8/layout/vList2"/>
    <dgm:cxn modelId="{B675AF26-CC22-481C-8C33-09AA85AF5FB0}" type="presParOf" srcId="{5921C027-6477-46CE-9F68-E2CCB14747C5}" destId="{C4106B53-A4F1-4A81-AB36-7B5CF50ADBEA}" srcOrd="4" destOrd="0" presId="urn:microsoft.com/office/officeart/2005/8/layout/vList2"/>
    <dgm:cxn modelId="{7B4584C1-51BA-43E3-99AF-4DE599500722}" type="presParOf" srcId="{5921C027-6477-46CE-9F68-E2CCB14747C5}" destId="{6AAC0F8F-D200-4052-82C4-49B97A3CFA93}" srcOrd="5" destOrd="0" presId="urn:microsoft.com/office/officeart/2005/8/layout/vList2"/>
    <dgm:cxn modelId="{9C00187C-43A8-45E7-B185-09257B5C311F}" type="presParOf" srcId="{5921C027-6477-46CE-9F68-E2CCB14747C5}" destId="{E5E98893-3889-47C7-B8F4-CF856EBB946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5418C14-0AAD-45FD-8402-A2B528C613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AB0039-CA6F-4D21-88C0-ABBCB9F31587}">
      <dgm:prSet/>
      <dgm:spPr/>
      <dgm:t>
        <a:bodyPr/>
        <a:lstStyle/>
        <a:p>
          <a:r>
            <a:rPr lang="uk-UA" b="0" i="0"/>
            <a:t>утворення Всеукраїнської академії наук</a:t>
          </a:r>
          <a:endParaRPr lang="uk-UA"/>
        </a:p>
      </dgm:t>
    </dgm:pt>
    <dgm:pt modelId="{9A873022-BC5F-4B43-9233-E27866E785C1}" type="parTrans" cxnId="{8D0102F0-0145-4C40-AD16-EB4EF3B42A7A}">
      <dgm:prSet/>
      <dgm:spPr/>
      <dgm:t>
        <a:bodyPr/>
        <a:lstStyle/>
        <a:p>
          <a:endParaRPr lang="uk-UA"/>
        </a:p>
      </dgm:t>
    </dgm:pt>
    <dgm:pt modelId="{689C0474-D288-4670-91DB-1AB43B95B6A3}" type="sibTrans" cxnId="{8D0102F0-0145-4C40-AD16-EB4EF3B42A7A}">
      <dgm:prSet/>
      <dgm:spPr/>
      <dgm:t>
        <a:bodyPr/>
        <a:lstStyle/>
        <a:p>
          <a:endParaRPr lang="uk-UA"/>
        </a:p>
      </dgm:t>
    </dgm:pt>
    <dgm:pt modelId="{97885245-1386-4D71-ACDB-3C52137D15EA}">
      <dgm:prSet/>
      <dgm:spPr/>
      <dgm:t>
        <a:bodyPr/>
        <a:lstStyle/>
        <a:p>
          <a:r>
            <a:rPr lang="uk-UA" b="0" i="0"/>
            <a:t>здійснення владою політики «коренізації»</a:t>
          </a:r>
          <a:endParaRPr lang="uk-UA"/>
        </a:p>
      </dgm:t>
    </dgm:pt>
    <dgm:pt modelId="{9D97BB0D-E642-48DB-9342-919722216CF0}" type="parTrans" cxnId="{C8212428-CC39-4102-91CB-FFD749F59954}">
      <dgm:prSet/>
      <dgm:spPr/>
      <dgm:t>
        <a:bodyPr/>
        <a:lstStyle/>
        <a:p>
          <a:endParaRPr lang="uk-UA"/>
        </a:p>
      </dgm:t>
    </dgm:pt>
    <dgm:pt modelId="{10073AEA-3A97-4AC5-A6F8-53B7BE9CA26A}" type="sibTrans" cxnId="{C8212428-CC39-4102-91CB-FFD749F59954}">
      <dgm:prSet/>
      <dgm:spPr/>
      <dgm:t>
        <a:bodyPr/>
        <a:lstStyle/>
        <a:p>
          <a:endParaRPr lang="uk-UA"/>
        </a:p>
      </dgm:t>
    </dgm:pt>
    <dgm:pt modelId="{2BAD09E3-3909-46CD-9407-9CFC38A25AE6}">
      <dgm:prSet/>
      <dgm:spPr/>
      <dgm:t>
        <a:bodyPr/>
        <a:lstStyle/>
        <a:p>
          <a:r>
            <a:rPr lang="uk-UA" b="0" i="0"/>
            <a:t>входження республіки до складу СРСР</a:t>
          </a:r>
          <a:endParaRPr lang="uk-UA"/>
        </a:p>
      </dgm:t>
    </dgm:pt>
    <dgm:pt modelId="{7666846E-E24D-4521-8938-E401FB53BE49}" type="parTrans" cxnId="{0ECB9B4D-4917-4261-9BD0-C1B863072286}">
      <dgm:prSet/>
      <dgm:spPr/>
      <dgm:t>
        <a:bodyPr/>
        <a:lstStyle/>
        <a:p>
          <a:endParaRPr lang="uk-UA"/>
        </a:p>
      </dgm:t>
    </dgm:pt>
    <dgm:pt modelId="{D094C275-3CF5-40C2-9E7A-E3EFE3C2D779}" type="sibTrans" cxnId="{0ECB9B4D-4917-4261-9BD0-C1B863072286}">
      <dgm:prSet/>
      <dgm:spPr/>
      <dgm:t>
        <a:bodyPr/>
        <a:lstStyle/>
        <a:p>
          <a:endParaRPr lang="uk-UA"/>
        </a:p>
      </dgm:t>
    </dgm:pt>
    <dgm:pt modelId="{437D6EAF-032A-4CFB-91BF-5E4D1770D8E7}">
      <dgm:prSet/>
      <dgm:spPr/>
      <dgm:t>
        <a:bodyPr/>
        <a:lstStyle/>
        <a:p>
          <a:r>
            <a:rPr lang="uk-UA" b="0" i="0"/>
            <a:t>відновлення діяльності університетів</a:t>
          </a:r>
          <a:endParaRPr lang="uk-UA"/>
        </a:p>
      </dgm:t>
    </dgm:pt>
    <dgm:pt modelId="{51C1D65C-405C-4D92-8170-2F33EAB99EFA}" type="parTrans" cxnId="{4063E85C-0037-420A-B29B-F0A7EC1CE885}">
      <dgm:prSet/>
      <dgm:spPr/>
      <dgm:t>
        <a:bodyPr/>
        <a:lstStyle/>
        <a:p>
          <a:endParaRPr lang="uk-UA"/>
        </a:p>
      </dgm:t>
    </dgm:pt>
    <dgm:pt modelId="{467FC6D2-66D9-442C-8605-CCB4D0310818}" type="sibTrans" cxnId="{4063E85C-0037-420A-B29B-F0A7EC1CE885}">
      <dgm:prSet/>
      <dgm:spPr/>
      <dgm:t>
        <a:bodyPr/>
        <a:lstStyle/>
        <a:p>
          <a:endParaRPr lang="uk-UA"/>
        </a:p>
      </dgm:t>
    </dgm:pt>
    <dgm:pt modelId="{53A0B59B-71B6-4C04-928E-B9602C175A4E}" type="pres">
      <dgm:prSet presAssocID="{95418C14-0AAD-45FD-8402-A2B528C61380}" presName="linear" presStyleCnt="0">
        <dgm:presLayoutVars>
          <dgm:animLvl val="lvl"/>
          <dgm:resizeHandles val="exact"/>
        </dgm:presLayoutVars>
      </dgm:prSet>
      <dgm:spPr/>
    </dgm:pt>
    <dgm:pt modelId="{CADB5E57-25C7-4728-96E3-E7DA1F41498D}" type="pres">
      <dgm:prSet presAssocID="{A9AB0039-CA6F-4D21-88C0-ABBCB9F315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CBEA4A-F9CA-43A1-A438-B377F1EDE60B}" type="pres">
      <dgm:prSet presAssocID="{689C0474-D288-4670-91DB-1AB43B95B6A3}" presName="spacer" presStyleCnt="0"/>
      <dgm:spPr/>
    </dgm:pt>
    <dgm:pt modelId="{5F92AF75-F634-4CEC-8F8E-2640FFD7209E}" type="pres">
      <dgm:prSet presAssocID="{97885245-1386-4D71-ACDB-3C52137D15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777630-2D52-41F0-AF25-43F9B7B0AD13}" type="pres">
      <dgm:prSet presAssocID="{10073AEA-3A97-4AC5-A6F8-53B7BE9CA26A}" presName="spacer" presStyleCnt="0"/>
      <dgm:spPr/>
    </dgm:pt>
    <dgm:pt modelId="{AB72DE27-EBE4-4823-B418-78859D6EC7DD}" type="pres">
      <dgm:prSet presAssocID="{2BAD09E3-3909-46CD-9407-9CFC38A25A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097274-8F17-495A-845E-B3680907B4A7}" type="pres">
      <dgm:prSet presAssocID="{D094C275-3CF5-40C2-9E7A-E3EFE3C2D779}" presName="spacer" presStyleCnt="0"/>
      <dgm:spPr/>
    </dgm:pt>
    <dgm:pt modelId="{4C1503AE-5054-41C6-B02D-47B86DB6D079}" type="pres">
      <dgm:prSet presAssocID="{437D6EAF-032A-4CFB-91BF-5E4D1770D8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33090D-7DD9-438B-BD96-B2380DEC06AA}" type="presOf" srcId="{95418C14-0AAD-45FD-8402-A2B528C61380}" destId="{53A0B59B-71B6-4C04-928E-B9602C175A4E}" srcOrd="0" destOrd="0" presId="urn:microsoft.com/office/officeart/2005/8/layout/vList2"/>
    <dgm:cxn modelId="{C8212428-CC39-4102-91CB-FFD749F59954}" srcId="{95418C14-0AAD-45FD-8402-A2B528C61380}" destId="{97885245-1386-4D71-ACDB-3C52137D15EA}" srcOrd="1" destOrd="0" parTransId="{9D97BB0D-E642-48DB-9342-919722216CF0}" sibTransId="{10073AEA-3A97-4AC5-A6F8-53B7BE9CA26A}"/>
    <dgm:cxn modelId="{B896963A-79B4-4067-9F1E-F9C8946EF97E}" type="presOf" srcId="{A9AB0039-CA6F-4D21-88C0-ABBCB9F31587}" destId="{CADB5E57-25C7-4728-96E3-E7DA1F41498D}" srcOrd="0" destOrd="0" presId="urn:microsoft.com/office/officeart/2005/8/layout/vList2"/>
    <dgm:cxn modelId="{4063E85C-0037-420A-B29B-F0A7EC1CE885}" srcId="{95418C14-0AAD-45FD-8402-A2B528C61380}" destId="{437D6EAF-032A-4CFB-91BF-5E4D1770D8E7}" srcOrd="3" destOrd="0" parTransId="{51C1D65C-405C-4D92-8170-2F33EAB99EFA}" sibTransId="{467FC6D2-66D9-442C-8605-CCB4D0310818}"/>
    <dgm:cxn modelId="{0ECB9B4D-4917-4261-9BD0-C1B863072286}" srcId="{95418C14-0AAD-45FD-8402-A2B528C61380}" destId="{2BAD09E3-3909-46CD-9407-9CFC38A25AE6}" srcOrd="2" destOrd="0" parTransId="{7666846E-E24D-4521-8938-E401FB53BE49}" sibTransId="{D094C275-3CF5-40C2-9E7A-E3EFE3C2D779}"/>
    <dgm:cxn modelId="{410DFE84-B1B7-407A-911E-E7D5BD6950D4}" type="presOf" srcId="{97885245-1386-4D71-ACDB-3C52137D15EA}" destId="{5F92AF75-F634-4CEC-8F8E-2640FFD7209E}" srcOrd="0" destOrd="0" presId="urn:microsoft.com/office/officeart/2005/8/layout/vList2"/>
    <dgm:cxn modelId="{241573A4-981C-499D-B5CB-AF957E61E3FC}" type="presOf" srcId="{2BAD09E3-3909-46CD-9407-9CFC38A25AE6}" destId="{AB72DE27-EBE4-4823-B418-78859D6EC7DD}" srcOrd="0" destOrd="0" presId="urn:microsoft.com/office/officeart/2005/8/layout/vList2"/>
    <dgm:cxn modelId="{8D0102F0-0145-4C40-AD16-EB4EF3B42A7A}" srcId="{95418C14-0AAD-45FD-8402-A2B528C61380}" destId="{A9AB0039-CA6F-4D21-88C0-ABBCB9F31587}" srcOrd="0" destOrd="0" parTransId="{9A873022-BC5F-4B43-9233-E27866E785C1}" sibTransId="{689C0474-D288-4670-91DB-1AB43B95B6A3}"/>
    <dgm:cxn modelId="{16FA91FF-A010-48A5-96FE-0BB9340B0C88}" type="presOf" srcId="{437D6EAF-032A-4CFB-91BF-5E4D1770D8E7}" destId="{4C1503AE-5054-41C6-B02D-47B86DB6D079}" srcOrd="0" destOrd="0" presId="urn:microsoft.com/office/officeart/2005/8/layout/vList2"/>
    <dgm:cxn modelId="{A3D336B8-FDE0-4658-8D94-424B8D59AC4C}" type="presParOf" srcId="{53A0B59B-71B6-4C04-928E-B9602C175A4E}" destId="{CADB5E57-25C7-4728-96E3-E7DA1F41498D}" srcOrd="0" destOrd="0" presId="urn:microsoft.com/office/officeart/2005/8/layout/vList2"/>
    <dgm:cxn modelId="{FFCE1C55-48CC-4208-BB7A-C219DD3EA435}" type="presParOf" srcId="{53A0B59B-71B6-4C04-928E-B9602C175A4E}" destId="{70CBEA4A-F9CA-43A1-A438-B377F1EDE60B}" srcOrd="1" destOrd="0" presId="urn:microsoft.com/office/officeart/2005/8/layout/vList2"/>
    <dgm:cxn modelId="{1AB9E384-FF51-4151-A199-E6C882B81573}" type="presParOf" srcId="{53A0B59B-71B6-4C04-928E-B9602C175A4E}" destId="{5F92AF75-F634-4CEC-8F8E-2640FFD7209E}" srcOrd="2" destOrd="0" presId="urn:microsoft.com/office/officeart/2005/8/layout/vList2"/>
    <dgm:cxn modelId="{94A0E9FD-32F7-4EE1-BD5D-2E2190F1B3DE}" type="presParOf" srcId="{53A0B59B-71B6-4C04-928E-B9602C175A4E}" destId="{84777630-2D52-41F0-AF25-43F9B7B0AD13}" srcOrd="3" destOrd="0" presId="urn:microsoft.com/office/officeart/2005/8/layout/vList2"/>
    <dgm:cxn modelId="{85D80BE4-A0CD-408F-AEA5-ED892AC3DAAF}" type="presParOf" srcId="{53A0B59B-71B6-4C04-928E-B9602C175A4E}" destId="{AB72DE27-EBE4-4823-B418-78859D6EC7DD}" srcOrd="4" destOrd="0" presId="urn:microsoft.com/office/officeart/2005/8/layout/vList2"/>
    <dgm:cxn modelId="{C1D4DA48-ED5C-41C2-A75D-381400148416}" type="presParOf" srcId="{53A0B59B-71B6-4C04-928E-B9602C175A4E}" destId="{A9097274-8F17-495A-845E-B3680907B4A7}" srcOrd="5" destOrd="0" presId="urn:microsoft.com/office/officeart/2005/8/layout/vList2"/>
    <dgm:cxn modelId="{15371A98-6144-4804-9966-65092648156B}" type="presParOf" srcId="{53A0B59B-71B6-4C04-928E-B9602C175A4E}" destId="{4C1503AE-5054-41C6-B02D-47B86DB6D0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513E3EE-71F1-49A6-B41F-A6246A69D63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F265CC8-E74F-4F09-8C79-4D1D2A297024}">
      <dgm:prSet/>
      <dgm:spPr/>
      <dgm:t>
        <a:bodyPr/>
        <a:lstStyle/>
        <a:p>
          <a:r>
            <a:rPr lang="uk-UA" b="0" i="0"/>
            <a:t>«воєнного комунізму»</a:t>
          </a:r>
          <a:endParaRPr lang="uk-UA"/>
        </a:p>
      </dgm:t>
    </dgm:pt>
    <dgm:pt modelId="{820131A6-2CB5-4904-A869-C7A02EEE6654}" type="parTrans" cxnId="{9CD9E459-4881-453C-A365-BCC60098F4A8}">
      <dgm:prSet/>
      <dgm:spPr/>
      <dgm:t>
        <a:bodyPr/>
        <a:lstStyle/>
        <a:p>
          <a:endParaRPr lang="uk-UA"/>
        </a:p>
      </dgm:t>
    </dgm:pt>
    <dgm:pt modelId="{BC0BE4FD-E1BB-4502-A17B-30BB2181A80D}" type="sibTrans" cxnId="{9CD9E459-4881-453C-A365-BCC60098F4A8}">
      <dgm:prSet/>
      <dgm:spPr/>
      <dgm:t>
        <a:bodyPr/>
        <a:lstStyle/>
        <a:p>
          <a:endParaRPr lang="uk-UA"/>
        </a:p>
      </dgm:t>
    </dgm:pt>
    <dgm:pt modelId="{047D7FA2-3A96-48F8-86CC-9375F8188F77}">
      <dgm:prSet/>
      <dgm:spPr/>
      <dgm:t>
        <a:bodyPr/>
        <a:lstStyle/>
        <a:p>
          <a:r>
            <a:rPr lang="uk-UA" b="0" i="0"/>
            <a:t>ліквідації неписьменності</a:t>
          </a:r>
          <a:endParaRPr lang="uk-UA"/>
        </a:p>
      </dgm:t>
    </dgm:pt>
    <dgm:pt modelId="{C09E004C-6E81-4AC9-8E33-FD4F8D402E3A}" type="parTrans" cxnId="{2DA03F09-AB1F-470C-8258-217E34BCD0CB}">
      <dgm:prSet/>
      <dgm:spPr/>
      <dgm:t>
        <a:bodyPr/>
        <a:lstStyle/>
        <a:p>
          <a:endParaRPr lang="uk-UA"/>
        </a:p>
      </dgm:t>
    </dgm:pt>
    <dgm:pt modelId="{8FC35BFD-8232-45EA-AC11-89A9748A7E0C}" type="sibTrans" cxnId="{2DA03F09-AB1F-470C-8258-217E34BCD0CB}">
      <dgm:prSet/>
      <dgm:spPr/>
      <dgm:t>
        <a:bodyPr/>
        <a:lstStyle/>
        <a:p>
          <a:endParaRPr lang="uk-UA"/>
        </a:p>
      </dgm:t>
    </dgm:pt>
    <dgm:pt modelId="{271BFC5F-FA09-4BE8-A703-82D26C342F37}">
      <dgm:prSet/>
      <dgm:spPr/>
      <dgm:t>
        <a:bodyPr/>
        <a:lstStyle/>
        <a:p>
          <a:r>
            <a:rPr lang="uk-UA" b="0" i="0"/>
            <a:t>коренізації</a:t>
          </a:r>
          <a:endParaRPr lang="uk-UA"/>
        </a:p>
      </dgm:t>
    </dgm:pt>
    <dgm:pt modelId="{F15FDFD3-B61A-4D94-A8D2-D4F189220068}" type="parTrans" cxnId="{F374DC1E-6FCC-476C-A84C-5CB52A5B2265}">
      <dgm:prSet/>
      <dgm:spPr/>
      <dgm:t>
        <a:bodyPr/>
        <a:lstStyle/>
        <a:p>
          <a:endParaRPr lang="uk-UA"/>
        </a:p>
      </dgm:t>
    </dgm:pt>
    <dgm:pt modelId="{D4C9AD31-F439-45D6-B1F5-2BA5B675F131}" type="sibTrans" cxnId="{F374DC1E-6FCC-476C-A84C-5CB52A5B2265}">
      <dgm:prSet/>
      <dgm:spPr/>
      <dgm:t>
        <a:bodyPr/>
        <a:lstStyle/>
        <a:p>
          <a:endParaRPr lang="uk-UA"/>
        </a:p>
      </dgm:t>
    </dgm:pt>
    <dgm:pt modelId="{636817C9-4507-4ECC-A5DA-E8298CD845D1}">
      <dgm:prSet/>
      <dgm:spPr/>
      <dgm:t>
        <a:bodyPr/>
        <a:lstStyle/>
        <a:p>
          <a:r>
            <a:rPr lang="uk-UA" b="0" i="0"/>
            <a:t>пацифікації</a:t>
          </a:r>
          <a:endParaRPr lang="uk-UA"/>
        </a:p>
      </dgm:t>
    </dgm:pt>
    <dgm:pt modelId="{E97FE34D-F300-49C2-99A5-36240E047D6F}" type="parTrans" cxnId="{7FA099F6-C7AA-4137-9956-E7534E1FA195}">
      <dgm:prSet/>
      <dgm:spPr/>
      <dgm:t>
        <a:bodyPr/>
        <a:lstStyle/>
        <a:p>
          <a:endParaRPr lang="uk-UA"/>
        </a:p>
      </dgm:t>
    </dgm:pt>
    <dgm:pt modelId="{D4E8F7EB-D8A6-430D-81B7-995E37CF4038}" type="sibTrans" cxnId="{7FA099F6-C7AA-4137-9956-E7534E1FA195}">
      <dgm:prSet/>
      <dgm:spPr/>
      <dgm:t>
        <a:bodyPr/>
        <a:lstStyle/>
        <a:p>
          <a:endParaRPr lang="uk-UA"/>
        </a:p>
      </dgm:t>
    </dgm:pt>
    <dgm:pt modelId="{C7B2301F-1002-4FCF-834C-010AFCC4ADB3}" type="pres">
      <dgm:prSet presAssocID="{5513E3EE-71F1-49A6-B41F-A6246A69D63A}" presName="linearFlow" presStyleCnt="0">
        <dgm:presLayoutVars>
          <dgm:dir/>
          <dgm:resizeHandles val="exact"/>
        </dgm:presLayoutVars>
      </dgm:prSet>
      <dgm:spPr/>
    </dgm:pt>
    <dgm:pt modelId="{6226CCC6-94DE-49BA-AF6A-89F77582B4F7}" type="pres">
      <dgm:prSet presAssocID="{9F265CC8-E74F-4F09-8C79-4D1D2A297024}" presName="composite" presStyleCnt="0"/>
      <dgm:spPr/>
    </dgm:pt>
    <dgm:pt modelId="{924CA5BB-6B0C-4AEA-BB69-4FBF23D435B7}" type="pres">
      <dgm:prSet presAssocID="{9F265CC8-E74F-4F09-8C79-4D1D2A297024}" presName="imgShp" presStyleLbl="fgImgPlace1" presStyleIdx="0" presStyleCnt="4"/>
      <dgm:spPr/>
    </dgm:pt>
    <dgm:pt modelId="{CFB0B668-7EC2-4039-8BCF-B8D9C279F228}" type="pres">
      <dgm:prSet presAssocID="{9F265CC8-E74F-4F09-8C79-4D1D2A297024}" presName="txShp" presStyleLbl="node1" presStyleIdx="0" presStyleCnt="4">
        <dgm:presLayoutVars>
          <dgm:bulletEnabled val="1"/>
        </dgm:presLayoutVars>
      </dgm:prSet>
      <dgm:spPr/>
    </dgm:pt>
    <dgm:pt modelId="{B7B25112-5E07-46FF-AF64-F97A618375AF}" type="pres">
      <dgm:prSet presAssocID="{BC0BE4FD-E1BB-4502-A17B-30BB2181A80D}" presName="spacing" presStyleCnt="0"/>
      <dgm:spPr/>
    </dgm:pt>
    <dgm:pt modelId="{EC3F9F90-218F-4458-BB45-958E2416AF61}" type="pres">
      <dgm:prSet presAssocID="{047D7FA2-3A96-48F8-86CC-9375F8188F77}" presName="composite" presStyleCnt="0"/>
      <dgm:spPr/>
    </dgm:pt>
    <dgm:pt modelId="{FE24A363-D01B-4FB6-9783-E8E14239D129}" type="pres">
      <dgm:prSet presAssocID="{047D7FA2-3A96-48F8-86CC-9375F8188F77}" presName="imgShp" presStyleLbl="fgImgPlace1" presStyleIdx="1" presStyleCnt="4"/>
      <dgm:spPr/>
    </dgm:pt>
    <dgm:pt modelId="{C7E46C01-5D09-4E1E-B2ED-6860B2BC3CBB}" type="pres">
      <dgm:prSet presAssocID="{047D7FA2-3A96-48F8-86CC-9375F8188F77}" presName="txShp" presStyleLbl="node1" presStyleIdx="1" presStyleCnt="4">
        <dgm:presLayoutVars>
          <dgm:bulletEnabled val="1"/>
        </dgm:presLayoutVars>
      </dgm:prSet>
      <dgm:spPr/>
    </dgm:pt>
    <dgm:pt modelId="{27479259-8FCE-4A15-BA04-4595423EE5B3}" type="pres">
      <dgm:prSet presAssocID="{8FC35BFD-8232-45EA-AC11-89A9748A7E0C}" presName="spacing" presStyleCnt="0"/>
      <dgm:spPr/>
    </dgm:pt>
    <dgm:pt modelId="{0CD94EC9-7ED0-406C-8BC0-095C1D177650}" type="pres">
      <dgm:prSet presAssocID="{271BFC5F-FA09-4BE8-A703-82D26C342F37}" presName="composite" presStyleCnt="0"/>
      <dgm:spPr/>
    </dgm:pt>
    <dgm:pt modelId="{63E122AF-D161-4421-8693-AA9C9E2B04B7}" type="pres">
      <dgm:prSet presAssocID="{271BFC5F-FA09-4BE8-A703-82D26C342F37}" presName="imgShp" presStyleLbl="fgImgPlace1" presStyleIdx="2" presStyleCnt="4"/>
      <dgm:spPr/>
    </dgm:pt>
    <dgm:pt modelId="{E75AA133-A667-450E-B85A-BC9F62A64B2F}" type="pres">
      <dgm:prSet presAssocID="{271BFC5F-FA09-4BE8-A703-82D26C342F37}" presName="txShp" presStyleLbl="node1" presStyleIdx="2" presStyleCnt="4">
        <dgm:presLayoutVars>
          <dgm:bulletEnabled val="1"/>
        </dgm:presLayoutVars>
      </dgm:prSet>
      <dgm:spPr/>
    </dgm:pt>
    <dgm:pt modelId="{056F54DA-5041-4E50-8A3D-68AB232FDB40}" type="pres">
      <dgm:prSet presAssocID="{D4C9AD31-F439-45D6-B1F5-2BA5B675F131}" presName="spacing" presStyleCnt="0"/>
      <dgm:spPr/>
    </dgm:pt>
    <dgm:pt modelId="{76DD0190-E39C-4F9C-B4B1-4263D317B5DB}" type="pres">
      <dgm:prSet presAssocID="{636817C9-4507-4ECC-A5DA-E8298CD845D1}" presName="composite" presStyleCnt="0"/>
      <dgm:spPr/>
    </dgm:pt>
    <dgm:pt modelId="{CA5EDB99-55FC-4918-9810-C63243455A48}" type="pres">
      <dgm:prSet presAssocID="{636817C9-4507-4ECC-A5DA-E8298CD845D1}" presName="imgShp" presStyleLbl="fgImgPlace1" presStyleIdx="3" presStyleCnt="4"/>
      <dgm:spPr/>
    </dgm:pt>
    <dgm:pt modelId="{81883734-A60C-4F30-92CE-B87B5F7E0B14}" type="pres">
      <dgm:prSet presAssocID="{636817C9-4507-4ECC-A5DA-E8298CD845D1}" presName="txShp" presStyleLbl="node1" presStyleIdx="3" presStyleCnt="4">
        <dgm:presLayoutVars>
          <dgm:bulletEnabled val="1"/>
        </dgm:presLayoutVars>
      </dgm:prSet>
      <dgm:spPr/>
    </dgm:pt>
  </dgm:ptLst>
  <dgm:cxnLst>
    <dgm:cxn modelId="{2DA03F09-AB1F-470C-8258-217E34BCD0CB}" srcId="{5513E3EE-71F1-49A6-B41F-A6246A69D63A}" destId="{047D7FA2-3A96-48F8-86CC-9375F8188F77}" srcOrd="1" destOrd="0" parTransId="{C09E004C-6E81-4AC9-8E33-FD4F8D402E3A}" sibTransId="{8FC35BFD-8232-45EA-AC11-89A9748A7E0C}"/>
    <dgm:cxn modelId="{2ACD1912-37E4-47CB-8C76-3C53C7A80CCE}" type="presOf" srcId="{047D7FA2-3A96-48F8-86CC-9375F8188F77}" destId="{C7E46C01-5D09-4E1E-B2ED-6860B2BC3CBB}" srcOrd="0" destOrd="0" presId="urn:microsoft.com/office/officeart/2005/8/layout/vList3"/>
    <dgm:cxn modelId="{4148F416-95FB-44A2-9FE3-3B925D65873D}" type="presOf" srcId="{271BFC5F-FA09-4BE8-A703-82D26C342F37}" destId="{E75AA133-A667-450E-B85A-BC9F62A64B2F}" srcOrd="0" destOrd="0" presId="urn:microsoft.com/office/officeart/2005/8/layout/vList3"/>
    <dgm:cxn modelId="{F374DC1E-6FCC-476C-A84C-5CB52A5B2265}" srcId="{5513E3EE-71F1-49A6-B41F-A6246A69D63A}" destId="{271BFC5F-FA09-4BE8-A703-82D26C342F37}" srcOrd="2" destOrd="0" parTransId="{F15FDFD3-B61A-4D94-A8D2-D4F189220068}" sibTransId="{D4C9AD31-F439-45D6-B1F5-2BA5B675F131}"/>
    <dgm:cxn modelId="{2408FB65-DCD2-4D52-9F6D-D9CE9FC49CCC}" type="presOf" srcId="{5513E3EE-71F1-49A6-B41F-A6246A69D63A}" destId="{C7B2301F-1002-4FCF-834C-010AFCC4ADB3}" srcOrd="0" destOrd="0" presId="urn:microsoft.com/office/officeart/2005/8/layout/vList3"/>
    <dgm:cxn modelId="{9CD9E459-4881-453C-A365-BCC60098F4A8}" srcId="{5513E3EE-71F1-49A6-B41F-A6246A69D63A}" destId="{9F265CC8-E74F-4F09-8C79-4D1D2A297024}" srcOrd="0" destOrd="0" parTransId="{820131A6-2CB5-4904-A869-C7A02EEE6654}" sibTransId="{BC0BE4FD-E1BB-4502-A17B-30BB2181A80D}"/>
    <dgm:cxn modelId="{58159480-0A6B-48A7-AFE7-9C5D2CA518A9}" type="presOf" srcId="{636817C9-4507-4ECC-A5DA-E8298CD845D1}" destId="{81883734-A60C-4F30-92CE-B87B5F7E0B14}" srcOrd="0" destOrd="0" presId="urn:microsoft.com/office/officeart/2005/8/layout/vList3"/>
    <dgm:cxn modelId="{FD7F1997-BBB4-4423-B5E2-FC3A99911EAB}" type="presOf" srcId="{9F265CC8-E74F-4F09-8C79-4D1D2A297024}" destId="{CFB0B668-7EC2-4039-8BCF-B8D9C279F228}" srcOrd="0" destOrd="0" presId="urn:microsoft.com/office/officeart/2005/8/layout/vList3"/>
    <dgm:cxn modelId="{7FA099F6-C7AA-4137-9956-E7534E1FA195}" srcId="{5513E3EE-71F1-49A6-B41F-A6246A69D63A}" destId="{636817C9-4507-4ECC-A5DA-E8298CD845D1}" srcOrd="3" destOrd="0" parTransId="{E97FE34D-F300-49C2-99A5-36240E047D6F}" sibTransId="{D4E8F7EB-D8A6-430D-81B7-995E37CF4038}"/>
    <dgm:cxn modelId="{FA0FE358-4262-4515-AC97-1088646D5FB8}" type="presParOf" srcId="{C7B2301F-1002-4FCF-834C-010AFCC4ADB3}" destId="{6226CCC6-94DE-49BA-AF6A-89F77582B4F7}" srcOrd="0" destOrd="0" presId="urn:microsoft.com/office/officeart/2005/8/layout/vList3"/>
    <dgm:cxn modelId="{82A40BEE-6AE0-4CA9-8594-370B33E04AF0}" type="presParOf" srcId="{6226CCC6-94DE-49BA-AF6A-89F77582B4F7}" destId="{924CA5BB-6B0C-4AEA-BB69-4FBF23D435B7}" srcOrd="0" destOrd="0" presId="urn:microsoft.com/office/officeart/2005/8/layout/vList3"/>
    <dgm:cxn modelId="{63E1991F-71C6-498B-9FFB-8B45FD1AE1DE}" type="presParOf" srcId="{6226CCC6-94DE-49BA-AF6A-89F77582B4F7}" destId="{CFB0B668-7EC2-4039-8BCF-B8D9C279F228}" srcOrd="1" destOrd="0" presId="urn:microsoft.com/office/officeart/2005/8/layout/vList3"/>
    <dgm:cxn modelId="{5D59B4AB-E332-48D1-99FF-8F824E658448}" type="presParOf" srcId="{C7B2301F-1002-4FCF-834C-010AFCC4ADB3}" destId="{B7B25112-5E07-46FF-AF64-F97A618375AF}" srcOrd="1" destOrd="0" presId="urn:microsoft.com/office/officeart/2005/8/layout/vList3"/>
    <dgm:cxn modelId="{63303234-C052-41C2-84F9-E805E7A2556F}" type="presParOf" srcId="{C7B2301F-1002-4FCF-834C-010AFCC4ADB3}" destId="{EC3F9F90-218F-4458-BB45-958E2416AF61}" srcOrd="2" destOrd="0" presId="urn:microsoft.com/office/officeart/2005/8/layout/vList3"/>
    <dgm:cxn modelId="{29717255-B159-49D7-BCA6-FC58BC9C9B8C}" type="presParOf" srcId="{EC3F9F90-218F-4458-BB45-958E2416AF61}" destId="{FE24A363-D01B-4FB6-9783-E8E14239D129}" srcOrd="0" destOrd="0" presId="urn:microsoft.com/office/officeart/2005/8/layout/vList3"/>
    <dgm:cxn modelId="{BD2BC576-6A66-45D1-A605-11EB2B10C966}" type="presParOf" srcId="{EC3F9F90-218F-4458-BB45-958E2416AF61}" destId="{C7E46C01-5D09-4E1E-B2ED-6860B2BC3CBB}" srcOrd="1" destOrd="0" presId="urn:microsoft.com/office/officeart/2005/8/layout/vList3"/>
    <dgm:cxn modelId="{6ECA19CC-C5FD-443A-8562-7607AA2A787E}" type="presParOf" srcId="{C7B2301F-1002-4FCF-834C-010AFCC4ADB3}" destId="{27479259-8FCE-4A15-BA04-4595423EE5B3}" srcOrd="3" destOrd="0" presId="urn:microsoft.com/office/officeart/2005/8/layout/vList3"/>
    <dgm:cxn modelId="{90835C94-E755-4840-96E4-CF3E372D8B91}" type="presParOf" srcId="{C7B2301F-1002-4FCF-834C-010AFCC4ADB3}" destId="{0CD94EC9-7ED0-406C-8BC0-095C1D177650}" srcOrd="4" destOrd="0" presId="urn:microsoft.com/office/officeart/2005/8/layout/vList3"/>
    <dgm:cxn modelId="{8584FFAF-765A-433C-8AC6-6419D98D2DA6}" type="presParOf" srcId="{0CD94EC9-7ED0-406C-8BC0-095C1D177650}" destId="{63E122AF-D161-4421-8693-AA9C9E2B04B7}" srcOrd="0" destOrd="0" presId="urn:microsoft.com/office/officeart/2005/8/layout/vList3"/>
    <dgm:cxn modelId="{7F80FB7D-EF77-4B0C-A9A7-04A71979C61C}" type="presParOf" srcId="{0CD94EC9-7ED0-406C-8BC0-095C1D177650}" destId="{E75AA133-A667-450E-B85A-BC9F62A64B2F}" srcOrd="1" destOrd="0" presId="urn:microsoft.com/office/officeart/2005/8/layout/vList3"/>
    <dgm:cxn modelId="{F8D6E5A1-1159-4DD8-96F4-BCAA7C687720}" type="presParOf" srcId="{C7B2301F-1002-4FCF-834C-010AFCC4ADB3}" destId="{056F54DA-5041-4E50-8A3D-68AB232FDB40}" srcOrd="5" destOrd="0" presId="urn:microsoft.com/office/officeart/2005/8/layout/vList3"/>
    <dgm:cxn modelId="{761C178C-C0C7-49D1-9518-F7DD4C58E68D}" type="presParOf" srcId="{C7B2301F-1002-4FCF-834C-010AFCC4ADB3}" destId="{76DD0190-E39C-4F9C-B4B1-4263D317B5DB}" srcOrd="6" destOrd="0" presId="urn:microsoft.com/office/officeart/2005/8/layout/vList3"/>
    <dgm:cxn modelId="{08D1A8BF-0FFB-48A8-AD6A-20FF244428E8}" type="presParOf" srcId="{76DD0190-E39C-4F9C-B4B1-4263D317B5DB}" destId="{CA5EDB99-55FC-4918-9810-C63243455A48}" srcOrd="0" destOrd="0" presId="urn:microsoft.com/office/officeart/2005/8/layout/vList3"/>
    <dgm:cxn modelId="{700D817A-EB3B-4E20-9875-557320668D9E}" type="presParOf" srcId="{76DD0190-E39C-4F9C-B4B1-4263D317B5DB}" destId="{81883734-A60C-4F30-92CE-B87B5F7E0B1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5CD9E04-4AC9-4568-AEC4-B7D4360696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9FCF50-B7D3-46B1-8EBC-F3EF4A44C613}">
      <dgm:prSet/>
      <dgm:spPr/>
      <dgm:t>
        <a:bodyPr/>
        <a:lstStyle/>
        <a:p>
          <a:r>
            <a:rPr lang="uk-UA" b="0" i="0"/>
            <a:t>«воєнного комунізму».</a:t>
          </a:r>
          <a:endParaRPr lang="uk-UA"/>
        </a:p>
      </dgm:t>
    </dgm:pt>
    <dgm:pt modelId="{F50888BB-7E2C-4F11-9E02-D4FBDEF81750}" type="parTrans" cxnId="{63787BC4-AF1F-4A9A-BFFF-04D290DE6F40}">
      <dgm:prSet/>
      <dgm:spPr/>
      <dgm:t>
        <a:bodyPr/>
        <a:lstStyle/>
        <a:p>
          <a:endParaRPr lang="uk-UA"/>
        </a:p>
      </dgm:t>
    </dgm:pt>
    <dgm:pt modelId="{D736A80F-C847-4286-944C-44EB37BC0665}" type="sibTrans" cxnId="{63787BC4-AF1F-4A9A-BFFF-04D290DE6F40}">
      <dgm:prSet/>
      <dgm:spPr/>
      <dgm:t>
        <a:bodyPr/>
        <a:lstStyle/>
        <a:p>
          <a:endParaRPr lang="uk-UA"/>
        </a:p>
      </dgm:t>
    </dgm:pt>
    <dgm:pt modelId="{9C2CAC7F-E92D-4180-8BEA-B6BA1857B2EC}">
      <dgm:prSet/>
      <dgm:spPr/>
      <dgm:t>
        <a:bodyPr/>
        <a:lstStyle/>
        <a:p>
          <a:r>
            <a:rPr lang="uk-UA" b="0" i="0"/>
            <a:t>нової економічної політики.</a:t>
          </a:r>
          <a:endParaRPr lang="uk-UA"/>
        </a:p>
      </dgm:t>
    </dgm:pt>
    <dgm:pt modelId="{96E46D4C-E1A3-49A5-B77C-479EAC5B3878}" type="parTrans" cxnId="{135FD3D8-C33C-43A9-A4D1-1DE0278C59F7}">
      <dgm:prSet/>
      <dgm:spPr/>
      <dgm:t>
        <a:bodyPr/>
        <a:lstStyle/>
        <a:p>
          <a:endParaRPr lang="uk-UA"/>
        </a:p>
      </dgm:t>
    </dgm:pt>
    <dgm:pt modelId="{C601C365-FAB3-4975-ABEA-41D1F08A38D0}" type="sibTrans" cxnId="{135FD3D8-C33C-43A9-A4D1-1DE0278C59F7}">
      <dgm:prSet/>
      <dgm:spPr/>
      <dgm:t>
        <a:bodyPr/>
        <a:lstStyle/>
        <a:p>
          <a:endParaRPr lang="uk-UA"/>
        </a:p>
      </dgm:t>
    </dgm:pt>
    <dgm:pt modelId="{511E7680-91F2-4EFF-BBDD-8569234BDBE3}">
      <dgm:prSet/>
      <dgm:spPr/>
      <dgm:t>
        <a:bodyPr/>
        <a:lstStyle/>
        <a:p>
          <a:r>
            <a:rPr lang="uk-UA" b="0" i="0"/>
            <a:t>форсованої індустріалізації.</a:t>
          </a:r>
          <a:endParaRPr lang="uk-UA"/>
        </a:p>
      </dgm:t>
    </dgm:pt>
    <dgm:pt modelId="{148B4A30-8703-4310-9DEC-528EBBAD7F3D}" type="parTrans" cxnId="{0F455DFE-7158-4455-8EAC-16EB46BABCCE}">
      <dgm:prSet/>
      <dgm:spPr/>
      <dgm:t>
        <a:bodyPr/>
        <a:lstStyle/>
        <a:p>
          <a:endParaRPr lang="uk-UA"/>
        </a:p>
      </dgm:t>
    </dgm:pt>
    <dgm:pt modelId="{E8981332-5AB7-4F64-BC55-4FCF4CF25B7C}" type="sibTrans" cxnId="{0F455DFE-7158-4455-8EAC-16EB46BABCCE}">
      <dgm:prSet/>
      <dgm:spPr/>
      <dgm:t>
        <a:bodyPr/>
        <a:lstStyle/>
        <a:p>
          <a:endParaRPr lang="uk-UA"/>
        </a:p>
      </dgm:t>
    </dgm:pt>
    <dgm:pt modelId="{AE32E234-ABCD-4C68-BD34-82A9621289AB}">
      <dgm:prSet/>
      <dgm:spPr/>
      <dgm:t>
        <a:bodyPr/>
        <a:lstStyle/>
        <a:p>
          <a:r>
            <a:rPr lang="uk-UA" b="0" i="0"/>
            <a:t>суцільної колективізації.</a:t>
          </a:r>
          <a:endParaRPr lang="uk-UA"/>
        </a:p>
      </dgm:t>
    </dgm:pt>
    <dgm:pt modelId="{97E36A21-AAFD-4C77-8067-2275F1361B74}" type="parTrans" cxnId="{6F9E9DDD-0A44-4956-8990-27269F851196}">
      <dgm:prSet/>
      <dgm:spPr/>
      <dgm:t>
        <a:bodyPr/>
        <a:lstStyle/>
        <a:p>
          <a:endParaRPr lang="uk-UA"/>
        </a:p>
      </dgm:t>
    </dgm:pt>
    <dgm:pt modelId="{39472A4C-B72C-4D39-A21C-8E13E6C732DA}" type="sibTrans" cxnId="{6F9E9DDD-0A44-4956-8990-27269F851196}">
      <dgm:prSet/>
      <dgm:spPr/>
      <dgm:t>
        <a:bodyPr/>
        <a:lstStyle/>
        <a:p>
          <a:endParaRPr lang="uk-UA"/>
        </a:p>
      </dgm:t>
    </dgm:pt>
    <dgm:pt modelId="{92447B7B-EF29-4122-A692-D5C36C27198F}" type="pres">
      <dgm:prSet presAssocID="{35CD9E04-4AC9-4568-AEC4-B7D43606962D}" presName="linear" presStyleCnt="0">
        <dgm:presLayoutVars>
          <dgm:animLvl val="lvl"/>
          <dgm:resizeHandles val="exact"/>
        </dgm:presLayoutVars>
      </dgm:prSet>
      <dgm:spPr/>
    </dgm:pt>
    <dgm:pt modelId="{EAB20B8B-815B-4635-B25B-F7B7325E37F3}" type="pres">
      <dgm:prSet presAssocID="{BA9FCF50-B7D3-46B1-8EBC-F3EF4A44C6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AA7D9A-07C1-4758-97B9-50A3BEBF6551}" type="pres">
      <dgm:prSet presAssocID="{D736A80F-C847-4286-944C-44EB37BC0665}" presName="spacer" presStyleCnt="0"/>
      <dgm:spPr/>
    </dgm:pt>
    <dgm:pt modelId="{7E47BB88-52CC-4A89-8F7C-C0CB89F6A636}" type="pres">
      <dgm:prSet presAssocID="{9C2CAC7F-E92D-4180-8BEA-B6BA1857B2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E806FA-7B10-4B62-B3DA-E747FFCEBF9D}" type="pres">
      <dgm:prSet presAssocID="{C601C365-FAB3-4975-ABEA-41D1F08A38D0}" presName="spacer" presStyleCnt="0"/>
      <dgm:spPr/>
    </dgm:pt>
    <dgm:pt modelId="{28D45110-8C3B-4FD8-B321-FD0580ADDC65}" type="pres">
      <dgm:prSet presAssocID="{511E7680-91F2-4EFF-BBDD-8569234BDB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C3DEB3-0AB3-4B3D-9D2C-790F2B66A1E0}" type="pres">
      <dgm:prSet presAssocID="{E8981332-5AB7-4F64-BC55-4FCF4CF25B7C}" presName="spacer" presStyleCnt="0"/>
      <dgm:spPr/>
    </dgm:pt>
    <dgm:pt modelId="{2C7FA25E-9C39-41AC-A15B-6EC0598E93B6}" type="pres">
      <dgm:prSet presAssocID="{AE32E234-ABCD-4C68-BD34-82A9621289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769743-DB15-44EA-B104-57B254B8B737}" type="presOf" srcId="{BA9FCF50-B7D3-46B1-8EBC-F3EF4A44C613}" destId="{EAB20B8B-815B-4635-B25B-F7B7325E37F3}" srcOrd="0" destOrd="0" presId="urn:microsoft.com/office/officeart/2005/8/layout/vList2"/>
    <dgm:cxn modelId="{4537A186-4143-4B18-B288-A3FCDD2177CF}" type="presOf" srcId="{9C2CAC7F-E92D-4180-8BEA-B6BA1857B2EC}" destId="{7E47BB88-52CC-4A89-8F7C-C0CB89F6A636}" srcOrd="0" destOrd="0" presId="urn:microsoft.com/office/officeart/2005/8/layout/vList2"/>
    <dgm:cxn modelId="{6191F3B2-44FF-4CEA-BE8E-BA7FE10C0FD6}" type="presOf" srcId="{AE32E234-ABCD-4C68-BD34-82A9621289AB}" destId="{2C7FA25E-9C39-41AC-A15B-6EC0598E93B6}" srcOrd="0" destOrd="0" presId="urn:microsoft.com/office/officeart/2005/8/layout/vList2"/>
    <dgm:cxn modelId="{179060B9-CC52-432E-8558-C75EE204B4CD}" type="presOf" srcId="{511E7680-91F2-4EFF-BBDD-8569234BDBE3}" destId="{28D45110-8C3B-4FD8-B321-FD0580ADDC65}" srcOrd="0" destOrd="0" presId="urn:microsoft.com/office/officeart/2005/8/layout/vList2"/>
    <dgm:cxn modelId="{63787BC4-AF1F-4A9A-BFFF-04D290DE6F40}" srcId="{35CD9E04-4AC9-4568-AEC4-B7D43606962D}" destId="{BA9FCF50-B7D3-46B1-8EBC-F3EF4A44C613}" srcOrd="0" destOrd="0" parTransId="{F50888BB-7E2C-4F11-9E02-D4FBDEF81750}" sibTransId="{D736A80F-C847-4286-944C-44EB37BC0665}"/>
    <dgm:cxn modelId="{914D55C7-C16E-4481-A4AD-87D1E420D981}" type="presOf" srcId="{35CD9E04-4AC9-4568-AEC4-B7D43606962D}" destId="{92447B7B-EF29-4122-A692-D5C36C27198F}" srcOrd="0" destOrd="0" presId="urn:microsoft.com/office/officeart/2005/8/layout/vList2"/>
    <dgm:cxn modelId="{135FD3D8-C33C-43A9-A4D1-1DE0278C59F7}" srcId="{35CD9E04-4AC9-4568-AEC4-B7D43606962D}" destId="{9C2CAC7F-E92D-4180-8BEA-B6BA1857B2EC}" srcOrd="1" destOrd="0" parTransId="{96E46D4C-E1A3-49A5-B77C-479EAC5B3878}" sibTransId="{C601C365-FAB3-4975-ABEA-41D1F08A38D0}"/>
    <dgm:cxn modelId="{6F9E9DDD-0A44-4956-8990-27269F851196}" srcId="{35CD9E04-4AC9-4568-AEC4-B7D43606962D}" destId="{AE32E234-ABCD-4C68-BD34-82A9621289AB}" srcOrd="3" destOrd="0" parTransId="{97E36A21-AAFD-4C77-8067-2275F1361B74}" sibTransId="{39472A4C-B72C-4D39-A21C-8E13E6C732DA}"/>
    <dgm:cxn modelId="{0F455DFE-7158-4455-8EAC-16EB46BABCCE}" srcId="{35CD9E04-4AC9-4568-AEC4-B7D43606962D}" destId="{511E7680-91F2-4EFF-BBDD-8569234BDBE3}" srcOrd="2" destOrd="0" parTransId="{148B4A30-8703-4310-9DEC-528EBBAD7F3D}" sibTransId="{E8981332-5AB7-4F64-BC55-4FCF4CF25B7C}"/>
    <dgm:cxn modelId="{6C2A656B-7A64-442A-801B-83DD1D3A4EF5}" type="presParOf" srcId="{92447B7B-EF29-4122-A692-D5C36C27198F}" destId="{EAB20B8B-815B-4635-B25B-F7B7325E37F3}" srcOrd="0" destOrd="0" presId="urn:microsoft.com/office/officeart/2005/8/layout/vList2"/>
    <dgm:cxn modelId="{F07738B1-C43F-468C-8049-98D3FE9D5C5E}" type="presParOf" srcId="{92447B7B-EF29-4122-A692-D5C36C27198F}" destId="{12AA7D9A-07C1-4758-97B9-50A3BEBF6551}" srcOrd="1" destOrd="0" presId="urn:microsoft.com/office/officeart/2005/8/layout/vList2"/>
    <dgm:cxn modelId="{0384BF7A-FCF5-4897-8A15-61143077BF16}" type="presParOf" srcId="{92447B7B-EF29-4122-A692-D5C36C27198F}" destId="{7E47BB88-52CC-4A89-8F7C-C0CB89F6A636}" srcOrd="2" destOrd="0" presId="urn:microsoft.com/office/officeart/2005/8/layout/vList2"/>
    <dgm:cxn modelId="{C2789686-136D-4E82-AEC4-39021CE1D8EC}" type="presParOf" srcId="{92447B7B-EF29-4122-A692-D5C36C27198F}" destId="{0AE806FA-7B10-4B62-B3DA-E747FFCEBF9D}" srcOrd="3" destOrd="0" presId="urn:microsoft.com/office/officeart/2005/8/layout/vList2"/>
    <dgm:cxn modelId="{E7A02496-2737-4A54-9FBB-03909A040F12}" type="presParOf" srcId="{92447B7B-EF29-4122-A692-D5C36C27198F}" destId="{28D45110-8C3B-4FD8-B321-FD0580ADDC65}" srcOrd="4" destOrd="0" presId="urn:microsoft.com/office/officeart/2005/8/layout/vList2"/>
    <dgm:cxn modelId="{7E22A9E4-D330-45C9-A3B3-CD1FAE814CF8}" type="presParOf" srcId="{92447B7B-EF29-4122-A692-D5C36C27198F}" destId="{B9C3DEB3-0AB3-4B3D-9D2C-790F2B66A1E0}" srcOrd="5" destOrd="0" presId="urn:microsoft.com/office/officeart/2005/8/layout/vList2"/>
    <dgm:cxn modelId="{8AD75471-4EC9-4FD8-8178-F1B60B458D5E}" type="presParOf" srcId="{92447B7B-EF29-4122-A692-D5C36C27198F}" destId="{2C7FA25E-9C39-41AC-A15B-6EC0598E93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2094169-F397-43B7-88AD-98FF730C23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05C038-4917-48CC-A317-C08FD4887161}">
      <dgm:prSet/>
      <dgm:spPr/>
      <dgm:t>
        <a:bodyPr/>
        <a:lstStyle/>
        <a:p>
          <a:r>
            <a:rPr lang="uk-UA" b="0" i="0"/>
            <a:t>масштабність голоду</a:t>
          </a:r>
          <a:endParaRPr lang="uk-UA"/>
        </a:p>
      </dgm:t>
    </dgm:pt>
    <dgm:pt modelId="{7A4317C7-7123-4931-8CB7-D2FFFE570CD4}" type="parTrans" cxnId="{2223EA63-D4EF-4F8F-AA6F-41F63FD0D368}">
      <dgm:prSet/>
      <dgm:spPr/>
      <dgm:t>
        <a:bodyPr/>
        <a:lstStyle/>
        <a:p>
          <a:endParaRPr lang="uk-UA"/>
        </a:p>
      </dgm:t>
    </dgm:pt>
    <dgm:pt modelId="{69220EFD-EA1C-4E80-9C1B-F1E814AF819D}" type="sibTrans" cxnId="{2223EA63-D4EF-4F8F-AA6F-41F63FD0D368}">
      <dgm:prSet/>
      <dgm:spPr/>
      <dgm:t>
        <a:bodyPr/>
        <a:lstStyle/>
        <a:p>
          <a:endParaRPr lang="uk-UA"/>
        </a:p>
      </dgm:t>
    </dgm:pt>
    <dgm:pt modelId="{D0255E04-9814-4CAE-BA10-C419A2A577A0}">
      <dgm:prSet/>
      <dgm:spPr/>
      <dgm:t>
        <a:bodyPr/>
        <a:lstStyle/>
        <a:p>
          <a:r>
            <a:rPr lang="uk-UA" b="0" i="0"/>
            <a:t>запровадження нової економічної політики</a:t>
          </a:r>
          <a:endParaRPr lang="uk-UA"/>
        </a:p>
      </dgm:t>
    </dgm:pt>
    <dgm:pt modelId="{504B6F21-46F6-43B8-ADAB-DD8B5ADF0045}" type="parTrans" cxnId="{88FA030A-A160-4DA2-9EA8-0852F1076232}">
      <dgm:prSet/>
      <dgm:spPr/>
      <dgm:t>
        <a:bodyPr/>
        <a:lstStyle/>
        <a:p>
          <a:endParaRPr lang="uk-UA"/>
        </a:p>
      </dgm:t>
    </dgm:pt>
    <dgm:pt modelId="{0A02DA80-2E1F-4458-BF42-B1B0202E8050}" type="sibTrans" cxnId="{88FA030A-A160-4DA2-9EA8-0852F1076232}">
      <dgm:prSet/>
      <dgm:spPr/>
      <dgm:t>
        <a:bodyPr/>
        <a:lstStyle/>
        <a:p>
          <a:endParaRPr lang="uk-UA"/>
        </a:p>
      </dgm:t>
    </dgm:pt>
    <dgm:pt modelId="{20B02D7D-EC19-45A4-901F-5A0122E86FA6}">
      <dgm:prSet/>
      <dgm:spPr/>
      <dgm:t>
        <a:bodyPr/>
        <a:lstStyle/>
        <a:p>
          <a:r>
            <a:rPr lang="uk-UA" b="0" i="0"/>
            <a:t>розгортання «чистки» в партійних лавах</a:t>
          </a:r>
          <a:endParaRPr lang="uk-UA"/>
        </a:p>
      </dgm:t>
    </dgm:pt>
    <dgm:pt modelId="{69328C36-79AC-4F43-A39F-D611F1A100ED}" type="parTrans" cxnId="{9EB6A207-03A8-4F0E-88C8-F268D0E8FBB5}">
      <dgm:prSet/>
      <dgm:spPr/>
      <dgm:t>
        <a:bodyPr/>
        <a:lstStyle/>
        <a:p>
          <a:endParaRPr lang="uk-UA"/>
        </a:p>
      </dgm:t>
    </dgm:pt>
    <dgm:pt modelId="{FEECDB33-D8B0-43FA-A64C-94DC0885C7C7}" type="sibTrans" cxnId="{9EB6A207-03A8-4F0E-88C8-F268D0E8FBB5}">
      <dgm:prSet/>
      <dgm:spPr/>
      <dgm:t>
        <a:bodyPr/>
        <a:lstStyle/>
        <a:p>
          <a:endParaRPr lang="uk-UA"/>
        </a:p>
      </dgm:t>
    </dgm:pt>
    <dgm:pt modelId="{58DEFD4B-1CF0-4F37-8503-6C1AEFAF96ED}">
      <dgm:prSet/>
      <dgm:spPr/>
      <dgm:t>
        <a:bodyPr/>
        <a:lstStyle/>
        <a:p>
          <a:r>
            <a:rPr lang="uk-UA" b="0" i="0"/>
            <a:t>упровадження політики «українізації»</a:t>
          </a:r>
          <a:endParaRPr lang="uk-UA"/>
        </a:p>
      </dgm:t>
    </dgm:pt>
    <dgm:pt modelId="{63D00599-808C-4A40-93E4-8E64B2B03D98}" type="parTrans" cxnId="{874D3C6E-2BBC-4B87-A3A7-C58CB32FE8C3}">
      <dgm:prSet/>
      <dgm:spPr/>
      <dgm:t>
        <a:bodyPr/>
        <a:lstStyle/>
        <a:p>
          <a:endParaRPr lang="uk-UA"/>
        </a:p>
      </dgm:t>
    </dgm:pt>
    <dgm:pt modelId="{FC186DDA-7604-42F0-9006-6BC0544435A3}" type="sibTrans" cxnId="{874D3C6E-2BBC-4B87-A3A7-C58CB32FE8C3}">
      <dgm:prSet/>
      <dgm:spPr/>
      <dgm:t>
        <a:bodyPr/>
        <a:lstStyle/>
        <a:p>
          <a:endParaRPr lang="uk-UA"/>
        </a:p>
      </dgm:t>
    </dgm:pt>
    <dgm:pt modelId="{F72CB5F2-31C4-4CD5-B8AE-3EE2FE0D38F0}" type="pres">
      <dgm:prSet presAssocID="{E2094169-F397-43B7-88AD-98FF730C2357}" presName="linear" presStyleCnt="0">
        <dgm:presLayoutVars>
          <dgm:animLvl val="lvl"/>
          <dgm:resizeHandles val="exact"/>
        </dgm:presLayoutVars>
      </dgm:prSet>
      <dgm:spPr/>
    </dgm:pt>
    <dgm:pt modelId="{2962DBA8-DD03-4047-AC0B-72E463AA5085}" type="pres">
      <dgm:prSet presAssocID="{D705C038-4917-48CC-A317-C08FD48871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12C66C-39B1-4A03-8AFD-6D9081EB0225}" type="pres">
      <dgm:prSet presAssocID="{69220EFD-EA1C-4E80-9C1B-F1E814AF819D}" presName="spacer" presStyleCnt="0"/>
      <dgm:spPr/>
    </dgm:pt>
    <dgm:pt modelId="{DCFCBF70-704F-4A71-9D1A-4ECD7ACC57C0}" type="pres">
      <dgm:prSet presAssocID="{D0255E04-9814-4CAE-BA10-C419A2A577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391EC1-113F-4FCD-915B-2E37044E483B}" type="pres">
      <dgm:prSet presAssocID="{0A02DA80-2E1F-4458-BF42-B1B0202E8050}" presName="spacer" presStyleCnt="0"/>
      <dgm:spPr/>
    </dgm:pt>
    <dgm:pt modelId="{DBBE6D22-25E3-40DC-804A-6E0EC8232C78}" type="pres">
      <dgm:prSet presAssocID="{20B02D7D-EC19-45A4-901F-5A0122E86F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EBB539-C3C5-43D1-BF88-DC6E4319D6E1}" type="pres">
      <dgm:prSet presAssocID="{FEECDB33-D8B0-43FA-A64C-94DC0885C7C7}" presName="spacer" presStyleCnt="0"/>
      <dgm:spPr/>
    </dgm:pt>
    <dgm:pt modelId="{74D95F07-F480-4503-B5D5-4986557F44CA}" type="pres">
      <dgm:prSet presAssocID="{58DEFD4B-1CF0-4F37-8503-6C1AEFAF96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B6A207-03A8-4F0E-88C8-F268D0E8FBB5}" srcId="{E2094169-F397-43B7-88AD-98FF730C2357}" destId="{20B02D7D-EC19-45A4-901F-5A0122E86FA6}" srcOrd="2" destOrd="0" parTransId="{69328C36-79AC-4F43-A39F-D611F1A100ED}" sibTransId="{FEECDB33-D8B0-43FA-A64C-94DC0885C7C7}"/>
    <dgm:cxn modelId="{88FA030A-A160-4DA2-9EA8-0852F1076232}" srcId="{E2094169-F397-43B7-88AD-98FF730C2357}" destId="{D0255E04-9814-4CAE-BA10-C419A2A577A0}" srcOrd="1" destOrd="0" parTransId="{504B6F21-46F6-43B8-ADAB-DD8B5ADF0045}" sibTransId="{0A02DA80-2E1F-4458-BF42-B1B0202E8050}"/>
    <dgm:cxn modelId="{44ECD52E-D0AE-4D58-B96D-EE591B9148C8}" type="presOf" srcId="{E2094169-F397-43B7-88AD-98FF730C2357}" destId="{F72CB5F2-31C4-4CD5-B8AE-3EE2FE0D38F0}" srcOrd="0" destOrd="0" presId="urn:microsoft.com/office/officeart/2005/8/layout/vList2"/>
    <dgm:cxn modelId="{2223EA63-D4EF-4F8F-AA6F-41F63FD0D368}" srcId="{E2094169-F397-43B7-88AD-98FF730C2357}" destId="{D705C038-4917-48CC-A317-C08FD4887161}" srcOrd="0" destOrd="0" parTransId="{7A4317C7-7123-4931-8CB7-D2FFFE570CD4}" sibTransId="{69220EFD-EA1C-4E80-9C1B-F1E814AF819D}"/>
    <dgm:cxn modelId="{8911B14D-D1BC-443D-B71E-EA34F76299D2}" type="presOf" srcId="{D705C038-4917-48CC-A317-C08FD4887161}" destId="{2962DBA8-DD03-4047-AC0B-72E463AA5085}" srcOrd="0" destOrd="0" presId="urn:microsoft.com/office/officeart/2005/8/layout/vList2"/>
    <dgm:cxn modelId="{874D3C6E-2BBC-4B87-A3A7-C58CB32FE8C3}" srcId="{E2094169-F397-43B7-88AD-98FF730C2357}" destId="{58DEFD4B-1CF0-4F37-8503-6C1AEFAF96ED}" srcOrd="3" destOrd="0" parTransId="{63D00599-808C-4A40-93E4-8E64B2B03D98}" sibTransId="{FC186DDA-7604-42F0-9006-6BC0544435A3}"/>
    <dgm:cxn modelId="{4E723475-754C-44A9-A2A8-3FDED790B544}" type="presOf" srcId="{D0255E04-9814-4CAE-BA10-C419A2A577A0}" destId="{DCFCBF70-704F-4A71-9D1A-4ECD7ACC57C0}" srcOrd="0" destOrd="0" presId="urn:microsoft.com/office/officeart/2005/8/layout/vList2"/>
    <dgm:cxn modelId="{7519799F-8B8F-443C-8EEC-3D54B6089797}" type="presOf" srcId="{58DEFD4B-1CF0-4F37-8503-6C1AEFAF96ED}" destId="{74D95F07-F480-4503-B5D5-4986557F44CA}" srcOrd="0" destOrd="0" presId="urn:microsoft.com/office/officeart/2005/8/layout/vList2"/>
    <dgm:cxn modelId="{2848DDCE-19DF-4BBE-AC5E-43268D6DCFE6}" type="presOf" srcId="{20B02D7D-EC19-45A4-901F-5A0122E86FA6}" destId="{DBBE6D22-25E3-40DC-804A-6E0EC8232C78}" srcOrd="0" destOrd="0" presId="urn:microsoft.com/office/officeart/2005/8/layout/vList2"/>
    <dgm:cxn modelId="{36504D3A-DA5A-470A-87BB-735AFE2CDC84}" type="presParOf" srcId="{F72CB5F2-31C4-4CD5-B8AE-3EE2FE0D38F0}" destId="{2962DBA8-DD03-4047-AC0B-72E463AA5085}" srcOrd="0" destOrd="0" presId="urn:microsoft.com/office/officeart/2005/8/layout/vList2"/>
    <dgm:cxn modelId="{BCCFF919-9BC0-48C7-B888-EA08564A0BB5}" type="presParOf" srcId="{F72CB5F2-31C4-4CD5-B8AE-3EE2FE0D38F0}" destId="{3512C66C-39B1-4A03-8AFD-6D9081EB0225}" srcOrd="1" destOrd="0" presId="urn:microsoft.com/office/officeart/2005/8/layout/vList2"/>
    <dgm:cxn modelId="{B228E978-8B55-435E-8413-AA0BF0B939FF}" type="presParOf" srcId="{F72CB5F2-31C4-4CD5-B8AE-3EE2FE0D38F0}" destId="{DCFCBF70-704F-4A71-9D1A-4ECD7ACC57C0}" srcOrd="2" destOrd="0" presId="urn:microsoft.com/office/officeart/2005/8/layout/vList2"/>
    <dgm:cxn modelId="{04A4FEB8-7FC3-405F-B340-A48001972CA3}" type="presParOf" srcId="{F72CB5F2-31C4-4CD5-B8AE-3EE2FE0D38F0}" destId="{15391EC1-113F-4FCD-915B-2E37044E483B}" srcOrd="3" destOrd="0" presId="urn:microsoft.com/office/officeart/2005/8/layout/vList2"/>
    <dgm:cxn modelId="{7D224D67-0BDE-4F1B-B526-1616A8CFBE1B}" type="presParOf" srcId="{F72CB5F2-31C4-4CD5-B8AE-3EE2FE0D38F0}" destId="{DBBE6D22-25E3-40DC-804A-6E0EC8232C78}" srcOrd="4" destOrd="0" presId="urn:microsoft.com/office/officeart/2005/8/layout/vList2"/>
    <dgm:cxn modelId="{B66A9D4C-A6D4-4292-A302-E475A950E8E1}" type="presParOf" srcId="{F72CB5F2-31C4-4CD5-B8AE-3EE2FE0D38F0}" destId="{12EBB539-C3C5-43D1-BF88-DC6E4319D6E1}" srcOrd="5" destOrd="0" presId="urn:microsoft.com/office/officeart/2005/8/layout/vList2"/>
    <dgm:cxn modelId="{5495D69A-6D72-4085-9B23-BA3BEEE3BFBC}" type="presParOf" srcId="{F72CB5F2-31C4-4CD5-B8AE-3EE2FE0D38F0}" destId="{74D95F07-F480-4503-B5D5-4986557F44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57A953D-1F2E-4C6E-96C0-FA9DBD64D20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DEB294-1667-47A5-8A48-08C1EE35BCC0}">
      <dgm:prSet/>
      <dgm:spPr/>
      <dgm:t>
        <a:bodyPr/>
        <a:lstStyle/>
        <a:p>
          <a:r>
            <a:rPr lang="ru-RU" b="0" i="0"/>
            <a:t>поширення голоду</a:t>
          </a:r>
          <a:endParaRPr lang="uk-UA"/>
        </a:p>
      </dgm:t>
    </dgm:pt>
    <dgm:pt modelId="{72AFE830-16C1-435B-B57D-9BA1A365C29A}" type="parTrans" cxnId="{72D1968A-C132-4359-9928-FB876A57181B}">
      <dgm:prSet/>
      <dgm:spPr/>
      <dgm:t>
        <a:bodyPr/>
        <a:lstStyle/>
        <a:p>
          <a:endParaRPr lang="uk-UA"/>
        </a:p>
      </dgm:t>
    </dgm:pt>
    <dgm:pt modelId="{BF427C53-6FFD-443C-A630-E440FEF603B1}" type="sibTrans" cxnId="{72D1968A-C132-4359-9928-FB876A57181B}">
      <dgm:prSet/>
      <dgm:spPr/>
      <dgm:t>
        <a:bodyPr/>
        <a:lstStyle/>
        <a:p>
          <a:endParaRPr lang="uk-UA"/>
        </a:p>
      </dgm:t>
    </dgm:pt>
    <dgm:pt modelId="{1713D5CE-ED4B-47D1-A045-D177796F9A35}">
      <dgm:prSet/>
      <dgm:spPr/>
      <dgm:t>
        <a:bodyPr/>
        <a:lstStyle/>
        <a:p>
          <a:r>
            <a:rPr lang="ru-RU" b="0" i="0"/>
            <a:t>запровадження непу</a:t>
          </a:r>
          <a:endParaRPr lang="uk-UA"/>
        </a:p>
      </dgm:t>
    </dgm:pt>
    <dgm:pt modelId="{2EA5AEAA-32F1-4CFB-B843-F0A49978AA8A}" type="parTrans" cxnId="{5D9F3414-6E2E-443C-8187-47CBC49946D0}">
      <dgm:prSet/>
      <dgm:spPr/>
      <dgm:t>
        <a:bodyPr/>
        <a:lstStyle/>
        <a:p>
          <a:endParaRPr lang="uk-UA"/>
        </a:p>
      </dgm:t>
    </dgm:pt>
    <dgm:pt modelId="{088304F8-8EDE-49D5-B8D9-28CBF4FE4DB4}" type="sibTrans" cxnId="{5D9F3414-6E2E-443C-8187-47CBC49946D0}">
      <dgm:prSet/>
      <dgm:spPr/>
      <dgm:t>
        <a:bodyPr/>
        <a:lstStyle/>
        <a:p>
          <a:endParaRPr lang="uk-UA"/>
        </a:p>
      </dgm:t>
    </dgm:pt>
    <dgm:pt modelId="{5263514A-66AD-494A-B9E3-121A40122E33}">
      <dgm:prSet/>
      <dgm:spPr/>
      <dgm:t>
        <a:bodyPr/>
        <a:lstStyle/>
        <a:p>
          <a:r>
            <a:rPr lang="ru-RU" b="0" i="0"/>
            <a:t>початок боротьби з неписьменністю</a:t>
          </a:r>
          <a:endParaRPr lang="uk-UA"/>
        </a:p>
      </dgm:t>
    </dgm:pt>
    <dgm:pt modelId="{CE804E27-5556-418A-8201-5DC31E6C4AD1}" type="parTrans" cxnId="{7EC9CD8F-C9D8-42DE-A269-CCDFDA68B120}">
      <dgm:prSet/>
      <dgm:spPr/>
      <dgm:t>
        <a:bodyPr/>
        <a:lstStyle/>
        <a:p>
          <a:endParaRPr lang="uk-UA"/>
        </a:p>
      </dgm:t>
    </dgm:pt>
    <dgm:pt modelId="{AAAA26F9-56CC-444D-B92C-55D85FD87736}" type="sibTrans" cxnId="{7EC9CD8F-C9D8-42DE-A269-CCDFDA68B120}">
      <dgm:prSet/>
      <dgm:spPr/>
      <dgm:t>
        <a:bodyPr/>
        <a:lstStyle/>
        <a:p>
          <a:endParaRPr lang="uk-UA"/>
        </a:p>
      </dgm:t>
    </dgm:pt>
    <dgm:pt modelId="{D0D794DA-7909-4E63-86F9-FB60A3E0F438}">
      <dgm:prSet/>
      <dgm:spPr/>
      <dgm:t>
        <a:bodyPr/>
        <a:lstStyle/>
        <a:p>
          <a:r>
            <a:rPr lang="ru-RU" b="0" i="0"/>
            <a:t>упровадження політики "коренізації"</a:t>
          </a:r>
          <a:endParaRPr lang="uk-UA"/>
        </a:p>
      </dgm:t>
    </dgm:pt>
    <dgm:pt modelId="{51A897A5-A7AF-4EC5-9389-A09E31452FCA}" type="parTrans" cxnId="{805EF3E4-DAF6-4530-B9AB-7EDF69290FA6}">
      <dgm:prSet/>
      <dgm:spPr/>
      <dgm:t>
        <a:bodyPr/>
        <a:lstStyle/>
        <a:p>
          <a:endParaRPr lang="uk-UA"/>
        </a:p>
      </dgm:t>
    </dgm:pt>
    <dgm:pt modelId="{BB4E91D7-FF6C-481C-8E37-92A0BCAAF0E1}" type="sibTrans" cxnId="{805EF3E4-DAF6-4530-B9AB-7EDF69290FA6}">
      <dgm:prSet/>
      <dgm:spPr/>
      <dgm:t>
        <a:bodyPr/>
        <a:lstStyle/>
        <a:p>
          <a:endParaRPr lang="uk-UA"/>
        </a:p>
      </dgm:t>
    </dgm:pt>
    <dgm:pt modelId="{DA0AC33F-0A68-40FA-8AC3-F2FFA2496002}" type="pres">
      <dgm:prSet presAssocID="{C57A953D-1F2E-4C6E-96C0-FA9DBD64D20D}" presName="linearFlow" presStyleCnt="0">
        <dgm:presLayoutVars>
          <dgm:dir/>
          <dgm:resizeHandles val="exact"/>
        </dgm:presLayoutVars>
      </dgm:prSet>
      <dgm:spPr/>
    </dgm:pt>
    <dgm:pt modelId="{49AA97F8-F04C-4D89-9A64-DF79DA7A670B}" type="pres">
      <dgm:prSet presAssocID="{34DEB294-1667-47A5-8A48-08C1EE35BCC0}" presName="composite" presStyleCnt="0"/>
      <dgm:spPr/>
    </dgm:pt>
    <dgm:pt modelId="{F1108C32-49A3-43F0-AFF3-4DCDE7374510}" type="pres">
      <dgm:prSet presAssocID="{34DEB294-1667-47A5-8A48-08C1EE35BCC0}" presName="imgShp" presStyleLbl="fgImgPlace1" presStyleIdx="0" presStyleCnt="4"/>
      <dgm:spPr/>
    </dgm:pt>
    <dgm:pt modelId="{F4409C61-8E55-4121-832F-E408BE44CA33}" type="pres">
      <dgm:prSet presAssocID="{34DEB294-1667-47A5-8A48-08C1EE35BCC0}" presName="txShp" presStyleLbl="node1" presStyleIdx="0" presStyleCnt="4">
        <dgm:presLayoutVars>
          <dgm:bulletEnabled val="1"/>
        </dgm:presLayoutVars>
      </dgm:prSet>
      <dgm:spPr/>
    </dgm:pt>
    <dgm:pt modelId="{BA2C3E75-FB1C-4B7C-801C-2287644E467B}" type="pres">
      <dgm:prSet presAssocID="{BF427C53-6FFD-443C-A630-E440FEF603B1}" presName="spacing" presStyleCnt="0"/>
      <dgm:spPr/>
    </dgm:pt>
    <dgm:pt modelId="{946731DB-FEE9-4979-82C4-5D81007A2A3D}" type="pres">
      <dgm:prSet presAssocID="{1713D5CE-ED4B-47D1-A045-D177796F9A35}" presName="composite" presStyleCnt="0"/>
      <dgm:spPr/>
    </dgm:pt>
    <dgm:pt modelId="{D8A7E5B4-B0D6-449C-A6E7-848651D1794C}" type="pres">
      <dgm:prSet presAssocID="{1713D5CE-ED4B-47D1-A045-D177796F9A35}" presName="imgShp" presStyleLbl="fgImgPlace1" presStyleIdx="1" presStyleCnt="4"/>
      <dgm:spPr/>
    </dgm:pt>
    <dgm:pt modelId="{317D5239-223F-4277-95B5-02B627D27CD1}" type="pres">
      <dgm:prSet presAssocID="{1713D5CE-ED4B-47D1-A045-D177796F9A35}" presName="txShp" presStyleLbl="node1" presStyleIdx="1" presStyleCnt="4">
        <dgm:presLayoutVars>
          <dgm:bulletEnabled val="1"/>
        </dgm:presLayoutVars>
      </dgm:prSet>
      <dgm:spPr/>
    </dgm:pt>
    <dgm:pt modelId="{FD06C5EE-484E-450B-800A-FA3C5205F196}" type="pres">
      <dgm:prSet presAssocID="{088304F8-8EDE-49D5-B8D9-28CBF4FE4DB4}" presName="spacing" presStyleCnt="0"/>
      <dgm:spPr/>
    </dgm:pt>
    <dgm:pt modelId="{96190823-C8C8-4B15-B989-27CBA402A192}" type="pres">
      <dgm:prSet presAssocID="{5263514A-66AD-494A-B9E3-121A40122E33}" presName="composite" presStyleCnt="0"/>
      <dgm:spPr/>
    </dgm:pt>
    <dgm:pt modelId="{D7DE2CBF-570B-4A4B-9C33-D241CB0A844F}" type="pres">
      <dgm:prSet presAssocID="{5263514A-66AD-494A-B9E3-121A40122E33}" presName="imgShp" presStyleLbl="fgImgPlace1" presStyleIdx="2" presStyleCnt="4"/>
      <dgm:spPr/>
    </dgm:pt>
    <dgm:pt modelId="{7E56199F-9330-4250-BBAC-F02118CAD5F8}" type="pres">
      <dgm:prSet presAssocID="{5263514A-66AD-494A-B9E3-121A40122E33}" presName="txShp" presStyleLbl="node1" presStyleIdx="2" presStyleCnt="4">
        <dgm:presLayoutVars>
          <dgm:bulletEnabled val="1"/>
        </dgm:presLayoutVars>
      </dgm:prSet>
      <dgm:spPr/>
    </dgm:pt>
    <dgm:pt modelId="{8E10AB12-E936-4509-9F88-D8FDD437AAF5}" type="pres">
      <dgm:prSet presAssocID="{AAAA26F9-56CC-444D-B92C-55D85FD87736}" presName="spacing" presStyleCnt="0"/>
      <dgm:spPr/>
    </dgm:pt>
    <dgm:pt modelId="{23B40AD4-AA07-4F0A-8FB9-7EEE216C5B1D}" type="pres">
      <dgm:prSet presAssocID="{D0D794DA-7909-4E63-86F9-FB60A3E0F438}" presName="composite" presStyleCnt="0"/>
      <dgm:spPr/>
    </dgm:pt>
    <dgm:pt modelId="{36A92EEF-64CB-4837-8FA6-AE45039D6B31}" type="pres">
      <dgm:prSet presAssocID="{D0D794DA-7909-4E63-86F9-FB60A3E0F438}" presName="imgShp" presStyleLbl="fgImgPlace1" presStyleIdx="3" presStyleCnt="4"/>
      <dgm:spPr/>
    </dgm:pt>
    <dgm:pt modelId="{EC5EDA17-4025-4D11-9972-1CA38FC921EB}" type="pres">
      <dgm:prSet presAssocID="{D0D794DA-7909-4E63-86F9-FB60A3E0F438}" presName="txShp" presStyleLbl="node1" presStyleIdx="3" presStyleCnt="4">
        <dgm:presLayoutVars>
          <dgm:bulletEnabled val="1"/>
        </dgm:presLayoutVars>
      </dgm:prSet>
      <dgm:spPr/>
    </dgm:pt>
  </dgm:ptLst>
  <dgm:cxnLst>
    <dgm:cxn modelId="{DA22FF13-90EB-4DF9-9E6A-E51BD4DB9CE7}" type="presOf" srcId="{34DEB294-1667-47A5-8A48-08C1EE35BCC0}" destId="{F4409C61-8E55-4121-832F-E408BE44CA33}" srcOrd="0" destOrd="0" presId="urn:microsoft.com/office/officeart/2005/8/layout/vList3"/>
    <dgm:cxn modelId="{5D9F3414-6E2E-443C-8187-47CBC49946D0}" srcId="{C57A953D-1F2E-4C6E-96C0-FA9DBD64D20D}" destId="{1713D5CE-ED4B-47D1-A045-D177796F9A35}" srcOrd="1" destOrd="0" parTransId="{2EA5AEAA-32F1-4CFB-B843-F0A49978AA8A}" sibTransId="{088304F8-8EDE-49D5-B8D9-28CBF4FE4DB4}"/>
    <dgm:cxn modelId="{ED2B7325-86B0-4D29-8E48-793C034A969F}" type="presOf" srcId="{D0D794DA-7909-4E63-86F9-FB60A3E0F438}" destId="{EC5EDA17-4025-4D11-9972-1CA38FC921EB}" srcOrd="0" destOrd="0" presId="urn:microsoft.com/office/officeart/2005/8/layout/vList3"/>
    <dgm:cxn modelId="{72D1968A-C132-4359-9928-FB876A57181B}" srcId="{C57A953D-1F2E-4C6E-96C0-FA9DBD64D20D}" destId="{34DEB294-1667-47A5-8A48-08C1EE35BCC0}" srcOrd="0" destOrd="0" parTransId="{72AFE830-16C1-435B-B57D-9BA1A365C29A}" sibTransId="{BF427C53-6FFD-443C-A630-E440FEF603B1}"/>
    <dgm:cxn modelId="{0AA9018E-FD35-43D5-BF16-6958C228D949}" type="presOf" srcId="{5263514A-66AD-494A-B9E3-121A40122E33}" destId="{7E56199F-9330-4250-BBAC-F02118CAD5F8}" srcOrd="0" destOrd="0" presId="urn:microsoft.com/office/officeart/2005/8/layout/vList3"/>
    <dgm:cxn modelId="{7EC9CD8F-C9D8-42DE-A269-CCDFDA68B120}" srcId="{C57A953D-1F2E-4C6E-96C0-FA9DBD64D20D}" destId="{5263514A-66AD-494A-B9E3-121A40122E33}" srcOrd="2" destOrd="0" parTransId="{CE804E27-5556-418A-8201-5DC31E6C4AD1}" sibTransId="{AAAA26F9-56CC-444D-B92C-55D85FD87736}"/>
    <dgm:cxn modelId="{1FE6F7B0-5FDC-4E42-A7CB-96E0735BD7E0}" type="presOf" srcId="{C57A953D-1F2E-4C6E-96C0-FA9DBD64D20D}" destId="{DA0AC33F-0A68-40FA-8AC3-F2FFA2496002}" srcOrd="0" destOrd="0" presId="urn:microsoft.com/office/officeart/2005/8/layout/vList3"/>
    <dgm:cxn modelId="{805EF3E4-DAF6-4530-B9AB-7EDF69290FA6}" srcId="{C57A953D-1F2E-4C6E-96C0-FA9DBD64D20D}" destId="{D0D794DA-7909-4E63-86F9-FB60A3E0F438}" srcOrd="3" destOrd="0" parTransId="{51A897A5-A7AF-4EC5-9389-A09E31452FCA}" sibTransId="{BB4E91D7-FF6C-481C-8E37-92A0BCAAF0E1}"/>
    <dgm:cxn modelId="{3510CAFF-0DBA-4E38-87B5-C60E1D92F47E}" type="presOf" srcId="{1713D5CE-ED4B-47D1-A045-D177796F9A35}" destId="{317D5239-223F-4277-95B5-02B627D27CD1}" srcOrd="0" destOrd="0" presId="urn:microsoft.com/office/officeart/2005/8/layout/vList3"/>
    <dgm:cxn modelId="{30720A5A-76F5-4513-AEE1-47B29C7856CB}" type="presParOf" srcId="{DA0AC33F-0A68-40FA-8AC3-F2FFA2496002}" destId="{49AA97F8-F04C-4D89-9A64-DF79DA7A670B}" srcOrd="0" destOrd="0" presId="urn:microsoft.com/office/officeart/2005/8/layout/vList3"/>
    <dgm:cxn modelId="{995633B1-9D06-4051-B38B-1FFC7196EBB2}" type="presParOf" srcId="{49AA97F8-F04C-4D89-9A64-DF79DA7A670B}" destId="{F1108C32-49A3-43F0-AFF3-4DCDE7374510}" srcOrd="0" destOrd="0" presId="urn:microsoft.com/office/officeart/2005/8/layout/vList3"/>
    <dgm:cxn modelId="{3665C78E-20F7-4C75-81BD-08A6CC3EF5A8}" type="presParOf" srcId="{49AA97F8-F04C-4D89-9A64-DF79DA7A670B}" destId="{F4409C61-8E55-4121-832F-E408BE44CA33}" srcOrd="1" destOrd="0" presId="urn:microsoft.com/office/officeart/2005/8/layout/vList3"/>
    <dgm:cxn modelId="{EE55CA5C-0828-4120-AACF-379AD48C811E}" type="presParOf" srcId="{DA0AC33F-0A68-40FA-8AC3-F2FFA2496002}" destId="{BA2C3E75-FB1C-4B7C-801C-2287644E467B}" srcOrd="1" destOrd="0" presId="urn:microsoft.com/office/officeart/2005/8/layout/vList3"/>
    <dgm:cxn modelId="{6E1A6676-E98F-44CA-BEDC-D39E9A7E7B1D}" type="presParOf" srcId="{DA0AC33F-0A68-40FA-8AC3-F2FFA2496002}" destId="{946731DB-FEE9-4979-82C4-5D81007A2A3D}" srcOrd="2" destOrd="0" presId="urn:microsoft.com/office/officeart/2005/8/layout/vList3"/>
    <dgm:cxn modelId="{C166FCA0-F85C-49BD-B914-35A21085C535}" type="presParOf" srcId="{946731DB-FEE9-4979-82C4-5D81007A2A3D}" destId="{D8A7E5B4-B0D6-449C-A6E7-848651D1794C}" srcOrd="0" destOrd="0" presId="urn:microsoft.com/office/officeart/2005/8/layout/vList3"/>
    <dgm:cxn modelId="{B6E3347B-5D04-4A32-B656-290631DE9FD2}" type="presParOf" srcId="{946731DB-FEE9-4979-82C4-5D81007A2A3D}" destId="{317D5239-223F-4277-95B5-02B627D27CD1}" srcOrd="1" destOrd="0" presId="urn:microsoft.com/office/officeart/2005/8/layout/vList3"/>
    <dgm:cxn modelId="{3E599970-7195-419B-AE35-CADE75A9C8BA}" type="presParOf" srcId="{DA0AC33F-0A68-40FA-8AC3-F2FFA2496002}" destId="{FD06C5EE-484E-450B-800A-FA3C5205F196}" srcOrd="3" destOrd="0" presId="urn:microsoft.com/office/officeart/2005/8/layout/vList3"/>
    <dgm:cxn modelId="{9EEC14DA-F268-4627-9680-F7186B1DF332}" type="presParOf" srcId="{DA0AC33F-0A68-40FA-8AC3-F2FFA2496002}" destId="{96190823-C8C8-4B15-B989-27CBA402A192}" srcOrd="4" destOrd="0" presId="urn:microsoft.com/office/officeart/2005/8/layout/vList3"/>
    <dgm:cxn modelId="{F511BB16-016F-4E35-9075-91122D461C5B}" type="presParOf" srcId="{96190823-C8C8-4B15-B989-27CBA402A192}" destId="{D7DE2CBF-570B-4A4B-9C33-D241CB0A844F}" srcOrd="0" destOrd="0" presId="urn:microsoft.com/office/officeart/2005/8/layout/vList3"/>
    <dgm:cxn modelId="{DD1F6AFB-350A-4471-8108-69DF51685A6A}" type="presParOf" srcId="{96190823-C8C8-4B15-B989-27CBA402A192}" destId="{7E56199F-9330-4250-BBAC-F02118CAD5F8}" srcOrd="1" destOrd="0" presId="urn:microsoft.com/office/officeart/2005/8/layout/vList3"/>
    <dgm:cxn modelId="{274A3CD2-3A9A-4C27-8B91-6D5BAD19C85D}" type="presParOf" srcId="{DA0AC33F-0A68-40FA-8AC3-F2FFA2496002}" destId="{8E10AB12-E936-4509-9F88-D8FDD437AAF5}" srcOrd="5" destOrd="0" presId="urn:microsoft.com/office/officeart/2005/8/layout/vList3"/>
    <dgm:cxn modelId="{C374A4DE-B4B9-4542-98F4-36A14A0C1176}" type="presParOf" srcId="{DA0AC33F-0A68-40FA-8AC3-F2FFA2496002}" destId="{23B40AD4-AA07-4F0A-8FB9-7EEE216C5B1D}" srcOrd="6" destOrd="0" presId="urn:microsoft.com/office/officeart/2005/8/layout/vList3"/>
    <dgm:cxn modelId="{69286E5B-C968-45C7-8F2E-289E171E3D7F}" type="presParOf" srcId="{23B40AD4-AA07-4F0A-8FB9-7EEE216C5B1D}" destId="{36A92EEF-64CB-4837-8FA6-AE45039D6B31}" srcOrd="0" destOrd="0" presId="urn:microsoft.com/office/officeart/2005/8/layout/vList3"/>
    <dgm:cxn modelId="{ECF80F07-5859-4474-89AA-E19A086627C1}" type="presParOf" srcId="{23B40AD4-AA07-4F0A-8FB9-7EEE216C5B1D}" destId="{EC5EDA17-4025-4D11-9972-1CA38FC921E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F674E3D-4438-4026-B219-11690DA3EF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621EFB-2A9F-4D88-B040-016F77D75993}">
      <dgm:prSet/>
      <dgm:spPr/>
      <dgm:t>
        <a:bodyPr/>
        <a:lstStyle/>
        <a:p>
          <a:r>
            <a:rPr lang="uk-UA" b="0" i="0"/>
            <a:t>упроваджувалося прикріплення робітників до підприємств.</a:t>
          </a:r>
          <a:endParaRPr lang="uk-UA"/>
        </a:p>
      </dgm:t>
    </dgm:pt>
    <dgm:pt modelId="{291DB43F-6963-44EC-A444-0DC1FD9BFDD5}" type="parTrans" cxnId="{093C7D2D-6054-4EF3-A716-D7C926790AE7}">
      <dgm:prSet/>
      <dgm:spPr/>
      <dgm:t>
        <a:bodyPr/>
        <a:lstStyle/>
        <a:p>
          <a:endParaRPr lang="uk-UA"/>
        </a:p>
      </dgm:t>
    </dgm:pt>
    <dgm:pt modelId="{7228DAC0-A5E5-4063-96B8-9F91568F368B}" type="sibTrans" cxnId="{093C7D2D-6054-4EF3-A716-D7C926790AE7}">
      <dgm:prSet/>
      <dgm:spPr/>
      <dgm:t>
        <a:bodyPr/>
        <a:lstStyle/>
        <a:p>
          <a:endParaRPr lang="uk-UA"/>
        </a:p>
      </dgm:t>
    </dgm:pt>
    <dgm:pt modelId="{E0EB063D-F24D-4B8E-AA49-B6E6181043A9}">
      <dgm:prSet/>
      <dgm:spPr/>
      <dgm:t>
        <a:bodyPr/>
        <a:lstStyle/>
        <a:p>
          <a:r>
            <a:rPr lang="uk-UA" b="0" i="0"/>
            <a:t>здійснювалася примусова трудова мобілізація.</a:t>
          </a:r>
          <a:endParaRPr lang="uk-UA"/>
        </a:p>
      </dgm:t>
    </dgm:pt>
    <dgm:pt modelId="{C73044CD-C556-4144-A8FD-13C57E11DC10}" type="parTrans" cxnId="{32292B9A-5C04-4E53-8EE6-F330889D28AD}">
      <dgm:prSet/>
      <dgm:spPr/>
      <dgm:t>
        <a:bodyPr/>
        <a:lstStyle/>
        <a:p>
          <a:endParaRPr lang="uk-UA"/>
        </a:p>
      </dgm:t>
    </dgm:pt>
    <dgm:pt modelId="{B2DA20C8-A071-429E-90D1-E7DE15679644}" type="sibTrans" cxnId="{32292B9A-5C04-4E53-8EE6-F330889D28AD}">
      <dgm:prSet/>
      <dgm:spPr/>
      <dgm:t>
        <a:bodyPr/>
        <a:lstStyle/>
        <a:p>
          <a:endParaRPr lang="uk-UA"/>
        </a:p>
      </dgm:t>
    </dgm:pt>
    <dgm:pt modelId="{51FA3572-7B38-4B44-82A6-41E9523FEF54}">
      <dgm:prSet/>
      <dgm:spPr/>
      <dgm:t>
        <a:bodyPr/>
        <a:lstStyle/>
        <a:p>
          <a:r>
            <a:rPr lang="uk-UA" b="0" i="0"/>
            <a:t>застосовувався вільний найм робочої сили.</a:t>
          </a:r>
          <a:endParaRPr lang="uk-UA"/>
        </a:p>
      </dgm:t>
    </dgm:pt>
    <dgm:pt modelId="{D0558031-F11B-4804-ACE9-15E14C4B27F8}" type="parTrans" cxnId="{9214AEBF-2C9D-415B-9EAE-5272112FB57E}">
      <dgm:prSet/>
      <dgm:spPr/>
      <dgm:t>
        <a:bodyPr/>
        <a:lstStyle/>
        <a:p>
          <a:endParaRPr lang="uk-UA"/>
        </a:p>
      </dgm:t>
    </dgm:pt>
    <dgm:pt modelId="{8486A0E7-901E-47B8-8775-1C79EC2F3D4D}" type="sibTrans" cxnId="{9214AEBF-2C9D-415B-9EAE-5272112FB57E}">
      <dgm:prSet/>
      <dgm:spPr/>
      <dgm:t>
        <a:bodyPr/>
        <a:lstStyle/>
        <a:p>
          <a:endParaRPr lang="uk-UA"/>
        </a:p>
      </dgm:t>
    </dgm:pt>
    <dgm:pt modelId="{B6B6BD4E-DA8A-48C4-AF6F-DCB5F9680B53}">
      <dgm:prSet/>
      <dgm:spPr/>
      <dgm:t>
        <a:bodyPr/>
        <a:lstStyle/>
        <a:p>
          <a:r>
            <a:rPr lang="uk-UA" b="0" i="0"/>
            <a:t>масово створювалися трудові армії та трудові табори.</a:t>
          </a:r>
          <a:endParaRPr lang="uk-UA"/>
        </a:p>
      </dgm:t>
    </dgm:pt>
    <dgm:pt modelId="{C826D505-9410-4E59-89F6-E9AAB4439166}" type="parTrans" cxnId="{7BCA9B48-FB42-4380-B153-0CC3217A635F}">
      <dgm:prSet/>
      <dgm:spPr/>
      <dgm:t>
        <a:bodyPr/>
        <a:lstStyle/>
        <a:p>
          <a:endParaRPr lang="uk-UA"/>
        </a:p>
      </dgm:t>
    </dgm:pt>
    <dgm:pt modelId="{B8F2E682-14D0-47C6-8713-FB77C258A4EB}" type="sibTrans" cxnId="{7BCA9B48-FB42-4380-B153-0CC3217A635F}">
      <dgm:prSet/>
      <dgm:spPr/>
      <dgm:t>
        <a:bodyPr/>
        <a:lstStyle/>
        <a:p>
          <a:endParaRPr lang="uk-UA"/>
        </a:p>
      </dgm:t>
    </dgm:pt>
    <dgm:pt modelId="{F7B8292B-3086-4FB4-970B-35A27C281705}" type="pres">
      <dgm:prSet presAssocID="{DF674E3D-4438-4026-B219-11690DA3EF85}" presName="linear" presStyleCnt="0">
        <dgm:presLayoutVars>
          <dgm:animLvl val="lvl"/>
          <dgm:resizeHandles val="exact"/>
        </dgm:presLayoutVars>
      </dgm:prSet>
      <dgm:spPr/>
    </dgm:pt>
    <dgm:pt modelId="{C1F54660-9835-4F42-8971-777115DFFE29}" type="pres">
      <dgm:prSet presAssocID="{E2621EFB-2A9F-4D88-B040-016F77D759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562F00-5865-4C81-BA08-9B267AE6A8AC}" type="pres">
      <dgm:prSet presAssocID="{7228DAC0-A5E5-4063-96B8-9F91568F368B}" presName="spacer" presStyleCnt="0"/>
      <dgm:spPr/>
    </dgm:pt>
    <dgm:pt modelId="{F2932A7E-6ADB-473F-8301-C074EFAC273A}" type="pres">
      <dgm:prSet presAssocID="{E0EB063D-F24D-4B8E-AA49-B6E6181043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3F2463-9086-4648-BFF7-10C1D4205E45}" type="pres">
      <dgm:prSet presAssocID="{B2DA20C8-A071-429E-90D1-E7DE15679644}" presName="spacer" presStyleCnt="0"/>
      <dgm:spPr/>
    </dgm:pt>
    <dgm:pt modelId="{4B74B831-7653-401F-B5D3-8EAB6CBC3483}" type="pres">
      <dgm:prSet presAssocID="{51FA3572-7B38-4B44-82A6-41E9523FEF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2ED299-E4B7-4C29-8A45-51CE8F9EB0FD}" type="pres">
      <dgm:prSet presAssocID="{8486A0E7-901E-47B8-8775-1C79EC2F3D4D}" presName="spacer" presStyleCnt="0"/>
      <dgm:spPr/>
    </dgm:pt>
    <dgm:pt modelId="{DFD5469C-2337-47CF-A71A-6A79B9DC76A6}" type="pres">
      <dgm:prSet presAssocID="{B6B6BD4E-DA8A-48C4-AF6F-DCB5F9680B5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FF671A-37F6-4875-A4CC-D3C8BA4C2CE4}" type="presOf" srcId="{B6B6BD4E-DA8A-48C4-AF6F-DCB5F9680B53}" destId="{DFD5469C-2337-47CF-A71A-6A79B9DC76A6}" srcOrd="0" destOrd="0" presId="urn:microsoft.com/office/officeart/2005/8/layout/vList2"/>
    <dgm:cxn modelId="{093C7D2D-6054-4EF3-A716-D7C926790AE7}" srcId="{DF674E3D-4438-4026-B219-11690DA3EF85}" destId="{E2621EFB-2A9F-4D88-B040-016F77D75993}" srcOrd="0" destOrd="0" parTransId="{291DB43F-6963-44EC-A444-0DC1FD9BFDD5}" sibTransId="{7228DAC0-A5E5-4063-96B8-9F91568F368B}"/>
    <dgm:cxn modelId="{7BCA9B48-FB42-4380-B153-0CC3217A635F}" srcId="{DF674E3D-4438-4026-B219-11690DA3EF85}" destId="{B6B6BD4E-DA8A-48C4-AF6F-DCB5F9680B53}" srcOrd="3" destOrd="0" parTransId="{C826D505-9410-4E59-89F6-E9AAB4439166}" sibTransId="{B8F2E682-14D0-47C6-8713-FB77C258A4EB}"/>
    <dgm:cxn modelId="{35C48949-3CA8-473D-8FA8-EA23A0CF1B95}" type="presOf" srcId="{51FA3572-7B38-4B44-82A6-41E9523FEF54}" destId="{4B74B831-7653-401F-B5D3-8EAB6CBC3483}" srcOrd="0" destOrd="0" presId="urn:microsoft.com/office/officeart/2005/8/layout/vList2"/>
    <dgm:cxn modelId="{32292B9A-5C04-4E53-8EE6-F330889D28AD}" srcId="{DF674E3D-4438-4026-B219-11690DA3EF85}" destId="{E0EB063D-F24D-4B8E-AA49-B6E6181043A9}" srcOrd="1" destOrd="0" parTransId="{C73044CD-C556-4144-A8FD-13C57E11DC10}" sibTransId="{B2DA20C8-A071-429E-90D1-E7DE15679644}"/>
    <dgm:cxn modelId="{102633B6-EFC9-4FC7-A983-E9B60F8E5C35}" type="presOf" srcId="{E0EB063D-F24D-4B8E-AA49-B6E6181043A9}" destId="{F2932A7E-6ADB-473F-8301-C074EFAC273A}" srcOrd="0" destOrd="0" presId="urn:microsoft.com/office/officeart/2005/8/layout/vList2"/>
    <dgm:cxn modelId="{9214AEBF-2C9D-415B-9EAE-5272112FB57E}" srcId="{DF674E3D-4438-4026-B219-11690DA3EF85}" destId="{51FA3572-7B38-4B44-82A6-41E9523FEF54}" srcOrd="2" destOrd="0" parTransId="{D0558031-F11B-4804-ACE9-15E14C4B27F8}" sibTransId="{8486A0E7-901E-47B8-8775-1C79EC2F3D4D}"/>
    <dgm:cxn modelId="{4A9D01DD-DE16-4A7F-AFA4-912B2ACEAAF1}" type="presOf" srcId="{DF674E3D-4438-4026-B219-11690DA3EF85}" destId="{F7B8292B-3086-4FB4-970B-35A27C281705}" srcOrd="0" destOrd="0" presId="urn:microsoft.com/office/officeart/2005/8/layout/vList2"/>
    <dgm:cxn modelId="{C148E6EB-10C9-4808-8BEE-7EBFC1865AD6}" type="presOf" srcId="{E2621EFB-2A9F-4D88-B040-016F77D75993}" destId="{C1F54660-9835-4F42-8971-777115DFFE29}" srcOrd="0" destOrd="0" presId="urn:microsoft.com/office/officeart/2005/8/layout/vList2"/>
    <dgm:cxn modelId="{BC7367BA-1877-4FEF-9DA1-CA307BA109B7}" type="presParOf" srcId="{F7B8292B-3086-4FB4-970B-35A27C281705}" destId="{C1F54660-9835-4F42-8971-777115DFFE29}" srcOrd="0" destOrd="0" presId="urn:microsoft.com/office/officeart/2005/8/layout/vList2"/>
    <dgm:cxn modelId="{579E1A46-FBC4-4B78-B998-2F7A33B66077}" type="presParOf" srcId="{F7B8292B-3086-4FB4-970B-35A27C281705}" destId="{1B562F00-5865-4C81-BA08-9B267AE6A8AC}" srcOrd="1" destOrd="0" presId="urn:microsoft.com/office/officeart/2005/8/layout/vList2"/>
    <dgm:cxn modelId="{C12ED0D5-38F1-4627-8822-C754073C33C2}" type="presParOf" srcId="{F7B8292B-3086-4FB4-970B-35A27C281705}" destId="{F2932A7E-6ADB-473F-8301-C074EFAC273A}" srcOrd="2" destOrd="0" presId="urn:microsoft.com/office/officeart/2005/8/layout/vList2"/>
    <dgm:cxn modelId="{BEEFECFF-D0D2-45A4-9749-ACAF96D2D1CB}" type="presParOf" srcId="{F7B8292B-3086-4FB4-970B-35A27C281705}" destId="{633F2463-9086-4648-BFF7-10C1D4205E45}" srcOrd="3" destOrd="0" presId="urn:microsoft.com/office/officeart/2005/8/layout/vList2"/>
    <dgm:cxn modelId="{955EAA31-C891-4AE4-8CF6-3E0139CD4839}" type="presParOf" srcId="{F7B8292B-3086-4FB4-970B-35A27C281705}" destId="{4B74B831-7653-401F-B5D3-8EAB6CBC3483}" srcOrd="4" destOrd="0" presId="urn:microsoft.com/office/officeart/2005/8/layout/vList2"/>
    <dgm:cxn modelId="{5270A1E4-35D3-4B83-86BA-86490D4BA04A}" type="presParOf" srcId="{F7B8292B-3086-4FB4-970B-35A27C281705}" destId="{B82ED299-E4B7-4C29-8A45-51CE8F9EB0FD}" srcOrd="5" destOrd="0" presId="urn:microsoft.com/office/officeart/2005/8/layout/vList2"/>
    <dgm:cxn modelId="{C8C76011-CB3F-48D3-AD40-21CDCA89AA41}" type="presParOf" srcId="{F7B8292B-3086-4FB4-970B-35A27C281705}" destId="{DFD5469C-2337-47CF-A71A-6A79B9DC76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0C16C4A-5F11-4413-8CDD-8DA158D47E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04456A-3F0D-4551-8C5B-F644EB371691}">
      <dgm:prSet/>
      <dgm:spPr/>
      <dgm:t>
        <a:bodyPr/>
        <a:lstStyle/>
        <a:p>
          <a:r>
            <a:rPr lang="uk-UA" b="0" i="0"/>
            <a:t>«воєнного комунізму»</a:t>
          </a:r>
          <a:endParaRPr lang="uk-UA"/>
        </a:p>
      </dgm:t>
    </dgm:pt>
    <dgm:pt modelId="{10520031-1CAE-4E97-A0A4-F0486E59883F}" type="parTrans" cxnId="{3E626035-0E8C-48E6-B46B-1860EB20E9E4}">
      <dgm:prSet/>
      <dgm:spPr/>
      <dgm:t>
        <a:bodyPr/>
        <a:lstStyle/>
        <a:p>
          <a:endParaRPr lang="uk-UA"/>
        </a:p>
      </dgm:t>
    </dgm:pt>
    <dgm:pt modelId="{38B15AD2-FB9C-466B-9607-DC9F572F209E}" type="sibTrans" cxnId="{3E626035-0E8C-48E6-B46B-1860EB20E9E4}">
      <dgm:prSet/>
      <dgm:spPr/>
      <dgm:t>
        <a:bodyPr/>
        <a:lstStyle/>
        <a:p>
          <a:endParaRPr lang="uk-UA"/>
        </a:p>
      </dgm:t>
    </dgm:pt>
    <dgm:pt modelId="{AD649307-858B-4FFB-B9FC-6CAC162639B7}">
      <dgm:prSet/>
      <dgm:spPr/>
      <dgm:t>
        <a:bodyPr/>
        <a:lstStyle/>
        <a:p>
          <a:r>
            <a:rPr lang="uk-UA" b="0" i="0"/>
            <a:t>нової економічної політики</a:t>
          </a:r>
          <a:endParaRPr lang="uk-UA"/>
        </a:p>
      </dgm:t>
    </dgm:pt>
    <dgm:pt modelId="{72C063CE-CDB7-491C-B1B9-117A0A00D735}" type="parTrans" cxnId="{F83A77A3-CE8F-4AED-B590-7505EA8E0B74}">
      <dgm:prSet/>
      <dgm:spPr/>
      <dgm:t>
        <a:bodyPr/>
        <a:lstStyle/>
        <a:p>
          <a:endParaRPr lang="uk-UA"/>
        </a:p>
      </dgm:t>
    </dgm:pt>
    <dgm:pt modelId="{156AF387-998F-4910-8632-20D905AC11DF}" type="sibTrans" cxnId="{F83A77A3-CE8F-4AED-B590-7505EA8E0B74}">
      <dgm:prSet/>
      <dgm:spPr/>
      <dgm:t>
        <a:bodyPr/>
        <a:lstStyle/>
        <a:p>
          <a:endParaRPr lang="uk-UA"/>
        </a:p>
      </dgm:t>
    </dgm:pt>
    <dgm:pt modelId="{17ABC8DB-A55E-4CD9-B1AD-FCEAB06F8D09}">
      <dgm:prSet/>
      <dgm:spPr/>
      <dgm:t>
        <a:bodyPr/>
        <a:lstStyle/>
        <a:p>
          <a:r>
            <a:rPr lang="uk-UA" b="0" i="0"/>
            <a:t>форсованої індустріалізації</a:t>
          </a:r>
          <a:endParaRPr lang="uk-UA"/>
        </a:p>
      </dgm:t>
    </dgm:pt>
    <dgm:pt modelId="{82C6AE3C-8B35-4156-ABB4-82F3342CB1E1}" type="parTrans" cxnId="{39066C5A-154C-41DD-9125-420D74F18AC7}">
      <dgm:prSet/>
      <dgm:spPr/>
      <dgm:t>
        <a:bodyPr/>
        <a:lstStyle/>
        <a:p>
          <a:endParaRPr lang="uk-UA"/>
        </a:p>
      </dgm:t>
    </dgm:pt>
    <dgm:pt modelId="{9A25C3FA-4B7A-4015-8965-E5D52DB19150}" type="sibTrans" cxnId="{39066C5A-154C-41DD-9125-420D74F18AC7}">
      <dgm:prSet/>
      <dgm:spPr/>
      <dgm:t>
        <a:bodyPr/>
        <a:lstStyle/>
        <a:p>
          <a:endParaRPr lang="uk-UA"/>
        </a:p>
      </dgm:t>
    </dgm:pt>
    <dgm:pt modelId="{7FB0F397-3926-4E6F-A6D2-30257DBC1939}">
      <dgm:prSet/>
      <dgm:spPr/>
      <dgm:t>
        <a:bodyPr/>
        <a:lstStyle/>
        <a:p>
          <a:r>
            <a:rPr lang="uk-UA" b="0" i="0"/>
            <a:t>післявоєнної відбудови</a:t>
          </a:r>
          <a:endParaRPr lang="uk-UA"/>
        </a:p>
      </dgm:t>
    </dgm:pt>
    <dgm:pt modelId="{4A609D21-D449-42EF-AB31-6AD16339DD6E}" type="parTrans" cxnId="{7653AA80-E56E-4226-9B83-E54574AD929B}">
      <dgm:prSet/>
      <dgm:spPr/>
      <dgm:t>
        <a:bodyPr/>
        <a:lstStyle/>
        <a:p>
          <a:endParaRPr lang="uk-UA"/>
        </a:p>
      </dgm:t>
    </dgm:pt>
    <dgm:pt modelId="{9F621953-BF02-4AA0-BE08-127F02AD6AAB}" type="sibTrans" cxnId="{7653AA80-E56E-4226-9B83-E54574AD929B}">
      <dgm:prSet/>
      <dgm:spPr/>
      <dgm:t>
        <a:bodyPr/>
        <a:lstStyle/>
        <a:p>
          <a:endParaRPr lang="uk-UA"/>
        </a:p>
      </dgm:t>
    </dgm:pt>
    <dgm:pt modelId="{0B2AF0BE-DFC6-48F1-A86D-F3C91690D6F4}" type="pres">
      <dgm:prSet presAssocID="{60C16C4A-5F11-4413-8CDD-8DA158D47ED2}" presName="linear" presStyleCnt="0">
        <dgm:presLayoutVars>
          <dgm:animLvl val="lvl"/>
          <dgm:resizeHandles val="exact"/>
        </dgm:presLayoutVars>
      </dgm:prSet>
      <dgm:spPr/>
    </dgm:pt>
    <dgm:pt modelId="{8A60411F-9D18-4590-BAFC-7B1704D2DEBA}" type="pres">
      <dgm:prSet presAssocID="{AA04456A-3F0D-4551-8C5B-F644EB3716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EDE5075-D0B7-4959-ABC7-EFC410F7DDBB}" type="pres">
      <dgm:prSet presAssocID="{38B15AD2-FB9C-466B-9607-DC9F572F209E}" presName="spacer" presStyleCnt="0"/>
      <dgm:spPr/>
    </dgm:pt>
    <dgm:pt modelId="{149E6C1F-9FB7-4D6D-A144-038563DD9D0A}" type="pres">
      <dgm:prSet presAssocID="{AD649307-858B-4FFB-B9FC-6CAC162639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AB4242D-DC42-421D-94B1-3023D1BFA0EA}" type="pres">
      <dgm:prSet presAssocID="{156AF387-998F-4910-8632-20D905AC11DF}" presName="spacer" presStyleCnt="0"/>
      <dgm:spPr/>
    </dgm:pt>
    <dgm:pt modelId="{7776E65B-286F-469C-A185-E69B835DC500}" type="pres">
      <dgm:prSet presAssocID="{17ABC8DB-A55E-4CD9-B1AD-FCEAB06F8D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EE9BD8-AE74-4076-ABE6-17AED3C63163}" type="pres">
      <dgm:prSet presAssocID="{9A25C3FA-4B7A-4015-8965-E5D52DB19150}" presName="spacer" presStyleCnt="0"/>
      <dgm:spPr/>
    </dgm:pt>
    <dgm:pt modelId="{3558D538-4BE8-4972-9C3E-66A6179149AE}" type="pres">
      <dgm:prSet presAssocID="{7FB0F397-3926-4E6F-A6D2-30257DBC19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327FE0E-F544-4AEF-BDC9-7C9BC5AAA02E}" type="presOf" srcId="{7FB0F397-3926-4E6F-A6D2-30257DBC1939}" destId="{3558D538-4BE8-4972-9C3E-66A6179149AE}" srcOrd="0" destOrd="0" presId="urn:microsoft.com/office/officeart/2005/8/layout/vList2"/>
    <dgm:cxn modelId="{90E60932-269B-461E-873F-0D6DC0D04728}" type="presOf" srcId="{60C16C4A-5F11-4413-8CDD-8DA158D47ED2}" destId="{0B2AF0BE-DFC6-48F1-A86D-F3C91690D6F4}" srcOrd="0" destOrd="0" presId="urn:microsoft.com/office/officeart/2005/8/layout/vList2"/>
    <dgm:cxn modelId="{3E626035-0E8C-48E6-B46B-1860EB20E9E4}" srcId="{60C16C4A-5F11-4413-8CDD-8DA158D47ED2}" destId="{AA04456A-3F0D-4551-8C5B-F644EB371691}" srcOrd="0" destOrd="0" parTransId="{10520031-1CAE-4E97-A0A4-F0486E59883F}" sibTransId="{38B15AD2-FB9C-466B-9607-DC9F572F209E}"/>
    <dgm:cxn modelId="{39066C5A-154C-41DD-9125-420D74F18AC7}" srcId="{60C16C4A-5F11-4413-8CDD-8DA158D47ED2}" destId="{17ABC8DB-A55E-4CD9-B1AD-FCEAB06F8D09}" srcOrd="2" destOrd="0" parTransId="{82C6AE3C-8B35-4156-ABB4-82F3342CB1E1}" sibTransId="{9A25C3FA-4B7A-4015-8965-E5D52DB19150}"/>
    <dgm:cxn modelId="{77F75C7B-1EC4-40DD-8E11-ACDC6D31D5E0}" type="presOf" srcId="{AA04456A-3F0D-4551-8C5B-F644EB371691}" destId="{8A60411F-9D18-4590-BAFC-7B1704D2DEBA}" srcOrd="0" destOrd="0" presId="urn:microsoft.com/office/officeart/2005/8/layout/vList2"/>
    <dgm:cxn modelId="{7653AA80-E56E-4226-9B83-E54574AD929B}" srcId="{60C16C4A-5F11-4413-8CDD-8DA158D47ED2}" destId="{7FB0F397-3926-4E6F-A6D2-30257DBC1939}" srcOrd="3" destOrd="0" parTransId="{4A609D21-D449-42EF-AB31-6AD16339DD6E}" sibTransId="{9F621953-BF02-4AA0-BE08-127F02AD6AAB}"/>
    <dgm:cxn modelId="{F83A77A3-CE8F-4AED-B590-7505EA8E0B74}" srcId="{60C16C4A-5F11-4413-8CDD-8DA158D47ED2}" destId="{AD649307-858B-4FFB-B9FC-6CAC162639B7}" srcOrd="1" destOrd="0" parTransId="{72C063CE-CDB7-491C-B1B9-117A0A00D735}" sibTransId="{156AF387-998F-4910-8632-20D905AC11DF}"/>
    <dgm:cxn modelId="{61D78BAA-811B-4855-A829-9ED2258C8740}" type="presOf" srcId="{17ABC8DB-A55E-4CD9-B1AD-FCEAB06F8D09}" destId="{7776E65B-286F-469C-A185-E69B835DC500}" srcOrd="0" destOrd="0" presId="urn:microsoft.com/office/officeart/2005/8/layout/vList2"/>
    <dgm:cxn modelId="{D539ACFC-DD56-40C8-82A9-A375A056211F}" type="presOf" srcId="{AD649307-858B-4FFB-B9FC-6CAC162639B7}" destId="{149E6C1F-9FB7-4D6D-A144-038563DD9D0A}" srcOrd="0" destOrd="0" presId="urn:microsoft.com/office/officeart/2005/8/layout/vList2"/>
    <dgm:cxn modelId="{8D26A01C-D5A7-45E8-8C37-CAD093F5B588}" type="presParOf" srcId="{0B2AF0BE-DFC6-48F1-A86D-F3C91690D6F4}" destId="{8A60411F-9D18-4590-BAFC-7B1704D2DEBA}" srcOrd="0" destOrd="0" presId="urn:microsoft.com/office/officeart/2005/8/layout/vList2"/>
    <dgm:cxn modelId="{9B60A46C-A157-4D40-820F-8B69BB2FF3CA}" type="presParOf" srcId="{0B2AF0BE-DFC6-48F1-A86D-F3C91690D6F4}" destId="{2EDE5075-D0B7-4959-ABC7-EFC410F7DDBB}" srcOrd="1" destOrd="0" presId="urn:microsoft.com/office/officeart/2005/8/layout/vList2"/>
    <dgm:cxn modelId="{D36DD896-0A06-4921-81B5-22D181EE5CFC}" type="presParOf" srcId="{0B2AF0BE-DFC6-48F1-A86D-F3C91690D6F4}" destId="{149E6C1F-9FB7-4D6D-A144-038563DD9D0A}" srcOrd="2" destOrd="0" presId="urn:microsoft.com/office/officeart/2005/8/layout/vList2"/>
    <dgm:cxn modelId="{3A9843F6-82CF-4017-881C-2A03348BDCB0}" type="presParOf" srcId="{0B2AF0BE-DFC6-48F1-A86D-F3C91690D6F4}" destId="{BAB4242D-DC42-421D-94B1-3023D1BFA0EA}" srcOrd="3" destOrd="0" presId="urn:microsoft.com/office/officeart/2005/8/layout/vList2"/>
    <dgm:cxn modelId="{7CA8CDEE-21B9-470E-A7A2-86E21D179E6D}" type="presParOf" srcId="{0B2AF0BE-DFC6-48F1-A86D-F3C91690D6F4}" destId="{7776E65B-286F-469C-A185-E69B835DC500}" srcOrd="4" destOrd="0" presId="urn:microsoft.com/office/officeart/2005/8/layout/vList2"/>
    <dgm:cxn modelId="{D6B06F32-588D-4C52-9AC6-48461C710704}" type="presParOf" srcId="{0B2AF0BE-DFC6-48F1-A86D-F3C91690D6F4}" destId="{ECEE9BD8-AE74-4076-ABE6-17AED3C63163}" srcOrd="5" destOrd="0" presId="urn:microsoft.com/office/officeart/2005/8/layout/vList2"/>
    <dgm:cxn modelId="{607D2B87-2F97-4496-9D99-B8C2FB69EF70}" type="presParOf" srcId="{0B2AF0BE-DFC6-48F1-A86D-F3C91690D6F4}" destId="{3558D538-4BE8-4972-9C3E-66A6179149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2EB3B43-EA43-496F-B008-97A19BB367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1A6A5E-2E1A-4B0A-B677-DA3AFC7B9E54}">
      <dgm:prSet/>
      <dgm:spPr/>
      <dgm:t>
        <a:bodyPr/>
        <a:lstStyle/>
        <a:p>
          <a:r>
            <a:rPr lang="uk-UA" b="0" i="0"/>
            <a:t>скасуванню заборон на приватне підприємництво, упровадженню оренди, економічних методів господарювання.</a:t>
          </a:r>
          <a:endParaRPr lang="uk-UA"/>
        </a:p>
      </dgm:t>
    </dgm:pt>
    <dgm:pt modelId="{0B4FDD60-7C88-422D-83C1-C17BBD3B758A}" type="parTrans" cxnId="{F4E42ADC-D484-4E51-8187-2C0614BFA648}">
      <dgm:prSet/>
      <dgm:spPr/>
      <dgm:t>
        <a:bodyPr/>
        <a:lstStyle/>
        <a:p>
          <a:endParaRPr lang="uk-UA"/>
        </a:p>
      </dgm:t>
    </dgm:pt>
    <dgm:pt modelId="{95FCDEB8-641D-4793-9835-479276255ED8}" type="sibTrans" cxnId="{F4E42ADC-D484-4E51-8187-2C0614BFA648}">
      <dgm:prSet/>
      <dgm:spPr/>
      <dgm:t>
        <a:bodyPr/>
        <a:lstStyle/>
        <a:p>
          <a:endParaRPr lang="uk-UA"/>
        </a:p>
      </dgm:t>
    </dgm:pt>
    <dgm:pt modelId="{27142436-071F-42BD-AE30-59DD7B6E1CB3}">
      <dgm:prSet/>
      <dgm:spPr/>
      <dgm:t>
        <a:bodyPr/>
        <a:lstStyle/>
        <a:p>
          <a:r>
            <a:rPr lang="uk-UA" b="0" i="0"/>
            <a:t>залученню значних іноземних інвестицій, розширенню сфери товарно-грошових відносин, централізації управління.</a:t>
          </a:r>
          <a:endParaRPr lang="uk-UA"/>
        </a:p>
      </dgm:t>
    </dgm:pt>
    <dgm:pt modelId="{1CC11327-BDBF-4298-81AC-96DB3C991230}" type="parTrans" cxnId="{402A095A-8329-40DA-A70D-55C330FBA4EC}">
      <dgm:prSet/>
      <dgm:spPr/>
      <dgm:t>
        <a:bodyPr/>
        <a:lstStyle/>
        <a:p>
          <a:endParaRPr lang="uk-UA"/>
        </a:p>
      </dgm:t>
    </dgm:pt>
    <dgm:pt modelId="{EABCFE43-0646-4DBA-97C5-D3AFB806E109}" type="sibTrans" cxnId="{402A095A-8329-40DA-A70D-55C330FBA4EC}">
      <dgm:prSet/>
      <dgm:spPr/>
      <dgm:t>
        <a:bodyPr/>
        <a:lstStyle/>
        <a:p>
          <a:endParaRPr lang="uk-UA"/>
        </a:p>
      </dgm:t>
    </dgm:pt>
    <dgm:pt modelId="{C1396733-11E5-432C-8A94-6F8CCF53E850}" type="pres">
      <dgm:prSet presAssocID="{72EB3B43-EA43-496F-B008-97A19BB36779}" presName="linear" presStyleCnt="0">
        <dgm:presLayoutVars>
          <dgm:animLvl val="lvl"/>
          <dgm:resizeHandles val="exact"/>
        </dgm:presLayoutVars>
      </dgm:prSet>
      <dgm:spPr/>
    </dgm:pt>
    <dgm:pt modelId="{63C64148-84FF-4BFB-9EED-D66D0B14DD73}" type="pres">
      <dgm:prSet presAssocID="{6F1A6A5E-2E1A-4B0A-B677-DA3AFC7B9E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7762DC-E474-49D5-9489-B9187792D741}" type="pres">
      <dgm:prSet presAssocID="{95FCDEB8-641D-4793-9835-479276255ED8}" presName="spacer" presStyleCnt="0"/>
      <dgm:spPr/>
    </dgm:pt>
    <dgm:pt modelId="{DBB58E2B-FF69-43EA-AFE1-CC7528657649}" type="pres">
      <dgm:prSet presAssocID="{27142436-071F-42BD-AE30-59DD7B6E1C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02A095A-8329-40DA-A70D-55C330FBA4EC}" srcId="{72EB3B43-EA43-496F-B008-97A19BB36779}" destId="{27142436-071F-42BD-AE30-59DD7B6E1CB3}" srcOrd="1" destOrd="0" parTransId="{1CC11327-BDBF-4298-81AC-96DB3C991230}" sibTransId="{EABCFE43-0646-4DBA-97C5-D3AFB806E109}"/>
    <dgm:cxn modelId="{D2182887-3AE4-4D67-B621-E28AACA4B0BF}" type="presOf" srcId="{27142436-071F-42BD-AE30-59DD7B6E1CB3}" destId="{DBB58E2B-FF69-43EA-AFE1-CC7528657649}" srcOrd="0" destOrd="0" presId="urn:microsoft.com/office/officeart/2005/8/layout/vList2"/>
    <dgm:cxn modelId="{BF4B2AAB-B3B0-46D8-9434-3BE5C5DCF823}" type="presOf" srcId="{6F1A6A5E-2E1A-4B0A-B677-DA3AFC7B9E54}" destId="{63C64148-84FF-4BFB-9EED-D66D0B14DD73}" srcOrd="0" destOrd="0" presId="urn:microsoft.com/office/officeart/2005/8/layout/vList2"/>
    <dgm:cxn modelId="{5F45ECC8-6B76-4C01-9A68-BEB5D14BE9C5}" type="presOf" srcId="{72EB3B43-EA43-496F-B008-97A19BB36779}" destId="{C1396733-11E5-432C-8A94-6F8CCF53E850}" srcOrd="0" destOrd="0" presId="urn:microsoft.com/office/officeart/2005/8/layout/vList2"/>
    <dgm:cxn modelId="{F4E42ADC-D484-4E51-8187-2C0614BFA648}" srcId="{72EB3B43-EA43-496F-B008-97A19BB36779}" destId="{6F1A6A5E-2E1A-4B0A-B677-DA3AFC7B9E54}" srcOrd="0" destOrd="0" parTransId="{0B4FDD60-7C88-422D-83C1-C17BBD3B758A}" sibTransId="{95FCDEB8-641D-4793-9835-479276255ED8}"/>
    <dgm:cxn modelId="{4DDDDC67-9EBB-48A2-87E2-032805511E9A}" type="presParOf" srcId="{C1396733-11E5-432C-8A94-6F8CCF53E850}" destId="{63C64148-84FF-4BFB-9EED-D66D0B14DD73}" srcOrd="0" destOrd="0" presId="urn:microsoft.com/office/officeart/2005/8/layout/vList2"/>
    <dgm:cxn modelId="{FA5F399D-5DAC-422D-B408-F4235A7CCA01}" type="presParOf" srcId="{C1396733-11E5-432C-8A94-6F8CCF53E850}" destId="{307762DC-E474-49D5-9489-B9187792D741}" srcOrd="1" destOrd="0" presId="urn:microsoft.com/office/officeart/2005/8/layout/vList2"/>
    <dgm:cxn modelId="{EAE83471-7A71-464B-90B0-061ED536C387}" type="presParOf" srcId="{C1396733-11E5-432C-8A94-6F8CCF53E850}" destId="{DBB58E2B-FF69-43EA-AFE1-CC752865764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DB6E21C-AC20-455F-B265-6219EB8C8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B5B07-6202-4162-8FBF-B8DA1116517A}">
      <dgm:prSet/>
      <dgm:spPr/>
      <dgm:t>
        <a:bodyPr/>
        <a:lstStyle/>
        <a:p>
          <a:r>
            <a:rPr lang="uk-UA" b="0" i="0" dirty="0"/>
            <a:t>зниженню цін як на промислові товари для селянства, так і на сільськогосподарську продукцію для робітників.</a:t>
          </a:r>
          <a:endParaRPr lang="uk-UA" dirty="0"/>
        </a:p>
      </dgm:t>
    </dgm:pt>
    <dgm:pt modelId="{7112A293-C170-4FE1-9789-21877F958E6D}" type="parTrans" cxnId="{04899113-9D76-4DF4-B808-0FB13C231D1F}">
      <dgm:prSet/>
      <dgm:spPr/>
      <dgm:t>
        <a:bodyPr/>
        <a:lstStyle/>
        <a:p>
          <a:endParaRPr lang="uk-UA"/>
        </a:p>
      </dgm:t>
    </dgm:pt>
    <dgm:pt modelId="{0CA6B56A-AE93-47C8-9A0E-04058176E05C}" type="sibTrans" cxnId="{04899113-9D76-4DF4-B808-0FB13C231D1F}">
      <dgm:prSet/>
      <dgm:spPr/>
      <dgm:t>
        <a:bodyPr/>
        <a:lstStyle/>
        <a:p>
          <a:endParaRPr lang="uk-UA"/>
        </a:p>
      </dgm:t>
    </dgm:pt>
    <dgm:pt modelId="{A51F7C34-5D77-4658-9895-212DCC585870}">
      <dgm:prSet/>
      <dgm:spPr/>
      <dgm:t>
        <a:bodyPr/>
        <a:lstStyle/>
        <a:p>
          <a:r>
            <a:rPr lang="uk-UA" b="0" i="0"/>
            <a:t>проведенню націоналізації підприємств промисловості, транспорту, уведенню загальної трудової повинності.</a:t>
          </a:r>
          <a:endParaRPr lang="uk-UA"/>
        </a:p>
      </dgm:t>
    </dgm:pt>
    <dgm:pt modelId="{DAD4D781-D69E-41B1-BB1D-1BAB697312F4}" type="parTrans" cxnId="{86ACEBAE-86C6-40EE-96BA-49EDF3F5B8C2}">
      <dgm:prSet/>
      <dgm:spPr/>
      <dgm:t>
        <a:bodyPr/>
        <a:lstStyle/>
        <a:p>
          <a:endParaRPr lang="uk-UA"/>
        </a:p>
      </dgm:t>
    </dgm:pt>
    <dgm:pt modelId="{1A9B10DD-D74B-444E-9D2D-92CEE28AC4AA}" type="sibTrans" cxnId="{86ACEBAE-86C6-40EE-96BA-49EDF3F5B8C2}">
      <dgm:prSet/>
      <dgm:spPr/>
      <dgm:t>
        <a:bodyPr/>
        <a:lstStyle/>
        <a:p>
          <a:endParaRPr lang="uk-UA"/>
        </a:p>
      </dgm:t>
    </dgm:pt>
    <dgm:pt modelId="{7696B115-F9EB-4A8C-9002-4A93E2384016}" type="pres">
      <dgm:prSet presAssocID="{1DB6E21C-AC20-455F-B265-6219EB8C8E2F}" presName="linear" presStyleCnt="0">
        <dgm:presLayoutVars>
          <dgm:animLvl val="lvl"/>
          <dgm:resizeHandles val="exact"/>
        </dgm:presLayoutVars>
      </dgm:prSet>
      <dgm:spPr/>
    </dgm:pt>
    <dgm:pt modelId="{DDDEA6D9-996A-43B2-A619-2EE43A16B1FF}" type="pres">
      <dgm:prSet presAssocID="{0A5B5B07-6202-4162-8FBF-B8DA1116517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E94AE96-B23D-467D-AD07-9CE97AAADDD5}" type="pres">
      <dgm:prSet presAssocID="{0CA6B56A-AE93-47C8-9A0E-04058176E05C}" presName="spacer" presStyleCnt="0"/>
      <dgm:spPr/>
    </dgm:pt>
    <dgm:pt modelId="{4BFB9F61-7C55-4DE6-A188-EDDE38EBEF3F}" type="pres">
      <dgm:prSet presAssocID="{A51F7C34-5D77-4658-9895-212DCC5858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A301112-AF8E-4625-9382-B2EEE194AFCF}" type="presOf" srcId="{1DB6E21C-AC20-455F-B265-6219EB8C8E2F}" destId="{7696B115-F9EB-4A8C-9002-4A93E2384016}" srcOrd="0" destOrd="0" presId="urn:microsoft.com/office/officeart/2005/8/layout/vList2"/>
    <dgm:cxn modelId="{04899113-9D76-4DF4-B808-0FB13C231D1F}" srcId="{1DB6E21C-AC20-455F-B265-6219EB8C8E2F}" destId="{0A5B5B07-6202-4162-8FBF-B8DA1116517A}" srcOrd="0" destOrd="0" parTransId="{7112A293-C170-4FE1-9789-21877F958E6D}" sibTransId="{0CA6B56A-AE93-47C8-9A0E-04058176E05C}"/>
    <dgm:cxn modelId="{8D890A23-B474-4CEB-A97C-3A7627E7EA89}" type="presOf" srcId="{A51F7C34-5D77-4658-9895-212DCC585870}" destId="{4BFB9F61-7C55-4DE6-A188-EDDE38EBEF3F}" srcOrd="0" destOrd="0" presId="urn:microsoft.com/office/officeart/2005/8/layout/vList2"/>
    <dgm:cxn modelId="{86ACEBAE-86C6-40EE-96BA-49EDF3F5B8C2}" srcId="{1DB6E21C-AC20-455F-B265-6219EB8C8E2F}" destId="{A51F7C34-5D77-4658-9895-212DCC585870}" srcOrd="1" destOrd="0" parTransId="{DAD4D781-D69E-41B1-BB1D-1BAB697312F4}" sibTransId="{1A9B10DD-D74B-444E-9D2D-92CEE28AC4AA}"/>
    <dgm:cxn modelId="{096227EE-DAFF-49F9-BAC5-20AF170589B8}" type="presOf" srcId="{0A5B5B07-6202-4162-8FBF-B8DA1116517A}" destId="{DDDEA6D9-996A-43B2-A619-2EE43A16B1FF}" srcOrd="0" destOrd="0" presId="urn:microsoft.com/office/officeart/2005/8/layout/vList2"/>
    <dgm:cxn modelId="{3BCB5C51-C410-4B83-9669-0EF3AD7D1B5F}" type="presParOf" srcId="{7696B115-F9EB-4A8C-9002-4A93E2384016}" destId="{DDDEA6D9-996A-43B2-A619-2EE43A16B1FF}" srcOrd="0" destOrd="0" presId="urn:microsoft.com/office/officeart/2005/8/layout/vList2"/>
    <dgm:cxn modelId="{7EA30B03-76D8-474E-9940-6EAF164257A7}" type="presParOf" srcId="{7696B115-F9EB-4A8C-9002-4A93E2384016}" destId="{1E94AE96-B23D-467D-AD07-9CE97AAADDD5}" srcOrd="1" destOrd="0" presId="urn:microsoft.com/office/officeart/2005/8/layout/vList2"/>
    <dgm:cxn modelId="{9239D7F1-809B-410F-8809-7A7910B0B66B}" type="presParOf" srcId="{7696B115-F9EB-4A8C-9002-4A93E2384016}" destId="{4BFB9F61-7C55-4DE6-A188-EDDE38EBEF3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6A211B0-0835-42C5-AFFB-AC2ABA65C8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5434B4-DA6B-4250-969D-106796BD33C8}">
      <dgm:prSet/>
      <dgm:spPr/>
      <dgm:t>
        <a:bodyPr/>
        <a:lstStyle/>
        <a:p>
          <a:r>
            <a:rPr lang="uk-UA" b="0" i="0" dirty="0"/>
            <a:t>зростання безробіття</a:t>
          </a:r>
          <a:endParaRPr lang="uk-UA" dirty="0"/>
        </a:p>
      </dgm:t>
    </dgm:pt>
    <dgm:pt modelId="{ED96DC67-787C-4AF9-883C-45BC043C19F5}" type="parTrans" cxnId="{FDE7BA91-F309-4CFD-8773-11234F44FF2C}">
      <dgm:prSet/>
      <dgm:spPr/>
      <dgm:t>
        <a:bodyPr/>
        <a:lstStyle/>
        <a:p>
          <a:endParaRPr lang="uk-UA"/>
        </a:p>
      </dgm:t>
    </dgm:pt>
    <dgm:pt modelId="{EEE718D7-DA11-441C-8A08-C266FCE3C314}" type="sibTrans" cxnId="{FDE7BA91-F309-4CFD-8773-11234F44FF2C}">
      <dgm:prSet/>
      <dgm:spPr/>
      <dgm:t>
        <a:bodyPr/>
        <a:lstStyle/>
        <a:p>
          <a:endParaRPr lang="uk-UA"/>
        </a:p>
      </dgm:t>
    </dgm:pt>
    <dgm:pt modelId="{39078D7F-DD50-4B8E-9481-522C6FBB6860}">
      <dgm:prSet/>
      <dgm:spPr/>
      <dgm:t>
        <a:bodyPr/>
        <a:lstStyle/>
        <a:p>
          <a:r>
            <a:rPr lang="uk-UA" b="0" i="0"/>
            <a:t>ліквідація економічних стимулів розвитку виробництва</a:t>
          </a:r>
          <a:endParaRPr lang="uk-UA"/>
        </a:p>
      </dgm:t>
    </dgm:pt>
    <dgm:pt modelId="{71C986D3-48C0-474F-B344-A7E85CA593D4}" type="parTrans" cxnId="{3912596B-99A0-4202-BEDC-C7999456BBCD}">
      <dgm:prSet/>
      <dgm:spPr/>
      <dgm:t>
        <a:bodyPr/>
        <a:lstStyle/>
        <a:p>
          <a:endParaRPr lang="uk-UA"/>
        </a:p>
      </dgm:t>
    </dgm:pt>
    <dgm:pt modelId="{4AA5F449-D73A-4A16-87D7-92B3543C1B49}" type="sibTrans" cxnId="{3912596B-99A0-4202-BEDC-C7999456BBCD}">
      <dgm:prSet/>
      <dgm:spPr/>
      <dgm:t>
        <a:bodyPr/>
        <a:lstStyle/>
        <a:p>
          <a:endParaRPr lang="uk-UA"/>
        </a:p>
      </dgm:t>
    </dgm:pt>
    <dgm:pt modelId="{9C483CDA-6CC1-44D3-9EBD-A6E95092337D}">
      <dgm:prSet/>
      <dgm:spPr/>
      <dgm:t>
        <a:bodyPr/>
        <a:lstStyle/>
        <a:p>
          <a:r>
            <a:rPr lang="uk-UA" b="0" i="0"/>
            <a:t>періодичні хлібозаготівельні кризи</a:t>
          </a:r>
          <a:endParaRPr lang="uk-UA"/>
        </a:p>
      </dgm:t>
    </dgm:pt>
    <dgm:pt modelId="{A535B0CA-388F-4F89-A0BA-B68462523B73}" type="parTrans" cxnId="{5C5E9CD0-84F0-4883-A77B-4E744F4DC09C}">
      <dgm:prSet/>
      <dgm:spPr/>
      <dgm:t>
        <a:bodyPr/>
        <a:lstStyle/>
        <a:p>
          <a:endParaRPr lang="uk-UA"/>
        </a:p>
      </dgm:t>
    </dgm:pt>
    <dgm:pt modelId="{4B0780F7-66E7-4C13-A711-317D89755492}" type="sibTrans" cxnId="{5C5E9CD0-84F0-4883-A77B-4E744F4DC09C}">
      <dgm:prSet/>
      <dgm:spPr/>
      <dgm:t>
        <a:bodyPr/>
        <a:lstStyle/>
        <a:p>
          <a:endParaRPr lang="uk-UA"/>
        </a:p>
      </dgm:t>
    </dgm:pt>
    <dgm:pt modelId="{FC644515-CBDE-4BD5-A9ED-3E7E3BADD5DC}" type="pres">
      <dgm:prSet presAssocID="{16A211B0-0835-42C5-AFFB-AC2ABA65C865}" presName="linear" presStyleCnt="0">
        <dgm:presLayoutVars>
          <dgm:animLvl val="lvl"/>
          <dgm:resizeHandles val="exact"/>
        </dgm:presLayoutVars>
      </dgm:prSet>
      <dgm:spPr/>
    </dgm:pt>
    <dgm:pt modelId="{CE7919BD-BC9F-43F0-9DFF-AFE68AF3DB11}" type="pres">
      <dgm:prSet presAssocID="{BF5434B4-DA6B-4250-969D-106796BD33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7321CE-180C-4B03-B70E-56A9E6E0E440}" type="pres">
      <dgm:prSet presAssocID="{EEE718D7-DA11-441C-8A08-C266FCE3C314}" presName="spacer" presStyleCnt="0"/>
      <dgm:spPr/>
    </dgm:pt>
    <dgm:pt modelId="{13423C89-BAE4-481F-B480-E6B247B3238F}" type="pres">
      <dgm:prSet presAssocID="{39078D7F-DD50-4B8E-9481-522C6FBB686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C540F1-31F0-4DED-9EF1-547EAE5EBDAA}" type="pres">
      <dgm:prSet presAssocID="{4AA5F449-D73A-4A16-87D7-92B3543C1B49}" presName="spacer" presStyleCnt="0"/>
      <dgm:spPr/>
    </dgm:pt>
    <dgm:pt modelId="{ADF948F7-0BEA-4AE9-8D91-F3D9EC890B28}" type="pres">
      <dgm:prSet presAssocID="{9C483CDA-6CC1-44D3-9EBD-A6E9509233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C9B0221-E141-44BA-A156-9AB973B0E717}" type="presOf" srcId="{39078D7F-DD50-4B8E-9481-522C6FBB6860}" destId="{13423C89-BAE4-481F-B480-E6B247B3238F}" srcOrd="0" destOrd="0" presId="urn:microsoft.com/office/officeart/2005/8/layout/vList2"/>
    <dgm:cxn modelId="{3912596B-99A0-4202-BEDC-C7999456BBCD}" srcId="{16A211B0-0835-42C5-AFFB-AC2ABA65C865}" destId="{39078D7F-DD50-4B8E-9481-522C6FBB6860}" srcOrd="1" destOrd="0" parTransId="{71C986D3-48C0-474F-B344-A7E85CA593D4}" sibTransId="{4AA5F449-D73A-4A16-87D7-92B3543C1B49}"/>
    <dgm:cxn modelId="{F1CAC783-B97A-4550-B704-0F11DBE1ADFB}" type="presOf" srcId="{BF5434B4-DA6B-4250-969D-106796BD33C8}" destId="{CE7919BD-BC9F-43F0-9DFF-AFE68AF3DB11}" srcOrd="0" destOrd="0" presId="urn:microsoft.com/office/officeart/2005/8/layout/vList2"/>
    <dgm:cxn modelId="{FDE7BA91-F309-4CFD-8773-11234F44FF2C}" srcId="{16A211B0-0835-42C5-AFFB-AC2ABA65C865}" destId="{BF5434B4-DA6B-4250-969D-106796BD33C8}" srcOrd="0" destOrd="0" parTransId="{ED96DC67-787C-4AF9-883C-45BC043C19F5}" sibTransId="{EEE718D7-DA11-441C-8A08-C266FCE3C314}"/>
    <dgm:cxn modelId="{5C5E9CD0-84F0-4883-A77B-4E744F4DC09C}" srcId="{16A211B0-0835-42C5-AFFB-AC2ABA65C865}" destId="{9C483CDA-6CC1-44D3-9EBD-A6E95092337D}" srcOrd="2" destOrd="0" parTransId="{A535B0CA-388F-4F89-A0BA-B68462523B73}" sibTransId="{4B0780F7-66E7-4C13-A711-317D89755492}"/>
    <dgm:cxn modelId="{D402CBE6-FA06-4B67-B8FC-3715B944179B}" type="presOf" srcId="{16A211B0-0835-42C5-AFFB-AC2ABA65C865}" destId="{FC644515-CBDE-4BD5-A9ED-3E7E3BADD5DC}" srcOrd="0" destOrd="0" presId="urn:microsoft.com/office/officeart/2005/8/layout/vList2"/>
    <dgm:cxn modelId="{C6E2E9E8-A9EA-47E3-9CC4-5CEC96AC24CE}" type="presOf" srcId="{9C483CDA-6CC1-44D3-9EBD-A6E95092337D}" destId="{ADF948F7-0BEA-4AE9-8D91-F3D9EC890B28}" srcOrd="0" destOrd="0" presId="urn:microsoft.com/office/officeart/2005/8/layout/vList2"/>
    <dgm:cxn modelId="{2DB0098D-63F0-46D5-BB9B-36EF411619B5}" type="presParOf" srcId="{FC644515-CBDE-4BD5-A9ED-3E7E3BADD5DC}" destId="{CE7919BD-BC9F-43F0-9DFF-AFE68AF3DB11}" srcOrd="0" destOrd="0" presId="urn:microsoft.com/office/officeart/2005/8/layout/vList2"/>
    <dgm:cxn modelId="{44094A8F-6C99-494A-BC21-D5DAC32DD3F9}" type="presParOf" srcId="{FC644515-CBDE-4BD5-A9ED-3E7E3BADD5DC}" destId="{A77321CE-180C-4B03-B70E-56A9E6E0E440}" srcOrd="1" destOrd="0" presId="urn:microsoft.com/office/officeart/2005/8/layout/vList2"/>
    <dgm:cxn modelId="{3A9A7DB1-7C02-468C-A6CD-045C0689E24A}" type="presParOf" srcId="{FC644515-CBDE-4BD5-A9ED-3E7E3BADD5DC}" destId="{13423C89-BAE4-481F-B480-E6B247B3238F}" srcOrd="2" destOrd="0" presId="urn:microsoft.com/office/officeart/2005/8/layout/vList2"/>
    <dgm:cxn modelId="{2CB501F7-E83D-41AC-9DDD-CB05C9036EA1}" type="presParOf" srcId="{FC644515-CBDE-4BD5-A9ED-3E7E3BADD5DC}" destId="{96C540F1-31F0-4DED-9EF1-547EAE5EBDAA}" srcOrd="3" destOrd="0" presId="urn:microsoft.com/office/officeart/2005/8/layout/vList2"/>
    <dgm:cxn modelId="{D6A33C25-C13B-473D-8902-96EB003AA51A}" type="presParOf" srcId="{FC644515-CBDE-4BD5-A9ED-3E7E3BADD5DC}" destId="{ADF948F7-0BEA-4AE9-8D91-F3D9EC890B2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0A9439C-EA4A-45E2-8326-CAF19A37D9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3443BDC-1319-4597-8D48-E45DF3DAF2E7}">
      <dgm:prSet/>
      <dgm:spPr/>
      <dgm:t>
        <a:bodyPr/>
        <a:lstStyle/>
        <a:p>
          <a:r>
            <a:rPr lang="ru-RU" b="0" i="0"/>
            <a:t>перетворення УРСР на могутню індустріальну республіку</a:t>
          </a:r>
          <a:endParaRPr lang="uk-UA"/>
        </a:p>
      </dgm:t>
    </dgm:pt>
    <dgm:pt modelId="{7D36A10F-EED8-4766-A210-5B225DA0ECE9}" type="parTrans" cxnId="{0753C13A-6506-4FBD-867E-827AD2708EB8}">
      <dgm:prSet/>
      <dgm:spPr/>
      <dgm:t>
        <a:bodyPr/>
        <a:lstStyle/>
        <a:p>
          <a:endParaRPr lang="uk-UA"/>
        </a:p>
      </dgm:t>
    </dgm:pt>
    <dgm:pt modelId="{5DAD05AD-A0F8-4987-B7B3-C7356A6EAEDE}" type="sibTrans" cxnId="{0753C13A-6506-4FBD-867E-827AD2708EB8}">
      <dgm:prSet/>
      <dgm:spPr/>
      <dgm:t>
        <a:bodyPr/>
        <a:lstStyle/>
        <a:p>
          <a:endParaRPr lang="uk-UA"/>
        </a:p>
      </dgm:t>
    </dgm:pt>
    <dgm:pt modelId="{DB2A6B52-C1FD-4EF0-9C1B-7FA80127E052}">
      <dgm:prSet/>
      <dgm:spPr/>
      <dgm:t>
        <a:bodyPr/>
        <a:lstStyle/>
        <a:p>
          <a:r>
            <a:rPr lang="ru-RU" b="0" i="0"/>
            <a:t>ліквідація куркульства</a:t>
          </a:r>
          <a:endParaRPr lang="uk-UA"/>
        </a:p>
      </dgm:t>
    </dgm:pt>
    <dgm:pt modelId="{2E5E26CB-8344-49DB-AC64-280B8FD9E0DC}" type="parTrans" cxnId="{9CDB3FED-DFD9-4763-A082-5C463A751723}">
      <dgm:prSet/>
      <dgm:spPr/>
      <dgm:t>
        <a:bodyPr/>
        <a:lstStyle/>
        <a:p>
          <a:endParaRPr lang="uk-UA"/>
        </a:p>
      </dgm:t>
    </dgm:pt>
    <dgm:pt modelId="{212C32A1-8C7C-49BE-9300-7F6346C01DF1}" type="sibTrans" cxnId="{9CDB3FED-DFD9-4763-A082-5C463A751723}">
      <dgm:prSet/>
      <dgm:spPr/>
      <dgm:t>
        <a:bodyPr/>
        <a:lstStyle/>
        <a:p>
          <a:endParaRPr lang="uk-UA"/>
        </a:p>
      </dgm:t>
    </dgm:pt>
    <dgm:pt modelId="{B3B90EA6-9C0D-4544-A633-974E9130B5F0}">
      <dgm:prSet/>
      <dgm:spPr/>
      <dgm:t>
        <a:bodyPr/>
        <a:lstStyle/>
        <a:p>
          <a:r>
            <a:rPr lang="ru-RU" b="0" i="0"/>
            <a:t>розширення мережі селянських збутових, споживчих кооперативів і кредитних товариств</a:t>
          </a:r>
          <a:endParaRPr lang="uk-UA"/>
        </a:p>
      </dgm:t>
    </dgm:pt>
    <dgm:pt modelId="{F1344628-26D2-4E63-AF19-DBA001E00A48}" type="parTrans" cxnId="{56CCDDBA-7829-4D6E-8935-30AC3C0BC4C2}">
      <dgm:prSet/>
      <dgm:spPr/>
      <dgm:t>
        <a:bodyPr/>
        <a:lstStyle/>
        <a:p>
          <a:endParaRPr lang="uk-UA"/>
        </a:p>
      </dgm:t>
    </dgm:pt>
    <dgm:pt modelId="{6A0F7F4D-35A4-47AE-9DBE-60F7196D94EB}" type="sibTrans" cxnId="{56CCDDBA-7829-4D6E-8935-30AC3C0BC4C2}">
      <dgm:prSet/>
      <dgm:spPr/>
      <dgm:t>
        <a:bodyPr/>
        <a:lstStyle/>
        <a:p>
          <a:endParaRPr lang="uk-UA"/>
        </a:p>
      </dgm:t>
    </dgm:pt>
    <dgm:pt modelId="{84E35DBA-6872-43C4-B380-7C7924A9D2E3}" type="pres">
      <dgm:prSet presAssocID="{50A9439C-EA4A-45E2-8326-CAF19A37D960}" presName="linear" presStyleCnt="0">
        <dgm:presLayoutVars>
          <dgm:animLvl val="lvl"/>
          <dgm:resizeHandles val="exact"/>
        </dgm:presLayoutVars>
      </dgm:prSet>
      <dgm:spPr/>
    </dgm:pt>
    <dgm:pt modelId="{A98C92B2-AEC1-4581-8D38-334EB1FE082A}" type="pres">
      <dgm:prSet presAssocID="{23443BDC-1319-4597-8D48-E45DF3DAF2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608EF58-13DB-4E78-90A5-5826FA68461A}" type="pres">
      <dgm:prSet presAssocID="{5DAD05AD-A0F8-4987-B7B3-C7356A6EAEDE}" presName="spacer" presStyleCnt="0"/>
      <dgm:spPr/>
    </dgm:pt>
    <dgm:pt modelId="{1A6DF4BB-750A-4BE7-B457-02FB0B143963}" type="pres">
      <dgm:prSet presAssocID="{DB2A6B52-C1FD-4EF0-9C1B-7FA80127E0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C700DA-7F5D-412C-BAB1-DE091512CD21}" type="pres">
      <dgm:prSet presAssocID="{212C32A1-8C7C-49BE-9300-7F6346C01DF1}" presName="spacer" presStyleCnt="0"/>
      <dgm:spPr/>
    </dgm:pt>
    <dgm:pt modelId="{7F322227-E5C3-4D5F-91DC-875DB9E7AFD8}" type="pres">
      <dgm:prSet presAssocID="{B3B90EA6-9C0D-4544-A633-974E9130B5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DBECD17-303C-474F-8B83-6AF714E4AB43}" type="presOf" srcId="{B3B90EA6-9C0D-4544-A633-974E9130B5F0}" destId="{7F322227-E5C3-4D5F-91DC-875DB9E7AFD8}" srcOrd="0" destOrd="0" presId="urn:microsoft.com/office/officeart/2005/8/layout/vList2"/>
    <dgm:cxn modelId="{0753C13A-6506-4FBD-867E-827AD2708EB8}" srcId="{50A9439C-EA4A-45E2-8326-CAF19A37D960}" destId="{23443BDC-1319-4597-8D48-E45DF3DAF2E7}" srcOrd="0" destOrd="0" parTransId="{7D36A10F-EED8-4766-A210-5B225DA0ECE9}" sibTransId="{5DAD05AD-A0F8-4987-B7B3-C7356A6EAEDE}"/>
    <dgm:cxn modelId="{E2900F49-A405-4529-B03C-D91AEA281F5B}" type="presOf" srcId="{DB2A6B52-C1FD-4EF0-9C1B-7FA80127E052}" destId="{1A6DF4BB-750A-4BE7-B457-02FB0B143963}" srcOrd="0" destOrd="0" presId="urn:microsoft.com/office/officeart/2005/8/layout/vList2"/>
    <dgm:cxn modelId="{D0E9BCA7-E8DA-40B1-A9E5-BA868EF47CE7}" type="presOf" srcId="{50A9439C-EA4A-45E2-8326-CAF19A37D960}" destId="{84E35DBA-6872-43C4-B380-7C7924A9D2E3}" srcOrd="0" destOrd="0" presId="urn:microsoft.com/office/officeart/2005/8/layout/vList2"/>
    <dgm:cxn modelId="{56CCDDBA-7829-4D6E-8935-30AC3C0BC4C2}" srcId="{50A9439C-EA4A-45E2-8326-CAF19A37D960}" destId="{B3B90EA6-9C0D-4544-A633-974E9130B5F0}" srcOrd="2" destOrd="0" parTransId="{F1344628-26D2-4E63-AF19-DBA001E00A48}" sibTransId="{6A0F7F4D-35A4-47AE-9DBE-60F7196D94EB}"/>
    <dgm:cxn modelId="{9CDB3FED-DFD9-4763-A082-5C463A751723}" srcId="{50A9439C-EA4A-45E2-8326-CAF19A37D960}" destId="{DB2A6B52-C1FD-4EF0-9C1B-7FA80127E052}" srcOrd="1" destOrd="0" parTransId="{2E5E26CB-8344-49DB-AC64-280B8FD9E0DC}" sibTransId="{212C32A1-8C7C-49BE-9300-7F6346C01DF1}"/>
    <dgm:cxn modelId="{408E53F2-5F92-4771-A33A-2BD016D8425F}" type="presOf" srcId="{23443BDC-1319-4597-8D48-E45DF3DAF2E7}" destId="{A98C92B2-AEC1-4581-8D38-334EB1FE082A}" srcOrd="0" destOrd="0" presId="urn:microsoft.com/office/officeart/2005/8/layout/vList2"/>
    <dgm:cxn modelId="{817A2CC4-592D-4AE8-9AAE-E6796DB8EC5A}" type="presParOf" srcId="{84E35DBA-6872-43C4-B380-7C7924A9D2E3}" destId="{A98C92B2-AEC1-4581-8D38-334EB1FE082A}" srcOrd="0" destOrd="0" presId="urn:microsoft.com/office/officeart/2005/8/layout/vList2"/>
    <dgm:cxn modelId="{2BBBDC9D-8C18-4CC4-9458-F8900717BF27}" type="presParOf" srcId="{84E35DBA-6872-43C4-B380-7C7924A9D2E3}" destId="{C608EF58-13DB-4E78-90A5-5826FA68461A}" srcOrd="1" destOrd="0" presId="urn:microsoft.com/office/officeart/2005/8/layout/vList2"/>
    <dgm:cxn modelId="{4F34B600-7B29-48EC-87FA-802C1756D1DC}" type="presParOf" srcId="{84E35DBA-6872-43C4-B380-7C7924A9D2E3}" destId="{1A6DF4BB-750A-4BE7-B457-02FB0B143963}" srcOrd="2" destOrd="0" presId="urn:microsoft.com/office/officeart/2005/8/layout/vList2"/>
    <dgm:cxn modelId="{E5B4A845-B0AE-4C70-955B-FB544ED84BA7}" type="presParOf" srcId="{84E35DBA-6872-43C4-B380-7C7924A9D2E3}" destId="{53C700DA-7F5D-412C-BAB1-DE091512CD21}" srcOrd="3" destOrd="0" presId="urn:microsoft.com/office/officeart/2005/8/layout/vList2"/>
    <dgm:cxn modelId="{8F8363F1-329B-469A-8842-30A4DDB3608D}" type="presParOf" srcId="{84E35DBA-6872-43C4-B380-7C7924A9D2E3}" destId="{7F322227-E5C3-4D5F-91DC-875DB9E7AFD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8154822-34C0-4B9B-80C7-D076AA7D1E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FD8FCA-348A-442F-91A2-F0037E947562}">
      <dgm:prSet/>
      <dgm:spPr/>
      <dgm:t>
        <a:bodyPr/>
        <a:lstStyle/>
        <a:p>
          <a:r>
            <a:rPr lang="uk-UA" b="0" i="0"/>
            <a:t>«воєнного комунізму».</a:t>
          </a:r>
          <a:endParaRPr lang="uk-UA"/>
        </a:p>
      </dgm:t>
    </dgm:pt>
    <dgm:pt modelId="{468435A8-4CC4-4A8A-B889-F56F0036A221}" type="parTrans" cxnId="{5F0255BF-CBD4-491F-84FE-0D113B025091}">
      <dgm:prSet/>
      <dgm:spPr/>
      <dgm:t>
        <a:bodyPr/>
        <a:lstStyle/>
        <a:p>
          <a:endParaRPr lang="uk-UA"/>
        </a:p>
      </dgm:t>
    </dgm:pt>
    <dgm:pt modelId="{0A6E0222-860B-46E3-A55B-19B45BD3F727}" type="sibTrans" cxnId="{5F0255BF-CBD4-491F-84FE-0D113B025091}">
      <dgm:prSet/>
      <dgm:spPr/>
      <dgm:t>
        <a:bodyPr/>
        <a:lstStyle/>
        <a:p>
          <a:endParaRPr lang="uk-UA"/>
        </a:p>
      </dgm:t>
    </dgm:pt>
    <dgm:pt modelId="{6F03209E-4379-4BBE-B6D2-B1904597ABAC}">
      <dgm:prSet/>
      <dgm:spPr/>
      <dgm:t>
        <a:bodyPr/>
        <a:lstStyle/>
        <a:p>
          <a:r>
            <a:rPr lang="uk-UA" b="0" i="0"/>
            <a:t>нової економічної політики.</a:t>
          </a:r>
          <a:endParaRPr lang="uk-UA"/>
        </a:p>
      </dgm:t>
    </dgm:pt>
    <dgm:pt modelId="{8A9EFE4A-9DAA-454F-8EBA-5DAEEA23523C}" type="parTrans" cxnId="{E4188E7C-1540-4669-83EF-B41BC7F0C220}">
      <dgm:prSet/>
      <dgm:spPr/>
      <dgm:t>
        <a:bodyPr/>
        <a:lstStyle/>
        <a:p>
          <a:endParaRPr lang="uk-UA"/>
        </a:p>
      </dgm:t>
    </dgm:pt>
    <dgm:pt modelId="{CDA366D0-10F2-4B94-9CAB-04AA6D107B4A}" type="sibTrans" cxnId="{E4188E7C-1540-4669-83EF-B41BC7F0C220}">
      <dgm:prSet/>
      <dgm:spPr/>
      <dgm:t>
        <a:bodyPr/>
        <a:lstStyle/>
        <a:p>
          <a:endParaRPr lang="uk-UA"/>
        </a:p>
      </dgm:t>
    </dgm:pt>
    <dgm:pt modelId="{36AA7E2A-6921-43A3-B057-88AC31D8DE22}">
      <dgm:prSet/>
      <dgm:spPr/>
      <dgm:t>
        <a:bodyPr/>
        <a:lstStyle/>
        <a:p>
          <a:r>
            <a:rPr lang="uk-UA" b="0" i="0"/>
            <a:t>суцільної колективізації.</a:t>
          </a:r>
          <a:endParaRPr lang="uk-UA"/>
        </a:p>
      </dgm:t>
    </dgm:pt>
    <dgm:pt modelId="{A33367B4-CBB9-44D4-88DE-A507C9EE0FAC}" type="parTrans" cxnId="{0E274248-527B-448A-A020-9EF92E75FCFC}">
      <dgm:prSet/>
      <dgm:spPr/>
      <dgm:t>
        <a:bodyPr/>
        <a:lstStyle/>
        <a:p>
          <a:endParaRPr lang="uk-UA"/>
        </a:p>
      </dgm:t>
    </dgm:pt>
    <dgm:pt modelId="{88B848A4-4DC6-4496-A956-74141E9B5415}" type="sibTrans" cxnId="{0E274248-527B-448A-A020-9EF92E75FCFC}">
      <dgm:prSet/>
      <dgm:spPr/>
      <dgm:t>
        <a:bodyPr/>
        <a:lstStyle/>
        <a:p>
          <a:endParaRPr lang="uk-UA"/>
        </a:p>
      </dgm:t>
    </dgm:pt>
    <dgm:pt modelId="{0DD52DB5-81F4-4011-843C-E7D053B2641E}">
      <dgm:prSet/>
      <dgm:spPr/>
      <dgm:t>
        <a:bodyPr/>
        <a:lstStyle/>
        <a:p>
          <a:r>
            <a:rPr lang="uk-UA" b="0" i="0"/>
            <a:t>укрупнення колгоспів.</a:t>
          </a:r>
          <a:endParaRPr lang="uk-UA"/>
        </a:p>
      </dgm:t>
    </dgm:pt>
    <dgm:pt modelId="{C1C69601-9D5F-4864-AD70-81431815A412}" type="parTrans" cxnId="{B40ED0E4-BCA6-4357-B2D2-9826C6E31EA2}">
      <dgm:prSet/>
      <dgm:spPr/>
      <dgm:t>
        <a:bodyPr/>
        <a:lstStyle/>
        <a:p>
          <a:endParaRPr lang="uk-UA"/>
        </a:p>
      </dgm:t>
    </dgm:pt>
    <dgm:pt modelId="{49720CC1-EF8A-43F5-9EF6-B0A875A14898}" type="sibTrans" cxnId="{B40ED0E4-BCA6-4357-B2D2-9826C6E31EA2}">
      <dgm:prSet/>
      <dgm:spPr/>
      <dgm:t>
        <a:bodyPr/>
        <a:lstStyle/>
        <a:p>
          <a:endParaRPr lang="uk-UA"/>
        </a:p>
      </dgm:t>
    </dgm:pt>
    <dgm:pt modelId="{191D19BF-AEBC-47FF-BBE3-BD2F43F42173}" type="pres">
      <dgm:prSet presAssocID="{58154822-34C0-4B9B-80C7-D076AA7D1E5C}" presName="linear" presStyleCnt="0">
        <dgm:presLayoutVars>
          <dgm:animLvl val="lvl"/>
          <dgm:resizeHandles val="exact"/>
        </dgm:presLayoutVars>
      </dgm:prSet>
      <dgm:spPr/>
    </dgm:pt>
    <dgm:pt modelId="{3B6C7CB5-4B56-4AF1-A141-BDF90629352C}" type="pres">
      <dgm:prSet presAssocID="{8AFD8FCA-348A-442F-91A2-F0037E9475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9AD861-91C1-43D6-92B1-EC53235418DC}" type="pres">
      <dgm:prSet presAssocID="{0A6E0222-860B-46E3-A55B-19B45BD3F727}" presName="spacer" presStyleCnt="0"/>
      <dgm:spPr/>
    </dgm:pt>
    <dgm:pt modelId="{04F91B13-B48A-4CEE-AA62-42579881B389}" type="pres">
      <dgm:prSet presAssocID="{6F03209E-4379-4BBE-B6D2-B1904597AB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5EC877-8EA1-4428-8551-33B7D7D64E84}" type="pres">
      <dgm:prSet presAssocID="{CDA366D0-10F2-4B94-9CAB-04AA6D107B4A}" presName="spacer" presStyleCnt="0"/>
      <dgm:spPr/>
    </dgm:pt>
    <dgm:pt modelId="{43E3ED75-C894-4D23-98B5-9A6363BC6EA4}" type="pres">
      <dgm:prSet presAssocID="{36AA7E2A-6921-43A3-B057-88AC31D8DE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94FC2E4-F96E-424B-840A-3467E536347C}" type="pres">
      <dgm:prSet presAssocID="{88B848A4-4DC6-4496-A956-74141E9B5415}" presName="spacer" presStyleCnt="0"/>
      <dgm:spPr/>
    </dgm:pt>
    <dgm:pt modelId="{918E2D83-B5F0-4BC4-B326-1456F2009C72}" type="pres">
      <dgm:prSet presAssocID="{0DD52DB5-81F4-4011-843C-E7D053B264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2230265-39E2-4999-8316-DF2770AB0CCB}" type="presOf" srcId="{0DD52DB5-81F4-4011-843C-E7D053B2641E}" destId="{918E2D83-B5F0-4BC4-B326-1456F2009C72}" srcOrd="0" destOrd="0" presId="urn:microsoft.com/office/officeart/2005/8/layout/vList2"/>
    <dgm:cxn modelId="{0E274248-527B-448A-A020-9EF92E75FCFC}" srcId="{58154822-34C0-4B9B-80C7-D076AA7D1E5C}" destId="{36AA7E2A-6921-43A3-B057-88AC31D8DE22}" srcOrd="2" destOrd="0" parTransId="{A33367B4-CBB9-44D4-88DE-A507C9EE0FAC}" sibTransId="{88B848A4-4DC6-4496-A956-74141E9B5415}"/>
    <dgm:cxn modelId="{A8AB577A-6927-41A9-BCF0-CDB1B3AD8724}" type="presOf" srcId="{58154822-34C0-4B9B-80C7-D076AA7D1E5C}" destId="{191D19BF-AEBC-47FF-BBE3-BD2F43F42173}" srcOrd="0" destOrd="0" presId="urn:microsoft.com/office/officeart/2005/8/layout/vList2"/>
    <dgm:cxn modelId="{E4188E7C-1540-4669-83EF-B41BC7F0C220}" srcId="{58154822-34C0-4B9B-80C7-D076AA7D1E5C}" destId="{6F03209E-4379-4BBE-B6D2-B1904597ABAC}" srcOrd="1" destOrd="0" parTransId="{8A9EFE4A-9DAA-454F-8EBA-5DAEEA23523C}" sibTransId="{CDA366D0-10F2-4B94-9CAB-04AA6D107B4A}"/>
    <dgm:cxn modelId="{5F0255BF-CBD4-491F-84FE-0D113B025091}" srcId="{58154822-34C0-4B9B-80C7-D076AA7D1E5C}" destId="{8AFD8FCA-348A-442F-91A2-F0037E947562}" srcOrd="0" destOrd="0" parTransId="{468435A8-4CC4-4A8A-B889-F56F0036A221}" sibTransId="{0A6E0222-860B-46E3-A55B-19B45BD3F727}"/>
    <dgm:cxn modelId="{2D2DDBC4-CFBA-4BEE-A19E-5BF7E8CCB3DA}" type="presOf" srcId="{36AA7E2A-6921-43A3-B057-88AC31D8DE22}" destId="{43E3ED75-C894-4D23-98B5-9A6363BC6EA4}" srcOrd="0" destOrd="0" presId="urn:microsoft.com/office/officeart/2005/8/layout/vList2"/>
    <dgm:cxn modelId="{548BD6C9-19A8-40CD-8B04-BD802F3881D7}" type="presOf" srcId="{8AFD8FCA-348A-442F-91A2-F0037E947562}" destId="{3B6C7CB5-4B56-4AF1-A141-BDF90629352C}" srcOrd="0" destOrd="0" presId="urn:microsoft.com/office/officeart/2005/8/layout/vList2"/>
    <dgm:cxn modelId="{943A97DC-4D85-4DC9-9BDE-DFAA034F884B}" type="presOf" srcId="{6F03209E-4379-4BBE-B6D2-B1904597ABAC}" destId="{04F91B13-B48A-4CEE-AA62-42579881B389}" srcOrd="0" destOrd="0" presId="urn:microsoft.com/office/officeart/2005/8/layout/vList2"/>
    <dgm:cxn modelId="{B40ED0E4-BCA6-4357-B2D2-9826C6E31EA2}" srcId="{58154822-34C0-4B9B-80C7-D076AA7D1E5C}" destId="{0DD52DB5-81F4-4011-843C-E7D053B2641E}" srcOrd="3" destOrd="0" parTransId="{C1C69601-9D5F-4864-AD70-81431815A412}" sibTransId="{49720CC1-EF8A-43F5-9EF6-B0A875A14898}"/>
    <dgm:cxn modelId="{3599A6DE-30BA-406F-B3B4-97D05DD87D4E}" type="presParOf" srcId="{191D19BF-AEBC-47FF-BBE3-BD2F43F42173}" destId="{3B6C7CB5-4B56-4AF1-A141-BDF90629352C}" srcOrd="0" destOrd="0" presId="urn:microsoft.com/office/officeart/2005/8/layout/vList2"/>
    <dgm:cxn modelId="{49943D21-3AC6-44C7-A4E8-06BC25B647B3}" type="presParOf" srcId="{191D19BF-AEBC-47FF-BBE3-BD2F43F42173}" destId="{C69AD861-91C1-43D6-92B1-EC53235418DC}" srcOrd="1" destOrd="0" presId="urn:microsoft.com/office/officeart/2005/8/layout/vList2"/>
    <dgm:cxn modelId="{B57F2F61-4577-4A4E-8091-DA21BC9A5109}" type="presParOf" srcId="{191D19BF-AEBC-47FF-BBE3-BD2F43F42173}" destId="{04F91B13-B48A-4CEE-AA62-42579881B389}" srcOrd="2" destOrd="0" presId="urn:microsoft.com/office/officeart/2005/8/layout/vList2"/>
    <dgm:cxn modelId="{7BA25349-13D7-417F-826B-1A6150538233}" type="presParOf" srcId="{191D19BF-AEBC-47FF-BBE3-BD2F43F42173}" destId="{335EC877-8EA1-4428-8551-33B7D7D64E84}" srcOrd="3" destOrd="0" presId="urn:microsoft.com/office/officeart/2005/8/layout/vList2"/>
    <dgm:cxn modelId="{87FAB395-4B06-49B5-9838-41F9D3677AC6}" type="presParOf" srcId="{191D19BF-AEBC-47FF-BBE3-BD2F43F42173}" destId="{43E3ED75-C894-4D23-98B5-9A6363BC6EA4}" srcOrd="4" destOrd="0" presId="urn:microsoft.com/office/officeart/2005/8/layout/vList2"/>
    <dgm:cxn modelId="{6B710419-62C5-4887-B06B-84F0D64FFC9C}" type="presParOf" srcId="{191D19BF-AEBC-47FF-BBE3-BD2F43F42173}" destId="{E94FC2E4-F96E-424B-840A-3467E536347C}" srcOrd="5" destOrd="0" presId="urn:microsoft.com/office/officeart/2005/8/layout/vList2"/>
    <dgm:cxn modelId="{2F2AEAAF-5C10-4FAB-A40B-2223E4693F31}" type="presParOf" srcId="{191D19BF-AEBC-47FF-BBE3-BD2F43F42173}" destId="{918E2D83-B5F0-4BC4-B326-1456F2009C7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C5919E5-7724-4D04-AB6B-A0E30534F6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6E4762-3122-4183-A05A-8A54A352EB94}">
      <dgm:prSet/>
      <dgm:spPr/>
      <dgm:t>
        <a:bodyPr/>
        <a:lstStyle/>
        <a:p>
          <a:r>
            <a:rPr lang="uk-UA" b="0" i="0"/>
            <a:t>відновлення поміщицького землеволодіння гетьманом П. Скоропадським.</a:t>
          </a:r>
          <a:endParaRPr lang="uk-UA"/>
        </a:p>
      </dgm:t>
    </dgm:pt>
    <dgm:pt modelId="{F3B30B5D-4F94-4D3D-AB46-CE0797F393BD}" type="parTrans" cxnId="{2D12F6AE-521C-4F13-89D8-26A787855310}">
      <dgm:prSet/>
      <dgm:spPr/>
      <dgm:t>
        <a:bodyPr/>
        <a:lstStyle/>
        <a:p>
          <a:endParaRPr lang="uk-UA"/>
        </a:p>
      </dgm:t>
    </dgm:pt>
    <dgm:pt modelId="{B1C9A454-B4D2-4F00-85DD-D56CB3249D1F}" type="sibTrans" cxnId="{2D12F6AE-521C-4F13-89D8-26A787855310}">
      <dgm:prSet/>
      <dgm:spPr/>
      <dgm:t>
        <a:bodyPr/>
        <a:lstStyle/>
        <a:p>
          <a:endParaRPr lang="uk-UA"/>
        </a:p>
      </dgm:t>
    </dgm:pt>
    <dgm:pt modelId="{BBA0A191-4071-4288-A899-54D2AC3A6085}">
      <dgm:prSet/>
      <dgm:spPr/>
      <dgm:t>
        <a:bodyPr/>
        <a:lstStyle/>
        <a:p>
          <a:r>
            <a:rPr lang="uk-UA" b="0" i="0"/>
            <a:t>здійснення радянською владою заходів «воєнного комунізму».</a:t>
          </a:r>
          <a:endParaRPr lang="uk-UA"/>
        </a:p>
      </dgm:t>
    </dgm:pt>
    <dgm:pt modelId="{7480AE06-6ABB-4FE0-9C8C-D6C4D9F6A4A6}" type="parTrans" cxnId="{1723C6FC-1B40-4B1E-BF94-35560211CC96}">
      <dgm:prSet/>
      <dgm:spPr/>
      <dgm:t>
        <a:bodyPr/>
        <a:lstStyle/>
        <a:p>
          <a:endParaRPr lang="uk-UA"/>
        </a:p>
      </dgm:t>
    </dgm:pt>
    <dgm:pt modelId="{34D18038-2694-4D5A-BC75-0AAE6AD4B2B0}" type="sibTrans" cxnId="{1723C6FC-1B40-4B1E-BF94-35560211CC96}">
      <dgm:prSet/>
      <dgm:spPr/>
      <dgm:t>
        <a:bodyPr/>
        <a:lstStyle/>
        <a:p>
          <a:endParaRPr lang="uk-UA"/>
        </a:p>
      </dgm:t>
    </dgm:pt>
    <dgm:pt modelId="{1DD44444-38A5-4FEA-A3D3-DB7C315E0CCC}">
      <dgm:prSet/>
      <dgm:spPr/>
      <dgm:t>
        <a:bodyPr/>
        <a:lstStyle/>
        <a:p>
          <a:r>
            <a:rPr lang="uk-UA" b="0" i="0"/>
            <a:t>упровадження земельної реформи Директорією УНР.</a:t>
          </a:r>
          <a:endParaRPr lang="uk-UA"/>
        </a:p>
      </dgm:t>
    </dgm:pt>
    <dgm:pt modelId="{2FEE3DD3-C3FE-477F-B652-28AEF54CE612}" type="parTrans" cxnId="{BDA60BBF-E01E-49A0-9D58-E2DB981210F2}">
      <dgm:prSet/>
      <dgm:spPr/>
      <dgm:t>
        <a:bodyPr/>
        <a:lstStyle/>
        <a:p>
          <a:endParaRPr lang="uk-UA"/>
        </a:p>
      </dgm:t>
    </dgm:pt>
    <dgm:pt modelId="{2A36DF20-3372-4A13-BA5E-70802F0E6837}" type="sibTrans" cxnId="{BDA60BBF-E01E-49A0-9D58-E2DB981210F2}">
      <dgm:prSet/>
      <dgm:spPr/>
      <dgm:t>
        <a:bodyPr/>
        <a:lstStyle/>
        <a:p>
          <a:endParaRPr lang="uk-UA"/>
        </a:p>
      </dgm:t>
    </dgm:pt>
    <dgm:pt modelId="{5C09D24D-2CDD-4AC7-A2BF-700576B10885}">
      <dgm:prSet/>
      <dgm:spPr/>
      <dgm:t>
        <a:bodyPr/>
        <a:lstStyle/>
        <a:p>
          <a:r>
            <a:rPr lang="uk-UA" b="0" i="0"/>
            <a:t>проголошення соціалізації землі Українською Центральною Радою</a:t>
          </a:r>
          <a:endParaRPr lang="uk-UA"/>
        </a:p>
      </dgm:t>
    </dgm:pt>
    <dgm:pt modelId="{24402907-0877-4B1D-A90E-80294FCEAA55}" type="parTrans" cxnId="{02045D46-6E5F-43C2-92EB-B4AE7A1853DC}">
      <dgm:prSet/>
      <dgm:spPr/>
      <dgm:t>
        <a:bodyPr/>
        <a:lstStyle/>
        <a:p>
          <a:endParaRPr lang="uk-UA"/>
        </a:p>
      </dgm:t>
    </dgm:pt>
    <dgm:pt modelId="{7275110C-3C74-4B63-98C7-5C6D104E49FC}" type="sibTrans" cxnId="{02045D46-6E5F-43C2-92EB-B4AE7A1853DC}">
      <dgm:prSet/>
      <dgm:spPr/>
      <dgm:t>
        <a:bodyPr/>
        <a:lstStyle/>
        <a:p>
          <a:endParaRPr lang="uk-UA"/>
        </a:p>
      </dgm:t>
    </dgm:pt>
    <dgm:pt modelId="{8EB5A7A5-DCDE-467B-AB9D-44B78A561ECE}" type="pres">
      <dgm:prSet presAssocID="{8C5919E5-7724-4D04-AB6B-A0E30534F680}" presName="linear" presStyleCnt="0">
        <dgm:presLayoutVars>
          <dgm:animLvl val="lvl"/>
          <dgm:resizeHandles val="exact"/>
        </dgm:presLayoutVars>
      </dgm:prSet>
      <dgm:spPr/>
    </dgm:pt>
    <dgm:pt modelId="{DD6D14B8-5F3A-4F90-92C9-6B1D64F36BBC}" type="pres">
      <dgm:prSet presAssocID="{CB6E4762-3122-4183-A05A-8A54A352EB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30C3E1-8A7C-41A2-AE45-B24F7DCBC40C}" type="pres">
      <dgm:prSet presAssocID="{B1C9A454-B4D2-4F00-85DD-D56CB3249D1F}" presName="spacer" presStyleCnt="0"/>
      <dgm:spPr/>
    </dgm:pt>
    <dgm:pt modelId="{B3B749F2-3C69-44F0-BE41-07BEFF6DEB1F}" type="pres">
      <dgm:prSet presAssocID="{BBA0A191-4071-4288-A899-54D2AC3A60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36BE17-C658-40B2-85EB-93D992D466AD}" type="pres">
      <dgm:prSet presAssocID="{34D18038-2694-4D5A-BC75-0AAE6AD4B2B0}" presName="spacer" presStyleCnt="0"/>
      <dgm:spPr/>
    </dgm:pt>
    <dgm:pt modelId="{BD53F90F-9C40-4E08-BA5E-FDB5000ADE87}" type="pres">
      <dgm:prSet presAssocID="{1DD44444-38A5-4FEA-A3D3-DB7C315E0C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FAF644-0EC9-46FB-AA70-694D6487A864}" type="pres">
      <dgm:prSet presAssocID="{2A36DF20-3372-4A13-BA5E-70802F0E6837}" presName="spacer" presStyleCnt="0"/>
      <dgm:spPr/>
    </dgm:pt>
    <dgm:pt modelId="{E44A9FBC-EEC0-4E4C-9B21-1C02B219F3B8}" type="pres">
      <dgm:prSet presAssocID="{5C09D24D-2CDD-4AC7-A2BF-700576B108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19B604-6F9B-443C-BEE5-A0D06F73587F}" type="presOf" srcId="{8C5919E5-7724-4D04-AB6B-A0E30534F680}" destId="{8EB5A7A5-DCDE-467B-AB9D-44B78A561ECE}" srcOrd="0" destOrd="0" presId="urn:microsoft.com/office/officeart/2005/8/layout/vList2"/>
    <dgm:cxn modelId="{2F7B8B25-7FAE-4710-88AB-8FE8309C4029}" type="presOf" srcId="{1DD44444-38A5-4FEA-A3D3-DB7C315E0CCC}" destId="{BD53F90F-9C40-4E08-BA5E-FDB5000ADE87}" srcOrd="0" destOrd="0" presId="urn:microsoft.com/office/officeart/2005/8/layout/vList2"/>
    <dgm:cxn modelId="{F2DE1F35-A322-4C40-96A5-9C3D8DCC8229}" type="presOf" srcId="{CB6E4762-3122-4183-A05A-8A54A352EB94}" destId="{DD6D14B8-5F3A-4F90-92C9-6B1D64F36BBC}" srcOrd="0" destOrd="0" presId="urn:microsoft.com/office/officeart/2005/8/layout/vList2"/>
    <dgm:cxn modelId="{02045D46-6E5F-43C2-92EB-B4AE7A1853DC}" srcId="{8C5919E5-7724-4D04-AB6B-A0E30534F680}" destId="{5C09D24D-2CDD-4AC7-A2BF-700576B10885}" srcOrd="3" destOrd="0" parTransId="{24402907-0877-4B1D-A90E-80294FCEAA55}" sibTransId="{7275110C-3C74-4B63-98C7-5C6D104E49FC}"/>
    <dgm:cxn modelId="{C561A095-0651-4884-B817-09B78271F071}" type="presOf" srcId="{BBA0A191-4071-4288-A899-54D2AC3A6085}" destId="{B3B749F2-3C69-44F0-BE41-07BEFF6DEB1F}" srcOrd="0" destOrd="0" presId="urn:microsoft.com/office/officeart/2005/8/layout/vList2"/>
    <dgm:cxn modelId="{2D12F6AE-521C-4F13-89D8-26A787855310}" srcId="{8C5919E5-7724-4D04-AB6B-A0E30534F680}" destId="{CB6E4762-3122-4183-A05A-8A54A352EB94}" srcOrd="0" destOrd="0" parTransId="{F3B30B5D-4F94-4D3D-AB46-CE0797F393BD}" sibTransId="{B1C9A454-B4D2-4F00-85DD-D56CB3249D1F}"/>
    <dgm:cxn modelId="{042567BD-831E-4F2D-9A1D-F607544400EA}" type="presOf" srcId="{5C09D24D-2CDD-4AC7-A2BF-700576B10885}" destId="{E44A9FBC-EEC0-4E4C-9B21-1C02B219F3B8}" srcOrd="0" destOrd="0" presId="urn:microsoft.com/office/officeart/2005/8/layout/vList2"/>
    <dgm:cxn modelId="{BDA60BBF-E01E-49A0-9D58-E2DB981210F2}" srcId="{8C5919E5-7724-4D04-AB6B-A0E30534F680}" destId="{1DD44444-38A5-4FEA-A3D3-DB7C315E0CCC}" srcOrd="2" destOrd="0" parTransId="{2FEE3DD3-C3FE-477F-B652-28AEF54CE612}" sibTransId="{2A36DF20-3372-4A13-BA5E-70802F0E6837}"/>
    <dgm:cxn modelId="{1723C6FC-1B40-4B1E-BF94-35560211CC96}" srcId="{8C5919E5-7724-4D04-AB6B-A0E30534F680}" destId="{BBA0A191-4071-4288-A899-54D2AC3A6085}" srcOrd="1" destOrd="0" parTransId="{7480AE06-6ABB-4FE0-9C8C-D6C4D9F6A4A6}" sibTransId="{34D18038-2694-4D5A-BC75-0AAE6AD4B2B0}"/>
    <dgm:cxn modelId="{5D24C78C-AEBB-4E6F-9AD7-1A1C75320F26}" type="presParOf" srcId="{8EB5A7A5-DCDE-467B-AB9D-44B78A561ECE}" destId="{DD6D14B8-5F3A-4F90-92C9-6B1D64F36BBC}" srcOrd="0" destOrd="0" presId="urn:microsoft.com/office/officeart/2005/8/layout/vList2"/>
    <dgm:cxn modelId="{F51DA295-09BA-489F-A3BE-E17525CACBC9}" type="presParOf" srcId="{8EB5A7A5-DCDE-467B-AB9D-44B78A561ECE}" destId="{0230C3E1-8A7C-41A2-AE45-B24F7DCBC40C}" srcOrd="1" destOrd="0" presId="urn:microsoft.com/office/officeart/2005/8/layout/vList2"/>
    <dgm:cxn modelId="{33504496-2DED-46FB-B6A3-9B7F7E44E2AF}" type="presParOf" srcId="{8EB5A7A5-DCDE-467B-AB9D-44B78A561ECE}" destId="{B3B749F2-3C69-44F0-BE41-07BEFF6DEB1F}" srcOrd="2" destOrd="0" presId="urn:microsoft.com/office/officeart/2005/8/layout/vList2"/>
    <dgm:cxn modelId="{3A91479A-A0C5-4966-A061-8D05D1D32E87}" type="presParOf" srcId="{8EB5A7A5-DCDE-467B-AB9D-44B78A561ECE}" destId="{3E36BE17-C658-40B2-85EB-93D992D466AD}" srcOrd="3" destOrd="0" presId="urn:microsoft.com/office/officeart/2005/8/layout/vList2"/>
    <dgm:cxn modelId="{AB979BA6-B981-4A2F-BB2F-EAACC07C5635}" type="presParOf" srcId="{8EB5A7A5-DCDE-467B-AB9D-44B78A561ECE}" destId="{BD53F90F-9C40-4E08-BA5E-FDB5000ADE87}" srcOrd="4" destOrd="0" presId="urn:microsoft.com/office/officeart/2005/8/layout/vList2"/>
    <dgm:cxn modelId="{A9AF404B-4D53-42C6-A213-03499FE6D4FF}" type="presParOf" srcId="{8EB5A7A5-DCDE-467B-AB9D-44B78A561ECE}" destId="{98FAF644-0EC9-46FB-AA70-694D6487A864}" srcOrd="5" destOrd="0" presId="urn:microsoft.com/office/officeart/2005/8/layout/vList2"/>
    <dgm:cxn modelId="{19A8DA5B-8FCA-4C56-BCC3-B8EB178A5275}" type="presParOf" srcId="{8EB5A7A5-DCDE-467B-AB9D-44B78A561ECE}" destId="{E44A9FBC-EEC0-4E4C-9B21-1C02B219F3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8D9C408-829E-4682-BF54-FD63D31108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6A22FF-DCA2-487D-8B0D-B23E2E2668BF}">
      <dgm:prSet/>
      <dgm:spPr/>
      <dgm:t>
        <a:bodyPr/>
        <a:lstStyle/>
        <a:p>
          <a:r>
            <a:rPr lang="uk-UA" b="0" i="0"/>
            <a:t>формування радянських повстанських загонів улітку 1918 р.</a:t>
          </a:r>
          <a:endParaRPr lang="uk-UA"/>
        </a:p>
      </dgm:t>
    </dgm:pt>
    <dgm:pt modelId="{7C40926F-3958-4999-A234-8EDE09D14372}" type="parTrans" cxnId="{C3284360-740A-4506-BA2A-DB4E91DD2D37}">
      <dgm:prSet/>
      <dgm:spPr/>
      <dgm:t>
        <a:bodyPr/>
        <a:lstStyle/>
        <a:p>
          <a:endParaRPr lang="uk-UA"/>
        </a:p>
      </dgm:t>
    </dgm:pt>
    <dgm:pt modelId="{AE584C3F-459F-4C33-8394-8F6B59DDAAF1}" type="sibTrans" cxnId="{C3284360-740A-4506-BA2A-DB4E91DD2D37}">
      <dgm:prSet/>
      <dgm:spPr/>
      <dgm:t>
        <a:bodyPr/>
        <a:lstStyle/>
        <a:p>
          <a:endParaRPr lang="uk-UA"/>
        </a:p>
      </dgm:t>
    </dgm:pt>
    <dgm:pt modelId="{5FC6770B-0562-4F9A-A4D6-27874FDD8F6B}">
      <dgm:prSet/>
      <dgm:spPr/>
      <dgm:t>
        <a:bodyPr/>
        <a:lstStyle/>
        <a:p>
          <a:r>
            <a:rPr lang="uk-UA" b="0" i="0"/>
            <a:t>контрольовану Добровольчою армією генерала А. Денікіна в жовтні 1919 р.</a:t>
          </a:r>
          <a:endParaRPr lang="uk-UA"/>
        </a:p>
      </dgm:t>
    </dgm:pt>
    <dgm:pt modelId="{07EA2CA4-2A69-4137-8FA5-4C4CD549FFAC}" type="parTrans" cxnId="{72419126-58D1-4A69-BA57-7D5CF068303D}">
      <dgm:prSet/>
      <dgm:spPr/>
      <dgm:t>
        <a:bodyPr/>
        <a:lstStyle/>
        <a:p>
          <a:endParaRPr lang="uk-UA"/>
        </a:p>
      </dgm:t>
    </dgm:pt>
    <dgm:pt modelId="{6E3AE52D-6EB5-4EAD-B7EC-75320D5D6F0B}" type="sibTrans" cxnId="{72419126-58D1-4A69-BA57-7D5CF068303D}">
      <dgm:prSet/>
      <dgm:spPr/>
      <dgm:t>
        <a:bodyPr/>
        <a:lstStyle/>
        <a:p>
          <a:endParaRPr lang="uk-UA"/>
        </a:p>
      </dgm:t>
    </dgm:pt>
    <dgm:pt modelId="{1F990FA4-1CD7-403B-93DC-2EE94FEEC86C}">
      <dgm:prSet/>
      <dgm:spPr/>
      <dgm:t>
        <a:bodyPr/>
        <a:lstStyle/>
        <a:p>
          <a:r>
            <a:rPr lang="uk-UA" b="0" i="0"/>
            <a:t>створення численних парафій Української автокефальної православної церкви в 1921-1930 рр.</a:t>
          </a:r>
          <a:endParaRPr lang="uk-UA"/>
        </a:p>
      </dgm:t>
    </dgm:pt>
    <dgm:pt modelId="{292E4157-5DA4-4CE5-99AA-2148E01C2AB2}" type="parTrans" cxnId="{27921586-2B5A-4486-B6F9-9F0064BE3E9C}">
      <dgm:prSet/>
      <dgm:spPr/>
      <dgm:t>
        <a:bodyPr/>
        <a:lstStyle/>
        <a:p>
          <a:endParaRPr lang="uk-UA"/>
        </a:p>
      </dgm:t>
    </dgm:pt>
    <dgm:pt modelId="{FB1EB23A-E139-46F1-A67C-F6772795EF02}" type="sibTrans" cxnId="{27921586-2B5A-4486-B6F9-9F0064BE3E9C}">
      <dgm:prSet/>
      <dgm:spPr/>
      <dgm:t>
        <a:bodyPr/>
        <a:lstStyle/>
        <a:p>
          <a:endParaRPr lang="uk-UA"/>
        </a:p>
      </dgm:t>
    </dgm:pt>
    <dgm:pt modelId="{6B623AF8-1268-4C82-8106-B088D3E4F475}">
      <dgm:prSet/>
      <dgm:spPr/>
      <dgm:t>
        <a:bodyPr/>
        <a:lstStyle/>
        <a:p>
          <a:r>
            <a:rPr lang="uk-UA" b="0" i="0"/>
            <a:t>уражену масовим голодом 1921-1923 рр.</a:t>
          </a:r>
          <a:endParaRPr lang="uk-UA"/>
        </a:p>
      </dgm:t>
    </dgm:pt>
    <dgm:pt modelId="{6245B781-5EBD-4046-96C0-3F926798B396}" type="parTrans" cxnId="{D3E0117A-1B09-46EB-A233-860F12F4CFCF}">
      <dgm:prSet/>
      <dgm:spPr/>
      <dgm:t>
        <a:bodyPr/>
        <a:lstStyle/>
        <a:p>
          <a:endParaRPr lang="uk-UA"/>
        </a:p>
      </dgm:t>
    </dgm:pt>
    <dgm:pt modelId="{74ABA416-D385-486E-9A0D-3204F36B1F00}" type="sibTrans" cxnId="{D3E0117A-1B09-46EB-A233-860F12F4CFCF}">
      <dgm:prSet/>
      <dgm:spPr/>
      <dgm:t>
        <a:bodyPr/>
        <a:lstStyle/>
        <a:p>
          <a:endParaRPr lang="uk-UA"/>
        </a:p>
      </dgm:t>
    </dgm:pt>
    <dgm:pt modelId="{E6D47D04-C5C9-4705-8466-DE123C20AA85}" type="pres">
      <dgm:prSet presAssocID="{E8D9C408-829E-4682-BF54-FD63D3110812}" presName="linear" presStyleCnt="0">
        <dgm:presLayoutVars>
          <dgm:animLvl val="lvl"/>
          <dgm:resizeHandles val="exact"/>
        </dgm:presLayoutVars>
      </dgm:prSet>
      <dgm:spPr/>
    </dgm:pt>
    <dgm:pt modelId="{970B3C43-30CE-4A8A-A1EA-C5CCE3673E1B}" type="pres">
      <dgm:prSet presAssocID="{B26A22FF-DCA2-487D-8B0D-B23E2E2668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5F03AB-4717-4883-A89E-9BA095D67913}" type="pres">
      <dgm:prSet presAssocID="{AE584C3F-459F-4C33-8394-8F6B59DDAAF1}" presName="spacer" presStyleCnt="0"/>
      <dgm:spPr/>
    </dgm:pt>
    <dgm:pt modelId="{551AE074-AC93-4505-9789-4212A99474CA}" type="pres">
      <dgm:prSet presAssocID="{5FC6770B-0562-4F9A-A4D6-27874FDD8F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8F9161-8C0E-4877-875E-92E320D9BE05}" type="pres">
      <dgm:prSet presAssocID="{6E3AE52D-6EB5-4EAD-B7EC-75320D5D6F0B}" presName="spacer" presStyleCnt="0"/>
      <dgm:spPr/>
    </dgm:pt>
    <dgm:pt modelId="{A7ADEF2E-3F79-40A1-986C-1A36789C4E6B}" type="pres">
      <dgm:prSet presAssocID="{1F990FA4-1CD7-403B-93DC-2EE94FEEC8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B7B823-F4F6-4851-8898-4E793630D7EE}" type="pres">
      <dgm:prSet presAssocID="{FB1EB23A-E139-46F1-A67C-F6772795EF02}" presName="spacer" presStyleCnt="0"/>
      <dgm:spPr/>
    </dgm:pt>
    <dgm:pt modelId="{69EFFA88-94C9-4509-BE7B-41D34F11796D}" type="pres">
      <dgm:prSet presAssocID="{6B623AF8-1268-4C82-8106-B088D3E4F4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D2AC0B-2D91-4479-A49E-38CCE0136004}" type="presOf" srcId="{5FC6770B-0562-4F9A-A4D6-27874FDD8F6B}" destId="{551AE074-AC93-4505-9789-4212A99474CA}" srcOrd="0" destOrd="0" presId="urn:microsoft.com/office/officeart/2005/8/layout/vList2"/>
    <dgm:cxn modelId="{7506B21F-0A19-4391-ABAF-505FA6768DAE}" type="presOf" srcId="{1F990FA4-1CD7-403B-93DC-2EE94FEEC86C}" destId="{A7ADEF2E-3F79-40A1-986C-1A36789C4E6B}" srcOrd="0" destOrd="0" presId="urn:microsoft.com/office/officeart/2005/8/layout/vList2"/>
    <dgm:cxn modelId="{BAE7AE25-E0A6-4928-8382-80A5ED8B9B55}" type="presOf" srcId="{6B623AF8-1268-4C82-8106-B088D3E4F475}" destId="{69EFFA88-94C9-4509-BE7B-41D34F11796D}" srcOrd="0" destOrd="0" presId="urn:microsoft.com/office/officeart/2005/8/layout/vList2"/>
    <dgm:cxn modelId="{72419126-58D1-4A69-BA57-7D5CF068303D}" srcId="{E8D9C408-829E-4682-BF54-FD63D3110812}" destId="{5FC6770B-0562-4F9A-A4D6-27874FDD8F6B}" srcOrd="1" destOrd="0" parTransId="{07EA2CA4-2A69-4137-8FA5-4C4CD549FFAC}" sibTransId="{6E3AE52D-6EB5-4EAD-B7EC-75320D5D6F0B}"/>
    <dgm:cxn modelId="{C3284360-740A-4506-BA2A-DB4E91DD2D37}" srcId="{E8D9C408-829E-4682-BF54-FD63D3110812}" destId="{B26A22FF-DCA2-487D-8B0D-B23E2E2668BF}" srcOrd="0" destOrd="0" parTransId="{7C40926F-3958-4999-A234-8EDE09D14372}" sibTransId="{AE584C3F-459F-4C33-8394-8F6B59DDAAF1}"/>
    <dgm:cxn modelId="{D748A675-C77F-4E48-8A02-458ABF5257C1}" type="presOf" srcId="{E8D9C408-829E-4682-BF54-FD63D3110812}" destId="{E6D47D04-C5C9-4705-8466-DE123C20AA85}" srcOrd="0" destOrd="0" presId="urn:microsoft.com/office/officeart/2005/8/layout/vList2"/>
    <dgm:cxn modelId="{D3E0117A-1B09-46EB-A233-860F12F4CFCF}" srcId="{E8D9C408-829E-4682-BF54-FD63D3110812}" destId="{6B623AF8-1268-4C82-8106-B088D3E4F475}" srcOrd="3" destOrd="0" parTransId="{6245B781-5EBD-4046-96C0-3F926798B396}" sibTransId="{74ABA416-D385-486E-9A0D-3204F36B1F00}"/>
    <dgm:cxn modelId="{27921586-2B5A-4486-B6F9-9F0064BE3E9C}" srcId="{E8D9C408-829E-4682-BF54-FD63D3110812}" destId="{1F990FA4-1CD7-403B-93DC-2EE94FEEC86C}" srcOrd="2" destOrd="0" parTransId="{292E4157-5DA4-4CE5-99AA-2148E01C2AB2}" sibTransId="{FB1EB23A-E139-46F1-A67C-F6772795EF02}"/>
    <dgm:cxn modelId="{0CFBD1CC-BD3E-4C21-AA5E-D0E33E525FA2}" type="presOf" srcId="{B26A22FF-DCA2-487D-8B0D-B23E2E2668BF}" destId="{970B3C43-30CE-4A8A-A1EA-C5CCE3673E1B}" srcOrd="0" destOrd="0" presId="urn:microsoft.com/office/officeart/2005/8/layout/vList2"/>
    <dgm:cxn modelId="{2D9ED0AA-C21F-407C-A15D-8C23939AC912}" type="presParOf" srcId="{E6D47D04-C5C9-4705-8466-DE123C20AA85}" destId="{970B3C43-30CE-4A8A-A1EA-C5CCE3673E1B}" srcOrd="0" destOrd="0" presId="urn:microsoft.com/office/officeart/2005/8/layout/vList2"/>
    <dgm:cxn modelId="{F072778E-ABBF-4C10-A55B-23057238EA0F}" type="presParOf" srcId="{E6D47D04-C5C9-4705-8466-DE123C20AA85}" destId="{8C5F03AB-4717-4883-A89E-9BA095D67913}" srcOrd="1" destOrd="0" presId="urn:microsoft.com/office/officeart/2005/8/layout/vList2"/>
    <dgm:cxn modelId="{DF197A38-2A26-43BD-952B-DAF9117279BA}" type="presParOf" srcId="{E6D47D04-C5C9-4705-8466-DE123C20AA85}" destId="{551AE074-AC93-4505-9789-4212A99474CA}" srcOrd="2" destOrd="0" presId="urn:microsoft.com/office/officeart/2005/8/layout/vList2"/>
    <dgm:cxn modelId="{76338990-426C-4F6A-95AC-0E7F8888A0E9}" type="presParOf" srcId="{E6D47D04-C5C9-4705-8466-DE123C20AA85}" destId="{508F9161-8C0E-4877-875E-92E320D9BE05}" srcOrd="3" destOrd="0" presId="urn:microsoft.com/office/officeart/2005/8/layout/vList2"/>
    <dgm:cxn modelId="{C735B6A7-8F69-49CF-878D-B2000901BD36}" type="presParOf" srcId="{E6D47D04-C5C9-4705-8466-DE123C20AA85}" destId="{A7ADEF2E-3F79-40A1-986C-1A36789C4E6B}" srcOrd="4" destOrd="0" presId="urn:microsoft.com/office/officeart/2005/8/layout/vList2"/>
    <dgm:cxn modelId="{15B67D16-2D84-4600-B6F9-B60BCFC559D7}" type="presParOf" srcId="{E6D47D04-C5C9-4705-8466-DE123C20AA85}" destId="{9DB7B823-F4F6-4851-8898-4E793630D7EE}" srcOrd="5" destOrd="0" presId="urn:microsoft.com/office/officeart/2005/8/layout/vList2"/>
    <dgm:cxn modelId="{9FECE55A-3A9B-4699-AEBD-25FFA712156F}" type="presParOf" srcId="{E6D47D04-C5C9-4705-8466-DE123C20AA85}" destId="{69EFFA88-94C9-4509-BE7B-41D34F1179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311D947-A135-4E9F-969A-353CA0C70B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8DCC19-E920-47CA-94C1-3BA1921F673A}">
      <dgm:prSet/>
      <dgm:spPr/>
      <dgm:t>
        <a:bodyPr/>
        <a:lstStyle/>
        <a:p>
          <a:r>
            <a:rPr lang="uk-UA" b="0" i="0"/>
            <a:t>встановлення державної монополії на хліб, націоналізація промислових підприємств, поміщицьких маєтків, торговельних закладів.</a:t>
          </a:r>
          <a:endParaRPr lang="uk-UA"/>
        </a:p>
      </dgm:t>
    </dgm:pt>
    <dgm:pt modelId="{A5ACFC19-F716-4B55-A868-4B24BF551DD2}" type="parTrans" cxnId="{6449056A-97B0-48AE-8DCD-AA4651D0F671}">
      <dgm:prSet/>
      <dgm:spPr/>
      <dgm:t>
        <a:bodyPr/>
        <a:lstStyle/>
        <a:p>
          <a:endParaRPr lang="uk-UA"/>
        </a:p>
      </dgm:t>
    </dgm:pt>
    <dgm:pt modelId="{1B7A763E-B435-49A5-BF37-89C5ADC2B6DF}" type="sibTrans" cxnId="{6449056A-97B0-48AE-8DCD-AA4651D0F671}">
      <dgm:prSet/>
      <dgm:spPr/>
      <dgm:t>
        <a:bodyPr/>
        <a:lstStyle/>
        <a:p>
          <a:endParaRPr lang="uk-UA"/>
        </a:p>
      </dgm:t>
    </dgm:pt>
    <dgm:pt modelId="{CBB6B2A6-779D-41FA-B814-35E04A3F12DD}">
      <dgm:prSet/>
      <dgm:spPr/>
      <dgm:t>
        <a:bodyPr/>
        <a:lstStyle/>
        <a:p>
          <a:r>
            <a:rPr lang="uk-UA" b="0" i="0" dirty="0"/>
            <a:t>уведення продрозверстки на продукцію сільського господарства, розподіл товарів за картками, заборону торгівлі, натуралізація оплати праці.</a:t>
          </a:r>
          <a:endParaRPr lang="uk-UA" dirty="0"/>
        </a:p>
      </dgm:t>
    </dgm:pt>
    <dgm:pt modelId="{6313E055-BC93-44A3-B3F0-EBE17E76C816}" type="parTrans" cxnId="{6C0E74D5-854D-4073-87B7-77A0A5C6275D}">
      <dgm:prSet/>
      <dgm:spPr/>
      <dgm:t>
        <a:bodyPr/>
        <a:lstStyle/>
        <a:p>
          <a:endParaRPr lang="uk-UA"/>
        </a:p>
      </dgm:t>
    </dgm:pt>
    <dgm:pt modelId="{78F859A7-168E-4F40-89CD-EB1A60765B4F}" type="sibTrans" cxnId="{6C0E74D5-854D-4073-87B7-77A0A5C6275D}">
      <dgm:prSet/>
      <dgm:spPr/>
      <dgm:t>
        <a:bodyPr/>
        <a:lstStyle/>
        <a:p>
          <a:endParaRPr lang="uk-UA"/>
        </a:p>
      </dgm:t>
    </dgm:pt>
    <dgm:pt modelId="{2D1380A3-E80A-4853-A5BD-BFD23C755BBB}" type="pres">
      <dgm:prSet presAssocID="{F311D947-A135-4E9F-969A-353CA0C70B14}" presName="linear" presStyleCnt="0">
        <dgm:presLayoutVars>
          <dgm:animLvl val="lvl"/>
          <dgm:resizeHandles val="exact"/>
        </dgm:presLayoutVars>
      </dgm:prSet>
      <dgm:spPr/>
    </dgm:pt>
    <dgm:pt modelId="{7D42F4A4-B2D9-4AA3-B584-ECEDF54FAD13}" type="pres">
      <dgm:prSet presAssocID="{9A8DCC19-E920-47CA-94C1-3BA1921F673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7DF506-F539-4B68-AA67-582D858367F6}" type="pres">
      <dgm:prSet presAssocID="{1B7A763E-B435-49A5-BF37-89C5ADC2B6DF}" presName="spacer" presStyleCnt="0"/>
      <dgm:spPr/>
    </dgm:pt>
    <dgm:pt modelId="{1C3F8ABD-F98D-4F1D-A7F6-A92EB7DD3255}" type="pres">
      <dgm:prSet presAssocID="{CBB6B2A6-779D-41FA-B814-35E04A3F12D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7FA0A35-256A-4BC9-BF9A-AA47AE4A7533}" type="presOf" srcId="{F311D947-A135-4E9F-969A-353CA0C70B14}" destId="{2D1380A3-E80A-4853-A5BD-BFD23C755BBB}" srcOrd="0" destOrd="0" presId="urn:microsoft.com/office/officeart/2005/8/layout/vList2"/>
    <dgm:cxn modelId="{6449056A-97B0-48AE-8DCD-AA4651D0F671}" srcId="{F311D947-A135-4E9F-969A-353CA0C70B14}" destId="{9A8DCC19-E920-47CA-94C1-3BA1921F673A}" srcOrd="0" destOrd="0" parTransId="{A5ACFC19-F716-4B55-A868-4B24BF551DD2}" sibTransId="{1B7A763E-B435-49A5-BF37-89C5ADC2B6DF}"/>
    <dgm:cxn modelId="{1091FD6B-5DD5-4EF7-BA9E-61122DBBB7B1}" type="presOf" srcId="{CBB6B2A6-779D-41FA-B814-35E04A3F12DD}" destId="{1C3F8ABD-F98D-4F1D-A7F6-A92EB7DD3255}" srcOrd="0" destOrd="0" presId="urn:microsoft.com/office/officeart/2005/8/layout/vList2"/>
    <dgm:cxn modelId="{951243BE-66ED-4465-88D6-44EE504649E7}" type="presOf" srcId="{9A8DCC19-E920-47CA-94C1-3BA1921F673A}" destId="{7D42F4A4-B2D9-4AA3-B584-ECEDF54FAD13}" srcOrd="0" destOrd="0" presId="urn:microsoft.com/office/officeart/2005/8/layout/vList2"/>
    <dgm:cxn modelId="{6C0E74D5-854D-4073-87B7-77A0A5C6275D}" srcId="{F311D947-A135-4E9F-969A-353CA0C70B14}" destId="{CBB6B2A6-779D-41FA-B814-35E04A3F12DD}" srcOrd="1" destOrd="0" parTransId="{6313E055-BC93-44A3-B3F0-EBE17E76C816}" sibTransId="{78F859A7-168E-4F40-89CD-EB1A60765B4F}"/>
    <dgm:cxn modelId="{E81381F9-63CE-45DF-ACE5-2D4D5DA96B88}" type="presParOf" srcId="{2D1380A3-E80A-4853-A5BD-BFD23C755BBB}" destId="{7D42F4A4-B2D9-4AA3-B584-ECEDF54FAD13}" srcOrd="0" destOrd="0" presId="urn:microsoft.com/office/officeart/2005/8/layout/vList2"/>
    <dgm:cxn modelId="{0B0DD2B1-A89C-4D81-836C-F3DB6B35A8BC}" type="presParOf" srcId="{2D1380A3-E80A-4853-A5BD-BFD23C755BBB}" destId="{3C7DF506-F539-4B68-AA67-582D858367F6}" srcOrd="1" destOrd="0" presId="urn:microsoft.com/office/officeart/2005/8/layout/vList2"/>
    <dgm:cxn modelId="{FA2E56C7-5B88-4C3B-A5AE-C8665CE78A29}" type="presParOf" srcId="{2D1380A3-E80A-4853-A5BD-BFD23C755BBB}" destId="{1C3F8ABD-F98D-4F1D-A7F6-A92EB7DD325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A12464FA-5107-4144-8F7E-2BCCCD9D92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CD7020-517B-4B55-9B38-358D59868E14}">
      <dgm:prSet/>
      <dgm:spPr/>
      <dgm:t>
        <a:bodyPr/>
        <a:lstStyle/>
        <a:p>
          <a:r>
            <a:rPr lang="uk-UA" b="0" i="0"/>
            <a:t>підпорядкування інтересів суспільства державним потребам, прискорений перехід до соціалізму шляхом одержавлення власності.</a:t>
          </a:r>
          <a:endParaRPr lang="uk-UA"/>
        </a:p>
      </dgm:t>
    </dgm:pt>
    <dgm:pt modelId="{856BE496-55EB-4128-AC14-ADB7706FBB35}" type="parTrans" cxnId="{F0B45526-6C6A-41D4-8E4C-ABC31A9A77EE}">
      <dgm:prSet/>
      <dgm:spPr/>
      <dgm:t>
        <a:bodyPr/>
        <a:lstStyle/>
        <a:p>
          <a:endParaRPr lang="uk-UA"/>
        </a:p>
      </dgm:t>
    </dgm:pt>
    <dgm:pt modelId="{5A2658C5-A2BC-4AB4-B8B6-B4CAB97957C9}" type="sibTrans" cxnId="{F0B45526-6C6A-41D4-8E4C-ABC31A9A77EE}">
      <dgm:prSet/>
      <dgm:spPr/>
      <dgm:t>
        <a:bodyPr/>
        <a:lstStyle/>
        <a:p>
          <a:endParaRPr lang="uk-UA"/>
        </a:p>
      </dgm:t>
    </dgm:pt>
    <dgm:pt modelId="{8B865117-DFC7-4E26-97A7-6FDCCD6FB963}">
      <dgm:prSet/>
      <dgm:spPr/>
      <dgm:t>
        <a:bodyPr/>
        <a:lstStyle/>
        <a:p>
          <a:r>
            <a:rPr lang="uk-UA" b="0" i="0" dirty="0"/>
            <a:t>запровадження продподатку, госпрозрахунку, відновлення товарно-грошових відносин, формування ринку праці, кооперування виробників</a:t>
          </a:r>
          <a:endParaRPr lang="uk-UA" dirty="0"/>
        </a:p>
      </dgm:t>
    </dgm:pt>
    <dgm:pt modelId="{ECA9A725-3A3D-4D5B-9CBB-ABE1E8CA3714}" type="parTrans" cxnId="{C907C1FF-EA04-4556-A4DF-52C8AFEA1ED6}">
      <dgm:prSet/>
      <dgm:spPr/>
      <dgm:t>
        <a:bodyPr/>
        <a:lstStyle/>
        <a:p>
          <a:endParaRPr lang="uk-UA"/>
        </a:p>
      </dgm:t>
    </dgm:pt>
    <dgm:pt modelId="{BD100D09-B6CE-4B1B-850E-A271DDA8F7C4}" type="sibTrans" cxnId="{C907C1FF-EA04-4556-A4DF-52C8AFEA1ED6}">
      <dgm:prSet/>
      <dgm:spPr/>
      <dgm:t>
        <a:bodyPr/>
        <a:lstStyle/>
        <a:p>
          <a:endParaRPr lang="uk-UA"/>
        </a:p>
      </dgm:t>
    </dgm:pt>
    <dgm:pt modelId="{B35F2468-6759-4882-904C-43D13EA3E76B}" type="pres">
      <dgm:prSet presAssocID="{A12464FA-5107-4144-8F7E-2BCCCD9D92D9}" presName="linear" presStyleCnt="0">
        <dgm:presLayoutVars>
          <dgm:animLvl val="lvl"/>
          <dgm:resizeHandles val="exact"/>
        </dgm:presLayoutVars>
      </dgm:prSet>
      <dgm:spPr/>
    </dgm:pt>
    <dgm:pt modelId="{788605C1-A314-4B25-B626-42105208FE01}" type="pres">
      <dgm:prSet presAssocID="{B9CD7020-517B-4B55-9B38-358D59868E1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6A7B5AB-6E9D-4EE3-BFB7-3C6DA0F3A586}" type="pres">
      <dgm:prSet presAssocID="{5A2658C5-A2BC-4AB4-B8B6-B4CAB97957C9}" presName="spacer" presStyleCnt="0"/>
      <dgm:spPr/>
    </dgm:pt>
    <dgm:pt modelId="{AEDF8A39-9F3B-4411-A425-C6F202573A8A}" type="pres">
      <dgm:prSet presAssocID="{8B865117-DFC7-4E26-97A7-6FDCCD6FB9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0B45526-6C6A-41D4-8E4C-ABC31A9A77EE}" srcId="{A12464FA-5107-4144-8F7E-2BCCCD9D92D9}" destId="{B9CD7020-517B-4B55-9B38-358D59868E14}" srcOrd="0" destOrd="0" parTransId="{856BE496-55EB-4128-AC14-ADB7706FBB35}" sibTransId="{5A2658C5-A2BC-4AB4-B8B6-B4CAB97957C9}"/>
    <dgm:cxn modelId="{117DEF48-CDBD-4C32-83D5-F6B631B8DB9F}" type="presOf" srcId="{A12464FA-5107-4144-8F7E-2BCCCD9D92D9}" destId="{B35F2468-6759-4882-904C-43D13EA3E76B}" srcOrd="0" destOrd="0" presId="urn:microsoft.com/office/officeart/2005/8/layout/vList2"/>
    <dgm:cxn modelId="{6BACFDB4-0228-458C-90B7-1ADD72225FA9}" type="presOf" srcId="{B9CD7020-517B-4B55-9B38-358D59868E14}" destId="{788605C1-A314-4B25-B626-42105208FE01}" srcOrd="0" destOrd="0" presId="urn:microsoft.com/office/officeart/2005/8/layout/vList2"/>
    <dgm:cxn modelId="{2D635BF3-4B76-40A1-A56A-C0462302A0DE}" type="presOf" srcId="{8B865117-DFC7-4E26-97A7-6FDCCD6FB963}" destId="{AEDF8A39-9F3B-4411-A425-C6F202573A8A}" srcOrd="0" destOrd="0" presId="urn:microsoft.com/office/officeart/2005/8/layout/vList2"/>
    <dgm:cxn modelId="{C907C1FF-EA04-4556-A4DF-52C8AFEA1ED6}" srcId="{A12464FA-5107-4144-8F7E-2BCCCD9D92D9}" destId="{8B865117-DFC7-4E26-97A7-6FDCCD6FB963}" srcOrd="1" destOrd="0" parTransId="{ECA9A725-3A3D-4D5B-9CBB-ABE1E8CA3714}" sibTransId="{BD100D09-B6CE-4B1B-850E-A271DDA8F7C4}"/>
    <dgm:cxn modelId="{073457A7-C6B8-4A3D-8783-6C3520BC024D}" type="presParOf" srcId="{B35F2468-6759-4882-904C-43D13EA3E76B}" destId="{788605C1-A314-4B25-B626-42105208FE01}" srcOrd="0" destOrd="0" presId="urn:microsoft.com/office/officeart/2005/8/layout/vList2"/>
    <dgm:cxn modelId="{6CDE8309-D0B1-4F47-B5FF-B18A685329F5}" type="presParOf" srcId="{B35F2468-6759-4882-904C-43D13EA3E76B}" destId="{46A7B5AB-6E9D-4EE3-BFB7-3C6DA0F3A586}" srcOrd="1" destOrd="0" presId="urn:microsoft.com/office/officeart/2005/8/layout/vList2"/>
    <dgm:cxn modelId="{7B944554-443D-4D1A-BF2C-85A8774E506D}" type="presParOf" srcId="{B35F2468-6759-4882-904C-43D13EA3E76B}" destId="{AEDF8A39-9F3B-4411-A425-C6F202573A8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E7CB7DE2-475C-48BF-B950-C1F163FF06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195F5F6-A684-4CC3-B4B7-82E5942F9ACF}">
      <dgm:prSet/>
      <dgm:spPr/>
      <dgm:t>
        <a:bodyPr/>
        <a:lstStyle/>
        <a:p>
          <a:r>
            <a:rPr lang="uk-UA" b="0" i="0"/>
            <a:t>заміна продрозкладки продовольчим податком</a:t>
          </a:r>
          <a:endParaRPr lang="uk-UA"/>
        </a:p>
      </dgm:t>
    </dgm:pt>
    <dgm:pt modelId="{19E4FBC5-8D2B-428A-B295-AB886578E275}" type="parTrans" cxnId="{5AABD2CE-1294-4117-8093-98CF6611AEC9}">
      <dgm:prSet/>
      <dgm:spPr/>
      <dgm:t>
        <a:bodyPr/>
        <a:lstStyle/>
        <a:p>
          <a:endParaRPr lang="uk-UA"/>
        </a:p>
      </dgm:t>
    </dgm:pt>
    <dgm:pt modelId="{92974470-7C95-4DA9-ACA8-293D5B442463}" type="sibTrans" cxnId="{5AABD2CE-1294-4117-8093-98CF6611AEC9}">
      <dgm:prSet/>
      <dgm:spPr/>
      <dgm:t>
        <a:bodyPr/>
        <a:lstStyle/>
        <a:p>
          <a:endParaRPr lang="uk-UA"/>
        </a:p>
      </dgm:t>
    </dgm:pt>
    <dgm:pt modelId="{7D4BD6BC-287C-4BB4-BF75-97B6F372DD07}">
      <dgm:prSet/>
      <dgm:spPr/>
      <dgm:t>
        <a:bodyPr/>
        <a:lstStyle/>
        <a:p>
          <a:r>
            <a:rPr lang="uk-UA" b="0" i="0"/>
            <a:t>уведення карткової системи розподілу продуктів</a:t>
          </a:r>
          <a:endParaRPr lang="uk-UA"/>
        </a:p>
      </dgm:t>
    </dgm:pt>
    <dgm:pt modelId="{FF0880FF-CFA9-4A48-9ABC-3B3D994E9D87}" type="parTrans" cxnId="{BF8B81D2-C617-44EB-9017-20E70F2FF61A}">
      <dgm:prSet/>
      <dgm:spPr/>
      <dgm:t>
        <a:bodyPr/>
        <a:lstStyle/>
        <a:p>
          <a:endParaRPr lang="uk-UA"/>
        </a:p>
      </dgm:t>
    </dgm:pt>
    <dgm:pt modelId="{36798790-4424-4589-A285-70D70F0D2B85}" type="sibTrans" cxnId="{BF8B81D2-C617-44EB-9017-20E70F2FF61A}">
      <dgm:prSet/>
      <dgm:spPr/>
      <dgm:t>
        <a:bodyPr/>
        <a:lstStyle/>
        <a:p>
          <a:endParaRPr lang="uk-UA"/>
        </a:p>
      </dgm:t>
    </dgm:pt>
    <dgm:pt modelId="{744075D2-66CE-488D-A108-87F186FFB6C6}">
      <dgm:prSet/>
      <dgm:spPr/>
      <dgm:t>
        <a:bodyPr/>
        <a:lstStyle/>
        <a:p>
          <a:r>
            <a:rPr lang="uk-UA" b="0" i="0"/>
            <a:t>скасування плати за житло й комунальні послуги</a:t>
          </a:r>
          <a:endParaRPr lang="uk-UA"/>
        </a:p>
      </dgm:t>
    </dgm:pt>
    <dgm:pt modelId="{0103EE05-0710-40DD-8BA1-AFE13DBC8DC6}" type="parTrans" cxnId="{5541B1BE-BAA6-49B3-B356-6D9CC4D08191}">
      <dgm:prSet/>
      <dgm:spPr/>
      <dgm:t>
        <a:bodyPr/>
        <a:lstStyle/>
        <a:p>
          <a:endParaRPr lang="uk-UA"/>
        </a:p>
      </dgm:t>
    </dgm:pt>
    <dgm:pt modelId="{4A524ED2-E375-4A64-8211-341D1F21D775}" type="sibTrans" cxnId="{5541B1BE-BAA6-49B3-B356-6D9CC4D08191}">
      <dgm:prSet/>
      <dgm:spPr/>
      <dgm:t>
        <a:bodyPr/>
        <a:lstStyle/>
        <a:p>
          <a:endParaRPr lang="uk-UA"/>
        </a:p>
      </dgm:t>
    </dgm:pt>
    <dgm:pt modelId="{E8847F6F-DE6C-46DA-A630-7D6D755C5DCE}">
      <dgm:prSet/>
      <dgm:spPr/>
      <dgm:t>
        <a:bodyPr/>
        <a:lstStyle/>
        <a:p>
          <a:r>
            <a:rPr lang="uk-UA" b="0" i="0"/>
            <a:t>націоналізація всіх промислових підприємств</a:t>
          </a:r>
          <a:endParaRPr lang="uk-UA"/>
        </a:p>
      </dgm:t>
    </dgm:pt>
    <dgm:pt modelId="{A6044655-549B-4EE8-BF0F-2C46F8E2AF74}" type="parTrans" cxnId="{691BDCD3-230C-4DD2-B630-25D88BED56B2}">
      <dgm:prSet/>
      <dgm:spPr/>
      <dgm:t>
        <a:bodyPr/>
        <a:lstStyle/>
        <a:p>
          <a:endParaRPr lang="uk-UA"/>
        </a:p>
      </dgm:t>
    </dgm:pt>
    <dgm:pt modelId="{256B3C8B-69A4-448F-89B8-8FC80D61791D}" type="sibTrans" cxnId="{691BDCD3-230C-4DD2-B630-25D88BED56B2}">
      <dgm:prSet/>
      <dgm:spPr/>
      <dgm:t>
        <a:bodyPr/>
        <a:lstStyle/>
        <a:p>
          <a:endParaRPr lang="uk-UA"/>
        </a:p>
      </dgm:t>
    </dgm:pt>
    <dgm:pt modelId="{ED8CCD3E-16B4-46BD-91B4-CF6A7DAFA316}" type="pres">
      <dgm:prSet presAssocID="{E7CB7DE2-475C-48BF-B950-C1F163FF06B9}" presName="linear" presStyleCnt="0">
        <dgm:presLayoutVars>
          <dgm:animLvl val="lvl"/>
          <dgm:resizeHandles val="exact"/>
        </dgm:presLayoutVars>
      </dgm:prSet>
      <dgm:spPr/>
    </dgm:pt>
    <dgm:pt modelId="{BCEAD0F9-9A09-452F-922F-1E95205ED0DF}" type="pres">
      <dgm:prSet presAssocID="{9195F5F6-A684-4CC3-B4B7-82E5942F9AC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771E7D-C008-43B8-98E3-DDB9D72F4634}" type="pres">
      <dgm:prSet presAssocID="{92974470-7C95-4DA9-ACA8-293D5B442463}" presName="spacer" presStyleCnt="0"/>
      <dgm:spPr/>
    </dgm:pt>
    <dgm:pt modelId="{6A49FED7-4BED-4240-99F8-1CE46F7444BA}" type="pres">
      <dgm:prSet presAssocID="{7D4BD6BC-287C-4BB4-BF75-97B6F372DD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0F214C-EF1D-41B7-AF56-BE1A79551D86}" type="pres">
      <dgm:prSet presAssocID="{36798790-4424-4589-A285-70D70F0D2B85}" presName="spacer" presStyleCnt="0"/>
      <dgm:spPr/>
    </dgm:pt>
    <dgm:pt modelId="{1969CC53-7B9B-4C89-A9FD-D7F708B994AA}" type="pres">
      <dgm:prSet presAssocID="{744075D2-66CE-488D-A108-87F186FFB6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2979CE-7118-44DA-9DF9-86EF7056DEC4}" type="pres">
      <dgm:prSet presAssocID="{4A524ED2-E375-4A64-8211-341D1F21D775}" presName="spacer" presStyleCnt="0"/>
      <dgm:spPr/>
    </dgm:pt>
    <dgm:pt modelId="{88DFC72F-A977-4E3F-BBD4-5A9AED1E2420}" type="pres">
      <dgm:prSet presAssocID="{E8847F6F-DE6C-46DA-A630-7D6D755C5D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44960D-5639-4A95-A7AE-39A433FF4A55}" type="presOf" srcId="{7D4BD6BC-287C-4BB4-BF75-97B6F372DD07}" destId="{6A49FED7-4BED-4240-99F8-1CE46F7444BA}" srcOrd="0" destOrd="0" presId="urn:microsoft.com/office/officeart/2005/8/layout/vList2"/>
    <dgm:cxn modelId="{623B6753-CA07-4F7D-B519-DD0071D43790}" type="presOf" srcId="{9195F5F6-A684-4CC3-B4B7-82E5942F9ACF}" destId="{BCEAD0F9-9A09-452F-922F-1E95205ED0DF}" srcOrd="0" destOrd="0" presId="urn:microsoft.com/office/officeart/2005/8/layout/vList2"/>
    <dgm:cxn modelId="{E2D62B56-AA21-4743-AFE4-65060BFAE8F9}" type="presOf" srcId="{744075D2-66CE-488D-A108-87F186FFB6C6}" destId="{1969CC53-7B9B-4C89-A9FD-D7F708B994AA}" srcOrd="0" destOrd="0" presId="urn:microsoft.com/office/officeart/2005/8/layout/vList2"/>
    <dgm:cxn modelId="{55703C9D-555D-4BD9-B057-DFEB5F62E498}" type="presOf" srcId="{E8847F6F-DE6C-46DA-A630-7D6D755C5DCE}" destId="{88DFC72F-A977-4E3F-BBD4-5A9AED1E2420}" srcOrd="0" destOrd="0" presId="urn:microsoft.com/office/officeart/2005/8/layout/vList2"/>
    <dgm:cxn modelId="{5541B1BE-BAA6-49B3-B356-6D9CC4D08191}" srcId="{E7CB7DE2-475C-48BF-B950-C1F163FF06B9}" destId="{744075D2-66CE-488D-A108-87F186FFB6C6}" srcOrd="2" destOrd="0" parTransId="{0103EE05-0710-40DD-8BA1-AFE13DBC8DC6}" sibTransId="{4A524ED2-E375-4A64-8211-341D1F21D775}"/>
    <dgm:cxn modelId="{16405CCE-96D3-42FA-9F4F-09FEDBC9BE46}" type="presOf" srcId="{E7CB7DE2-475C-48BF-B950-C1F163FF06B9}" destId="{ED8CCD3E-16B4-46BD-91B4-CF6A7DAFA316}" srcOrd="0" destOrd="0" presId="urn:microsoft.com/office/officeart/2005/8/layout/vList2"/>
    <dgm:cxn modelId="{5AABD2CE-1294-4117-8093-98CF6611AEC9}" srcId="{E7CB7DE2-475C-48BF-B950-C1F163FF06B9}" destId="{9195F5F6-A684-4CC3-B4B7-82E5942F9ACF}" srcOrd="0" destOrd="0" parTransId="{19E4FBC5-8D2B-428A-B295-AB886578E275}" sibTransId="{92974470-7C95-4DA9-ACA8-293D5B442463}"/>
    <dgm:cxn modelId="{BF8B81D2-C617-44EB-9017-20E70F2FF61A}" srcId="{E7CB7DE2-475C-48BF-B950-C1F163FF06B9}" destId="{7D4BD6BC-287C-4BB4-BF75-97B6F372DD07}" srcOrd="1" destOrd="0" parTransId="{FF0880FF-CFA9-4A48-9ABC-3B3D994E9D87}" sibTransId="{36798790-4424-4589-A285-70D70F0D2B85}"/>
    <dgm:cxn modelId="{691BDCD3-230C-4DD2-B630-25D88BED56B2}" srcId="{E7CB7DE2-475C-48BF-B950-C1F163FF06B9}" destId="{E8847F6F-DE6C-46DA-A630-7D6D755C5DCE}" srcOrd="3" destOrd="0" parTransId="{A6044655-549B-4EE8-BF0F-2C46F8E2AF74}" sibTransId="{256B3C8B-69A4-448F-89B8-8FC80D61791D}"/>
    <dgm:cxn modelId="{E59F7CDE-BAA5-46FB-BC5D-969C534ABB10}" type="presParOf" srcId="{ED8CCD3E-16B4-46BD-91B4-CF6A7DAFA316}" destId="{BCEAD0F9-9A09-452F-922F-1E95205ED0DF}" srcOrd="0" destOrd="0" presId="urn:microsoft.com/office/officeart/2005/8/layout/vList2"/>
    <dgm:cxn modelId="{F56DF0AB-5674-417B-9ED7-09C31DC70885}" type="presParOf" srcId="{ED8CCD3E-16B4-46BD-91B4-CF6A7DAFA316}" destId="{71771E7D-C008-43B8-98E3-DDB9D72F4634}" srcOrd="1" destOrd="0" presId="urn:microsoft.com/office/officeart/2005/8/layout/vList2"/>
    <dgm:cxn modelId="{C3B660FB-305C-4FFB-85D4-27F0D63043F0}" type="presParOf" srcId="{ED8CCD3E-16B4-46BD-91B4-CF6A7DAFA316}" destId="{6A49FED7-4BED-4240-99F8-1CE46F7444BA}" srcOrd="2" destOrd="0" presId="urn:microsoft.com/office/officeart/2005/8/layout/vList2"/>
    <dgm:cxn modelId="{E7E7D73D-0EBD-45AB-B5F3-BC360015D58F}" type="presParOf" srcId="{ED8CCD3E-16B4-46BD-91B4-CF6A7DAFA316}" destId="{6A0F214C-EF1D-41B7-AF56-BE1A79551D86}" srcOrd="3" destOrd="0" presId="urn:microsoft.com/office/officeart/2005/8/layout/vList2"/>
    <dgm:cxn modelId="{808218F4-43E7-4C4E-8B4F-EEC06E772A65}" type="presParOf" srcId="{ED8CCD3E-16B4-46BD-91B4-CF6A7DAFA316}" destId="{1969CC53-7B9B-4C89-A9FD-D7F708B994AA}" srcOrd="4" destOrd="0" presId="urn:microsoft.com/office/officeart/2005/8/layout/vList2"/>
    <dgm:cxn modelId="{FA28AE9F-C174-4132-8EF7-C2A9F7CF5079}" type="presParOf" srcId="{ED8CCD3E-16B4-46BD-91B4-CF6A7DAFA316}" destId="{072979CE-7118-44DA-9DF9-86EF7056DEC4}" srcOrd="5" destOrd="0" presId="urn:microsoft.com/office/officeart/2005/8/layout/vList2"/>
    <dgm:cxn modelId="{6A835DCB-A25A-41C3-A338-0B65B1013870}" type="presParOf" srcId="{ED8CCD3E-16B4-46BD-91B4-CF6A7DAFA316}" destId="{88DFC72F-A977-4E3F-BBD4-5A9AED1E24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56AD78CA-1EA0-4B48-91F8-BA4C9BD29A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CA85D1-4086-4038-B37C-0148A14D5925}">
      <dgm:prSet/>
      <dgm:spPr/>
      <dgm:t>
        <a:bodyPr/>
        <a:lstStyle/>
        <a:p>
          <a:r>
            <a:rPr lang="uk-UA" b="0" i="0"/>
            <a:t>так, обидва уривки відображають</a:t>
          </a:r>
          <a:endParaRPr lang="uk-UA"/>
        </a:p>
      </dgm:t>
    </dgm:pt>
    <dgm:pt modelId="{EE591B6F-A741-404D-AD2A-299A385DE761}" type="parTrans" cxnId="{60771EDD-AA09-429F-AF68-8828817DB202}">
      <dgm:prSet/>
      <dgm:spPr/>
      <dgm:t>
        <a:bodyPr/>
        <a:lstStyle/>
        <a:p>
          <a:endParaRPr lang="uk-UA"/>
        </a:p>
      </dgm:t>
    </dgm:pt>
    <dgm:pt modelId="{B311896F-1A98-44CA-8A1A-A743C91D0FF6}" type="sibTrans" cxnId="{60771EDD-AA09-429F-AF68-8828817DB202}">
      <dgm:prSet/>
      <dgm:spPr/>
      <dgm:t>
        <a:bodyPr/>
        <a:lstStyle/>
        <a:p>
          <a:endParaRPr lang="uk-UA"/>
        </a:p>
      </dgm:t>
    </dgm:pt>
    <dgm:pt modelId="{30360F04-FBBA-4522-B35C-44E12934B40F}">
      <dgm:prSet/>
      <dgm:spPr/>
      <dgm:t>
        <a:bodyPr/>
        <a:lstStyle/>
        <a:p>
          <a:r>
            <a:rPr lang="uk-UA" b="0" i="0"/>
            <a:t>тільки 1-й уривок відображає</a:t>
          </a:r>
          <a:endParaRPr lang="uk-UA"/>
        </a:p>
      </dgm:t>
    </dgm:pt>
    <dgm:pt modelId="{B7596FAC-7C12-4593-AAC8-E1A8E727E72F}" type="parTrans" cxnId="{8E40608A-1CE6-4E5C-B226-3DB451BF857F}">
      <dgm:prSet/>
      <dgm:spPr/>
      <dgm:t>
        <a:bodyPr/>
        <a:lstStyle/>
        <a:p>
          <a:endParaRPr lang="uk-UA"/>
        </a:p>
      </dgm:t>
    </dgm:pt>
    <dgm:pt modelId="{87F46F96-8315-4E37-9E9E-6E0D2FCE183A}" type="sibTrans" cxnId="{8E40608A-1CE6-4E5C-B226-3DB451BF857F}">
      <dgm:prSet/>
      <dgm:spPr/>
      <dgm:t>
        <a:bodyPr/>
        <a:lstStyle/>
        <a:p>
          <a:endParaRPr lang="uk-UA"/>
        </a:p>
      </dgm:t>
    </dgm:pt>
    <dgm:pt modelId="{0C334F9C-3041-42E2-AC1B-5215BC057675}">
      <dgm:prSet/>
      <dgm:spPr/>
      <dgm:t>
        <a:bodyPr/>
        <a:lstStyle/>
        <a:p>
          <a:r>
            <a:rPr lang="uk-UA" b="0" i="0"/>
            <a:t>тільки 2-й уривок відображає</a:t>
          </a:r>
          <a:endParaRPr lang="uk-UA"/>
        </a:p>
      </dgm:t>
    </dgm:pt>
    <dgm:pt modelId="{42D49253-9EF7-42AD-961C-E674374BE3BF}" type="parTrans" cxnId="{D73D7F62-3B62-44C0-AE26-B69144778BB1}">
      <dgm:prSet/>
      <dgm:spPr/>
      <dgm:t>
        <a:bodyPr/>
        <a:lstStyle/>
        <a:p>
          <a:endParaRPr lang="uk-UA"/>
        </a:p>
      </dgm:t>
    </dgm:pt>
    <dgm:pt modelId="{5716F0E8-5647-46CA-9128-5AC9BFA6425A}" type="sibTrans" cxnId="{D73D7F62-3B62-44C0-AE26-B69144778BB1}">
      <dgm:prSet/>
      <dgm:spPr/>
      <dgm:t>
        <a:bodyPr/>
        <a:lstStyle/>
        <a:p>
          <a:endParaRPr lang="uk-UA"/>
        </a:p>
      </dgm:t>
    </dgm:pt>
    <dgm:pt modelId="{E30B6BEC-EA8F-479E-B277-CEE9FCB97A8B}">
      <dgm:prSet/>
      <dgm:spPr/>
      <dgm:t>
        <a:bodyPr/>
        <a:lstStyle/>
        <a:p>
          <a:r>
            <a:rPr lang="uk-UA" b="0" i="0"/>
            <a:t>ні, жоден з уривків не відображає</a:t>
          </a:r>
          <a:endParaRPr lang="uk-UA"/>
        </a:p>
      </dgm:t>
    </dgm:pt>
    <dgm:pt modelId="{C50415D2-0364-4B04-996B-019CB0ADEA53}" type="parTrans" cxnId="{4C82CAB8-09DD-49D2-BE12-E68A1769DE20}">
      <dgm:prSet/>
      <dgm:spPr/>
      <dgm:t>
        <a:bodyPr/>
        <a:lstStyle/>
        <a:p>
          <a:endParaRPr lang="uk-UA"/>
        </a:p>
      </dgm:t>
    </dgm:pt>
    <dgm:pt modelId="{166F949D-D7E1-42D4-8C4B-CFD7FB5057CA}" type="sibTrans" cxnId="{4C82CAB8-09DD-49D2-BE12-E68A1769DE20}">
      <dgm:prSet/>
      <dgm:spPr/>
      <dgm:t>
        <a:bodyPr/>
        <a:lstStyle/>
        <a:p>
          <a:endParaRPr lang="uk-UA"/>
        </a:p>
      </dgm:t>
    </dgm:pt>
    <dgm:pt modelId="{C9A7EB21-192E-49A3-B76D-E431DE568ED5}" type="pres">
      <dgm:prSet presAssocID="{56AD78CA-1EA0-4B48-91F8-BA4C9BD29A4C}" presName="linear" presStyleCnt="0">
        <dgm:presLayoutVars>
          <dgm:animLvl val="lvl"/>
          <dgm:resizeHandles val="exact"/>
        </dgm:presLayoutVars>
      </dgm:prSet>
      <dgm:spPr/>
    </dgm:pt>
    <dgm:pt modelId="{1A19B5A8-9A1B-4FEF-93AB-9E3DE8CEA947}" type="pres">
      <dgm:prSet presAssocID="{D8CA85D1-4086-4038-B37C-0148A14D59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395275-F6DF-4CD9-89E2-F4C7B75C830D}" type="pres">
      <dgm:prSet presAssocID="{B311896F-1A98-44CA-8A1A-A743C91D0FF6}" presName="spacer" presStyleCnt="0"/>
      <dgm:spPr/>
    </dgm:pt>
    <dgm:pt modelId="{9A3981C2-3BE2-4FCC-8806-E6B43735DA29}" type="pres">
      <dgm:prSet presAssocID="{30360F04-FBBA-4522-B35C-44E12934B4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2C18AC-D3B6-4BCD-BB7E-44B453735BF9}" type="pres">
      <dgm:prSet presAssocID="{87F46F96-8315-4E37-9E9E-6E0D2FCE183A}" presName="spacer" presStyleCnt="0"/>
      <dgm:spPr/>
    </dgm:pt>
    <dgm:pt modelId="{B5839DF1-6216-4423-8548-5B8FB8D3B2FF}" type="pres">
      <dgm:prSet presAssocID="{0C334F9C-3041-42E2-AC1B-5215BC0576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42D442-5521-404B-8AB9-36A0F125D563}" type="pres">
      <dgm:prSet presAssocID="{5716F0E8-5647-46CA-9128-5AC9BFA6425A}" presName="spacer" presStyleCnt="0"/>
      <dgm:spPr/>
    </dgm:pt>
    <dgm:pt modelId="{F6FC4B3A-5502-4CDE-BA1D-41E21CA8D042}" type="pres">
      <dgm:prSet presAssocID="{E30B6BEC-EA8F-479E-B277-CEE9FCB97A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00B20F-60CB-4FFC-A4B7-1B9E1F16F943}" type="presOf" srcId="{56AD78CA-1EA0-4B48-91F8-BA4C9BD29A4C}" destId="{C9A7EB21-192E-49A3-B76D-E431DE568ED5}" srcOrd="0" destOrd="0" presId="urn:microsoft.com/office/officeart/2005/8/layout/vList2"/>
    <dgm:cxn modelId="{B7BDB80F-D7D3-4234-8577-23B06BF8504B}" type="presOf" srcId="{30360F04-FBBA-4522-B35C-44E12934B40F}" destId="{9A3981C2-3BE2-4FCC-8806-E6B43735DA29}" srcOrd="0" destOrd="0" presId="urn:microsoft.com/office/officeart/2005/8/layout/vList2"/>
    <dgm:cxn modelId="{D73D7F62-3B62-44C0-AE26-B69144778BB1}" srcId="{56AD78CA-1EA0-4B48-91F8-BA4C9BD29A4C}" destId="{0C334F9C-3041-42E2-AC1B-5215BC057675}" srcOrd="2" destOrd="0" parTransId="{42D49253-9EF7-42AD-961C-E674374BE3BF}" sibTransId="{5716F0E8-5647-46CA-9128-5AC9BFA6425A}"/>
    <dgm:cxn modelId="{529B1F68-3874-46D6-A715-01407C2C6C4E}" type="presOf" srcId="{0C334F9C-3041-42E2-AC1B-5215BC057675}" destId="{B5839DF1-6216-4423-8548-5B8FB8D3B2FF}" srcOrd="0" destOrd="0" presId="urn:microsoft.com/office/officeart/2005/8/layout/vList2"/>
    <dgm:cxn modelId="{8E40608A-1CE6-4E5C-B226-3DB451BF857F}" srcId="{56AD78CA-1EA0-4B48-91F8-BA4C9BD29A4C}" destId="{30360F04-FBBA-4522-B35C-44E12934B40F}" srcOrd="1" destOrd="0" parTransId="{B7596FAC-7C12-4593-AAC8-E1A8E727E72F}" sibTransId="{87F46F96-8315-4E37-9E9E-6E0D2FCE183A}"/>
    <dgm:cxn modelId="{3C3BD59E-78EC-414A-8B95-EDF41C662C57}" type="presOf" srcId="{E30B6BEC-EA8F-479E-B277-CEE9FCB97A8B}" destId="{F6FC4B3A-5502-4CDE-BA1D-41E21CA8D042}" srcOrd="0" destOrd="0" presId="urn:microsoft.com/office/officeart/2005/8/layout/vList2"/>
    <dgm:cxn modelId="{4C82CAB8-09DD-49D2-BE12-E68A1769DE20}" srcId="{56AD78CA-1EA0-4B48-91F8-BA4C9BD29A4C}" destId="{E30B6BEC-EA8F-479E-B277-CEE9FCB97A8B}" srcOrd="3" destOrd="0" parTransId="{C50415D2-0364-4B04-996B-019CB0ADEA53}" sibTransId="{166F949D-D7E1-42D4-8C4B-CFD7FB5057CA}"/>
    <dgm:cxn modelId="{637F74C4-28FF-4A3D-9A43-C0B79C143747}" type="presOf" srcId="{D8CA85D1-4086-4038-B37C-0148A14D5925}" destId="{1A19B5A8-9A1B-4FEF-93AB-9E3DE8CEA947}" srcOrd="0" destOrd="0" presId="urn:microsoft.com/office/officeart/2005/8/layout/vList2"/>
    <dgm:cxn modelId="{60771EDD-AA09-429F-AF68-8828817DB202}" srcId="{56AD78CA-1EA0-4B48-91F8-BA4C9BD29A4C}" destId="{D8CA85D1-4086-4038-B37C-0148A14D5925}" srcOrd="0" destOrd="0" parTransId="{EE591B6F-A741-404D-AD2A-299A385DE761}" sibTransId="{B311896F-1A98-44CA-8A1A-A743C91D0FF6}"/>
    <dgm:cxn modelId="{0C207015-F728-46CB-92C6-ABCA355C00A9}" type="presParOf" srcId="{C9A7EB21-192E-49A3-B76D-E431DE568ED5}" destId="{1A19B5A8-9A1B-4FEF-93AB-9E3DE8CEA947}" srcOrd="0" destOrd="0" presId="urn:microsoft.com/office/officeart/2005/8/layout/vList2"/>
    <dgm:cxn modelId="{1B8DD8C4-0518-456A-A118-FC06B880D8F5}" type="presParOf" srcId="{C9A7EB21-192E-49A3-B76D-E431DE568ED5}" destId="{C3395275-F6DF-4CD9-89E2-F4C7B75C830D}" srcOrd="1" destOrd="0" presId="urn:microsoft.com/office/officeart/2005/8/layout/vList2"/>
    <dgm:cxn modelId="{347C5F5A-2388-4059-969C-F8CE67711248}" type="presParOf" srcId="{C9A7EB21-192E-49A3-B76D-E431DE568ED5}" destId="{9A3981C2-3BE2-4FCC-8806-E6B43735DA29}" srcOrd="2" destOrd="0" presId="urn:microsoft.com/office/officeart/2005/8/layout/vList2"/>
    <dgm:cxn modelId="{53220BB6-6B74-4D9D-95CF-9FE957BE74B2}" type="presParOf" srcId="{C9A7EB21-192E-49A3-B76D-E431DE568ED5}" destId="{632C18AC-D3B6-4BCD-BB7E-44B453735BF9}" srcOrd="3" destOrd="0" presId="urn:microsoft.com/office/officeart/2005/8/layout/vList2"/>
    <dgm:cxn modelId="{CEDB37C3-644A-4342-8068-B404635A4FAB}" type="presParOf" srcId="{C9A7EB21-192E-49A3-B76D-E431DE568ED5}" destId="{B5839DF1-6216-4423-8548-5B8FB8D3B2FF}" srcOrd="4" destOrd="0" presId="urn:microsoft.com/office/officeart/2005/8/layout/vList2"/>
    <dgm:cxn modelId="{BE4F7AA6-9EF7-421D-A959-6777B29226F5}" type="presParOf" srcId="{C9A7EB21-192E-49A3-B76D-E431DE568ED5}" destId="{DB42D442-5521-404B-8AB9-36A0F125D563}" srcOrd="5" destOrd="0" presId="urn:microsoft.com/office/officeart/2005/8/layout/vList2"/>
    <dgm:cxn modelId="{DDC08104-274A-49F2-8591-C32EFEECC6C8}" type="presParOf" srcId="{C9A7EB21-192E-49A3-B76D-E431DE568ED5}" destId="{F6FC4B3A-5502-4CDE-BA1D-41E21CA8D0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174289F-7840-4C28-BA53-02245BD268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5E3803-A81A-4AD0-ABC1-FDAFE7B3234C}">
      <dgm:prSet/>
      <dgm:spPr/>
      <dgm:t>
        <a:bodyPr/>
        <a:lstStyle/>
        <a:p>
          <a:r>
            <a:rPr lang="ru-RU" b="0" i="0"/>
            <a:t>продовження бойових дій, що ускладнювали відбудову народного господарства.</a:t>
          </a:r>
          <a:endParaRPr lang="uk-UA"/>
        </a:p>
      </dgm:t>
    </dgm:pt>
    <dgm:pt modelId="{C5B78CC7-EEAA-4236-B183-762D39D30BF6}" type="parTrans" cxnId="{7861280A-22BA-440E-BBB8-113C74FACC52}">
      <dgm:prSet/>
      <dgm:spPr/>
      <dgm:t>
        <a:bodyPr/>
        <a:lstStyle/>
        <a:p>
          <a:endParaRPr lang="uk-UA"/>
        </a:p>
      </dgm:t>
    </dgm:pt>
    <dgm:pt modelId="{D43C6EF9-D85F-4C2A-A7AF-42E249F076B9}" type="sibTrans" cxnId="{7861280A-22BA-440E-BBB8-113C74FACC52}">
      <dgm:prSet/>
      <dgm:spPr/>
      <dgm:t>
        <a:bodyPr/>
        <a:lstStyle/>
        <a:p>
          <a:endParaRPr lang="uk-UA"/>
        </a:p>
      </dgm:t>
    </dgm:pt>
    <dgm:pt modelId="{16121B3C-57CE-46C5-B61B-992F68D86143}">
      <dgm:prSet/>
      <dgm:spPr/>
      <dgm:t>
        <a:bodyPr/>
        <a:lstStyle/>
        <a:p>
          <a:r>
            <a:rPr lang="ru-RU" b="0" i="0"/>
            <a:t>невдоволення селянства продрозкладкою, що виливалося у збройні виступи проти влади</a:t>
          </a:r>
          <a:endParaRPr lang="uk-UA"/>
        </a:p>
      </dgm:t>
    </dgm:pt>
    <dgm:pt modelId="{EDDEEFEF-5861-4FD7-8448-96D19EB81738}" type="parTrans" cxnId="{CF9330A6-D7BB-45EC-A7B8-D4A9E212C596}">
      <dgm:prSet/>
      <dgm:spPr/>
      <dgm:t>
        <a:bodyPr/>
        <a:lstStyle/>
        <a:p>
          <a:endParaRPr lang="uk-UA"/>
        </a:p>
      </dgm:t>
    </dgm:pt>
    <dgm:pt modelId="{3877FCBF-0A8F-4636-A43E-F7FDD6C4794A}" type="sibTrans" cxnId="{CF9330A6-D7BB-45EC-A7B8-D4A9E212C596}">
      <dgm:prSet/>
      <dgm:spPr/>
      <dgm:t>
        <a:bodyPr/>
        <a:lstStyle/>
        <a:p>
          <a:endParaRPr lang="uk-UA"/>
        </a:p>
      </dgm:t>
    </dgm:pt>
    <dgm:pt modelId="{E701D8BF-171D-4021-9AC3-612958653F12}" type="pres">
      <dgm:prSet presAssocID="{7174289F-7840-4C28-BA53-02245BD268F0}" presName="linear" presStyleCnt="0">
        <dgm:presLayoutVars>
          <dgm:animLvl val="lvl"/>
          <dgm:resizeHandles val="exact"/>
        </dgm:presLayoutVars>
      </dgm:prSet>
      <dgm:spPr/>
    </dgm:pt>
    <dgm:pt modelId="{C5AC0DBE-DD91-4829-997C-D7DB02697AA4}" type="pres">
      <dgm:prSet presAssocID="{525E3803-A81A-4AD0-ABC1-FDAFE7B323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62A56AD-D0CB-4261-AA97-483D2E82D2EA}" type="pres">
      <dgm:prSet presAssocID="{D43C6EF9-D85F-4C2A-A7AF-42E249F076B9}" presName="spacer" presStyleCnt="0"/>
      <dgm:spPr/>
    </dgm:pt>
    <dgm:pt modelId="{71FF115A-44D8-48BB-904B-C14A7B11A77F}" type="pres">
      <dgm:prSet presAssocID="{16121B3C-57CE-46C5-B61B-992F68D8614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861280A-22BA-440E-BBB8-113C74FACC52}" srcId="{7174289F-7840-4C28-BA53-02245BD268F0}" destId="{525E3803-A81A-4AD0-ABC1-FDAFE7B3234C}" srcOrd="0" destOrd="0" parTransId="{C5B78CC7-EEAA-4236-B183-762D39D30BF6}" sibTransId="{D43C6EF9-D85F-4C2A-A7AF-42E249F076B9}"/>
    <dgm:cxn modelId="{36FDFB23-6FD6-4991-8E95-46AE77299B83}" type="presOf" srcId="{7174289F-7840-4C28-BA53-02245BD268F0}" destId="{E701D8BF-171D-4021-9AC3-612958653F12}" srcOrd="0" destOrd="0" presId="urn:microsoft.com/office/officeart/2005/8/layout/vList2"/>
    <dgm:cxn modelId="{550CCC85-D24A-4903-9366-60C94244E187}" type="presOf" srcId="{16121B3C-57CE-46C5-B61B-992F68D86143}" destId="{71FF115A-44D8-48BB-904B-C14A7B11A77F}" srcOrd="0" destOrd="0" presId="urn:microsoft.com/office/officeart/2005/8/layout/vList2"/>
    <dgm:cxn modelId="{9F88F88D-2F2D-4BFF-B060-426AAEBAE030}" type="presOf" srcId="{525E3803-A81A-4AD0-ABC1-FDAFE7B3234C}" destId="{C5AC0DBE-DD91-4829-997C-D7DB02697AA4}" srcOrd="0" destOrd="0" presId="urn:microsoft.com/office/officeart/2005/8/layout/vList2"/>
    <dgm:cxn modelId="{CF9330A6-D7BB-45EC-A7B8-D4A9E212C596}" srcId="{7174289F-7840-4C28-BA53-02245BD268F0}" destId="{16121B3C-57CE-46C5-B61B-992F68D86143}" srcOrd="1" destOrd="0" parTransId="{EDDEEFEF-5861-4FD7-8448-96D19EB81738}" sibTransId="{3877FCBF-0A8F-4636-A43E-F7FDD6C4794A}"/>
    <dgm:cxn modelId="{35243C1D-DCEF-4B98-9044-DE4EAF3B4160}" type="presParOf" srcId="{E701D8BF-171D-4021-9AC3-612958653F12}" destId="{C5AC0DBE-DD91-4829-997C-D7DB02697AA4}" srcOrd="0" destOrd="0" presId="urn:microsoft.com/office/officeart/2005/8/layout/vList2"/>
    <dgm:cxn modelId="{8A8707C5-6427-4BAD-A10E-8E9BF63E9173}" type="presParOf" srcId="{E701D8BF-171D-4021-9AC3-612958653F12}" destId="{762A56AD-D0CB-4261-AA97-483D2E82D2EA}" srcOrd="1" destOrd="0" presId="urn:microsoft.com/office/officeart/2005/8/layout/vList2"/>
    <dgm:cxn modelId="{B09F4109-E368-48EC-BC85-B71FCD6FF549}" type="presParOf" srcId="{E701D8BF-171D-4021-9AC3-612958653F12}" destId="{71FF115A-44D8-48BB-904B-C14A7B11A77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1F4C28D-CF9E-4F79-891E-DA1FC37BE2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7EEC9B-3E14-493E-A41B-EC4476E73E1E}">
      <dgm:prSet/>
      <dgm:spPr/>
      <dgm:t>
        <a:bodyPr/>
        <a:lstStyle/>
        <a:p>
          <a:r>
            <a:rPr lang="uk-UA" b="0" i="0"/>
            <a:t>здійснення республікою дипломатичного прориву й виходу з дипломатичної ізоляції.</a:t>
          </a:r>
          <a:endParaRPr lang="uk-UA"/>
        </a:p>
      </dgm:t>
    </dgm:pt>
    <dgm:pt modelId="{90431A14-9D9A-4792-82A5-F6EEFFD79457}" type="parTrans" cxnId="{BFDC05EF-2693-42E0-9DF4-1BF6D5305644}">
      <dgm:prSet/>
      <dgm:spPr/>
      <dgm:t>
        <a:bodyPr/>
        <a:lstStyle/>
        <a:p>
          <a:endParaRPr lang="uk-UA"/>
        </a:p>
      </dgm:t>
    </dgm:pt>
    <dgm:pt modelId="{115C144A-EA64-4256-9BBB-D89E11603EA7}" type="sibTrans" cxnId="{BFDC05EF-2693-42E0-9DF4-1BF6D5305644}">
      <dgm:prSet/>
      <dgm:spPr/>
      <dgm:t>
        <a:bodyPr/>
        <a:lstStyle/>
        <a:p>
          <a:endParaRPr lang="uk-UA"/>
        </a:p>
      </dgm:t>
    </dgm:pt>
    <dgm:pt modelId="{BFF508CC-0C84-432D-8801-EB5E12D4340D}">
      <dgm:prSet/>
      <dgm:spPr/>
      <dgm:t>
        <a:bodyPr/>
        <a:lstStyle/>
        <a:p>
          <a:r>
            <a:rPr lang="uk-UA" b="0" i="0"/>
            <a:t>піднесення європейського та світового революційного руху, здійснення світової революції.</a:t>
          </a:r>
          <a:endParaRPr lang="uk-UA"/>
        </a:p>
      </dgm:t>
    </dgm:pt>
    <dgm:pt modelId="{EA7B2E44-87E5-4CA3-AF64-1E4B73BD8BEF}" type="parTrans" cxnId="{5C330CF0-74DD-4CD9-9D80-826F315F519A}">
      <dgm:prSet/>
      <dgm:spPr/>
      <dgm:t>
        <a:bodyPr/>
        <a:lstStyle/>
        <a:p>
          <a:endParaRPr lang="uk-UA"/>
        </a:p>
      </dgm:t>
    </dgm:pt>
    <dgm:pt modelId="{BC3811AD-C9E5-4F20-B18C-66D316E60D5F}" type="sibTrans" cxnId="{5C330CF0-74DD-4CD9-9D80-826F315F519A}">
      <dgm:prSet/>
      <dgm:spPr/>
      <dgm:t>
        <a:bodyPr/>
        <a:lstStyle/>
        <a:p>
          <a:endParaRPr lang="uk-UA"/>
        </a:p>
      </dgm:t>
    </dgm:pt>
    <dgm:pt modelId="{958F2D45-5563-482F-B969-89350E9F45F9}" type="pres">
      <dgm:prSet presAssocID="{71F4C28D-CF9E-4F79-891E-DA1FC37BE2CD}" presName="linear" presStyleCnt="0">
        <dgm:presLayoutVars>
          <dgm:animLvl val="lvl"/>
          <dgm:resizeHandles val="exact"/>
        </dgm:presLayoutVars>
      </dgm:prSet>
      <dgm:spPr/>
    </dgm:pt>
    <dgm:pt modelId="{65E1E29E-BB1F-4E90-AFF5-B10B4A231BD6}" type="pres">
      <dgm:prSet presAssocID="{E67EEC9B-3E14-493E-A41B-EC4476E73E1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6276E3-6660-43C5-B566-9D8D26C2B212}" type="pres">
      <dgm:prSet presAssocID="{115C144A-EA64-4256-9BBB-D89E11603EA7}" presName="spacer" presStyleCnt="0"/>
      <dgm:spPr/>
    </dgm:pt>
    <dgm:pt modelId="{9BE7910D-8BE1-482B-935C-16F514B6A491}" type="pres">
      <dgm:prSet presAssocID="{BFF508CC-0C84-432D-8801-EB5E12D4340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4AD9E1E-F206-4F6F-B2FD-8E40467CCCE8}" type="presOf" srcId="{71F4C28D-CF9E-4F79-891E-DA1FC37BE2CD}" destId="{958F2D45-5563-482F-B969-89350E9F45F9}" srcOrd="0" destOrd="0" presId="urn:microsoft.com/office/officeart/2005/8/layout/vList2"/>
    <dgm:cxn modelId="{3C8CD520-041C-45A9-8A78-299174A6866C}" type="presOf" srcId="{BFF508CC-0C84-432D-8801-EB5E12D4340D}" destId="{9BE7910D-8BE1-482B-935C-16F514B6A491}" srcOrd="0" destOrd="0" presId="urn:microsoft.com/office/officeart/2005/8/layout/vList2"/>
    <dgm:cxn modelId="{6260EA38-6E16-4735-BB34-A6AABEC414A8}" type="presOf" srcId="{E67EEC9B-3E14-493E-A41B-EC4476E73E1E}" destId="{65E1E29E-BB1F-4E90-AFF5-B10B4A231BD6}" srcOrd="0" destOrd="0" presId="urn:microsoft.com/office/officeart/2005/8/layout/vList2"/>
    <dgm:cxn modelId="{BFDC05EF-2693-42E0-9DF4-1BF6D5305644}" srcId="{71F4C28D-CF9E-4F79-891E-DA1FC37BE2CD}" destId="{E67EEC9B-3E14-493E-A41B-EC4476E73E1E}" srcOrd="0" destOrd="0" parTransId="{90431A14-9D9A-4792-82A5-F6EEFFD79457}" sibTransId="{115C144A-EA64-4256-9BBB-D89E11603EA7}"/>
    <dgm:cxn modelId="{5C330CF0-74DD-4CD9-9D80-826F315F519A}" srcId="{71F4C28D-CF9E-4F79-891E-DA1FC37BE2CD}" destId="{BFF508CC-0C84-432D-8801-EB5E12D4340D}" srcOrd="1" destOrd="0" parTransId="{EA7B2E44-87E5-4CA3-AF64-1E4B73BD8BEF}" sibTransId="{BC3811AD-C9E5-4F20-B18C-66D316E60D5F}"/>
    <dgm:cxn modelId="{9D7F090F-5487-4BE4-B85D-6345DDDCF5FC}" type="presParOf" srcId="{958F2D45-5563-482F-B969-89350E9F45F9}" destId="{65E1E29E-BB1F-4E90-AFF5-B10B4A231BD6}" srcOrd="0" destOrd="0" presId="urn:microsoft.com/office/officeart/2005/8/layout/vList2"/>
    <dgm:cxn modelId="{3A564C9B-504A-4890-96EE-3427682C27DB}" type="presParOf" srcId="{958F2D45-5563-482F-B969-89350E9F45F9}" destId="{626276E3-6660-43C5-B566-9D8D26C2B212}" srcOrd="1" destOrd="0" presId="urn:microsoft.com/office/officeart/2005/8/layout/vList2"/>
    <dgm:cxn modelId="{01E7C5BA-879F-4F97-8209-1F0C5C408AD5}" type="presParOf" srcId="{958F2D45-5563-482F-B969-89350E9F45F9}" destId="{9BE7910D-8BE1-482B-935C-16F514B6A49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9338AE1-FFF0-41C6-A1FF-159B3DC93E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6379B52-7573-4673-B460-99D3807248DC}">
      <dgm:prSet/>
      <dgm:spPr/>
      <dgm:t>
        <a:bodyPr/>
        <a:lstStyle/>
        <a:p>
          <a:r>
            <a:rPr lang="uk-UA" b="0" i="0"/>
            <a:t>прискорення соціальної диференціації в містах, поява «нової буржуазії».</a:t>
          </a:r>
          <a:endParaRPr lang="uk-UA"/>
        </a:p>
      </dgm:t>
    </dgm:pt>
    <dgm:pt modelId="{EF86E1A1-6013-4561-8012-060E2EE99ECD}" type="parTrans" cxnId="{61225733-1460-45DD-AC59-A9857690BF11}">
      <dgm:prSet/>
      <dgm:spPr/>
      <dgm:t>
        <a:bodyPr/>
        <a:lstStyle/>
        <a:p>
          <a:endParaRPr lang="uk-UA"/>
        </a:p>
      </dgm:t>
    </dgm:pt>
    <dgm:pt modelId="{5A2CAC8C-98A7-43E0-8E6F-596C690A9945}" type="sibTrans" cxnId="{61225733-1460-45DD-AC59-A9857690BF11}">
      <dgm:prSet/>
      <dgm:spPr/>
      <dgm:t>
        <a:bodyPr/>
        <a:lstStyle/>
        <a:p>
          <a:endParaRPr lang="uk-UA"/>
        </a:p>
      </dgm:t>
    </dgm:pt>
    <dgm:pt modelId="{770C1D0D-AAF7-4FBC-ACDE-A84C325E3A4B}">
      <dgm:prSet/>
      <dgm:spPr/>
      <dgm:t>
        <a:bodyPr/>
        <a:lstStyle/>
        <a:p>
          <a:r>
            <a:rPr lang="uk-UA" b="0" i="0"/>
            <a:t>скорочення обсягів виробництва товарів повсякденного вжитку.</a:t>
          </a:r>
          <a:endParaRPr lang="uk-UA"/>
        </a:p>
      </dgm:t>
    </dgm:pt>
    <dgm:pt modelId="{A1BFEE88-5508-4F18-B8B6-6957198163DB}" type="parTrans" cxnId="{40875D16-3D01-4488-B8CC-F6142786AE2F}">
      <dgm:prSet/>
      <dgm:spPr/>
      <dgm:t>
        <a:bodyPr/>
        <a:lstStyle/>
        <a:p>
          <a:endParaRPr lang="uk-UA"/>
        </a:p>
      </dgm:t>
    </dgm:pt>
    <dgm:pt modelId="{93E2D7F5-5254-4741-B596-997FDFEA8FE9}" type="sibTrans" cxnId="{40875D16-3D01-4488-B8CC-F6142786AE2F}">
      <dgm:prSet/>
      <dgm:spPr/>
      <dgm:t>
        <a:bodyPr/>
        <a:lstStyle/>
        <a:p>
          <a:endParaRPr lang="uk-UA"/>
        </a:p>
      </dgm:t>
    </dgm:pt>
    <dgm:pt modelId="{F16F1CAA-6014-4FC3-A432-F3CED12FA742}">
      <dgm:prSet/>
      <dgm:spPr/>
      <dgm:t>
        <a:bodyPr/>
        <a:lstStyle/>
        <a:p>
          <a:r>
            <a:rPr lang="uk-UA" b="0" i="0"/>
            <a:t>ліквідація закладів побутового обслуговування населення.</a:t>
          </a:r>
          <a:endParaRPr lang="uk-UA"/>
        </a:p>
      </dgm:t>
    </dgm:pt>
    <dgm:pt modelId="{3606177E-20AA-41E3-9FEB-4EA8F4730C35}" type="parTrans" cxnId="{AC48C038-DD82-4BFE-9EF2-944E0E4F129E}">
      <dgm:prSet/>
      <dgm:spPr/>
      <dgm:t>
        <a:bodyPr/>
        <a:lstStyle/>
        <a:p>
          <a:endParaRPr lang="uk-UA"/>
        </a:p>
      </dgm:t>
    </dgm:pt>
    <dgm:pt modelId="{0E038D7C-3C69-4D33-A286-5FA41E2828D9}" type="sibTrans" cxnId="{AC48C038-DD82-4BFE-9EF2-944E0E4F129E}">
      <dgm:prSet/>
      <dgm:spPr/>
      <dgm:t>
        <a:bodyPr/>
        <a:lstStyle/>
        <a:p>
          <a:endParaRPr lang="uk-UA"/>
        </a:p>
      </dgm:t>
    </dgm:pt>
    <dgm:pt modelId="{3ABA284A-E5CE-44C1-8DBB-7F4CA2CAD6D2}">
      <dgm:prSet/>
      <dgm:spPr/>
      <dgm:t>
        <a:bodyPr/>
        <a:lstStyle/>
        <a:p>
          <a:r>
            <a:rPr lang="uk-UA" b="0" i="0"/>
            <a:t>завершення процесу формування матеріально-технічної бази колгоспів</a:t>
          </a:r>
          <a:endParaRPr lang="uk-UA"/>
        </a:p>
      </dgm:t>
    </dgm:pt>
    <dgm:pt modelId="{DF058272-4A66-49BC-8962-927C060EA7ED}" type="parTrans" cxnId="{5E80C867-D657-403A-A553-5810ADCAE26C}">
      <dgm:prSet/>
      <dgm:spPr/>
      <dgm:t>
        <a:bodyPr/>
        <a:lstStyle/>
        <a:p>
          <a:endParaRPr lang="uk-UA"/>
        </a:p>
      </dgm:t>
    </dgm:pt>
    <dgm:pt modelId="{97724D93-74E6-47CF-8829-C9AC218EA2B8}" type="sibTrans" cxnId="{5E80C867-D657-403A-A553-5810ADCAE26C}">
      <dgm:prSet/>
      <dgm:spPr/>
      <dgm:t>
        <a:bodyPr/>
        <a:lstStyle/>
        <a:p>
          <a:endParaRPr lang="uk-UA"/>
        </a:p>
      </dgm:t>
    </dgm:pt>
    <dgm:pt modelId="{0F050D67-6F99-4A89-BDA2-0E322F26E0E3}" type="pres">
      <dgm:prSet presAssocID="{99338AE1-FFF0-41C6-A1FF-159B3DC93ECB}" presName="linear" presStyleCnt="0">
        <dgm:presLayoutVars>
          <dgm:animLvl val="lvl"/>
          <dgm:resizeHandles val="exact"/>
        </dgm:presLayoutVars>
      </dgm:prSet>
      <dgm:spPr/>
    </dgm:pt>
    <dgm:pt modelId="{368D23D4-1C44-42E1-887B-B888F4A1E49B}" type="pres">
      <dgm:prSet presAssocID="{96379B52-7573-4673-B460-99D3807248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97CEF6-6B6D-4633-A00B-135D678C2465}" type="pres">
      <dgm:prSet presAssocID="{5A2CAC8C-98A7-43E0-8E6F-596C690A9945}" presName="spacer" presStyleCnt="0"/>
      <dgm:spPr/>
    </dgm:pt>
    <dgm:pt modelId="{856F90CA-563A-45AF-87F7-C7291DDDEC42}" type="pres">
      <dgm:prSet presAssocID="{770C1D0D-AAF7-4FBC-ACDE-A84C325E3A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9BC89B-40E6-4024-8D82-FC495C662C59}" type="pres">
      <dgm:prSet presAssocID="{93E2D7F5-5254-4741-B596-997FDFEA8FE9}" presName="spacer" presStyleCnt="0"/>
      <dgm:spPr/>
    </dgm:pt>
    <dgm:pt modelId="{4146B76E-2750-4DBD-BFE1-80CCB6D8988B}" type="pres">
      <dgm:prSet presAssocID="{F16F1CAA-6014-4FC3-A432-F3CED12FA7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1690A0-70DA-43DB-A0EE-EAED010BBCE8}" type="pres">
      <dgm:prSet presAssocID="{0E038D7C-3C69-4D33-A286-5FA41E2828D9}" presName="spacer" presStyleCnt="0"/>
      <dgm:spPr/>
    </dgm:pt>
    <dgm:pt modelId="{0ACE1419-B7F9-4670-8BD3-9F015FCA5B5E}" type="pres">
      <dgm:prSet presAssocID="{3ABA284A-E5CE-44C1-8DBB-7F4CA2CAD6D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875D16-3D01-4488-B8CC-F6142786AE2F}" srcId="{99338AE1-FFF0-41C6-A1FF-159B3DC93ECB}" destId="{770C1D0D-AAF7-4FBC-ACDE-A84C325E3A4B}" srcOrd="1" destOrd="0" parTransId="{A1BFEE88-5508-4F18-B8B6-6957198163DB}" sibTransId="{93E2D7F5-5254-4741-B596-997FDFEA8FE9}"/>
    <dgm:cxn modelId="{1AA7CF2E-0454-4F08-8CB6-0F2408806EA0}" type="presOf" srcId="{99338AE1-FFF0-41C6-A1FF-159B3DC93ECB}" destId="{0F050D67-6F99-4A89-BDA2-0E322F26E0E3}" srcOrd="0" destOrd="0" presId="urn:microsoft.com/office/officeart/2005/8/layout/vList2"/>
    <dgm:cxn modelId="{61225733-1460-45DD-AC59-A9857690BF11}" srcId="{99338AE1-FFF0-41C6-A1FF-159B3DC93ECB}" destId="{96379B52-7573-4673-B460-99D3807248DC}" srcOrd="0" destOrd="0" parTransId="{EF86E1A1-6013-4561-8012-060E2EE99ECD}" sibTransId="{5A2CAC8C-98A7-43E0-8E6F-596C690A9945}"/>
    <dgm:cxn modelId="{AC48C038-DD82-4BFE-9EF2-944E0E4F129E}" srcId="{99338AE1-FFF0-41C6-A1FF-159B3DC93ECB}" destId="{F16F1CAA-6014-4FC3-A432-F3CED12FA742}" srcOrd="2" destOrd="0" parTransId="{3606177E-20AA-41E3-9FEB-4EA8F4730C35}" sibTransId="{0E038D7C-3C69-4D33-A286-5FA41E2828D9}"/>
    <dgm:cxn modelId="{EA43A35F-B5C9-4B4E-907B-FD25C39B403C}" type="presOf" srcId="{3ABA284A-E5CE-44C1-8DBB-7F4CA2CAD6D2}" destId="{0ACE1419-B7F9-4670-8BD3-9F015FCA5B5E}" srcOrd="0" destOrd="0" presId="urn:microsoft.com/office/officeart/2005/8/layout/vList2"/>
    <dgm:cxn modelId="{5E80C867-D657-403A-A553-5810ADCAE26C}" srcId="{99338AE1-FFF0-41C6-A1FF-159B3DC93ECB}" destId="{3ABA284A-E5CE-44C1-8DBB-7F4CA2CAD6D2}" srcOrd="3" destOrd="0" parTransId="{DF058272-4A66-49BC-8962-927C060EA7ED}" sibTransId="{97724D93-74E6-47CF-8829-C9AC218EA2B8}"/>
    <dgm:cxn modelId="{B8B41858-CCCC-4138-BBAC-55C20771BF66}" type="presOf" srcId="{770C1D0D-AAF7-4FBC-ACDE-A84C325E3A4B}" destId="{856F90CA-563A-45AF-87F7-C7291DDDEC42}" srcOrd="0" destOrd="0" presId="urn:microsoft.com/office/officeart/2005/8/layout/vList2"/>
    <dgm:cxn modelId="{27A83A89-9505-4415-8C0A-6B8255DA080D}" type="presOf" srcId="{F16F1CAA-6014-4FC3-A432-F3CED12FA742}" destId="{4146B76E-2750-4DBD-BFE1-80CCB6D8988B}" srcOrd="0" destOrd="0" presId="urn:microsoft.com/office/officeart/2005/8/layout/vList2"/>
    <dgm:cxn modelId="{F94DEDA0-2E20-45B6-AE3C-3BE78B10460D}" type="presOf" srcId="{96379B52-7573-4673-B460-99D3807248DC}" destId="{368D23D4-1C44-42E1-887B-B888F4A1E49B}" srcOrd="0" destOrd="0" presId="urn:microsoft.com/office/officeart/2005/8/layout/vList2"/>
    <dgm:cxn modelId="{BDCB1BEB-AA61-486A-A52D-3979AE06C47C}" type="presParOf" srcId="{0F050D67-6F99-4A89-BDA2-0E322F26E0E3}" destId="{368D23D4-1C44-42E1-887B-B888F4A1E49B}" srcOrd="0" destOrd="0" presId="urn:microsoft.com/office/officeart/2005/8/layout/vList2"/>
    <dgm:cxn modelId="{E3AB54C2-54CB-4D15-91EF-D9967CB8E8CD}" type="presParOf" srcId="{0F050D67-6F99-4A89-BDA2-0E322F26E0E3}" destId="{B497CEF6-6B6D-4633-A00B-135D678C2465}" srcOrd="1" destOrd="0" presId="urn:microsoft.com/office/officeart/2005/8/layout/vList2"/>
    <dgm:cxn modelId="{D8A61D83-4303-4D25-BED7-C8391A2CF0AD}" type="presParOf" srcId="{0F050D67-6F99-4A89-BDA2-0E322F26E0E3}" destId="{856F90CA-563A-45AF-87F7-C7291DDDEC42}" srcOrd="2" destOrd="0" presId="urn:microsoft.com/office/officeart/2005/8/layout/vList2"/>
    <dgm:cxn modelId="{7A65BF04-A196-4E71-92D5-F3A896D81511}" type="presParOf" srcId="{0F050D67-6F99-4A89-BDA2-0E322F26E0E3}" destId="{D99BC89B-40E6-4024-8D82-FC495C662C59}" srcOrd="3" destOrd="0" presId="urn:microsoft.com/office/officeart/2005/8/layout/vList2"/>
    <dgm:cxn modelId="{1D3B7C15-D7A6-4CCF-A9C8-778575E23D9B}" type="presParOf" srcId="{0F050D67-6F99-4A89-BDA2-0E322F26E0E3}" destId="{4146B76E-2750-4DBD-BFE1-80CCB6D8988B}" srcOrd="4" destOrd="0" presId="urn:microsoft.com/office/officeart/2005/8/layout/vList2"/>
    <dgm:cxn modelId="{93C7CE72-1BB1-4969-8AEA-BB61E2FE145F}" type="presParOf" srcId="{0F050D67-6F99-4A89-BDA2-0E322F26E0E3}" destId="{5E1690A0-70DA-43DB-A0EE-EAED010BBCE8}" srcOrd="5" destOrd="0" presId="urn:microsoft.com/office/officeart/2005/8/layout/vList2"/>
    <dgm:cxn modelId="{5DAC9D9B-C123-460C-AAD3-759540AD1042}" type="presParOf" srcId="{0F050D67-6F99-4A89-BDA2-0E322F26E0E3}" destId="{0ACE1419-B7F9-4670-8BD3-9F015FCA5B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22C4DB4F-1419-4BA3-A3CA-3ED8318F2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032E20-C63E-44A5-84D5-59E054121490}">
      <dgm:prSet/>
      <dgm:spPr/>
      <dgm:t>
        <a:bodyPr/>
        <a:lstStyle/>
        <a:p>
          <a:r>
            <a:rPr lang="ru-RU" b="0" i="0"/>
            <a:t>дозвіл селянам на продаж сільгосппродукції</a:t>
          </a:r>
          <a:endParaRPr lang="uk-UA"/>
        </a:p>
      </dgm:t>
    </dgm:pt>
    <dgm:pt modelId="{2805D6C1-76D4-4192-8B34-37AB1F999956}" type="parTrans" cxnId="{CBC7615B-36A6-4414-BBB3-0497A20B5492}">
      <dgm:prSet/>
      <dgm:spPr/>
      <dgm:t>
        <a:bodyPr/>
        <a:lstStyle/>
        <a:p>
          <a:endParaRPr lang="uk-UA"/>
        </a:p>
      </dgm:t>
    </dgm:pt>
    <dgm:pt modelId="{928EB0BE-1C9C-4DFC-A8D7-07FBC540F391}" type="sibTrans" cxnId="{CBC7615B-36A6-4414-BBB3-0497A20B5492}">
      <dgm:prSet/>
      <dgm:spPr/>
      <dgm:t>
        <a:bodyPr/>
        <a:lstStyle/>
        <a:p>
          <a:endParaRPr lang="uk-UA"/>
        </a:p>
      </dgm:t>
    </dgm:pt>
    <dgm:pt modelId="{4FBC4D13-7E01-4F2E-A04B-C37507D4A8AA}">
      <dgm:prSet/>
      <dgm:spPr/>
      <dgm:t>
        <a:bodyPr/>
        <a:lstStyle/>
        <a:p>
          <a:r>
            <a:rPr lang="ru-RU" b="0" i="0" dirty="0" err="1"/>
            <a:t>суцільна</a:t>
          </a:r>
          <a:r>
            <a:rPr lang="ru-RU" b="0" i="0" dirty="0"/>
            <a:t> </a:t>
          </a:r>
          <a:r>
            <a:rPr lang="ru-RU" b="0" i="0" dirty="0" err="1"/>
            <a:t>колективізація</a:t>
          </a:r>
          <a:r>
            <a:rPr lang="ru-RU" b="0" i="0" dirty="0"/>
            <a:t> </a:t>
          </a:r>
          <a:r>
            <a:rPr lang="ru-RU" b="0" i="0" dirty="0" err="1"/>
            <a:t>сільського</a:t>
          </a:r>
          <a:r>
            <a:rPr lang="ru-RU" b="0" i="0" dirty="0"/>
            <a:t> </a:t>
          </a:r>
          <a:r>
            <a:rPr lang="ru-RU" b="0" i="0" dirty="0" err="1"/>
            <a:t>господарства</a:t>
          </a:r>
          <a:endParaRPr lang="uk-UA" dirty="0"/>
        </a:p>
      </dgm:t>
    </dgm:pt>
    <dgm:pt modelId="{EEA4362E-C480-4EB0-A0A5-FAD4BE87D463}" type="parTrans" cxnId="{2D141EA1-C26F-4A39-A738-FC6AA2CB0F7B}">
      <dgm:prSet/>
      <dgm:spPr/>
      <dgm:t>
        <a:bodyPr/>
        <a:lstStyle/>
        <a:p>
          <a:endParaRPr lang="uk-UA"/>
        </a:p>
      </dgm:t>
    </dgm:pt>
    <dgm:pt modelId="{105C57E7-D26F-4ED0-B9DD-CF6258C9080B}" type="sibTrans" cxnId="{2D141EA1-C26F-4A39-A738-FC6AA2CB0F7B}">
      <dgm:prSet/>
      <dgm:spPr/>
      <dgm:t>
        <a:bodyPr/>
        <a:lstStyle/>
        <a:p>
          <a:endParaRPr lang="uk-UA"/>
        </a:p>
      </dgm:t>
    </dgm:pt>
    <dgm:pt modelId="{55CF3FF5-41C2-497C-81D2-07264DDCB69B}">
      <dgm:prSet/>
      <dgm:spPr/>
      <dgm:t>
        <a:bodyPr/>
        <a:lstStyle/>
        <a:p>
          <a:r>
            <a:rPr lang="ru-RU" b="0" i="0"/>
            <a:t>здійснення викупних платежів за отриману землю</a:t>
          </a:r>
          <a:endParaRPr lang="uk-UA"/>
        </a:p>
      </dgm:t>
    </dgm:pt>
    <dgm:pt modelId="{CC6C6FBE-2210-43C7-A21D-F8B43B7C917F}" type="parTrans" cxnId="{86AF5D5A-6418-41A5-8948-466636365505}">
      <dgm:prSet/>
      <dgm:spPr/>
      <dgm:t>
        <a:bodyPr/>
        <a:lstStyle/>
        <a:p>
          <a:endParaRPr lang="uk-UA"/>
        </a:p>
      </dgm:t>
    </dgm:pt>
    <dgm:pt modelId="{A57027FD-8772-45D7-AC16-8CCA1A819E3C}" type="sibTrans" cxnId="{86AF5D5A-6418-41A5-8948-466636365505}">
      <dgm:prSet/>
      <dgm:spPr/>
      <dgm:t>
        <a:bodyPr/>
        <a:lstStyle/>
        <a:p>
          <a:endParaRPr lang="uk-UA"/>
        </a:p>
      </dgm:t>
    </dgm:pt>
    <dgm:pt modelId="{65436D60-8CEA-49E5-B555-DC1760ECF5DA}">
      <dgm:prSet/>
      <dgm:spPr/>
      <dgm:t>
        <a:bodyPr/>
        <a:lstStyle/>
        <a:p>
          <a:r>
            <a:rPr lang="ru-RU" b="0" i="0"/>
            <a:t>відновлення общинного землеволодіння</a:t>
          </a:r>
          <a:endParaRPr lang="uk-UA"/>
        </a:p>
      </dgm:t>
    </dgm:pt>
    <dgm:pt modelId="{6F8DD23A-D788-43F9-B696-FD76EA809142}" type="parTrans" cxnId="{FC1D0592-9D94-45FE-AB8D-803DF6234133}">
      <dgm:prSet/>
      <dgm:spPr/>
      <dgm:t>
        <a:bodyPr/>
        <a:lstStyle/>
        <a:p>
          <a:endParaRPr lang="uk-UA"/>
        </a:p>
      </dgm:t>
    </dgm:pt>
    <dgm:pt modelId="{DA39538C-F12C-445E-AE36-9B8C35B307B2}" type="sibTrans" cxnId="{FC1D0592-9D94-45FE-AB8D-803DF6234133}">
      <dgm:prSet/>
      <dgm:spPr/>
      <dgm:t>
        <a:bodyPr/>
        <a:lstStyle/>
        <a:p>
          <a:endParaRPr lang="uk-UA"/>
        </a:p>
      </dgm:t>
    </dgm:pt>
    <dgm:pt modelId="{2EC01F86-1A67-4BD5-9AF0-DD976881B365}" type="pres">
      <dgm:prSet presAssocID="{22C4DB4F-1419-4BA3-A3CA-3ED8318F25D6}" presName="linear" presStyleCnt="0">
        <dgm:presLayoutVars>
          <dgm:animLvl val="lvl"/>
          <dgm:resizeHandles val="exact"/>
        </dgm:presLayoutVars>
      </dgm:prSet>
      <dgm:spPr/>
    </dgm:pt>
    <dgm:pt modelId="{10770877-F991-4905-91BE-241596A42C72}" type="pres">
      <dgm:prSet presAssocID="{9C032E20-C63E-44A5-84D5-59E05412149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BFD1B9-3AD3-499D-996A-CE6C116FAA00}" type="pres">
      <dgm:prSet presAssocID="{928EB0BE-1C9C-4DFC-A8D7-07FBC540F391}" presName="spacer" presStyleCnt="0"/>
      <dgm:spPr/>
    </dgm:pt>
    <dgm:pt modelId="{9257C747-5BC9-4F34-949A-C5A63741AF8B}" type="pres">
      <dgm:prSet presAssocID="{4FBC4D13-7E01-4F2E-A04B-C37507D4A8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715649-754C-49E9-BAA0-CAB20B1F5166}" type="pres">
      <dgm:prSet presAssocID="{105C57E7-D26F-4ED0-B9DD-CF6258C9080B}" presName="spacer" presStyleCnt="0"/>
      <dgm:spPr/>
    </dgm:pt>
    <dgm:pt modelId="{4465384F-E8CD-49F8-9A6B-A03835DF0193}" type="pres">
      <dgm:prSet presAssocID="{55CF3FF5-41C2-497C-81D2-07264DDCB6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003241-1C7E-4AA4-9985-98CD30CA2BEF}" type="pres">
      <dgm:prSet presAssocID="{A57027FD-8772-45D7-AC16-8CCA1A819E3C}" presName="spacer" presStyleCnt="0"/>
      <dgm:spPr/>
    </dgm:pt>
    <dgm:pt modelId="{B68E4946-9358-463A-BFB9-E97786F68092}" type="pres">
      <dgm:prSet presAssocID="{65436D60-8CEA-49E5-B555-DC1760ECF5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65961F-6FEC-4D1E-BD4A-0AAFBC892B7C}" type="presOf" srcId="{65436D60-8CEA-49E5-B555-DC1760ECF5DA}" destId="{B68E4946-9358-463A-BFB9-E97786F68092}" srcOrd="0" destOrd="0" presId="urn:microsoft.com/office/officeart/2005/8/layout/vList2"/>
    <dgm:cxn modelId="{CBC7615B-36A6-4414-BBB3-0497A20B5492}" srcId="{22C4DB4F-1419-4BA3-A3CA-3ED8318F25D6}" destId="{9C032E20-C63E-44A5-84D5-59E054121490}" srcOrd="0" destOrd="0" parTransId="{2805D6C1-76D4-4192-8B34-37AB1F999956}" sibTransId="{928EB0BE-1C9C-4DFC-A8D7-07FBC540F391}"/>
    <dgm:cxn modelId="{590A7448-DC91-4516-B03D-117FD7125734}" type="presOf" srcId="{9C032E20-C63E-44A5-84D5-59E054121490}" destId="{10770877-F991-4905-91BE-241596A42C72}" srcOrd="0" destOrd="0" presId="urn:microsoft.com/office/officeart/2005/8/layout/vList2"/>
    <dgm:cxn modelId="{E48DCA54-4AC9-4EC3-A3B0-1DC22C40C33D}" type="presOf" srcId="{55CF3FF5-41C2-497C-81D2-07264DDCB69B}" destId="{4465384F-E8CD-49F8-9A6B-A03835DF0193}" srcOrd="0" destOrd="0" presId="urn:microsoft.com/office/officeart/2005/8/layout/vList2"/>
    <dgm:cxn modelId="{86AF5D5A-6418-41A5-8948-466636365505}" srcId="{22C4DB4F-1419-4BA3-A3CA-3ED8318F25D6}" destId="{55CF3FF5-41C2-497C-81D2-07264DDCB69B}" srcOrd="2" destOrd="0" parTransId="{CC6C6FBE-2210-43C7-A21D-F8B43B7C917F}" sibTransId="{A57027FD-8772-45D7-AC16-8CCA1A819E3C}"/>
    <dgm:cxn modelId="{FC1D0592-9D94-45FE-AB8D-803DF6234133}" srcId="{22C4DB4F-1419-4BA3-A3CA-3ED8318F25D6}" destId="{65436D60-8CEA-49E5-B555-DC1760ECF5DA}" srcOrd="3" destOrd="0" parTransId="{6F8DD23A-D788-43F9-B696-FD76EA809142}" sibTransId="{DA39538C-F12C-445E-AE36-9B8C35B307B2}"/>
    <dgm:cxn modelId="{7CE53D9B-939B-4AF1-B203-14B4EFD587BB}" type="presOf" srcId="{22C4DB4F-1419-4BA3-A3CA-3ED8318F25D6}" destId="{2EC01F86-1A67-4BD5-9AF0-DD976881B365}" srcOrd="0" destOrd="0" presId="urn:microsoft.com/office/officeart/2005/8/layout/vList2"/>
    <dgm:cxn modelId="{2D141EA1-C26F-4A39-A738-FC6AA2CB0F7B}" srcId="{22C4DB4F-1419-4BA3-A3CA-3ED8318F25D6}" destId="{4FBC4D13-7E01-4F2E-A04B-C37507D4A8AA}" srcOrd="1" destOrd="0" parTransId="{EEA4362E-C480-4EB0-A0A5-FAD4BE87D463}" sibTransId="{105C57E7-D26F-4ED0-B9DD-CF6258C9080B}"/>
    <dgm:cxn modelId="{61EC08DE-1A91-42DD-96AE-5A9703095A24}" type="presOf" srcId="{4FBC4D13-7E01-4F2E-A04B-C37507D4A8AA}" destId="{9257C747-5BC9-4F34-949A-C5A63741AF8B}" srcOrd="0" destOrd="0" presId="urn:microsoft.com/office/officeart/2005/8/layout/vList2"/>
    <dgm:cxn modelId="{D8DF93AE-6B00-4C98-A9AF-E04A6C7A4FA5}" type="presParOf" srcId="{2EC01F86-1A67-4BD5-9AF0-DD976881B365}" destId="{10770877-F991-4905-91BE-241596A42C72}" srcOrd="0" destOrd="0" presId="urn:microsoft.com/office/officeart/2005/8/layout/vList2"/>
    <dgm:cxn modelId="{52CD703F-904C-4458-B117-C359A5380272}" type="presParOf" srcId="{2EC01F86-1A67-4BD5-9AF0-DD976881B365}" destId="{76BFD1B9-3AD3-499D-996A-CE6C116FAA00}" srcOrd="1" destOrd="0" presId="urn:microsoft.com/office/officeart/2005/8/layout/vList2"/>
    <dgm:cxn modelId="{00C6B2E1-8B51-4DB2-ADDA-EC69C665096C}" type="presParOf" srcId="{2EC01F86-1A67-4BD5-9AF0-DD976881B365}" destId="{9257C747-5BC9-4F34-949A-C5A63741AF8B}" srcOrd="2" destOrd="0" presId="urn:microsoft.com/office/officeart/2005/8/layout/vList2"/>
    <dgm:cxn modelId="{DE7AE721-B0C7-4404-AA61-092C007C8D3D}" type="presParOf" srcId="{2EC01F86-1A67-4BD5-9AF0-DD976881B365}" destId="{72715649-754C-49E9-BAA0-CAB20B1F5166}" srcOrd="3" destOrd="0" presId="urn:microsoft.com/office/officeart/2005/8/layout/vList2"/>
    <dgm:cxn modelId="{F39AC1FB-9411-495E-BE01-17D99034661F}" type="presParOf" srcId="{2EC01F86-1A67-4BD5-9AF0-DD976881B365}" destId="{4465384F-E8CD-49F8-9A6B-A03835DF0193}" srcOrd="4" destOrd="0" presId="urn:microsoft.com/office/officeart/2005/8/layout/vList2"/>
    <dgm:cxn modelId="{E35E449F-D91D-4A46-9608-35D4CFDE09C2}" type="presParOf" srcId="{2EC01F86-1A67-4BD5-9AF0-DD976881B365}" destId="{17003241-1C7E-4AA4-9985-98CD30CA2BEF}" srcOrd="5" destOrd="0" presId="urn:microsoft.com/office/officeart/2005/8/layout/vList2"/>
    <dgm:cxn modelId="{599B58FD-8AC8-482D-9344-133040FB2FB2}" type="presParOf" srcId="{2EC01F86-1A67-4BD5-9AF0-DD976881B365}" destId="{B68E4946-9358-463A-BFB9-E97786F680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CFF67ED-082E-41F0-9627-E980D56BF4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B3A3F8-C87B-4EE9-8104-55922A9DF7C9}">
      <dgm:prSet/>
      <dgm:spPr/>
      <dgm:t>
        <a:bodyPr/>
        <a:lstStyle/>
        <a:p>
          <a:r>
            <a:rPr lang="uk-UA" b="0" i="0"/>
            <a:t>створення агроміст із розгалуженою переробною інфраструктурою.</a:t>
          </a:r>
          <a:endParaRPr lang="uk-UA"/>
        </a:p>
      </dgm:t>
    </dgm:pt>
    <dgm:pt modelId="{67513577-A7DB-471A-BD5A-2C6118805F7E}" type="parTrans" cxnId="{39010C6E-D978-47B7-BB23-15028C5F7A66}">
      <dgm:prSet/>
      <dgm:spPr/>
      <dgm:t>
        <a:bodyPr/>
        <a:lstStyle/>
        <a:p>
          <a:endParaRPr lang="uk-UA"/>
        </a:p>
      </dgm:t>
    </dgm:pt>
    <dgm:pt modelId="{3ABDB986-EB4F-4081-AA33-FDBEADF5C1E3}" type="sibTrans" cxnId="{39010C6E-D978-47B7-BB23-15028C5F7A66}">
      <dgm:prSet/>
      <dgm:spPr/>
      <dgm:t>
        <a:bodyPr/>
        <a:lstStyle/>
        <a:p>
          <a:endParaRPr lang="uk-UA"/>
        </a:p>
      </dgm:t>
    </dgm:pt>
    <dgm:pt modelId="{1A42B415-95D6-4E77-AE9D-A7511DECF1AF}">
      <dgm:prSet/>
      <dgm:spPr/>
      <dgm:t>
        <a:bodyPr/>
        <a:lstStyle/>
        <a:p>
          <a:r>
            <a:rPr lang="uk-UA" b="0" i="0"/>
            <a:t>функціонування виробничо-збутових кооперативів і товариств.</a:t>
          </a:r>
          <a:endParaRPr lang="uk-UA"/>
        </a:p>
      </dgm:t>
    </dgm:pt>
    <dgm:pt modelId="{42521B37-2B25-40CA-8713-AE2CD0BAF5BC}" type="parTrans" cxnId="{3F986C6F-A80C-49BE-A1A7-E97CA0A2E812}">
      <dgm:prSet/>
      <dgm:spPr/>
      <dgm:t>
        <a:bodyPr/>
        <a:lstStyle/>
        <a:p>
          <a:endParaRPr lang="uk-UA"/>
        </a:p>
      </dgm:t>
    </dgm:pt>
    <dgm:pt modelId="{E0C5FC27-3586-4D96-834C-1D33530DD9A1}" type="sibTrans" cxnId="{3F986C6F-A80C-49BE-A1A7-E97CA0A2E812}">
      <dgm:prSet/>
      <dgm:spPr/>
      <dgm:t>
        <a:bodyPr/>
        <a:lstStyle/>
        <a:p>
          <a:endParaRPr lang="uk-UA"/>
        </a:p>
      </dgm:t>
    </dgm:pt>
    <dgm:pt modelId="{78B5ABF0-C2A3-4851-91C4-C51642ADDA3E}">
      <dgm:prSet/>
      <dgm:spPr/>
      <dgm:t>
        <a:bodyPr/>
        <a:lstStyle/>
        <a:p>
          <a:r>
            <a:rPr lang="uk-UA" b="0" i="0"/>
            <a:t>об’єднання всіх господарств незаможних селян у радгоспи.</a:t>
          </a:r>
          <a:endParaRPr lang="uk-UA"/>
        </a:p>
      </dgm:t>
    </dgm:pt>
    <dgm:pt modelId="{D3F6CC2E-76EB-427C-BFC4-45B54F3E1612}" type="parTrans" cxnId="{5A53E86A-E726-4CF0-971C-4170ED76FE4E}">
      <dgm:prSet/>
      <dgm:spPr/>
      <dgm:t>
        <a:bodyPr/>
        <a:lstStyle/>
        <a:p>
          <a:endParaRPr lang="uk-UA"/>
        </a:p>
      </dgm:t>
    </dgm:pt>
    <dgm:pt modelId="{702B9079-76F3-4E6B-B787-E83C89947E98}" type="sibTrans" cxnId="{5A53E86A-E726-4CF0-971C-4170ED76FE4E}">
      <dgm:prSet/>
      <dgm:spPr/>
      <dgm:t>
        <a:bodyPr/>
        <a:lstStyle/>
        <a:p>
          <a:endParaRPr lang="uk-UA"/>
        </a:p>
      </dgm:t>
    </dgm:pt>
    <dgm:pt modelId="{9029D923-61E0-4A30-9AAF-27F41DA5D4A9}">
      <dgm:prSet/>
      <dgm:spPr/>
      <dgm:t>
        <a:bodyPr/>
        <a:lstStyle/>
        <a:p>
          <a:r>
            <a:rPr lang="uk-UA" b="0" i="0"/>
            <a:t>розгортання мережі машинно-тракторних станцій і бригад.</a:t>
          </a:r>
          <a:endParaRPr lang="uk-UA"/>
        </a:p>
      </dgm:t>
    </dgm:pt>
    <dgm:pt modelId="{5DD11962-FA26-484E-8CB4-9ABC0D9355C5}" type="parTrans" cxnId="{F95A4BA4-B3A0-4CBF-B177-B4522F192857}">
      <dgm:prSet/>
      <dgm:spPr/>
      <dgm:t>
        <a:bodyPr/>
        <a:lstStyle/>
        <a:p>
          <a:endParaRPr lang="uk-UA"/>
        </a:p>
      </dgm:t>
    </dgm:pt>
    <dgm:pt modelId="{AA4E03FC-97B0-473B-88CF-31163D4D8A6D}" type="sibTrans" cxnId="{F95A4BA4-B3A0-4CBF-B177-B4522F192857}">
      <dgm:prSet/>
      <dgm:spPr/>
      <dgm:t>
        <a:bodyPr/>
        <a:lstStyle/>
        <a:p>
          <a:endParaRPr lang="uk-UA"/>
        </a:p>
      </dgm:t>
    </dgm:pt>
    <dgm:pt modelId="{FCFD1ADB-8529-4409-BEA6-61A2D2814539}" type="pres">
      <dgm:prSet presAssocID="{FCFF67ED-082E-41F0-9627-E980D56BF426}" presName="linear" presStyleCnt="0">
        <dgm:presLayoutVars>
          <dgm:animLvl val="lvl"/>
          <dgm:resizeHandles val="exact"/>
        </dgm:presLayoutVars>
      </dgm:prSet>
      <dgm:spPr/>
    </dgm:pt>
    <dgm:pt modelId="{202497D9-DB57-4FA4-91B4-41E63241E3D5}" type="pres">
      <dgm:prSet presAssocID="{F1B3A3F8-C87B-4EE9-8104-55922A9DF7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EFE502-11FD-4FBB-BCF3-6D99C77962ED}" type="pres">
      <dgm:prSet presAssocID="{3ABDB986-EB4F-4081-AA33-FDBEADF5C1E3}" presName="spacer" presStyleCnt="0"/>
      <dgm:spPr/>
    </dgm:pt>
    <dgm:pt modelId="{5BBBAE05-6E22-4DE4-B54A-BB5CFADB391C}" type="pres">
      <dgm:prSet presAssocID="{1A42B415-95D6-4E77-AE9D-A7511DECF1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F78C6D-729A-4C84-A954-B2A9257B7BE9}" type="pres">
      <dgm:prSet presAssocID="{E0C5FC27-3586-4D96-834C-1D33530DD9A1}" presName="spacer" presStyleCnt="0"/>
      <dgm:spPr/>
    </dgm:pt>
    <dgm:pt modelId="{35AC252D-67C0-49EF-88EE-31F3656AD49F}" type="pres">
      <dgm:prSet presAssocID="{78B5ABF0-C2A3-4851-91C4-C51642ADDA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BCF4F7-EE97-4625-9A47-1DAEAC5ED9F6}" type="pres">
      <dgm:prSet presAssocID="{702B9079-76F3-4E6B-B787-E83C89947E98}" presName="spacer" presStyleCnt="0"/>
      <dgm:spPr/>
    </dgm:pt>
    <dgm:pt modelId="{FC4F3B35-700C-4E2C-8E6A-F3072E652744}" type="pres">
      <dgm:prSet presAssocID="{9029D923-61E0-4A30-9AAF-27F41DA5D4A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84F12B-55EF-422E-B695-DE267ACBFFC2}" type="presOf" srcId="{78B5ABF0-C2A3-4851-91C4-C51642ADDA3E}" destId="{35AC252D-67C0-49EF-88EE-31F3656AD49F}" srcOrd="0" destOrd="0" presId="urn:microsoft.com/office/officeart/2005/8/layout/vList2"/>
    <dgm:cxn modelId="{5A53E86A-E726-4CF0-971C-4170ED76FE4E}" srcId="{FCFF67ED-082E-41F0-9627-E980D56BF426}" destId="{78B5ABF0-C2A3-4851-91C4-C51642ADDA3E}" srcOrd="2" destOrd="0" parTransId="{D3F6CC2E-76EB-427C-BFC4-45B54F3E1612}" sibTransId="{702B9079-76F3-4E6B-B787-E83C89947E98}"/>
    <dgm:cxn modelId="{39010C6E-D978-47B7-BB23-15028C5F7A66}" srcId="{FCFF67ED-082E-41F0-9627-E980D56BF426}" destId="{F1B3A3F8-C87B-4EE9-8104-55922A9DF7C9}" srcOrd="0" destOrd="0" parTransId="{67513577-A7DB-471A-BD5A-2C6118805F7E}" sibTransId="{3ABDB986-EB4F-4081-AA33-FDBEADF5C1E3}"/>
    <dgm:cxn modelId="{AEB6A46E-5300-4AA3-8D04-597EA3C2F4EA}" type="presOf" srcId="{9029D923-61E0-4A30-9AAF-27F41DA5D4A9}" destId="{FC4F3B35-700C-4E2C-8E6A-F3072E652744}" srcOrd="0" destOrd="0" presId="urn:microsoft.com/office/officeart/2005/8/layout/vList2"/>
    <dgm:cxn modelId="{3F986C6F-A80C-49BE-A1A7-E97CA0A2E812}" srcId="{FCFF67ED-082E-41F0-9627-E980D56BF426}" destId="{1A42B415-95D6-4E77-AE9D-A7511DECF1AF}" srcOrd="1" destOrd="0" parTransId="{42521B37-2B25-40CA-8713-AE2CD0BAF5BC}" sibTransId="{E0C5FC27-3586-4D96-834C-1D33530DD9A1}"/>
    <dgm:cxn modelId="{0CC5D556-4E88-4F43-B553-7FD5FE093EAC}" type="presOf" srcId="{1A42B415-95D6-4E77-AE9D-A7511DECF1AF}" destId="{5BBBAE05-6E22-4DE4-B54A-BB5CFADB391C}" srcOrd="0" destOrd="0" presId="urn:microsoft.com/office/officeart/2005/8/layout/vList2"/>
    <dgm:cxn modelId="{03BDAE59-B333-4C46-A4C0-A870DB2D65F5}" type="presOf" srcId="{F1B3A3F8-C87B-4EE9-8104-55922A9DF7C9}" destId="{202497D9-DB57-4FA4-91B4-41E63241E3D5}" srcOrd="0" destOrd="0" presId="urn:microsoft.com/office/officeart/2005/8/layout/vList2"/>
    <dgm:cxn modelId="{F95A4BA4-B3A0-4CBF-B177-B4522F192857}" srcId="{FCFF67ED-082E-41F0-9627-E980D56BF426}" destId="{9029D923-61E0-4A30-9AAF-27F41DA5D4A9}" srcOrd="3" destOrd="0" parTransId="{5DD11962-FA26-484E-8CB4-9ABC0D9355C5}" sibTransId="{AA4E03FC-97B0-473B-88CF-31163D4D8A6D}"/>
    <dgm:cxn modelId="{3D680FC8-D350-4EAC-B4C5-82C622EF9DFA}" type="presOf" srcId="{FCFF67ED-082E-41F0-9627-E980D56BF426}" destId="{FCFD1ADB-8529-4409-BEA6-61A2D2814539}" srcOrd="0" destOrd="0" presId="urn:microsoft.com/office/officeart/2005/8/layout/vList2"/>
    <dgm:cxn modelId="{9F2B6389-0009-43FE-A18A-54915CD62C89}" type="presParOf" srcId="{FCFD1ADB-8529-4409-BEA6-61A2D2814539}" destId="{202497D9-DB57-4FA4-91B4-41E63241E3D5}" srcOrd="0" destOrd="0" presId="urn:microsoft.com/office/officeart/2005/8/layout/vList2"/>
    <dgm:cxn modelId="{2AC6B5EE-3001-4F46-A346-BCF3E71F5C9B}" type="presParOf" srcId="{FCFD1ADB-8529-4409-BEA6-61A2D2814539}" destId="{6DEFE502-11FD-4FBB-BCF3-6D99C77962ED}" srcOrd="1" destOrd="0" presId="urn:microsoft.com/office/officeart/2005/8/layout/vList2"/>
    <dgm:cxn modelId="{0ADA5E70-0A4E-486A-A10C-A4CA318AB5F2}" type="presParOf" srcId="{FCFD1ADB-8529-4409-BEA6-61A2D2814539}" destId="{5BBBAE05-6E22-4DE4-B54A-BB5CFADB391C}" srcOrd="2" destOrd="0" presId="urn:microsoft.com/office/officeart/2005/8/layout/vList2"/>
    <dgm:cxn modelId="{7BD3E4EB-E323-454D-AD7F-F7EE85E790ED}" type="presParOf" srcId="{FCFD1ADB-8529-4409-BEA6-61A2D2814539}" destId="{EFF78C6D-729A-4C84-A954-B2A9257B7BE9}" srcOrd="3" destOrd="0" presId="urn:microsoft.com/office/officeart/2005/8/layout/vList2"/>
    <dgm:cxn modelId="{8401B044-DA02-463F-9349-AA233F48ABD8}" type="presParOf" srcId="{FCFD1ADB-8529-4409-BEA6-61A2D2814539}" destId="{35AC252D-67C0-49EF-88EE-31F3656AD49F}" srcOrd="4" destOrd="0" presId="urn:microsoft.com/office/officeart/2005/8/layout/vList2"/>
    <dgm:cxn modelId="{A8C5145F-FD24-40B3-B8B1-AA504A0E79D1}" type="presParOf" srcId="{FCFD1ADB-8529-4409-BEA6-61A2D2814539}" destId="{81BCF4F7-EE97-4625-9A47-1DAEAC5ED9F6}" srcOrd="5" destOrd="0" presId="urn:microsoft.com/office/officeart/2005/8/layout/vList2"/>
    <dgm:cxn modelId="{2CB69C5D-EBE8-4A10-98C4-B77BDD70356F}" type="presParOf" srcId="{FCFD1ADB-8529-4409-BEA6-61A2D2814539}" destId="{FC4F3B35-700C-4E2C-8E6A-F3072E65274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9540D683-D644-4A3F-B2A0-DF3DB118E1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05E233-67DE-4588-B6BC-E7CC5600A8FB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єдиного</a:t>
          </a:r>
          <a:r>
            <a:rPr lang="ru-RU" b="0" i="0" dirty="0"/>
            <a:t> </a:t>
          </a:r>
          <a:r>
            <a:rPr lang="ru-RU" b="0" i="0" dirty="0" err="1"/>
            <a:t>продовольчого</a:t>
          </a:r>
          <a:r>
            <a:rPr lang="ru-RU" b="0" i="0" dirty="0"/>
            <a:t> </a:t>
          </a:r>
          <a:r>
            <a:rPr lang="ru-RU" b="0" i="0" dirty="0" err="1"/>
            <a:t>податку</a:t>
          </a:r>
          <a:r>
            <a:rPr lang="ru-RU" b="0" i="0" dirty="0"/>
            <a:t>.</a:t>
          </a:r>
          <a:endParaRPr lang="uk-UA" dirty="0"/>
        </a:p>
      </dgm:t>
    </dgm:pt>
    <dgm:pt modelId="{52A4E8E3-BD6F-4DF1-91A7-810DF14B7418}" type="parTrans" cxnId="{1339DD93-175A-4418-AD86-F08BEA760879}">
      <dgm:prSet/>
      <dgm:spPr/>
      <dgm:t>
        <a:bodyPr/>
        <a:lstStyle/>
        <a:p>
          <a:endParaRPr lang="uk-UA"/>
        </a:p>
      </dgm:t>
    </dgm:pt>
    <dgm:pt modelId="{7DD8123B-BA96-4E35-A8CD-00B24B9D5337}" type="sibTrans" cxnId="{1339DD93-175A-4418-AD86-F08BEA760879}">
      <dgm:prSet/>
      <dgm:spPr/>
      <dgm:t>
        <a:bodyPr/>
        <a:lstStyle/>
        <a:p>
          <a:endParaRPr lang="uk-UA"/>
        </a:p>
      </dgm:t>
    </dgm:pt>
    <dgm:pt modelId="{4FF86832-6109-4ACD-A3EB-89F3796118D7}">
      <dgm:prSet/>
      <dgm:spPr/>
      <dgm:t>
        <a:bodyPr/>
        <a:lstStyle/>
        <a:p>
          <a:r>
            <a:rPr lang="ru-RU" b="0" i="0"/>
            <a:t>Створення агроміст із розгалуженою переробною інфраструктурою.</a:t>
          </a:r>
          <a:endParaRPr lang="uk-UA"/>
        </a:p>
      </dgm:t>
    </dgm:pt>
    <dgm:pt modelId="{0600EB40-AC7A-4319-819F-585F942955CD}" type="parTrans" cxnId="{D1526F49-97A5-4C72-947B-84AC653A02BC}">
      <dgm:prSet/>
      <dgm:spPr/>
      <dgm:t>
        <a:bodyPr/>
        <a:lstStyle/>
        <a:p>
          <a:endParaRPr lang="uk-UA"/>
        </a:p>
      </dgm:t>
    </dgm:pt>
    <dgm:pt modelId="{E1F67A37-C98B-4AB4-BC81-901E8EEB6F62}" type="sibTrans" cxnId="{D1526F49-97A5-4C72-947B-84AC653A02BC}">
      <dgm:prSet/>
      <dgm:spPr/>
      <dgm:t>
        <a:bodyPr/>
        <a:lstStyle/>
        <a:p>
          <a:endParaRPr lang="uk-UA"/>
        </a:p>
      </dgm:t>
    </dgm:pt>
    <dgm:pt modelId="{9F8228A1-F095-4070-8001-4012E73E48CC}">
      <dgm:prSet/>
      <dgm:spPr/>
      <dgm:t>
        <a:bodyPr/>
        <a:lstStyle/>
        <a:p>
          <a:r>
            <a:rPr lang="ru-RU" b="0" i="0"/>
            <a:t>Розвиток мережі сільськогосподарських кооперативів і споживчих товариств</a:t>
          </a:r>
          <a:endParaRPr lang="uk-UA"/>
        </a:p>
      </dgm:t>
    </dgm:pt>
    <dgm:pt modelId="{54725EE7-3D44-48A1-B77E-AE63B5108578}" type="parTrans" cxnId="{DB9AD280-2700-472B-90C6-6F776668571A}">
      <dgm:prSet/>
      <dgm:spPr/>
      <dgm:t>
        <a:bodyPr/>
        <a:lstStyle/>
        <a:p>
          <a:endParaRPr lang="uk-UA"/>
        </a:p>
      </dgm:t>
    </dgm:pt>
    <dgm:pt modelId="{57A6FFFE-311D-4045-9CD4-141C0E05A9D3}" type="sibTrans" cxnId="{DB9AD280-2700-472B-90C6-6F776668571A}">
      <dgm:prSet/>
      <dgm:spPr/>
      <dgm:t>
        <a:bodyPr/>
        <a:lstStyle/>
        <a:p>
          <a:endParaRPr lang="uk-UA"/>
        </a:p>
      </dgm:t>
    </dgm:pt>
    <dgm:pt modelId="{7A46C0D4-DD86-4ACB-BE4B-9D7E128758E4}" type="pres">
      <dgm:prSet presAssocID="{9540D683-D644-4A3F-B2A0-DF3DB118E11F}" presName="linear" presStyleCnt="0">
        <dgm:presLayoutVars>
          <dgm:animLvl val="lvl"/>
          <dgm:resizeHandles val="exact"/>
        </dgm:presLayoutVars>
      </dgm:prSet>
      <dgm:spPr/>
    </dgm:pt>
    <dgm:pt modelId="{05778D92-173B-49E9-91D8-4DE4E1DE34BA}" type="pres">
      <dgm:prSet presAssocID="{AD05E233-67DE-4588-B6BC-E7CC5600A8F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10BDF8-79E6-491D-99F5-DBD1202EE70E}" type="pres">
      <dgm:prSet presAssocID="{7DD8123B-BA96-4E35-A8CD-00B24B9D5337}" presName="spacer" presStyleCnt="0"/>
      <dgm:spPr/>
    </dgm:pt>
    <dgm:pt modelId="{A5BBAE63-8763-4DA3-BE34-1F1D34CA7A82}" type="pres">
      <dgm:prSet presAssocID="{4FF86832-6109-4ACD-A3EB-89F3796118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A86216-BF73-438E-B132-7A69F87C0875}" type="pres">
      <dgm:prSet presAssocID="{E1F67A37-C98B-4AB4-BC81-901E8EEB6F62}" presName="spacer" presStyleCnt="0"/>
      <dgm:spPr/>
    </dgm:pt>
    <dgm:pt modelId="{B96AB574-91DB-4AA2-B938-F173F340FF20}" type="pres">
      <dgm:prSet presAssocID="{9F8228A1-F095-4070-8001-4012E73E48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7A14F46-CA1A-4AFC-9D90-2F6FE730A770}" type="presOf" srcId="{9F8228A1-F095-4070-8001-4012E73E48CC}" destId="{B96AB574-91DB-4AA2-B938-F173F340FF20}" srcOrd="0" destOrd="0" presId="urn:microsoft.com/office/officeart/2005/8/layout/vList2"/>
    <dgm:cxn modelId="{D1526F49-97A5-4C72-947B-84AC653A02BC}" srcId="{9540D683-D644-4A3F-B2A0-DF3DB118E11F}" destId="{4FF86832-6109-4ACD-A3EB-89F3796118D7}" srcOrd="1" destOrd="0" parTransId="{0600EB40-AC7A-4319-819F-585F942955CD}" sibTransId="{E1F67A37-C98B-4AB4-BC81-901E8EEB6F62}"/>
    <dgm:cxn modelId="{DB9AD280-2700-472B-90C6-6F776668571A}" srcId="{9540D683-D644-4A3F-B2A0-DF3DB118E11F}" destId="{9F8228A1-F095-4070-8001-4012E73E48CC}" srcOrd="2" destOrd="0" parTransId="{54725EE7-3D44-48A1-B77E-AE63B5108578}" sibTransId="{57A6FFFE-311D-4045-9CD4-141C0E05A9D3}"/>
    <dgm:cxn modelId="{1339DD93-175A-4418-AD86-F08BEA760879}" srcId="{9540D683-D644-4A3F-B2A0-DF3DB118E11F}" destId="{AD05E233-67DE-4588-B6BC-E7CC5600A8FB}" srcOrd="0" destOrd="0" parTransId="{52A4E8E3-BD6F-4DF1-91A7-810DF14B7418}" sibTransId="{7DD8123B-BA96-4E35-A8CD-00B24B9D5337}"/>
    <dgm:cxn modelId="{097438CB-4202-4C1D-A95D-3BFB93EB1496}" type="presOf" srcId="{4FF86832-6109-4ACD-A3EB-89F3796118D7}" destId="{A5BBAE63-8763-4DA3-BE34-1F1D34CA7A82}" srcOrd="0" destOrd="0" presId="urn:microsoft.com/office/officeart/2005/8/layout/vList2"/>
    <dgm:cxn modelId="{9B67E8EC-2100-45D5-BA03-2E10C0F523F7}" type="presOf" srcId="{9540D683-D644-4A3F-B2A0-DF3DB118E11F}" destId="{7A46C0D4-DD86-4ACB-BE4B-9D7E128758E4}" srcOrd="0" destOrd="0" presId="urn:microsoft.com/office/officeart/2005/8/layout/vList2"/>
    <dgm:cxn modelId="{56DC44F7-14F3-468B-81D1-458AFFB15BB5}" type="presOf" srcId="{AD05E233-67DE-4588-B6BC-E7CC5600A8FB}" destId="{05778D92-173B-49E9-91D8-4DE4E1DE34BA}" srcOrd="0" destOrd="0" presId="urn:microsoft.com/office/officeart/2005/8/layout/vList2"/>
    <dgm:cxn modelId="{27D7113E-8441-46F0-B27D-029E3E8936D0}" type="presParOf" srcId="{7A46C0D4-DD86-4ACB-BE4B-9D7E128758E4}" destId="{05778D92-173B-49E9-91D8-4DE4E1DE34BA}" srcOrd="0" destOrd="0" presId="urn:microsoft.com/office/officeart/2005/8/layout/vList2"/>
    <dgm:cxn modelId="{99E258ED-8AB0-49A2-B176-E9E643385A55}" type="presParOf" srcId="{7A46C0D4-DD86-4ACB-BE4B-9D7E128758E4}" destId="{BE10BDF8-79E6-491D-99F5-DBD1202EE70E}" srcOrd="1" destOrd="0" presId="urn:microsoft.com/office/officeart/2005/8/layout/vList2"/>
    <dgm:cxn modelId="{BDF9CB70-F436-4425-B788-1A7CE88DBBF2}" type="presParOf" srcId="{7A46C0D4-DD86-4ACB-BE4B-9D7E128758E4}" destId="{A5BBAE63-8763-4DA3-BE34-1F1D34CA7A82}" srcOrd="2" destOrd="0" presId="urn:microsoft.com/office/officeart/2005/8/layout/vList2"/>
    <dgm:cxn modelId="{F8D1B33B-2F54-4FFE-865E-5C6734F67083}" type="presParOf" srcId="{7A46C0D4-DD86-4ACB-BE4B-9D7E128758E4}" destId="{18A86216-BF73-438E-B132-7A69F87C0875}" srcOrd="3" destOrd="0" presId="urn:microsoft.com/office/officeart/2005/8/layout/vList2"/>
    <dgm:cxn modelId="{BDA85EB8-BC01-4826-9505-E423254E63BE}" type="presParOf" srcId="{7A46C0D4-DD86-4ACB-BE4B-9D7E128758E4}" destId="{B96AB574-91DB-4AA2-B938-F173F340FF2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DCDDC966-DC81-45EC-9B0D-25BE2A3422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6DE883-35D9-4010-9FB3-8EEE7E1C5DF9}">
      <dgm:prSet/>
      <dgm:spPr/>
      <dgm:t>
        <a:bodyPr/>
        <a:lstStyle/>
        <a:p>
          <a:r>
            <a:rPr lang="ru-RU" b="0" i="0"/>
            <a:t>Упровадження продрозверстки на всю сільськогосподарську продукцію.</a:t>
          </a:r>
          <a:endParaRPr lang="uk-UA"/>
        </a:p>
      </dgm:t>
    </dgm:pt>
    <dgm:pt modelId="{A2D0E02E-31D7-4AF1-A448-E950D105BE97}" type="parTrans" cxnId="{6EB031CD-1D10-41D2-B3E7-07FD613C0038}">
      <dgm:prSet/>
      <dgm:spPr/>
      <dgm:t>
        <a:bodyPr/>
        <a:lstStyle/>
        <a:p>
          <a:endParaRPr lang="uk-UA"/>
        </a:p>
      </dgm:t>
    </dgm:pt>
    <dgm:pt modelId="{FAE3E9B1-DB79-4355-A50B-B9C5A49536F8}" type="sibTrans" cxnId="{6EB031CD-1D10-41D2-B3E7-07FD613C0038}">
      <dgm:prSet/>
      <dgm:spPr/>
      <dgm:t>
        <a:bodyPr/>
        <a:lstStyle/>
        <a:p>
          <a:endParaRPr lang="uk-UA"/>
        </a:p>
      </dgm:t>
    </dgm:pt>
    <dgm:pt modelId="{43432F34-3425-4469-95D9-8705E20436C6}">
      <dgm:prSet/>
      <dgm:spPr/>
      <dgm:t>
        <a:bodyPr/>
        <a:lstStyle/>
        <a:p>
          <a:r>
            <a:rPr lang="ru-RU" b="0" i="0"/>
            <a:t>Звільнення від сплати податків господарств незаможних селян.</a:t>
          </a:r>
          <a:endParaRPr lang="uk-UA"/>
        </a:p>
      </dgm:t>
    </dgm:pt>
    <dgm:pt modelId="{29B3828D-4CCC-4AAA-B2E2-3886FC631904}" type="parTrans" cxnId="{C9AF15B0-9E4F-42D2-BDAE-BF72851BA728}">
      <dgm:prSet/>
      <dgm:spPr/>
      <dgm:t>
        <a:bodyPr/>
        <a:lstStyle/>
        <a:p>
          <a:endParaRPr lang="uk-UA"/>
        </a:p>
      </dgm:t>
    </dgm:pt>
    <dgm:pt modelId="{7560E2BF-F41B-4949-8F89-BFAA9E1F9AA4}" type="sibTrans" cxnId="{C9AF15B0-9E4F-42D2-BDAE-BF72851BA728}">
      <dgm:prSet/>
      <dgm:spPr/>
      <dgm:t>
        <a:bodyPr/>
        <a:lstStyle/>
        <a:p>
          <a:endParaRPr lang="uk-UA"/>
        </a:p>
      </dgm:t>
    </dgm:pt>
    <dgm:pt modelId="{F8BAC630-9C4D-4FDF-A4E1-74D79D909E9A}">
      <dgm:prSet/>
      <dgm:spPr/>
      <dgm:t>
        <a:bodyPr/>
        <a:lstStyle/>
        <a:p>
          <a:r>
            <a:rPr lang="ru-RU" b="0" i="0"/>
            <a:t>Створення мережі МТС для технічного обслуговування селянських господарств.</a:t>
          </a:r>
          <a:endParaRPr lang="uk-UA"/>
        </a:p>
      </dgm:t>
    </dgm:pt>
    <dgm:pt modelId="{B70EE9DB-5DE0-4DA5-AD89-C271BC1F1A76}" type="parTrans" cxnId="{1DA7AB02-3C88-4777-B402-14921C474F0C}">
      <dgm:prSet/>
      <dgm:spPr/>
      <dgm:t>
        <a:bodyPr/>
        <a:lstStyle/>
        <a:p>
          <a:endParaRPr lang="uk-UA"/>
        </a:p>
      </dgm:t>
    </dgm:pt>
    <dgm:pt modelId="{59FBF713-E8FF-4D10-94B7-12A334FDD5DF}" type="sibTrans" cxnId="{1DA7AB02-3C88-4777-B402-14921C474F0C}">
      <dgm:prSet/>
      <dgm:spPr/>
      <dgm:t>
        <a:bodyPr/>
        <a:lstStyle/>
        <a:p>
          <a:endParaRPr lang="uk-UA"/>
        </a:p>
      </dgm:t>
    </dgm:pt>
    <dgm:pt modelId="{94A620D1-EED8-48B8-BB4B-DD99B9B3A372}" type="pres">
      <dgm:prSet presAssocID="{DCDDC966-DC81-45EC-9B0D-25BE2A342224}" presName="linear" presStyleCnt="0">
        <dgm:presLayoutVars>
          <dgm:animLvl val="lvl"/>
          <dgm:resizeHandles val="exact"/>
        </dgm:presLayoutVars>
      </dgm:prSet>
      <dgm:spPr/>
    </dgm:pt>
    <dgm:pt modelId="{ACFFCFE1-42C4-416D-A0BC-2B56F79DD7B3}" type="pres">
      <dgm:prSet presAssocID="{9D6DE883-35D9-4010-9FB3-8EEE7E1C5D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738D53-FA86-4575-947C-E1FBCFAD6952}" type="pres">
      <dgm:prSet presAssocID="{FAE3E9B1-DB79-4355-A50B-B9C5A49536F8}" presName="spacer" presStyleCnt="0"/>
      <dgm:spPr/>
    </dgm:pt>
    <dgm:pt modelId="{8475D265-C7A0-476C-BE31-122615BF7D58}" type="pres">
      <dgm:prSet presAssocID="{43432F34-3425-4469-95D9-8705E20436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5A09E2-CF60-4179-B7E9-F1186E89C5DE}" type="pres">
      <dgm:prSet presAssocID="{7560E2BF-F41B-4949-8F89-BFAA9E1F9AA4}" presName="spacer" presStyleCnt="0"/>
      <dgm:spPr/>
    </dgm:pt>
    <dgm:pt modelId="{C398C1DC-61FC-4657-A791-DBBC3A0FFE04}" type="pres">
      <dgm:prSet presAssocID="{F8BAC630-9C4D-4FDF-A4E1-74D79D909E9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DA7AB02-3C88-4777-B402-14921C474F0C}" srcId="{DCDDC966-DC81-45EC-9B0D-25BE2A342224}" destId="{F8BAC630-9C4D-4FDF-A4E1-74D79D909E9A}" srcOrd="2" destOrd="0" parTransId="{B70EE9DB-5DE0-4DA5-AD89-C271BC1F1A76}" sibTransId="{59FBF713-E8FF-4D10-94B7-12A334FDD5DF}"/>
    <dgm:cxn modelId="{1B944012-4702-437D-81A5-8ED26CE00A53}" type="presOf" srcId="{DCDDC966-DC81-45EC-9B0D-25BE2A342224}" destId="{94A620D1-EED8-48B8-BB4B-DD99B9B3A372}" srcOrd="0" destOrd="0" presId="urn:microsoft.com/office/officeart/2005/8/layout/vList2"/>
    <dgm:cxn modelId="{F4B61166-D680-4420-A502-4D8E9204400A}" type="presOf" srcId="{9D6DE883-35D9-4010-9FB3-8EEE7E1C5DF9}" destId="{ACFFCFE1-42C4-416D-A0BC-2B56F79DD7B3}" srcOrd="0" destOrd="0" presId="urn:microsoft.com/office/officeart/2005/8/layout/vList2"/>
    <dgm:cxn modelId="{A06F309C-81B9-42E5-BADF-37495F9EA25F}" type="presOf" srcId="{43432F34-3425-4469-95D9-8705E20436C6}" destId="{8475D265-C7A0-476C-BE31-122615BF7D58}" srcOrd="0" destOrd="0" presId="urn:microsoft.com/office/officeart/2005/8/layout/vList2"/>
    <dgm:cxn modelId="{618E6FAE-D9DC-4286-839E-B79857CE302C}" type="presOf" srcId="{F8BAC630-9C4D-4FDF-A4E1-74D79D909E9A}" destId="{C398C1DC-61FC-4657-A791-DBBC3A0FFE04}" srcOrd="0" destOrd="0" presId="urn:microsoft.com/office/officeart/2005/8/layout/vList2"/>
    <dgm:cxn modelId="{C9AF15B0-9E4F-42D2-BDAE-BF72851BA728}" srcId="{DCDDC966-DC81-45EC-9B0D-25BE2A342224}" destId="{43432F34-3425-4469-95D9-8705E20436C6}" srcOrd="1" destOrd="0" parTransId="{29B3828D-4CCC-4AAA-B2E2-3886FC631904}" sibTransId="{7560E2BF-F41B-4949-8F89-BFAA9E1F9AA4}"/>
    <dgm:cxn modelId="{6EB031CD-1D10-41D2-B3E7-07FD613C0038}" srcId="{DCDDC966-DC81-45EC-9B0D-25BE2A342224}" destId="{9D6DE883-35D9-4010-9FB3-8EEE7E1C5DF9}" srcOrd="0" destOrd="0" parTransId="{A2D0E02E-31D7-4AF1-A448-E950D105BE97}" sibTransId="{FAE3E9B1-DB79-4355-A50B-B9C5A49536F8}"/>
    <dgm:cxn modelId="{CEB8A13C-91C6-4D63-BDF0-95D3118C9556}" type="presParOf" srcId="{94A620D1-EED8-48B8-BB4B-DD99B9B3A372}" destId="{ACFFCFE1-42C4-416D-A0BC-2B56F79DD7B3}" srcOrd="0" destOrd="0" presId="urn:microsoft.com/office/officeart/2005/8/layout/vList2"/>
    <dgm:cxn modelId="{E800D42A-7B6B-488A-9A18-62215AC1A7CE}" type="presParOf" srcId="{94A620D1-EED8-48B8-BB4B-DD99B9B3A372}" destId="{4D738D53-FA86-4575-947C-E1FBCFAD6952}" srcOrd="1" destOrd="0" presId="urn:microsoft.com/office/officeart/2005/8/layout/vList2"/>
    <dgm:cxn modelId="{EF5B1700-264F-41EF-8852-6019E87D16E5}" type="presParOf" srcId="{94A620D1-EED8-48B8-BB4B-DD99B9B3A372}" destId="{8475D265-C7A0-476C-BE31-122615BF7D58}" srcOrd="2" destOrd="0" presId="urn:microsoft.com/office/officeart/2005/8/layout/vList2"/>
    <dgm:cxn modelId="{84C29DA0-6559-4E9D-9228-3D377702726D}" type="presParOf" srcId="{94A620D1-EED8-48B8-BB4B-DD99B9B3A372}" destId="{125A09E2-CF60-4179-B7E9-F1186E89C5DE}" srcOrd="3" destOrd="0" presId="urn:microsoft.com/office/officeart/2005/8/layout/vList2"/>
    <dgm:cxn modelId="{107F053A-F606-405D-AC80-2DE0FAB2A917}" type="presParOf" srcId="{94A620D1-EED8-48B8-BB4B-DD99B9B3A372}" destId="{C398C1DC-61FC-4657-A791-DBBC3A0FFE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C3E2D133-288C-4158-A9A9-D42E4DA0A3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EE0538E-3679-444C-838B-E628B6B4D6BC}">
      <dgm:prSet/>
      <dgm:spPr/>
      <dgm:t>
        <a:bodyPr/>
        <a:lstStyle/>
        <a:p>
          <a:r>
            <a:rPr lang="uk-UA" b="0" i="1"/>
            <a:t>«…Усіх татар виселити з території Криму та поселити їх на постійне проживання в якості спецпоселенців у районах Узбецької РСР…»</a:t>
          </a:r>
          <a:endParaRPr lang="uk-UA"/>
        </a:p>
      </dgm:t>
    </dgm:pt>
    <dgm:pt modelId="{5657BAC7-5E49-4359-9E37-5B26D92337D0}" type="parTrans" cxnId="{1C9DABDA-FD66-4C76-B507-045E273B7919}">
      <dgm:prSet/>
      <dgm:spPr/>
      <dgm:t>
        <a:bodyPr/>
        <a:lstStyle/>
        <a:p>
          <a:endParaRPr lang="uk-UA"/>
        </a:p>
      </dgm:t>
    </dgm:pt>
    <dgm:pt modelId="{E1309398-9147-4EB8-B220-FCB460E7069A}" type="sibTrans" cxnId="{1C9DABDA-FD66-4C76-B507-045E273B7919}">
      <dgm:prSet/>
      <dgm:spPr/>
      <dgm:t>
        <a:bodyPr/>
        <a:lstStyle/>
        <a:p>
          <a:endParaRPr lang="uk-UA"/>
        </a:p>
      </dgm:t>
    </dgm:pt>
    <dgm:pt modelId="{2CA16877-05B8-4EC1-82C7-58855C4034E2}">
      <dgm:prSet/>
      <dgm:spPr/>
      <dgm:t>
        <a:bodyPr/>
        <a:lstStyle/>
        <a:p>
          <a:r>
            <a:rPr lang="uk-UA" b="0" i="1"/>
            <a:t>«…вважати необхідним, передусім з політичних міркувань, виділення молдавського населення в спеціальну автономну республіку в складі УСРР…»</a:t>
          </a:r>
          <a:endParaRPr lang="uk-UA"/>
        </a:p>
      </dgm:t>
    </dgm:pt>
    <dgm:pt modelId="{ECD68AB1-2456-47F3-B0CE-C2F168746862}" type="parTrans" cxnId="{462030A6-C9FB-4197-8795-3916F44378EE}">
      <dgm:prSet/>
      <dgm:spPr/>
      <dgm:t>
        <a:bodyPr/>
        <a:lstStyle/>
        <a:p>
          <a:endParaRPr lang="uk-UA"/>
        </a:p>
      </dgm:t>
    </dgm:pt>
    <dgm:pt modelId="{F73DBB6F-9E13-4E93-90FC-93D4D6505973}" type="sibTrans" cxnId="{462030A6-C9FB-4197-8795-3916F44378EE}">
      <dgm:prSet/>
      <dgm:spPr/>
      <dgm:t>
        <a:bodyPr/>
        <a:lstStyle/>
        <a:p>
          <a:endParaRPr lang="uk-UA"/>
        </a:p>
      </dgm:t>
    </dgm:pt>
    <dgm:pt modelId="{26CDB20B-2ADC-453A-B463-C52D033A3D3C}">
      <dgm:prSet/>
      <dgm:spPr/>
      <dgm:t>
        <a:bodyPr/>
        <a:lstStyle/>
        <a:p>
          <a:r>
            <a:rPr lang="uk-UA" b="0" i="1"/>
            <a:t>«…Робітничий клас України, у тому числі й російська його частина, аби керувати цим економічним неминучим процесом, повинен зрозуміти свої історичні завдання й оволодіти українською мовою…»</a:t>
          </a:r>
          <a:endParaRPr lang="uk-UA"/>
        </a:p>
      </dgm:t>
    </dgm:pt>
    <dgm:pt modelId="{35C03528-0713-47EA-AFAF-D33CBB7AC504}" type="parTrans" cxnId="{3CE1E4A0-8696-4EE2-A2E2-408382FE4CC6}">
      <dgm:prSet/>
      <dgm:spPr/>
      <dgm:t>
        <a:bodyPr/>
        <a:lstStyle/>
        <a:p>
          <a:endParaRPr lang="uk-UA"/>
        </a:p>
      </dgm:t>
    </dgm:pt>
    <dgm:pt modelId="{E45006D6-D00C-4089-AEB6-42B5E53F046F}" type="sibTrans" cxnId="{3CE1E4A0-8696-4EE2-A2E2-408382FE4CC6}">
      <dgm:prSet/>
      <dgm:spPr/>
      <dgm:t>
        <a:bodyPr/>
        <a:lstStyle/>
        <a:p>
          <a:endParaRPr lang="uk-UA"/>
        </a:p>
      </dgm:t>
    </dgm:pt>
    <dgm:pt modelId="{410610A0-9909-493F-8CCB-DCAFACE49C19}" type="pres">
      <dgm:prSet presAssocID="{C3E2D133-288C-4158-A9A9-D42E4DA0A3D8}" presName="linear" presStyleCnt="0">
        <dgm:presLayoutVars>
          <dgm:animLvl val="lvl"/>
          <dgm:resizeHandles val="exact"/>
        </dgm:presLayoutVars>
      </dgm:prSet>
      <dgm:spPr/>
    </dgm:pt>
    <dgm:pt modelId="{3130386C-4BF3-4FD2-9F69-AD3EF1BB7F02}" type="pres">
      <dgm:prSet presAssocID="{4EE0538E-3679-444C-838B-E628B6B4D6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0B4869-6580-48BD-9129-BD393DE1295F}" type="pres">
      <dgm:prSet presAssocID="{E1309398-9147-4EB8-B220-FCB460E7069A}" presName="spacer" presStyleCnt="0"/>
      <dgm:spPr/>
    </dgm:pt>
    <dgm:pt modelId="{86376B02-23C4-4290-B5A1-F25DBA1E0608}" type="pres">
      <dgm:prSet presAssocID="{2CA16877-05B8-4EC1-82C7-58855C4034E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C1E774-E007-43BC-8C07-B4C8148E26A7}" type="pres">
      <dgm:prSet presAssocID="{F73DBB6F-9E13-4E93-90FC-93D4D6505973}" presName="spacer" presStyleCnt="0"/>
      <dgm:spPr/>
    </dgm:pt>
    <dgm:pt modelId="{22A5D730-7F40-4D41-8DB8-E157F26D4A08}" type="pres">
      <dgm:prSet presAssocID="{26CDB20B-2ADC-453A-B463-C52D033A3D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CE1E4A0-8696-4EE2-A2E2-408382FE4CC6}" srcId="{C3E2D133-288C-4158-A9A9-D42E4DA0A3D8}" destId="{26CDB20B-2ADC-453A-B463-C52D033A3D3C}" srcOrd="2" destOrd="0" parTransId="{35C03528-0713-47EA-AFAF-D33CBB7AC504}" sibTransId="{E45006D6-D00C-4089-AEB6-42B5E53F046F}"/>
    <dgm:cxn modelId="{462030A6-C9FB-4197-8795-3916F44378EE}" srcId="{C3E2D133-288C-4158-A9A9-D42E4DA0A3D8}" destId="{2CA16877-05B8-4EC1-82C7-58855C4034E2}" srcOrd="1" destOrd="0" parTransId="{ECD68AB1-2456-47F3-B0CE-C2F168746862}" sibTransId="{F73DBB6F-9E13-4E93-90FC-93D4D6505973}"/>
    <dgm:cxn modelId="{69D881AA-2904-46F9-9344-F116E6E082F5}" type="presOf" srcId="{C3E2D133-288C-4158-A9A9-D42E4DA0A3D8}" destId="{410610A0-9909-493F-8CCB-DCAFACE49C19}" srcOrd="0" destOrd="0" presId="urn:microsoft.com/office/officeart/2005/8/layout/vList2"/>
    <dgm:cxn modelId="{4F23DACC-293C-4EC6-96E8-B1326F43AAE2}" type="presOf" srcId="{4EE0538E-3679-444C-838B-E628B6B4D6BC}" destId="{3130386C-4BF3-4FD2-9F69-AD3EF1BB7F02}" srcOrd="0" destOrd="0" presId="urn:microsoft.com/office/officeart/2005/8/layout/vList2"/>
    <dgm:cxn modelId="{7C608BD1-6544-454F-AD54-68EFC6237474}" type="presOf" srcId="{26CDB20B-2ADC-453A-B463-C52D033A3D3C}" destId="{22A5D730-7F40-4D41-8DB8-E157F26D4A08}" srcOrd="0" destOrd="0" presId="urn:microsoft.com/office/officeart/2005/8/layout/vList2"/>
    <dgm:cxn modelId="{1C9DABDA-FD66-4C76-B507-045E273B7919}" srcId="{C3E2D133-288C-4158-A9A9-D42E4DA0A3D8}" destId="{4EE0538E-3679-444C-838B-E628B6B4D6BC}" srcOrd="0" destOrd="0" parTransId="{5657BAC7-5E49-4359-9E37-5B26D92337D0}" sibTransId="{E1309398-9147-4EB8-B220-FCB460E7069A}"/>
    <dgm:cxn modelId="{18C9BDF2-76E8-431D-B68A-04B1F908D74B}" type="presOf" srcId="{2CA16877-05B8-4EC1-82C7-58855C4034E2}" destId="{86376B02-23C4-4290-B5A1-F25DBA1E0608}" srcOrd="0" destOrd="0" presId="urn:microsoft.com/office/officeart/2005/8/layout/vList2"/>
    <dgm:cxn modelId="{0B23B125-F195-483D-99F6-FC0D4A46EB89}" type="presParOf" srcId="{410610A0-9909-493F-8CCB-DCAFACE49C19}" destId="{3130386C-4BF3-4FD2-9F69-AD3EF1BB7F02}" srcOrd="0" destOrd="0" presId="urn:microsoft.com/office/officeart/2005/8/layout/vList2"/>
    <dgm:cxn modelId="{D4D93592-FFF1-45D1-BE7A-A6F7DB263D7C}" type="presParOf" srcId="{410610A0-9909-493F-8CCB-DCAFACE49C19}" destId="{8D0B4869-6580-48BD-9129-BD393DE1295F}" srcOrd="1" destOrd="0" presId="urn:microsoft.com/office/officeart/2005/8/layout/vList2"/>
    <dgm:cxn modelId="{8A176DDD-67A7-44F7-9AA5-594AA70108D1}" type="presParOf" srcId="{410610A0-9909-493F-8CCB-DCAFACE49C19}" destId="{86376B02-23C4-4290-B5A1-F25DBA1E0608}" srcOrd="2" destOrd="0" presId="urn:microsoft.com/office/officeart/2005/8/layout/vList2"/>
    <dgm:cxn modelId="{4734EA5A-5AFF-470A-A8E1-7BDE65A61C57}" type="presParOf" srcId="{410610A0-9909-493F-8CCB-DCAFACE49C19}" destId="{FDC1E774-E007-43BC-8C07-B4C8148E26A7}" srcOrd="3" destOrd="0" presId="urn:microsoft.com/office/officeart/2005/8/layout/vList2"/>
    <dgm:cxn modelId="{3AFB682F-DCA3-4623-8974-9C2C6DCD4FE8}" type="presParOf" srcId="{410610A0-9909-493F-8CCB-DCAFACE49C19}" destId="{22A5D730-7F40-4D41-8DB8-E157F26D4A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850B04E8-F40F-4F7E-9531-BF9BDBF1DA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E09412-5D50-48E8-BFEB-FC5CED87B07F}">
      <dgm:prSet/>
      <dgm:spPr/>
      <dgm:t>
        <a:bodyPr/>
        <a:lstStyle/>
        <a:p>
          <a:r>
            <a:rPr lang="uk-UA" b="0" i="1"/>
            <a:t>«…Я отримав диплом викладача грецької мови. Ураховуючи те, що всі грецькі школи припинили своє існування і навчання здійснювалося російською мовою, мені довелося змінити професію. Я пішов на завод…»</a:t>
          </a:r>
          <a:endParaRPr lang="uk-UA"/>
        </a:p>
      </dgm:t>
    </dgm:pt>
    <dgm:pt modelId="{EC780509-71CF-47BA-8913-7D4A6A5FB9AF}" type="parTrans" cxnId="{C083A652-CF9A-46B3-BCD4-C9C318524E8B}">
      <dgm:prSet/>
      <dgm:spPr/>
      <dgm:t>
        <a:bodyPr/>
        <a:lstStyle/>
        <a:p>
          <a:endParaRPr lang="uk-UA"/>
        </a:p>
      </dgm:t>
    </dgm:pt>
    <dgm:pt modelId="{478316D5-0C01-47D2-9D4F-4273DC74DBAB}" type="sibTrans" cxnId="{C083A652-CF9A-46B3-BCD4-C9C318524E8B}">
      <dgm:prSet/>
      <dgm:spPr/>
      <dgm:t>
        <a:bodyPr/>
        <a:lstStyle/>
        <a:p>
          <a:endParaRPr lang="uk-UA"/>
        </a:p>
      </dgm:t>
    </dgm:pt>
    <dgm:pt modelId="{137D7398-1442-49E8-90A4-EC7149FFAD19}">
      <dgm:prSet/>
      <dgm:spPr/>
      <dgm:t>
        <a:bodyPr/>
        <a:lstStyle/>
        <a:p>
          <a:r>
            <a:rPr lang="uk-UA" b="0" i="1"/>
            <a:t>«Навчально-виховний процес у закладах освіти України є вільним від втручання політичних партій, громадських, релігійних організацій…»</a:t>
          </a:r>
          <a:endParaRPr lang="uk-UA"/>
        </a:p>
      </dgm:t>
    </dgm:pt>
    <dgm:pt modelId="{260778D3-0E70-4932-A8F4-31106A6CE424}" type="parTrans" cxnId="{32B180EA-3483-480D-8FFF-0E0AFED18F50}">
      <dgm:prSet/>
      <dgm:spPr/>
      <dgm:t>
        <a:bodyPr/>
        <a:lstStyle/>
        <a:p>
          <a:endParaRPr lang="uk-UA"/>
        </a:p>
      </dgm:t>
    </dgm:pt>
    <dgm:pt modelId="{DEAC6209-2F5E-4CA8-AFF7-76E87FF5DFF2}" type="sibTrans" cxnId="{32B180EA-3483-480D-8FFF-0E0AFED18F50}">
      <dgm:prSet/>
      <dgm:spPr/>
      <dgm:t>
        <a:bodyPr/>
        <a:lstStyle/>
        <a:p>
          <a:endParaRPr lang="uk-UA"/>
        </a:p>
      </dgm:t>
    </dgm:pt>
    <dgm:pt modelId="{41B9FDC1-00DF-43BE-9E80-A46671DC93FD}">
      <dgm:prSet/>
      <dgm:spPr/>
      <dgm:t>
        <a:bodyPr/>
        <a:lstStyle/>
        <a:p>
          <a:r>
            <a:rPr lang="uk-UA" b="0" i="1"/>
            <a:t>«Оскільки Американська адміністрація допомоги (А</a:t>
          </a:r>
          <a:r>
            <a:rPr lang="en-US" b="0" i="1"/>
            <a:t>R</a:t>
          </a:r>
          <a:r>
            <a:rPr lang="uk-UA" b="0" i="1"/>
            <a:t>А) може вирішити за можливе та бажане надати негайно допомогу, особливо медичну, населенню України, то УСРР …надасть [адміністрації] пільги…»</a:t>
          </a:r>
          <a:endParaRPr lang="uk-UA"/>
        </a:p>
      </dgm:t>
    </dgm:pt>
    <dgm:pt modelId="{C5D5BC1E-DDA1-4B0C-892B-0F5A7388416A}" type="parTrans" cxnId="{664C38A0-39B6-4ABA-9F62-55B649DB6650}">
      <dgm:prSet/>
      <dgm:spPr/>
      <dgm:t>
        <a:bodyPr/>
        <a:lstStyle/>
        <a:p>
          <a:endParaRPr lang="uk-UA"/>
        </a:p>
      </dgm:t>
    </dgm:pt>
    <dgm:pt modelId="{5C093C12-44A5-4296-B97A-DDE894746D89}" type="sibTrans" cxnId="{664C38A0-39B6-4ABA-9F62-55B649DB6650}">
      <dgm:prSet/>
      <dgm:spPr/>
      <dgm:t>
        <a:bodyPr/>
        <a:lstStyle/>
        <a:p>
          <a:endParaRPr lang="uk-UA"/>
        </a:p>
      </dgm:t>
    </dgm:pt>
    <dgm:pt modelId="{757194D8-94DD-4F1A-B173-46BC83466DDE}">
      <dgm:prSet/>
      <dgm:spPr/>
      <dgm:t>
        <a:bodyPr/>
        <a:lstStyle/>
        <a:p>
          <a:r>
            <a:rPr lang="uk-UA" b="0" i="1"/>
            <a:t>«Відповідно до Конституції УРСР державною мовою Української Радянської Соціалістичної Республіки є українська мова… Українська РСР створює необхідні умови для розвитку і використання мов інших національностей в республіці…»</a:t>
          </a:r>
          <a:endParaRPr lang="uk-UA"/>
        </a:p>
      </dgm:t>
    </dgm:pt>
    <dgm:pt modelId="{D3889374-A029-49B3-86EB-50C85EF60B8C}" type="parTrans" cxnId="{F1F76C0E-D564-4FF7-A1FB-1B713DD7DDDE}">
      <dgm:prSet/>
      <dgm:spPr/>
      <dgm:t>
        <a:bodyPr/>
        <a:lstStyle/>
        <a:p>
          <a:endParaRPr lang="uk-UA"/>
        </a:p>
      </dgm:t>
    </dgm:pt>
    <dgm:pt modelId="{82EB6D2B-F45D-4E51-886B-1AA087B2EEE6}" type="sibTrans" cxnId="{F1F76C0E-D564-4FF7-A1FB-1B713DD7DDDE}">
      <dgm:prSet/>
      <dgm:spPr/>
      <dgm:t>
        <a:bodyPr/>
        <a:lstStyle/>
        <a:p>
          <a:endParaRPr lang="uk-UA"/>
        </a:p>
      </dgm:t>
    </dgm:pt>
    <dgm:pt modelId="{08AAA26C-32EF-46AE-9FB3-C5D9CEDD2EED}" type="pres">
      <dgm:prSet presAssocID="{850B04E8-F40F-4F7E-9531-BF9BDBF1DA07}" presName="linear" presStyleCnt="0">
        <dgm:presLayoutVars>
          <dgm:animLvl val="lvl"/>
          <dgm:resizeHandles val="exact"/>
        </dgm:presLayoutVars>
      </dgm:prSet>
      <dgm:spPr/>
    </dgm:pt>
    <dgm:pt modelId="{37E21CE0-5FAD-4B6A-BF67-4509C4C8113E}" type="pres">
      <dgm:prSet presAssocID="{F6E09412-5D50-48E8-BFEB-FC5CED87B07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2D0688-4C88-4D99-A6C8-87CF4A3694E1}" type="pres">
      <dgm:prSet presAssocID="{478316D5-0C01-47D2-9D4F-4273DC74DBAB}" presName="spacer" presStyleCnt="0"/>
      <dgm:spPr/>
    </dgm:pt>
    <dgm:pt modelId="{DC3477B4-F0D0-4087-8227-A85C463C57BC}" type="pres">
      <dgm:prSet presAssocID="{137D7398-1442-49E8-90A4-EC7149FFAD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5EAA54-6207-42BE-ACCE-92797927DFCC}" type="pres">
      <dgm:prSet presAssocID="{DEAC6209-2F5E-4CA8-AFF7-76E87FF5DFF2}" presName="spacer" presStyleCnt="0"/>
      <dgm:spPr/>
    </dgm:pt>
    <dgm:pt modelId="{E5AD5BA5-5D49-48D9-94DE-F2DFAE86BD15}" type="pres">
      <dgm:prSet presAssocID="{41B9FDC1-00DF-43BE-9E80-A46671DC93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701724-2E89-4546-8336-9CD95ADFDF08}" type="pres">
      <dgm:prSet presAssocID="{5C093C12-44A5-4296-B97A-DDE894746D89}" presName="spacer" presStyleCnt="0"/>
      <dgm:spPr/>
    </dgm:pt>
    <dgm:pt modelId="{445975D3-17FA-4C41-9CC2-159CCB15D43E}" type="pres">
      <dgm:prSet presAssocID="{757194D8-94DD-4F1A-B173-46BC83466D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F76C0E-D564-4FF7-A1FB-1B713DD7DDDE}" srcId="{850B04E8-F40F-4F7E-9531-BF9BDBF1DA07}" destId="{757194D8-94DD-4F1A-B173-46BC83466DDE}" srcOrd="3" destOrd="0" parTransId="{D3889374-A029-49B3-86EB-50C85EF60B8C}" sibTransId="{82EB6D2B-F45D-4E51-886B-1AA087B2EEE6}"/>
    <dgm:cxn modelId="{AE1E9B17-965E-4786-92DD-2F229E7210BD}" type="presOf" srcId="{41B9FDC1-00DF-43BE-9E80-A46671DC93FD}" destId="{E5AD5BA5-5D49-48D9-94DE-F2DFAE86BD15}" srcOrd="0" destOrd="0" presId="urn:microsoft.com/office/officeart/2005/8/layout/vList2"/>
    <dgm:cxn modelId="{09FD8547-76A0-476E-8F26-C13727ADC316}" type="presOf" srcId="{F6E09412-5D50-48E8-BFEB-FC5CED87B07F}" destId="{37E21CE0-5FAD-4B6A-BF67-4509C4C8113E}" srcOrd="0" destOrd="0" presId="urn:microsoft.com/office/officeart/2005/8/layout/vList2"/>
    <dgm:cxn modelId="{C083A652-CF9A-46B3-BCD4-C9C318524E8B}" srcId="{850B04E8-F40F-4F7E-9531-BF9BDBF1DA07}" destId="{F6E09412-5D50-48E8-BFEB-FC5CED87B07F}" srcOrd="0" destOrd="0" parTransId="{EC780509-71CF-47BA-8913-7D4A6A5FB9AF}" sibTransId="{478316D5-0C01-47D2-9D4F-4273DC74DBAB}"/>
    <dgm:cxn modelId="{A42B2182-9FED-42B6-A120-10FA73371B8C}" type="presOf" srcId="{850B04E8-F40F-4F7E-9531-BF9BDBF1DA07}" destId="{08AAA26C-32EF-46AE-9FB3-C5D9CEDD2EED}" srcOrd="0" destOrd="0" presId="urn:microsoft.com/office/officeart/2005/8/layout/vList2"/>
    <dgm:cxn modelId="{664C38A0-39B6-4ABA-9F62-55B649DB6650}" srcId="{850B04E8-F40F-4F7E-9531-BF9BDBF1DA07}" destId="{41B9FDC1-00DF-43BE-9E80-A46671DC93FD}" srcOrd="2" destOrd="0" parTransId="{C5D5BC1E-DDA1-4B0C-892B-0F5A7388416A}" sibTransId="{5C093C12-44A5-4296-B97A-DDE894746D89}"/>
    <dgm:cxn modelId="{72E78BBD-A613-4612-893A-ABF9264CF3BA}" type="presOf" srcId="{757194D8-94DD-4F1A-B173-46BC83466DDE}" destId="{445975D3-17FA-4C41-9CC2-159CCB15D43E}" srcOrd="0" destOrd="0" presId="urn:microsoft.com/office/officeart/2005/8/layout/vList2"/>
    <dgm:cxn modelId="{98059ADD-4D80-499B-8A9B-888B7047FB4E}" type="presOf" srcId="{137D7398-1442-49E8-90A4-EC7149FFAD19}" destId="{DC3477B4-F0D0-4087-8227-A85C463C57BC}" srcOrd="0" destOrd="0" presId="urn:microsoft.com/office/officeart/2005/8/layout/vList2"/>
    <dgm:cxn modelId="{32B180EA-3483-480D-8FFF-0E0AFED18F50}" srcId="{850B04E8-F40F-4F7E-9531-BF9BDBF1DA07}" destId="{137D7398-1442-49E8-90A4-EC7149FFAD19}" srcOrd="1" destOrd="0" parTransId="{260778D3-0E70-4932-A8F4-31106A6CE424}" sibTransId="{DEAC6209-2F5E-4CA8-AFF7-76E87FF5DFF2}"/>
    <dgm:cxn modelId="{D5199127-3D8C-44EE-ACFA-056CF694388C}" type="presParOf" srcId="{08AAA26C-32EF-46AE-9FB3-C5D9CEDD2EED}" destId="{37E21CE0-5FAD-4B6A-BF67-4509C4C8113E}" srcOrd="0" destOrd="0" presId="urn:microsoft.com/office/officeart/2005/8/layout/vList2"/>
    <dgm:cxn modelId="{257E6097-EF89-4DE4-8D87-A7044AC3F400}" type="presParOf" srcId="{08AAA26C-32EF-46AE-9FB3-C5D9CEDD2EED}" destId="{522D0688-4C88-4D99-A6C8-87CF4A3694E1}" srcOrd="1" destOrd="0" presId="urn:microsoft.com/office/officeart/2005/8/layout/vList2"/>
    <dgm:cxn modelId="{C09C3CBB-34A0-48AE-9BDE-4A1D47B4F9C5}" type="presParOf" srcId="{08AAA26C-32EF-46AE-9FB3-C5D9CEDD2EED}" destId="{DC3477B4-F0D0-4087-8227-A85C463C57BC}" srcOrd="2" destOrd="0" presId="urn:microsoft.com/office/officeart/2005/8/layout/vList2"/>
    <dgm:cxn modelId="{3A6D8343-6DC3-4B85-A09B-D21DC66ADA8B}" type="presParOf" srcId="{08AAA26C-32EF-46AE-9FB3-C5D9CEDD2EED}" destId="{865EAA54-6207-42BE-ACCE-92797927DFCC}" srcOrd="3" destOrd="0" presId="urn:microsoft.com/office/officeart/2005/8/layout/vList2"/>
    <dgm:cxn modelId="{94930539-1C6C-41B4-BAE6-A519ACA36D1C}" type="presParOf" srcId="{08AAA26C-32EF-46AE-9FB3-C5D9CEDD2EED}" destId="{E5AD5BA5-5D49-48D9-94DE-F2DFAE86BD15}" srcOrd="4" destOrd="0" presId="urn:microsoft.com/office/officeart/2005/8/layout/vList2"/>
    <dgm:cxn modelId="{359C5564-747B-4207-AB15-52FF3A06CDB3}" type="presParOf" srcId="{08AAA26C-32EF-46AE-9FB3-C5D9CEDD2EED}" destId="{53701724-2E89-4546-8336-9CD95ADFDF08}" srcOrd="5" destOrd="0" presId="urn:microsoft.com/office/officeart/2005/8/layout/vList2"/>
    <dgm:cxn modelId="{45683498-C3B3-42A2-878F-910179292350}" type="presParOf" srcId="{08AAA26C-32EF-46AE-9FB3-C5D9CEDD2EED}" destId="{445975D3-17FA-4C41-9CC2-159CCB15D4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75807AC-5339-4166-AF35-A17368E297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2C4E992-5A10-4035-9EC4-2CAE86F3DE6E}">
      <dgm:prSet/>
      <dgm:spPr/>
      <dgm:t>
        <a:bodyPr/>
        <a:lstStyle/>
        <a:p>
          <a:r>
            <a:rPr lang="ru-RU" b="0" i="0"/>
            <a:t>націоналізація всіх промислових підприємств</a:t>
          </a:r>
          <a:endParaRPr lang="uk-UA"/>
        </a:p>
      </dgm:t>
    </dgm:pt>
    <dgm:pt modelId="{26CE9A7B-E9E5-48E3-BDC7-8D48C8E1E9A3}" type="parTrans" cxnId="{FFB6E434-C7F2-40EE-B20A-3C098F707096}">
      <dgm:prSet/>
      <dgm:spPr/>
      <dgm:t>
        <a:bodyPr/>
        <a:lstStyle/>
        <a:p>
          <a:endParaRPr lang="uk-UA"/>
        </a:p>
      </dgm:t>
    </dgm:pt>
    <dgm:pt modelId="{6740BFCF-5423-4768-AF6F-60FB0CD0822D}" type="sibTrans" cxnId="{FFB6E434-C7F2-40EE-B20A-3C098F707096}">
      <dgm:prSet/>
      <dgm:spPr/>
      <dgm:t>
        <a:bodyPr/>
        <a:lstStyle/>
        <a:p>
          <a:endParaRPr lang="uk-UA"/>
        </a:p>
      </dgm:t>
    </dgm:pt>
    <dgm:pt modelId="{21B54FED-709A-4CD2-AFC9-F6B4FA0298B8}">
      <dgm:prSet/>
      <dgm:spPr/>
      <dgm:t>
        <a:bodyPr/>
        <a:lstStyle/>
        <a:p>
          <a:r>
            <a:rPr lang="ru-RU" b="0" i="0"/>
            <a:t>заміна продрозкладки продовольчим податком</a:t>
          </a:r>
          <a:endParaRPr lang="uk-UA"/>
        </a:p>
      </dgm:t>
    </dgm:pt>
    <dgm:pt modelId="{C270F422-4F4D-4731-BAEB-5587E397362E}" type="parTrans" cxnId="{686E0258-5962-4A9A-93A4-71E9555FD35B}">
      <dgm:prSet/>
      <dgm:spPr/>
      <dgm:t>
        <a:bodyPr/>
        <a:lstStyle/>
        <a:p>
          <a:endParaRPr lang="uk-UA"/>
        </a:p>
      </dgm:t>
    </dgm:pt>
    <dgm:pt modelId="{DAE60A5D-8140-4976-A90E-FE3E05E29DBA}" type="sibTrans" cxnId="{686E0258-5962-4A9A-93A4-71E9555FD35B}">
      <dgm:prSet/>
      <dgm:spPr/>
      <dgm:t>
        <a:bodyPr/>
        <a:lstStyle/>
        <a:p>
          <a:endParaRPr lang="uk-UA"/>
        </a:p>
      </dgm:t>
    </dgm:pt>
    <dgm:pt modelId="{0F6B6422-5747-4024-853C-3291241115D7}">
      <dgm:prSet/>
      <dgm:spPr/>
      <dgm:t>
        <a:bodyPr/>
        <a:lstStyle/>
        <a:p>
          <a:r>
            <a:rPr lang="ru-RU" b="0" i="0"/>
            <a:t>запровадження системи вільного найму</a:t>
          </a:r>
          <a:endParaRPr lang="uk-UA"/>
        </a:p>
      </dgm:t>
    </dgm:pt>
    <dgm:pt modelId="{B9DFD090-FA72-4D9E-BDC2-3B7D08B3A1C2}" type="parTrans" cxnId="{6AC680B7-2FE0-4E44-A999-37FB98A1E342}">
      <dgm:prSet/>
      <dgm:spPr/>
      <dgm:t>
        <a:bodyPr/>
        <a:lstStyle/>
        <a:p>
          <a:endParaRPr lang="uk-UA"/>
        </a:p>
      </dgm:t>
    </dgm:pt>
    <dgm:pt modelId="{3AE06549-6034-4145-86BF-3FDB439BB6A9}" type="sibTrans" cxnId="{6AC680B7-2FE0-4E44-A999-37FB98A1E342}">
      <dgm:prSet/>
      <dgm:spPr/>
      <dgm:t>
        <a:bodyPr/>
        <a:lstStyle/>
        <a:p>
          <a:endParaRPr lang="uk-UA"/>
        </a:p>
      </dgm:t>
    </dgm:pt>
    <dgm:pt modelId="{773ABFB8-5A9A-43A5-95C5-B4F78DA0D5B3}" type="pres">
      <dgm:prSet presAssocID="{675807AC-5339-4166-AF35-A17368E29712}" presName="linear" presStyleCnt="0">
        <dgm:presLayoutVars>
          <dgm:animLvl val="lvl"/>
          <dgm:resizeHandles val="exact"/>
        </dgm:presLayoutVars>
      </dgm:prSet>
      <dgm:spPr/>
    </dgm:pt>
    <dgm:pt modelId="{A8FD584E-3186-46AA-AAB7-F6B2E9C3B108}" type="pres">
      <dgm:prSet presAssocID="{22C4E992-5A10-4035-9EC4-2CAE86F3DE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D4FE86-B19B-438B-B410-28495DDBA054}" type="pres">
      <dgm:prSet presAssocID="{6740BFCF-5423-4768-AF6F-60FB0CD0822D}" presName="spacer" presStyleCnt="0"/>
      <dgm:spPr/>
    </dgm:pt>
    <dgm:pt modelId="{A49E8196-61E1-4A69-8FF5-D61212EE695D}" type="pres">
      <dgm:prSet presAssocID="{21B54FED-709A-4CD2-AFC9-F6B4FA0298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104A9C-4DD2-4190-A5C1-A7BE3F6F1331}" type="pres">
      <dgm:prSet presAssocID="{DAE60A5D-8140-4976-A90E-FE3E05E29DBA}" presName="spacer" presStyleCnt="0"/>
      <dgm:spPr/>
    </dgm:pt>
    <dgm:pt modelId="{3FF7EBDE-59A4-4133-8711-6679B488B3B7}" type="pres">
      <dgm:prSet presAssocID="{0F6B6422-5747-4024-853C-3291241115D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2B36A19-91FE-41A9-8661-C4B429837D14}" type="presOf" srcId="{21B54FED-709A-4CD2-AFC9-F6B4FA0298B8}" destId="{A49E8196-61E1-4A69-8FF5-D61212EE695D}" srcOrd="0" destOrd="0" presId="urn:microsoft.com/office/officeart/2005/8/layout/vList2"/>
    <dgm:cxn modelId="{00E4F822-1DA5-4AA5-AE77-E34846D62DBF}" type="presOf" srcId="{675807AC-5339-4166-AF35-A17368E29712}" destId="{773ABFB8-5A9A-43A5-95C5-B4F78DA0D5B3}" srcOrd="0" destOrd="0" presId="urn:microsoft.com/office/officeart/2005/8/layout/vList2"/>
    <dgm:cxn modelId="{FFB6E434-C7F2-40EE-B20A-3C098F707096}" srcId="{675807AC-5339-4166-AF35-A17368E29712}" destId="{22C4E992-5A10-4035-9EC4-2CAE86F3DE6E}" srcOrd="0" destOrd="0" parTransId="{26CE9A7B-E9E5-48E3-BDC7-8D48C8E1E9A3}" sibTransId="{6740BFCF-5423-4768-AF6F-60FB0CD0822D}"/>
    <dgm:cxn modelId="{76819A47-B2F6-4B68-8E71-EE23A1254297}" type="presOf" srcId="{22C4E992-5A10-4035-9EC4-2CAE86F3DE6E}" destId="{A8FD584E-3186-46AA-AAB7-F6B2E9C3B108}" srcOrd="0" destOrd="0" presId="urn:microsoft.com/office/officeart/2005/8/layout/vList2"/>
    <dgm:cxn modelId="{686E0258-5962-4A9A-93A4-71E9555FD35B}" srcId="{675807AC-5339-4166-AF35-A17368E29712}" destId="{21B54FED-709A-4CD2-AFC9-F6B4FA0298B8}" srcOrd="1" destOrd="0" parTransId="{C270F422-4F4D-4731-BAEB-5587E397362E}" sibTransId="{DAE60A5D-8140-4976-A90E-FE3E05E29DBA}"/>
    <dgm:cxn modelId="{D3358FA0-2094-49CE-9AC8-B1C3EE13883B}" type="presOf" srcId="{0F6B6422-5747-4024-853C-3291241115D7}" destId="{3FF7EBDE-59A4-4133-8711-6679B488B3B7}" srcOrd="0" destOrd="0" presId="urn:microsoft.com/office/officeart/2005/8/layout/vList2"/>
    <dgm:cxn modelId="{6AC680B7-2FE0-4E44-A999-37FB98A1E342}" srcId="{675807AC-5339-4166-AF35-A17368E29712}" destId="{0F6B6422-5747-4024-853C-3291241115D7}" srcOrd="2" destOrd="0" parTransId="{B9DFD090-FA72-4D9E-BDC2-3B7D08B3A1C2}" sibTransId="{3AE06549-6034-4145-86BF-3FDB439BB6A9}"/>
    <dgm:cxn modelId="{C3310EBA-C885-45E2-8418-1E60E12D7EB6}" type="presParOf" srcId="{773ABFB8-5A9A-43A5-95C5-B4F78DA0D5B3}" destId="{A8FD584E-3186-46AA-AAB7-F6B2E9C3B108}" srcOrd="0" destOrd="0" presId="urn:microsoft.com/office/officeart/2005/8/layout/vList2"/>
    <dgm:cxn modelId="{992D0443-6511-420A-A49D-7A2A5940771F}" type="presParOf" srcId="{773ABFB8-5A9A-43A5-95C5-B4F78DA0D5B3}" destId="{DED4FE86-B19B-438B-B410-28495DDBA054}" srcOrd="1" destOrd="0" presId="urn:microsoft.com/office/officeart/2005/8/layout/vList2"/>
    <dgm:cxn modelId="{A1F6D6E2-7952-47FC-B57F-9522EC2E3D9A}" type="presParOf" srcId="{773ABFB8-5A9A-43A5-95C5-B4F78DA0D5B3}" destId="{A49E8196-61E1-4A69-8FF5-D61212EE695D}" srcOrd="2" destOrd="0" presId="urn:microsoft.com/office/officeart/2005/8/layout/vList2"/>
    <dgm:cxn modelId="{AE6234CF-4538-4402-86FD-E782BFCAF7BF}" type="presParOf" srcId="{773ABFB8-5A9A-43A5-95C5-B4F78DA0D5B3}" destId="{13104A9C-4DD2-4190-A5C1-A7BE3F6F1331}" srcOrd="3" destOrd="0" presId="urn:microsoft.com/office/officeart/2005/8/layout/vList2"/>
    <dgm:cxn modelId="{5E864BCD-B280-4CC3-BD5C-39FD313C9DF8}" type="presParOf" srcId="{773ABFB8-5A9A-43A5-95C5-B4F78DA0D5B3}" destId="{3FF7EBDE-59A4-4133-8711-6679B488B3B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D671590F-D46D-47D6-886D-0C26D7B5F8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4453B8-2144-4CA0-803C-E59B0C04B196}">
      <dgm:prSet/>
      <dgm:spPr/>
      <dgm:t>
        <a:bodyPr/>
        <a:lstStyle/>
        <a:p>
          <a:r>
            <a:rPr lang="ru-RU" b="0" i="0"/>
            <a:t>об’єднання промислових підприємств у трести</a:t>
          </a:r>
          <a:endParaRPr lang="uk-UA"/>
        </a:p>
      </dgm:t>
    </dgm:pt>
    <dgm:pt modelId="{7826CB6D-6EEA-4FE6-8390-E63F8B7DC897}" type="parTrans" cxnId="{A3E5BE13-758F-42BB-8007-5BD492050713}">
      <dgm:prSet/>
      <dgm:spPr/>
      <dgm:t>
        <a:bodyPr/>
        <a:lstStyle/>
        <a:p>
          <a:endParaRPr lang="uk-UA"/>
        </a:p>
      </dgm:t>
    </dgm:pt>
    <dgm:pt modelId="{B641B383-8CE9-4BD1-A975-31166ACA759E}" type="sibTrans" cxnId="{A3E5BE13-758F-42BB-8007-5BD492050713}">
      <dgm:prSet/>
      <dgm:spPr/>
      <dgm:t>
        <a:bodyPr/>
        <a:lstStyle/>
        <a:p>
          <a:endParaRPr lang="uk-UA"/>
        </a:p>
      </dgm:t>
    </dgm:pt>
    <dgm:pt modelId="{45DA3CAA-50CE-4CA0-B105-5CFED33E2AD7}">
      <dgm:prSet/>
      <dgm:spPr/>
      <dgm:t>
        <a:bodyPr/>
        <a:lstStyle/>
        <a:p>
          <a:r>
            <a:rPr lang="ru-RU" b="0" i="0"/>
            <a:t>уведення карткової системи розподілу продуктів</a:t>
          </a:r>
          <a:endParaRPr lang="uk-UA"/>
        </a:p>
      </dgm:t>
    </dgm:pt>
    <dgm:pt modelId="{F535D8B6-A6D8-4A8B-A225-00294C8C39FC}" type="parTrans" cxnId="{F221D988-AEA5-4C4E-9880-A12A6CACD644}">
      <dgm:prSet/>
      <dgm:spPr/>
      <dgm:t>
        <a:bodyPr/>
        <a:lstStyle/>
        <a:p>
          <a:endParaRPr lang="uk-UA"/>
        </a:p>
      </dgm:t>
    </dgm:pt>
    <dgm:pt modelId="{F7DA5AC8-29C5-493C-800E-0131FAAE272C}" type="sibTrans" cxnId="{F221D988-AEA5-4C4E-9880-A12A6CACD644}">
      <dgm:prSet/>
      <dgm:spPr/>
      <dgm:t>
        <a:bodyPr/>
        <a:lstStyle/>
        <a:p>
          <a:endParaRPr lang="uk-UA"/>
        </a:p>
      </dgm:t>
    </dgm:pt>
    <dgm:pt modelId="{2C3AF6AF-4BA1-4CC9-AE49-0B1E6437610D}">
      <dgm:prSet/>
      <dgm:spPr/>
      <dgm:t>
        <a:bodyPr/>
        <a:lstStyle/>
        <a:p>
          <a:r>
            <a:rPr lang="ru-RU" b="0" i="0"/>
            <a:t>скасування плати за житло й комунальні послуги</a:t>
          </a:r>
          <a:endParaRPr lang="uk-UA"/>
        </a:p>
      </dgm:t>
    </dgm:pt>
    <dgm:pt modelId="{E6F28646-6E42-4379-9634-7DAC6719EDF1}" type="parTrans" cxnId="{73FBD43E-5978-4E9E-B741-8FB40DDB47B1}">
      <dgm:prSet/>
      <dgm:spPr/>
      <dgm:t>
        <a:bodyPr/>
        <a:lstStyle/>
        <a:p>
          <a:endParaRPr lang="uk-UA"/>
        </a:p>
      </dgm:t>
    </dgm:pt>
    <dgm:pt modelId="{DCFD7F00-809D-4798-A283-41F0FD87D78A}" type="sibTrans" cxnId="{73FBD43E-5978-4E9E-B741-8FB40DDB47B1}">
      <dgm:prSet/>
      <dgm:spPr/>
      <dgm:t>
        <a:bodyPr/>
        <a:lstStyle/>
        <a:p>
          <a:endParaRPr lang="uk-UA"/>
        </a:p>
      </dgm:t>
    </dgm:pt>
    <dgm:pt modelId="{3E404D47-1BEA-41F7-A4D9-01CA1DD200BF}">
      <dgm:prSet/>
      <dgm:spPr/>
      <dgm:t>
        <a:bodyPr/>
        <a:lstStyle/>
        <a:p>
          <a:r>
            <a:rPr lang="ru-RU" b="0" i="0"/>
            <a:t>створення трудових армій</a:t>
          </a:r>
          <a:endParaRPr lang="uk-UA"/>
        </a:p>
      </dgm:t>
    </dgm:pt>
    <dgm:pt modelId="{454EEBC2-2A08-41BA-A32A-713DAB4CA34A}" type="parTrans" cxnId="{58B45F5C-F628-4682-8668-BBCF8D9954F2}">
      <dgm:prSet/>
      <dgm:spPr/>
      <dgm:t>
        <a:bodyPr/>
        <a:lstStyle/>
        <a:p>
          <a:endParaRPr lang="uk-UA"/>
        </a:p>
      </dgm:t>
    </dgm:pt>
    <dgm:pt modelId="{555F1563-4B38-44D9-AE22-11034FB29211}" type="sibTrans" cxnId="{58B45F5C-F628-4682-8668-BBCF8D9954F2}">
      <dgm:prSet/>
      <dgm:spPr/>
      <dgm:t>
        <a:bodyPr/>
        <a:lstStyle/>
        <a:p>
          <a:endParaRPr lang="uk-UA"/>
        </a:p>
      </dgm:t>
    </dgm:pt>
    <dgm:pt modelId="{DBD8D26E-8130-4AA8-B6DC-0F905FB5D29F}" type="pres">
      <dgm:prSet presAssocID="{D671590F-D46D-47D6-886D-0C26D7B5F88A}" presName="linear" presStyleCnt="0">
        <dgm:presLayoutVars>
          <dgm:animLvl val="lvl"/>
          <dgm:resizeHandles val="exact"/>
        </dgm:presLayoutVars>
      </dgm:prSet>
      <dgm:spPr/>
    </dgm:pt>
    <dgm:pt modelId="{A9BBD096-9A00-4A3C-B7C8-681181435B50}" type="pres">
      <dgm:prSet presAssocID="{F54453B8-2144-4CA0-803C-E59B0C04B1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18F60D2-E2F6-47EF-B888-9C2E6611D312}" type="pres">
      <dgm:prSet presAssocID="{B641B383-8CE9-4BD1-A975-31166ACA759E}" presName="spacer" presStyleCnt="0"/>
      <dgm:spPr/>
    </dgm:pt>
    <dgm:pt modelId="{74FD3DCE-AB1B-477E-BAC7-B6E27669D46D}" type="pres">
      <dgm:prSet presAssocID="{45DA3CAA-50CE-4CA0-B105-5CFED33E2A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A76AD6-2223-4378-90DF-54DE72A79848}" type="pres">
      <dgm:prSet presAssocID="{F7DA5AC8-29C5-493C-800E-0131FAAE272C}" presName="spacer" presStyleCnt="0"/>
      <dgm:spPr/>
    </dgm:pt>
    <dgm:pt modelId="{F4931254-BCAA-4C2C-B666-110C2C3ABB3A}" type="pres">
      <dgm:prSet presAssocID="{2C3AF6AF-4BA1-4CC9-AE49-0B1E643761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4E57C9-6024-425B-9E24-97F8CA61836C}" type="pres">
      <dgm:prSet presAssocID="{DCFD7F00-809D-4798-A283-41F0FD87D78A}" presName="spacer" presStyleCnt="0"/>
      <dgm:spPr/>
    </dgm:pt>
    <dgm:pt modelId="{4CDFFEC9-E66C-4F8D-85DC-D3AD939D9E17}" type="pres">
      <dgm:prSet presAssocID="{3E404D47-1BEA-41F7-A4D9-01CA1DD200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E5BE13-758F-42BB-8007-5BD492050713}" srcId="{D671590F-D46D-47D6-886D-0C26D7B5F88A}" destId="{F54453B8-2144-4CA0-803C-E59B0C04B196}" srcOrd="0" destOrd="0" parTransId="{7826CB6D-6EEA-4FE6-8390-E63F8B7DC897}" sibTransId="{B641B383-8CE9-4BD1-A975-31166ACA759E}"/>
    <dgm:cxn modelId="{AD1EC83C-7D0B-4C14-9249-757F361CEFB8}" type="presOf" srcId="{45DA3CAA-50CE-4CA0-B105-5CFED33E2AD7}" destId="{74FD3DCE-AB1B-477E-BAC7-B6E27669D46D}" srcOrd="0" destOrd="0" presId="urn:microsoft.com/office/officeart/2005/8/layout/vList2"/>
    <dgm:cxn modelId="{73FBD43E-5978-4E9E-B741-8FB40DDB47B1}" srcId="{D671590F-D46D-47D6-886D-0C26D7B5F88A}" destId="{2C3AF6AF-4BA1-4CC9-AE49-0B1E6437610D}" srcOrd="2" destOrd="0" parTransId="{E6F28646-6E42-4379-9634-7DAC6719EDF1}" sibTransId="{DCFD7F00-809D-4798-A283-41F0FD87D78A}"/>
    <dgm:cxn modelId="{58B45F5C-F628-4682-8668-BBCF8D9954F2}" srcId="{D671590F-D46D-47D6-886D-0C26D7B5F88A}" destId="{3E404D47-1BEA-41F7-A4D9-01CA1DD200BF}" srcOrd="3" destOrd="0" parTransId="{454EEBC2-2A08-41BA-A32A-713DAB4CA34A}" sibTransId="{555F1563-4B38-44D9-AE22-11034FB29211}"/>
    <dgm:cxn modelId="{B25AEF54-212D-4F93-A42F-76959FE92A0E}" type="presOf" srcId="{3E404D47-1BEA-41F7-A4D9-01CA1DD200BF}" destId="{4CDFFEC9-E66C-4F8D-85DC-D3AD939D9E17}" srcOrd="0" destOrd="0" presId="urn:microsoft.com/office/officeart/2005/8/layout/vList2"/>
    <dgm:cxn modelId="{7806F577-7632-40CF-B02C-25169A991085}" type="presOf" srcId="{2C3AF6AF-4BA1-4CC9-AE49-0B1E6437610D}" destId="{F4931254-BCAA-4C2C-B666-110C2C3ABB3A}" srcOrd="0" destOrd="0" presId="urn:microsoft.com/office/officeart/2005/8/layout/vList2"/>
    <dgm:cxn modelId="{F221D988-AEA5-4C4E-9880-A12A6CACD644}" srcId="{D671590F-D46D-47D6-886D-0C26D7B5F88A}" destId="{45DA3CAA-50CE-4CA0-B105-5CFED33E2AD7}" srcOrd="1" destOrd="0" parTransId="{F535D8B6-A6D8-4A8B-A225-00294C8C39FC}" sibTransId="{F7DA5AC8-29C5-493C-800E-0131FAAE272C}"/>
    <dgm:cxn modelId="{9E3652AB-5C85-43BE-ACAB-2F3F321E0FA6}" type="presOf" srcId="{D671590F-D46D-47D6-886D-0C26D7B5F88A}" destId="{DBD8D26E-8130-4AA8-B6DC-0F905FB5D29F}" srcOrd="0" destOrd="0" presId="urn:microsoft.com/office/officeart/2005/8/layout/vList2"/>
    <dgm:cxn modelId="{63AF45CD-20A0-4B56-9317-7AF3CA75ED4C}" type="presOf" srcId="{F54453B8-2144-4CA0-803C-E59B0C04B196}" destId="{A9BBD096-9A00-4A3C-B7C8-681181435B50}" srcOrd="0" destOrd="0" presId="urn:microsoft.com/office/officeart/2005/8/layout/vList2"/>
    <dgm:cxn modelId="{CC551081-4402-4080-9A28-7E9FC2B79EEE}" type="presParOf" srcId="{DBD8D26E-8130-4AA8-B6DC-0F905FB5D29F}" destId="{A9BBD096-9A00-4A3C-B7C8-681181435B50}" srcOrd="0" destOrd="0" presId="urn:microsoft.com/office/officeart/2005/8/layout/vList2"/>
    <dgm:cxn modelId="{F00AF0C8-A41A-46AB-B72B-8FCA488774B7}" type="presParOf" srcId="{DBD8D26E-8130-4AA8-B6DC-0F905FB5D29F}" destId="{F18F60D2-E2F6-47EF-B888-9C2E6611D312}" srcOrd="1" destOrd="0" presId="urn:microsoft.com/office/officeart/2005/8/layout/vList2"/>
    <dgm:cxn modelId="{80BF6CC4-BB93-41AF-9B3A-70367B1802EB}" type="presParOf" srcId="{DBD8D26E-8130-4AA8-B6DC-0F905FB5D29F}" destId="{74FD3DCE-AB1B-477E-BAC7-B6E27669D46D}" srcOrd="2" destOrd="0" presId="urn:microsoft.com/office/officeart/2005/8/layout/vList2"/>
    <dgm:cxn modelId="{3D8F3CE2-6D48-440D-A093-2C9ECA201A8C}" type="presParOf" srcId="{DBD8D26E-8130-4AA8-B6DC-0F905FB5D29F}" destId="{20A76AD6-2223-4378-90DF-54DE72A79848}" srcOrd="3" destOrd="0" presId="urn:microsoft.com/office/officeart/2005/8/layout/vList2"/>
    <dgm:cxn modelId="{2E6C7DF4-B8FB-487C-9470-C3CD45F39715}" type="presParOf" srcId="{DBD8D26E-8130-4AA8-B6DC-0F905FB5D29F}" destId="{F4931254-BCAA-4C2C-B666-110C2C3ABB3A}" srcOrd="4" destOrd="0" presId="urn:microsoft.com/office/officeart/2005/8/layout/vList2"/>
    <dgm:cxn modelId="{DC34A90B-5A7E-4C90-BEA7-50EEB882DD7F}" type="presParOf" srcId="{DBD8D26E-8130-4AA8-B6DC-0F905FB5D29F}" destId="{284E57C9-6024-425B-9E24-97F8CA61836C}" srcOrd="5" destOrd="0" presId="urn:microsoft.com/office/officeart/2005/8/layout/vList2"/>
    <dgm:cxn modelId="{5D880F53-B0D8-4B06-A669-2AB93294B045}" type="presParOf" srcId="{DBD8D26E-8130-4AA8-B6DC-0F905FB5D29F}" destId="{4CDFFEC9-E66C-4F8D-85DC-D3AD939D9E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2BC2643E-42ED-46AD-954A-A891174278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6651A9-6910-413C-A9E8-A46533329441}">
      <dgm:prSet/>
      <dgm:spPr/>
      <dgm:t>
        <a:bodyPr/>
        <a:lstStyle/>
        <a:p>
          <a:r>
            <a:rPr lang="ru-RU" b="0" i="0"/>
            <a:t>уведення продовольчої розкладки (продрозверстки) для селянських господарств</a:t>
          </a:r>
          <a:endParaRPr lang="uk-UA"/>
        </a:p>
      </dgm:t>
    </dgm:pt>
    <dgm:pt modelId="{5EAACB6D-2FD0-4FD2-B0AA-7A325B3D207A}" type="parTrans" cxnId="{BD732CD1-F1E4-42FB-BBE8-318C25D4304C}">
      <dgm:prSet/>
      <dgm:spPr/>
      <dgm:t>
        <a:bodyPr/>
        <a:lstStyle/>
        <a:p>
          <a:endParaRPr lang="uk-UA"/>
        </a:p>
      </dgm:t>
    </dgm:pt>
    <dgm:pt modelId="{7E2B3D12-6D18-4C64-95F4-97840DA99DF5}" type="sibTrans" cxnId="{BD732CD1-F1E4-42FB-BBE8-318C25D4304C}">
      <dgm:prSet/>
      <dgm:spPr/>
      <dgm:t>
        <a:bodyPr/>
        <a:lstStyle/>
        <a:p>
          <a:endParaRPr lang="uk-UA"/>
        </a:p>
      </dgm:t>
    </dgm:pt>
    <dgm:pt modelId="{CD44E1A0-DA24-48AE-8406-B80F08428849}">
      <dgm:prSet/>
      <dgm:spPr/>
      <dgm:t>
        <a:bodyPr/>
        <a:lstStyle/>
        <a:p>
          <a:r>
            <a:rPr lang="ru-RU" b="0" i="0"/>
            <a:t>перехід до зрівняльної оплати праці робітників великих промислових підприємств</a:t>
          </a:r>
          <a:endParaRPr lang="uk-UA"/>
        </a:p>
      </dgm:t>
    </dgm:pt>
    <dgm:pt modelId="{39629232-EF8F-4257-86EB-536409E4B3B3}" type="parTrans" cxnId="{AD08F14A-7E5D-4E34-B08D-84666876CAE7}">
      <dgm:prSet/>
      <dgm:spPr/>
      <dgm:t>
        <a:bodyPr/>
        <a:lstStyle/>
        <a:p>
          <a:endParaRPr lang="uk-UA"/>
        </a:p>
      </dgm:t>
    </dgm:pt>
    <dgm:pt modelId="{608CCFF9-9D5A-4484-9A3A-D6271A5EFD28}" type="sibTrans" cxnId="{AD08F14A-7E5D-4E34-B08D-84666876CAE7}">
      <dgm:prSet/>
      <dgm:spPr/>
      <dgm:t>
        <a:bodyPr/>
        <a:lstStyle/>
        <a:p>
          <a:endParaRPr lang="uk-UA"/>
        </a:p>
      </dgm:t>
    </dgm:pt>
    <dgm:pt modelId="{21C4E1BF-C45B-4404-96E1-F2AE3C9DD799}" type="pres">
      <dgm:prSet presAssocID="{2BC2643E-42ED-46AD-954A-A8911742780E}" presName="linear" presStyleCnt="0">
        <dgm:presLayoutVars>
          <dgm:animLvl val="lvl"/>
          <dgm:resizeHandles val="exact"/>
        </dgm:presLayoutVars>
      </dgm:prSet>
      <dgm:spPr/>
    </dgm:pt>
    <dgm:pt modelId="{FE7DC714-6C06-4BAC-A88A-CF46E3C836E3}" type="pres">
      <dgm:prSet presAssocID="{8D6651A9-6910-413C-A9E8-A465333294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51A4726-49CF-4B9C-A525-EF740AD4C4D3}" type="pres">
      <dgm:prSet presAssocID="{7E2B3D12-6D18-4C64-95F4-97840DA99DF5}" presName="spacer" presStyleCnt="0"/>
      <dgm:spPr/>
    </dgm:pt>
    <dgm:pt modelId="{1FF9E78B-40B2-4D4D-884D-DF53C3F67C50}" type="pres">
      <dgm:prSet presAssocID="{CD44E1A0-DA24-48AE-8406-B80F084288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731C725-6570-4774-95C6-1F2CC48F32C1}" type="presOf" srcId="{CD44E1A0-DA24-48AE-8406-B80F08428849}" destId="{1FF9E78B-40B2-4D4D-884D-DF53C3F67C50}" srcOrd="0" destOrd="0" presId="urn:microsoft.com/office/officeart/2005/8/layout/vList2"/>
    <dgm:cxn modelId="{AD08F14A-7E5D-4E34-B08D-84666876CAE7}" srcId="{2BC2643E-42ED-46AD-954A-A8911742780E}" destId="{CD44E1A0-DA24-48AE-8406-B80F08428849}" srcOrd="1" destOrd="0" parTransId="{39629232-EF8F-4257-86EB-536409E4B3B3}" sibTransId="{608CCFF9-9D5A-4484-9A3A-D6271A5EFD28}"/>
    <dgm:cxn modelId="{6B9D0E7E-9D4A-49DE-91AD-FA5058CBB623}" type="presOf" srcId="{8D6651A9-6910-413C-A9E8-A46533329441}" destId="{FE7DC714-6C06-4BAC-A88A-CF46E3C836E3}" srcOrd="0" destOrd="0" presId="urn:microsoft.com/office/officeart/2005/8/layout/vList2"/>
    <dgm:cxn modelId="{698AA1BA-EA3B-49CC-A0FA-C245E84D428E}" type="presOf" srcId="{2BC2643E-42ED-46AD-954A-A8911742780E}" destId="{21C4E1BF-C45B-4404-96E1-F2AE3C9DD799}" srcOrd="0" destOrd="0" presId="urn:microsoft.com/office/officeart/2005/8/layout/vList2"/>
    <dgm:cxn modelId="{BD732CD1-F1E4-42FB-BBE8-318C25D4304C}" srcId="{2BC2643E-42ED-46AD-954A-A8911742780E}" destId="{8D6651A9-6910-413C-A9E8-A46533329441}" srcOrd="0" destOrd="0" parTransId="{5EAACB6D-2FD0-4FD2-B0AA-7A325B3D207A}" sibTransId="{7E2B3D12-6D18-4C64-95F4-97840DA99DF5}"/>
    <dgm:cxn modelId="{6DD51580-C7F8-4692-A8C0-BA393EA925FA}" type="presParOf" srcId="{21C4E1BF-C45B-4404-96E1-F2AE3C9DD799}" destId="{FE7DC714-6C06-4BAC-A88A-CF46E3C836E3}" srcOrd="0" destOrd="0" presId="urn:microsoft.com/office/officeart/2005/8/layout/vList2"/>
    <dgm:cxn modelId="{F9CCFEFC-D5F6-45D7-9F48-D5F9735933AE}" type="presParOf" srcId="{21C4E1BF-C45B-4404-96E1-F2AE3C9DD799}" destId="{351A4726-49CF-4B9C-A525-EF740AD4C4D3}" srcOrd="1" destOrd="0" presId="urn:microsoft.com/office/officeart/2005/8/layout/vList2"/>
    <dgm:cxn modelId="{77B65A2B-87FC-4C23-85FA-D2ABC3431E27}" type="presParOf" srcId="{21C4E1BF-C45B-4404-96E1-F2AE3C9DD799}" destId="{1FF9E78B-40B2-4D4D-884D-DF53C3F67C5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42245EE5-DE74-4FE4-9F57-30989F5311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7AC6F2-D2E5-4BA2-BA5F-93A5611A314D}">
      <dgm:prSet/>
      <dgm:spPr/>
      <dgm:t>
        <a:bodyPr/>
        <a:lstStyle/>
        <a:p>
          <a:r>
            <a:rPr lang="ru-RU" b="0" i="0"/>
            <a:t>запровадження загальної трудової повинності всього працездатного населення</a:t>
          </a:r>
          <a:endParaRPr lang="uk-UA"/>
        </a:p>
      </dgm:t>
    </dgm:pt>
    <dgm:pt modelId="{043228B5-F68C-4A54-81D2-27CBB852BE15}" type="parTrans" cxnId="{2D3F20E6-D02D-4F4E-AE56-AA235047FF92}">
      <dgm:prSet/>
      <dgm:spPr/>
      <dgm:t>
        <a:bodyPr/>
        <a:lstStyle/>
        <a:p>
          <a:endParaRPr lang="uk-UA"/>
        </a:p>
      </dgm:t>
    </dgm:pt>
    <dgm:pt modelId="{58D7777F-1C3F-4788-AFF3-9062614FDEE1}" type="sibTrans" cxnId="{2D3F20E6-D02D-4F4E-AE56-AA235047FF92}">
      <dgm:prSet/>
      <dgm:spPr/>
      <dgm:t>
        <a:bodyPr/>
        <a:lstStyle/>
        <a:p>
          <a:endParaRPr lang="uk-UA"/>
        </a:p>
      </dgm:t>
    </dgm:pt>
    <dgm:pt modelId="{99E2B92E-3D93-4E47-A980-448A500166C5}">
      <dgm:prSet/>
      <dgm:spPr/>
      <dgm:t>
        <a:bodyPr/>
        <a:lstStyle/>
        <a:p>
          <a:r>
            <a:rPr lang="ru-RU" b="0" i="0" dirty="0" err="1"/>
            <a:t>передавання</a:t>
          </a:r>
          <a:r>
            <a:rPr lang="ru-RU" b="0" i="0" dirty="0"/>
            <a:t> в </a:t>
          </a:r>
          <a:r>
            <a:rPr lang="ru-RU" b="0" i="0" dirty="0" err="1"/>
            <a:t>приватну</a:t>
          </a:r>
          <a:r>
            <a:rPr lang="ru-RU" b="0" i="0" dirty="0"/>
            <a:t> </a:t>
          </a:r>
          <a:r>
            <a:rPr lang="ru-RU" b="0" i="0" dirty="0" err="1"/>
            <a:t>власність</a:t>
          </a:r>
          <a:r>
            <a:rPr lang="ru-RU" b="0" i="0" dirty="0"/>
            <a:t> </a:t>
          </a:r>
          <a:r>
            <a:rPr lang="ru-RU" b="0" i="0" dirty="0" err="1"/>
            <a:t>або</a:t>
          </a:r>
          <a:r>
            <a:rPr lang="ru-RU" b="0" i="0" dirty="0"/>
            <a:t> в </a:t>
          </a:r>
          <a:r>
            <a:rPr lang="ru-RU" b="0" i="0" dirty="0" err="1"/>
            <a:t>оренду</a:t>
          </a:r>
          <a:r>
            <a:rPr lang="ru-RU" b="0" i="0" dirty="0"/>
            <a:t> </a:t>
          </a:r>
          <a:r>
            <a:rPr lang="ru-RU" b="0" i="0" dirty="0" err="1"/>
            <a:t>дрібних</a:t>
          </a:r>
          <a:r>
            <a:rPr lang="ru-RU" b="0" i="0" dirty="0"/>
            <a:t> і </a:t>
          </a:r>
          <a:r>
            <a:rPr lang="ru-RU" b="0" i="0" dirty="0" err="1"/>
            <a:t>середніх</a:t>
          </a:r>
          <a:r>
            <a:rPr lang="ru-RU" b="0" i="0" dirty="0"/>
            <a:t> </a:t>
          </a:r>
          <a:r>
            <a:rPr lang="ru-RU" b="0" i="0" dirty="0" err="1"/>
            <a:t>підприємств</a:t>
          </a:r>
          <a:endParaRPr lang="uk-UA" dirty="0"/>
        </a:p>
      </dgm:t>
    </dgm:pt>
    <dgm:pt modelId="{FE4F159F-98EE-43E7-8BE5-0A6D53074AE8}" type="parTrans" cxnId="{3D92664E-F8FF-4C42-8C09-3DAAE413A33C}">
      <dgm:prSet/>
      <dgm:spPr/>
      <dgm:t>
        <a:bodyPr/>
        <a:lstStyle/>
        <a:p>
          <a:endParaRPr lang="uk-UA"/>
        </a:p>
      </dgm:t>
    </dgm:pt>
    <dgm:pt modelId="{73FD3525-A88C-4E7B-A6A4-153E58CFE8E1}" type="sibTrans" cxnId="{3D92664E-F8FF-4C42-8C09-3DAAE413A33C}">
      <dgm:prSet/>
      <dgm:spPr/>
      <dgm:t>
        <a:bodyPr/>
        <a:lstStyle/>
        <a:p>
          <a:endParaRPr lang="uk-UA"/>
        </a:p>
      </dgm:t>
    </dgm:pt>
    <dgm:pt modelId="{D819306C-FC16-4FB5-87F2-545E3B147D08}" type="pres">
      <dgm:prSet presAssocID="{42245EE5-DE74-4FE4-9F57-30989F53116C}" presName="linear" presStyleCnt="0">
        <dgm:presLayoutVars>
          <dgm:animLvl val="lvl"/>
          <dgm:resizeHandles val="exact"/>
        </dgm:presLayoutVars>
      </dgm:prSet>
      <dgm:spPr/>
    </dgm:pt>
    <dgm:pt modelId="{552E8AB8-52E3-4DB9-BACA-C1E3633B32F8}" type="pres">
      <dgm:prSet presAssocID="{5F7AC6F2-D2E5-4BA2-BA5F-93A5611A314D}" presName="parentText" presStyleLbl="node1" presStyleIdx="0" presStyleCnt="2" custLinFactNeighborX="65" custLinFactNeighborY="29282">
        <dgm:presLayoutVars>
          <dgm:chMax val="0"/>
          <dgm:bulletEnabled val="1"/>
        </dgm:presLayoutVars>
      </dgm:prSet>
      <dgm:spPr/>
    </dgm:pt>
    <dgm:pt modelId="{8BB8A750-6B4C-48F3-BB3F-E39CA41066EF}" type="pres">
      <dgm:prSet presAssocID="{58D7777F-1C3F-4788-AFF3-9062614FDEE1}" presName="spacer" presStyleCnt="0"/>
      <dgm:spPr/>
    </dgm:pt>
    <dgm:pt modelId="{9D8BD621-15DE-472C-83FF-B534C7EE4AC4}" type="pres">
      <dgm:prSet presAssocID="{99E2B92E-3D93-4E47-A980-448A500166C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F45930-D922-4625-BB6F-9F17543971F9}" type="presOf" srcId="{42245EE5-DE74-4FE4-9F57-30989F53116C}" destId="{D819306C-FC16-4FB5-87F2-545E3B147D08}" srcOrd="0" destOrd="0" presId="urn:microsoft.com/office/officeart/2005/8/layout/vList2"/>
    <dgm:cxn modelId="{F1CD3464-6943-4647-83DA-D5523561FC12}" type="presOf" srcId="{99E2B92E-3D93-4E47-A980-448A500166C5}" destId="{9D8BD621-15DE-472C-83FF-B534C7EE4AC4}" srcOrd="0" destOrd="0" presId="urn:microsoft.com/office/officeart/2005/8/layout/vList2"/>
    <dgm:cxn modelId="{3D92664E-F8FF-4C42-8C09-3DAAE413A33C}" srcId="{42245EE5-DE74-4FE4-9F57-30989F53116C}" destId="{99E2B92E-3D93-4E47-A980-448A500166C5}" srcOrd="1" destOrd="0" parTransId="{FE4F159F-98EE-43E7-8BE5-0A6D53074AE8}" sibTransId="{73FD3525-A88C-4E7B-A6A4-153E58CFE8E1}"/>
    <dgm:cxn modelId="{1B0CD2C7-B20A-4DE9-A216-C5B5AE7F100E}" type="presOf" srcId="{5F7AC6F2-D2E5-4BA2-BA5F-93A5611A314D}" destId="{552E8AB8-52E3-4DB9-BACA-C1E3633B32F8}" srcOrd="0" destOrd="0" presId="urn:microsoft.com/office/officeart/2005/8/layout/vList2"/>
    <dgm:cxn modelId="{2D3F20E6-D02D-4F4E-AE56-AA235047FF92}" srcId="{42245EE5-DE74-4FE4-9F57-30989F53116C}" destId="{5F7AC6F2-D2E5-4BA2-BA5F-93A5611A314D}" srcOrd="0" destOrd="0" parTransId="{043228B5-F68C-4A54-81D2-27CBB852BE15}" sibTransId="{58D7777F-1C3F-4788-AFF3-9062614FDEE1}"/>
    <dgm:cxn modelId="{CB6A05CA-C179-42F1-813E-C7FBFDF198C8}" type="presParOf" srcId="{D819306C-FC16-4FB5-87F2-545E3B147D08}" destId="{552E8AB8-52E3-4DB9-BACA-C1E3633B32F8}" srcOrd="0" destOrd="0" presId="urn:microsoft.com/office/officeart/2005/8/layout/vList2"/>
    <dgm:cxn modelId="{410F0A66-2AB1-4AE0-B770-2CAE4916B9B0}" type="presParOf" srcId="{D819306C-FC16-4FB5-87F2-545E3B147D08}" destId="{8BB8A750-6B4C-48F3-BB3F-E39CA41066EF}" srcOrd="1" destOrd="0" presId="urn:microsoft.com/office/officeart/2005/8/layout/vList2"/>
    <dgm:cxn modelId="{16638619-801A-4504-88D9-DA83451D582E}" type="presParOf" srcId="{D819306C-FC16-4FB5-87F2-545E3B147D08}" destId="{9D8BD621-15DE-472C-83FF-B534C7EE4AC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64443476-B5B8-406D-BCF4-9D6C5AD4E7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3FB3A8-6E8E-4A98-B1D6-B499DD792388}">
      <dgm:prSet/>
      <dgm:spPr/>
      <dgm:t>
        <a:bodyPr/>
        <a:lstStyle/>
        <a:p>
          <a:r>
            <a:rPr lang="uk-UA" b="0" i="0"/>
            <a:t>«воєнного комунізму».</a:t>
          </a:r>
          <a:endParaRPr lang="uk-UA"/>
        </a:p>
      </dgm:t>
    </dgm:pt>
    <dgm:pt modelId="{CCCEBB37-A2B5-40D1-9058-684D12AB2A22}" type="parTrans" cxnId="{124BA5A4-5C0C-49B2-9121-2F8B63318BB9}">
      <dgm:prSet/>
      <dgm:spPr/>
      <dgm:t>
        <a:bodyPr/>
        <a:lstStyle/>
        <a:p>
          <a:endParaRPr lang="uk-UA"/>
        </a:p>
      </dgm:t>
    </dgm:pt>
    <dgm:pt modelId="{A6028345-6E2C-4E5B-B25F-134855B48C33}" type="sibTrans" cxnId="{124BA5A4-5C0C-49B2-9121-2F8B63318BB9}">
      <dgm:prSet/>
      <dgm:spPr/>
      <dgm:t>
        <a:bodyPr/>
        <a:lstStyle/>
        <a:p>
          <a:endParaRPr lang="uk-UA"/>
        </a:p>
      </dgm:t>
    </dgm:pt>
    <dgm:pt modelId="{3358CCDA-B386-4170-A3B8-173B5679109F}">
      <dgm:prSet/>
      <dgm:spPr/>
      <dgm:t>
        <a:bodyPr/>
        <a:lstStyle/>
        <a:p>
          <a:r>
            <a:rPr lang="uk-UA" b="0" i="0"/>
            <a:t>«суцільної колективізації».</a:t>
          </a:r>
          <a:endParaRPr lang="uk-UA"/>
        </a:p>
      </dgm:t>
    </dgm:pt>
    <dgm:pt modelId="{E7DE1C38-66C0-45A8-9D46-50AE57B3E3F7}" type="parTrans" cxnId="{EAB93745-2212-440B-853F-626B626F4E69}">
      <dgm:prSet/>
      <dgm:spPr/>
      <dgm:t>
        <a:bodyPr/>
        <a:lstStyle/>
        <a:p>
          <a:endParaRPr lang="uk-UA"/>
        </a:p>
      </dgm:t>
    </dgm:pt>
    <dgm:pt modelId="{848C90B5-285E-402F-B661-E4683EA89CAC}" type="sibTrans" cxnId="{EAB93745-2212-440B-853F-626B626F4E69}">
      <dgm:prSet/>
      <dgm:spPr/>
      <dgm:t>
        <a:bodyPr/>
        <a:lstStyle/>
        <a:p>
          <a:endParaRPr lang="uk-UA"/>
        </a:p>
      </dgm:t>
    </dgm:pt>
    <dgm:pt modelId="{1FF6AFDD-4EC8-4B6F-893C-E45EAABB4BEE}">
      <dgm:prSet/>
      <dgm:spPr/>
      <dgm:t>
        <a:bodyPr/>
        <a:lstStyle/>
        <a:p>
          <a:r>
            <a:rPr lang="uk-UA" b="0" i="0"/>
            <a:t>«нової економічної політики».</a:t>
          </a:r>
          <a:endParaRPr lang="uk-UA"/>
        </a:p>
      </dgm:t>
    </dgm:pt>
    <dgm:pt modelId="{78AF29A9-0193-49A6-888A-9E7BC856AC2F}" type="parTrans" cxnId="{55082875-7AE2-41C8-8998-50F044195EE9}">
      <dgm:prSet/>
      <dgm:spPr/>
      <dgm:t>
        <a:bodyPr/>
        <a:lstStyle/>
        <a:p>
          <a:endParaRPr lang="uk-UA"/>
        </a:p>
      </dgm:t>
    </dgm:pt>
    <dgm:pt modelId="{1981E620-043B-4AC9-992D-4C46D10D8AE0}" type="sibTrans" cxnId="{55082875-7AE2-41C8-8998-50F044195EE9}">
      <dgm:prSet/>
      <dgm:spPr/>
      <dgm:t>
        <a:bodyPr/>
        <a:lstStyle/>
        <a:p>
          <a:endParaRPr lang="uk-UA"/>
        </a:p>
      </dgm:t>
    </dgm:pt>
    <dgm:pt modelId="{77BEDEF7-0185-473E-81BD-C815FEF48BDE}">
      <dgm:prSet/>
      <dgm:spPr/>
      <dgm:t>
        <a:bodyPr/>
        <a:lstStyle/>
        <a:p>
          <a:r>
            <a:rPr lang="uk-UA" b="0" i="0"/>
            <a:t>«форсованої індустріалізації».</a:t>
          </a:r>
          <a:endParaRPr lang="uk-UA"/>
        </a:p>
      </dgm:t>
    </dgm:pt>
    <dgm:pt modelId="{76C7047C-B708-434A-A91A-82D72E1C574E}" type="parTrans" cxnId="{F7128AA5-07D0-4908-8C2F-A569AAB0B0F5}">
      <dgm:prSet/>
      <dgm:spPr/>
      <dgm:t>
        <a:bodyPr/>
        <a:lstStyle/>
        <a:p>
          <a:endParaRPr lang="uk-UA"/>
        </a:p>
      </dgm:t>
    </dgm:pt>
    <dgm:pt modelId="{C8C9641D-B161-40EA-B125-7EF2E5E8BCCB}" type="sibTrans" cxnId="{F7128AA5-07D0-4908-8C2F-A569AAB0B0F5}">
      <dgm:prSet/>
      <dgm:spPr/>
      <dgm:t>
        <a:bodyPr/>
        <a:lstStyle/>
        <a:p>
          <a:endParaRPr lang="uk-UA"/>
        </a:p>
      </dgm:t>
    </dgm:pt>
    <dgm:pt modelId="{6FABFF94-3407-4839-9035-33EC9E2046A1}" type="pres">
      <dgm:prSet presAssocID="{64443476-B5B8-406D-BCF4-9D6C5AD4E721}" presName="linear" presStyleCnt="0">
        <dgm:presLayoutVars>
          <dgm:animLvl val="lvl"/>
          <dgm:resizeHandles val="exact"/>
        </dgm:presLayoutVars>
      </dgm:prSet>
      <dgm:spPr/>
    </dgm:pt>
    <dgm:pt modelId="{91CCD424-C67C-4BC0-875C-606B17FC1E00}" type="pres">
      <dgm:prSet presAssocID="{5E3FB3A8-6E8E-4A98-B1D6-B499DD7923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5D041C-143C-4826-A328-BB74E332D82F}" type="pres">
      <dgm:prSet presAssocID="{A6028345-6E2C-4E5B-B25F-134855B48C33}" presName="spacer" presStyleCnt="0"/>
      <dgm:spPr/>
    </dgm:pt>
    <dgm:pt modelId="{D0F1FBB3-241E-41EF-91DE-B335B906105F}" type="pres">
      <dgm:prSet presAssocID="{3358CCDA-B386-4170-A3B8-173B567910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BE1EFE-8651-4421-A560-632E35D52253}" type="pres">
      <dgm:prSet presAssocID="{848C90B5-285E-402F-B661-E4683EA89CAC}" presName="spacer" presStyleCnt="0"/>
      <dgm:spPr/>
    </dgm:pt>
    <dgm:pt modelId="{86B14ECB-2B1A-4AAF-A58E-08675E4CD978}" type="pres">
      <dgm:prSet presAssocID="{1FF6AFDD-4EC8-4B6F-893C-E45EAABB4B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19DC97-A76F-48EE-B0DA-D68D87EEF38F}" type="pres">
      <dgm:prSet presAssocID="{1981E620-043B-4AC9-992D-4C46D10D8AE0}" presName="spacer" presStyleCnt="0"/>
      <dgm:spPr/>
    </dgm:pt>
    <dgm:pt modelId="{E3423259-F183-41CA-BD5E-D2D2413A7BC5}" type="pres">
      <dgm:prSet presAssocID="{77BEDEF7-0185-473E-81BD-C815FEF48B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FF3F10-45E1-4FC6-8E6E-E89EFBCD3CDB}" type="presOf" srcId="{64443476-B5B8-406D-BCF4-9D6C5AD4E721}" destId="{6FABFF94-3407-4839-9035-33EC9E2046A1}" srcOrd="0" destOrd="0" presId="urn:microsoft.com/office/officeart/2005/8/layout/vList2"/>
    <dgm:cxn modelId="{0A6F981C-8ECF-4FB3-B55C-5AD09FDFBA1D}" type="presOf" srcId="{3358CCDA-B386-4170-A3B8-173B5679109F}" destId="{D0F1FBB3-241E-41EF-91DE-B335B906105F}" srcOrd="0" destOrd="0" presId="urn:microsoft.com/office/officeart/2005/8/layout/vList2"/>
    <dgm:cxn modelId="{204EDC3D-E73E-4D71-8E95-85F389D31859}" type="presOf" srcId="{5E3FB3A8-6E8E-4A98-B1D6-B499DD792388}" destId="{91CCD424-C67C-4BC0-875C-606B17FC1E00}" srcOrd="0" destOrd="0" presId="urn:microsoft.com/office/officeart/2005/8/layout/vList2"/>
    <dgm:cxn modelId="{EAB93745-2212-440B-853F-626B626F4E69}" srcId="{64443476-B5B8-406D-BCF4-9D6C5AD4E721}" destId="{3358CCDA-B386-4170-A3B8-173B5679109F}" srcOrd="1" destOrd="0" parTransId="{E7DE1C38-66C0-45A8-9D46-50AE57B3E3F7}" sibTransId="{848C90B5-285E-402F-B661-E4683EA89CAC}"/>
    <dgm:cxn modelId="{9693DB4F-87E1-4041-AD7A-C2414A72C400}" type="presOf" srcId="{77BEDEF7-0185-473E-81BD-C815FEF48BDE}" destId="{E3423259-F183-41CA-BD5E-D2D2413A7BC5}" srcOrd="0" destOrd="0" presId="urn:microsoft.com/office/officeart/2005/8/layout/vList2"/>
    <dgm:cxn modelId="{55082875-7AE2-41C8-8998-50F044195EE9}" srcId="{64443476-B5B8-406D-BCF4-9D6C5AD4E721}" destId="{1FF6AFDD-4EC8-4B6F-893C-E45EAABB4BEE}" srcOrd="2" destOrd="0" parTransId="{78AF29A9-0193-49A6-888A-9E7BC856AC2F}" sibTransId="{1981E620-043B-4AC9-992D-4C46D10D8AE0}"/>
    <dgm:cxn modelId="{124BA5A4-5C0C-49B2-9121-2F8B63318BB9}" srcId="{64443476-B5B8-406D-BCF4-9D6C5AD4E721}" destId="{5E3FB3A8-6E8E-4A98-B1D6-B499DD792388}" srcOrd="0" destOrd="0" parTransId="{CCCEBB37-A2B5-40D1-9058-684D12AB2A22}" sibTransId="{A6028345-6E2C-4E5B-B25F-134855B48C33}"/>
    <dgm:cxn modelId="{F7128AA5-07D0-4908-8C2F-A569AAB0B0F5}" srcId="{64443476-B5B8-406D-BCF4-9D6C5AD4E721}" destId="{77BEDEF7-0185-473E-81BD-C815FEF48BDE}" srcOrd="3" destOrd="0" parTransId="{76C7047C-B708-434A-A91A-82D72E1C574E}" sibTransId="{C8C9641D-B161-40EA-B125-7EF2E5E8BCCB}"/>
    <dgm:cxn modelId="{9DA6FCF5-88DD-41E3-AF44-2CA103250786}" type="presOf" srcId="{1FF6AFDD-4EC8-4B6F-893C-E45EAABB4BEE}" destId="{86B14ECB-2B1A-4AAF-A58E-08675E4CD978}" srcOrd="0" destOrd="0" presId="urn:microsoft.com/office/officeart/2005/8/layout/vList2"/>
    <dgm:cxn modelId="{3CEB632A-A43A-4065-927F-5E5AA54AA714}" type="presParOf" srcId="{6FABFF94-3407-4839-9035-33EC9E2046A1}" destId="{91CCD424-C67C-4BC0-875C-606B17FC1E00}" srcOrd="0" destOrd="0" presId="urn:microsoft.com/office/officeart/2005/8/layout/vList2"/>
    <dgm:cxn modelId="{06585AFA-8094-4F99-9AB7-0B37E3A53750}" type="presParOf" srcId="{6FABFF94-3407-4839-9035-33EC9E2046A1}" destId="{6D5D041C-143C-4826-A328-BB74E332D82F}" srcOrd="1" destOrd="0" presId="urn:microsoft.com/office/officeart/2005/8/layout/vList2"/>
    <dgm:cxn modelId="{0AFFDC9D-7F61-480D-86A7-BF1906CC5F2B}" type="presParOf" srcId="{6FABFF94-3407-4839-9035-33EC9E2046A1}" destId="{D0F1FBB3-241E-41EF-91DE-B335B906105F}" srcOrd="2" destOrd="0" presId="urn:microsoft.com/office/officeart/2005/8/layout/vList2"/>
    <dgm:cxn modelId="{DBAA65CF-5D82-4651-8004-10A68646DFEA}" type="presParOf" srcId="{6FABFF94-3407-4839-9035-33EC9E2046A1}" destId="{43BE1EFE-8651-4421-A560-632E35D52253}" srcOrd="3" destOrd="0" presId="urn:microsoft.com/office/officeart/2005/8/layout/vList2"/>
    <dgm:cxn modelId="{1C930EA9-1BA6-46CC-8952-597F37743833}" type="presParOf" srcId="{6FABFF94-3407-4839-9035-33EC9E2046A1}" destId="{86B14ECB-2B1A-4AAF-A58E-08675E4CD978}" srcOrd="4" destOrd="0" presId="urn:microsoft.com/office/officeart/2005/8/layout/vList2"/>
    <dgm:cxn modelId="{BC5E5EE6-AAD2-40DF-BF64-4994EB43B5EA}" type="presParOf" srcId="{6FABFF94-3407-4839-9035-33EC9E2046A1}" destId="{FC19DC97-A76F-48EE-B0DA-D68D87EEF38F}" srcOrd="5" destOrd="0" presId="urn:microsoft.com/office/officeart/2005/8/layout/vList2"/>
    <dgm:cxn modelId="{404E9BB4-6DFC-41FB-AE2C-247905060474}" type="presParOf" srcId="{6FABFF94-3407-4839-9035-33EC9E2046A1}" destId="{E3423259-F183-41CA-BD5E-D2D2413A7B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7BA9C5E-3AAF-4B7B-B68C-4EFAF4F7BB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BFA1BA-39CC-4B58-9E6E-6C0AE03F6181}">
      <dgm:prSet/>
      <dgm:spPr/>
      <dgm:t>
        <a:bodyPr/>
        <a:lstStyle/>
        <a:p>
          <a:r>
            <a:rPr lang="uk-UA" b="0" i="0"/>
            <a:t>згортання політики «українізації»</a:t>
          </a:r>
          <a:endParaRPr lang="uk-UA"/>
        </a:p>
      </dgm:t>
    </dgm:pt>
    <dgm:pt modelId="{1891EDF0-F2FA-4BD9-AD81-93EEF0FCEDB3}" type="parTrans" cxnId="{83CD1456-919A-40CD-8E90-372CF63603D7}">
      <dgm:prSet/>
      <dgm:spPr/>
      <dgm:t>
        <a:bodyPr/>
        <a:lstStyle/>
        <a:p>
          <a:endParaRPr lang="uk-UA"/>
        </a:p>
      </dgm:t>
    </dgm:pt>
    <dgm:pt modelId="{3A70EC65-C0CA-4CDB-A392-34778A3640CA}" type="sibTrans" cxnId="{83CD1456-919A-40CD-8E90-372CF63603D7}">
      <dgm:prSet/>
      <dgm:spPr/>
      <dgm:t>
        <a:bodyPr/>
        <a:lstStyle/>
        <a:p>
          <a:endParaRPr lang="uk-UA"/>
        </a:p>
      </dgm:t>
    </dgm:pt>
    <dgm:pt modelId="{35AF5DC2-7A51-447D-AD31-3B999B1ABAAD}">
      <dgm:prSet/>
      <dgm:spPr/>
      <dgm:t>
        <a:bodyPr/>
        <a:lstStyle/>
        <a:p>
          <a:r>
            <a:rPr lang="uk-UA" b="0" i="0"/>
            <a:t>створення системи університетської освіти</a:t>
          </a:r>
          <a:endParaRPr lang="uk-UA"/>
        </a:p>
      </dgm:t>
    </dgm:pt>
    <dgm:pt modelId="{1C76FAE2-8EC4-4F17-A2B1-5E6DF9C7BE1E}" type="parTrans" cxnId="{E7923CDF-289C-4AA6-932B-C86E40B89D26}">
      <dgm:prSet/>
      <dgm:spPr/>
      <dgm:t>
        <a:bodyPr/>
        <a:lstStyle/>
        <a:p>
          <a:endParaRPr lang="uk-UA"/>
        </a:p>
      </dgm:t>
    </dgm:pt>
    <dgm:pt modelId="{FF873B71-5EDF-46F4-9479-CD6D8534F4A0}" type="sibTrans" cxnId="{E7923CDF-289C-4AA6-932B-C86E40B89D26}">
      <dgm:prSet/>
      <dgm:spPr/>
      <dgm:t>
        <a:bodyPr/>
        <a:lstStyle/>
        <a:p>
          <a:endParaRPr lang="uk-UA"/>
        </a:p>
      </dgm:t>
    </dgm:pt>
    <dgm:pt modelId="{9EB6401E-0D31-40CC-B0C1-B179F5195FC7}">
      <dgm:prSet/>
      <dgm:spPr/>
      <dgm:t>
        <a:bodyPr/>
        <a:lstStyle/>
        <a:p>
          <a:r>
            <a:rPr lang="uk-UA" b="0" i="0"/>
            <a:t>запровадження загальної середньої обов’язкової освіти</a:t>
          </a:r>
          <a:endParaRPr lang="uk-UA"/>
        </a:p>
      </dgm:t>
    </dgm:pt>
    <dgm:pt modelId="{171F7026-E390-4EF0-9D98-AF9BD48367D6}" type="parTrans" cxnId="{003ADA09-49F0-4BA2-A874-00193CEBC6E6}">
      <dgm:prSet/>
      <dgm:spPr/>
      <dgm:t>
        <a:bodyPr/>
        <a:lstStyle/>
        <a:p>
          <a:endParaRPr lang="uk-UA"/>
        </a:p>
      </dgm:t>
    </dgm:pt>
    <dgm:pt modelId="{9F219FDB-2EB1-4F1E-BA9C-85410E44DA60}" type="sibTrans" cxnId="{003ADA09-49F0-4BA2-A874-00193CEBC6E6}">
      <dgm:prSet/>
      <dgm:spPr/>
      <dgm:t>
        <a:bodyPr/>
        <a:lstStyle/>
        <a:p>
          <a:endParaRPr lang="uk-UA"/>
        </a:p>
      </dgm:t>
    </dgm:pt>
    <dgm:pt modelId="{13978E23-4521-4A00-AC39-03A0E013F7E1}">
      <dgm:prSet/>
      <dgm:spPr/>
      <dgm:t>
        <a:bodyPr/>
        <a:lstStyle/>
        <a:p>
          <a:r>
            <a:rPr lang="uk-UA" b="0" i="0"/>
            <a:t>ліквідація неписьменності серед дорослого населення</a:t>
          </a:r>
          <a:endParaRPr lang="uk-UA"/>
        </a:p>
      </dgm:t>
    </dgm:pt>
    <dgm:pt modelId="{FE9801D4-EE9F-4B22-AA5A-5350478D9392}" type="parTrans" cxnId="{09DC4A19-A5BF-4FFB-B6D0-F29C1B018C77}">
      <dgm:prSet/>
      <dgm:spPr/>
      <dgm:t>
        <a:bodyPr/>
        <a:lstStyle/>
        <a:p>
          <a:endParaRPr lang="uk-UA"/>
        </a:p>
      </dgm:t>
    </dgm:pt>
    <dgm:pt modelId="{412DDA2E-0FE6-4A71-9768-58B61A4A9DED}" type="sibTrans" cxnId="{09DC4A19-A5BF-4FFB-B6D0-F29C1B018C77}">
      <dgm:prSet/>
      <dgm:spPr/>
      <dgm:t>
        <a:bodyPr/>
        <a:lstStyle/>
        <a:p>
          <a:endParaRPr lang="uk-UA"/>
        </a:p>
      </dgm:t>
    </dgm:pt>
    <dgm:pt modelId="{8D6FB54F-800C-4567-BD14-6A02FB73E983}" type="pres">
      <dgm:prSet presAssocID="{D7BA9C5E-3AAF-4B7B-B68C-4EFAF4F7BB3E}" presName="linear" presStyleCnt="0">
        <dgm:presLayoutVars>
          <dgm:animLvl val="lvl"/>
          <dgm:resizeHandles val="exact"/>
        </dgm:presLayoutVars>
      </dgm:prSet>
      <dgm:spPr/>
    </dgm:pt>
    <dgm:pt modelId="{0EC51A9D-54C5-47DA-BEC0-D9F48548C1F3}" type="pres">
      <dgm:prSet presAssocID="{BFBFA1BA-39CC-4B58-9E6E-6C0AE03F61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5B87C2-A1E6-433C-95EF-CFA69EE465BB}" type="pres">
      <dgm:prSet presAssocID="{3A70EC65-C0CA-4CDB-A392-34778A3640CA}" presName="spacer" presStyleCnt="0"/>
      <dgm:spPr/>
    </dgm:pt>
    <dgm:pt modelId="{497E33EE-DCB0-433B-835B-233B50AE2C5A}" type="pres">
      <dgm:prSet presAssocID="{35AF5DC2-7A51-447D-AD31-3B999B1ABA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4393CC-ED13-4D43-BDC3-22ABA0BC8406}" type="pres">
      <dgm:prSet presAssocID="{FF873B71-5EDF-46F4-9479-CD6D8534F4A0}" presName="spacer" presStyleCnt="0"/>
      <dgm:spPr/>
    </dgm:pt>
    <dgm:pt modelId="{01B5EC48-7046-4E9C-9F19-F62899A4E4F9}" type="pres">
      <dgm:prSet presAssocID="{9EB6401E-0D31-40CC-B0C1-B179F5195F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139091-90FE-469A-B05A-5A4DEC855224}" type="pres">
      <dgm:prSet presAssocID="{9F219FDB-2EB1-4F1E-BA9C-85410E44DA60}" presName="spacer" presStyleCnt="0"/>
      <dgm:spPr/>
    </dgm:pt>
    <dgm:pt modelId="{C6CF7BFF-5082-4B9B-9259-18DAAFA3F5B6}" type="pres">
      <dgm:prSet presAssocID="{13978E23-4521-4A00-AC39-03A0E013F7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3ADA09-49F0-4BA2-A874-00193CEBC6E6}" srcId="{D7BA9C5E-3AAF-4B7B-B68C-4EFAF4F7BB3E}" destId="{9EB6401E-0D31-40CC-B0C1-B179F5195FC7}" srcOrd="2" destOrd="0" parTransId="{171F7026-E390-4EF0-9D98-AF9BD48367D6}" sibTransId="{9F219FDB-2EB1-4F1E-BA9C-85410E44DA60}"/>
    <dgm:cxn modelId="{09DC4A19-A5BF-4FFB-B6D0-F29C1B018C77}" srcId="{D7BA9C5E-3AAF-4B7B-B68C-4EFAF4F7BB3E}" destId="{13978E23-4521-4A00-AC39-03A0E013F7E1}" srcOrd="3" destOrd="0" parTransId="{FE9801D4-EE9F-4B22-AA5A-5350478D9392}" sibTransId="{412DDA2E-0FE6-4A71-9768-58B61A4A9DED}"/>
    <dgm:cxn modelId="{C513341E-1299-4DEC-8C05-EBF28FA8049B}" type="presOf" srcId="{D7BA9C5E-3AAF-4B7B-B68C-4EFAF4F7BB3E}" destId="{8D6FB54F-800C-4567-BD14-6A02FB73E983}" srcOrd="0" destOrd="0" presId="urn:microsoft.com/office/officeart/2005/8/layout/vList2"/>
    <dgm:cxn modelId="{9B13D339-61C2-4075-9D10-77D68E9C9D4E}" type="presOf" srcId="{13978E23-4521-4A00-AC39-03A0E013F7E1}" destId="{C6CF7BFF-5082-4B9B-9259-18DAAFA3F5B6}" srcOrd="0" destOrd="0" presId="urn:microsoft.com/office/officeart/2005/8/layout/vList2"/>
    <dgm:cxn modelId="{0129DF67-5F73-4F01-AE1D-51F45EF1C2D2}" type="presOf" srcId="{35AF5DC2-7A51-447D-AD31-3B999B1ABAAD}" destId="{497E33EE-DCB0-433B-835B-233B50AE2C5A}" srcOrd="0" destOrd="0" presId="urn:microsoft.com/office/officeart/2005/8/layout/vList2"/>
    <dgm:cxn modelId="{83CD1456-919A-40CD-8E90-372CF63603D7}" srcId="{D7BA9C5E-3AAF-4B7B-B68C-4EFAF4F7BB3E}" destId="{BFBFA1BA-39CC-4B58-9E6E-6C0AE03F6181}" srcOrd="0" destOrd="0" parTransId="{1891EDF0-F2FA-4BD9-AD81-93EEF0FCEDB3}" sibTransId="{3A70EC65-C0CA-4CDB-A392-34778A3640CA}"/>
    <dgm:cxn modelId="{28D95679-98E6-410B-A6AB-F52955A9BB48}" type="presOf" srcId="{9EB6401E-0D31-40CC-B0C1-B179F5195FC7}" destId="{01B5EC48-7046-4E9C-9F19-F62899A4E4F9}" srcOrd="0" destOrd="0" presId="urn:microsoft.com/office/officeart/2005/8/layout/vList2"/>
    <dgm:cxn modelId="{373F1886-8DF4-4E08-8D63-82525D674A7C}" type="presOf" srcId="{BFBFA1BA-39CC-4B58-9E6E-6C0AE03F6181}" destId="{0EC51A9D-54C5-47DA-BEC0-D9F48548C1F3}" srcOrd="0" destOrd="0" presId="urn:microsoft.com/office/officeart/2005/8/layout/vList2"/>
    <dgm:cxn modelId="{E7923CDF-289C-4AA6-932B-C86E40B89D26}" srcId="{D7BA9C5E-3AAF-4B7B-B68C-4EFAF4F7BB3E}" destId="{35AF5DC2-7A51-447D-AD31-3B999B1ABAAD}" srcOrd="1" destOrd="0" parTransId="{1C76FAE2-8EC4-4F17-A2B1-5E6DF9C7BE1E}" sibTransId="{FF873B71-5EDF-46F4-9479-CD6D8534F4A0}"/>
    <dgm:cxn modelId="{C50D657E-8F40-4CF9-BE75-26FFDA725B9B}" type="presParOf" srcId="{8D6FB54F-800C-4567-BD14-6A02FB73E983}" destId="{0EC51A9D-54C5-47DA-BEC0-D9F48548C1F3}" srcOrd="0" destOrd="0" presId="urn:microsoft.com/office/officeart/2005/8/layout/vList2"/>
    <dgm:cxn modelId="{C7EE6D67-2FEF-4983-9832-C1172B0F5AD5}" type="presParOf" srcId="{8D6FB54F-800C-4567-BD14-6A02FB73E983}" destId="{675B87C2-A1E6-433C-95EF-CFA69EE465BB}" srcOrd="1" destOrd="0" presId="urn:microsoft.com/office/officeart/2005/8/layout/vList2"/>
    <dgm:cxn modelId="{4768B517-9277-493C-BD88-4781D12961C5}" type="presParOf" srcId="{8D6FB54F-800C-4567-BD14-6A02FB73E983}" destId="{497E33EE-DCB0-433B-835B-233B50AE2C5A}" srcOrd="2" destOrd="0" presId="urn:microsoft.com/office/officeart/2005/8/layout/vList2"/>
    <dgm:cxn modelId="{8EE182C2-D3C4-46E5-AA3D-43B653417C30}" type="presParOf" srcId="{8D6FB54F-800C-4567-BD14-6A02FB73E983}" destId="{054393CC-ED13-4D43-BDC3-22ABA0BC8406}" srcOrd="3" destOrd="0" presId="urn:microsoft.com/office/officeart/2005/8/layout/vList2"/>
    <dgm:cxn modelId="{D52677BF-4262-4476-88C4-3E7EA7A9C7AC}" type="presParOf" srcId="{8D6FB54F-800C-4567-BD14-6A02FB73E983}" destId="{01B5EC48-7046-4E9C-9F19-F62899A4E4F9}" srcOrd="4" destOrd="0" presId="urn:microsoft.com/office/officeart/2005/8/layout/vList2"/>
    <dgm:cxn modelId="{2F58A5D8-1CE4-4598-AEDB-B7CE492D44B5}" type="presParOf" srcId="{8D6FB54F-800C-4567-BD14-6A02FB73E983}" destId="{1F139091-90FE-469A-B05A-5A4DEC855224}" srcOrd="5" destOrd="0" presId="urn:microsoft.com/office/officeart/2005/8/layout/vList2"/>
    <dgm:cxn modelId="{AE74B622-6EB2-4132-B0A1-B2D66810886F}" type="presParOf" srcId="{8D6FB54F-800C-4567-BD14-6A02FB73E983}" destId="{C6CF7BFF-5082-4B9B-9259-18DAAFA3F5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48947E28-14CC-47B0-9004-DB8965D8BA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DF7B3B-4D3A-4EC5-8B48-7A8D1D5E61D1}">
      <dgm:prSet/>
      <dgm:spPr/>
      <dgm:t>
        <a:bodyPr/>
        <a:lstStyle/>
        <a:p>
          <a:r>
            <a:rPr lang="uk-UA"/>
            <a:t>Здійснення політики коренізації та її складової — українізації.</a:t>
          </a:r>
        </a:p>
      </dgm:t>
    </dgm:pt>
    <dgm:pt modelId="{01CB1156-9FD8-4D2D-98BC-4DE409261C49}" type="parTrans" cxnId="{CFD2785E-B49A-454F-A840-5F7F4DD1AB10}">
      <dgm:prSet/>
      <dgm:spPr/>
      <dgm:t>
        <a:bodyPr/>
        <a:lstStyle/>
        <a:p>
          <a:endParaRPr lang="uk-UA"/>
        </a:p>
      </dgm:t>
    </dgm:pt>
    <dgm:pt modelId="{1C67C371-3951-4DF6-9657-78CE38CE8C7B}" type="sibTrans" cxnId="{CFD2785E-B49A-454F-A840-5F7F4DD1AB10}">
      <dgm:prSet/>
      <dgm:spPr/>
      <dgm:t>
        <a:bodyPr/>
        <a:lstStyle/>
        <a:p>
          <a:endParaRPr lang="uk-UA"/>
        </a:p>
      </dgm:t>
    </dgm:pt>
    <dgm:pt modelId="{2257046C-AE6C-4BC0-873C-C64CD313061F}">
      <dgm:prSet/>
      <dgm:spPr/>
      <dgm:t>
        <a:bodyPr/>
        <a:lstStyle/>
        <a:p>
          <a:r>
            <a:rPr lang="uk-UA"/>
            <a:t>Запровадження обов’язкової десятирічної середньої освіти.</a:t>
          </a:r>
        </a:p>
      </dgm:t>
    </dgm:pt>
    <dgm:pt modelId="{58A48BD4-9DE8-4A82-9742-0BD46F63FF48}" type="parTrans" cxnId="{5DFD32CB-6942-4619-8124-E500B4A92A60}">
      <dgm:prSet/>
      <dgm:spPr/>
      <dgm:t>
        <a:bodyPr/>
        <a:lstStyle/>
        <a:p>
          <a:endParaRPr lang="uk-UA"/>
        </a:p>
      </dgm:t>
    </dgm:pt>
    <dgm:pt modelId="{7FCE493A-0902-45DE-A3C4-3D43ABB52D42}" type="sibTrans" cxnId="{5DFD32CB-6942-4619-8124-E500B4A92A60}">
      <dgm:prSet/>
      <dgm:spPr/>
      <dgm:t>
        <a:bodyPr/>
        <a:lstStyle/>
        <a:p>
          <a:endParaRPr lang="uk-UA"/>
        </a:p>
      </dgm:t>
    </dgm:pt>
    <dgm:pt modelId="{AD6991A7-E5AB-47C0-A70D-EDDD506F681D}">
      <dgm:prSet/>
      <dgm:spPr/>
      <dgm:t>
        <a:bodyPr/>
        <a:lstStyle/>
        <a:p>
          <a:r>
            <a:rPr lang="uk-UA"/>
            <a:t>Консолідація літераторів, художників, театральних діячів у творчі об’єднання.</a:t>
          </a:r>
        </a:p>
      </dgm:t>
    </dgm:pt>
    <dgm:pt modelId="{12FADA43-2751-4C27-9500-CE364043B186}" type="parTrans" cxnId="{70A44C31-29DA-4619-87DD-C42CBEE88622}">
      <dgm:prSet/>
      <dgm:spPr/>
      <dgm:t>
        <a:bodyPr/>
        <a:lstStyle/>
        <a:p>
          <a:endParaRPr lang="uk-UA"/>
        </a:p>
      </dgm:t>
    </dgm:pt>
    <dgm:pt modelId="{C3E4E5B2-0C8A-48A7-9DF0-16AEB03E89BC}" type="sibTrans" cxnId="{70A44C31-29DA-4619-87DD-C42CBEE88622}">
      <dgm:prSet/>
      <dgm:spPr/>
      <dgm:t>
        <a:bodyPr/>
        <a:lstStyle/>
        <a:p>
          <a:endParaRPr lang="uk-UA"/>
        </a:p>
      </dgm:t>
    </dgm:pt>
    <dgm:pt modelId="{14FB1EE0-F09C-4D7B-950E-943EFF9722BE}" type="pres">
      <dgm:prSet presAssocID="{48947E28-14CC-47B0-9004-DB8965D8BA71}" presName="vert0" presStyleCnt="0">
        <dgm:presLayoutVars>
          <dgm:dir/>
          <dgm:animOne val="branch"/>
          <dgm:animLvl val="lvl"/>
        </dgm:presLayoutVars>
      </dgm:prSet>
      <dgm:spPr/>
    </dgm:pt>
    <dgm:pt modelId="{2E0C326D-1A75-471C-9876-75713F90FD25}" type="pres">
      <dgm:prSet presAssocID="{C6DF7B3B-4D3A-4EC5-8B48-7A8D1D5E61D1}" presName="thickLine" presStyleLbl="alignNode1" presStyleIdx="0" presStyleCnt="3"/>
      <dgm:spPr/>
    </dgm:pt>
    <dgm:pt modelId="{500F79E0-7F08-40CE-8328-81E58A0E00B9}" type="pres">
      <dgm:prSet presAssocID="{C6DF7B3B-4D3A-4EC5-8B48-7A8D1D5E61D1}" presName="horz1" presStyleCnt="0"/>
      <dgm:spPr/>
    </dgm:pt>
    <dgm:pt modelId="{941E51F0-8CD0-4040-8718-054642DA4DAA}" type="pres">
      <dgm:prSet presAssocID="{C6DF7B3B-4D3A-4EC5-8B48-7A8D1D5E61D1}" presName="tx1" presStyleLbl="revTx" presStyleIdx="0" presStyleCnt="3"/>
      <dgm:spPr/>
    </dgm:pt>
    <dgm:pt modelId="{889C25E7-B94B-4F0C-B409-3827BDD1E267}" type="pres">
      <dgm:prSet presAssocID="{C6DF7B3B-4D3A-4EC5-8B48-7A8D1D5E61D1}" presName="vert1" presStyleCnt="0"/>
      <dgm:spPr/>
    </dgm:pt>
    <dgm:pt modelId="{514F6EF5-08C0-4A10-B569-AB80D8D5D498}" type="pres">
      <dgm:prSet presAssocID="{2257046C-AE6C-4BC0-873C-C64CD313061F}" presName="thickLine" presStyleLbl="alignNode1" presStyleIdx="1" presStyleCnt="3"/>
      <dgm:spPr/>
    </dgm:pt>
    <dgm:pt modelId="{FAB84CC6-C4DE-4AE4-B3BA-AB81CAA11D28}" type="pres">
      <dgm:prSet presAssocID="{2257046C-AE6C-4BC0-873C-C64CD313061F}" presName="horz1" presStyleCnt="0"/>
      <dgm:spPr/>
    </dgm:pt>
    <dgm:pt modelId="{55789D99-D008-455C-812E-39218F8E702D}" type="pres">
      <dgm:prSet presAssocID="{2257046C-AE6C-4BC0-873C-C64CD313061F}" presName="tx1" presStyleLbl="revTx" presStyleIdx="1" presStyleCnt="3"/>
      <dgm:spPr/>
    </dgm:pt>
    <dgm:pt modelId="{FDF5FEC1-E552-48D1-947E-959CC598CBBB}" type="pres">
      <dgm:prSet presAssocID="{2257046C-AE6C-4BC0-873C-C64CD313061F}" presName="vert1" presStyleCnt="0"/>
      <dgm:spPr/>
    </dgm:pt>
    <dgm:pt modelId="{A3A83B94-934E-43EA-A2E8-C56A75F6E326}" type="pres">
      <dgm:prSet presAssocID="{AD6991A7-E5AB-47C0-A70D-EDDD506F681D}" presName="thickLine" presStyleLbl="alignNode1" presStyleIdx="2" presStyleCnt="3"/>
      <dgm:spPr/>
    </dgm:pt>
    <dgm:pt modelId="{044257D1-02A8-4E35-92CF-C0D7A4BD2BB6}" type="pres">
      <dgm:prSet presAssocID="{AD6991A7-E5AB-47C0-A70D-EDDD506F681D}" presName="horz1" presStyleCnt="0"/>
      <dgm:spPr/>
    </dgm:pt>
    <dgm:pt modelId="{2D7962F7-ECB9-40EF-BC56-889B3538D82E}" type="pres">
      <dgm:prSet presAssocID="{AD6991A7-E5AB-47C0-A70D-EDDD506F681D}" presName="tx1" presStyleLbl="revTx" presStyleIdx="2" presStyleCnt="3"/>
      <dgm:spPr/>
    </dgm:pt>
    <dgm:pt modelId="{8216A9F6-9C7A-487F-83DC-92C848170C18}" type="pres">
      <dgm:prSet presAssocID="{AD6991A7-E5AB-47C0-A70D-EDDD506F681D}" presName="vert1" presStyleCnt="0"/>
      <dgm:spPr/>
    </dgm:pt>
  </dgm:ptLst>
  <dgm:cxnLst>
    <dgm:cxn modelId="{25CB6C19-E10B-47EF-92F3-A415F4EDD6AE}" type="presOf" srcId="{AD6991A7-E5AB-47C0-A70D-EDDD506F681D}" destId="{2D7962F7-ECB9-40EF-BC56-889B3538D82E}" srcOrd="0" destOrd="0" presId="urn:microsoft.com/office/officeart/2008/layout/LinedList"/>
    <dgm:cxn modelId="{B4BDE91C-43BE-4F8F-84D3-E74AE1BE4935}" type="presOf" srcId="{2257046C-AE6C-4BC0-873C-C64CD313061F}" destId="{55789D99-D008-455C-812E-39218F8E702D}" srcOrd="0" destOrd="0" presId="urn:microsoft.com/office/officeart/2008/layout/LinedList"/>
    <dgm:cxn modelId="{70A44C31-29DA-4619-87DD-C42CBEE88622}" srcId="{48947E28-14CC-47B0-9004-DB8965D8BA71}" destId="{AD6991A7-E5AB-47C0-A70D-EDDD506F681D}" srcOrd="2" destOrd="0" parTransId="{12FADA43-2751-4C27-9500-CE364043B186}" sibTransId="{C3E4E5B2-0C8A-48A7-9DF0-16AEB03E89BC}"/>
    <dgm:cxn modelId="{CFD2785E-B49A-454F-A840-5F7F4DD1AB10}" srcId="{48947E28-14CC-47B0-9004-DB8965D8BA71}" destId="{C6DF7B3B-4D3A-4EC5-8B48-7A8D1D5E61D1}" srcOrd="0" destOrd="0" parTransId="{01CB1156-9FD8-4D2D-98BC-4DE409261C49}" sibTransId="{1C67C371-3951-4DF6-9657-78CE38CE8C7B}"/>
    <dgm:cxn modelId="{4DA30867-80A4-4CCA-BF6A-9ACC6C4CC4C9}" type="presOf" srcId="{C6DF7B3B-4D3A-4EC5-8B48-7A8D1D5E61D1}" destId="{941E51F0-8CD0-4040-8718-054642DA4DAA}" srcOrd="0" destOrd="0" presId="urn:microsoft.com/office/officeart/2008/layout/LinedList"/>
    <dgm:cxn modelId="{7754D04F-01A8-43CF-B464-2485FE9583F1}" type="presOf" srcId="{48947E28-14CC-47B0-9004-DB8965D8BA71}" destId="{14FB1EE0-F09C-4D7B-950E-943EFF9722BE}" srcOrd="0" destOrd="0" presId="urn:microsoft.com/office/officeart/2008/layout/LinedList"/>
    <dgm:cxn modelId="{5DFD32CB-6942-4619-8124-E500B4A92A60}" srcId="{48947E28-14CC-47B0-9004-DB8965D8BA71}" destId="{2257046C-AE6C-4BC0-873C-C64CD313061F}" srcOrd="1" destOrd="0" parTransId="{58A48BD4-9DE8-4A82-9742-0BD46F63FF48}" sibTransId="{7FCE493A-0902-45DE-A3C4-3D43ABB52D42}"/>
    <dgm:cxn modelId="{A387CD11-A59F-4516-924D-FD797D7DDBFD}" type="presParOf" srcId="{14FB1EE0-F09C-4D7B-950E-943EFF9722BE}" destId="{2E0C326D-1A75-471C-9876-75713F90FD25}" srcOrd="0" destOrd="0" presId="urn:microsoft.com/office/officeart/2008/layout/LinedList"/>
    <dgm:cxn modelId="{56F0B877-DC77-41C0-AE83-DEDFC5CDD830}" type="presParOf" srcId="{14FB1EE0-F09C-4D7B-950E-943EFF9722BE}" destId="{500F79E0-7F08-40CE-8328-81E58A0E00B9}" srcOrd="1" destOrd="0" presId="urn:microsoft.com/office/officeart/2008/layout/LinedList"/>
    <dgm:cxn modelId="{64705129-F655-4C9F-B104-A2C50E34F537}" type="presParOf" srcId="{500F79E0-7F08-40CE-8328-81E58A0E00B9}" destId="{941E51F0-8CD0-4040-8718-054642DA4DAA}" srcOrd="0" destOrd="0" presId="urn:microsoft.com/office/officeart/2008/layout/LinedList"/>
    <dgm:cxn modelId="{424C2D6D-7D75-43B6-BB47-F2AC4B5246D6}" type="presParOf" srcId="{500F79E0-7F08-40CE-8328-81E58A0E00B9}" destId="{889C25E7-B94B-4F0C-B409-3827BDD1E267}" srcOrd="1" destOrd="0" presId="urn:microsoft.com/office/officeart/2008/layout/LinedList"/>
    <dgm:cxn modelId="{01BB34B5-7C2A-4CB0-B374-780680A63445}" type="presParOf" srcId="{14FB1EE0-F09C-4D7B-950E-943EFF9722BE}" destId="{514F6EF5-08C0-4A10-B569-AB80D8D5D498}" srcOrd="2" destOrd="0" presId="urn:microsoft.com/office/officeart/2008/layout/LinedList"/>
    <dgm:cxn modelId="{348F7121-B85B-4407-940E-97BD5EBDB0F5}" type="presParOf" srcId="{14FB1EE0-F09C-4D7B-950E-943EFF9722BE}" destId="{FAB84CC6-C4DE-4AE4-B3BA-AB81CAA11D28}" srcOrd="3" destOrd="0" presId="urn:microsoft.com/office/officeart/2008/layout/LinedList"/>
    <dgm:cxn modelId="{EC96FCDE-6BC9-4AC1-9E19-6B3427CDDCDC}" type="presParOf" srcId="{FAB84CC6-C4DE-4AE4-B3BA-AB81CAA11D28}" destId="{55789D99-D008-455C-812E-39218F8E702D}" srcOrd="0" destOrd="0" presId="urn:microsoft.com/office/officeart/2008/layout/LinedList"/>
    <dgm:cxn modelId="{FB9E9BFE-399B-4FD5-8AC7-887D86C30F2D}" type="presParOf" srcId="{FAB84CC6-C4DE-4AE4-B3BA-AB81CAA11D28}" destId="{FDF5FEC1-E552-48D1-947E-959CC598CBBB}" srcOrd="1" destOrd="0" presId="urn:microsoft.com/office/officeart/2008/layout/LinedList"/>
    <dgm:cxn modelId="{82253785-E657-45CE-A331-FF1A35A91B43}" type="presParOf" srcId="{14FB1EE0-F09C-4D7B-950E-943EFF9722BE}" destId="{A3A83B94-934E-43EA-A2E8-C56A75F6E326}" srcOrd="4" destOrd="0" presId="urn:microsoft.com/office/officeart/2008/layout/LinedList"/>
    <dgm:cxn modelId="{69FFEECD-21F2-46A4-A35F-81FCDED1CDEC}" type="presParOf" srcId="{14FB1EE0-F09C-4D7B-950E-943EFF9722BE}" destId="{044257D1-02A8-4E35-92CF-C0D7A4BD2BB6}" srcOrd="5" destOrd="0" presId="urn:microsoft.com/office/officeart/2008/layout/LinedList"/>
    <dgm:cxn modelId="{A90A84D3-338F-476B-AE87-55651C0BF1A0}" type="presParOf" srcId="{044257D1-02A8-4E35-92CF-C0D7A4BD2BB6}" destId="{2D7962F7-ECB9-40EF-BC56-889B3538D82E}" srcOrd="0" destOrd="0" presId="urn:microsoft.com/office/officeart/2008/layout/LinedList"/>
    <dgm:cxn modelId="{886BCA4D-2160-4B72-80E4-A4092B003147}" type="presParOf" srcId="{044257D1-02A8-4E35-92CF-C0D7A4BD2BB6}" destId="{8216A9F6-9C7A-487F-83DC-92C848170C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4F08DDF-7B85-4798-970F-C68AF43A9D1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DB6E9B-6A2B-4C93-BA36-F14523B546B7}">
      <dgm:prSet/>
      <dgm:spPr/>
      <dgm:t>
        <a:bodyPr/>
        <a:lstStyle/>
        <a:p>
          <a:r>
            <a:rPr lang="uk-UA"/>
            <a:t>Посилення боротьби з «космополітизмом», «низькопоклонством перед Заходом».</a:t>
          </a:r>
        </a:p>
      </dgm:t>
    </dgm:pt>
    <dgm:pt modelId="{2DC4D7E1-3BF4-4C9E-903D-179DA22CE6A1}" type="parTrans" cxnId="{9C02275A-2F94-4C34-8632-855161A3913F}">
      <dgm:prSet/>
      <dgm:spPr/>
      <dgm:t>
        <a:bodyPr/>
        <a:lstStyle/>
        <a:p>
          <a:endParaRPr lang="uk-UA"/>
        </a:p>
      </dgm:t>
    </dgm:pt>
    <dgm:pt modelId="{26BA1EB9-5722-4F4D-8BC1-78105B2D3546}" type="sibTrans" cxnId="{9C02275A-2F94-4C34-8632-855161A3913F}">
      <dgm:prSet/>
      <dgm:spPr/>
      <dgm:t>
        <a:bodyPr/>
        <a:lstStyle/>
        <a:p>
          <a:endParaRPr lang="uk-UA"/>
        </a:p>
      </dgm:t>
    </dgm:pt>
    <dgm:pt modelId="{079AD4BE-7296-4363-A0DD-B64D03B50146}">
      <dgm:prSet/>
      <dgm:spPr/>
      <dgm:t>
        <a:bodyPr/>
        <a:lstStyle/>
        <a:p>
          <a:r>
            <a:rPr lang="uk-UA"/>
            <a:t>Згортання антицерковної політики та відмова від атеїстичної пропаганди.</a:t>
          </a:r>
        </a:p>
      </dgm:t>
    </dgm:pt>
    <dgm:pt modelId="{FBEBBF4E-07AF-4723-8849-0E4B05B6831F}" type="parTrans" cxnId="{4C7BAAFC-1F2A-403F-87C3-54481CA31E61}">
      <dgm:prSet/>
      <dgm:spPr/>
      <dgm:t>
        <a:bodyPr/>
        <a:lstStyle/>
        <a:p>
          <a:endParaRPr lang="uk-UA"/>
        </a:p>
      </dgm:t>
    </dgm:pt>
    <dgm:pt modelId="{869F108D-D70F-4B34-9BF3-B633FF9AAEAA}" type="sibTrans" cxnId="{4C7BAAFC-1F2A-403F-87C3-54481CA31E61}">
      <dgm:prSet/>
      <dgm:spPr/>
      <dgm:t>
        <a:bodyPr/>
        <a:lstStyle/>
        <a:p>
          <a:endParaRPr lang="uk-UA"/>
        </a:p>
      </dgm:t>
    </dgm:pt>
    <dgm:pt modelId="{D7198CBF-F818-4DD1-A111-459D4E59AFB5}">
      <dgm:prSet/>
      <dgm:spPr/>
      <dgm:t>
        <a:bodyPr/>
        <a:lstStyle/>
        <a:p>
          <a:r>
            <a:rPr lang="uk-UA"/>
            <a:t>Проведення політики ліквідації неписьменності дорослого населення.</a:t>
          </a:r>
        </a:p>
      </dgm:t>
    </dgm:pt>
    <dgm:pt modelId="{FFAF1C60-37F9-4D66-BCC1-89EFE0331121}" type="parTrans" cxnId="{47E24E8D-03B4-4FB0-869B-F2C73A554B79}">
      <dgm:prSet/>
      <dgm:spPr/>
      <dgm:t>
        <a:bodyPr/>
        <a:lstStyle/>
        <a:p>
          <a:endParaRPr lang="uk-UA"/>
        </a:p>
      </dgm:t>
    </dgm:pt>
    <dgm:pt modelId="{5B461662-7FD0-4859-B2A3-DB20DA570E58}" type="sibTrans" cxnId="{47E24E8D-03B4-4FB0-869B-F2C73A554B79}">
      <dgm:prSet/>
      <dgm:spPr/>
      <dgm:t>
        <a:bodyPr/>
        <a:lstStyle/>
        <a:p>
          <a:endParaRPr lang="uk-UA"/>
        </a:p>
      </dgm:t>
    </dgm:pt>
    <dgm:pt modelId="{4486200F-5A05-4EE4-8568-C4CF101481E1}" type="pres">
      <dgm:prSet presAssocID="{84F08DDF-7B85-4798-970F-C68AF43A9D1C}" presName="vert0" presStyleCnt="0">
        <dgm:presLayoutVars>
          <dgm:dir/>
          <dgm:animOne val="branch"/>
          <dgm:animLvl val="lvl"/>
        </dgm:presLayoutVars>
      </dgm:prSet>
      <dgm:spPr/>
    </dgm:pt>
    <dgm:pt modelId="{357DE64A-F8A2-4756-B8F7-52CCFC451989}" type="pres">
      <dgm:prSet presAssocID="{EEDB6E9B-6A2B-4C93-BA36-F14523B546B7}" presName="thickLine" presStyleLbl="alignNode1" presStyleIdx="0" presStyleCnt="3"/>
      <dgm:spPr/>
    </dgm:pt>
    <dgm:pt modelId="{D9FB937C-E8EB-4D10-8C9F-C8645A054105}" type="pres">
      <dgm:prSet presAssocID="{EEDB6E9B-6A2B-4C93-BA36-F14523B546B7}" presName="horz1" presStyleCnt="0"/>
      <dgm:spPr/>
    </dgm:pt>
    <dgm:pt modelId="{8A8C5843-0F2E-4FE3-A0AA-FD83935D1197}" type="pres">
      <dgm:prSet presAssocID="{EEDB6E9B-6A2B-4C93-BA36-F14523B546B7}" presName="tx1" presStyleLbl="revTx" presStyleIdx="0" presStyleCnt="3"/>
      <dgm:spPr/>
    </dgm:pt>
    <dgm:pt modelId="{54B19802-0503-4C51-8C63-B7FB1C8341B6}" type="pres">
      <dgm:prSet presAssocID="{EEDB6E9B-6A2B-4C93-BA36-F14523B546B7}" presName="vert1" presStyleCnt="0"/>
      <dgm:spPr/>
    </dgm:pt>
    <dgm:pt modelId="{2D3530DC-3CF3-4F9D-9ABD-D6631AE9BC92}" type="pres">
      <dgm:prSet presAssocID="{079AD4BE-7296-4363-A0DD-B64D03B50146}" presName="thickLine" presStyleLbl="alignNode1" presStyleIdx="1" presStyleCnt="3"/>
      <dgm:spPr/>
    </dgm:pt>
    <dgm:pt modelId="{7A8E4910-771C-41AF-9D24-229661597CF6}" type="pres">
      <dgm:prSet presAssocID="{079AD4BE-7296-4363-A0DD-B64D03B50146}" presName="horz1" presStyleCnt="0"/>
      <dgm:spPr/>
    </dgm:pt>
    <dgm:pt modelId="{901BF2DA-1986-4114-A30B-A90076513E00}" type="pres">
      <dgm:prSet presAssocID="{079AD4BE-7296-4363-A0DD-B64D03B50146}" presName="tx1" presStyleLbl="revTx" presStyleIdx="1" presStyleCnt="3"/>
      <dgm:spPr/>
    </dgm:pt>
    <dgm:pt modelId="{4B5DD8E9-CEFB-451C-A885-71CA4F0BAD9E}" type="pres">
      <dgm:prSet presAssocID="{079AD4BE-7296-4363-A0DD-B64D03B50146}" presName="vert1" presStyleCnt="0"/>
      <dgm:spPr/>
    </dgm:pt>
    <dgm:pt modelId="{833DD2E9-26E1-4631-9CC7-2532C83A5B39}" type="pres">
      <dgm:prSet presAssocID="{D7198CBF-F818-4DD1-A111-459D4E59AFB5}" presName="thickLine" presStyleLbl="alignNode1" presStyleIdx="2" presStyleCnt="3"/>
      <dgm:spPr/>
    </dgm:pt>
    <dgm:pt modelId="{D9EAD655-3E21-4DE1-93A2-725FF07F2210}" type="pres">
      <dgm:prSet presAssocID="{D7198CBF-F818-4DD1-A111-459D4E59AFB5}" presName="horz1" presStyleCnt="0"/>
      <dgm:spPr/>
    </dgm:pt>
    <dgm:pt modelId="{20EC28C5-87CA-4FE0-B3AA-827C2E598891}" type="pres">
      <dgm:prSet presAssocID="{D7198CBF-F818-4DD1-A111-459D4E59AFB5}" presName="tx1" presStyleLbl="revTx" presStyleIdx="2" presStyleCnt="3"/>
      <dgm:spPr/>
    </dgm:pt>
    <dgm:pt modelId="{5C706D4E-5DFF-4DCB-8CCF-0EE918743C00}" type="pres">
      <dgm:prSet presAssocID="{D7198CBF-F818-4DD1-A111-459D4E59AFB5}" presName="vert1" presStyleCnt="0"/>
      <dgm:spPr/>
    </dgm:pt>
  </dgm:ptLst>
  <dgm:cxnLst>
    <dgm:cxn modelId="{A4607521-269C-4262-A8E3-DBB6B66AADA0}" type="presOf" srcId="{EEDB6E9B-6A2B-4C93-BA36-F14523B546B7}" destId="{8A8C5843-0F2E-4FE3-A0AA-FD83935D1197}" srcOrd="0" destOrd="0" presId="urn:microsoft.com/office/officeart/2008/layout/LinedList"/>
    <dgm:cxn modelId="{A97F6A44-9C17-4A25-8D3F-5A2E126FE882}" type="presOf" srcId="{84F08DDF-7B85-4798-970F-C68AF43A9D1C}" destId="{4486200F-5A05-4EE4-8568-C4CF101481E1}" srcOrd="0" destOrd="0" presId="urn:microsoft.com/office/officeart/2008/layout/LinedList"/>
    <dgm:cxn modelId="{E4DBC56B-C488-4668-B77D-9FE2A8EE0CAA}" type="presOf" srcId="{079AD4BE-7296-4363-A0DD-B64D03B50146}" destId="{901BF2DA-1986-4114-A30B-A90076513E00}" srcOrd="0" destOrd="0" presId="urn:microsoft.com/office/officeart/2008/layout/LinedList"/>
    <dgm:cxn modelId="{9C02275A-2F94-4C34-8632-855161A3913F}" srcId="{84F08DDF-7B85-4798-970F-C68AF43A9D1C}" destId="{EEDB6E9B-6A2B-4C93-BA36-F14523B546B7}" srcOrd="0" destOrd="0" parTransId="{2DC4D7E1-3BF4-4C9E-903D-179DA22CE6A1}" sibTransId="{26BA1EB9-5722-4F4D-8BC1-78105B2D3546}"/>
    <dgm:cxn modelId="{47E24E8D-03B4-4FB0-869B-F2C73A554B79}" srcId="{84F08DDF-7B85-4798-970F-C68AF43A9D1C}" destId="{D7198CBF-F818-4DD1-A111-459D4E59AFB5}" srcOrd="2" destOrd="0" parTransId="{FFAF1C60-37F9-4D66-BCC1-89EFE0331121}" sibTransId="{5B461662-7FD0-4859-B2A3-DB20DA570E58}"/>
    <dgm:cxn modelId="{4C7BAAFC-1F2A-403F-87C3-54481CA31E61}" srcId="{84F08DDF-7B85-4798-970F-C68AF43A9D1C}" destId="{079AD4BE-7296-4363-A0DD-B64D03B50146}" srcOrd="1" destOrd="0" parTransId="{FBEBBF4E-07AF-4723-8849-0E4B05B6831F}" sibTransId="{869F108D-D70F-4B34-9BF3-B633FF9AAEAA}"/>
    <dgm:cxn modelId="{6A70EDFC-44B0-47BF-B6A5-70F0F02A678F}" type="presOf" srcId="{D7198CBF-F818-4DD1-A111-459D4E59AFB5}" destId="{20EC28C5-87CA-4FE0-B3AA-827C2E598891}" srcOrd="0" destOrd="0" presId="urn:microsoft.com/office/officeart/2008/layout/LinedList"/>
    <dgm:cxn modelId="{2D186923-1E7D-4FC1-9ED6-9558F0313A1B}" type="presParOf" srcId="{4486200F-5A05-4EE4-8568-C4CF101481E1}" destId="{357DE64A-F8A2-4756-B8F7-52CCFC451989}" srcOrd="0" destOrd="0" presId="urn:microsoft.com/office/officeart/2008/layout/LinedList"/>
    <dgm:cxn modelId="{5DF548BC-745D-441A-A0EA-A3BF3A8F780F}" type="presParOf" srcId="{4486200F-5A05-4EE4-8568-C4CF101481E1}" destId="{D9FB937C-E8EB-4D10-8C9F-C8645A054105}" srcOrd="1" destOrd="0" presId="urn:microsoft.com/office/officeart/2008/layout/LinedList"/>
    <dgm:cxn modelId="{5AF81373-3F7A-4DDC-942B-24FC898B2C2B}" type="presParOf" srcId="{D9FB937C-E8EB-4D10-8C9F-C8645A054105}" destId="{8A8C5843-0F2E-4FE3-A0AA-FD83935D1197}" srcOrd="0" destOrd="0" presId="urn:microsoft.com/office/officeart/2008/layout/LinedList"/>
    <dgm:cxn modelId="{CA257167-0B2B-4592-93D7-8464161B43DF}" type="presParOf" srcId="{D9FB937C-E8EB-4D10-8C9F-C8645A054105}" destId="{54B19802-0503-4C51-8C63-B7FB1C8341B6}" srcOrd="1" destOrd="0" presId="urn:microsoft.com/office/officeart/2008/layout/LinedList"/>
    <dgm:cxn modelId="{EC383B5E-FDA9-4CDC-856B-1EAF6F060B69}" type="presParOf" srcId="{4486200F-5A05-4EE4-8568-C4CF101481E1}" destId="{2D3530DC-3CF3-4F9D-9ABD-D6631AE9BC92}" srcOrd="2" destOrd="0" presId="urn:microsoft.com/office/officeart/2008/layout/LinedList"/>
    <dgm:cxn modelId="{5AD1FD6D-7B42-4B71-93CE-57F63DEAE73B}" type="presParOf" srcId="{4486200F-5A05-4EE4-8568-C4CF101481E1}" destId="{7A8E4910-771C-41AF-9D24-229661597CF6}" srcOrd="3" destOrd="0" presId="urn:microsoft.com/office/officeart/2008/layout/LinedList"/>
    <dgm:cxn modelId="{47B93064-0278-4765-83BF-0ECF6032E7C0}" type="presParOf" srcId="{7A8E4910-771C-41AF-9D24-229661597CF6}" destId="{901BF2DA-1986-4114-A30B-A90076513E00}" srcOrd="0" destOrd="0" presId="urn:microsoft.com/office/officeart/2008/layout/LinedList"/>
    <dgm:cxn modelId="{36343637-2F98-4C81-A9DB-2E254C897843}" type="presParOf" srcId="{7A8E4910-771C-41AF-9D24-229661597CF6}" destId="{4B5DD8E9-CEFB-451C-A885-71CA4F0BAD9E}" srcOrd="1" destOrd="0" presId="urn:microsoft.com/office/officeart/2008/layout/LinedList"/>
    <dgm:cxn modelId="{343FC0D5-DACC-4F29-9F09-BADAB3AF9108}" type="presParOf" srcId="{4486200F-5A05-4EE4-8568-C4CF101481E1}" destId="{833DD2E9-26E1-4631-9CC7-2532C83A5B39}" srcOrd="4" destOrd="0" presId="urn:microsoft.com/office/officeart/2008/layout/LinedList"/>
    <dgm:cxn modelId="{55388C58-9DE4-420F-9648-1C2A57FFD4B9}" type="presParOf" srcId="{4486200F-5A05-4EE4-8568-C4CF101481E1}" destId="{D9EAD655-3E21-4DE1-93A2-725FF07F2210}" srcOrd="5" destOrd="0" presId="urn:microsoft.com/office/officeart/2008/layout/LinedList"/>
    <dgm:cxn modelId="{151AEA5A-4EF5-4BF2-869F-21E1FAFC706D}" type="presParOf" srcId="{D9EAD655-3E21-4DE1-93A2-725FF07F2210}" destId="{20EC28C5-87CA-4FE0-B3AA-827C2E598891}" srcOrd="0" destOrd="0" presId="urn:microsoft.com/office/officeart/2008/layout/LinedList"/>
    <dgm:cxn modelId="{7033C0FE-5EF4-4819-A004-29E332030933}" type="presParOf" srcId="{D9EAD655-3E21-4DE1-93A2-725FF07F2210}" destId="{5C706D4E-5DFF-4DCB-8CCF-0EE918743C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DDEAA5C7-0BF2-416E-9885-B6E3C0E828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3939AD-13F0-417F-8A01-B14B9B48D66E}">
      <dgm:prSet/>
      <dgm:spPr/>
      <dgm:t>
        <a:bodyPr/>
        <a:lstStyle/>
        <a:p>
          <a:r>
            <a:rPr lang="uk-UA" b="0" i="0"/>
            <a:t>Української Соціалістичної Радянської Республіки.</a:t>
          </a:r>
          <a:endParaRPr lang="uk-UA"/>
        </a:p>
      </dgm:t>
    </dgm:pt>
    <dgm:pt modelId="{09C65ADB-D62C-4D5E-9F87-3FA43DA163B2}" type="parTrans" cxnId="{A617CE54-8FBF-4A5C-B70D-EF9B1EE9CDF8}">
      <dgm:prSet/>
      <dgm:spPr/>
      <dgm:t>
        <a:bodyPr/>
        <a:lstStyle/>
        <a:p>
          <a:endParaRPr lang="uk-UA"/>
        </a:p>
      </dgm:t>
    </dgm:pt>
    <dgm:pt modelId="{3181C19F-D26C-4946-A53A-24BF9061415F}" type="sibTrans" cxnId="{A617CE54-8FBF-4A5C-B70D-EF9B1EE9CDF8}">
      <dgm:prSet/>
      <dgm:spPr/>
      <dgm:t>
        <a:bodyPr/>
        <a:lstStyle/>
        <a:p>
          <a:endParaRPr lang="uk-UA"/>
        </a:p>
      </dgm:t>
    </dgm:pt>
    <dgm:pt modelId="{78E75ADC-348B-4421-AD9E-B32245A1A46E}">
      <dgm:prSet/>
      <dgm:spPr/>
      <dgm:t>
        <a:bodyPr/>
        <a:lstStyle/>
        <a:p>
          <a:r>
            <a:rPr lang="uk-UA" b="0" i="0"/>
            <a:t>Української Держави П. Скоропадського.</a:t>
          </a:r>
          <a:endParaRPr lang="uk-UA"/>
        </a:p>
      </dgm:t>
    </dgm:pt>
    <dgm:pt modelId="{E5E2BFB5-3769-49FD-B3C9-B6D4EF5D87F4}" type="parTrans" cxnId="{ABB856E7-0BEA-44CA-B132-751A4F93389C}">
      <dgm:prSet/>
      <dgm:spPr/>
      <dgm:t>
        <a:bodyPr/>
        <a:lstStyle/>
        <a:p>
          <a:endParaRPr lang="uk-UA"/>
        </a:p>
      </dgm:t>
    </dgm:pt>
    <dgm:pt modelId="{446E8FA3-663A-4CC3-9AC3-13E5E7267824}" type="sibTrans" cxnId="{ABB856E7-0BEA-44CA-B132-751A4F93389C}">
      <dgm:prSet/>
      <dgm:spPr/>
      <dgm:t>
        <a:bodyPr/>
        <a:lstStyle/>
        <a:p>
          <a:endParaRPr lang="uk-UA"/>
        </a:p>
      </dgm:t>
    </dgm:pt>
    <dgm:pt modelId="{A934CB6C-C2B2-41D0-9E75-91D4F9C0C16E}">
      <dgm:prSet/>
      <dgm:spPr/>
      <dgm:t>
        <a:bodyPr/>
        <a:lstStyle/>
        <a:p>
          <a:r>
            <a:rPr lang="uk-UA" b="0" i="0"/>
            <a:t>Західноукраїнської Народної Республіки.</a:t>
          </a:r>
          <a:endParaRPr lang="uk-UA"/>
        </a:p>
      </dgm:t>
    </dgm:pt>
    <dgm:pt modelId="{D7F5958B-6396-4E15-A845-FDC01D80C83B}" type="parTrans" cxnId="{7CC5134F-98BB-4EB0-BDED-2FE908270DB5}">
      <dgm:prSet/>
      <dgm:spPr/>
      <dgm:t>
        <a:bodyPr/>
        <a:lstStyle/>
        <a:p>
          <a:endParaRPr lang="uk-UA"/>
        </a:p>
      </dgm:t>
    </dgm:pt>
    <dgm:pt modelId="{EA9E0357-8667-4E6F-BF8C-837A8E1091A6}" type="sibTrans" cxnId="{7CC5134F-98BB-4EB0-BDED-2FE908270DB5}">
      <dgm:prSet/>
      <dgm:spPr/>
      <dgm:t>
        <a:bodyPr/>
        <a:lstStyle/>
        <a:p>
          <a:endParaRPr lang="uk-UA"/>
        </a:p>
      </dgm:t>
    </dgm:pt>
    <dgm:pt modelId="{2FF8EFE8-2E74-4B35-A2E4-EA8946483D93}">
      <dgm:prSet/>
      <dgm:spPr/>
      <dgm:t>
        <a:bodyPr/>
        <a:lstStyle/>
        <a:p>
          <a:r>
            <a:rPr lang="uk-UA" b="0" i="0"/>
            <a:t>Української Народної Республіки.</a:t>
          </a:r>
          <a:endParaRPr lang="uk-UA"/>
        </a:p>
      </dgm:t>
    </dgm:pt>
    <dgm:pt modelId="{58F8C046-C79D-4417-847F-1C49509D2639}" type="parTrans" cxnId="{5BCB08FF-7F63-4169-BE48-05D53F0C4F2A}">
      <dgm:prSet/>
      <dgm:spPr/>
      <dgm:t>
        <a:bodyPr/>
        <a:lstStyle/>
        <a:p>
          <a:endParaRPr lang="uk-UA"/>
        </a:p>
      </dgm:t>
    </dgm:pt>
    <dgm:pt modelId="{CA43B13E-F89F-493C-B561-597988433412}" type="sibTrans" cxnId="{5BCB08FF-7F63-4169-BE48-05D53F0C4F2A}">
      <dgm:prSet/>
      <dgm:spPr/>
      <dgm:t>
        <a:bodyPr/>
        <a:lstStyle/>
        <a:p>
          <a:endParaRPr lang="uk-UA"/>
        </a:p>
      </dgm:t>
    </dgm:pt>
    <dgm:pt modelId="{FBBE950E-A411-462A-AD63-A7804B435407}" type="pres">
      <dgm:prSet presAssocID="{DDEAA5C7-0BF2-416E-9885-B6E3C0E8281A}" presName="linear" presStyleCnt="0">
        <dgm:presLayoutVars>
          <dgm:animLvl val="lvl"/>
          <dgm:resizeHandles val="exact"/>
        </dgm:presLayoutVars>
      </dgm:prSet>
      <dgm:spPr/>
    </dgm:pt>
    <dgm:pt modelId="{BFE075D9-292E-42A6-B799-51B796727437}" type="pres">
      <dgm:prSet presAssocID="{1F3939AD-13F0-417F-8A01-B14B9B48D6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0B7AC1-D4E6-46E8-B812-14C74157E5E0}" type="pres">
      <dgm:prSet presAssocID="{3181C19F-D26C-4946-A53A-24BF9061415F}" presName="spacer" presStyleCnt="0"/>
      <dgm:spPr/>
    </dgm:pt>
    <dgm:pt modelId="{00253924-BEAA-4E19-AAC5-8EE2DDB9B978}" type="pres">
      <dgm:prSet presAssocID="{78E75ADC-348B-4421-AD9E-B32245A1A4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652C93-2263-4173-AA2D-37A40EF4D671}" type="pres">
      <dgm:prSet presAssocID="{446E8FA3-663A-4CC3-9AC3-13E5E7267824}" presName="spacer" presStyleCnt="0"/>
      <dgm:spPr/>
    </dgm:pt>
    <dgm:pt modelId="{93C8F26F-0818-4A22-BC95-139147085B7F}" type="pres">
      <dgm:prSet presAssocID="{A934CB6C-C2B2-41D0-9E75-91D4F9C0C1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418CA0-7C94-42D1-8AA2-59230BFACD2C}" type="pres">
      <dgm:prSet presAssocID="{EA9E0357-8667-4E6F-BF8C-837A8E1091A6}" presName="spacer" presStyleCnt="0"/>
      <dgm:spPr/>
    </dgm:pt>
    <dgm:pt modelId="{536FAA67-DFDE-4F31-9844-7CF13CEFBF45}" type="pres">
      <dgm:prSet presAssocID="{2FF8EFE8-2E74-4B35-A2E4-EA8946483D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AC6900-9433-4EB8-B5CD-F0BEEAD7F5AB}" type="presOf" srcId="{DDEAA5C7-0BF2-416E-9885-B6E3C0E8281A}" destId="{FBBE950E-A411-462A-AD63-A7804B435407}" srcOrd="0" destOrd="0" presId="urn:microsoft.com/office/officeart/2005/8/layout/vList2"/>
    <dgm:cxn modelId="{7CC5134F-98BB-4EB0-BDED-2FE908270DB5}" srcId="{DDEAA5C7-0BF2-416E-9885-B6E3C0E8281A}" destId="{A934CB6C-C2B2-41D0-9E75-91D4F9C0C16E}" srcOrd="2" destOrd="0" parTransId="{D7F5958B-6396-4E15-A845-FDC01D80C83B}" sibTransId="{EA9E0357-8667-4E6F-BF8C-837A8E1091A6}"/>
    <dgm:cxn modelId="{5BDDBB50-871D-40D4-BD10-ADE50CF1148B}" type="presOf" srcId="{A934CB6C-C2B2-41D0-9E75-91D4F9C0C16E}" destId="{93C8F26F-0818-4A22-BC95-139147085B7F}" srcOrd="0" destOrd="0" presId="urn:microsoft.com/office/officeart/2005/8/layout/vList2"/>
    <dgm:cxn modelId="{8C46B872-4B92-4120-A6C4-6EF944701718}" type="presOf" srcId="{78E75ADC-348B-4421-AD9E-B32245A1A46E}" destId="{00253924-BEAA-4E19-AAC5-8EE2DDB9B978}" srcOrd="0" destOrd="0" presId="urn:microsoft.com/office/officeart/2005/8/layout/vList2"/>
    <dgm:cxn modelId="{A617CE54-8FBF-4A5C-B70D-EF9B1EE9CDF8}" srcId="{DDEAA5C7-0BF2-416E-9885-B6E3C0E8281A}" destId="{1F3939AD-13F0-417F-8A01-B14B9B48D66E}" srcOrd="0" destOrd="0" parTransId="{09C65ADB-D62C-4D5E-9F87-3FA43DA163B2}" sibTransId="{3181C19F-D26C-4946-A53A-24BF9061415F}"/>
    <dgm:cxn modelId="{592899A9-B929-4FF4-9DD2-F5DD0147DE6D}" type="presOf" srcId="{1F3939AD-13F0-417F-8A01-B14B9B48D66E}" destId="{BFE075D9-292E-42A6-B799-51B796727437}" srcOrd="0" destOrd="0" presId="urn:microsoft.com/office/officeart/2005/8/layout/vList2"/>
    <dgm:cxn modelId="{C369B4C9-27BC-4399-9B89-A8E16BE9E950}" type="presOf" srcId="{2FF8EFE8-2E74-4B35-A2E4-EA8946483D93}" destId="{536FAA67-DFDE-4F31-9844-7CF13CEFBF45}" srcOrd="0" destOrd="0" presId="urn:microsoft.com/office/officeart/2005/8/layout/vList2"/>
    <dgm:cxn modelId="{ABB856E7-0BEA-44CA-B132-751A4F93389C}" srcId="{DDEAA5C7-0BF2-416E-9885-B6E3C0E8281A}" destId="{78E75ADC-348B-4421-AD9E-B32245A1A46E}" srcOrd="1" destOrd="0" parTransId="{E5E2BFB5-3769-49FD-B3C9-B6D4EF5D87F4}" sibTransId="{446E8FA3-663A-4CC3-9AC3-13E5E7267824}"/>
    <dgm:cxn modelId="{5BCB08FF-7F63-4169-BE48-05D53F0C4F2A}" srcId="{DDEAA5C7-0BF2-416E-9885-B6E3C0E8281A}" destId="{2FF8EFE8-2E74-4B35-A2E4-EA8946483D93}" srcOrd="3" destOrd="0" parTransId="{58F8C046-C79D-4417-847F-1C49509D2639}" sibTransId="{CA43B13E-F89F-493C-B561-597988433412}"/>
    <dgm:cxn modelId="{2D716A27-326C-4627-B7C7-37469547406F}" type="presParOf" srcId="{FBBE950E-A411-462A-AD63-A7804B435407}" destId="{BFE075D9-292E-42A6-B799-51B796727437}" srcOrd="0" destOrd="0" presId="urn:microsoft.com/office/officeart/2005/8/layout/vList2"/>
    <dgm:cxn modelId="{9680C164-42D5-4A74-8A2C-AC02C09AE5B0}" type="presParOf" srcId="{FBBE950E-A411-462A-AD63-A7804B435407}" destId="{120B7AC1-D4E6-46E8-B812-14C74157E5E0}" srcOrd="1" destOrd="0" presId="urn:microsoft.com/office/officeart/2005/8/layout/vList2"/>
    <dgm:cxn modelId="{2AF8A20C-F4CD-4BCF-BF75-CF681421C856}" type="presParOf" srcId="{FBBE950E-A411-462A-AD63-A7804B435407}" destId="{00253924-BEAA-4E19-AAC5-8EE2DDB9B978}" srcOrd="2" destOrd="0" presId="urn:microsoft.com/office/officeart/2005/8/layout/vList2"/>
    <dgm:cxn modelId="{59E12C71-53BF-4A41-90F3-1D5C855AE7D6}" type="presParOf" srcId="{FBBE950E-A411-462A-AD63-A7804B435407}" destId="{2B652C93-2263-4173-AA2D-37A40EF4D671}" srcOrd="3" destOrd="0" presId="urn:microsoft.com/office/officeart/2005/8/layout/vList2"/>
    <dgm:cxn modelId="{1DE43376-86AF-4F10-B538-95BEDDB973B8}" type="presParOf" srcId="{FBBE950E-A411-462A-AD63-A7804B435407}" destId="{93C8F26F-0818-4A22-BC95-139147085B7F}" srcOrd="4" destOrd="0" presId="urn:microsoft.com/office/officeart/2005/8/layout/vList2"/>
    <dgm:cxn modelId="{BCDE7EB5-3CF9-4386-A118-E4E868D9153F}" type="presParOf" srcId="{FBBE950E-A411-462A-AD63-A7804B435407}" destId="{7D418CA0-7C94-42D1-8AA2-59230BFACD2C}" srcOrd="5" destOrd="0" presId="urn:microsoft.com/office/officeart/2005/8/layout/vList2"/>
    <dgm:cxn modelId="{B5B76EE6-4AF0-427D-9B5D-1588570FF862}" type="presParOf" srcId="{FBBE950E-A411-462A-AD63-A7804B435407}" destId="{536FAA67-DFDE-4F31-9844-7CF13CEFBF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2AA34DD1-03EF-4655-833B-3752771356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20D101-910A-43F1-A3F7-67A2AA1473D0}">
      <dgm:prSet/>
      <dgm:spPr/>
      <dgm:t>
        <a:bodyPr/>
        <a:lstStyle/>
        <a:p>
          <a:r>
            <a:rPr lang="uk-UA" b="0" i="0"/>
            <a:t>Української революції (1917—1918 рр.).</a:t>
          </a:r>
          <a:endParaRPr lang="uk-UA"/>
        </a:p>
      </dgm:t>
    </dgm:pt>
    <dgm:pt modelId="{D20C7519-AB98-4616-8F27-D633EFC411D3}" type="parTrans" cxnId="{4607DCF5-CE4A-4BE4-80E4-155EEFE93268}">
      <dgm:prSet/>
      <dgm:spPr/>
      <dgm:t>
        <a:bodyPr/>
        <a:lstStyle/>
        <a:p>
          <a:endParaRPr lang="uk-UA"/>
        </a:p>
      </dgm:t>
    </dgm:pt>
    <dgm:pt modelId="{14C9E574-1061-44CA-AE67-2923869412E7}" type="sibTrans" cxnId="{4607DCF5-CE4A-4BE4-80E4-155EEFE93268}">
      <dgm:prSet/>
      <dgm:spPr/>
      <dgm:t>
        <a:bodyPr/>
        <a:lstStyle/>
        <a:p>
          <a:endParaRPr lang="uk-UA"/>
        </a:p>
      </dgm:t>
    </dgm:pt>
    <dgm:pt modelId="{A42F4E91-311D-4A18-98AD-680EC5D703FB}">
      <dgm:prSet/>
      <dgm:spPr/>
      <dgm:t>
        <a:bodyPr/>
        <a:lstStyle/>
        <a:p>
          <a:r>
            <a:rPr lang="uk-UA" b="0" i="0"/>
            <a:t>боротьби за збереження державної незалежності (1918—1920 рр.).</a:t>
          </a:r>
          <a:endParaRPr lang="uk-UA"/>
        </a:p>
      </dgm:t>
    </dgm:pt>
    <dgm:pt modelId="{5412B2B5-B775-47D5-8DA8-623571196477}" type="parTrans" cxnId="{DD733A57-87F7-4A41-BD27-04A99BAB5AA1}">
      <dgm:prSet/>
      <dgm:spPr/>
      <dgm:t>
        <a:bodyPr/>
        <a:lstStyle/>
        <a:p>
          <a:endParaRPr lang="uk-UA"/>
        </a:p>
      </dgm:t>
    </dgm:pt>
    <dgm:pt modelId="{B3C48DA5-CD53-422F-A42C-B12085072F8C}" type="sibTrans" cxnId="{DD733A57-87F7-4A41-BD27-04A99BAB5AA1}">
      <dgm:prSet/>
      <dgm:spPr/>
      <dgm:t>
        <a:bodyPr/>
        <a:lstStyle/>
        <a:p>
          <a:endParaRPr lang="uk-UA"/>
        </a:p>
      </dgm:t>
    </dgm:pt>
    <dgm:pt modelId="{B5EEA76C-2622-4EB7-8E3C-5D3139421A35}">
      <dgm:prSet/>
      <dgm:spPr/>
      <dgm:t>
        <a:bodyPr/>
        <a:lstStyle/>
        <a:p>
          <a:r>
            <a:rPr lang="uk-UA" b="0" i="0"/>
            <a:t>нової економічної політики (1921—1928 рр.).</a:t>
          </a:r>
          <a:endParaRPr lang="uk-UA"/>
        </a:p>
      </dgm:t>
    </dgm:pt>
    <dgm:pt modelId="{2CDA1140-B518-426B-ADC6-6CAD3E3025D5}" type="parTrans" cxnId="{B5B95DFA-1942-4B19-9C7C-7B8F268C2EA2}">
      <dgm:prSet/>
      <dgm:spPr/>
      <dgm:t>
        <a:bodyPr/>
        <a:lstStyle/>
        <a:p>
          <a:endParaRPr lang="uk-UA"/>
        </a:p>
      </dgm:t>
    </dgm:pt>
    <dgm:pt modelId="{30F72437-882E-46E0-8EE6-19367574C936}" type="sibTrans" cxnId="{B5B95DFA-1942-4B19-9C7C-7B8F268C2EA2}">
      <dgm:prSet/>
      <dgm:spPr/>
      <dgm:t>
        <a:bodyPr/>
        <a:lstStyle/>
        <a:p>
          <a:endParaRPr lang="uk-UA"/>
        </a:p>
      </dgm:t>
    </dgm:pt>
    <dgm:pt modelId="{9D6A4440-4AE5-4B26-8C93-DF6C48ABC125}">
      <dgm:prSet/>
      <dgm:spPr/>
      <dgm:t>
        <a:bodyPr/>
        <a:lstStyle/>
        <a:p>
          <a:r>
            <a:rPr lang="uk-UA" b="0" i="0"/>
            <a:t>радянської модернізації (1929—1938 рр.).</a:t>
          </a:r>
          <a:endParaRPr lang="uk-UA"/>
        </a:p>
      </dgm:t>
    </dgm:pt>
    <dgm:pt modelId="{C7A490B9-C168-4EF6-BF2B-91F26F4DE714}" type="parTrans" cxnId="{DA6A1D8E-3540-451D-BEE7-CF2FD79DCC12}">
      <dgm:prSet/>
      <dgm:spPr/>
      <dgm:t>
        <a:bodyPr/>
        <a:lstStyle/>
        <a:p>
          <a:endParaRPr lang="uk-UA"/>
        </a:p>
      </dgm:t>
    </dgm:pt>
    <dgm:pt modelId="{EA44A68E-E767-423A-9978-40A522A02F02}" type="sibTrans" cxnId="{DA6A1D8E-3540-451D-BEE7-CF2FD79DCC12}">
      <dgm:prSet/>
      <dgm:spPr/>
      <dgm:t>
        <a:bodyPr/>
        <a:lstStyle/>
        <a:p>
          <a:endParaRPr lang="uk-UA"/>
        </a:p>
      </dgm:t>
    </dgm:pt>
    <dgm:pt modelId="{6616D614-ED86-4428-9316-6643E8091D2E}" type="pres">
      <dgm:prSet presAssocID="{2AA34DD1-03EF-4655-833B-375277135636}" presName="linear" presStyleCnt="0">
        <dgm:presLayoutVars>
          <dgm:animLvl val="lvl"/>
          <dgm:resizeHandles val="exact"/>
        </dgm:presLayoutVars>
      </dgm:prSet>
      <dgm:spPr/>
    </dgm:pt>
    <dgm:pt modelId="{AD19C919-68D3-4500-A6E4-3391CB200914}" type="pres">
      <dgm:prSet presAssocID="{6820D101-910A-43F1-A3F7-67A2AA1473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956B62A-87B8-4654-8841-539F5EC90C02}" type="pres">
      <dgm:prSet presAssocID="{14C9E574-1061-44CA-AE67-2923869412E7}" presName="spacer" presStyleCnt="0"/>
      <dgm:spPr/>
    </dgm:pt>
    <dgm:pt modelId="{36E9638E-E961-4186-8BC9-A26C23135C43}" type="pres">
      <dgm:prSet presAssocID="{A42F4E91-311D-4A18-98AD-680EC5D703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569AE2-86B1-44DE-8C20-A6FDEF88BA20}" type="pres">
      <dgm:prSet presAssocID="{B3C48DA5-CD53-422F-A42C-B12085072F8C}" presName="spacer" presStyleCnt="0"/>
      <dgm:spPr/>
    </dgm:pt>
    <dgm:pt modelId="{4169450B-736D-4840-9A71-62ABE9388D70}" type="pres">
      <dgm:prSet presAssocID="{B5EEA76C-2622-4EB7-8E3C-5D3139421A3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172E0F-2BB2-4169-98FB-341A7607F715}" type="pres">
      <dgm:prSet presAssocID="{30F72437-882E-46E0-8EE6-19367574C936}" presName="spacer" presStyleCnt="0"/>
      <dgm:spPr/>
    </dgm:pt>
    <dgm:pt modelId="{2E40ED57-8901-4939-89BD-87A8320D5F84}" type="pres">
      <dgm:prSet presAssocID="{9D6A4440-4AE5-4B26-8C93-DF6C48ABC1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A33320-9460-4253-9235-544FBD803AFC}" type="presOf" srcId="{B5EEA76C-2622-4EB7-8E3C-5D3139421A35}" destId="{4169450B-736D-4840-9A71-62ABE9388D70}" srcOrd="0" destOrd="0" presId="urn:microsoft.com/office/officeart/2005/8/layout/vList2"/>
    <dgm:cxn modelId="{BCEFE72C-63D6-4DF0-8959-000CFCAC28E2}" type="presOf" srcId="{2AA34DD1-03EF-4655-833B-375277135636}" destId="{6616D614-ED86-4428-9316-6643E8091D2E}" srcOrd="0" destOrd="0" presId="urn:microsoft.com/office/officeart/2005/8/layout/vList2"/>
    <dgm:cxn modelId="{DD733A57-87F7-4A41-BD27-04A99BAB5AA1}" srcId="{2AA34DD1-03EF-4655-833B-375277135636}" destId="{A42F4E91-311D-4A18-98AD-680EC5D703FB}" srcOrd="1" destOrd="0" parTransId="{5412B2B5-B775-47D5-8DA8-623571196477}" sibTransId="{B3C48DA5-CD53-422F-A42C-B12085072F8C}"/>
    <dgm:cxn modelId="{0C923D8D-4983-4F54-888D-40B315F6EF35}" type="presOf" srcId="{A42F4E91-311D-4A18-98AD-680EC5D703FB}" destId="{36E9638E-E961-4186-8BC9-A26C23135C43}" srcOrd="0" destOrd="0" presId="urn:microsoft.com/office/officeart/2005/8/layout/vList2"/>
    <dgm:cxn modelId="{DA6A1D8E-3540-451D-BEE7-CF2FD79DCC12}" srcId="{2AA34DD1-03EF-4655-833B-375277135636}" destId="{9D6A4440-4AE5-4B26-8C93-DF6C48ABC125}" srcOrd="3" destOrd="0" parTransId="{C7A490B9-C168-4EF6-BF2B-91F26F4DE714}" sibTransId="{EA44A68E-E767-423A-9978-40A522A02F02}"/>
    <dgm:cxn modelId="{737DCEC2-9972-4E45-8BEE-4D358DE6F44E}" type="presOf" srcId="{6820D101-910A-43F1-A3F7-67A2AA1473D0}" destId="{AD19C919-68D3-4500-A6E4-3391CB200914}" srcOrd="0" destOrd="0" presId="urn:microsoft.com/office/officeart/2005/8/layout/vList2"/>
    <dgm:cxn modelId="{BFC6C8D5-C6DB-4B46-B897-A22B9F2EADA5}" type="presOf" srcId="{9D6A4440-4AE5-4B26-8C93-DF6C48ABC125}" destId="{2E40ED57-8901-4939-89BD-87A8320D5F84}" srcOrd="0" destOrd="0" presId="urn:microsoft.com/office/officeart/2005/8/layout/vList2"/>
    <dgm:cxn modelId="{4607DCF5-CE4A-4BE4-80E4-155EEFE93268}" srcId="{2AA34DD1-03EF-4655-833B-375277135636}" destId="{6820D101-910A-43F1-A3F7-67A2AA1473D0}" srcOrd="0" destOrd="0" parTransId="{D20C7519-AB98-4616-8F27-D633EFC411D3}" sibTransId="{14C9E574-1061-44CA-AE67-2923869412E7}"/>
    <dgm:cxn modelId="{B5B95DFA-1942-4B19-9C7C-7B8F268C2EA2}" srcId="{2AA34DD1-03EF-4655-833B-375277135636}" destId="{B5EEA76C-2622-4EB7-8E3C-5D3139421A35}" srcOrd="2" destOrd="0" parTransId="{2CDA1140-B518-426B-ADC6-6CAD3E3025D5}" sibTransId="{30F72437-882E-46E0-8EE6-19367574C936}"/>
    <dgm:cxn modelId="{79CF70DE-D14E-49A1-A038-014DB369007F}" type="presParOf" srcId="{6616D614-ED86-4428-9316-6643E8091D2E}" destId="{AD19C919-68D3-4500-A6E4-3391CB200914}" srcOrd="0" destOrd="0" presId="urn:microsoft.com/office/officeart/2005/8/layout/vList2"/>
    <dgm:cxn modelId="{6A78BA97-485B-4238-A01B-BCBD25215D6F}" type="presParOf" srcId="{6616D614-ED86-4428-9316-6643E8091D2E}" destId="{8956B62A-87B8-4654-8841-539F5EC90C02}" srcOrd="1" destOrd="0" presId="urn:microsoft.com/office/officeart/2005/8/layout/vList2"/>
    <dgm:cxn modelId="{D1CD5DCB-3336-447C-AABD-FFEE7680A709}" type="presParOf" srcId="{6616D614-ED86-4428-9316-6643E8091D2E}" destId="{36E9638E-E961-4186-8BC9-A26C23135C43}" srcOrd="2" destOrd="0" presId="urn:microsoft.com/office/officeart/2005/8/layout/vList2"/>
    <dgm:cxn modelId="{6C0BEDC4-DD7A-44C7-92DE-3B8FFC51AFFF}" type="presParOf" srcId="{6616D614-ED86-4428-9316-6643E8091D2E}" destId="{D6569AE2-86B1-44DE-8C20-A6FDEF88BA20}" srcOrd="3" destOrd="0" presId="urn:microsoft.com/office/officeart/2005/8/layout/vList2"/>
    <dgm:cxn modelId="{5072D814-5A9A-40E1-ACB1-FE01DC227D22}" type="presParOf" srcId="{6616D614-ED86-4428-9316-6643E8091D2E}" destId="{4169450B-736D-4840-9A71-62ABE9388D70}" srcOrd="4" destOrd="0" presId="urn:microsoft.com/office/officeart/2005/8/layout/vList2"/>
    <dgm:cxn modelId="{00B31CA5-3DE9-4ADC-866D-BD5DED87AF84}" type="presParOf" srcId="{6616D614-ED86-4428-9316-6643E8091D2E}" destId="{4E172E0F-2BB2-4169-98FB-341A7607F715}" srcOrd="5" destOrd="0" presId="urn:microsoft.com/office/officeart/2005/8/layout/vList2"/>
    <dgm:cxn modelId="{F6281515-7542-4FF8-9311-C6AF2E5CD086}" type="presParOf" srcId="{6616D614-ED86-4428-9316-6643E8091D2E}" destId="{2E40ED57-8901-4939-89BD-87A8320D5F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F350F590-F934-4D56-A158-DB9180E8A1D8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501B42-ECA5-41E5-B2D3-68D484B6CB9A}">
      <dgm:prSet/>
      <dgm:spPr/>
      <dgm:t>
        <a:bodyPr/>
        <a:lstStyle/>
        <a:p>
          <a:r>
            <a:rPr lang="uk-UA" b="0" i="0"/>
            <a:t>П. Тичиною.</a:t>
          </a:r>
          <a:endParaRPr lang="uk-UA"/>
        </a:p>
      </dgm:t>
    </dgm:pt>
    <dgm:pt modelId="{3AF631DE-3ABF-4E17-80A3-49DBA9AADC7A}" type="parTrans" cxnId="{5C1CAEC1-2CD8-4496-ADE6-1CC325B81B8E}">
      <dgm:prSet/>
      <dgm:spPr/>
      <dgm:t>
        <a:bodyPr/>
        <a:lstStyle/>
        <a:p>
          <a:endParaRPr lang="uk-UA"/>
        </a:p>
      </dgm:t>
    </dgm:pt>
    <dgm:pt modelId="{9AF1CE4D-EB69-402E-834F-6FC938F6A40C}" type="sibTrans" cxnId="{5C1CAEC1-2CD8-4496-ADE6-1CC325B81B8E}">
      <dgm:prSet/>
      <dgm:spPr/>
      <dgm:t>
        <a:bodyPr/>
        <a:lstStyle/>
        <a:p>
          <a:endParaRPr lang="uk-UA"/>
        </a:p>
      </dgm:t>
    </dgm:pt>
    <dgm:pt modelId="{1B5B12B0-5E9C-4662-A29D-38928E8B3875}">
      <dgm:prSet/>
      <dgm:spPr/>
      <dgm:t>
        <a:bodyPr/>
        <a:lstStyle/>
        <a:p>
          <a:r>
            <a:rPr lang="uk-UA" b="0" i="0"/>
            <a:t>М. Рильським.</a:t>
          </a:r>
          <a:endParaRPr lang="uk-UA"/>
        </a:p>
      </dgm:t>
    </dgm:pt>
    <dgm:pt modelId="{45B0DED1-31A2-4BA9-B2AF-997CA6141DFF}" type="parTrans" cxnId="{F43CF771-71BD-4187-98B9-6DF898373555}">
      <dgm:prSet/>
      <dgm:spPr/>
      <dgm:t>
        <a:bodyPr/>
        <a:lstStyle/>
        <a:p>
          <a:endParaRPr lang="uk-UA"/>
        </a:p>
      </dgm:t>
    </dgm:pt>
    <dgm:pt modelId="{90CF28D1-C014-464D-9E56-3EADC26244A9}" type="sibTrans" cxnId="{F43CF771-71BD-4187-98B9-6DF898373555}">
      <dgm:prSet/>
      <dgm:spPr/>
      <dgm:t>
        <a:bodyPr/>
        <a:lstStyle/>
        <a:p>
          <a:endParaRPr lang="uk-UA"/>
        </a:p>
      </dgm:t>
    </dgm:pt>
    <dgm:pt modelId="{B3CA3A96-15F8-4279-BCB7-B870D09C0ACC}">
      <dgm:prSet/>
      <dgm:spPr/>
      <dgm:t>
        <a:bodyPr/>
        <a:lstStyle/>
        <a:p>
          <a:r>
            <a:rPr lang="uk-UA" b="0" i="0"/>
            <a:t>Ю. Яновським.</a:t>
          </a:r>
          <a:endParaRPr lang="uk-UA"/>
        </a:p>
      </dgm:t>
    </dgm:pt>
    <dgm:pt modelId="{9D0B7375-4902-46DF-A0F9-272A62D4DDCA}" type="parTrans" cxnId="{9BA51EEF-920D-4F6D-9CAB-3E5768EABBCA}">
      <dgm:prSet/>
      <dgm:spPr/>
      <dgm:t>
        <a:bodyPr/>
        <a:lstStyle/>
        <a:p>
          <a:endParaRPr lang="uk-UA"/>
        </a:p>
      </dgm:t>
    </dgm:pt>
    <dgm:pt modelId="{9315C35D-D75D-4015-BD36-0F719368C780}" type="sibTrans" cxnId="{9BA51EEF-920D-4F6D-9CAB-3E5768EABBCA}">
      <dgm:prSet/>
      <dgm:spPr/>
      <dgm:t>
        <a:bodyPr/>
        <a:lstStyle/>
        <a:p>
          <a:endParaRPr lang="uk-UA"/>
        </a:p>
      </dgm:t>
    </dgm:pt>
    <dgm:pt modelId="{C19D4DBA-881B-4EBF-9064-075B88449A2D}">
      <dgm:prSet/>
      <dgm:spPr/>
      <dgm:t>
        <a:bodyPr/>
        <a:lstStyle/>
        <a:p>
          <a:r>
            <a:rPr lang="uk-UA" b="0" i="0"/>
            <a:t>М. Хвильовим.</a:t>
          </a:r>
          <a:endParaRPr lang="uk-UA"/>
        </a:p>
      </dgm:t>
    </dgm:pt>
    <dgm:pt modelId="{5F781655-166A-4F68-A2F5-8B7F33049931}" type="parTrans" cxnId="{737EC77A-79CE-427D-BC75-8F928DF9499B}">
      <dgm:prSet/>
      <dgm:spPr/>
      <dgm:t>
        <a:bodyPr/>
        <a:lstStyle/>
        <a:p>
          <a:endParaRPr lang="uk-UA"/>
        </a:p>
      </dgm:t>
    </dgm:pt>
    <dgm:pt modelId="{F10BBAE1-6E4D-404F-8369-DDF48FDE29A8}" type="sibTrans" cxnId="{737EC77A-79CE-427D-BC75-8F928DF9499B}">
      <dgm:prSet/>
      <dgm:spPr/>
      <dgm:t>
        <a:bodyPr/>
        <a:lstStyle/>
        <a:p>
          <a:endParaRPr lang="uk-UA"/>
        </a:p>
      </dgm:t>
    </dgm:pt>
    <dgm:pt modelId="{71AA17DC-7F33-4ACF-A81D-B3DE4DC38BB1}" type="pres">
      <dgm:prSet presAssocID="{F350F590-F934-4D56-A158-DB9180E8A1D8}" presName="Name0" presStyleCnt="0">
        <dgm:presLayoutVars>
          <dgm:dir/>
        </dgm:presLayoutVars>
      </dgm:prSet>
      <dgm:spPr/>
    </dgm:pt>
    <dgm:pt modelId="{40E6032A-6C99-4017-BB90-B6D5A35CF5AE}" type="pres">
      <dgm:prSet presAssocID="{19501B42-ECA5-41E5-B2D3-68D484B6CB9A}" presName="noChildren" presStyleCnt="0"/>
      <dgm:spPr/>
    </dgm:pt>
    <dgm:pt modelId="{32DB6ED4-A719-4442-B16D-6841279D77D0}" type="pres">
      <dgm:prSet presAssocID="{19501B42-ECA5-41E5-B2D3-68D484B6CB9A}" presName="gap" presStyleCnt="0"/>
      <dgm:spPr/>
    </dgm:pt>
    <dgm:pt modelId="{D146657B-2549-4483-8E4C-DFFB19F72D55}" type="pres">
      <dgm:prSet presAssocID="{19501B42-ECA5-41E5-B2D3-68D484B6CB9A}" presName="medCircle2" presStyleLbl="vennNode1" presStyleIdx="0" presStyleCnt="4"/>
      <dgm:spPr/>
    </dgm:pt>
    <dgm:pt modelId="{0809C1B7-A232-415E-8C35-12BA89A194CA}" type="pres">
      <dgm:prSet presAssocID="{19501B42-ECA5-41E5-B2D3-68D484B6CB9A}" presName="txLvlOnly1" presStyleLbl="revTx" presStyleIdx="0" presStyleCnt="4"/>
      <dgm:spPr/>
    </dgm:pt>
    <dgm:pt modelId="{DA32122D-4E93-48FC-A08D-37174A5009C3}" type="pres">
      <dgm:prSet presAssocID="{1B5B12B0-5E9C-4662-A29D-38928E8B3875}" presName="noChildren" presStyleCnt="0"/>
      <dgm:spPr/>
    </dgm:pt>
    <dgm:pt modelId="{A5700E57-2085-496A-95FF-0D10C74BEF1A}" type="pres">
      <dgm:prSet presAssocID="{1B5B12B0-5E9C-4662-A29D-38928E8B3875}" presName="gap" presStyleCnt="0"/>
      <dgm:spPr/>
    </dgm:pt>
    <dgm:pt modelId="{04709DBF-2E32-4493-BC1F-716E5B15320B}" type="pres">
      <dgm:prSet presAssocID="{1B5B12B0-5E9C-4662-A29D-38928E8B3875}" presName="medCircle2" presStyleLbl="vennNode1" presStyleIdx="1" presStyleCnt="4"/>
      <dgm:spPr/>
    </dgm:pt>
    <dgm:pt modelId="{965F3C6E-74AC-4D07-9025-8EEB5F5CA009}" type="pres">
      <dgm:prSet presAssocID="{1B5B12B0-5E9C-4662-A29D-38928E8B3875}" presName="txLvlOnly1" presStyleLbl="revTx" presStyleIdx="1" presStyleCnt="4"/>
      <dgm:spPr/>
    </dgm:pt>
    <dgm:pt modelId="{E3D5FFA9-F551-4FBD-A360-BAE5B48B34D7}" type="pres">
      <dgm:prSet presAssocID="{B3CA3A96-15F8-4279-BCB7-B870D09C0ACC}" presName="noChildren" presStyleCnt="0"/>
      <dgm:spPr/>
    </dgm:pt>
    <dgm:pt modelId="{9C02C48A-A496-4571-8B7D-ED6230F5B917}" type="pres">
      <dgm:prSet presAssocID="{B3CA3A96-15F8-4279-BCB7-B870D09C0ACC}" presName="gap" presStyleCnt="0"/>
      <dgm:spPr/>
    </dgm:pt>
    <dgm:pt modelId="{6816DD4C-DF64-47C3-B8D6-8B853F3AEAF3}" type="pres">
      <dgm:prSet presAssocID="{B3CA3A96-15F8-4279-BCB7-B870D09C0ACC}" presName="medCircle2" presStyleLbl="vennNode1" presStyleIdx="2" presStyleCnt="4"/>
      <dgm:spPr/>
    </dgm:pt>
    <dgm:pt modelId="{5C79941D-F4A4-4515-9A28-E3793F09A1C8}" type="pres">
      <dgm:prSet presAssocID="{B3CA3A96-15F8-4279-BCB7-B870D09C0ACC}" presName="txLvlOnly1" presStyleLbl="revTx" presStyleIdx="2" presStyleCnt="4"/>
      <dgm:spPr/>
    </dgm:pt>
    <dgm:pt modelId="{D2E2D4B2-37FA-4F4C-9FDA-ACCA28794E85}" type="pres">
      <dgm:prSet presAssocID="{C19D4DBA-881B-4EBF-9064-075B88449A2D}" presName="noChildren" presStyleCnt="0"/>
      <dgm:spPr/>
    </dgm:pt>
    <dgm:pt modelId="{4BE489B9-385B-46EE-AFB9-6D65F20258AA}" type="pres">
      <dgm:prSet presAssocID="{C19D4DBA-881B-4EBF-9064-075B88449A2D}" presName="gap" presStyleCnt="0"/>
      <dgm:spPr/>
    </dgm:pt>
    <dgm:pt modelId="{86E08737-C568-4F32-8171-321F877C7A8D}" type="pres">
      <dgm:prSet presAssocID="{C19D4DBA-881B-4EBF-9064-075B88449A2D}" presName="medCircle2" presStyleLbl="vennNode1" presStyleIdx="3" presStyleCnt="4"/>
      <dgm:spPr/>
    </dgm:pt>
    <dgm:pt modelId="{69C4E148-9FCA-4D0B-888A-42DA141F6D11}" type="pres">
      <dgm:prSet presAssocID="{C19D4DBA-881B-4EBF-9064-075B88449A2D}" presName="txLvlOnly1" presStyleLbl="revTx" presStyleIdx="3" presStyleCnt="4"/>
      <dgm:spPr/>
    </dgm:pt>
  </dgm:ptLst>
  <dgm:cxnLst>
    <dgm:cxn modelId="{74BF1802-A40D-481F-BB0F-F7FEDDF66A3C}" type="presOf" srcId="{1B5B12B0-5E9C-4662-A29D-38928E8B3875}" destId="{965F3C6E-74AC-4D07-9025-8EEB5F5CA009}" srcOrd="0" destOrd="0" presId="urn:microsoft.com/office/officeart/2008/layout/VerticalCircleList"/>
    <dgm:cxn modelId="{E1DD5620-B2E7-46B5-9DC2-3E2D07DC6AFA}" type="presOf" srcId="{B3CA3A96-15F8-4279-BCB7-B870D09C0ACC}" destId="{5C79941D-F4A4-4515-9A28-E3793F09A1C8}" srcOrd="0" destOrd="0" presId="urn:microsoft.com/office/officeart/2008/layout/VerticalCircleList"/>
    <dgm:cxn modelId="{909D1D41-26A8-4A28-84DC-87C9B2AEAFA0}" type="presOf" srcId="{19501B42-ECA5-41E5-B2D3-68D484B6CB9A}" destId="{0809C1B7-A232-415E-8C35-12BA89A194CA}" srcOrd="0" destOrd="0" presId="urn:microsoft.com/office/officeart/2008/layout/VerticalCircleList"/>
    <dgm:cxn modelId="{F43CF771-71BD-4187-98B9-6DF898373555}" srcId="{F350F590-F934-4D56-A158-DB9180E8A1D8}" destId="{1B5B12B0-5E9C-4662-A29D-38928E8B3875}" srcOrd="1" destOrd="0" parTransId="{45B0DED1-31A2-4BA9-B2AF-997CA6141DFF}" sibTransId="{90CF28D1-C014-464D-9E56-3EADC26244A9}"/>
    <dgm:cxn modelId="{4F4A9B77-7AA8-4429-B765-D339B47D3C79}" type="presOf" srcId="{C19D4DBA-881B-4EBF-9064-075B88449A2D}" destId="{69C4E148-9FCA-4D0B-888A-42DA141F6D11}" srcOrd="0" destOrd="0" presId="urn:microsoft.com/office/officeart/2008/layout/VerticalCircleList"/>
    <dgm:cxn modelId="{737EC77A-79CE-427D-BC75-8F928DF9499B}" srcId="{F350F590-F934-4D56-A158-DB9180E8A1D8}" destId="{C19D4DBA-881B-4EBF-9064-075B88449A2D}" srcOrd="3" destOrd="0" parTransId="{5F781655-166A-4F68-A2F5-8B7F33049931}" sibTransId="{F10BBAE1-6E4D-404F-8369-DDF48FDE29A8}"/>
    <dgm:cxn modelId="{5C1CAEC1-2CD8-4496-ADE6-1CC325B81B8E}" srcId="{F350F590-F934-4D56-A158-DB9180E8A1D8}" destId="{19501B42-ECA5-41E5-B2D3-68D484B6CB9A}" srcOrd="0" destOrd="0" parTransId="{3AF631DE-3ABF-4E17-80A3-49DBA9AADC7A}" sibTransId="{9AF1CE4D-EB69-402E-834F-6FC938F6A40C}"/>
    <dgm:cxn modelId="{9BA51EEF-920D-4F6D-9CAB-3E5768EABBCA}" srcId="{F350F590-F934-4D56-A158-DB9180E8A1D8}" destId="{B3CA3A96-15F8-4279-BCB7-B870D09C0ACC}" srcOrd="2" destOrd="0" parTransId="{9D0B7375-4902-46DF-A0F9-272A62D4DDCA}" sibTransId="{9315C35D-D75D-4015-BD36-0F719368C780}"/>
    <dgm:cxn modelId="{4EF954FA-0F2B-4ECC-AC58-14CD281F795A}" type="presOf" srcId="{F350F590-F934-4D56-A158-DB9180E8A1D8}" destId="{71AA17DC-7F33-4ACF-A81D-B3DE4DC38BB1}" srcOrd="0" destOrd="0" presId="urn:microsoft.com/office/officeart/2008/layout/VerticalCircleList"/>
    <dgm:cxn modelId="{04ABD8B4-287D-498B-BECB-5C9BFA13BFB0}" type="presParOf" srcId="{71AA17DC-7F33-4ACF-A81D-B3DE4DC38BB1}" destId="{40E6032A-6C99-4017-BB90-B6D5A35CF5AE}" srcOrd="0" destOrd="0" presId="urn:microsoft.com/office/officeart/2008/layout/VerticalCircleList"/>
    <dgm:cxn modelId="{C2C1F678-41F8-4052-91B3-4CD3981590B0}" type="presParOf" srcId="{40E6032A-6C99-4017-BB90-B6D5A35CF5AE}" destId="{32DB6ED4-A719-4442-B16D-6841279D77D0}" srcOrd="0" destOrd="0" presId="urn:microsoft.com/office/officeart/2008/layout/VerticalCircleList"/>
    <dgm:cxn modelId="{8F7ED0F4-F23F-4585-A10F-6940AC76767F}" type="presParOf" srcId="{40E6032A-6C99-4017-BB90-B6D5A35CF5AE}" destId="{D146657B-2549-4483-8E4C-DFFB19F72D55}" srcOrd="1" destOrd="0" presId="urn:microsoft.com/office/officeart/2008/layout/VerticalCircleList"/>
    <dgm:cxn modelId="{CDC99FDF-0A8C-4C67-B579-C9F1BA9A1972}" type="presParOf" srcId="{40E6032A-6C99-4017-BB90-B6D5A35CF5AE}" destId="{0809C1B7-A232-415E-8C35-12BA89A194CA}" srcOrd="2" destOrd="0" presId="urn:microsoft.com/office/officeart/2008/layout/VerticalCircleList"/>
    <dgm:cxn modelId="{4408BB9C-FBD9-4A4B-AAE7-902E555470E6}" type="presParOf" srcId="{71AA17DC-7F33-4ACF-A81D-B3DE4DC38BB1}" destId="{DA32122D-4E93-48FC-A08D-37174A5009C3}" srcOrd="1" destOrd="0" presId="urn:microsoft.com/office/officeart/2008/layout/VerticalCircleList"/>
    <dgm:cxn modelId="{30103EFB-4166-4BBA-B067-8DB96351FF3C}" type="presParOf" srcId="{DA32122D-4E93-48FC-A08D-37174A5009C3}" destId="{A5700E57-2085-496A-95FF-0D10C74BEF1A}" srcOrd="0" destOrd="0" presId="urn:microsoft.com/office/officeart/2008/layout/VerticalCircleList"/>
    <dgm:cxn modelId="{9BA04716-773B-432F-89C5-131FE7D55D30}" type="presParOf" srcId="{DA32122D-4E93-48FC-A08D-37174A5009C3}" destId="{04709DBF-2E32-4493-BC1F-716E5B15320B}" srcOrd="1" destOrd="0" presId="urn:microsoft.com/office/officeart/2008/layout/VerticalCircleList"/>
    <dgm:cxn modelId="{2780AFD5-4B1A-48F9-BB00-82E880463AD3}" type="presParOf" srcId="{DA32122D-4E93-48FC-A08D-37174A5009C3}" destId="{965F3C6E-74AC-4D07-9025-8EEB5F5CA009}" srcOrd="2" destOrd="0" presId="urn:microsoft.com/office/officeart/2008/layout/VerticalCircleList"/>
    <dgm:cxn modelId="{E5764A28-14EA-4A8B-AC9F-9BBC190A0D05}" type="presParOf" srcId="{71AA17DC-7F33-4ACF-A81D-B3DE4DC38BB1}" destId="{E3D5FFA9-F551-4FBD-A360-BAE5B48B34D7}" srcOrd="2" destOrd="0" presId="urn:microsoft.com/office/officeart/2008/layout/VerticalCircleList"/>
    <dgm:cxn modelId="{AFD827C7-FB7F-4113-BBEB-EB6C4485374C}" type="presParOf" srcId="{E3D5FFA9-F551-4FBD-A360-BAE5B48B34D7}" destId="{9C02C48A-A496-4571-8B7D-ED6230F5B917}" srcOrd="0" destOrd="0" presId="urn:microsoft.com/office/officeart/2008/layout/VerticalCircleList"/>
    <dgm:cxn modelId="{68CA0BDE-A4C5-4108-8355-1D499B9F4FCF}" type="presParOf" srcId="{E3D5FFA9-F551-4FBD-A360-BAE5B48B34D7}" destId="{6816DD4C-DF64-47C3-B8D6-8B853F3AEAF3}" srcOrd="1" destOrd="0" presId="urn:microsoft.com/office/officeart/2008/layout/VerticalCircleList"/>
    <dgm:cxn modelId="{F16EEF21-8D61-4401-8DEC-1502B8C4FF8D}" type="presParOf" srcId="{E3D5FFA9-F551-4FBD-A360-BAE5B48B34D7}" destId="{5C79941D-F4A4-4515-9A28-E3793F09A1C8}" srcOrd="2" destOrd="0" presId="urn:microsoft.com/office/officeart/2008/layout/VerticalCircleList"/>
    <dgm:cxn modelId="{68245BE8-2628-4E0D-9BA8-64E2FAB57C92}" type="presParOf" srcId="{71AA17DC-7F33-4ACF-A81D-B3DE4DC38BB1}" destId="{D2E2D4B2-37FA-4F4C-9FDA-ACCA28794E85}" srcOrd="3" destOrd="0" presId="urn:microsoft.com/office/officeart/2008/layout/VerticalCircleList"/>
    <dgm:cxn modelId="{204D748E-D139-4BDA-B923-6A79BC75D522}" type="presParOf" srcId="{D2E2D4B2-37FA-4F4C-9FDA-ACCA28794E85}" destId="{4BE489B9-385B-46EE-AFB9-6D65F20258AA}" srcOrd="0" destOrd="0" presId="urn:microsoft.com/office/officeart/2008/layout/VerticalCircleList"/>
    <dgm:cxn modelId="{7D7BDB3C-8BAD-423A-AB63-9292A723EC52}" type="presParOf" srcId="{D2E2D4B2-37FA-4F4C-9FDA-ACCA28794E85}" destId="{86E08737-C568-4F32-8171-321F877C7A8D}" srcOrd="1" destOrd="0" presId="urn:microsoft.com/office/officeart/2008/layout/VerticalCircleList"/>
    <dgm:cxn modelId="{C8F6D07D-B066-4B21-BC67-2564228F29C7}" type="presParOf" srcId="{D2E2D4B2-37FA-4F4C-9FDA-ACCA28794E85}" destId="{69C4E148-9FCA-4D0B-888A-42DA141F6D11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DB6235E-F2C0-4BFC-9551-559A60A3CB0D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619762-5788-45B4-9BE6-A3FC384E4122}">
      <dgm:prSet/>
      <dgm:spPr/>
      <dgm:t>
        <a:bodyPr/>
        <a:lstStyle/>
        <a:p>
          <a:r>
            <a:rPr lang="ru-RU" b="0" i="0"/>
            <a:t>М. Зерова</a:t>
          </a:r>
          <a:endParaRPr lang="uk-UA"/>
        </a:p>
      </dgm:t>
    </dgm:pt>
    <dgm:pt modelId="{4FCA94C7-F203-43BA-8C60-E32FA0CFC6DA}" type="parTrans" cxnId="{E7024024-A873-40D0-A016-6B93AA4D8B99}">
      <dgm:prSet/>
      <dgm:spPr/>
      <dgm:t>
        <a:bodyPr/>
        <a:lstStyle/>
        <a:p>
          <a:endParaRPr lang="uk-UA"/>
        </a:p>
      </dgm:t>
    </dgm:pt>
    <dgm:pt modelId="{55D3BFCD-DE0E-4E15-B355-F88899170DA9}" type="sibTrans" cxnId="{E7024024-A873-40D0-A016-6B93AA4D8B99}">
      <dgm:prSet/>
      <dgm:spPr/>
      <dgm:t>
        <a:bodyPr/>
        <a:lstStyle/>
        <a:p>
          <a:endParaRPr lang="uk-UA"/>
        </a:p>
      </dgm:t>
    </dgm:pt>
    <dgm:pt modelId="{D6BD5A35-97C1-4BF6-BE96-C8A775DE6A50}">
      <dgm:prSet/>
      <dgm:spPr/>
      <dgm:t>
        <a:bodyPr/>
        <a:lstStyle/>
        <a:p>
          <a:r>
            <a:rPr lang="ru-RU" b="0" i="0"/>
            <a:t>Л. Курбаса</a:t>
          </a:r>
          <a:endParaRPr lang="uk-UA"/>
        </a:p>
      </dgm:t>
    </dgm:pt>
    <dgm:pt modelId="{07545667-BD11-4790-AD0A-9C612B075544}" type="parTrans" cxnId="{9E0B60AB-A7F7-4E3E-B810-52176DF6634F}">
      <dgm:prSet/>
      <dgm:spPr/>
      <dgm:t>
        <a:bodyPr/>
        <a:lstStyle/>
        <a:p>
          <a:endParaRPr lang="uk-UA"/>
        </a:p>
      </dgm:t>
    </dgm:pt>
    <dgm:pt modelId="{DA46BF5B-C103-493C-9EDD-72A956ACFD36}" type="sibTrans" cxnId="{9E0B60AB-A7F7-4E3E-B810-52176DF6634F}">
      <dgm:prSet/>
      <dgm:spPr/>
      <dgm:t>
        <a:bodyPr/>
        <a:lstStyle/>
        <a:p>
          <a:endParaRPr lang="uk-UA"/>
        </a:p>
      </dgm:t>
    </dgm:pt>
    <dgm:pt modelId="{A8AECF13-57D1-4CF9-BFE6-B06357B82C90}">
      <dgm:prSet/>
      <dgm:spPr/>
      <dgm:t>
        <a:bodyPr/>
        <a:lstStyle/>
        <a:p>
          <a:r>
            <a:rPr lang="ru-RU" b="0" i="0"/>
            <a:t>М. Хвильового</a:t>
          </a:r>
          <a:endParaRPr lang="uk-UA"/>
        </a:p>
      </dgm:t>
    </dgm:pt>
    <dgm:pt modelId="{576D8FCE-9A3A-45AC-B7A6-7758EE464351}" type="parTrans" cxnId="{8969E784-C236-4D7B-94A9-5477C2A9B273}">
      <dgm:prSet/>
      <dgm:spPr/>
      <dgm:t>
        <a:bodyPr/>
        <a:lstStyle/>
        <a:p>
          <a:endParaRPr lang="uk-UA"/>
        </a:p>
      </dgm:t>
    </dgm:pt>
    <dgm:pt modelId="{9822E2B0-C4BE-4341-ADC0-6CE577D657A9}" type="sibTrans" cxnId="{8969E784-C236-4D7B-94A9-5477C2A9B273}">
      <dgm:prSet/>
      <dgm:spPr/>
      <dgm:t>
        <a:bodyPr/>
        <a:lstStyle/>
        <a:p>
          <a:endParaRPr lang="uk-UA"/>
        </a:p>
      </dgm:t>
    </dgm:pt>
    <dgm:pt modelId="{5A9ADE2C-970C-4C01-95C2-77388EE014BE}">
      <dgm:prSet/>
      <dgm:spPr/>
      <dgm:t>
        <a:bodyPr/>
        <a:lstStyle/>
        <a:p>
          <a:r>
            <a:rPr lang="ru-RU" b="0" i="0"/>
            <a:t>О. Довженка</a:t>
          </a:r>
          <a:endParaRPr lang="uk-UA"/>
        </a:p>
      </dgm:t>
    </dgm:pt>
    <dgm:pt modelId="{3E84CB80-D785-40D0-B314-43CE8A8BC081}" type="parTrans" cxnId="{EDAF1ECA-B398-4842-B380-D14D8331F4F3}">
      <dgm:prSet/>
      <dgm:spPr/>
      <dgm:t>
        <a:bodyPr/>
        <a:lstStyle/>
        <a:p>
          <a:endParaRPr lang="uk-UA"/>
        </a:p>
      </dgm:t>
    </dgm:pt>
    <dgm:pt modelId="{452E06CC-45F7-4A9D-8569-67C8304DB3FA}" type="sibTrans" cxnId="{EDAF1ECA-B398-4842-B380-D14D8331F4F3}">
      <dgm:prSet/>
      <dgm:spPr/>
      <dgm:t>
        <a:bodyPr/>
        <a:lstStyle/>
        <a:p>
          <a:endParaRPr lang="uk-UA"/>
        </a:p>
      </dgm:t>
    </dgm:pt>
    <dgm:pt modelId="{C6091E7E-74EB-43AC-8FD0-BDA452FFD2C6}" type="pres">
      <dgm:prSet presAssocID="{DDB6235E-F2C0-4BFC-9551-559A60A3CB0D}" presName="Name0" presStyleCnt="0">
        <dgm:presLayoutVars>
          <dgm:dir/>
        </dgm:presLayoutVars>
      </dgm:prSet>
      <dgm:spPr/>
    </dgm:pt>
    <dgm:pt modelId="{35736503-9B02-4DF7-B45D-C4A613856255}" type="pres">
      <dgm:prSet presAssocID="{B5619762-5788-45B4-9BE6-A3FC384E4122}" presName="noChildren" presStyleCnt="0"/>
      <dgm:spPr/>
    </dgm:pt>
    <dgm:pt modelId="{25AA4BE2-F925-4D53-B8B0-98B55273A392}" type="pres">
      <dgm:prSet presAssocID="{B5619762-5788-45B4-9BE6-A3FC384E4122}" presName="gap" presStyleCnt="0"/>
      <dgm:spPr/>
    </dgm:pt>
    <dgm:pt modelId="{81584860-69E0-4E44-B5D9-FEB60E4626A4}" type="pres">
      <dgm:prSet presAssocID="{B5619762-5788-45B4-9BE6-A3FC384E4122}" presName="medCircle2" presStyleLbl="vennNode1" presStyleIdx="0" presStyleCnt="4"/>
      <dgm:spPr/>
    </dgm:pt>
    <dgm:pt modelId="{F9174303-176C-4004-B810-2C1EC076ABDD}" type="pres">
      <dgm:prSet presAssocID="{B5619762-5788-45B4-9BE6-A3FC384E4122}" presName="txLvlOnly1" presStyleLbl="revTx" presStyleIdx="0" presStyleCnt="4"/>
      <dgm:spPr/>
    </dgm:pt>
    <dgm:pt modelId="{CF946338-BE4A-4B6E-AD45-562CD65D9564}" type="pres">
      <dgm:prSet presAssocID="{D6BD5A35-97C1-4BF6-BE96-C8A775DE6A50}" presName="noChildren" presStyleCnt="0"/>
      <dgm:spPr/>
    </dgm:pt>
    <dgm:pt modelId="{F77A233D-E577-4C60-B527-5954BFD1A875}" type="pres">
      <dgm:prSet presAssocID="{D6BD5A35-97C1-4BF6-BE96-C8A775DE6A50}" presName="gap" presStyleCnt="0"/>
      <dgm:spPr/>
    </dgm:pt>
    <dgm:pt modelId="{78C13CDE-B263-4623-8E9C-082431043107}" type="pres">
      <dgm:prSet presAssocID="{D6BD5A35-97C1-4BF6-BE96-C8A775DE6A50}" presName="medCircle2" presStyleLbl="vennNode1" presStyleIdx="1" presStyleCnt="4"/>
      <dgm:spPr/>
    </dgm:pt>
    <dgm:pt modelId="{46728BD8-0062-433E-B8B2-0917B2B57DC0}" type="pres">
      <dgm:prSet presAssocID="{D6BD5A35-97C1-4BF6-BE96-C8A775DE6A50}" presName="txLvlOnly1" presStyleLbl="revTx" presStyleIdx="1" presStyleCnt="4"/>
      <dgm:spPr/>
    </dgm:pt>
    <dgm:pt modelId="{4E45FDBF-D23C-4A68-8C8A-F0F08DD40DFE}" type="pres">
      <dgm:prSet presAssocID="{A8AECF13-57D1-4CF9-BFE6-B06357B82C90}" presName="noChildren" presStyleCnt="0"/>
      <dgm:spPr/>
    </dgm:pt>
    <dgm:pt modelId="{15155860-7005-4C5F-A393-6CB40806BB4F}" type="pres">
      <dgm:prSet presAssocID="{A8AECF13-57D1-4CF9-BFE6-B06357B82C90}" presName="gap" presStyleCnt="0"/>
      <dgm:spPr/>
    </dgm:pt>
    <dgm:pt modelId="{24549716-47CA-468A-B165-67B118BE7212}" type="pres">
      <dgm:prSet presAssocID="{A8AECF13-57D1-4CF9-BFE6-B06357B82C90}" presName="medCircle2" presStyleLbl="vennNode1" presStyleIdx="2" presStyleCnt="4"/>
      <dgm:spPr/>
    </dgm:pt>
    <dgm:pt modelId="{6CE5FFA8-B360-4768-A628-D38DB25186FA}" type="pres">
      <dgm:prSet presAssocID="{A8AECF13-57D1-4CF9-BFE6-B06357B82C90}" presName="txLvlOnly1" presStyleLbl="revTx" presStyleIdx="2" presStyleCnt="4"/>
      <dgm:spPr/>
    </dgm:pt>
    <dgm:pt modelId="{7970AF16-4F4C-4E5A-A113-0BC87D7BE479}" type="pres">
      <dgm:prSet presAssocID="{5A9ADE2C-970C-4C01-95C2-77388EE014BE}" presName="noChildren" presStyleCnt="0"/>
      <dgm:spPr/>
    </dgm:pt>
    <dgm:pt modelId="{3D44BEC3-C245-40FE-A188-A5AD994FAFAB}" type="pres">
      <dgm:prSet presAssocID="{5A9ADE2C-970C-4C01-95C2-77388EE014BE}" presName="gap" presStyleCnt="0"/>
      <dgm:spPr/>
    </dgm:pt>
    <dgm:pt modelId="{F9D40A76-73C4-40F8-9578-ED667E15983B}" type="pres">
      <dgm:prSet presAssocID="{5A9ADE2C-970C-4C01-95C2-77388EE014BE}" presName="medCircle2" presStyleLbl="vennNode1" presStyleIdx="3" presStyleCnt="4"/>
      <dgm:spPr/>
    </dgm:pt>
    <dgm:pt modelId="{323D19C9-78EC-441D-8F7D-882E7F3B0D5E}" type="pres">
      <dgm:prSet presAssocID="{5A9ADE2C-970C-4C01-95C2-77388EE014BE}" presName="txLvlOnly1" presStyleLbl="revTx" presStyleIdx="3" presStyleCnt="4"/>
      <dgm:spPr/>
    </dgm:pt>
  </dgm:ptLst>
  <dgm:cxnLst>
    <dgm:cxn modelId="{070C1C01-77BC-4DDC-BFA0-EAD0579FBE82}" type="presOf" srcId="{DDB6235E-F2C0-4BFC-9551-559A60A3CB0D}" destId="{C6091E7E-74EB-43AC-8FD0-BDA452FFD2C6}" srcOrd="0" destOrd="0" presId="urn:microsoft.com/office/officeart/2008/layout/VerticalCircleList"/>
    <dgm:cxn modelId="{E7024024-A873-40D0-A016-6B93AA4D8B99}" srcId="{DDB6235E-F2C0-4BFC-9551-559A60A3CB0D}" destId="{B5619762-5788-45B4-9BE6-A3FC384E4122}" srcOrd="0" destOrd="0" parTransId="{4FCA94C7-F203-43BA-8C60-E32FA0CFC6DA}" sibTransId="{55D3BFCD-DE0E-4E15-B355-F88899170DA9}"/>
    <dgm:cxn modelId="{8969E784-C236-4D7B-94A9-5477C2A9B273}" srcId="{DDB6235E-F2C0-4BFC-9551-559A60A3CB0D}" destId="{A8AECF13-57D1-4CF9-BFE6-B06357B82C90}" srcOrd="2" destOrd="0" parTransId="{576D8FCE-9A3A-45AC-B7A6-7758EE464351}" sibTransId="{9822E2B0-C4BE-4341-ADC0-6CE577D657A9}"/>
    <dgm:cxn modelId="{69841389-36C9-4FDA-9074-AAD9A7DAE2F6}" type="presOf" srcId="{D6BD5A35-97C1-4BF6-BE96-C8A775DE6A50}" destId="{46728BD8-0062-433E-B8B2-0917B2B57DC0}" srcOrd="0" destOrd="0" presId="urn:microsoft.com/office/officeart/2008/layout/VerticalCircleList"/>
    <dgm:cxn modelId="{9E0B60AB-A7F7-4E3E-B810-52176DF6634F}" srcId="{DDB6235E-F2C0-4BFC-9551-559A60A3CB0D}" destId="{D6BD5A35-97C1-4BF6-BE96-C8A775DE6A50}" srcOrd="1" destOrd="0" parTransId="{07545667-BD11-4790-AD0A-9C612B075544}" sibTransId="{DA46BF5B-C103-493C-9EDD-72A956ACFD36}"/>
    <dgm:cxn modelId="{EDAF1ECA-B398-4842-B380-D14D8331F4F3}" srcId="{DDB6235E-F2C0-4BFC-9551-559A60A3CB0D}" destId="{5A9ADE2C-970C-4C01-95C2-77388EE014BE}" srcOrd="3" destOrd="0" parTransId="{3E84CB80-D785-40D0-B314-43CE8A8BC081}" sibTransId="{452E06CC-45F7-4A9D-8569-67C8304DB3FA}"/>
    <dgm:cxn modelId="{3FC616CD-D4B9-4C35-A989-D09429F42E44}" type="presOf" srcId="{5A9ADE2C-970C-4C01-95C2-77388EE014BE}" destId="{323D19C9-78EC-441D-8F7D-882E7F3B0D5E}" srcOrd="0" destOrd="0" presId="urn:microsoft.com/office/officeart/2008/layout/VerticalCircleList"/>
    <dgm:cxn modelId="{66379EDD-ACFE-4086-A959-AE5754CB6B5A}" type="presOf" srcId="{B5619762-5788-45B4-9BE6-A3FC384E4122}" destId="{F9174303-176C-4004-B810-2C1EC076ABDD}" srcOrd="0" destOrd="0" presId="urn:microsoft.com/office/officeart/2008/layout/VerticalCircleList"/>
    <dgm:cxn modelId="{9DB89AEE-7C35-403D-8FA8-31471FEABCAB}" type="presOf" srcId="{A8AECF13-57D1-4CF9-BFE6-B06357B82C90}" destId="{6CE5FFA8-B360-4768-A628-D38DB25186FA}" srcOrd="0" destOrd="0" presId="urn:microsoft.com/office/officeart/2008/layout/VerticalCircleList"/>
    <dgm:cxn modelId="{63890F4F-B773-46DF-A650-053E90C36FA2}" type="presParOf" srcId="{C6091E7E-74EB-43AC-8FD0-BDA452FFD2C6}" destId="{35736503-9B02-4DF7-B45D-C4A613856255}" srcOrd="0" destOrd="0" presId="urn:microsoft.com/office/officeart/2008/layout/VerticalCircleList"/>
    <dgm:cxn modelId="{D1D16C1D-027C-4A3D-8B4D-8CA8A427CBD8}" type="presParOf" srcId="{35736503-9B02-4DF7-B45D-C4A613856255}" destId="{25AA4BE2-F925-4D53-B8B0-98B55273A392}" srcOrd="0" destOrd="0" presId="urn:microsoft.com/office/officeart/2008/layout/VerticalCircleList"/>
    <dgm:cxn modelId="{1655B5C8-07CC-471E-BED5-1C19A6FE48C3}" type="presParOf" srcId="{35736503-9B02-4DF7-B45D-C4A613856255}" destId="{81584860-69E0-4E44-B5D9-FEB60E4626A4}" srcOrd="1" destOrd="0" presId="urn:microsoft.com/office/officeart/2008/layout/VerticalCircleList"/>
    <dgm:cxn modelId="{69C3B99E-11B1-446B-B4D9-C9C609BBAD1A}" type="presParOf" srcId="{35736503-9B02-4DF7-B45D-C4A613856255}" destId="{F9174303-176C-4004-B810-2C1EC076ABDD}" srcOrd="2" destOrd="0" presId="urn:microsoft.com/office/officeart/2008/layout/VerticalCircleList"/>
    <dgm:cxn modelId="{41C13938-FEDD-4DA7-AC7B-14C19FC0A0A8}" type="presParOf" srcId="{C6091E7E-74EB-43AC-8FD0-BDA452FFD2C6}" destId="{CF946338-BE4A-4B6E-AD45-562CD65D9564}" srcOrd="1" destOrd="0" presId="urn:microsoft.com/office/officeart/2008/layout/VerticalCircleList"/>
    <dgm:cxn modelId="{B5AEC73F-252B-48E5-949B-DA57C2800574}" type="presParOf" srcId="{CF946338-BE4A-4B6E-AD45-562CD65D9564}" destId="{F77A233D-E577-4C60-B527-5954BFD1A875}" srcOrd="0" destOrd="0" presId="urn:microsoft.com/office/officeart/2008/layout/VerticalCircleList"/>
    <dgm:cxn modelId="{DD897179-5431-440D-816C-CE40F9A9BAD6}" type="presParOf" srcId="{CF946338-BE4A-4B6E-AD45-562CD65D9564}" destId="{78C13CDE-B263-4623-8E9C-082431043107}" srcOrd="1" destOrd="0" presId="urn:microsoft.com/office/officeart/2008/layout/VerticalCircleList"/>
    <dgm:cxn modelId="{79A6807E-46AB-4309-8D11-87BEBF929EC1}" type="presParOf" srcId="{CF946338-BE4A-4B6E-AD45-562CD65D9564}" destId="{46728BD8-0062-433E-B8B2-0917B2B57DC0}" srcOrd="2" destOrd="0" presId="urn:microsoft.com/office/officeart/2008/layout/VerticalCircleList"/>
    <dgm:cxn modelId="{915AEC9F-EEB7-4860-A039-07808E67824B}" type="presParOf" srcId="{C6091E7E-74EB-43AC-8FD0-BDA452FFD2C6}" destId="{4E45FDBF-D23C-4A68-8C8A-F0F08DD40DFE}" srcOrd="2" destOrd="0" presId="urn:microsoft.com/office/officeart/2008/layout/VerticalCircleList"/>
    <dgm:cxn modelId="{0444F78D-2EFC-4B55-8AF1-42554EF86158}" type="presParOf" srcId="{4E45FDBF-D23C-4A68-8C8A-F0F08DD40DFE}" destId="{15155860-7005-4C5F-A393-6CB40806BB4F}" srcOrd="0" destOrd="0" presId="urn:microsoft.com/office/officeart/2008/layout/VerticalCircleList"/>
    <dgm:cxn modelId="{F29DB679-5CA9-4ED6-9100-D2E07E9C7A60}" type="presParOf" srcId="{4E45FDBF-D23C-4A68-8C8A-F0F08DD40DFE}" destId="{24549716-47CA-468A-B165-67B118BE7212}" srcOrd="1" destOrd="0" presId="urn:microsoft.com/office/officeart/2008/layout/VerticalCircleList"/>
    <dgm:cxn modelId="{DDE77305-37C6-48FE-A47F-AA91A795BCE2}" type="presParOf" srcId="{4E45FDBF-D23C-4A68-8C8A-F0F08DD40DFE}" destId="{6CE5FFA8-B360-4768-A628-D38DB25186FA}" srcOrd="2" destOrd="0" presId="urn:microsoft.com/office/officeart/2008/layout/VerticalCircleList"/>
    <dgm:cxn modelId="{778DE29E-F7A7-4D4B-BBC1-8D516180395B}" type="presParOf" srcId="{C6091E7E-74EB-43AC-8FD0-BDA452FFD2C6}" destId="{7970AF16-4F4C-4E5A-A113-0BC87D7BE479}" srcOrd="3" destOrd="0" presId="urn:microsoft.com/office/officeart/2008/layout/VerticalCircleList"/>
    <dgm:cxn modelId="{C84EF172-2379-4707-989F-649BCB423791}" type="presParOf" srcId="{7970AF16-4F4C-4E5A-A113-0BC87D7BE479}" destId="{3D44BEC3-C245-40FE-A188-A5AD994FAFAB}" srcOrd="0" destOrd="0" presId="urn:microsoft.com/office/officeart/2008/layout/VerticalCircleList"/>
    <dgm:cxn modelId="{9F6D60F2-7842-4C34-89E3-3D8D11EAEE58}" type="presParOf" srcId="{7970AF16-4F4C-4E5A-A113-0BC87D7BE479}" destId="{F9D40A76-73C4-40F8-9578-ED667E15983B}" srcOrd="1" destOrd="0" presId="urn:microsoft.com/office/officeart/2008/layout/VerticalCircleList"/>
    <dgm:cxn modelId="{EE4E4D0C-2AF9-42B1-A28C-A342BA53999D}" type="presParOf" srcId="{7970AF16-4F4C-4E5A-A113-0BC87D7BE479}" destId="{323D19C9-78EC-441D-8F7D-882E7F3B0D5E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3A0B96C-E854-46C0-96AC-9743F804CC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57A8507-9238-4332-9FB1-514FD1A94025}">
      <dgm:prSet/>
      <dgm:spPr/>
      <dgm:t>
        <a:bodyPr/>
        <a:lstStyle/>
        <a:p>
          <a:r>
            <a:rPr lang="uk-UA" b="0" i="0"/>
            <a:t>об’єднання письменників і літераторів України у 1920-ті рр.</a:t>
          </a:r>
          <a:endParaRPr lang="uk-UA"/>
        </a:p>
      </dgm:t>
    </dgm:pt>
    <dgm:pt modelId="{E77313A8-7E0E-4CED-AEF2-09550489ADEE}" type="parTrans" cxnId="{193835C7-7AF9-42AD-A1E0-034F0EC14025}">
      <dgm:prSet/>
      <dgm:spPr/>
      <dgm:t>
        <a:bodyPr/>
        <a:lstStyle/>
        <a:p>
          <a:endParaRPr lang="uk-UA"/>
        </a:p>
      </dgm:t>
    </dgm:pt>
    <dgm:pt modelId="{B6F4A8E5-789B-4A8E-ABAA-C072E4925A54}" type="sibTrans" cxnId="{193835C7-7AF9-42AD-A1E0-034F0EC14025}">
      <dgm:prSet/>
      <dgm:spPr/>
      <dgm:t>
        <a:bodyPr/>
        <a:lstStyle/>
        <a:p>
          <a:endParaRPr lang="uk-UA"/>
        </a:p>
      </dgm:t>
    </dgm:pt>
    <dgm:pt modelId="{859B5DD3-8844-4E90-AA99-42A1F9F2DA6E}">
      <dgm:prSet/>
      <dgm:spPr/>
      <dgm:t>
        <a:bodyPr/>
        <a:lstStyle/>
        <a:p>
          <a:r>
            <a:rPr lang="uk-UA" b="0" i="0"/>
            <a:t>спілка українських фото- й кінорежисерів при Київській кінофабриці.</a:t>
          </a:r>
          <a:endParaRPr lang="uk-UA"/>
        </a:p>
      </dgm:t>
    </dgm:pt>
    <dgm:pt modelId="{CFF255F5-A091-445C-BFF1-E491A4CBE8D2}" type="parTrans" cxnId="{3CFEAA5B-EB78-4933-B73E-E2F0C3599D09}">
      <dgm:prSet/>
      <dgm:spPr/>
      <dgm:t>
        <a:bodyPr/>
        <a:lstStyle/>
        <a:p>
          <a:endParaRPr lang="uk-UA"/>
        </a:p>
      </dgm:t>
    </dgm:pt>
    <dgm:pt modelId="{C22A4120-0548-49A2-B7D3-E918D5D6A872}" type="sibTrans" cxnId="{3CFEAA5B-EB78-4933-B73E-E2F0C3599D09}">
      <dgm:prSet/>
      <dgm:spPr/>
      <dgm:t>
        <a:bodyPr/>
        <a:lstStyle/>
        <a:p>
          <a:endParaRPr lang="uk-UA"/>
        </a:p>
      </dgm:t>
    </dgm:pt>
    <dgm:pt modelId="{855674D4-2262-4A0A-B739-7191272D4AEA}">
      <dgm:prSet/>
      <dgm:spPr/>
      <dgm:t>
        <a:bodyPr/>
        <a:lstStyle/>
        <a:p>
          <a:r>
            <a:rPr lang="uk-UA" b="0" i="0"/>
            <a:t>творчий союз українських художників-авангардистів 1920–1930-х рр.</a:t>
          </a:r>
          <a:endParaRPr lang="uk-UA"/>
        </a:p>
      </dgm:t>
    </dgm:pt>
    <dgm:pt modelId="{FAA55E2F-F762-4F74-9854-9592D7D1C36D}" type="parTrans" cxnId="{ADA888F7-5BDA-4A3D-80D9-9232DC0ECAE7}">
      <dgm:prSet/>
      <dgm:spPr/>
      <dgm:t>
        <a:bodyPr/>
        <a:lstStyle/>
        <a:p>
          <a:endParaRPr lang="uk-UA"/>
        </a:p>
      </dgm:t>
    </dgm:pt>
    <dgm:pt modelId="{A651B57D-FDC8-42D7-9AB1-1405018FF219}" type="sibTrans" cxnId="{ADA888F7-5BDA-4A3D-80D9-9232DC0ECAE7}">
      <dgm:prSet/>
      <dgm:spPr/>
      <dgm:t>
        <a:bodyPr/>
        <a:lstStyle/>
        <a:p>
          <a:endParaRPr lang="uk-UA"/>
        </a:p>
      </dgm:t>
    </dgm:pt>
    <dgm:pt modelId="{BA41833D-5F60-4EB1-B2AC-BB809D9EA473}">
      <dgm:prSet/>
      <dgm:spPr/>
      <dgm:t>
        <a:bodyPr/>
        <a:lstStyle/>
        <a:p>
          <a:r>
            <a:rPr lang="uk-UA" b="0" i="0"/>
            <a:t>мистецьке угруповання театральних діячів України, послідовників Леся Курбаса</a:t>
          </a:r>
          <a:endParaRPr lang="uk-UA"/>
        </a:p>
      </dgm:t>
    </dgm:pt>
    <dgm:pt modelId="{9887B8A2-4360-44BF-A9F0-9379B8AA4EC1}" type="parTrans" cxnId="{6B3EFE9F-E4CA-4442-886A-2B0E9FE5A132}">
      <dgm:prSet/>
      <dgm:spPr/>
      <dgm:t>
        <a:bodyPr/>
        <a:lstStyle/>
        <a:p>
          <a:endParaRPr lang="uk-UA"/>
        </a:p>
      </dgm:t>
    </dgm:pt>
    <dgm:pt modelId="{A5F241F1-5BCC-4666-88EC-CBA905E43ACA}" type="sibTrans" cxnId="{6B3EFE9F-E4CA-4442-886A-2B0E9FE5A132}">
      <dgm:prSet/>
      <dgm:spPr/>
      <dgm:t>
        <a:bodyPr/>
        <a:lstStyle/>
        <a:p>
          <a:endParaRPr lang="uk-UA"/>
        </a:p>
      </dgm:t>
    </dgm:pt>
    <dgm:pt modelId="{F20238A0-55AB-4949-868E-EE99749B12C8}" type="pres">
      <dgm:prSet presAssocID="{C3A0B96C-E854-46C0-96AC-9743F804CC39}" presName="linear" presStyleCnt="0">
        <dgm:presLayoutVars>
          <dgm:animLvl val="lvl"/>
          <dgm:resizeHandles val="exact"/>
        </dgm:presLayoutVars>
      </dgm:prSet>
      <dgm:spPr/>
    </dgm:pt>
    <dgm:pt modelId="{3F2AE213-0A90-43BB-A622-A1B70F4C5A8D}" type="pres">
      <dgm:prSet presAssocID="{557A8507-9238-4332-9FB1-514FD1A940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88964-1E44-44CE-AFB2-9CBC0A016078}" type="pres">
      <dgm:prSet presAssocID="{B6F4A8E5-789B-4A8E-ABAA-C072E4925A54}" presName="spacer" presStyleCnt="0"/>
      <dgm:spPr/>
    </dgm:pt>
    <dgm:pt modelId="{104C1C8C-133E-470E-9F39-FC2E56566B1C}" type="pres">
      <dgm:prSet presAssocID="{859B5DD3-8844-4E90-AA99-42A1F9F2DA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F8FB16-B72D-4CFF-9075-B305D0C42B32}" type="pres">
      <dgm:prSet presAssocID="{C22A4120-0548-49A2-B7D3-E918D5D6A872}" presName="spacer" presStyleCnt="0"/>
      <dgm:spPr/>
    </dgm:pt>
    <dgm:pt modelId="{A3EB3994-7979-46CD-9112-A48F2FB3CDB2}" type="pres">
      <dgm:prSet presAssocID="{855674D4-2262-4A0A-B739-7191272D4AE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463916A-8422-469E-9EA7-0555F17972C2}" type="pres">
      <dgm:prSet presAssocID="{A651B57D-FDC8-42D7-9AB1-1405018FF219}" presName="spacer" presStyleCnt="0"/>
      <dgm:spPr/>
    </dgm:pt>
    <dgm:pt modelId="{3B10E2D4-8C61-433A-BAC2-CE8623D95FA8}" type="pres">
      <dgm:prSet presAssocID="{BA41833D-5F60-4EB1-B2AC-BB809D9EA47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9E620B-C140-4CA7-84CB-CABA3BAB8C41}" type="presOf" srcId="{855674D4-2262-4A0A-B739-7191272D4AEA}" destId="{A3EB3994-7979-46CD-9112-A48F2FB3CDB2}" srcOrd="0" destOrd="0" presId="urn:microsoft.com/office/officeart/2005/8/layout/vList2"/>
    <dgm:cxn modelId="{3CFEAA5B-EB78-4933-B73E-E2F0C3599D09}" srcId="{C3A0B96C-E854-46C0-96AC-9743F804CC39}" destId="{859B5DD3-8844-4E90-AA99-42A1F9F2DA6E}" srcOrd="1" destOrd="0" parTransId="{CFF255F5-A091-445C-BFF1-E491A4CBE8D2}" sibTransId="{C22A4120-0548-49A2-B7D3-E918D5D6A872}"/>
    <dgm:cxn modelId="{D51ECF53-93EA-4273-976A-404D2E05C44F}" type="presOf" srcId="{557A8507-9238-4332-9FB1-514FD1A94025}" destId="{3F2AE213-0A90-43BB-A622-A1B70F4C5A8D}" srcOrd="0" destOrd="0" presId="urn:microsoft.com/office/officeart/2005/8/layout/vList2"/>
    <dgm:cxn modelId="{6B3EFE9F-E4CA-4442-886A-2B0E9FE5A132}" srcId="{C3A0B96C-E854-46C0-96AC-9743F804CC39}" destId="{BA41833D-5F60-4EB1-B2AC-BB809D9EA473}" srcOrd="3" destOrd="0" parTransId="{9887B8A2-4360-44BF-A9F0-9379B8AA4EC1}" sibTransId="{A5F241F1-5BCC-4666-88EC-CBA905E43ACA}"/>
    <dgm:cxn modelId="{FA564BAF-1EB8-4E67-B7A3-F9CFF1E3D9AC}" type="presOf" srcId="{859B5DD3-8844-4E90-AA99-42A1F9F2DA6E}" destId="{104C1C8C-133E-470E-9F39-FC2E56566B1C}" srcOrd="0" destOrd="0" presId="urn:microsoft.com/office/officeart/2005/8/layout/vList2"/>
    <dgm:cxn modelId="{B36C66C5-24F1-4EBB-90AC-C32D034E5802}" type="presOf" srcId="{C3A0B96C-E854-46C0-96AC-9743F804CC39}" destId="{F20238A0-55AB-4949-868E-EE99749B12C8}" srcOrd="0" destOrd="0" presId="urn:microsoft.com/office/officeart/2005/8/layout/vList2"/>
    <dgm:cxn modelId="{193835C7-7AF9-42AD-A1E0-034F0EC14025}" srcId="{C3A0B96C-E854-46C0-96AC-9743F804CC39}" destId="{557A8507-9238-4332-9FB1-514FD1A94025}" srcOrd="0" destOrd="0" parTransId="{E77313A8-7E0E-4CED-AEF2-09550489ADEE}" sibTransId="{B6F4A8E5-789B-4A8E-ABAA-C072E4925A54}"/>
    <dgm:cxn modelId="{3822A0F2-2F71-4A01-89F8-3D7B4EB5F469}" type="presOf" srcId="{BA41833D-5F60-4EB1-B2AC-BB809D9EA473}" destId="{3B10E2D4-8C61-433A-BAC2-CE8623D95FA8}" srcOrd="0" destOrd="0" presId="urn:microsoft.com/office/officeart/2005/8/layout/vList2"/>
    <dgm:cxn modelId="{ADA888F7-5BDA-4A3D-80D9-9232DC0ECAE7}" srcId="{C3A0B96C-E854-46C0-96AC-9743F804CC39}" destId="{855674D4-2262-4A0A-B739-7191272D4AEA}" srcOrd="2" destOrd="0" parTransId="{FAA55E2F-F762-4F74-9854-9592D7D1C36D}" sibTransId="{A651B57D-FDC8-42D7-9AB1-1405018FF219}"/>
    <dgm:cxn modelId="{F77712D3-C170-4183-B788-028A7E30B5A7}" type="presParOf" srcId="{F20238A0-55AB-4949-868E-EE99749B12C8}" destId="{3F2AE213-0A90-43BB-A622-A1B70F4C5A8D}" srcOrd="0" destOrd="0" presId="urn:microsoft.com/office/officeart/2005/8/layout/vList2"/>
    <dgm:cxn modelId="{3DC8724E-631A-47CE-9238-A6B383F8915D}" type="presParOf" srcId="{F20238A0-55AB-4949-868E-EE99749B12C8}" destId="{76F88964-1E44-44CE-AFB2-9CBC0A016078}" srcOrd="1" destOrd="0" presId="urn:microsoft.com/office/officeart/2005/8/layout/vList2"/>
    <dgm:cxn modelId="{9FDEDC4C-B612-4BC1-9C4C-FE53BF4BA57D}" type="presParOf" srcId="{F20238A0-55AB-4949-868E-EE99749B12C8}" destId="{104C1C8C-133E-470E-9F39-FC2E56566B1C}" srcOrd="2" destOrd="0" presId="urn:microsoft.com/office/officeart/2005/8/layout/vList2"/>
    <dgm:cxn modelId="{7172064F-0AAC-4FB1-9F2C-EC5E41750FC0}" type="presParOf" srcId="{F20238A0-55AB-4949-868E-EE99749B12C8}" destId="{52F8FB16-B72D-4CFF-9075-B305D0C42B32}" srcOrd="3" destOrd="0" presId="urn:microsoft.com/office/officeart/2005/8/layout/vList2"/>
    <dgm:cxn modelId="{11B73415-B1D7-45A7-888D-2437464E75B5}" type="presParOf" srcId="{F20238A0-55AB-4949-868E-EE99749B12C8}" destId="{A3EB3994-7979-46CD-9112-A48F2FB3CDB2}" srcOrd="4" destOrd="0" presId="urn:microsoft.com/office/officeart/2005/8/layout/vList2"/>
    <dgm:cxn modelId="{E1FB085E-0B3A-44EC-9A78-25C44E1DAA9C}" type="presParOf" srcId="{F20238A0-55AB-4949-868E-EE99749B12C8}" destId="{8463916A-8422-469E-9EA7-0555F17972C2}" srcOrd="5" destOrd="0" presId="urn:microsoft.com/office/officeart/2005/8/layout/vList2"/>
    <dgm:cxn modelId="{DB817A34-EBC3-4175-896F-4C4AFA166468}" type="presParOf" srcId="{F20238A0-55AB-4949-868E-EE99749B12C8}" destId="{3B10E2D4-8C61-433A-BAC2-CE8623D95F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A8489F5C-4989-4D22-8338-5C29343C16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DE5875-7824-4DAF-A3B3-7125EC1C49A2}">
      <dgm:prSet/>
      <dgm:spPr/>
      <dgm:t>
        <a:bodyPr/>
        <a:lstStyle/>
        <a:p>
          <a:r>
            <a:rPr lang="uk-UA" b="0" i="0"/>
            <a:t>Відновлення діяльності університетів у Харкові, Києві, Одесі та Дніпропетровську.</a:t>
          </a:r>
          <a:endParaRPr lang="uk-UA"/>
        </a:p>
      </dgm:t>
    </dgm:pt>
    <dgm:pt modelId="{F77C8F99-5CF9-470C-B23E-75CB522EDA06}" type="parTrans" cxnId="{4C2066DB-807D-4C40-A848-F23C3D919909}">
      <dgm:prSet/>
      <dgm:spPr/>
      <dgm:t>
        <a:bodyPr/>
        <a:lstStyle/>
        <a:p>
          <a:endParaRPr lang="uk-UA"/>
        </a:p>
      </dgm:t>
    </dgm:pt>
    <dgm:pt modelId="{F2AEEEAA-9F65-4676-BE6A-FEB76E8ADEBD}" type="sibTrans" cxnId="{4C2066DB-807D-4C40-A848-F23C3D919909}">
      <dgm:prSet/>
      <dgm:spPr/>
      <dgm:t>
        <a:bodyPr/>
        <a:lstStyle/>
        <a:p>
          <a:endParaRPr lang="uk-UA"/>
        </a:p>
      </dgm:t>
    </dgm:pt>
    <dgm:pt modelId="{B08D43BA-B663-4D34-AD01-E3CF7C61CBBF}">
      <dgm:prSet/>
      <dgm:spPr/>
      <dgm:t>
        <a:bodyPr/>
        <a:lstStyle/>
        <a:p>
          <a:r>
            <a:rPr lang="uk-UA" b="0" i="0"/>
            <a:t>Заснування М. Хвильовим Вільної академії пролетарської літератури (ВАПЛІТЕ).</a:t>
          </a:r>
          <a:endParaRPr lang="uk-UA"/>
        </a:p>
      </dgm:t>
    </dgm:pt>
    <dgm:pt modelId="{1A9C7584-0EF6-4827-BAAE-2D032541EBAE}" type="parTrans" cxnId="{BB2C0778-4424-4D18-9C25-64C7A1B6550B}">
      <dgm:prSet/>
      <dgm:spPr/>
      <dgm:t>
        <a:bodyPr/>
        <a:lstStyle/>
        <a:p>
          <a:endParaRPr lang="uk-UA"/>
        </a:p>
      </dgm:t>
    </dgm:pt>
    <dgm:pt modelId="{86156BBE-94F7-40FA-8EDA-97185FF692C9}" type="sibTrans" cxnId="{BB2C0778-4424-4D18-9C25-64C7A1B6550B}">
      <dgm:prSet/>
      <dgm:spPr/>
      <dgm:t>
        <a:bodyPr/>
        <a:lstStyle/>
        <a:p>
          <a:endParaRPr lang="uk-UA"/>
        </a:p>
      </dgm:t>
    </dgm:pt>
    <dgm:pt modelId="{63FA4679-BFB0-4BD6-B702-39C23E4227EE}">
      <dgm:prSet/>
      <dgm:spPr/>
      <dgm:t>
        <a:bodyPr/>
        <a:lstStyle/>
        <a:p>
          <a:r>
            <a:rPr lang="uk-UA" b="0" i="0" dirty="0"/>
            <a:t>Створення Державної української мандрівної капели (ДУМКА).</a:t>
          </a:r>
          <a:endParaRPr lang="uk-UA" dirty="0"/>
        </a:p>
      </dgm:t>
    </dgm:pt>
    <dgm:pt modelId="{A7AE86A8-41B8-4408-836F-70CDE5CFADC0}" type="parTrans" cxnId="{137B480D-567D-4FCF-B41C-E389F5A4F9DC}">
      <dgm:prSet/>
      <dgm:spPr/>
      <dgm:t>
        <a:bodyPr/>
        <a:lstStyle/>
        <a:p>
          <a:endParaRPr lang="uk-UA"/>
        </a:p>
      </dgm:t>
    </dgm:pt>
    <dgm:pt modelId="{C4E9B5A6-FAEA-43B1-825A-37A1E04D7D3F}" type="sibTrans" cxnId="{137B480D-567D-4FCF-B41C-E389F5A4F9DC}">
      <dgm:prSet/>
      <dgm:spPr/>
      <dgm:t>
        <a:bodyPr/>
        <a:lstStyle/>
        <a:p>
          <a:endParaRPr lang="uk-UA"/>
        </a:p>
      </dgm:t>
    </dgm:pt>
    <dgm:pt modelId="{57CEF14B-CB3B-410F-B712-69717704F098}" type="pres">
      <dgm:prSet presAssocID="{A8489F5C-4989-4D22-8338-5C29343C162F}" presName="linear" presStyleCnt="0">
        <dgm:presLayoutVars>
          <dgm:animLvl val="lvl"/>
          <dgm:resizeHandles val="exact"/>
        </dgm:presLayoutVars>
      </dgm:prSet>
      <dgm:spPr/>
    </dgm:pt>
    <dgm:pt modelId="{EAC5DEA2-EDA7-4C49-9C8E-B855E574A5CB}" type="pres">
      <dgm:prSet presAssocID="{B9DE5875-7824-4DAF-A3B3-7125EC1C49A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DD36BC-8576-4349-866A-C03539C458E4}" type="pres">
      <dgm:prSet presAssocID="{F2AEEEAA-9F65-4676-BE6A-FEB76E8ADEBD}" presName="spacer" presStyleCnt="0"/>
      <dgm:spPr/>
    </dgm:pt>
    <dgm:pt modelId="{ADEEC8A1-6C81-4D27-8CC7-8062B1FF2A95}" type="pres">
      <dgm:prSet presAssocID="{B08D43BA-B663-4D34-AD01-E3CF7C61CB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0FA46F-DDFB-4C02-8A1A-058033260D60}" type="pres">
      <dgm:prSet presAssocID="{86156BBE-94F7-40FA-8EDA-97185FF692C9}" presName="spacer" presStyleCnt="0"/>
      <dgm:spPr/>
    </dgm:pt>
    <dgm:pt modelId="{382FB882-1286-4D68-A560-CD75440ED363}" type="pres">
      <dgm:prSet presAssocID="{63FA4679-BFB0-4BD6-B702-39C23E4227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7B480D-567D-4FCF-B41C-E389F5A4F9DC}" srcId="{A8489F5C-4989-4D22-8338-5C29343C162F}" destId="{63FA4679-BFB0-4BD6-B702-39C23E4227EE}" srcOrd="2" destOrd="0" parTransId="{A7AE86A8-41B8-4408-836F-70CDE5CFADC0}" sibTransId="{C4E9B5A6-FAEA-43B1-825A-37A1E04D7D3F}"/>
    <dgm:cxn modelId="{7157F85D-C090-434E-93AF-D10C1F84F1EB}" type="presOf" srcId="{63FA4679-BFB0-4BD6-B702-39C23E4227EE}" destId="{382FB882-1286-4D68-A560-CD75440ED363}" srcOrd="0" destOrd="0" presId="urn:microsoft.com/office/officeart/2005/8/layout/vList2"/>
    <dgm:cxn modelId="{1926905E-5FA6-44ED-9F1B-1D320930CCD8}" type="presOf" srcId="{B9DE5875-7824-4DAF-A3B3-7125EC1C49A2}" destId="{EAC5DEA2-EDA7-4C49-9C8E-B855E574A5CB}" srcOrd="0" destOrd="0" presId="urn:microsoft.com/office/officeart/2005/8/layout/vList2"/>
    <dgm:cxn modelId="{BB2C0778-4424-4D18-9C25-64C7A1B6550B}" srcId="{A8489F5C-4989-4D22-8338-5C29343C162F}" destId="{B08D43BA-B663-4D34-AD01-E3CF7C61CBBF}" srcOrd="1" destOrd="0" parTransId="{1A9C7584-0EF6-4827-BAAE-2D032541EBAE}" sibTransId="{86156BBE-94F7-40FA-8EDA-97185FF692C9}"/>
    <dgm:cxn modelId="{03481A86-96FD-4CEB-8431-00AF08F292CF}" type="presOf" srcId="{A8489F5C-4989-4D22-8338-5C29343C162F}" destId="{57CEF14B-CB3B-410F-B712-69717704F098}" srcOrd="0" destOrd="0" presId="urn:microsoft.com/office/officeart/2005/8/layout/vList2"/>
    <dgm:cxn modelId="{76C8E186-C713-47EB-A271-2B33E9D8C4D5}" type="presOf" srcId="{B08D43BA-B663-4D34-AD01-E3CF7C61CBBF}" destId="{ADEEC8A1-6C81-4D27-8CC7-8062B1FF2A95}" srcOrd="0" destOrd="0" presId="urn:microsoft.com/office/officeart/2005/8/layout/vList2"/>
    <dgm:cxn modelId="{4C2066DB-807D-4C40-A848-F23C3D919909}" srcId="{A8489F5C-4989-4D22-8338-5C29343C162F}" destId="{B9DE5875-7824-4DAF-A3B3-7125EC1C49A2}" srcOrd="0" destOrd="0" parTransId="{F77C8F99-5CF9-470C-B23E-75CB522EDA06}" sibTransId="{F2AEEEAA-9F65-4676-BE6A-FEB76E8ADEBD}"/>
    <dgm:cxn modelId="{6DA2DE93-7F57-4F86-8060-E273B4D756CC}" type="presParOf" srcId="{57CEF14B-CB3B-410F-B712-69717704F098}" destId="{EAC5DEA2-EDA7-4C49-9C8E-B855E574A5CB}" srcOrd="0" destOrd="0" presId="urn:microsoft.com/office/officeart/2005/8/layout/vList2"/>
    <dgm:cxn modelId="{341A48EE-5F68-4F7A-A7F6-CDD59D21E7C7}" type="presParOf" srcId="{57CEF14B-CB3B-410F-B712-69717704F098}" destId="{EADD36BC-8576-4349-866A-C03539C458E4}" srcOrd="1" destOrd="0" presId="urn:microsoft.com/office/officeart/2005/8/layout/vList2"/>
    <dgm:cxn modelId="{A0AFF14C-E12B-4EB6-9C10-B50748F024D7}" type="presParOf" srcId="{57CEF14B-CB3B-410F-B712-69717704F098}" destId="{ADEEC8A1-6C81-4D27-8CC7-8062B1FF2A95}" srcOrd="2" destOrd="0" presId="urn:microsoft.com/office/officeart/2005/8/layout/vList2"/>
    <dgm:cxn modelId="{F95CAD5F-FCEA-45E0-BF9A-F1C0D6480FE3}" type="presParOf" srcId="{57CEF14B-CB3B-410F-B712-69717704F098}" destId="{190FA46F-DDFB-4C02-8A1A-058033260D60}" srcOrd="3" destOrd="0" presId="urn:microsoft.com/office/officeart/2005/8/layout/vList2"/>
    <dgm:cxn modelId="{BBFDEDB0-52F9-465B-838F-DEDCFF3C0C55}" type="presParOf" srcId="{57CEF14B-CB3B-410F-B712-69717704F098}" destId="{382FB882-1286-4D68-A560-CD75440ED36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76325D2-FE68-4CE7-A86C-73AE4D2633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FE4499-3B02-467B-8492-29D9ADB76295}">
      <dgm:prSet/>
      <dgm:spPr/>
      <dgm:t>
        <a:bodyPr/>
        <a:lstStyle/>
        <a:p>
          <a:r>
            <a:rPr lang="uk-UA" b="0" i="0"/>
            <a:t>Організація в Києві театру «Березіль» на чолі з Л. Курбасом.</a:t>
          </a:r>
          <a:endParaRPr lang="uk-UA"/>
        </a:p>
      </dgm:t>
    </dgm:pt>
    <dgm:pt modelId="{913AA576-D308-43D8-8602-02086155A1E9}" type="parTrans" cxnId="{5ABB1A94-99C7-4E6D-8A77-D9B66D224856}">
      <dgm:prSet/>
      <dgm:spPr/>
      <dgm:t>
        <a:bodyPr/>
        <a:lstStyle/>
        <a:p>
          <a:endParaRPr lang="uk-UA"/>
        </a:p>
      </dgm:t>
    </dgm:pt>
    <dgm:pt modelId="{906E473C-6220-45A3-A1CF-2C806A65DA52}" type="sibTrans" cxnId="{5ABB1A94-99C7-4E6D-8A77-D9B66D224856}">
      <dgm:prSet/>
      <dgm:spPr/>
      <dgm:t>
        <a:bodyPr/>
        <a:lstStyle/>
        <a:p>
          <a:endParaRPr lang="uk-UA"/>
        </a:p>
      </dgm:t>
    </dgm:pt>
    <dgm:pt modelId="{B2979F8D-E3FC-4AFC-B1AD-63BD9D79F10E}">
      <dgm:prSet/>
      <dgm:spPr/>
      <dgm:t>
        <a:bodyPr/>
        <a:lstStyle/>
        <a:p>
          <a:r>
            <a:rPr lang="uk-UA" b="0" i="0"/>
            <a:t>Заснування в м. Києві Української академії наук.</a:t>
          </a:r>
          <a:endParaRPr lang="uk-UA"/>
        </a:p>
      </dgm:t>
    </dgm:pt>
    <dgm:pt modelId="{F3D1DB9E-E1B0-408E-8399-537433BC2BE8}" type="parTrans" cxnId="{5D0CD5D5-E102-4B5D-99A5-40996851B58B}">
      <dgm:prSet/>
      <dgm:spPr/>
      <dgm:t>
        <a:bodyPr/>
        <a:lstStyle/>
        <a:p>
          <a:endParaRPr lang="uk-UA"/>
        </a:p>
      </dgm:t>
    </dgm:pt>
    <dgm:pt modelId="{04ED4C62-E206-4F11-B92F-A279AB39A4C1}" type="sibTrans" cxnId="{5D0CD5D5-E102-4B5D-99A5-40996851B58B}">
      <dgm:prSet/>
      <dgm:spPr/>
      <dgm:t>
        <a:bodyPr/>
        <a:lstStyle/>
        <a:p>
          <a:endParaRPr lang="uk-UA"/>
        </a:p>
      </dgm:t>
    </dgm:pt>
    <dgm:pt modelId="{9F540B4D-C29F-4D6B-AE7B-510F84AB59F8}">
      <dgm:prSet/>
      <dgm:spPr/>
      <dgm:t>
        <a:bodyPr/>
        <a:lstStyle/>
        <a:p>
          <a:r>
            <a:rPr lang="uk-UA" b="0" i="0"/>
            <a:t>Утворення Української автокефальної православної церкви (УАПЦ).</a:t>
          </a:r>
          <a:endParaRPr lang="uk-UA"/>
        </a:p>
      </dgm:t>
    </dgm:pt>
    <dgm:pt modelId="{661DD43F-DA4C-43E2-BD20-59E7B295DCCD}" type="parTrans" cxnId="{4FBCA024-9F70-40C1-A33D-73ED71348EF6}">
      <dgm:prSet/>
      <dgm:spPr/>
      <dgm:t>
        <a:bodyPr/>
        <a:lstStyle/>
        <a:p>
          <a:endParaRPr lang="uk-UA"/>
        </a:p>
      </dgm:t>
    </dgm:pt>
    <dgm:pt modelId="{5B3E3120-7667-4E72-BDAB-901B15351EA9}" type="sibTrans" cxnId="{4FBCA024-9F70-40C1-A33D-73ED71348EF6}">
      <dgm:prSet/>
      <dgm:spPr/>
      <dgm:t>
        <a:bodyPr/>
        <a:lstStyle/>
        <a:p>
          <a:endParaRPr lang="uk-UA"/>
        </a:p>
      </dgm:t>
    </dgm:pt>
    <dgm:pt modelId="{0F34C67D-A1E4-4613-BD45-A9DE74D1C227}">
      <dgm:prSet/>
      <dgm:spPr/>
      <dgm:t>
        <a:bodyPr/>
        <a:lstStyle/>
        <a:p>
          <a:r>
            <a:rPr lang="uk-UA" b="0" i="0"/>
            <a:t>Заснування товариства «Геть неписемність!».</a:t>
          </a:r>
          <a:endParaRPr lang="uk-UA"/>
        </a:p>
      </dgm:t>
    </dgm:pt>
    <dgm:pt modelId="{8C144229-4E62-41A5-ABA0-85E468C84AF0}" type="parTrans" cxnId="{FBBEBCD8-B62A-4893-8AAC-B8A946594DBF}">
      <dgm:prSet/>
      <dgm:spPr/>
      <dgm:t>
        <a:bodyPr/>
        <a:lstStyle/>
        <a:p>
          <a:endParaRPr lang="uk-UA"/>
        </a:p>
      </dgm:t>
    </dgm:pt>
    <dgm:pt modelId="{30DA76EB-7100-4489-8ED7-02112C22777A}" type="sibTrans" cxnId="{FBBEBCD8-B62A-4893-8AAC-B8A946594DBF}">
      <dgm:prSet/>
      <dgm:spPr/>
      <dgm:t>
        <a:bodyPr/>
        <a:lstStyle/>
        <a:p>
          <a:endParaRPr lang="uk-UA"/>
        </a:p>
      </dgm:t>
    </dgm:pt>
    <dgm:pt modelId="{EE8B9090-BC4E-4D2B-BF01-E4D0F993AD45}" type="pres">
      <dgm:prSet presAssocID="{C76325D2-FE68-4CE7-A86C-73AE4D263353}" presName="linear" presStyleCnt="0">
        <dgm:presLayoutVars>
          <dgm:animLvl val="lvl"/>
          <dgm:resizeHandles val="exact"/>
        </dgm:presLayoutVars>
      </dgm:prSet>
      <dgm:spPr/>
    </dgm:pt>
    <dgm:pt modelId="{4B1D05E1-7567-4352-BEF0-2CDC4D85BC58}" type="pres">
      <dgm:prSet presAssocID="{1EFE4499-3B02-467B-8492-29D9ADB762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924355-7EE3-4D3F-896E-2EA412AE19BE}" type="pres">
      <dgm:prSet presAssocID="{906E473C-6220-45A3-A1CF-2C806A65DA52}" presName="spacer" presStyleCnt="0"/>
      <dgm:spPr/>
    </dgm:pt>
    <dgm:pt modelId="{F434BCAE-925B-49CB-AB45-494E4675033C}" type="pres">
      <dgm:prSet presAssocID="{B2979F8D-E3FC-4AFC-B1AD-63BD9D79F1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D4E5D1-D0E8-4089-A5AA-F3C298BE7316}" type="pres">
      <dgm:prSet presAssocID="{04ED4C62-E206-4F11-B92F-A279AB39A4C1}" presName="spacer" presStyleCnt="0"/>
      <dgm:spPr/>
    </dgm:pt>
    <dgm:pt modelId="{5C316D6F-E076-459D-8DBD-41D7711A1E82}" type="pres">
      <dgm:prSet presAssocID="{9F540B4D-C29F-4D6B-AE7B-510F84AB59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833F82-133B-47AF-BFE9-064DF84A9116}" type="pres">
      <dgm:prSet presAssocID="{5B3E3120-7667-4E72-BDAB-901B15351EA9}" presName="spacer" presStyleCnt="0"/>
      <dgm:spPr/>
    </dgm:pt>
    <dgm:pt modelId="{D8DE35DE-8E0F-4474-9A10-6E0E6B064D60}" type="pres">
      <dgm:prSet presAssocID="{0F34C67D-A1E4-4613-BD45-A9DE74D1C2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FBCA024-9F70-40C1-A33D-73ED71348EF6}" srcId="{C76325D2-FE68-4CE7-A86C-73AE4D263353}" destId="{9F540B4D-C29F-4D6B-AE7B-510F84AB59F8}" srcOrd="2" destOrd="0" parTransId="{661DD43F-DA4C-43E2-BD20-59E7B295DCCD}" sibTransId="{5B3E3120-7667-4E72-BDAB-901B15351EA9}"/>
    <dgm:cxn modelId="{E3E74240-E0AB-450F-9355-B04154CC37E8}" type="presOf" srcId="{C76325D2-FE68-4CE7-A86C-73AE4D263353}" destId="{EE8B9090-BC4E-4D2B-BF01-E4D0F993AD45}" srcOrd="0" destOrd="0" presId="urn:microsoft.com/office/officeart/2005/8/layout/vList2"/>
    <dgm:cxn modelId="{D638C250-AF5E-4607-A267-074038C0C4BB}" type="presOf" srcId="{9F540B4D-C29F-4D6B-AE7B-510F84AB59F8}" destId="{5C316D6F-E076-459D-8DBD-41D7711A1E82}" srcOrd="0" destOrd="0" presId="urn:microsoft.com/office/officeart/2005/8/layout/vList2"/>
    <dgm:cxn modelId="{718CC452-9780-4896-B448-D92B596D9C0F}" type="presOf" srcId="{0F34C67D-A1E4-4613-BD45-A9DE74D1C227}" destId="{D8DE35DE-8E0F-4474-9A10-6E0E6B064D60}" srcOrd="0" destOrd="0" presId="urn:microsoft.com/office/officeart/2005/8/layout/vList2"/>
    <dgm:cxn modelId="{0733E986-D667-44B6-AAA1-346E7BFCD7F4}" type="presOf" srcId="{B2979F8D-E3FC-4AFC-B1AD-63BD9D79F10E}" destId="{F434BCAE-925B-49CB-AB45-494E4675033C}" srcOrd="0" destOrd="0" presId="urn:microsoft.com/office/officeart/2005/8/layout/vList2"/>
    <dgm:cxn modelId="{5ABB1A94-99C7-4E6D-8A77-D9B66D224856}" srcId="{C76325D2-FE68-4CE7-A86C-73AE4D263353}" destId="{1EFE4499-3B02-467B-8492-29D9ADB76295}" srcOrd="0" destOrd="0" parTransId="{913AA576-D308-43D8-8602-02086155A1E9}" sibTransId="{906E473C-6220-45A3-A1CF-2C806A65DA52}"/>
    <dgm:cxn modelId="{27D971A8-BF14-4A67-9500-80B92AA29841}" type="presOf" srcId="{1EFE4499-3B02-467B-8492-29D9ADB76295}" destId="{4B1D05E1-7567-4352-BEF0-2CDC4D85BC58}" srcOrd="0" destOrd="0" presId="urn:microsoft.com/office/officeart/2005/8/layout/vList2"/>
    <dgm:cxn modelId="{5D0CD5D5-E102-4B5D-99A5-40996851B58B}" srcId="{C76325D2-FE68-4CE7-A86C-73AE4D263353}" destId="{B2979F8D-E3FC-4AFC-B1AD-63BD9D79F10E}" srcOrd="1" destOrd="0" parTransId="{F3D1DB9E-E1B0-408E-8399-537433BC2BE8}" sibTransId="{04ED4C62-E206-4F11-B92F-A279AB39A4C1}"/>
    <dgm:cxn modelId="{FBBEBCD8-B62A-4893-8AAC-B8A946594DBF}" srcId="{C76325D2-FE68-4CE7-A86C-73AE4D263353}" destId="{0F34C67D-A1E4-4613-BD45-A9DE74D1C227}" srcOrd="3" destOrd="0" parTransId="{8C144229-4E62-41A5-ABA0-85E468C84AF0}" sibTransId="{30DA76EB-7100-4489-8ED7-02112C22777A}"/>
    <dgm:cxn modelId="{3DEDEA4D-127B-46BE-B302-647FD64899E7}" type="presParOf" srcId="{EE8B9090-BC4E-4D2B-BF01-E4D0F993AD45}" destId="{4B1D05E1-7567-4352-BEF0-2CDC4D85BC58}" srcOrd="0" destOrd="0" presId="urn:microsoft.com/office/officeart/2005/8/layout/vList2"/>
    <dgm:cxn modelId="{F5EADCBF-571A-4820-A2F7-47824F2EBE95}" type="presParOf" srcId="{EE8B9090-BC4E-4D2B-BF01-E4D0F993AD45}" destId="{85924355-7EE3-4D3F-896E-2EA412AE19BE}" srcOrd="1" destOrd="0" presId="urn:microsoft.com/office/officeart/2005/8/layout/vList2"/>
    <dgm:cxn modelId="{8039B880-EC21-4306-9302-40C8F4262AB9}" type="presParOf" srcId="{EE8B9090-BC4E-4D2B-BF01-E4D0F993AD45}" destId="{F434BCAE-925B-49CB-AB45-494E4675033C}" srcOrd="2" destOrd="0" presId="urn:microsoft.com/office/officeart/2005/8/layout/vList2"/>
    <dgm:cxn modelId="{E0661EB7-7147-4578-8054-074F17ED108C}" type="presParOf" srcId="{EE8B9090-BC4E-4D2B-BF01-E4D0F993AD45}" destId="{A1D4E5D1-D0E8-4089-A5AA-F3C298BE7316}" srcOrd="3" destOrd="0" presId="urn:microsoft.com/office/officeart/2005/8/layout/vList2"/>
    <dgm:cxn modelId="{E8E440F3-2AFA-4152-9B4B-3C8DEF1A59BE}" type="presParOf" srcId="{EE8B9090-BC4E-4D2B-BF01-E4D0F993AD45}" destId="{5C316D6F-E076-459D-8DBD-41D7711A1E82}" srcOrd="4" destOrd="0" presId="urn:microsoft.com/office/officeart/2005/8/layout/vList2"/>
    <dgm:cxn modelId="{F4357556-84B2-455F-A8FE-F32B53299B45}" type="presParOf" srcId="{EE8B9090-BC4E-4D2B-BF01-E4D0F993AD45}" destId="{F3833F82-133B-47AF-BFE9-064DF84A9116}" srcOrd="5" destOrd="0" presId="urn:microsoft.com/office/officeart/2005/8/layout/vList2"/>
    <dgm:cxn modelId="{6E3CB188-6F2C-4ADE-B820-24938891BE22}" type="presParOf" srcId="{EE8B9090-BC4E-4D2B-BF01-E4D0F993AD45}" destId="{D8DE35DE-8E0F-4474-9A10-6E0E6B064D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E9F8CE6-FCC1-4E8C-BB4C-2560539E79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EDBEF8-F154-4A86-9734-A05483BBB373}">
      <dgm:prSet/>
      <dgm:spPr/>
      <dgm:t>
        <a:bodyPr/>
        <a:lstStyle/>
        <a:p>
          <a:r>
            <a:rPr lang="ru-RU" b="0" i="0"/>
            <a:t>Леся Курбаса</a:t>
          </a:r>
          <a:endParaRPr lang="uk-UA"/>
        </a:p>
      </dgm:t>
    </dgm:pt>
    <dgm:pt modelId="{87471E2F-7F45-4DEE-B7DA-D070E772746E}" type="parTrans" cxnId="{59FB6F83-4FEA-4E43-AA8A-17B63D625E60}">
      <dgm:prSet/>
      <dgm:spPr/>
      <dgm:t>
        <a:bodyPr/>
        <a:lstStyle/>
        <a:p>
          <a:endParaRPr lang="uk-UA"/>
        </a:p>
      </dgm:t>
    </dgm:pt>
    <dgm:pt modelId="{4AB77A02-F495-4C37-B05A-79B90DF3E77F}" type="sibTrans" cxnId="{59FB6F83-4FEA-4E43-AA8A-17B63D625E60}">
      <dgm:prSet/>
      <dgm:spPr/>
      <dgm:t>
        <a:bodyPr/>
        <a:lstStyle/>
        <a:p>
          <a:endParaRPr lang="uk-UA"/>
        </a:p>
      </dgm:t>
    </dgm:pt>
    <dgm:pt modelId="{5B33C6D2-F89A-4E5E-AB0A-D7436908BF13}">
      <dgm:prSet/>
      <dgm:spPr/>
      <dgm:t>
        <a:bodyPr/>
        <a:lstStyle/>
        <a:p>
          <a:r>
            <a:rPr lang="ru-RU" b="0" i="0"/>
            <a:t>Олександра Довженка</a:t>
          </a:r>
          <a:endParaRPr lang="uk-UA"/>
        </a:p>
      </dgm:t>
    </dgm:pt>
    <dgm:pt modelId="{BE7702A8-5AF1-4F14-836C-8B06EA976E1C}" type="parTrans" cxnId="{E24328FF-9A80-481A-B506-6EB0D7B78A60}">
      <dgm:prSet/>
      <dgm:spPr/>
      <dgm:t>
        <a:bodyPr/>
        <a:lstStyle/>
        <a:p>
          <a:endParaRPr lang="uk-UA"/>
        </a:p>
      </dgm:t>
    </dgm:pt>
    <dgm:pt modelId="{AECFB1D7-1DC5-4DFC-BA69-D9E7BCF66078}" type="sibTrans" cxnId="{E24328FF-9A80-481A-B506-6EB0D7B78A60}">
      <dgm:prSet/>
      <dgm:spPr/>
      <dgm:t>
        <a:bodyPr/>
        <a:lstStyle/>
        <a:p>
          <a:endParaRPr lang="uk-UA"/>
        </a:p>
      </dgm:t>
    </dgm:pt>
    <dgm:pt modelId="{6271400C-7E23-4DA5-9F3F-2AB7266E8016}">
      <dgm:prSet/>
      <dgm:spPr/>
      <dgm:t>
        <a:bodyPr/>
        <a:lstStyle/>
        <a:p>
          <a:r>
            <a:rPr lang="ru-RU" b="0" i="0"/>
            <a:t>Миколи Хвильового</a:t>
          </a:r>
          <a:endParaRPr lang="uk-UA"/>
        </a:p>
      </dgm:t>
    </dgm:pt>
    <dgm:pt modelId="{E5A20F86-FA27-4E20-BCAB-A2891BACDA5C}" type="parTrans" cxnId="{9A63B8E6-A516-482D-ABC2-241F525A3966}">
      <dgm:prSet/>
      <dgm:spPr/>
      <dgm:t>
        <a:bodyPr/>
        <a:lstStyle/>
        <a:p>
          <a:endParaRPr lang="uk-UA"/>
        </a:p>
      </dgm:t>
    </dgm:pt>
    <dgm:pt modelId="{C2B8849B-36F6-49D7-83E5-438F80062A9B}" type="sibTrans" cxnId="{9A63B8E6-A516-482D-ABC2-241F525A3966}">
      <dgm:prSet/>
      <dgm:spPr/>
      <dgm:t>
        <a:bodyPr/>
        <a:lstStyle/>
        <a:p>
          <a:endParaRPr lang="uk-UA"/>
        </a:p>
      </dgm:t>
    </dgm:pt>
    <dgm:pt modelId="{39D6CFC1-43C3-4449-B2BF-ACF91CCCC5D0}">
      <dgm:prSet/>
      <dgm:spPr/>
      <dgm:t>
        <a:bodyPr/>
        <a:lstStyle/>
        <a:p>
          <a:r>
            <a:rPr lang="ru-RU" b="0" i="0"/>
            <a:t>Михайла Бойчука</a:t>
          </a:r>
          <a:endParaRPr lang="uk-UA"/>
        </a:p>
      </dgm:t>
    </dgm:pt>
    <dgm:pt modelId="{9851E89A-DE08-4F2F-B42A-4D69E2E8F7E5}" type="parTrans" cxnId="{0D5BC29B-9B2F-4972-BBC3-85CBD3B814F1}">
      <dgm:prSet/>
      <dgm:spPr/>
      <dgm:t>
        <a:bodyPr/>
        <a:lstStyle/>
        <a:p>
          <a:endParaRPr lang="uk-UA"/>
        </a:p>
      </dgm:t>
    </dgm:pt>
    <dgm:pt modelId="{D108441D-B7C0-4382-82C4-3747464D0064}" type="sibTrans" cxnId="{0D5BC29B-9B2F-4972-BBC3-85CBD3B814F1}">
      <dgm:prSet/>
      <dgm:spPr/>
      <dgm:t>
        <a:bodyPr/>
        <a:lstStyle/>
        <a:p>
          <a:endParaRPr lang="uk-UA"/>
        </a:p>
      </dgm:t>
    </dgm:pt>
    <dgm:pt modelId="{6C86761F-4996-46B6-8231-134F692AC932}" type="pres">
      <dgm:prSet presAssocID="{9E9F8CE6-FCC1-4E8C-BB4C-2560539E7911}" presName="linear" presStyleCnt="0">
        <dgm:presLayoutVars>
          <dgm:animLvl val="lvl"/>
          <dgm:resizeHandles val="exact"/>
        </dgm:presLayoutVars>
      </dgm:prSet>
      <dgm:spPr/>
    </dgm:pt>
    <dgm:pt modelId="{1D4B0F9F-CE4B-465A-B022-3A750D97C959}" type="pres">
      <dgm:prSet presAssocID="{51EDBEF8-F154-4A86-9734-A05483BBB3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C3CCD4-7149-4B05-81CB-BD31F730DA72}" type="pres">
      <dgm:prSet presAssocID="{4AB77A02-F495-4C37-B05A-79B90DF3E77F}" presName="spacer" presStyleCnt="0"/>
      <dgm:spPr/>
    </dgm:pt>
    <dgm:pt modelId="{C4C39916-8C2C-4127-B59C-B6197F6E13BB}" type="pres">
      <dgm:prSet presAssocID="{5B33C6D2-F89A-4E5E-AB0A-D7436908BF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F30267-A4E2-4AF4-AB6E-52CDDD729C12}" type="pres">
      <dgm:prSet presAssocID="{AECFB1D7-1DC5-4DFC-BA69-D9E7BCF66078}" presName="spacer" presStyleCnt="0"/>
      <dgm:spPr/>
    </dgm:pt>
    <dgm:pt modelId="{044F3F0D-C8CD-4655-8F47-12AB8B567141}" type="pres">
      <dgm:prSet presAssocID="{6271400C-7E23-4DA5-9F3F-2AB7266E80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F5FA68-F28A-4B2F-BD76-2F464BE52DFA}" type="pres">
      <dgm:prSet presAssocID="{C2B8849B-36F6-49D7-83E5-438F80062A9B}" presName="spacer" presStyleCnt="0"/>
      <dgm:spPr/>
    </dgm:pt>
    <dgm:pt modelId="{915242E7-2BA3-40EE-9D31-6420A01116E5}" type="pres">
      <dgm:prSet presAssocID="{39D6CFC1-43C3-4449-B2BF-ACF91CCCC5D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931040-66FE-42FE-9819-345DD0142DBD}" type="presOf" srcId="{9E9F8CE6-FCC1-4E8C-BB4C-2560539E7911}" destId="{6C86761F-4996-46B6-8231-134F692AC932}" srcOrd="0" destOrd="0" presId="urn:microsoft.com/office/officeart/2005/8/layout/vList2"/>
    <dgm:cxn modelId="{BC586A75-94C0-4C84-A40E-454049C5C67A}" type="presOf" srcId="{51EDBEF8-F154-4A86-9734-A05483BBB373}" destId="{1D4B0F9F-CE4B-465A-B022-3A750D97C959}" srcOrd="0" destOrd="0" presId="urn:microsoft.com/office/officeart/2005/8/layout/vList2"/>
    <dgm:cxn modelId="{59FB6F83-4FEA-4E43-AA8A-17B63D625E60}" srcId="{9E9F8CE6-FCC1-4E8C-BB4C-2560539E7911}" destId="{51EDBEF8-F154-4A86-9734-A05483BBB373}" srcOrd="0" destOrd="0" parTransId="{87471E2F-7F45-4DEE-B7DA-D070E772746E}" sibTransId="{4AB77A02-F495-4C37-B05A-79B90DF3E77F}"/>
    <dgm:cxn modelId="{0D5BC29B-9B2F-4972-BBC3-85CBD3B814F1}" srcId="{9E9F8CE6-FCC1-4E8C-BB4C-2560539E7911}" destId="{39D6CFC1-43C3-4449-B2BF-ACF91CCCC5D0}" srcOrd="3" destOrd="0" parTransId="{9851E89A-DE08-4F2F-B42A-4D69E2E8F7E5}" sibTransId="{D108441D-B7C0-4382-82C4-3747464D0064}"/>
    <dgm:cxn modelId="{4587B9B5-DF15-4381-89AA-4D514D45E257}" type="presOf" srcId="{5B33C6D2-F89A-4E5E-AB0A-D7436908BF13}" destId="{C4C39916-8C2C-4127-B59C-B6197F6E13BB}" srcOrd="0" destOrd="0" presId="urn:microsoft.com/office/officeart/2005/8/layout/vList2"/>
    <dgm:cxn modelId="{9A63B8E6-A516-482D-ABC2-241F525A3966}" srcId="{9E9F8CE6-FCC1-4E8C-BB4C-2560539E7911}" destId="{6271400C-7E23-4DA5-9F3F-2AB7266E8016}" srcOrd="2" destOrd="0" parTransId="{E5A20F86-FA27-4E20-BCAB-A2891BACDA5C}" sibTransId="{C2B8849B-36F6-49D7-83E5-438F80062A9B}"/>
    <dgm:cxn modelId="{94ED41ED-CC16-4D1D-ACDF-D61BAAF512D4}" type="presOf" srcId="{6271400C-7E23-4DA5-9F3F-2AB7266E8016}" destId="{044F3F0D-C8CD-4655-8F47-12AB8B567141}" srcOrd="0" destOrd="0" presId="urn:microsoft.com/office/officeart/2005/8/layout/vList2"/>
    <dgm:cxn modelId="{577A95FB-C46D-4742-B276-18BACDD1885F}" type="presOf" srcId="{39D6CFC1-43C3-4449-B2BF-ACF91CCCC5D0}" destId="{915242E7-2BA3-40EE-9D31-6420A01116E5}" srcOrd="0" destOrd="0" presId="urn:microsoft.com/office/officeart/2005/8/layout/vList2"/>
    <dgm:cxn modelId="{E24328FF-9A80-481A-B506-6EB0D7B78A60}" srcId="{9E9F8CE6-FCC1-4E8C-BB4C-2560539E7911}" destId="{5B33C6D2-F89A-4E5E-AB0A-D7436908BF13}" srcOrd="1" destOrd="0" parTransId="{BE7702A8-5AF1-4F14-836C-8B06EA976E1C}" sibTransId="{AECFB1D7-1DC5-4DFC-BA69-D9E7BCF66078}"/>
    <dgm:cxn modelId="{E8F813AE-843A-4954-8E57-792D56E8D027}" type="presParOf" srcId="{6C86761F-4996-46B6-8231-134F692AC932}" destId="{1D4B0F9F-CE4B-465A-B022-3A750D97C959}" srcOrd="0" destOrd="0" presId="urn:microsoft.com/office/officeart/2005/8/layout/vList2"/>
    <dgm:cxn modelId="{BF8DC6EC-5684-4147-808E-7ABFF7094B93}" type="presParOf" srcId="{6C86761F-4996-46B6-8231-134F692AC932}" destId="{31C3CCD4-7149-4B05-81CB-BD31F730DA72}" srcOrd="1" destOrd="0" presId="urn:microsoft.com/office/officeart/2005/8/layout/vList2"/>
    <dgm:cxn modelId="{96AC4441-B577-446E-BB1F-7EBD26AB4BED}" type="presParOf" srcId="{6C86761F-4996-46B6-8231-134F692AC932}" destId="{C4C39916-8C2C-4127-B59C-B6197F6E13BB}" srcOrd="2" destOrd="0" presId="urn:microsoft.com/office/officeart/2005/8/layout/vList2"/>
    <dgm:cxn modelId="{1E04B929-F620-491B-A160-68107BC3C2FD}" type="presParOf" srcId="{6C86761F-4996-46B6-8231-134F692AC932}" destId="{A9F30267-A4E2-4AF4-AB6E-52CDDD729C12}" srcOrd="3" destOrd="0" presId="urn:microsoft.com/office/officeart/2005/8/layout/vList2"/>
    <dgm:cxn modelId="{8A937CF9-F754-450B-8D6C-B95C7036ED77}" type="presParOf" srcId="{6C86761F-4996-46B6-8231-134F692AC932}" destId="{044F3F0D-C8CD-4655-8F47-12AB8B567141}" srcOrd="4" destOrd="0" presId="urn:microsoft.com/office/officeart/2005/8/layout/vList2"/>
    <dgm:cxn modelId="{4467377D-C6DA-4681-BA90-2F38710B3D7D}" type="presParOf" srcId="{6C86761F-4996-46B6-8231-134F692AC932}" destId="{E5F5FA68-F28A-4B2F-BD76-2F464BE52DFA}" srcOrd="5" destOrd="0" presId="urn:microsoft.com/office/officeart/2005/8/layout/vList2"/>
    <dgm:cxn modelId="{13F66C09-DDF1-4C3D-9900-067C48198528}" type="presParOf" srcId="{6C86761F-4996-46B6-8231-134F692AC932}" destId="{915242E7-2BA3-40EE-9D31-6420A01116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6E2F3164-82E7-4CC9-95E9-096FEC2F84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63845B-8D75-4D61-887D-E91FEF48C6A3}">
      <dgm:prSet/>
      <dgm:spPr/>
      <dgm:t>
        <a:bodyPr/>
        <a:lstStyle/>
        <a:p>
          <a:r>
            <a:rPr lang="uk-UA" b="0" i="0"/>
            <a:t>«Наше завдання: добити контрреволюційні елементи, викрити націоналістичні ухили, розгорнути роботу з виховання партійних мас, а також широких мас у дусі пролетарського інтернаціоналізму».</a:t>
          </a:r>
          <a:endParaRPr lang="uk-UA"/>
        </a:p>
      </dgm:t>
    </dgm:pt>
    <dgm:pt modelId="{20F0F708-FF86-4BC8-B527-0456597773CB}" type="parTrans" cxnId="{5724115F-6425-427C-B99A-DF828097CC8C}">
      <dgm:prSet/>
      <dgm:spPr/>
      <dgm:t>
        <a:bodyPr/>
        <a:lstStyle/>
        <a:p>
          <a:endParaRPr lang="uk-UA"/>
        </a:p>
      </dgm:t>
    </dgm:pt>
    <dgm:pt modelId="{492B3470-E930-443E-9E89-9673F2074BE7}" type="sibTrans" cxnId="{5724115F-6425-427C-B99A-DF828097CC8C}">
      <dgm:prSet/>
      <dgm:spPr/>
      <dgm:t>
        <a:bodyPr/>
        <a:lstStyle/>
        <a:p>
          <a:endParaRPr lang="uk-UA"/>
        </a:p>
      </dgm:t>
    </dgm:pt>
    <dgm:pt modelId="{60D38142-5DAE-4344-8FF7-21B9B6B1F51F}">
      <dgm:prSet/>
      <dgm:spPr/>
      <dgm:t>
        <a:bodyPr/>
        <a:lstStyle/>
        <a:p>
          <a:r>
            <a:rPr lang="uk-UA" b="0" i="0"/>
            <a:t>«Від російської літератури нам треба тікати якомога швидше, тому що вона тяжить над нами в віках... Вигодовувати на ній наше молоде мистецтво — це значить затримати його розвиток».</a:t>
          </a:r>
          <a:endParaRPr lang="uk-UA"/>
        </a:p>
      </dgm:t>
    </dgm:pt>
    <dgm:pt modelId="{B4D6025E-1BA1-46F7-9DC6-E5FF41BCC2F5}" type="parTrans" cxnId="{D3A7A38B-9529-4CA2-8E67-53DAC527425A}">
      <dgm:prSet/>
      <dgm:spPr/>
      <dgm:t>
        <a:bodyPr/>
        <a:lstStyle/>
        <a:p>
          <a:endParaRPr lang="uk-UA"/>
        </a:p>
      </dgm:t>
    </dgm:pt>
    <dgm:pt modelId="{FADA20A1-169B-4CA1-9D8B-8B072D87281D}" type="sibTrans" cxnId="{D3A7A38B-9529-4CA2-8E67-53DAC527425A}">
      <dgm:prSet/>
      <dgm:spPr/>
      <dgm:t>
        <a:bodyPr/>
        <a:lstStyle/>
        <a:p>
          <a:endParaRPr lang="uk-UA"/>
        </a:p>
      </dgm:t>
    </dgm:pt>
    <dgm:pt modelId="{E282C051-DE35-4811-831C-758FFCE891F5}" type="pres">
      <dgm:prSet presAssocID="{6E2F3164-82E7-4CC9-95E9-096FEC2F84B5}" presName="linear" presStyleCnt="0">
        <dgm:presLayoutVars>
          <dgm:animLvl val="lvl"/>
          <dgm:resizeHandles val="exact"/>
        </dgm:presLayoutVars>
      </dgm:prSet>
      <dgm:spPr/>
    </dgm:pt>
    <dgm:pt modelId="{45168729-E2CE-4F77-B00F-B4C450684640}" type="pres">
      <dgm:prSet presAssocID="{1563845B-8D75-4D61-887D-E91FEF48C6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7C36895-F227-4517-8181-97BC052F818A}" type="pres">
      <dgm:prSet presAssocID="{492B3470-E930-443E-9E89-9673F2074BE7}" presName="spacer" presStyleCnt="0"/>
      <dgm:spPr/>
    </dgm:pt>
    <dgm:pt modelId="{70A95221-F27A-4054-8B53-A7A103A586AD}" type="pres">
      <dgm:prSet presAssocID="{60D38142-5DAE-4344-8FF7-21B9B6B1F51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CFA8615-9062-49E2-A8FF-C2CF507B0F51}" type="presOf" srcId="{60D38142-5DAE-4344-8FF7-21B9B6B1F51F}" destId="{70A95221-F27A-4054-8B53-A7A103A586AD}" srcOrd="0" destOrd="0" presId="urn:microsoft.com/office/officeart/2005/8/layout/vList2"/>
    <dgm:cxn modelId="{5724115F-6425-427C-B99A-DF828097CC8C}" srcId="{6E2F3164-82E7-4CC9-95E9-096FEC2F84B5}" destId="{1563845B-8D75-4D61-887D-E91FEF48C6A3}" srcOrd="0" destOrd="0" parTransId="{20F0F708-FF86-4BC8-B527-0456597773CB}" sibTransId="{492B3470-E930-443E-9E89-9673F2074BE7}"/>
    <dgm:cxn modelId="{EFB2BB74-57F0-4C3E-84EE-411D47017ED2}" type="presOf" srcId="{1563845B-8D75-4D61-887D-E91FEF48C6A3}" destId="{45168729-E2CE-4F77-B00F-B4C450684640}" srcOrd="0" destOrd="0" presId="urn:microsoft.com/office/officeart/2005/8/layout/vList2"/>
    <dgm:cxn modelId="{19EC9355-507F-4322-856A-0A7E40C41C75}" type="presOf" srcId="{6E2F3164-82E7-4CC9-95E9-096FEC2F84B5}" destId="{E282C051-DE35-4811-831C-758FFCE891F5}" srcOrd="0" destOrd="0" presId="urn:microsoft.com/office/officeart/2005/8/layout/vList2"/>
    <dgm:cxn modelId="{D3A7A38B-9529-4CA2-8E67-53DAC527425A}" srcId="{6E2F3164-82E7-4CC9-95E9-096FEC2F84B5}" destId="{60D38142-5DAE-4344-8FF7-21B9B6B1F51F}" srcOrd="1" destOrd="0" parTransId="{B4D6025E-1BA1-46F7-9DC6-E5FF41BCC2F5}" sibTransId="{FADA20A1-169B-4CA1-9D8B-8B072D87281D}"/>
    <dgm:cxn modelId="{6E09DD98-91D2-47CF-A290-61910D2B63B0}" type="presParOf" srcId="{E282C051-DE35-4811-831C-758FFCE891F5}" destId="{45168729-E2CE-4F77-B00F-B4C450684640}" srcOrd="0" destOrd="0" presId="urn:microsoft.com/office/officeart/2005/8/layout/vList2"/>
    <dgm:cxn modelId="{5DDDE378-FF16-472B-95CA-602FD113A7CC}" type="presParOf" srcId="{E282C051-DE35-4811-831C-758FFCE891F5}" destId="{F7C36895-F227-4517-8181-97BC052F818A}" srcOrd="1" destOrd="0" presId="urn:microsoft.com/office/officeart/2005/8/layout/vList2"/>
    <dgm:cxn modelId="{31A1349A-9124-40A0-95C9-6BA7AB385679}" type="presParOf" srcId="{E282C051-DE35-4811-831C-758FFCE891F5}" destId="{70A95221-F27A-4054-8B53-A7A103A586A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1EBAA65F-A2E3-4C9A-9C2A-AC32B40B0A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7D908A-C2D2-4E2E-9FA0-5F7188A954F0}">
      <dgm:prSet/>
      <dgm:spPr/>
      <dgm:t>
        <a:bodyPr/>
        <a:lstStyle/>
        <a:p>
          <a:r>
            <a:rPr lang="uk-UA" b="0" i="0" dirty="0"/>
            <a:t>«Зростання української культури та інтелігенції йде швидкими темпами, що коли ми не візьмемо в руки цього руху, він може піти мимо нас. ...віддавати цей рух у руки чужих нам елементів не можна ні в якому разі».</a:t>
          </a:r>
          <a:endParaRPr lang="uk-UA" dirty="0"/>
        </a:p>
      </dgm:t>
    </dgm:pt>
    <dgm:pt modelId="{C9650C8E-46E8-4635-8708-87B31201476F}" type="parTrans" cxnId="{2F6F25DA-9965-4E0E-9223-4176918A847C}">
      <dgm:prSet/>
      <dgm:spPr/>
      <dgm:t>
        <a:bodyPr/>
        <a:lstStyle/>
        <a:p>
          <a:endParaRPr lang="uk-UA"/>
        </a:p>
      </dgm:t>
    </dgm:pt>
    <dgm:pt modelId="{2F5A912F-9A17-429A-B43B-FF5E1220DD27}" type="sibTrans" cxnId="{2F6F25DA-9965-4E0E-9223-4176918A847C}">
      <dgm:prSet/>
      <dgm:spPr/>
      <dgm:t>
        <a:bodyPr/>
        <a:lstStyle/>
        <a:p>
          <a:endParaRPr lang="uk-UA"/>
        </a:p>
      </dgm:t>
    </dgm:pt>
    <dgm:pt modelId="{07988CC5-9DDF-42BD-9EFA-489B6CC3C4AE}">
      <dgm:prSet/>
      <dgm:spPr/>
      <dgm:t>
        <a:bodyPr/>
        <a:lstStyle/>
        <a:p>
          <a:r>
            <a:rPr lang="uk-UA" b="0" i="0"/>
            <a:t>«Замість того, щоб... розвивати зв’язок з культурою російського народу ...частина інтелігенції скочується на позиції занепадницької буржуазної культури. Ці митці відриваються від народу, захоплюючись техніцизмом».</a:t>
          </a:r>
          <a:endParaRPr lang="uk-UA"/>
        </a:p>
      </dgm:t>
    </dgm:pt>
    <dgm:pt modelId="{96C0C7D5-1EA1-49B5-A7DE-EE09C02EDE19}" type="parTrans" cxnId="{661EE369-2BAC-4814-866F-7380DA5A6B30}">
      <dgm:prSet/>
      <dgm:spPr/>
      <dgm:t>
        <a:bodyPr/>
        <a:lstStyle/>
        <a:p>
          <a:endParaRPr lang="uk-UA"/>
        </a:p>
      </dgm:t>
    </dgm:pt>
    <dgm:pt modelId="{C01DC800-213E-4282-8F38-6D9D4F5EA650}" type="sibTrans" cxnId="{661EE369-2BAC-4814-866F-7380DA5A6B30}">
      <dgm:prSet/>
      <dgm:spPr/>
      <dgm:t>
        <a:bodyPr/>
        <a:lstStyle/>
        <a:p>
          <a:endParaRPr lang="uk-UA"/>
        </a:p>
      </dgm:t>
    </dgm:pt>
    <dgm:pt modelId="{5AE98C6D-4A9E-4BC8-BA59-84C4AEF5E39F}" type="pres">
      <dgm:prSet presAssocID="{1EBAA65F-A2E3-4C9A-9C2A-AC32B40B0A45}" presName="linear" presStyleCnt="0">
        <dgm:presLayoutVars>
          <dgm:animLvl val="lvl"/>
          <dgm:resizeHandles val="exact"/>
        </dgm:presLayoutVars>
      </dgm:prSet>
      <dgm:spPr/>
    </dgm:pt>
    <dgm:pt modelId="{E4421679-549B-4B3A-8826-610EB718DB3C}" type="pres">
      <dgm:prSet presAssocID="{0B7D908A-C2D2-4E2E-9FA0-5F7188A954F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8AE4B4-7032-4749-AC08-C769046A310A}" type="pres">
      <dgm:prSet presAssocID="{2F5A912F-9A17-429A-B43B-FF5E1220DD27}" presName="spacer" presStyleCnt="0"/>
      <dgm:spPr/>
    </dgm:pt>
    <dgm:pt modelId="{35BF561B-54E0-42E6-9645-3487B3E8D7D8}" type="pres">
      <dgm:prSet presAssocID="{07988CC5-9DDF-42BD-9EFA-489B6CC3C4A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B4F8131-6112-4A11-A0F2-5CE0A81A4CAD}" type="presOf" srcId="{07988CC5-9DDF-42BD-9EFA-489B6CC3C4AE}" destId="{35BF561B-54E0-42E6-9645-3487B3E8D7D8}" srcOrd="0" destOrd="0" presId="urn:microsoft.com/office/officeart/2005/8/layout/vList2"/>
    <dgm:cxn modelId="{D4450D3E-DD3C-47F0-A949-CA6D1F74EC5E}" type="presOf" srcId="{0B7D908A-C2D2-4E2E-9FA0-5F7188A954F0}" destId="{E4421679-549B-4B3A-8826-610EB718DB3C}" srcOrd="0" destOrd="0" presId="urn:microsoft.com/office/officeart/2005/8/layout/vList2"/>
    <dgm:cxn modelId="{661EE369-2BAC-4814-866F-7380DA5A6B30}" srcId="{1EBAA65F-A2E3-4C9A-9C2A-AC32B40B0A45}" destId="{07988CC5-9DDF-42BD-9EFA-489B6CC3C4AE}" srcOrd="1" destOrd="0" parTransId="{96C0C7D5-1EA1-49B5-A7DE-EE09C02EDE19}" sibTransId="{C01DC800-213E-4282-8F38-6D9D4F5EA650}"/>
    <dgm:cxn modelId="{7A4E799A-E0E1-4CCB-BCF3-1A2418A30D52}" type="presOf" srcId="{1EBAA65F-A2E3-4C9A-9C2A-AC32B40B0A45}" destId="{5AE98C6D-4A9E-4BC8-BA59-84C4AEF5E39F}" srcOrd="0" destOrd="0" presId="urn:microsoft.com/office/officeart/2005/8/layout/vList2"/>
    <dgm:cxn modelId="{2F6F25DA-9965-4E0E-9223-4176918A847C}" srcId="{1EBAA65F-A2E3-4C9A-9C2A-AC32B40B0A45}" destId="{0B7D908A-C2D2-4E2E-9FA0-5F7188A954F0}" srcOrd="0" destOrd="0" parTransId="{C9650C8E-46E8-4635-8708-87B31201476F}" sibTransId="{2F5A912F-9A17-429A-B43B-FF5E1220DD27}"/>
    <dgm:cxn modelId="{A67DEFED-1F2B-4353-8C7E-F901279DF0E1}" type="presParOf" srcId="{5AE98C6D-4A9E-4BC8-BA59-84C4AEF5E39F}" destId="{E4421679-549B-4B3A-8826-610EB718DB3C}" srcOrd="0" destOrd="0" presId="urn:microsoft.com/office/officeart/2005/8/layout/vList2"/>
    <dgm:cxn modelId="{8C56805C-E600-48B7-8858-9448AF70A076}" type="presParOf" srcId="{5AE98C6D-4A9E-4BC8-BA59-84C4AEF5E39F}" destId="{958AE4B4-7032-4749-AC08-C769046A310A}" srcOrd="1" destOrd="0" presId="urn:microsoft.com/office/officeart/2005/8/layout/vList2"/>
    <dgm:cxn modelId="{FAE84973-40EB-43F0-8F11-8A8EE1044E3B}" type="presParOf" srcId="{5AE98C6D-4A9E-4BC8-BA59-84C4AEF5E39F}" destId="{35BF561B-54E0-42E6-9645-3487B3E8D7D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D129D24E-B4E9-4AD7-9ED7-319F9E0D89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EEE9F3-2FF2-4A07-B5C0-D2F069B95104}">
      <dgm:prSet/>
      <dgm:spPr/>
      <dgm:t>
        <a:bodyPr/>
        <a:lstStyle/>
        <a:p>
          <a:r>
            <a:rPr lang="uk-UA" b="0" i="0"/>
            <a:t>Ради Народних Міністрів Української Народної Республіки</a:t>
          </a:r>
          <a:endParaRPr lang="uk-UA"/>
        </a:p>
      </dgm:t>
    </dgm:pt>
    <dgm:pt modelId="{A553A34C-2936-47E6-9B43-238A03A414D7}" type="parTrans" cxnId="{D2BBFD5C-3428-423D-976B-4D8DE0B7844C}">
      <dgm:prSet/>
      <dgm:spPr/>
      <dgm:t>
        <a:bodyPr/>
        <a:lstStyle/>
        <a:p>
          <a:endParaRPr lang="uk-UA"/>
        </a:p>
      </dgm:t>
    </dgm:pt>
    <dgm:pt modelId="{8383C01B-03F8-4D12-B342-9C2E85832180}" type="sibTrans" cxnId="{D2BBFD5C-3428-423D-976B-4D8DE0B7844C}">
      <dgm:prSet/>
      <dgm:spPr/>
      <dgm:t>
        <a:bodyPr/>
        <a:lstStyle/>
        <a:p>
          <a:endParaRPr lang="uk-UA"/>
        </a:p>
      </dgm:t>
    </dgm:pt>
    <dgm:pt modelId="{7ADAD29F-53AB-41AD-9216-B89BC85649FA}">
      <dgm:prSet/>
      <dgm:spPr/>
      <dgm:t>
        <a:bodyPr/>
        <a:lstStyle/>
        <a:p>
          <a:r>
            <a:rPr lang="uk-UA" b="0" i="0"/>
            <a:t>Ради Міністрів Української Держави</a:t>
          </a:r>
          <a:endParaRPr lang="uk-UA"/>
        </a:p>
      </dgm:t>
    </dgm:pt>
    <dgm:pt modelId="{FE5D0B5E-AC66-46B6-8250-875F0CC74ABB}" type="parTrans" cxnId="{A5CF3FC4-0BD2-4040-89E0-34FC3340F0EB}">
      <dgm:prSet/>
      <dgm:spPr/>
      <dgm:t>
        <a:bodyPr/>
        <a:lstStyle/>
        <a:p>
          <a:endParaRPr lang="uk-UA"/>
        </a:p>
      </dgm:t>
    </dgm:pt>
    <dgm:pt modelId="{E2543300-D89E-4738-987A-864950CB6EFE}" type="sibTrans" cxnId="{A5CF3FC4-0BD2-4040-89E0-34FC3340F0EB}">
      <dgm:prSet/>
      <dgm:spPr/>
      <dgm:t>
        <a:bodyPr/>
        <a:lstStyle/>
        <a:p>
          <a:endParaRPr lang="uk-UA"/>
        </a:p>
      </dgm:t>
    </dgm:pt>
    <dgm:pt modelId="{B6B1BAD8-5854-4D16-B435-75A01761784D}">
      <dgm:prSet/>
      <dgm:spPr/>
      <dgm:t>
        <a:bodyPr/>
        <a:lstStyle/>
        <a:p>
          <a:r>
            <a:rPr lang="uk-UA" b="0" i="0"/>
            <a:t>Директорії Української Народної Республіки</a:t>
          </a:r>
          <a:endParaRPr lang="uk-UA"/>
        </a:p>
      </dgm:t>
    </dgm:pt>
    <dgm:pt modelId="{8FDF2C2D-3BCC-4ACA-B3EE-8300461A73B9}" type="parTrans" cxnId="{5093845F-83C0-4D6A-8814-0CC68D307A28}">
      <dgm:prSet/>
      <dgm:spPr/>
      <dgm:t>
        <a:bodyPr/>
        <a:lstStyle/>
        <a:p>
          <a:endParaRPr lang="uk-UA"/>
        </a:p>
      </dgm:t>
    </dgm:pt>
    <dgm:pt modelId="{4C7C116D-FACE-4E35-8100-4803CB3914F9}" type="sibTrans" cxnId="{5093845F-83C0-4D6A-8814-0CC68D307A28}">
      <dgm:prSet/>
      <dgm:spPr/>
      <dgm:t>
        <a:bodyPr/>
        <a:lstStyle/>
        <a:p>
          <a:endParaRPr lang="uk-UA"/>
        </a:p>
      </dgm:t>
    </dgm:pt>
    <dgm:pt modelId="{005288D6-8290-4C41-82F7-5393E3965FD4}">
      <dgm:prSet/>
      <dgm:spPr/>
      <dgm:t>
        <a:bodyPr/>
        <a:lstStyle/>
        <a:p>
          <a:r>
            <a:rPr lang="uk-UA" b="0" i="0"/>
            <a:t>Ради Народних Комісарів Української СРР</a:t>
          </a:r>
          <a:endParaRPr lang="uk-UA"/>
        </a:p>
      </dgm:t>
    </dgm:pt>
    <dgm:pt modelId="{39F414F5-9E8C-465B-956E-8E9BBFD5863D}" type="parTrans" cxnId="{2D5132C0-487E-4476-9525-4BDF31871FB7}">
      <dgm:prSet/>
      <dgm:spPr/>
      <dgm:t>
        <a:bodyPr/>
        <a:lstStyle/>
        <a:p>
          <a:endParaRPr lang="uk-UA"/>
        </a:p>
      </dgm:t>
    </dgm:pt>
    <dgm:pt modelId="{1EBDA1A0-8C5A-482B-8893-C47D8306E4EC}" type="sibTrans" cxnId="{2D5132C0-487E-4476-9525-4BDF31871FB7}">
      <dgm:prSet/>
      <dgm:spPr/>
      <dgm:t>
        <a:bodyPr/>
        <a:lstStyle/>
        <a:p>
          <a:endParaRPr lang="uk-UA"/>
        </a:p>
      </dgm:t>
    </dgm:pt>
    <dgm:pt modelId="{D9FBED3D-121F-40EF-AB27-7405BF762781}" type="pres">
      <dgm:prSet presAssocID="{D129D24E-B4E9-4AD7-9ED7-319F9E0D89AB}" presName="linear" presStyleCnt="0">
        <dgm:presLayoutVars>
          <dgm:animLvl val="lvl"/>
          <dgm:resizeHandles val="exact"/>
        </dgm:presLayoutVars>
      </dgm:prSet>
      <dgm:spPr/>
    </dgm:pt>
    <dgm:pt modelId="{C603CB5A-56FD-41DA-B048-51708B5EC5BB}" type="pres">
      <dgm:prSet presAssocID="{4FEEE9F3-2FF2-4A07-B5C0-D2F069B9510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9D685E-2D6E-41E8-B34E-AD1AD115A282}" type="pres">
      <dgm:prSet presAssocID="{8383C01B-03F8-4D12-B342-9C2E85832180}" presName="spacer" presStyleCnt="0"/>
      <dgm:spPr/>
    </dgm:pt>
    <dgm:pt modelId="{9486BF8F-FA80-4C4D-80A0-804297093C08}" type="pres">
      <dgm:prSet presAssocID="{7ADAD29F-53AB-41AD-9216-B89BC85649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8B44EE-1492-465E-9E9A-D43D07ADC24C}" type="pres">
      <dgm:prSet presAssocID="{E2543300-D89E-4738-987A-864950CB6EFE}" presName="spacer" presStyleCnt="0"/>
      <dgm:spPr/>
    </dgm:pt>
    <dgm:pt modelId="{75FF508E-34AA-483F-ABF2-191C98679EC3}" type="pres">
      <dgm:prSet presAssocID="{B6B1BAD8-5854-4D16-B435-75A0176178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1DECF3-64E7-4D65-A19E-606EBF675739}" type="pres">
      <dgm:prSet presAssocID="{4C7C116D-FACE-4E35-8100-4803CB3914F9}" presName="spacer" presStyleCnt="0"/>
      <dgm:spPr/>
    </dgm:pt>
    <dgm:pt modelId="{A7653DA0-CCF9-46D4-A73F-034F22919661}" type="pres">
      <dgm:prSet presAssocID="{005288D6-8290-4C41-82F7-5393E3965F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80F725-EC8B-45A4-B1D5-49CC12F3A904}" type="presOf" srcId="{D129D24E-B4E9-4AD7-9ED7-319F9E0D89AB}" destId="{D9FBED3D-121F-40EF-AB27-7405BF762781}" srcOrd="0" destOrd="0" presId="urn:microsoft.com/office/officeart/2005/8/layout/vList2"/>
    <dgm:cxn modelId="{D2BBFD5C-3428-423D-976B-4D8DE0B7844C}" srcId="{D129D24E-B4E9-4AD7-9ED7-319F9E0D89AB}" destId="{4FEEE9F3-2FF2-4A07-B5C0-D2F069B95104}" srcOrd="0" destOrd="0" parTransId="{A553A34C-2936-47E6-9B43-238A03A414D7}" sibTransId="{8383C01B-03F8-4D12-B342-9C2E85832180}"/>
    <dgm:cxn modelId="{5093845F-83C0-4D6A-8814-0CC68D307A28}" srcId="{D129D24E-B4E9-4AD7-9ED7-319F9E0D89AB}" destId="{B6B1BAD8-5854-4D16-B435-75A01761784D}" srcOrd="2" destOrd="0" parTransId="{8FDF2C2D-3BCC-4ACA-B3EE-8300461A73B9}" sibTransId="{4C7C116D-FACE-4E35-8100-4803CB3914F9}"/>
    <dgm:cxn modelId="{A79A0DBB-CD1B-448A-9FB1-8208E9D3F356}" type="presOf" srcId="{B6B1BAD8-5854-4D16-B435-75A01761784D}" destId="{75FF508E-34AA-483F-ABF2-191C98679EC3}" srcOrd="0" destOrd="0" presId="urn:microsoft.com/office/officeart/2005/8/layout/vList2"/>
    <dgm:cxn modelId="{2D5132C0-487E-4476-9525-4BDF31871FB7}" srcId="{D129D24E-B4E9-4AD7-9ED7-319F9E0D89AB}" destId="{005288D6-8290-4C41-82F7-5393E3965FD4}" srcOrd="3" destOrd="0" parTransId="{39F414F5-9E8C-465B-956E-8E9BBFD5863D}" sibTransId="{1EBDA1A0-8C5A-482B-8893-C47D8306E4EC}"/>
    <dgm:cxn modelId="{A5CF3FC4-0BD2-4040-89E0-34FC3340F0EB}" srcId="{D129D24E-B4E9-4AD7-9ED7-319F9E0D89AB}" destId="{7ADAD29F-53AB-41AD-9216-B89BC85649FA}" srcOrd="1" destOrd="0" parTransId="{FE5D0B5E-AC66-46B6-8250-875F0CC74ABB}" sibTransId="{E2543300-D89E-4738-987A-864950CB6EFE}"/>
    <dgm:cxn modelId="{218EFCCB-E132-4CDC-9E11-610BD5D1B860}" type="presOf" srcId="{005288D6-8290-4C41-82F7-5393E3965FD4}" destId="{A7653DA0-CCF9-46D4-A73F-034F22919661}" srcOrd="0" destOrd="0" presId="urn:microsoft.com/office/officeart/2005/8/layout/vList2"/>
    <dgm:cxn modelId="{9FA934D7-62F9-41DB-86A5-1DD4482A7F9C}" type="presOf" srcId="{4FEEE9F3-2FF2-4A07-B5C0-D2F069B95104}" destId="{C603CB5A-56FD-41DA-B048-51708B5EC5BB}" srcOrd="0" destOrd="0" presId="urn:microsoft.com/office/officeart/2005/8/layout/vList2"/>
    <dgm:cxn modelId="{BDE18EF2-42DF-47D6-9E92-17AA87DF91A3}" type="presOf" srcId="{7ADAD29F-53AB-41AD-9216-B89BC85649FA}" destId="{9486BF8F-FA80-4C4D-80A0-804297093C08}" srcOrd="0" destOrd="0" presId="urn:microsoft.com/office/officeart/2005/8/layout/vList2"/>
    <dgm:cxn modelId="{6E5314A4-0136-497E-AEF2-7BBC5C862589}" type="presParOf" srcId="{D9FBED3D-121F-40EF-AB27-7405BF762781}" destId="{C603CB5A-56FD-41DA-B048-51708B5EC5BB}" srcOrd="0" destOrd="0" presId="urn:microsoft.com/office/officeart/2005/8/layout/vList2"/>
    <dgm:cxn modelId="{A00864EA-31CA-419B-A53C-D10A3FA37E4D}" type="presParOf" srcId="{D9FBED3D-121F-40EF-AB27-7405BF762781}" destId="{259D685E-2D6E-41E8-B34E-AD1AD115A282}" srcOrd="1" destOrd="0" presId="urn:microsoft.com/office/officeart/2005/8/layout/vList2"/>
    <dgm:cxn modelId="{0115E0D7-7600-41D1-83FA-818179D657AF}" type="presParOf" srcId="{D9FBED3D-121F-40EF-AB27-7405BF762781}" destId="{9486BF8F-FA80-4C4D-80A0-804297093C08}" srcOrd="2" destOrd="0" presId="urn:microsoft.com/office/officeart/2005/8/layout/vList2"/>
    <dgm:cxn modelId="{D1FC8089-8B67-4DCF-A15A-A2CAAEF1DE2B}" type="presParOf" srcId="{D9FBED3D-121F-40EF-AB27-7405BF762781}" destId="{018B44EE-1492-465E-9E9A-D43D07ADC24C}" srcOrd="3" destOrd="0" presId="urn:microsoft.com/office/officeart/2005/8/layout/vList2"/>
    <dgm:cxn modelId="{FADCD1B8-DED5-4D08-B50F-88E24B136DE8}" type="presParOf" srcId="{D9FBED3D-121F-40EF-AB27-7405BF762781}" destId="{75FF508E-34AA-483F-ABF2-191C98679EC3}" srcOrd="4" destOrd="0" presId="urn:microsoft.com/office/officeart/2005/8/layout/vList2"/>
    <dgm:cxn modelId="{93E56C65-EAEC-4DFE-AA07-C4AB0D690F6C}" type="presParOf" srcId="{D9FBED3D-121F-40EF-AB27-7405BF762781}" destId="{B01DECF3-64E7-4D65-A19E-606EBF675739}" srcOrd="5" destOrd="0" presId="urn:microsoft.com/office/officeart/2005/8/layout/vList2"/>
    <dgm:cxn modelId="{498B4656-FA83-4B57-8575-A7C1D49C9223}" type="presParOf" srcId="{D9FBED3D-121F-40EF-AB27-7405BF762781}" destId="{A7653DA0-CCF9-46D4-A73F-034F2291966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8E620FD8-0A74-40D1-9F00-14C9F92E85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6584C1-7C6F-4D66-B965-AFA45E6BC1CC}">
      <dgm:prSet/>
      <dgm:spPr/>
      <dgm:t>
        <a:bodyPr/>
        <a:lstStyle/>
        <a:p>
          <a:r>
            <a:rPr lang="uk-UA" b="0" i="0"/>
            <a:t>коренізації</a:t>
          </a:r>
          <a:endParaRPr lang="uk-UA"/>
        </a:p>
      </dgm:t>
    </dgm:pt>
    <dgm:pt modelId="{0B8A098B-E204-43B1-A91C-1EBB935D63DA}" type="parTrans" cxnId="{656A41B7-E86C-4711-9D63-73DAEE36F317}">
      <dgm:prSet/>
      <dgm:spPr/>
      <dgm:t>
        <a:bodyPr/>
        <a:lstStyle/>
        <a:p>
          <a:endParaRPr lang="uk-UA"/>
        </a:p>
      </dgm:t>
    </dgm:pt>
    <dgm:pt modelId="{F120F1F3-D7D0-4D11-A356-0A74C58880E4}" type="sibTrans" cxnId="{656A41B7-E86C-4711-9D63-73DAEE36F317}">
      <dgm:prSet/>
      <dgm:spPr/>
      <dgm:t>
        <a:bodyPr/>
        <a:lstStyle/>
        <a:p>
          <a:endParaRPr lang="uk-UA"/>
        </a:p>
      </dgm:t>
    </dgm:pt>
    <dgm:pt modelId="{2C093414-D727-45CD-9147-4DF612EAE16F}">
      <dgm:prSet/>
      <dgm:spPr/>
      <dgm:t>
        <a:bodyPr/>
        <a:lstStyle/>
        <a:p>
          <a:r>
            <a:rPr lang="uk-UA" b="0" i="0"/>
            <a:t>колективізації</a:t>
          </a:r>
          <a:endParaRPr lang="uk-UA"/>
        </a:p>
      </dgm:t>
    </dgm:pt>
    <dgm:pt modelId="{1531C392-8161-47D1-BAE6-6BBF99892EDE}" type="parTrans" cxnId="{45AD2BE8-553D-46BB-9685-FF282BD5006F}">
      <dgm:prSet/>
      <dgm:spPr/>
      <dgm:t>
        <a:bodyPr/>
        <a:lstStyle/>
        <a:p>
          <a:endParaRPr lang="uk-UA"/>
        </a:p>
      </dgm:t>
    </dgm:pt>
    <dgm:pt modelId="{09C6482C-119F-4AB3-A6F0-8CBC99D519A3}" type="sibTrans" cxnId="{45AD2BE8-553D-46BB-9685-FF282BD5006F}">
      <dgm:prSet/>
      <dgm:spPr/>
      <dgm:t>
        <a:bodyPr/>
        <a:lstStyle/>
        <a:p>
          <a:endParaRPr lang="uk-UA"/>
        </a:p>
      </dgm:t>
    </dgm:pt>
    <dgm:pt modelId="{5C71CBAC-2BA9-4F5F-AE44-CE189BEF3A93}">
      <dgm:prSet/>
      <dgm:spPr/>
      <dgm:t>
        <a:bodyPr/>
        <a:lstStyle/>
        <a:p>
          <a:r>
            <a:rPr lang="uk-UA" b="0" i="0"/>
            <a:t>індустріалізації</a:t>
          </a:r>
          <a:endParaRPr lang="uk-UA"/>
        </a:p>
      </dgm:t>
    </dgm:pt>
    <dgm:pt modelId="{9C27BE4A-5C1C-4074-89E5-E72F8AB4044B}" type="parTrans" cxnId="{4587F994-E18C-45DD-99BA-8EBBFC2EFD25}">
      <dgm:prSet/>
      <dgm:spPr/>
      <dgm:t>
        <a:bodyPr/>
        <a:lstStyle/>
        <a:p>
          <a:endParaRPr lang="uk-UA"/>
        </a:p>
      </dgm:t>
    </dgm:pt>
    <dgm:pt modelId="{9865FBDC-B7F7-49ED-BFFC-9C7F87A5B73A}" type="sibTrans" cxnId="{4587F994-E18C-45DD-99BA-8EBBFC2EFD25}">
      <dgm:prSet/>
      <dgm:spPr/>
      <dgm:t>
        <a:bodyPr/>
        <a:lstStyle/>
        <a:p>
          <a:endParaRPr lang="uk-UA"/>
        </a:p>
      </dgm:t>
    </dgm:pt>
    <dgm:pt modelId="{08432173-1BBB-446C-99F2-149FCBF21586}">
      <dgm:prSet/>
      <dgm:spPr/>
      <dgm:t>
        <a:bodyPr/>
        <a:lstStyle/>
        <a:p>
          <a:r>
            <a:rPr lang="uk-UA" b="0" i="0"/>
            <a:t>культурної революції</a:t>
          </a:r>
          <a:endParaRPr lang="uk-UA"/>
        </a:p>
      </dgm:t>
    </dgm:pt>
    <dgm:pt modelId="{D4401584-5EB8-49F5-85C4-292C24372EDE}" type="parTrans" cxnId="{A8AECE6B-3659-4D7D-BA34-A518630CBC68}">
      <dgm:prSet/>
      <dgm:spPr/>
      <dgm:t>
        <a:bodyPr/>
        <a:lstStyle/>
        <a:p>
          <a:endParaRPr lang="uk-UA"/>
        </a:p>
      </dgm:t>
    </dgm:pt>
    <dgm:pt modelId="{1F44EA43-1742-4708-AE62-FAB95C67D9F1}" type="sibTrans" cxnId="{A8AECE6B-3659-4D7D-BA34-A518630CBC68}">
      <dgm:prSet/>
      <dgm:spPr/>
      <dgm:t>
        <a:bodyPr/>
        <a:lstStyle/>
        <a:p>
          <a:endParaRPr lang="uk-UA"/>
        </a:p>
      </dgm:t>
    </dgm:pt>
    <dgm:pt modelId="{4DAACAE9-8935-4C75-A54F-CAF6A98899F6}" type="pres">
      <dgm:prSet presAssocID="{8E620FD8-0A74-40D1-9F00-14C9F92E8581}" presName="linear" presStyleCnt="0">
        <dgm:presLayoutVars>
          <dgm:animLvl val="lvl"/>
          <dgm:resizeHandles val="exact"/>
        </dgm:presLayoutVars>
      </dgm:prSet>
      <dgm:spPr/>
    </dgm:pt>
    <dgm:pt modelId="{AABFAF8F-C4C1-4B3D-91C9-551C83334889}" type="pres">
      <dgm:prSet presAssocID="{616584C1-7C6F-4D66-B965-AFA45E6BC1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A52547-5B22-459D-8A95-A402DCF01468}" type="pres">
      <dgm:prSet presAssocID="{F120F1F3-D7D0-4D11-A356-0A74C58880E4}" presName="spacer" presStyleCnt="0"/>
      <dgm:spPr/>
    </dgm:pt>
    <dgm:pt modelId="{D3449147-432E-4AE7-8357-533DAD96A2CD}" type="pres">
      <dgm:prSet presAssocID="{2C093414-D727-45CD-9147-4DF612EAE1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EE7DAE-1DB0-4402-8819-12F53E90CE76}" type="pres">
      <dgm:prSet presAssocID="{09C6482C-119F-4AB3-A6F0-8CBC99D519A3}" presName="spacer" presStyleCnt="0"/>
      <dgm:spPr/>
    </dgm:pt>
    <dgm:pt modelId="{3E91322A-5B9E-4097-B332-8B3BDA4665A1}" type="pres">
      <dgm:prSet presAssocID="{5C71CBAC-2BA9-4F5F-AE44-CE189BEF3A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22F9C9-A878-4721-9373-95EE5194432F}" type="pres">
      <dgm:prSet presAssocID="{9865FBDC-B7F7-49ED-BFFC-9C7F87A5B73A}" presName="spacer" presStyleCnt="0"/>
      <dgm:spPr/>
    </dgm:pt>
    <dgm:pt modelId="{A4BA14A4-2A53-402A-A963-9004087963D2}" type="pres">
      <dgm:prSet presAssocID="{08432173-1BBB-446C-99F2-149FCBF2158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A102819-3804-47FF-8447-9E5071867394}" type="presOf" srcId="{08432173-1BBB-446C-99F2-149FCBF21586}" destId="{A4BA14A4-2A53-402A-A963-9004087963D2}" srcOrd="0" destOrd="0" presId="urn:microsoft.com/office/officeart/2005/8/layout/vList2"/>
    <dgm:cxn modelId="{120ECB39-FDCD-4F3D-8D35-F9ADB0C01247}" type="presOf" srcId="{2C093414-D727-45CD-9147-4DF612EAE16F}" destId="{D3449147-432E-4AE7-8357-533DAD96A2CD}" srcOrd="0" destOrd="0" presId="urn:microsoft.com/office/officeart/2005/8/layout/vList2"/>
    <dgm:cxn modelId="{A8AECE6B-3659-4D7D-BA34-A518630CBC68}" srcId="{8E620FD8-0A74-40D1-9F00-14C9F92E8581}" destId="{08432173-1BBB-446C-99F2-149FCBF21586}" srcOrd="3" destOrd="0" parTransId="{D4401584-5EB8-49F5-85C4-292C24372EDE}" sibTransId="{1F44EA43-1742-4708-AE62-FAB95C67D9F1}"/>
    <dgm:cxn modelId="{4587F994-E18C-45DD-99BA-8EBBFC2EFD25}" srcId="{8E620FD8-0A74-40D1-9F00-14C9F92E8581}" destId="{5C71CBAC-2BA9-4F5F-AE44-CE189BEF3A93}" srcOrd="2" destOrd="0" parTransId="{9C27BE4A-5C1C-4074-89E5-E72F8AB4044B}" sibTransId="{9865FBDC-B7F7-49ED-BFFC-9C7F87A5B73A}"/>
    <dgm:cxn modelId="{E5EE6DAC-91F1-43BF-B065-BD77CF6BDF95}" type="presOf" srcId="{5C71CBAC-2BA9-4F5F-AE44-CE189BEF3A93}" destId="{3E91322A-5B9E-4097-B332-8B3BDA4665A1}" srcOrd="0" destOrd="0" presId="urn:microsoft.com/office/officeart/2005/8/layout/vList2"/>
    <dgm:cxn modelId="{656A41B7-E86C-4711-9D63-73DAEE36F317}" srcId="{8E620FD8-0A74-40D1-9F00-14C9F92E8581}" destId="{616584C1-7C6F-4D66-B965-AFA45E6BC1CC}" srcOrd="0" destOrd="0" parTransId="{0B8A098B-E204-43B1-A91C-1EBB935D63DA}" sibTransId="{F120F1F3-D7D0-4D11-A356-0A74C58880E4}"/>
    <dgm:cxn modelId="{1965E0C8-9985-4671-8AC9-094FF63E845A}" type="presOf" srcId="{616584C1-7C6F-4D66-B965-AFA45E6BC1CC}" destId="{AABFAF8F-C4C1-4B3D-91C9-551C83334889}" srcOrd="0" destOrd="0" presId="urn:microsoft.com/office/officeart/2005/8/layout/vList2"/>
    <dgm:cxn modelId="{45AD2BE8-553D-46BB-9685-FF282BD5006F}" srcId="{8E620FD8-0A74-40D1-9F00-14C9F92E8581}" destId="{2C093414-D727-45CD-9147-4DF612EAE16F}" srcOrd="1" destOrd="0" parTransId="{1531C392-8161-47D1-BAE6-6BBF99892EDE}" sibTransId="{09C6482C-119F-4AB3-A6F0-8CBC99D519A3}"/>
    <dgm:cxn modelId="{774220F9-C7CE-4592-8B8C-706D23CFE247}" type="presOf" srcId="{8E620FD8-0A74-40D1-9F00-14C9F92E8581}" destId="{4DAACAE9-8935-4C75-A54F-CAF6A98899F6}" srcOrd="0" destOrd="0" presId="urn:microsoft.com/office/officeart/2005/8/layout/vList2"/>
    <dgm:cxn modelId="{3834BEF4-A7C7-4E16-B866-509492841B3C}" type="presParOf" srcId="{4DAACAE9-8935-4C75-A54F-CAF6A98899F6}" destId="{AABFAF8F-C4C1-4B3D-91C9-551C83334889}" srcOrd="0" destOrd="0" presId="urn:microsoft.com/office/officeart/2005/8/layout/vList2"/>
    <dgm:cxn modelId="{644E7AA4-683A-40B1-BEC9-0D65240F4518}" type="presParOf" srcId="{4DAACAE9-8935-4C75-A54F-CAF6A98899F6}" destId="{12A52547-5B22-459D-8A95-A402DCF01468}" srcOrd="1" destOrd="0" presId="urn:microsoft.com/office/officeart/2005/8/layout/vList2"/>
    <dgm:cxn modelId="{33D3AA6A-63E5-47B9-89E6-F756645F4714}" type="presParOf" srcId="{4DAACAE9-8935-4C75-A54F-CAF6A98899F6}" destId="{D3449147-432E-4AE7-8357-533DAD96A2CD}" srcOrd="2" destOrd="0" presId="urn:microsoft.com/office/officeart/2005/8/layout/vList2"/>
    <dgm:cxn modelId="{A27F9E2F-ECD3-4E30-AC9A-4DD3A859260F}" type="presParOf" srcId="{4DAACAE9-8935-4C75-A54F-CAF6A98899F6}" destId="{78EE7DAE-1DB0-4402-8819-12F53E90CE76}" srcOrd="3" destOrd="0" presId="urn:microsoft.com/office/officeart/2005/8/layout/vList2"/>
    <dgm:cxn modelId="{5209C105-C12D-4FF5-AD9D-419DEF4995BF}" type="presParOf" srcId="{4DAACAE9-8935-4C75-A54F-CAF6A98899F6}" destId="{3E91322A-5B9E-4097-B332-8B3BDA4665A1}" srcOrd="4" destOrd="0" presId="urn:microsoft.com/office/officeart/2005/8/layout/vList2"/>
    <dgm:cxn modelId="{DB5E2754-080C-4032-B49A-D83E5B1AAD4B}" type="presParOf" srcId="{4DAACAE9-8935-4C75-A54F-CAF6A98899F6}" destId="{C722F9C9-A878-4721-9373-95EE5194432F}" srcOrd="5" destOrd="0" presId="urn:microsoft.com/office/officeart/2005/8/layout/vList2"/>
    <dgm:cxn modelId="{2CD4F75B-0A00-4811-9A9D-FEF988ED6235}" type="presParOf" srcId="{4DAACAE9-8935-4C75-A54F-CAF6A98899F6}" destId="{A4BA14A4-2A53-402A-A963-9004087963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15F572E9-E1E2-4720-923F-94B6756506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291EB8-B837-4BA2-BDC9-CBD3F203B489}">
      <dgm:prSet/>
      <dgm:spPr/>
      <dgm:t>
        <a:bodyPr/>
        <a:lstStyle/>
        <a:p>
          <a:r>
            <a:rPr lang="uk-UA" b="0" i="0"/>
            <a:t>запровадження обов’язкової загальної десятирічної середньої освіти.</a:t>
          </a:r>
          <a:endParaRPr lang="uk-UA"/>
        </a:p>
      </dgm:t>
    </dgm:pt>
    <dgm:pt modelId="{F5617A48-E96B-44D3-BAA7-8C172005DD28}" type="parTrans" cxnId="{E8AEFEE5-6134-492C-A038-88F13B3AACF9}">
      <dgm:prSet/>
      <dgm:spPr/>
      <dgm:t>
        <a:bodyPr/>
        <a:lstStyle/>
        <a:p>
          <a:endParaRPr lang="uk-UA"/>
        </a:p>
      </dgm:t>
    </dgm:pt>
    <dgm:pt modelId="{35B8B3A5-B9EB-4C08-B833-EE947C99E850}" type="sibTrans" cxnId="{E8AEFEE5-6134-492C-A038-88F13B3AACF9}">
      <dgm:prSet/>
      <dgm:spPr/>
      <dgm:t>
        <a:bodyPr/>
        <a:lstStyle/>
        <a:p>
          <a:endParaRPr lang="uk-UA"/>
        </a:p>
      </dgm:t>
    </dgm:pt>
    <dgm:pt modelId="{C4BFB2BE-88D0-4E29-848B-8455C2A265B3}">
      <dgm:prSet/>
      <dgm:spPr/>
      <dgm:t>
        <a:bodyPr/>
        <a:lstStyle/>
        <a:p>
          <a:r>
            <a:rPr lang="uk-UA" b="0" i="0"/>
            <a:t>згортання антицерковної політики та відмова від атеїстичної пропаганди.</a:t>
          </a:r>
          <a:endParaRPr lang="uk-UA"/>
        </a:p>
      </dgm:t>
    </dgm:pt>
    <dgm:pt modelId="{D7219FAC-A722-4A8B-B4E9-6B4CD006DB55}" type="parTrans" cxnId="{4B92292F-5727-4CC3-8F30-A47ED64AF952}">
      <dgm:prSet/>
      <dgm:spPr/>
      <dgm:t>
        <a:bodyPr/>
        <a:lstStyle/>
        <a:p>
          <a:endParaRPr lang="uk-UA"/>
        </a:p>
      </dgm:t>
    </dgm:pt>
    <dgm:pt modelId="{146FA20C-D180-488E-A68C-558076D17720}" type="sibTrans" cxnId="{4B92292F-5727-4CC3-8F30-A47ED64AF952}">
      <dgm:prSet/>
      <dgm:spPr/>
      <dgm:t>
        <a:bodyPr/>
        <a:lstStyle/>
        <a:p>
          <a:endParaRPr lang="uk-UA"/>
        </a:p>
      </dgm:t>
    </dgm:pt>
    <dgm:pt modelId="{9959152B-2196-428E-AFDE-80DCCCF9D0AC}">
      <dgm:prSet/>
      <dgm:spPr/>
      <dgm:t>
        <a:bodyPr/>
        <a:lstStyle/>
        <a:p>
          <a:r>
            <a:rPr lang="uk-UA" b="0" i="0"/>
            <a:t>згуртування літераторів, художників, театральних діячів у творчі об’єднання.</a:t>
          </a:r>
          <a:endParaRPr lang="uk-UA"/>
        </a:p>
      </dgm:t>
    </dgm:pt>
    <dgm:pt modelId="{9DA6DA5A-0779-415B-9E56-B336407B0A1A}" type="parTrans" cxnId="{20829198-AC9E-46FC-A220-E147EF5C020E}">
      <dgm:prSet/>
      <dgm:spPr/>
      <dgm:t>
        <a:bodyPr/>
        <a:lstStyle/>
        <a:p>
          <a:endParaRPr lang="uk-UA"/>
        </a:p>
      </dgm:t>
    </dgm:pt>
    <dgm:pt modelId="{FAE4B60E-D302-4196-BBC3-32729D332AAC}" type="sibTrans" cxnId="{20829198-AC9E-46FC-A220-E147EF5C020E}">
      <dgm:prSet/>
      <dgm:spPr/>
      <dgm:t>
        <a:bodyPr/>
        <a:lstStyle/>
        <a:p>
          <a:endParaRPr lang="uk-UA"/>
        </a:p>
      </dgm:t>
    </dgm:pt>
    <dgm:pt modelId="{4286B509-A1E4-4F5D-9CF3-D1FC97D7AD7C}">
      <dgm:prSet/>
      <dgm:spPr/>
      <dgm:t>
        <a:bodyPr/>
        <a:lstStyle/>
        <a:p>
          <a:r>
            <a:rPr lang="uk-UA" b="0" i="0"/>
            <a:t>посилення боротьби з «космополітизмом» та «низькопоклонством перед Заходом»</a:t>
          </a:r>
          <a:endParaRPr lang="uk-UA"/>
        </a:p>
      </dgm:t>
    </dgm:pt>
    <dgm:pt modelId="{0980B139-A9B0-41C1-9682-E7DC6461A6DA}" type="parTrans" cxnId="{8533B7DA-A526-4065-8835-632CF14EF15B}">
      <dgm:prSet/>
      <dgm:spPr/>
      <dgm:t>
        <a:bodyPr/>
        <a:lstStyle/>
        <a:p>
          <a:endParaRPr lang="uk-UA"/>
        </a:p>
      </dgm:t>
    </dgm:pt>
    <dgm:pt modelId="{4F806DC0-53F7-471A-809D-890F584936A7}" type="sibTrans" cxnId="{8533B7DA-A526-4065-8835-632CF14EF15B}">
      <dgm:prSet/>
      <dgm:spPr/>
      <dgm:t>
        <a:bodyPr/>
        <a:lstStyle/>
        <a:p>
          <a:endParaRPr lang="uk-UA"/>
        </a:p>
      </dgm:t>
    </dgm:pt>
    <dgm:pt modelId="{6041CC35-49FF-4F57-AA04-85F6ECFAC6F1}" type="pres">
      <dgm:prSet presAssocID="{15F572E9-E1E2-4720-923F-94B675650671}" presName="linear" presStyleCnt="0">
        <dgm:presLayoutVars>
          <dgm:animLvl val="lvl"/>
          <dgm:resizeHandles val="exact"/>
        </dgm:presLayoutVars>
      </dgm:prSet>
      <dgm:spPr/>
    </dgm:pt>
    <dgm:pt modelId="{3F3BF2EF-712E-4824-BF36-838DE5FD5FFD}" type="pres">
      <dgm:prSet presAssocID="{C3291EB8-B837-4BA2-BDC9-CBD3F203B4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0C947F-0FC2-43E4-819F-52946FDFA5CD}" type="pres">
      <dgm:prSet presAssocID="{35B8B3A5-B9EB-4C08-B833-EE947C99E850}" presName="spacer" presStyleCnt="0"/>
      <dgm:spPr/>
    </dgm:pt>
    <dgm:pt modelId="{64345B8B-5C8C-4BC3-B78B-5D9E09AB5186}" type="pres">
      <dgm:prSet presAssocID="{C4BFB2BE-88D0-4E29-848B-8455C2A265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45BAD8-7485-4887-AAEF-A83EC2A2ECF9}" type="pres">
      <dgm:prSet presAssocID="{146FA20C-D180-488E-A68C-558076D17720}" presName="spacer" presStyleCnt="0"/>
      <dgm:spPr/>
    </dgm:pt>
    <dgm:pt modelId="{69A98037-07F0-4CD2-A608-B26CBDDD57F7}" type="pres">
      <dgm:prSet presAssocID="{9959152B-2196-428E-AFDE-80DCCCF9D0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B2D692-51D7-4EBF-8EEF-25F37F79C8BB}" type="pres">
      <dgm:prSet presAssocID="{FAE4B60E-D302-4196-BBC3-32729D332AAC}" presName="spacer" presStyleCnt="0"/>
      <dgm:spPr/>
    </dgm:pt>
    <dgm:pt modelId="{CED486E2-2B1E-4F3E-B407-BA5989C8F3C3}" type="pres">
      <dgm:prSet presAssocID="{4286B509-A1E4-4F5D-9CF3-D1FC97D7AD7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E8C7202-D112-4FDD-B847-45451C4CCB0F}" type="presOf" srcId="{4286B509-A1E4-4F5D-9CF3-D1FC97D7AD7C}" destId="{CED486E2-2B1E-4F3E-B407-BA5989C8F3C3}" srcOrd="0" destOrd="0" presId="urn:microsoft.com/office/officeart/2005/8/layout/vList2"/>
    <dgm:cxn modelId="{F44B5505-29F0-4FE0-928D-F7E89F131809}" type="presOf" srcId="{15F572E9-E1E2-4720-923F-94B675650671}" destId="{6041CC35-49FF-4F57-AA04-85F6ECFAC6F1}" srcOrd="0" destOrd="0" presId="urn:microsoft.com/office/officeart/2005/8/layout/vList2"/>
    <dgm:cxn modelId="{93258316-7DFE-435F-A0E3-E349888C830E}" type="presOf" srcId="{9959152B-2196-428E-AFDE-80DCCCF9D0AC}" destId="{69A98037-07F0-4CD2-A608-B26CBDDD57F7}" srcOrd="0" destOrd="0" presId="urn:microsoft.com/office/officeart/2005/8/layout/vList2"/>
    <dgm:cxn modelId="{4B92292F-5727-4CC3-8F30-A47ED64AF952}" srcId="{15F572E9-E1E2-4720-923F-94B675650671}" destId="{C4BFB2BE-88D0-4E29-848B-8455C2A265B3}" srcOrd="1" destOrd="0" parTransId="{D7219FAC-A722-4A8B-B4E9-6B4CD006DB55}" sibTransId="{146FA20C-D180-488E-A68C-558076D17720}"/>
    <dgm:cxn modelId="{20829198-AC9E-46FC-A220-E147EF5C020E}" srcId="{15F572E9-E1E2-4720-923F-94B675650671}" destId="{9959152B-2196-428E-AFDE-80DCCCF9D0AC}" srcOrd="2" destOrd="0" parTransId="{9DA6DA5A-0779-415B-9E56-B336407B0A1A}" sibTransId="{FAE4B60E-D302-4196-BBC3-32729D332AAC}"/>
    <dgm:cxn modelId="{8533B7DA-A526-4065-8835-632CF14EF15B}" srcId="{15F572E9-E1E2-4720-923F-94B675650671}" destId="{4286B509-A1E4-4F5D-9CF3-D1FC97D7AD7C}" srcOrd="3" destOrd="0" parTransId="{0980B139-A9B0-41C1-9682-E7DC6461A6DA}" sibTransId="{4F806DC0-53F7-471A-809D-890F584936A7}"/>
    <dgm:cxn modelId="{E8AEFEE5-6134-492C-A038-88F13B3AACF9}" srcId="{15F572E9-E1E2-4720-923F-94B675650671}" destId="{C3291EB8-B837-4BA2-BDC9-CBD3F203B489}" srcOrd="0" destOrd="0" parTransId="{F5617A48-E96B-44D3-BAA7-8C172005DD28}" sibTransId="{35B8B3A5-B9EB-4C08-B833-EE947C99E850}"/>
    <dgm:cxn modelId="{E2AEA8F5-FDFF-4A74-94AF-A2B02E9F6D1B}" type="presOf" srcId="{C3291EB8-B837-4BA2-BDC9-CBD3F203B489}" destId="{3F3BF2EF-712E-4824-BF36-838DE5FD5FFD}" srcOrd="0" destOrd="0" presId="urn:microsoft.com/office/officeart/2005/8/layout/vList2"/>
    <dgm:cxn modelId="{23EB8DF6-1BD8-4EDE-9409-748B64417251}" type="presOf" srcId="{C4BFB2BE-88D0-4E29-848B-8455C2A265B3}" destId="{64345B8B-5C8C-4BC3-B78B-5D9E09AB5186}" srcOrd="0" destOrd="0" presId="urn:microsoft.com/office/officeart/2005/8/layout/vList2"/>
    <dgm:cxn modelId="{0603C1E8-1FD9-4266-BA99-5B4370FA11C3}" type="presParOf" srcId="{6041CC35-49FF-4F57-AA04-85F6ECFAC6F1}" destId="{3F3BF2EF-712E-4824-BF36-838DE5FD5FFD}" srcOrd="0" destOrd="0" presId="urn:microsoft.com/office/officeart/2005/8/layout/vList2"/>
    <dgm:cxn modelId="{ED8D4ECF-62B1-42A8-B208-DF58386C0E46}" type="presParOf" srcId="{6041CC35-49FF-4F57-AA04-85F6ECFAC6F1}" destId="{CC0C947F-0FC2-43E4-819F-52946FDFA5CD}" srcOrd="1" destOrd="0" presId="urn:microsoft.com/office/officeart/2005/8/layout/vList2"/>
    <dgm:cxn modelId="{55CCAFD4-F2A7-4269-A37B-B7E267CDF131}" type="presParOf" srcId="{6041CC35-49FF-4F57-AA04-85F6ECFAC6F1}" destId="{64345B8B-5C8C-4BC3-B78B-5D9E09AB5186}" srcOrd="2" destOrd="0" presId="urn:microsoft.com/office/officeart/2005/8/layout/vList2"/>
    <dgm:cxn modelId="{3A116F0B-9606-4502-80E1-3D85855C4DCA}" type="presParOf" srcId="{6041CC35-49FF-4F57-AA04-85F6ECFAC6F1}" destId="{FE45BAD8-7485-4887-AAEF-A83EC2A2ECF9}" srcOrd="3" destOrd="0" presId="urn:microsoft.com/office/officeart/2005/8/layout/vList2"/>
    <dgm:cxn modelId="{9776E734-ABEA-48D1-9299-E19B73F425FE}" type="presParOf" srcId="{6041CC35-49FF-4F57-AA04-85F6ECFAC6F1}" destId="{69A98037-07F0-4CD2-A608-B26CBDDD57F7}" srcOrd="4" destOrd="0" presId="urn:microsoft.com/office/officeart/2005/8/layout/vList2"/>
    <dgm:cxn modelId="{41F7410E-9AAF-4606-9FC7-E362EEBCA6C8}" type="presParOf" srcId="{6041CC35-49FF-4F57-AA04-85F6ECFAC6F1}" destId="{97B2D692-51D7-4EBF-8EEF-25F37F79C8BB}" srcOrd="5" destOrd="0" presId="urn:microsoft.com/office/officeart/2005/8/layout/vList2"/>
    <dgm:cxn modelId="{E88925E6-8C81-41AC-8720-8D3D5BB45F20}" type="presParOf" srcId="{6041CC35-49FF-4F57-AA04-85F6ECFAC6F1}" destId="{CED486E2-2B1E-4F3E-B407-BA5989C8F3C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2795FED4-11AB-4806-8606-D669DB63A27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24696E-C4CD-48C9-9622-709EA63451AE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47C20846-2BDC-4435-98CE-BCDBEB28581D}" type="parTrans" cxnId="{76B5833F-7707-413D-A568-BAC66B458926}">
      <dgm:prSet/>
      <dgm:spPr/>
      <dgm:t>
        <a:bodyPr/>
        <a:lstStyle/>
        <a:p>
          <a:endParaRPr lang="uk-UA"/>
        </a:p>
      </dgm:t>
    </dgm:pt>
    <dgm:pt modelId="{F5239AE9-41C8-44E7-B65E-0009DFE7B424}" type="sibTrans" cxnId="{76B5833F-7707-413D-A568-BAC66B458926}">
      <dgm:prSet/>
      <dgm:spPr/>
      <dgm:t>
        <a:bodyPr/>
        <a:lstStyle/>
        <a:p>
          <a:endParaRPr lang="uk-UA"/>
        </a:p>
      </dgm:t>
    </dgm:pt>
    <dgm:pt modelId="{05CFA428-27D3-4535-98F0-F34EA85D6DE9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651F3AFD-D092-4FD3-A351-782773A3C1F7}" type="parTrans" cxnId="{3915B30B-5E69-41FD-AF99-1D615A7725F6}">
      <dgm:prSet/>
      <dgm:spPr/>
      <dgm:t>
        <a:bodyPr/>
        <a:lstStyle/>
        <a:p>
          <a:endParaRPr lang="uk-UA"/>
        </a:p>
      </dgm:t>
    </dgm:pt>
    <dgm:pt modelId="{D8C7E5C4-EDC0-4AFC-BD86-0009D75063C5}" type="sibTrans" cxnId="{3915B30B-5E69-41FD-AF99-1D615A7725F6}">
      <dgm:prSet/>
      <dgm:spPr/>
      <dgm:t>
        <a:bodyPr/>
        <a:lstStyle/>
        <a:p>
          <a:endParaRPr lang="uk-UA"/>
        </a:p>
      </dgm:t>
    </dgm:pt>
    <dgm:pt modelId="{646607E5-CFC7-4713-815C-E0160731B504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2F03CBF2-7CB5-4836-BD35-6944D1AA566B}" type="parTrans" cxnId="{AE3199A5-91E6-41E3-B01A-8B6F590D8FC1}">
      <dgm:prSet/>
      <dgm:spPr/>
      <dgm:t>
        <a:bodyPr/>
        <a:lstStyle/>
        <a:p>
          <a:endParaRPr lang="uk-UA"/>
        </a:p>
      </dgm:t>
    </dgm:pt>
    <dgm:pt modelId="{B3F53B2B-BF47-43EE-B8D1-8D84DAE30788}" type="sibTrans" cxnId="{AE3199A5-91E6-41E3-B01A-8B6F590D8FC1}">
      <dgm:prSet/>
      <dgm:spPr/>
      <dgm:t>
        <a:bodyPr/>
        <a:lstStyle/>
        <a:p>
          <a:endParaRPr lang="uk-UA"/>
        </a:p>
      </dgm:t>
    </dgm:pt>
    <dgm:pt modelId="{CBE70FAE-E8AF-45AC-A0F4-CEF91AB2A982}">
      <dgm:prSet/>
      <dgm:spPr/>
      <dgm:t>
        <a:bodyPr/>
        <a:lstStyle/>
        <a:p>
          <a:r>
            <a:rPr lang="uk-UA" b="0" i="0"/>
            <a:t>Харкова.</a:t>
          </a:r>
          <a:endParaRPr lang="uk-UA"/>
        </a:p>
      </dgm:t>
    </dgm:pt>
    <dgm:pt modelId="{F51481DE-9EA0-47C5-8D2C-CEB0F5DB5E08}" type="parTrans" cxnId="{AEBD8B2C-89EE-4EAA-B158-775E5C085C4D}">
      <dgm:prSet/>
      <dgm:spPr/>
      <dgm:t>
        <a:bodyPr/>
        <a:lstStyle/>
        <a:p>
          <a:endParaRPr lang="uk-UA"/>
        </a:p>
      </dgm:t>
    </dgm:pt>
    <dgm:pt modelId="{688C4DB9-B831-4170-B0F4-5223994DF4AA}" type="sibTrans" cxnId="{AEBD8B2C-89EE-4EAA-B158-775E5C085C4D}">
      <dgm:prSet/>
      <dgm:spPr/>
      <dgm:t>
        <a:bodyPr/>
        <a:lstStyle/>
        <a:p>
          <a:endParaRPr lang="uk-UA"/>
        </a:p>
      </dgm:t>
    </dgm:pt>
    <dgm:pt modelId="{A647D2B4-4552-448D-A46D-C5493045F2FD}" type="pres">
      <dgm:prSet presAssocID="{2795FED4-11AB-4806-8606-D669DB63A276}" presName="Name0" presStyleCnt="0">
        <dgm:presLayoutVars>
          <dgm:chMax val="7"/>
          <dgm:chPref val="7"/>
          <dgm:dir/>
        </dgm:presLayoutVars>
      </dgm:prSet>
      <dgm:spPr/>
    </dgm:pt>
    <dgm:pt modelId="{3B61593B-4A5C-42D8-BDF8-96AB931E8FA2}" type="pres">
      <dgm:prSet presAssocID="{2795FED4-11AB-4806-8606-D669DB63A276}" presName="Name1" presStyleCnt="0"/>
      <dgm:spPr/>
    </dgm:pt>
    <dgm:pt modelId="{B3BDFB45-08B2-4F83-B7D5-434D20880608}" type="pres">
      <dgm:prSet presAssocID="{2795FED4-11AB-4806-8606-D669DB63A276}" presName="cycle" presStyleCnt="0"/>
      <dgm:spPr/>
    </dgm:pt>
    <dgm:pt modelId="{5E91A086-636C-4C7D-BDA3-14786144234E}" type="pres">
      <dgm:prSet presAssocID="{2795FED4-11AB-4806-8606-D669DB63A276}" presName="srcNode" presStyleLbl="node1" presStyleIdx="0" presStyleCnt="4"/>
      <dgm:spPr/>
    </dgm:pt>
    <dgm:pt modelId="{24996A27-0ABA-4F9E-80A3-424A686777E0}" type="pres">
      <dgm:prSet presAssocID="{2795FED4-11AB-4806-8606-D669DB63A276}" presName="conn" presStyleLbl="parChTrans1D2" presStyleIdx="0" presStyleCnt="1"/>
      <dgm:spPr/>
    </dgm:pt>
    <dgm:pt modelId="{E61E0AAA-4EAD-41E5-893E-8C56C6D4274D}" type="pres">
      <dgm:prSet presAssocID="{2795FED4-11AB-4806-8606-D669DB63A276}" presName="extraNode" presStyleLbl="node1" presStyleIdx="0" presStyleCnt="4"/>
      <dgm:spPr/>
    </dgm:pt>
    <dgm:pt modelId="{66405A49-1AFF-4B48-A348-60819FCC2D41}" type="pres">
      <dgm:prSet presAssocID="{2795FED4-11AB-4806-8606-D669DB63A276}" presName="dstNode" presStyleLbl="node1" presStyleIdx="0" presStyleCnt="4"/>
      <dgm:spPr/>
    </dgm:pt>
    <dgm:pt modelId="{EDC204A0-D91B-4D86-A48C-B713578F6EA8}" type="pres">
      <dgm:prSet presAssocID="{1024696E-C4CD-48C9-9622-709EA63451AE}" presName="text_1" presStyleLbl="node1" presStyleIdx="0" presStyleCnt="4">
        <dgm:presLayoutVars>
          <dgm:bulletEnabled val="1"/>
        </dgm:presLayoutVars>
      </dgm:prSet>
      <dgm:spPr/>
    </dgm:pt>
    <dgm:pt modelId="{9C192EC6-1A26-4B6E-BDDE-09B88B77BAF3}" type="pres">
      <dgm:prSet presAssocID="{1024696E-C4CD-48C9-9622-709EA63451AE}" presName="accent_1" presStyleCnt="0"/>
      <dgm:spPr/>
    </dgm:pt>
    <dgm:pt modelId="{B34867E2-CED6-40E4-B190-4967D5EE59E1}" type="pres">
      <dgm:prSet presAssocID="{1024696E-C4CD-48C9-9622-709EA63451AE}" presName="accentRepeatNode" presStyleLbl="solidFgAcc1" presStyleIdx="0" presStyleCnt="4"/>
      <dgm:spPr/>
    </dgm:pt>
    <dgm:pt modelId="{CFE67EC5-7D97-48DC-922D-3940A9F0FC23}" type="pres">
      <dgm:prSet presAssocID="{05CFA428-27D3-4535-98F0-F34EA85D6DE9}" presName="text_2" presStyleLbl="node1" presStyleIdx="1" presStyleCnt="4">
        <dgm:presLayoutVars>
          <dgm:bulletEnabled val="1"/>
        </dgm:presLayoutVars>
      </dgm:prSet>
      <dgm:spPr/>
    </dgm:pt>
    <dgm:pt modelId="{03C15EF8-5F5B-4CB4-9D60-9E5D06E1E9ED}" type="pres">
      <dgm:prSet presAssocID="{05CFA428-27D3-4535-98F0-F34EA85D6DE9}" presName="accent_2" presStyleCnt="0"/>
      <dgm:spPr/>
    </dgm:pt>
    <dgm:pt modelId="{15875829-F396-484F-922A-CAAE53BA1EA2}" type="pres">
      <dgm:prSet presAssocID="{05CFA428-27D3-4535-98F0-F34EA85D6DE9}" presName="accentRepeatNode" presStyleLbl="solidFgAcc1" presStyleIdx="1" presStyleCnt="4"/>
      <dgm:spPr/>
    </dgm:pt>
    <dgm:pt modelId="{1E4770CF-36B3-485C-B4FC-D3A177FEDA98}" type="pres">
      <dgm:prSet presAssocID="{646607E5-CFC7-4713-815C-E0160731B504}" presName="text_3" presStyleLbl="node1" presStyleIdx="2" presStyleCnt="4">
        <dgm:presLayoutVars>
          <dgm:bulletEnabled val="1"/>
        </dgm:presLayoutVars>
      </dgm:prSet>
      <dgm:spPr/>
    </dgm:pt>
    <dgm:pt modelId="{B7711E1B-31AC-4452-A2F0-B92808D0EF89}" type="pres">
      <dgm:prSet presAssocID="{646607E5-CFC7-4713-815C-E0160731B504}" presName="accent_3" presStyleCnt="0"/>
      <dgm:spPr/>
    </dgm:pt>
    <dgm:pt modelId="{A7267614-8EC7-43D2-BB7B-32A8534ED70B}" type="pres">
      <dgm:prSet presAssocID="{646607E5-CFC7-4713-815C-E0160731B504}" presName="accentRepeatNode" presStyleLbl="solidFgAcc1" presStyleIdx="2" presStyleCnt="4"/>
      <dgm:spPr/>
    </dgm:pt>
    <dgm:pt modelId="{CF17501C-33A8-4A78-950D-027924374B64}" type="pres">
      <dgm:prSet presAssocID="{CBE70FAE-E8AF-45AC-A0F4-CEF91AB2A982}" presName="text_4" presStyleLbl="node1" presStyleIdx="3" presStyleCnt="4">
        <dgm:presLayoutVars>
          <dgm:bulletEnabled val="1"/>
        </dgm:presLayoutVars>
      </dgm:prSet>
      <dgm:spPr/>
    </dgm:pt>
    <dgm:pt modelId="{C037C9B0-2DAC-405F-82AF-7D082AC64FDC}" type="pres">
      <dgm:prSet presAssocID="{CBE70FAE-E8AF-45AC-A0F4-CEF91AB2A982}" presName="accent_4" presStyleCnt="0"/>
      <dgm:spPr/>
    </dgm:pt>
    <dgm:pt modelId="{8020ABC3-7817-4E93-92D0-C7E31DAC0269}" type="pres">
      <dgm:prSet presAssocID="{CBE70FAE-E8AF-45AC-A0F4-CEF91AB2A982}" presName="accentRepeatNode" presStyleLbl="solidFgAcc1" presStyleIdx="3" presStyleCnt="4"/>
      <dgm:spPr/>
    </dgm:pt>
  </dgm:ptLst>
  <dgm:cxnLst>
    <dgm:cxn modelId="{3915B30B-5E69-41FD-AF99-1D615A7725F6}" srcId="{2795FED4-11AB-4806-8606-D669DB63A276}" destId="{05CFA428-27D3-4535-98F0-F34EA85D6DE9}" srcOrd="1" destOrd="0" parTransId="{651F3AFD-D092-4FD3-A351-782773A3C1F7}" sibTransId="{D8C7E5C4-EDC0-4AFC-BD86-0009D75063C5}"/>
    <dgm:cxn modelId="{AEBD8B2C-89EE-4EAA-B158-775E5C085C4D}" srcId="{2795FED4-11AB-4806-8606-D669DB63A276}" destId="{CBE70FAE-E8AF-45AC-A0F4-CEF91AB2A982}" srcOrd="3" destOrd="0" parTransId="{F51481DE-9EA0-47C5-8D2C-CEB0F5DB5E08}" sibTransId="{688C4DB9-B831-4170-B0F4-5223994DF4AA}"/>
    <dgm:cxn modelId="{76B5833F-7707-413D-A568-BAC66B458926}" srcId="{2795FED4-11AB-4806-8606-D669DB63A276}" destId="{1024696E-C4CD-48C9-9622-709EA63451AE}" srcOrd="0" destOrd="0" parTransId="{47C20846-2BDC-4435-98CE-BCDBEB28581D}" sibTransId="{F5239AE9-41C8-44E7-B65E-0009DFE7B424}"/>
    <dgm:cxn modelId="{67A2E256-401E-457F-B431-175476E8FD22}" type="presOf" srcId="{F5239AE9-41C8-44E7-B65E-0009DFE7B424}" destId="{24996A27-0ABA-4F9E-80A3-424A686777E0}" srcOrd="0" destOrd="0" presId="urn:microsoft.com/office/officeart/2008/layout/VerticalCurvedList"/>
    <dgm:cxn modelId="{FAD9D693-25C4-4E09-B816-5AFB9FDED0BF}" type="presOf" srcId="{2795FED4-11AB-4806-8606-D669DB63A276}" destId="{A647D2B4-4552-448D-A46D-C5493045F2FD}" srcOrd="0" destOrd="0" presId="urn:microsoft.com/office/officeart/2008/layout/VerticalCurvedList"/>
    <dgm:cxn modelId="{AE3199A5-91E6-41E3-B01A-8B6F590D8FC1}" srcId="{2795FED4-11AB-4806-8606-D669DB63A276}" destId="{646607E5-CFC7-4713-815C-E0160731B504}" srcOrd="2" destOrd="0" parTransId="{2F03CBF2-7CB5-4836-BD35-6944D1AA566B}" sibTransId="{B3F53B2B-BF47-43EE-B8D1-8D84DAE30788}"/>
    <dgm:cxn modelId="{78786EC3-ABA4-4EF9-B3BB-E2CFDA1B1068}" type="presOf" srcId="{05CFA428-27D3-4535-98F0-F34EA85D6DE9}" destId="{CFE67EC5-7D97-48DC-922D-3940A9F0FC23}" srcOrd="0" destOrd="0" presId="urn:microsoft.com/office/officeart/2008/layout/VerticalCurvedList"/>
    <dgm:cxn modelId="{F683C4C4-460C-40F1-9FF3-E92661FBD7FE}" type="presOf" srcId="{CBE70FAE-E8AF-45AC-A0F4-CEF91AB2A982}" destId="{CF17501C-33A8-4A78-950D-027924374B64}" srcOrd="0" destOrd="0" presId="urn:microsoft.com/office/officeart/2008/layout/VerticalCurvedList"/>
    <dgm:cxn modelId="{E3B133F0-0AD8-449B-BE49-4FE86598D16E}" type="presOf" srcId="{1024696E-C4CD-48C9-9622-709EA63451AE}" destId="{EDC204A0-D91B-4D86-A48C-B713578F6EA8}" srcOrd="0" destOrd="0" presId="urn:microsoft.com/office/officeart/2008/layout/VerticalCurvedList"/>
    <dgm:cxn modelId="{D77AAAF2-F412-44C2-BC54-8C20C7D6EECB}" type="presOf" srcId="{646607E5-CFC7-4713-815C-E0160731B504}" destId="{1E4770CF-36B3-485C-B4FC-D3A177FEDA98}" srcOrd="0" destOrd="0" presId="urn:microsoft.com/office/officeart/2008/layout/VerticalCurvedList"/>
    <dgm:cxn modelId="{7507F8D2-AC66-463A-B4F2-BEF97E62FEC4}" type="presParOf" srcId="{A647D2B4-4552-448D-A46D-C5493045F2FD}" destId="{3B61593B-4A5C-42D8-BDF8-96AB931E8FA2}" srcOrd="0" destOrd="0" presId="urn:microsoft.com/office/officeart/2008/layout/VerticalCurvedList"/>
    <dgm:cxn modelId="{47474A5F-8B92-4F37-87FE-1995CB7B1A67}" type="presParOf" srcId="{3B61593B-4A5C-42D8-BDF8-96AB931E8FA2}" destId="{B3BDFB45-08B2-4F83-B7D5-434D20880608}" srcOrd="0" destOrd="0" presId="urn:microsoft.com/office/officeart/2008/layout/VerticalCurvedList"/>
    <dgm:cxn modelId="{1B763DD6-24F1-4FC0-AEFE-C9ABDCA51CA1}" type="presParOf" srcId="{B3BDFB45-08B2-4F83-B7D5-434D20880608}" destId="{5E91A086-636C-4C7D-BDA3-14786144234E}" srcOrd="0" destOrd="0" presId="urn:microsoft.com/office/officeart/2008/layout/VerticalCurvedList"/>
    <dgm:cxn modelId="{5B9652B9-B7C6-402F-BA77-8F8C526125BC}" type="presParOf" srcId="{B3BDFB45-08B2-4F83-B7D5-434D20880608}" destId="{24996A27-0ABA-4F9E-80A3-424A686777E0}" srcOrd="1" destOrd="0" presId="urn:microsoft.com/office/officeart/2008/layout/VerticalCurvedList"/>
    <dgm:cxn modelId="{681F8758-C321-4271-99A2-35FD08097890}" type="presParOf" srcId="{B3BDFB45-08B2-4F83-B7D5-434D20880608}" destId="{E61E0AAA-4EAD-41E5-893E-8C56C6D4274D}" srcOrd="2" destOrd="0" presId="urn:microsoft.com/office/officeart/2008/layout/VerticalCurvedList"/>
    <dgm:cxn modelId="{31863757-3AFA-4CC3-8017-35B81A454EA3}" type="presParOf" srcId="{B3BDFB45-08B2-4F83-B7D5-434D20880608}" destId="{66405A49-1AFF-4B48-A348-60819FCC2D41}" srcOrd="3" destOrd="0" presId="urn:microsoft.com/office/officeart/2008/layout/VerticalCurvedList"/>
    <dgm:cxn modelId="{4C83BFAD-5514-4C92-9E79-2D31393BEA47}" type="presParOf" srcId="{3B61593B-4A5C-42D8-BDF8-96AB931E8FA2}" destId="{EDC204A0-D91B-4D86-A48C-B713578F6EA8}" srcOrd="1" destOrd="0" presId="urn:microsoft.com/office/officeart/2008/layout/VerticalCurvedList"/>
    <dgm:cxn modelId="{25040018-D891-4F06-B5B3-AFA6DE649ECF}" type="presParOf" srcId="{3B61593B-4A5C-42D8-BDF8-96AB931E8FA2}" destId="{9C192EC6-1A26-4B6E-BDDE-09B88B77BAF3}" srcOrd="2" destOrd="0" presId="urn:microsoft.com/office/officeart/2008/layout/VerticalCurvedList"/>
    <dgm:cxn modelId="{F721F725-75C0-4949-9B49-8CE26C64BD13}" type="presParOf" srcId="{9C192EC6-1A26-4B6E-BDDE-09B88B77BAF3}" destId="{B34867E2-CED6-40E4-B190-4967D5EE59E1}" srcOrd="0" destOrd="0" presId="urn:microsoft.com/office/officeart/2008/layout/VerticalCurvedList"/>
    <dgm:cxn modelId="{9B7F5F45-4C5A-4CE7-8F1A-46FA629A40D4}" type="presParOf" srcId="{3B61593B-4A5C-42D8-BDF8-96AB931E8FA2}" destId="{CFE67EC5-7D97-48DC-922D-3940A9F0FC23}" srcOrd="3" destOrd="0" presId="urn:microsoft.com/office/officeart/2008/layout/VerticalCurvedList"/>
    <dgm:cxn modelId="{0E01B278-BF7C-4055-B366-EE80ADF3BD87}" type="presParOf" srcId="{3B61593B-4A5C-42D8-BDF8-96AB931E8FA2}" destId="{03C15EF8-5F5B-4CB4-9D60-9E5D06E1E9ED}" srcOrd="4" destOrd="0" presId="urn:microsoft.com/office/officeart/2008/layout/VerticalCurvedList"/>
    <dgm:cxn modelId="{EBAB10CE-DDE6-4ED4-8861-4FABC7A0D9D6}" type="presParOf" srcId="{03C15EF8-5F5B-4CB4-9D60-9E5D06E1E9ED}" destId="{15875829-F396-484F-922A-CAAE53BA1EA2}" srcOrd="0" destOrd="0" presId="urn:microsoft.com/office/officeart/2008/layout/VerticalCurvedList"/>
    <dgm:cxn modelId="{8FB31BD6-44D4-474A-B149-7C9878FD0B73}" type="presParOf" srcId="{3B61593B-4A5C-42D8-BDF8-96AB931E8FA2}" destId="{1E4770CF-36B3-485C-B4FC-D3A177FEDA98}" srcOrd="5" destOrd="0" presId="urn:microsoft.com/office/officeart/2008/layout/VerticalCurvedList"/>
    <dgm:cxn modelId="{3354E671-0F57-4681-A02B-F8B58A8C4AFB}" type="presParOf" srcId="{3B61593B-4A5C-42D8-BDF8-96AB931E8FA2}" destId="{B7711E1B-31AC-4452-A2F0-B92808D0EF89}" srcOrd="6" destOrd="0" presId="urn:microsoft.com/office/officeart/2008/layout/VerticalCurvedList"/>
    <dgm:cxn modelId="{1CF76C4C-313C-48C2-9317-27FA0DF55382}" type="presParOf" srcId="{B7711E1B-31AC-4452-A2F0-B92808D0EF89}" destId="{A7267614-8EC7-43D2-BB7B-32A8534ED70B}" srcOrd="0" destOrd="0" presId="urn:microsoft.com/office/officeart/2008/layout/VerticalCurvedList"/>
    <dgm:cxn modelId="{1BEDD5B7-6756-4F23-B41D-FB3B244EDB99}" type="presParOf" srcId="{3B61593B-4A5C-42D8-BDF8-96AB931E8FA2}" destId="{CF17501C-33A8-4A78-950D-027924374B64}" srcOrd="7" destOrd="0" presId="urn:microsoft.com/office/officeart/2008/layout/VerticalCurvedList"/>
    <dgm:cxn modelId="{C259E62D-FECF-4CB4-9761-7EBBFF0F305A}" type="presParOf" srcId="{3B61593B-4A5C-42D8-BDF8-96AB931E8FA2}" destId="{C037C9B0-2DAC-405F-82AF-7D082AC64FDC}" srcOrd="8" destOrd="0" presId="urn:microsoft.com/office/officeart/2008/layout/VerticalCurvedList"/>
    <dgm:cxn modelId="{0EFB50E7-4ACE-4A93-A5F9-0957CA6AC2CD}" type="presParOf" srcId="{C037C9B0-2DAC-405F-82AF-7D082AC64FDC}" destId="{8020ABC3-7817-4E93-92D0-C7E31DAC026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9EFBF-5BDA-4CEB-845C-60DEE4B728D6}">
      <dsp:nvSpPr>
        <dsp:cNvPr id="0" name=""/>
        <dsp:cNvSpPr/>
      </dsp:nvSpPr>
      <dsp:spPr>
        <a:xfrm rot="10800000">
          <a:off x="976407" y="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Українська Народна Республіка</a:t>
          </a:r>
          <a:endParaRPr lang="uk-UA" sz="1600" kern="1200"/>
        </a:p>
      </dsp:txBody>
      <dsp:txXfrm rot="10800000">
        <a:off x="1135951" y="0"/>
        <a:ext cx="3083528" cy="638175"/>
      </dsp:txXfrm>
    </dsp:sp>
    <dsp:sp modelId="{A2EA516C-95DF-4396-8A6A-4C59C5266760}">
      <dsp:nvSpPr>
        <dsp:cNvPr id="0" name=""/>
        <dsp:cNvSpPr/>
      </dsp:nvSpPr>
      <dsp:spPr>
        <a:xfrm>
          <a:off x="657320" y="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A8406-B61F-4FF1-8033-98CB6A92FCBD}">
      <dsp:nvSpPr>
        <dsp:cNvPr id="0" name=""/>
        <dsp:cNvSpPr/>
      </dsp:nvSpPr>
      <dsp:spPr>
        <a:xfrm rot="10800000">
          <a:off x="976407" y="82867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Українська Держава П. Скоропадського</a:t>
          </a:r>
          <a:endParaRPr lang="uk-UA" sz="1600" kern="1200"/>
        </a:p>
      </dsp:txBody>
      <dsp:txXfrm rot="10800000">
        <a:off x="1135951" y="828675"/>
        <a:ext cx="3083528" cy="638175"/>
      </dsp:txXfrm>
    </dsp:sp>
    <dsp:sp modelId="{9AC3D9DC-A9D8-4030-8BBF-0E0C5DF639C3}">
      <dsp:nvSpPr>
        <dsp:cNvPr id="0" name=""/>
        <dsp:cNvSpPr/>
      </dsp:nvSpPr>
      <dsp:spPr>
        <a:xfrm>
          <a:off x="657320" y="82867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3F40D-0D3B-4CE4-B1EB-94AD7FEB6142}">
      <dsp:nvSpPr>
        <dsp:cNvPr id="0" name=""/>
        <dsp:cNvSpPr/>
      </dsp:nvSpPr>
      <dsp:spPr>
        <a:xfrm rot="10800000">
          <a:off x="976407" y="165735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Західноукраїнська Народна Республіка</a:t>
          </a:r>
          <a:endParaRPr lang="uk-UA" sz="1600" kern="1200"/>
        </a:p>
      </dsp:txBody>
      <dsp:txXfrm rot="10800000">
        <a:off x="1135951" y="1657350"/>
        <a:ext cx="3083528" cy="638175"/>
      </dsp:txXfrm>
    </dsp:sp>
    <dsp:sp modelId="{5B2DDE0C-89D8-4FB7-9682-D9AA4B0B01F3}">
      <dsp:nvSpPr>
        <dsp:cNvPr id="0" name=""/>
        <dsp:cNvSpPr/>
      </dsp:nvSpPr>
      <dsp:spPr>
        <a:xfrm>
          <a:off x="657320" y="165735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6E458-33A8-43FF-A30E-A1193ABDDAC4}">
      <dsp:nvSpPr>
        <dsp:cNvPr id="0" name=""/>
        <dsp:cNvSpPr/>
      </dsp:nvSpPr>
      <dsp:spPr>
        <a:xfrm rot="10800000">
          <a:off x="976407" y="248602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Українська Соціалістична Радянська Республіка</a:t>
          </a:r>
          <a:endParaRPr lang="uk-UA" sz="1600" kern="1200"/>
        </a:p>
      </dsp:txBody>
      <dsp:txXfrm rot="10800000">
        <a:off x="1135951" y="2486025"/>
        <a:ext cx="3083528" cy="638175"/>
      </dsp:txXfrm>
    </dsp:sp>
    <dsp:sp modelId="{286717FB-D7C2-4A7B-9876-0DD1F05BBF1A}">
      <dsp:nvSpPr>
        <dsp:cNvPr id="0" name=""/>
        <dsp:cNvSpPr/>
      </dsp:nvSpPr>
      <dsp:spPr>
        <a:xfrm>
          <a:off x="657320" y="248602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3E8FF-48AE-4C02-8FF7-695F2922FFFF}">
      <dsp:nvSpPr>
        <dsp:cNvPr id="0" name=""/>
        <dsp:cNvSpPr/>
      </dsp:nvSpPr>
      <dsp:spPr>
        <a:xfrm>
          <a:off x="0" y="64558"/>
          <a:ext cx="48768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«воєнний комунізм», «націоналізація промисловості», «Ризький мир»</a:t>
          </a:r>
          <a:endParaRPr lang="uk-UA" sz="1400" kern="1200"/>
        </a:p>
      </dsp:txBody>
      <dsp:txXfrm>
        <a:off x="38231" y="102789"/>
        <a:ext cx="4800338" cy="706706"/>
      </dsp:txXfrm>
    </dsp:sp>
    <dsp:sp modelId="{669D4124-5C5C-4ABE-9EC7-F02A66EAF1A3}">
      <dsp:nvSpPr>
        <dsp:cNvPr id="0" name=""/>
        <dsp:cNvSpPr/>
      </dsp:nvSpPr>
      <dsp:spPr>
        <a:xfrm>
          <a:off x="0" y="888047"/>
          <a:ext cx="48768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«Українська Національна Рада», «Українська галицька армія», «Чортківська офензива»</a:t>
          </a:r>
          <a:endParaRPr lang="uk-UA" sz="1400" kern="1200"/>
        </a:p>
      </dsp:txBody>
      <dsp:txXfrm>
        <a:off x="38231" y="926278"/>
        <a:ext cx="4800338" cy="706706"/>
      </dsp:txXfrm>
    </dsp:sp>
    <dsp:sp modelId="{31E89BB8-8F50-444D-BF63-F0E579254319}">
      <dsp:nvSpPr>
        <dsp:cNvPr id="0" name=""/>
        <dsp:cNvSpPr/>
      </dsp:nvSpPr>
      <dsp:spPr>
        <a:xfrm>
          <a:off x="0" y="1711536"/>
          <a:ext cx="48768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«Універсали», «Генеральний секретаріат», «Директорія»</a:t>
          </a:r>
          <a:endParaRPr lang="uk-UA" sz="1400" kern="1200"/>
        </a:p>
      </dsp:txBody>
      <dsp:txXfrm>
        <a:off x="38231" y="1749767"/>
        <a:ext cx="4800338" cy="706706"/>
      </dsp:txXfrm>
    </dsp:sp>
    <dsp:sp modelId="{16901ECF-C88D-48A8-99C3-9F7096C0A4B4}">
      <dsp:nvSpPr>
        <dsp:cNvPr id="0" name=""/>
        <dsp:cNvSpPr/>
      </dsp:nvSpPr>
      <dsp:spPr>
        <a:xfrm>
          <a:off x="0" y="2535024"/>
          <a:ext cx="48768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«осадництво», «пацифікація», «русинство»</a:t>
          </a:r>
          <a:endParaRPr lang="uk-UA" sz="1400" kern="1200"/>
        </a:p>
      </dsp:txBody>
      <dsp:txXfrm>
        <a:off x="38231" y="2573255"/>
        <a:ext cx="4800338" cy="706706"/>
      </dsp:txXfrm>
    </dsp:sp>
    <dsp:sp modelId="{F21EF868-29DC-4193-9A72-D3882E38A867}">
      <dsp:nvSpPr>
        <dsp:cNvPr id="0" name=""/>
        <dsp:cNvSpPr/>
      </dsp:nvSpPr>
      <dsp:spPr>
        <a:xfrm>
          <a:off x="0" y="3358513"/>
          <a:ext cx="4876800" cy="783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«Всеукраїнський хліборобський конгрес», «гетьманський переворот», «Українська академія наук»</a:t>
          </a:r>
          <a:endParaRPr lang="uk-UA" sz="1400" kern="1200"/>
        </a:p>
      </dsp:txBody>
      <dsp:txXfrm>
        <a:off x="38231" y="3396744"/>
        <a:ext cx="4800338" cy="706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B7910-EE8B-4C2D-AC1D-7F932518EA04}">
      <dsp:nvSpPr>
        <dsp:cNvPr id="0" name=""/>
        <dsp:cNvSpPr/>
      </dsp:nvSpPr>
      <dsp:spPr>
        <a:xfrm>
          <a:off x="876299" y="0"/>
          <a:ext cx="3124200" cy="31242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330D0-4FDA-4EEB-9828-82A58E799734}">
      <dsp:nvSpPr>
        <dsp:cNvPr id="0" name=""/>
        <dsp:cNvSpPr/>
      </dsp:nvSpPr>
      <dsp:spPr>
        <a:xfrm>
          <a:off x="1173098" y="296799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1919 р.</a:t>
          </a:r>
          <a:endParaRPr lang="uk-UA" sz="3000" kern="1200"/>
        </a:p>
      </dsp:txBody>
      <dsp:txXfrm>
        <a:off x="1232577" y="356278"/>
        <a:ext cx="1099480" cy="1099480"/>
      </dsp:txXfrm>
    </dsp:sp>
    <dsp:sp modelId="{0A0B9893-8C67-4889-A0B4-6ABD8591C1D0}">
      <dsp:nvSpPr>
        <dsp:cNvPr id="0" name=""/>
        <dsp:cNvSpPr/>
      </dsp:nvSpPr>
      <dsp:spPr>
        <a:xfrm>
          <a:off x="2485263" y="296799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1920 р.</a:t>
          </a:r>
          <a:endParaRPr lang="uk-UA" sz="3000" kern="1200"/>
        </a:p>
      </dsp:txBody>
      <dsp:txXfrm>
        <a:off x="2544742" y="356278"/>
        <a:ext cx="1099480" cy="1099480"/>
      </dsp:txXfrm>
    </dsp:sp>
    <dsp:sp modelId="{FF7A22F3-9F04-4681-AA93-7B9880581A62}">
      <dsp:nvSpPr>
        <dsp:cNvPr id="0" name=""/>
        <dsp:cNvSpPr/>
      </dsp:nvSpPr>
      <dsp:spPr>
        <a:xfrm>
          <a:off x="1173098" y="1608963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1921 р.</a:t>
          </a:r>
          <a:endParaRPr lang="uk-UA" sz="3000" kern="1200"/>
        </a:p>
      </dsp:txBody>
      <dsp:txXfrm>
        <a:off x="1232577" y="1668442"/>
        <a:ext cx="1099480" cy="1099480"/>
      </dsp:txXfrm>
    </dsp:sp>
    <dsp:sp modelId="{6D6A125D-DE02-4AA3-8994-0048CB2E1221}">
      <dsp:nvSpPr>
        <dsp:cNvPr id="0" name=""/>
        <dsp:cNvSpPr/>
      </dsp:nvSpPr>
      <dsp:spPr>
        <a:xfrm>
          <a:off x="2485263" y="1608963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1922 р.</a:t>
          </a:r>
          <a:endParaRPr lang="uk-UA" sz="3000" kern="1200"/>
        </a:p>
      </dsp:txBody>
      <dsp:txXfrm>
        <a:off x="2544742" y="1668442"/>
        <a:ext cx="1099480" cy="1099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49C4-785A-4C03-A852-B1F8094DE02C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Брестського, 1918 р.</a:t>
          </a:r>
          <a:endParaRPr lang="uk-UA" sz="2900" kern="1200"/>
        </a:p>
      </dsp:txBody>
      <dsp:txXfrm>
        <a:off x="33955" y="79644"/>
        <a:ext cx="4808890" cy="627655"/>
      </dsp:txXfrm>
    </dsp:sp>
    <dsp:sp modelId="{A0FF0F59-98C6-4F21-A803-DF8F2EDF026F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Варшавського, 1920 р.</a:t>
          </a:r>
          <a:endParaRPr lang="uk-UA" sz="2900" kern="1200"/>
        </a:p>
      </dsp:txBody>
      <dsp:txXfrm>
        <a:off x="33955" y="858729"/>
        <a:ext cx="4808890" cy="627655"/>
      </dsp:txXfrm>
    </dsp:sp>
    <dsp:sp modelId="{CCEE8219-A379-42F2-8DD6-3A846F9251BF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Ризького, 1921 р.</a:t>
          </a:r>
          <a:endParaRPr lang="uk-UA" sz="2900" kern="1200"/>
        </a:p>
      </dsp:txBody>
      <dsp:txXfrm>
        <a:off x="33955" y="1637814"/>
        <a:ext cx="4808890" cy="627655"/>
      </dsp:txXfrm>
    </dsp:sp>
    <dsp:sp modelId="{0780D1AF-CEC6-4C09-8976-2F8391BA4B13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Рапалльського, 1922 р.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88FE6-49D6-4F60-950F-3F1996A9FABB}">
      <dsp:nvSpPr>
        <dsp:cNvPr id="0" name=""/>
        <dsp:cNvSpPr/>
      </dsp:nvSpPr>
      <dsp:spPr>
        <a:xfrm>
          <a:off x="0" y="365668"/>
          <a:ext cx="4876800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«договірною федерацією» з РСФРР та іншими радянськими республіками, посиленням її підпорядкування загальнофедеративним органам влади.</a:t>
          </a:r>
          <a:endParaRPr lang="uk-UA" sz="1800" kern="1200"/>
        </a:p>
      </dsp:txBody>
      <dsp:txXfrm>
        <a:off x="76077" y="441745"/>
        <a:ext cx="4724646" cy="1406285"/>
      </dsp:txXfrm>
    </dsp:sp>
    <dsp:sp modelId="{1121C350-4FCB-4EDF-9214-E0A1C470B455}">
      <dsp:nvSpPr>
        <dsp:cNvPr id="0" name=""/>
        <dsp:cNvSpPr/>
      </dsp:nvSpPr>
      <dsp:spPr>
        <a:xfrm>
          <a:off x="0" y="1975948"/>
          <a:ext cx="4876800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юридичною незалежністю УСРР, яка не входила до складу жодної сусідньої держави й не перебувала з ними в союзно-договірних відносинах.</a:t>
          </a:r>
          <a:endParaRPr lang="uk-UA" sz="1800" kern="1200"/>
        </a:p>
      </dsp:txBody>
      <dsp:txXfrm>
        <a:off x="76077" y="2052025"/>
        <a:ext cx="4724646" cy="14062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97380-E4AD-4E04-80FB-07682E1F919A}">
      <dsp:nvSpPr>
        <dsp:cNvPr id="0" name=""/>
        <dsp:cNvSpPr/>
      </dsp:nvSpPr>
      <dsp:spPr>
        <a:xfrm>
          <a:off x="0" y="275397"/>
          <a:ext cx="4876800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«воєнно-політичним союзом» з РСФРР зі збереженням УСРР формального статусу та ознак незалежної держави.</a:t>
          </a:r>
          <a:endParaRPr lang="uk-UA" sz="2300" kern="1200"/>
        </a:p>
      </dsp:txBody>
      <dsp:txXfrm>
        <a:off x="80132" y="355529"/>
        <a:ext cx="4716536" cy="1481245"/>
      </dsp:txXfrm>
    </dsp:sp>
    <dsp:sp modelId="{C4F89C1F-8351-4911-932D-7973C49734D5}">
      <dsp:nvSpPr>
        <dsp:cNvPr id="0" name=""/>
        <dsp:cNvSpPr/>
      </dsp:nvSpPr>
      <dsp:spPr>
        <a:xfrm>
          <a:off x="0" y="1983147"/>
          <a:ext cx="4876800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«військовим союзом» з РСФРР та перебуванням УСРР у її складі на правах автономного утворення</a:t>
          </a:r>
          <a:endParaRPr lang="uk-UA" sz="2300" kern="1200"/>
        </a:p>
      </dsp:txBody>
      <dsp:txXfrm>
        <a:off x="80132" y="2063279"/>
        <a:ext cx="4716536" cy="14812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03473-A95D-484B-B1FE-0323D9B0CC0A}">
      <dsp:nvSpPr>
        <dsp:cNvPr id="0" name=""/>
        <dsp:cNvSpPr/>
      </dsp:nvSpPr>
      <dsp:spPr>
        <a:xfrm>
          <a:off x="0" y="58923"/>
          <a:ext cx="4876800" cy="14786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“У березні 1921 р. було укладено Ризький мирний договір, що закріпив зверхність польської держави над Підляшшям, Холмщиною, Західною Волинню”.</a:t>
          </a:r>
          <a:endParaRPr lang="uk-UA" sz="1700" kern="1200"/>
        </a:p>
      </dsp:txBody>
      <dsp:txXfrm>
        <a:off x="72184" y="131107"/>
        <a:ext cx="4732432" cy="1334329"/>
      </dsp:txXfrm>
    </dsp:sp>
    <dsp:sp modelId="{F78F6594-A223-40C2-A462-67089CA2C8FB}">
      <dsp:nvSpPr>
        <dsp:cNvPr id="0" name=""/>
        <dsp:cNvSpPr/>
      </dsp:nvSpPr>
      <dsp:spPr>
        <a:xfrm>
          <a:off x="0" y="1586580"/>
          <a:ext cx="4876800" cy="14786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“Х з’їзд РКП(б) у квітні 1921 р. затвердив політику коренізації. Провідниками цієї політики в Україні були нарком освіти Х. Раковський та секретар ЦК КП(б)У П. Постишев”</a:t>
          </a:r>
          <a:endParaRPr lang="uk-UA" sz="1700" kern="1200"/>
        </a:p>
      </dsp:txBody>
      <dsp:txXfrm>
        <a:off x="72184" y="1658764"/>
        <a:ext cx="4732432" cy="13343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6CD5F-0ADF-4B9F-9563-A5F472C9C489}">
      <dsp:nvSpPr>
        <dsp:cNvPr id="0" name=""/>
        <dsp:cNvSpPr/>
      </dsp:nvSpPr>
      <dsp:spPr>
        <a:xfrm>
          <a:off x="0" y="65759"/>
          <a:ext cx="4876800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“З проголошенням у 1925 р. курсу на індустріалізацію розпочалася перша п’ятирічка, виконання якої збіглося з судовим процесом – “Шахтинська справа”.</a:t>
          </a:r>
          <a:endParaRPr lang="uk-UA" sz="1700" kern="1200"/>
        </a:p>
      </dsp:txBody>
      <dsp:txXfrm>
        <a:off x="71850" y="137609"/>
        <a:ext cx="4733100" cy="1328160"/>
      </dsp:txXfrm>
    </dsp:sp>
    <dsp:sp modelId="{14B03C79-F68E-4CB2-A29A-1E611E0D069A}">
      <dsp:nvSpPr>
        <dsp:cNvPr id="0" name=""/>
        <dsp:cNvSpPr/>
      </dsp:nvSpPr>
      <dsp:spPr>
        <a:xfrm>
          <a:off x="0" y="1586580"/>
          <a:ext cx="4876800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“У грудні 1925 р. І з’їзд Рад СРСР затвердив Декларацію про утворення Союзу РСР і Союзний договір, а наступного року була прийнята перша Конституція СРСР”</a:t>
          </a:r>
          <a:endParaRPr lang="uk-UA" sz="1700" kern="1200"/>
        </a:p>
      </dsp:txBody>
      <dsp:txXfrm>
        <a:off x="71850" y="1658430"/>
        <a:ext cx="4733100" cy="1328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C94C9-99BD-4B81-AA6F-1CCF355529C1}">
      <dsp:nvSpPr>
        <dsp:cNvPr id="0" name=""/>
        <dsp:cNvSpPr/>
      </dsp:nvSpPr>
      <dsp:spPr>
        <a:xfrm>
          <a:off x="876300" y="0"/>
          <a:ext cx="3124200" cy="31242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73097-AFE8-4A47-8479-ED7D7895147E}">
      <dsp:nvSpPr>
        <dsp:cNvPr id="0" name=""/>
        <dsp:cNvSpPr/>
      </dsp:nvSpPr>
      <dsp:spPr>
        <a:xfrm>
          <a:off x="1173099" y="296799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1921 р.</a:t>
          </a:r>
          <a:endParaRPr lang="uk-UA" sz="3000" kern="1200"/>
        </a:p>
      </dsp:txBody>
      <dsp:txXfrm>
        <a:off x="1232578" y="356278"/>
        <a:ext cx="1099480" cy="1099480"/>
      </dsp:txXfrm>
    </dsp:sp>
    <dsp:sp modelId="{394691CD-0108-4F65-90A5-A26966055FCC}">
      <dsp:nvSpPr>
        <dsp:cNvPr id="0" name=""/>
        <dsp:cNvSpPr/>
      </dsp:nvSpPr>
      <dsp:spPr>
        <a:xfrm>
          <a:off x="2485263" y="296799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1923 р.</a:t>
          </a:r>
          <a:endParaRPr lang="uk-UA" sz="3000" kern="1200"/>
        </a:p>
      </dsp:txBody>
      <dsp:txXfrm>
        <a:off x="2544742" y="356278"/>
        <a:ext cx="1099480" cy="1099480"/>
      </dsp:txXfrm>
    </dsp:sp>
    <dsp:sp modelId="{F5513B7E-2CE9-495A-92A4-8F57C1437811}">
      <dsp:nvSpPr>
        <dsp:cNvPr id="0" name=""/>
        <dsp:cNvSpPr/>
      </dsp:nvSpPr>
      <dsp:spPr>
        <a:xfrm>
          <a:off x="1173099" y="1608963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1925 р.</a:t>
          </a:r>
          <a:endParaRPr lang="uk-UA" sz="3000" kern="1200"/>
        </a:p>
      </dsp:txBody>
      <dsp:txXfrm>
        <a:off x="1232578" y="1668442"/>
        <a:ext cx="1099480" cy="1099480"/>
      </dsp:txXfrm>
    </dsp:sp>
    <dsp:sp modelId="{D52DF4F0-C3A7-4437-91C4-4E9C7ED29C53}">
      <dsp:nvSpPr>
        <dsp:cNvPr id="0" name=""/>
        <dsp:cNvSpPr/>
      </dsp:nvSpPr>
      <dsp:spPr>
        <a:xfrm>
          <a:off x="2485263" y="1608963"/>
          <a:ext cx="1218438" cy="12184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1927 р</a:t>
          </a:r>
          <a:endParaRPr lang="uk-UA" sz="3000" kern="1200"/>
        </a:p>
      </dsp:txBody>
      <dsp:txXfrm>
        <a:off x="2544742" y="1668442"/>
        <a:ext cx="1099480" cy="10994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F9485-D9D6-48A7-B8FB-86C118E72B87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Проголошення курсу на коренізацію в УСРР.</a:t>
          </a:r>
          <a:endParaRPr lang="uk-UA" sz="1800" kern="1200"/>
        </a:p>
      </dsp:txBody>
      <dsp:txXfrm>
        <a:off x="34954" y="87214"/>
        <a:ext cx="4806892" cy="646132"/>
      </dsp:txXfrm>
    </dsp:sp>
    <dsp:sp modelId="{6F21DA5A-5A1B-49CC-BDB2-628FA0E045AA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Утворення Союзу РСР.</a:t>
          </a:r>
          <a:endParaRPr lang="uk-UA" sz="1800" kern="1200"/>
        </a:p>
      </dsp:txBody>
      <dsp:txXfrm>
        <a:off x="34954" y="855094"/>
        <a:ext cx="4806892" cy="646132"/>
      </dsp:txXfrm>
    </dsp:sp>
    <dsp:sp modelId="{AF509319-64F2-4AF4-A122-C74C5CB78F7F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Утворення Всеукраїнської надзвичайної комісії по боротьбі з неписьменністю.</a:t>
          </a:r>
          <a:endParaRPr lang="uk-UA" sz="1800" kern="1200"/>
        </a:p>
      </dsp:txBody>
      <dsp:txXfrm>
        <a:off x="34954" y="1622974"/>
        <a:ext cx="4806892" cy="646132"/>
      </dsp:txXfrm>
    </dsp:sp>
    <dsp:sp modelId="{E844998D-9135-4204-99AD-BF30649AC14A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Проголошення курсу на нову економічну політику.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EA737-327A-4EF0-A7E1-17FA1728731E}">
      <dsp:nvSpPr>
        <dsp:cNvPr id="0" name=""/>
        <dsp:cNvSpPr/>
      </dsp:nvSpPr>
      <dsp:spPr>
        <a:xfrm>
          <a:off x="0" y="580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C9845-E3C1-4686-A4D6-3BBC1B8361AA}">
      <dsp:nvSpPr>
        <dsp:cNvPr id="0" name=""/>
        <dsp:cNvSpPr/>
      </dsp:nvSpPr>
      <dsp:spPr>
        <a:xfrm>
          <a:off x="0" y="580"/>
          <a:ext cx="4876800" cy="950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трудової мобілізації, заборона товарно-грошових відносин і вільної торгівлі.</a:t>
          </a:r>
          <a:endParaRPr lang="uk-UA" sz="1800" kern="1200"/>
        </a:p>
      </dsp:txBody>
      <dsp:txXfrm>
        <a:off x="0" y="580"/>
        <a:ext cx="4876800" cy="950743"/>
      </dsp:txXfrm>
    </dsp:sp>
    <dsp:sp modelId="{92B6EF4C-D38E-476F-8723-EAC97AA1ABAF}">
      <dsp:nvSpPr>
        <dsp:cNvPr id="0" name=""/>
        <dsp:cNvSpPr/>
      </dsp:nvSpPr>
      <dsp:spPr>
        <a:xfrm>
          <a:off x="0" y="951324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E4F33-F973-4577-98EA-05CE35E644C7}">
      <dsp:nvSpPr>
        <dsp:cNvPr id="0" name=""/>
        <dsp:cNvSpPr/>
      </dsp:nvSpPr>
      <dsp:spPr>
        <a:xfrm>
          <a:off x="0" y="951324"/>
          <a:ext cx="4876800" cy="950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Зростання питомої ваги українців серед службовців партійно-державного апарату республіки.</a:t>
          </a:r>
          <a:endParaRPr lang="uk-UA" sz="1800" kern="1200"/>
        </a:p>
      </dsp:txBody>
      <dsp:txXfrm>
        <a:off x="0" y="951324"/>
        <a:ext cx="4876800" cy="950743"/>
      </dsp:txXfrm>
    </dsp:sp>
    <dsp:sp modelId="{1C2B02B9-D985-4FC6-B72E-5E2C84AA90C7}">
      <dsp:nvSpPr>
        <dsp:cNvPr id="0" name=""/>
        <dsp:cNvSpPr/>
      </dsp:nvSpPr>
      <dsp:spPr>
        <a:xfrm>
          <a:off x="0" y="1902068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1AD8E-53B4-49D6-8B95-FFE91431BD53}">
      <dsp:nvSpPr>
        <dsp:cNvPr id="0" name=""/>
        <dsp:cNvSpPr/>
      </dsp:nvSpPr>
      <dsp:spPr>
        <a:xfrm>
          <a:off x="0" y="1902068"/>
          <a:ext cx="4876800" cy="950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Швидка відбудова промисловості, зростання продуктивності праці та фізичного обсягу продукції.</a:t>
          </a:r>
          <a:endParaRPr lang="uk-UA" sz="1800" kern="1200"/>
        </a:p>
      </dsp:txBody>
      <dsp:txXfrm>
        <a:off x="0" y="1902068"/>
        <a:ext cx="4876800" cy="950743"/>
      </dsp:txXfrm>
    </dsp:sp>
    <dsp:sp modelId="{933E15CB-F871-4986-A2D5-59620A23C61C}">
      <dsp:nvSpPr>
        <dsp:cNvPr id="0" name=""/>
        <dsp:cNvSpPr/>
      </dsp:nvSpPr>
      <dsp:spPr>
        <a:xfrm>
          <a:off x="0" y="285281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959D7-83CF-427A-B5E4-3A69D9D51483}">
      <dsp:nvSpPr>
        <dsp:cNvPr id="0" name=""/>
        <dsp:cNvSpPr/>
      </dsp:nvSpPr>
      <dsp:spPr>
        <a:xfrm>
          <a:off x="0" y="2852811"/>
          <a:ext cx="4876800" cy="950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Половина сільського та дві третини міського дорослого населення освоїли грамоту та вміли читати.</a:t>
          </a:r>
          <a:endParaRPr lang="uk-UA" sz="1800" kern="1200" dirty="0"/>
        </a:p>
      </dsp:txBody>
      <dsp:txXfrm>
        <a:off x="0" y="2852811"/>
        <a:ext cx="4876800" cy="950743"/>
      </dsp:txXfrm>
    </dsp:sp>
    <dsp:sp modelId="{ABA5E0A8-6CE7-4B37-9B02-23010A4CAC24}">
      <dsp:nvSpPr>
        <dsp:cNvPr id="0" name=""/>
        <dsp:cNvSpPr/>
      </dsp:nvSpPr>
      <dsp:spPr>
        <a:xfrm>
          <a:off x="0" y="3803555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D47AC-EECF-4C90-8478-4C3D0B4052AA}">
      <dsp:nvSpPr>
        <dsp:cNvPr id="0" name=""/>
        <dsp:cNvSpPr/>
      </dsp:nvSpPr>
      <dsp:spPr>
        <a:xfrm>
          <a:off x="0" y="3803555"/>
          <a:ext cx="4876800" cy="950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Затвердження нового тексту Конституції УСРР, де юридично закріплювалися повноваження республіки.</a:t>
          </a:r>
          <a:endParaRPr lang="uk-UA" sz="1800" kern="1200"/>
        </a:p>
      </dsp:txBody>
      <dsp:txXfrm>
        <a:off x="0" y="3803555"/>
        <a:ext cx="4876800" cy="9507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6665F-DDE9-4C2A-84F0-0E43B22650A3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заміна продрозкладки продовольчим податком</a:t>
          </a:r>
          <a:endParaRPr lang="uk-UA" sz="1800" kern="1200"/>
        </a:p>
      </dsp:txBody>
      <dsp:txXfrm>
        <a:off x="34954" y="87214"/>
        <a:ext cx="4806892" cy="646132"/>
      </dsp:txXfrm>
    </dsp:sp>
    <dsp:sp modelId="{76C82933-778B-40FF-A766-462BB92CC402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ухвалення плану ГОЕЛРО з електрифікації країни</a:t>
          </a:r>
          <a:endParaRPr lang="uk-UA" sz="1800" kern="1200"/>
        </a:p>
      </dsp:txBody>
      <dsp:txXfrm>
        <a:off x="34954" y="855094"/>
        <a:ext cx="4806892" cy="646132"/>
      </dsp:txXfrm>
    </dsp:sp>
    <dsp:sp modelId="{55B9D60F-3DD5-42AE-8672-792F9FE86561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розподілу поміщицьких земель серед селян</a:t>
          </a:r>
          <a:endParaRPr lang="uk-UA" sz="1800" kern="1200"/>
        </a:p>
      </dsp:txBody>
      <dsp:txXfrm>
        <a:off x="34954" y="1622974"/>
        <a:ext cx="4806892" cy="646132"/>
      </dsp:txXfrm>
    </dsp:sp>
    <dsp:sp modelId="{5E9FEC41-9C6E-4896-A9DB-713EB85BD99A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включення Української СРР до складу СРСР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CAC2C-3861-448C-BAB7-5432FCDD56C6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«воєнний комунізм»</a:t>
          </a:r>
          <a:endParaRPr lang="uk-UA" sz="2900" kern="1200"/>
        </a:p>
      </dsp:txBody>
      <dsp:txXfrm>
        <a:off x="33955" y="79644"/>
        <a:ext cx="4808890" cy="627655"/>
      </dsp:txXfrm>
    </dsp:sp>
    <dsp:sp modelId="{C1FC32BD-434F-4032-9BC6-AD7A6D159A60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НЕП</a:t>
          </a:r>
          <a:endParaRPr lang="uk-UA" sz="2900" kern="1200"/>
        </a:p>
      </dsp:txBody>
      <dsp:txXfrm>
        <a:off x="33955" y="858729"/>
        <a:ext cx="4808890" cy="627655"/>
      </dsp:txXfrm>
    </dsp:sp>
    <dsp:sp modelId="{BFBE3C84-CAD7-48FE-95B5-B8487B5B7632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коренізацію</a:t>
          </a:r>
          <a:endParaRPr lang="uk-UA" sz="2900" kern="1200"/>
        </a:p>
      </dsp:txBody>
      <dsp:txXfrm>
        <a:off x="33955" y="1637814"/>
        <a:ext cx="4808890" cy="627655"/>
      </dsp:txXfrm>
    </dsp:sp>
    <dsp:sp modelId="{A6F9D4B3-85F8-4BE4-9BA8-2E54CBA6A9F1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колективізацію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E6870-084D-4565-AC77-DF667C488B9F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формування нової спільноти — радянський народ</a:t>
          </a:r>
          <a:endParaRPr lang="uk-UA" sz="1800" kern="1200"/>
        </a:p>
      </dsp:txBody>
      <dsp:txXfrm>
        <a:off x="34954" y="87214"/>
        <a:ext cx="4806892" cy="646132"/>
      </dsp:txXfrm>
    </dsp:sp>
    <dsp:sp modelId="{15DC411A-DE9A-463C-B243-1C3CEB47AEDC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ліквідації неписьменності дорослого населення</a:t>
          </a:r>
          <a:endParaRPr lang="uk-UA" sz="1800" kern="1200"/>
        </a:p>
      </dsp:txBody>
      <dsp:txXfrm>
        <a:off x="34954" y="855094"/>
        <a:ext cx="4806892" cy="646132"/>
      </dsp:txXfrm>
    </dsp:sp>
    <dsp:sp modelId="{4ACEF4D3-CE88-440E-8AD9-1750F51FE14C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творчого методу — соціалістичний реалізм</a:t>
          </a:r>
          <a:endParaRPr lang="uk-UA" sz="1800" kern="1200"/>
        </a:p>
      </dsp:txBody>
      <dsp:txXfrm>
        <a:off x="34954" y="1622974"/>
        <a:ext cx="4806892" cy="646132"/>
      </dsp:txXfrm>
    </dsp:sp>
    <dsp:sp modelId="{607A42CC-FF06-4FB2-9FB8-B39B936E6A04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реалізації політики коренізації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8DCFB-7FB1-41C4-AC24-80B64673D3A4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знищити «буржуазно-націоналістичну», антирадянську інтелігенцію.</a:t>
          </a:r>
          <a:endParaRPr lang="uk-UA" sz="1800" kern="1200"/>
        </a:p>
      </dsp:txBody>
      <dsp:txXfrm>
        <a:off x="34954" y="87214"/>
        <a:ext cx="4806892" cy="646132"/>
      </dsp:txXfrm>
    </dsp:sp>
    <dsp:sp modelId="{F23C1F93-54BC-487D-8650-4543FB41EDAB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остаточно утвердити радянську владу в національних республіках.</a:t>
          </a:r>
          <a:endParaRPr lang="uk-UA" sz="1800" kern="1200"/>
        </a:p>
      </dsp:txBody>
      <dsp:txXfrm>
        <a:off x="34954" y="855094"/>
        <a:ext cx="4806892" cy="646132"/>
      </dsp:txXfrm>
    </dsp:sp>
    <dsp:sp modelId="{C4106B53-A4F1-4A81-AB36-7B5CF50ADBEA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налагодити культурне співробітництво з розвиненими країнами Заходу.</a:t>
          </a:r>
          <a:endParaRPr lang="uk-UA" sz="1800" kern="1200"/>
        </a:p>
      </dsp:txBody>
      <dsp:txXfrm>
        <a:off x="34954" y="1622974"/>
        <a:ext cx="4806892" cy="646132"/>
      </dsp:txXfrm>
    </dsp:sp>
    <dsp:sp modelId="{E5E98893-3889-47C7-B8F4-CF856EBB946B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подолати масову неписьменність дорослого населення країни.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B5E57-25C7-4728-96E3-E7DA1F41498D}">
      <dsp:nvSpPr>
        <dsp:cNvPr id="0" name=""/>
        <dsp:cNvSpPr/>
      </dsp:nvSpPr>
      <dsp:spPr>
        <a:xfrm>
          <a:off x="0" y="31358"/>
          <a:ext cx="48768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Всеукраїнської академії наук</a:t>
          </a:r>
          <a:endParaRPr lang="uk-UA" sz="2000" kern="1200"/>
        </a:p>
      </dsp:txBody>
      <dsp:txXfrm>
        <a:off x="38838" y="70196"/>
        <a:ext cx="4799124" cy="717924"/>
      </dsp:txXfrm>
    </dsp:sp>
    <dsp:sp modelId="{5F92AF75-F634-4CEC-8F8E-2640FFD7209E}">
      <dsp:nvSpPr>
        <dsp:cNvPr id="0" name=""/>
        <dsp:cNvSpPr/>
      </dsp:nvSpPr>
      <dsp:spPr>
        <a:xfrm>
          <a:off x="0" y="884558"/>
          <a:ext cx="48768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здійснення владою політики «коренізації»</a:t>
          </a:r>
          <a:endParaRPr lang="uk-UA" sz="2000" kern="1200"/>
        </a:p>
      </dsp:txBody>
      <dsp:txXfrm>
        <a:off x="38838" y="923396"/>
        <a:ext cx="4799124" cy="717924"/>
      </dsp:txXfrm>
    </dsp:sp>
    <dsp:sp modelId="{AB72DE27-EBE4-4823-B418-78859D6EC7DD}">
      <dsp:nvSpPr>
        <dsp:cNvPr id="0" name=""/>
        <dsp:cNvSpPr/>
      </dsp:nvSpPr>
      <dsp:spPr>
        <a:xfrm>
          <a:off x="0" y="1737758"/>
          <a:ext cx="48768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входження республіки до складу СРСР</a:t>
          </a:r>
          <a:endParaRPr lang="uk-UA" sz="2000" kern="1200"/>
        </a:p>
      </dsp:txBody>
      <dsp:txXfrm>
        <a:off x="38838" y="1776596"/>
        <a:ext cx="4799124" cy="717924"/>
      </dsp:txXfrm>
    </dsp:sp>
    <dsp:sp modelId="{4C1503AE-5054-41C6-B02D-47B86DB6D079}">
      <dsp:nvSpPr>
        <dsp:cNvPr id="0" name=""/>
        <dsp:cNvSpPr/>
      </dsp:nvSpPr>
      <dsp:spPr>
        <a:xfrm>
          <a:off x="0" y="2590958"/>
          <a:ext cx="48768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відновлення діяльності університетів</a:t>
          </a:r>
          <a:endParaRPr lang="uk-UA" sz="2000" kern="1200"/>
        </a:p>
      </dsp:txBody>
      <dsp:txXfrm>
        <a:off x="38838" y="2629796"/>
        <a:ext cx="4799124" cy="71792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0B668-7EC2-4039-8BCF-B8D9C279F228}">
      <dsp:nvSpPr>
        <dsp:cNvPr id="0" name=""/>
        <dsp:cNvSpPr/>
      </dsp:nvSpPr>
      <dsp:spPr>
        <a:xfrm rot="10800000">
          <a:off x="1134634" y="2113"/>
          <a:ext cx="3779419" cy="7307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220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«воєнного комунізму»</a:t>
          </a:r>
          <a:endParaRPr lang="uk-UA" sz="2000" kern="1200"/>
        </a:p>
      </dsp:txBody>
      <dsp:txXfrm rot="10800000">
        <a:off x="1317309" y="2113"/>
        <a:ext cx="3596744" cy="730702"/>
      </dsp:txXfrm>
    </dsp:sp>
    <dsp:sp modelId="{924CA5BB-6B0C-4AEA-BB69-4FBF23D435B7}">
      <dsp:nvSpPr>
        <dsp:cNvPr id="0" name=""/>
        <dsp:cNvSpPr/>
      </dsp:nvSpPr>
      <dsp:spPr>
        <a:xfrm>
          <a:off x="769283" y="2113"/>
          <a:ext cx="730702" cy="7307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46C01-5D09-4E1E-B2ED-6860B2BC3CBB}">
      <dsp:nvSpPr>
        <dsp:cNvPr id="0" name=""/>
        <dsp:cNvSpPr/>
      </dsp:nvSpPr>
      <dsp:spPr>
        <a:xfrm rot="10800000">
          <a:off x="1134634" y="950937"/>
          <a:ext cx="3779419" cy="7307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220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ліквідації неписьменності</a:t>
          </a:r>
          <a:endParaRPr lang="uk-UA" sz="2000" kern="1200"/>
        </a:p>
      </dsp:txBody>
      <dsp:txXfrm rot="10800000">
        <a:off x="1317309" y="950937"/>
        <a:ext cx="3596744" cy="730702"/>
      </dsp:txXfrm>
    </dsp:sp>
    <dsp:sp modelId="{FE24A363-D01B-4FB6-9783-E8E14239D129}">
      <dsp:nvSpPr>
        <dsp:cNvPr id="0" name=""/>
        <dsp:cNvSpPr/>
      </dsp:nvSpPr>
      <dsp:spPr>
        <a:xfrm>
          <a:off x="769283" y="950937"/>
          <a:ext cx="730702" cy="7307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AA133-A667-450E-B85A-BC9F62A64B2F}">
      <dsp:nvSpPr>
        <dsp:cNvPr id="0" name=""/>
        <dsp:cNvSpPr/>
      </dsp:nvSpPr>
      <dsp:spPr>
        <a:xfrm rot="10800000">
          <a:off x="1134634" y="1899760"/>
          <a:ext cx="3779419" cy="7307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220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коренізації</a:t>
          </a:r>
          <a:endParaRPr lang="uk-UA" sz="2000" kern="1200"/>
        </a:p>
      </dsp:txBody>
      <dsp:txXfrm rot="10800000">
        <a:off x="1317309" y="1899760"/>
        <a:ext cx="3596744" cy="730702"/>
      </dsp:txXfrm>
    </dsp:sp>
    <dsp:sp modelId="{63E122AF-D161-4421-8693-AA9C9E2B04B7}">
      <dsp:nvSpPr>
        <dsp:cNvPr id="0" name=""/>
        <dsp:cNvSpPr/>
      </dsp:nvSpPr>
      <dsp:spPr>
        <a:xfrm>
          <a:off x="769283" y="1899760"/>
          <a:ext cx="730702" cy="7307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83734-A60C-4F30-92CE-B87B5F7E0B14}">
      <dsp:nvSpPr>
        <dsp:cNvPr id="0" name=""/>
        <dsp:cNvSpPr/>
      </dsp:nvSpPr>
      <dsp:spPr>
        <a:xfrm rot="10800000">
          <a:off x="1134634" y="2848583"/>
          <a:ext cx="3779419" cy="7307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220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пацифікації</a:t>
          </a:r>
          <a:endParaRPr lang="uk-UA" sz="2000" kern="1200"/>
        </a:p>
      </dsp:txBody>
      <dsp:txXfrm rot="10800000">
        <a:off x="1317309" y="2848583"/>
        <a:ext cx="3596744" cy="730702"/>
      </dsp:txXfrm>
    </dsp:sp>
    <dsp:sp modelId="{CA5EDB99-55FC-4918-9810-C63243455A48}">
      <dsp:nvSpPr>
        <dsp:cNvPr id="0" name=""/>
        <dsp:cNvSpPr/>
      </dsp:nvSpPr>
      <dsp:spPr>
        <a:xfrm>
          <a:off x="769283" y="2848583"/>
          <a:ext cx="730702" cy="7307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20B8B-815B-4635-B25B-F7B7325E37F3}">
      <dsp:nvSpPr>
        <dsp:cNvPr id="0" name=""/>
        <dsp:cNvSpPr/>
      </dsp:nvSpPr>
      <dsp:spPr>
        <a:xfrm>
          <a:off x="0" y="254849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«воєнного комунізму».</a:t>
          </a:r>
          <a:endParaRPr lang="uk-UA" sz="2500" kern="1200"/>
        </a:p>
      </dsp:txBody>
      <dsp:txXfrm>
        <a:off x="29271" y="284120"/>
        <a:ext cx="4818258" cy="541083"/>
      </dsp:txXfrm>
    </dsp:sp>
    <dsp:sp modelId="{7E47BB88-52CC-4A89-8F7C-C0CB89F6A636}">
      <dsp:nvSpPr>
        <dsp:cNvPr id="0" name=""/>
        <dsp:cNvSpPr/>
      </dsp:nvSpPr>
      <dsp:spPr>
        <a:xfrm>
          <a:off x="0" y="92647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нової економічної політики.</a:t>
          </a:r>
          <a:endParaRPr lang="uk-UA" sz="2500" kern="1200"/>
        </a:p>
      </dsp:txBody>
      <dsp:txXfrm>
        <a:off x="29271" y="955746"/>
        <a:ext cx="4818258" cy="541083"/>
      </dsp:txXfrm>
    </dsp:sp>
    <dsp:sp modelId="{28D45110-8C3B-4FD8-B321-FD0580ADDC65}">
      <dsp:nvSpPr>
        <dsp:cNvPr id="0" name=""/>
        <dsp:cNvSpPr/>
      </dsp:nvSpPr>
      <dsp:spPr>
        <a:xfrm>
          <a:off x="0" y="1598100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форсованої індустріалізації.</a:t>
          </a:r>
          <a:endParaRPr lang="uk-UA" sz="2500" kern="1200"/>
        </a:p>
      </dsp:txBody>
      <dsp:txXfrm>
        <a:off x="29271" y="1627371"/>
        <a:ext cx="4818258" cy="541083"/>
      </dsp:txXfrm>
    </dsp:sp>
    <dsp:sp modelId="{2C7FA25E-9C39-41AC-A15B-6EC0598E93B6}">
      <dsp:nvSpPr>
        <dsp:cNvPr id="0" name=""/>
        <dsp:cNvSpPr/>
      </dsp:nvSpPr>
      <dsp:spPr>
        <a:xfrm>
          <a:off x="0" y="226972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суцільної колективізації.</a:t>
          </a:r>
          <a:endParaRPr lang="uk-UA" sz="2500" kern="1200"/>
        </a:p>
      </dsp:txBody>
      <dsp:txXfrm>
        <a:off x="29271" y="2298996"/>
        <a:ext cx="4818258" cy="54108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2DBA8-DD03-4047-AC0B-72E463AA5085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масштабність голоду</a:t>
          </a:r>
          <a:endParaRPr lang="uk-UA" sz="1800" kern="1200"/>
        </a:p>
      </dsp:txBody>
      <dsp:txXfrm>
        <a:off x="34906" y="89140"/>
        <a:ext cx="4806988" cy="645240"/>
      </dsp:txXfrm>
    </dsp:sp>
    <dsp:sp modelId="{DCFCBF70-704F-4A71-9D1A-4ECD7ACC57C0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нової економічної політики</a:t>
          </a:r>
          <a:endParaRPr lang="uk-UA" sz="1800" kern="1200"/>
        </a:p>
      </dsp:txBody>
      <dsp:txXfrm>
        <a:off x="34906" y="856033"/>
        <a:ext cx="4806988" cy="645240"/>
      </dsp:txXfrm>
    </dsp:sp>
    <dsp:sp modelId="{DBBE6D22-25E3-40DC-804A-6E0EC8232C78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розгортання «чистки» в партійних лавах</a:t>
          </a:r>
          <a:endParaRPr lang="uk-UA" sz="1800" kern="1200"/>
        </a:p>
      </dsp:txBody>
      <dsp:txXfrm>
        <a:off x="34906" y="1622926"/>
        <a:ext cx="4806988" cy="645240"/>
      </dsp:txXfrm>
    </dsp:sp>
    <dsp:sp modelId="{74D95F07-F480-4503-B5D5-4986557F44CA}">
      <dsp:nvSpPr>
        <dsp:cNvPr id="0" name=""/>
        <dsp:cNvSpPr/>
      </dsp:nvSpPr>
      <dsp:spPr>
        <a:xfrm>
          <a:off x="0" y="2354912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упровадження політики «українізації»</a:t>
          </a:r>
          <a:endParaRPr lang="uk-UA" sz="1800" kern="1200"/>
        </a:p>
      </dsp:txBody>
      <dsp:txXfrm>
        <a:off x="34906" y="2389818"/>
        <a:ext cx="4806988" cy="6452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09C61-8E55-4121-832F-E408BE44CA33}">
      <dsp:nvSpPr>
        <dsp:cNvPr id="0" name=""/>
        <dsp:cNvSpPr/>
      </dsp:nvSpPr>
      <dsp:spPr>
        <a:xfrm rot="10800000">
          <a:off x="991364" y="411"/>
          <a:ext cx="3243072" cy="6980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80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поширення голоду</a:t>
          </a:r>
          <a:endParaRPr lang="uk-UA" sz="1800" kern="1200"/>
        </a:p>
      </dsp:txBody>
      <dsp:txXfrm rot="10800000">
        <a:off x="1165865" y="411"/>
        <a:ext cx="3068571" cy="698003"/>
      </dsp:txXfrm>
    </dsp:sp>
    <dsp:sp modelId="{F1108C32-49A3-43F0-AFF3-4DCDE7374510}">
      <dsp:nvSpPr>
        <dsp:cNvPr id="0" name=""/>
        <dsp:cNvSpPr/>
      </dsp:nvSpPr>
      <dsp:spPr>
        <a:xfrm>
          <a:off x="642363" y="411"/>
          <a:ext cx="698003" cy="6980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D5239-223F-4277-95B5-02B627D27CD1}">
      <dsp:nvSpPr>
        <dsp:cNvPr id="0" name=""/>
        <dsp:cNvSpPr/>
      </dsp:nvSpPr>
      <dsp:spPr>
        <a:xfrm rot="10800000">
          <a:off x="991364" y="906774"/>
          <a:ext cx="3243072" cy="6980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80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запровадження непу</a:t>
          </a:r>
          <a:endParaRPr lang="uk-UA" sz="1800" kern="1200"/>
        </a:p>
      </dsp:txBody>
      <dsp:txXfrm rot="10800000">
        <a:off x="1165865" y="906774"/>
        <a:ext cx="3068571" cy="698003"/>
      </dsp:txXfrm>
    </dsp:sp>
    <dsp:sp modelId="{D8A7E5B4-B0D6-449C-A6E7-848651D1794C}">
      <dsp:nvSpPr>
        <dsp:cNvPr id="0" name=""/>
        <dsp:cNvSpPr/>
      </dsp:nvSpPr>
      <dsp:spPr>
        <a:xfrm>
          <a:off x="642363" y="906774"/>
          <a:ext cx="698003" cy="6980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6199F-9330-4250-BBAC-F02118CAD5F8}">
      <dsp:nvSpPr>
        <dsp:cNvPr id="0" name=""/>
        <dsp:cNvSpPr/>
      </dsp:nvSpPr>
      <dsp:spPr>
        <a:xfrm rot="10800000">
          <a:off x="991364" y="1813137"/>
          <a:ext cx="3243072" cy="6980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80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початок боротьби з неписьменністю</a:t>
          </a:r>
          <a:endParaRPr lang="uk-UA" sz="1800" kern="1200"/>
        </a:p>
      </dsp:txBody>
      <dsp:txXfrm rot="10800000">
        <a:off x="1165865" y="1813137"/>
        <a:ext cx="3068571" cy="698003"/>
      </dsp:txXfrm>
    </dsp:sp>
    <dsp:sp modelId="{D7DE2CBF-570B-4A4B-9C33-D241CB0A844F}">
      <dsp:nvSpPr>
        <dsp:cNvPr id="0" name=""/>
        <dsp:cNvSpPr/>
      </dsp:nvSpPr>
      <dsp:spPr>
        <a:xfrm>
          <a:off x="642363" y="1813137"/>
          <a:ext cx="698003" cy="6980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EDA17-4025-4D11-9972-1CA38FC921EB}">
      <dsp:nvSpPr>
        <dsp:cNvPr id="0" name=""/>
        <dsp:cNvSpPr/>
      </dsp:nvSpPr>
      <dsp:spPr>
        <a:xfrm rot="10800000">
          <a:off x="991364" y="2719500"/>
          <a:ext cx="3243072" cy="6980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80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упровадження політики "коренізації"</a:t>
          </a:r>
          <a:endParaRPr lang="uk-UA" sz="1800" kern="1200"/>
        </a:p>
      </dsp:txBody>
      <dsp:txXfrm rot="10800000">
        <a:off x="1165865" y="2719500"/>
        <a:ext cx="3068571" cy="698003"/>
      </dsp:txXfrm>
    </dsp:sp>
    <dsp:sp modelId="{36A92EEF-64CB-4837-8FA6-AE45039D6B31}">
      <dsp:nvSpPr>
        <dsp:cNvPr id="0" name=""/>
        <dsp:cNvSpPr/>
      </dsp:nvSpPr>
      <dsp:spPr>
        <a:xfrm>
          <a:off x="642363" y="2719500"/>
          <a:ext cx="698003" cy="6980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54660-9835-4F42-8971-777115DFFE29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упроваджувалося прикріплення робітників до підприємств.</a:t>
          </a:r>
          <a:endParaRPr lang="uk-UA" sz="1800" kern="1200"/>
        </a:p>
      </dsp:txBody>
      <dsp:txXfrm>
        <a:off x="34954" y="87214"/>
        <a:ext cx="4806892" cy="646132"/>
      </dsp:txXfrm>
    </dsp:sp>
    <dsp:sp modelId="{F2932A7E-6ADB-473F-8301-C074EFAC273A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здійснювалася примусова трудова мобілізація.</a:t>
          </a:r>
          <a:endParaRPr lang="uk-UA" sz="1800" kern="1200"/>
        </a:p>
      </dsp:txBody>
      <dsp:txXfrm>
        <a:off x="34954" y="855094"/>
        <a:ext cx="4806892" cy="646132"/>
      </dsp:txXfrm>
    </dsp:sp>
    <dsp:sp modelId="{4B74B831-7653-401F-B5D3-8EAB6CBC3483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застосовувався вільний найм робочої сили.</a:t>
          </a:r>
          <a:endParaRPr lang="uk-UA" sz="1800" kern="1200"/>
        </a:p>
      </dsp:txBody>
      <dsp:txXfrm>
        <a:off x="34954" y="1622974"/>
        <a:ext cx="4806892" cy="646132"/>
      </dsp:txXfrm>
    </dsp:sp>
    <dsp:sp modelId="{DFD5469C-2337-47CF-A71A-6A79B9DC76A6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масово створювалися трудові армії та трудові табори.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0411F-9D18-4590-BAFC-7B1704D2DEBA}">
      <dsp:nvSpPr>
        <dsp:cNvPr id="0" name=""/>
        <dsp:cNvSpPr/>
      </dsp:nvSpPr>
      <dsp:spPr>
        <a:xfrm>
          <a:off x="0" y="254849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«воєнного комунізму»</a:t>
          </a:r>
          <a:endParaRPr lang="uk-UA" sz="2500" kern="1200"/>
        </a:p>
      </dsp:txBody>
      <dsp:txXfrm>
        <a:off x="29271" y="284120"/>
        <a:ext cx="4818258" cy="541083"/>
      </dsp:txXfrm>
    </dsp:sp>
    <dsp:sp modelId="{149E6C1F-9FB7-4D6D-A144-038563DD9D0A}">
      <dsp:nvSpPr>
        <dsp:cNvPr id="0" name=""/>
        <dsp:cNvSpPr/>
      </dsp:nvSpPr>
      <dsp:spPr>
        <a:xfrm>
          <a:off x="0" y="92647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нової економічної політики</a:t>
          </a:r>
          <a:endParaRPr lang="uk-UA" sz="2500" kern="1200"/>
        </a:p>
      </dsp:txBody>
      <dsp:txXfrm>
        <a:off x="29271" y="955746"/>
        <a:ext cx="4818258" cy="541083"/>
      </dsp:txXfrm>
    </dsp:sp>
    <dsp:sp modelId="{7776E65B-286F-469C-A185-E69B835DC500}">
      <dsp:nvSpPr>
        <dsp:cNvPr id="0" name=""/>
        <dsp:cNvSpPr/>
      </dsp:nvSpPr>
      <dsp:spPr>
        <a:xfrm>
          <a:off x="0" y="1598100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форсованої індустріалізації</a:t>
          </a:r>
          <a:endParaRPr lang="uk-UA" sz="2500" kern="1200"/>
        </a:p>
      </dsp:txBody>
      <dsp:txXfrm>
        <a:off x="29271" y="1627371"/>
        <a:ext cx="4818258" cy="541083"/>
      </dsp:txXfrm>
    </dsp:sp>
    <dsp:sp modelId="{3558D538-4BE8-4972-9C3E-66A6179149AE}">
      <dsp:nvSpPr>
        <dsp:cNvPr id="0" name=""/>
        <dsp:cNvSpPr/>
      </dsp:nvSpPr>
      <dsp:spPr>
        <a:xfrm>
          <a:off x="0" y="226972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післявоєнної відбудови</a:t>
          </a:r>
          <a:endParaRPr lang="uk-UA" sz="2500" kern="1200"/>
        </a:p>
      </dsp:txBody>
      <dsp:txXfrm>
        <a:off x="29271" y="2298996"/>
        <a:ext cx="4818258" cy="54108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64148-84FF-4BFB-9EED-D66D0B14DD73}">
      <dsp:nvSpPr>
        <dsp:cNvPr id="0" name=""/>
        <dsp:cNvSpPr/>
      </dsp:nvSpPr>
      <dsp:spPr>
        <a:xfrm>
          <a:off x="0" y="105900"/>
          <a:ext cx="4876800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скасуванню заборон на приватне підприємництво, упровадженню оренди, економічних методів господарювання.</a:t>
          </a:r>
          <a:endParaRPr lang="uk-UA" sz="2000" kern="1200"/>
        </a:p>
      </dsp:txBody>
      <dsp:txXfrm>
        <a:off x="69680" y="175580"/>
        <a:ext cx="4737440" cy="1288040"/>
      </dsp:txXfrm>
    </dsp:sp>
    <dsp:sp modelId="{DBB58E2B-FF69-43EA-AFE1-CC7528657649}">
      <dsp:nvSpPr>
        <dsp:cNvPr id="0" name=""/>
        <dsp:cNvSpPr/>
      </dsp:nvSpPr>
      <dsp:spPr>
        <a:xfrm>
          <a:off x="0" y="1590900"/>
          <a:ext cx="4876800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залученню значних іноземних інвестицій, розширенню сфери товарно-грошових відносин, централізації управління.</a:t>
          </a:r>
          <a:endParaRPr lang="uk-UA" sz="2000" kern="1200"/>
        </a:p>
      </dsp:txBody>
      <dsp:txXfrm>
        <a:off x="69680" y="1660580"/>
        <a:ext cx="4737440" cy="128804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EA6D9-996A-43B2-A619-2EE43A16B1FF}">
      <dsp:nvSpPr>
        <dsp:cNvPr id="0" name=""/>
        <dsp:cNvSpPr/>
      </dsp:nvSpPr>
      <dsp:spPr>
        <a:xfrm>
          <a:off x="0" y="33090"/>
          <a:ext cx="4876800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зниженню цін як на промислові товари для селянства, так і на сільськогосподарську продукцію для робітників.</a:t>
          </a:r>
          <a:endParaRPr lang="uk-UA" sz="2100" kern="1200" dirty="0"/>
        </a:p>
      </dsp:txBody>
      <dsp:txXfrm>
        <a:off x="73164" y="106254"/>
        <a:ext cx="4730472" cy="1352442"/>
      </dsp:txXfrm>
    </dsp:sp>
    <dsp:sp modelId="{4BFB9F61-7C55-4DE6-A188-EDDE38EBEF3F}">
      <dsp:nvSpPr>
        <dsp:cNvPr id="0" name=""/>
        <dsp:cNvSpPr/>
      </dsp:nvSpPr>
      <dsp:spPr>
        <a:xfrm>
          <a:off x="0" y="1592340"/>
          <a:ext cx="4876800" cy="1498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проведенню націоналізації підприємств промисловості, транспорту, уведенню загальної трудової повинності.</a:t>
          </a:r>
          <a:endParaRPr lang="uk-UA" sz="2100" kern="1200"/>
        </a:p>
      </dsp:txBody>
      <dsp:txXfrm>
        <a:off x="73164" y="1665504"/>
        <a:ext cx="4730472" cy="135244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919BD-BC9F-43F0-9DFF-AFE68AF3DB11}">
      <dsp:nvSpPr>
        <dsp:cNvPr id="0" name=""/>
        <dsp:cNvSpPr/>
      </dsp:nvSpPr>
      <dsp:spPr>
        <a:xfrm>
          <a:off x="0" y="125342"/>
          <a:ext cx="487680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зростання безробіття</a:t>
          </a:r>
          <a:endParaRPr lang="uk-UA" sz="2300" kern="1200" dirty="0"/>
        </a:p>
      </dsp:txBody>
      <dsp:txXfrm>
        <a:off x="44602" y="169944"/>
        <a:ext cx="4787596" cy="824474"/>
      </dsp:txXfrm>
    </dsp:sp>
    <dsp:sp modelId="{13423C89-BAE4-481F-B480-E6B247B3238F}">
      <dsp:nvSpPr>
        <dsp:cNvPr id="0" name=""/>
        <dsp:cNvSpPr/>
      </dsp:nvSpPr>
      <dsp:spPr>
        <a:xfrm>
          <a:off x="0" y="1105261"/>
          <a:ext cx="487680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ліквідація економічних стимулів розвитку виробництва</a:t>
          </a:r>
          <a:endParaRPr lang="uk-UA" sz="2300" kern="1200"/>
        </a:p>
      </dsp:txBody>
      <dsp:txXfrm>
        <a:off x="44602" y="1149863"/>
        <a:ext cx="4787596" cy="824474"/>
      </dsp:txXfrm>
    </dsp:sp>
    <dsp:sp modelId="{ADF948F7-0BEA-4AE9-8D91-F3D9EC890B28}">
      <dsp:nvSpPr>
        <dsp:cNvPr id="0" name=""/>
        <dsp:cNvSpPr/>
      </dsp:nvSpPr>
      <dsp:spPr>
        <a:xfrm>
          <a:off x="0" y="2085179"/>
          <a:ext cx="487680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періодичні хлібозаготівельні кризи</a:t>
          </a:r>
          <a:endParaRPr lang="uk-UA" sz="2300" kern="1200"/>
        </a:p>
      </dsp:txBody>
      <dsp:txXfrm>
        <a:off x="44602" y="2129781"/>
        <a:ext cx="4787596" cy="82447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C92B2-AEC1-4581-8D38-334EB1FE082A}">
      <dsp:nvSpPr>
        <dsp:cNvPr id="0" name=""/>
        <dsp:cNvSpPr/>
      </dsp:nvSpPr>
      <dsp:spPr>
        <a:xfrm>
          <a:off x="0" y="86654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перетворення УРСР на могутню індустріальну республіку</a:t>
          </a:r>
          <a:endParaRPr lang="uk-UA" sz="1700" kern="1200"/>
        </a:p>
      </dsp:txBody>
      <dsp:txXfrm>
        <a:off x="46424" y="133078"/>
        <a:ext cx="4783952" cy="858142"/>
      </dsp:txXfrm>
    </dsp:sp>
    <dsp:sp modelId="{1A6DF4BB-750A-4BE7-B457-02FB0B143963}">
      <dsp:nvSpPr>
        <dsp:cNvPr id="0" name=""/>
        <dsp:cNvSpPr/>
      </dsp:nvSpPr>
      <dsp:spPr>
        <a:xfrm>
          <a:off x="0" y="1086604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ліквідація куркульства</a:t>
          </a:r>
          <a:endParaRPr lang="uk-UA" sz="1700" kern="1200"/>
        </a:p>
      </dsp:txBody>
      <dsp:txXfrm>
        <a:off x="46424" y="1133028"/>
        <a:ext cx="4783952" cy="858142"/>
      </dsp:txXfrm>
    </dsp:sp>
    <dsp:sp modelId="{7F322227-E5C3-4D5F-91DC-875DB9E7AFD8}">
      <dsp:nvSpPr>
        <dsp:cNvPr id="0" name=""/>
        <dsp:cNvSpPr/>
      </dsp:nvSpPr>
      <dsp:spPr>
        <a:xfrm>
          <a:off x="0" y="2086555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розширення мережі селянських збутових, споживчих кооперативів і кредитних товариств</a:t>
          </a:r>
          <a:endParaRPr lang="uk-UA" sz="1700" kern="1200"/>
        </a:p>
      </dsp:txBody>
      <dsp:txXfrm>
        <a:off x="46424" y="2132979"/>
        <a:ext cx="4783952" cy="85814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6C7CB5-4B56-4AF1-A141-BDF90629352C}">
      <dsp:nvSpPr>
        <dsp:cNvPr id="0" name=""/>
        <dsp:cNvSpPr/>
      </dsp:nvSpPr>
      <dsp:spPr>
        <a:xfrm>
          <a:off x="0" y="202559"/>
          <a:ext cx="48768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«воєнного комунізму».</a:t>
          </a:r>
          <a:endParaRPr lang="uk-UA" sz="2600" kern="1200"/>
        </a:p>
      </dsp:txBody>
      <dsp:txXfrm>
        <a:off x="30442" y="233001"/>
        <a:ext cx="4815916" cy="562726"/>
      </dsp:txXfrm>
    </dsp:sp>
    <dsp:sp modelId="{04F91B13-B48A-4CEE-AA62-42579881B389}">
      <dsp:nvSpPr>
        <dsp:cNvPr id="0" name=""/>
        <dsp:cNvSpPr/>
      </dsp:nvSpPr>
      <dsp:spPr>
        <a:xfrm>
          <a:off x="0" y="901050"/>
          <a:ext cx="48768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нової економічної політики.</a:t>
          </a:r>
          <a:endParaRPr lang="uk-UA" sz="2600" kern="1200"/>
        </a:p>
      </dsp:txBody>
      <dsp:txXfrm>
        <a:off x="30442" y="931492"/>
        <a:ext cx="4815916" cy="562726"/>
      </dsp:txXfrm>
    </dsp:sp>
    <dsp:sp modelId="{43E3ED75-C894-4D23-98B5-9A6363BC6EA4}">
      <dsp:nvSpPr>
        <dsp:cNvPr id="0" name=""/>
        <dsp:cNvSpPr/>
      </dsp:nvSpPr>
      <dsp:spPr>
        <a:xfrm>
          <a:off x="0" y="1599540"/>
          <a:ext cx="48768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суцільної колективізації.</a:t>
          </a:r>
          <a:endParaRPr lang="uk-UA" sz="2600" kern="1200"/>
        </a:p>
      </dsp:txBody>
      <dsp:txXfrm>
        <a:off x="30442" y="1629982"/>
        <a:ext cx="4815916" cy="562726"/>
      </dsp:txXfrm>
    </dsp:sp>
    <dsp:sp modelId="{918E2D83-B5F0-4BC4-B326-1456F2009C72}">
      <dsp:nvSpPr>
        <dsp:cNvPr id="0" name=""/>
        <dsp:cNvSpPr/>
      </dsp:nvSpPr>
      <dsp:spPr>
        <a:xfrm>
          <a:off x="0" y="2298030"/>
          <a:ext cx="48768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укрупнення колгоспів.</a:t>
          </a:r>
          <a:endParaRPr lang="uk-UA" sz="2600" kern="1200"/>
        </a:p>
      </dsp:txBody>
      <dsp:txXfrm>
        <a:off x="30442" y="2328472"/>
        <a:ext cx="4815916" cy="56272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D14B8-5F3A-4F90-92C9-6B1D64F36BBC}">
      <dsp:nvSpPr>
        <dsp:cNvPr id="0" name=""/>
        <dsp:cNvSpPr/>
      </dsp:nvSpPr>
      <dsp:spPr>
        <a:xfrm>
          <a:off x="0" y="36474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відновлення поміщицького землеволодіння гетьманом П. Скоропадським.</a:t>
          </a:r>
          <a:endParaRPr lang="uk-UA" sz="1700" kern="1200"/>
        </a:p>
      </dsp:txBody>
      <dsp:txXfrm>
        <a:off x="33012" y="397752"/>
        <a:ext cx="4810776" cy="610236"/>
      </dsp:txXfrm>
    </dsp:sp>
    <dsp:sp modelId="{B3B749F2-3C69-44F0-BE41-07BEFF6DEB1F}">
      <dsp:nvSpPr>
        <dsp:cNvPr id="0" name=""/>
        <dsp:cNvSpPr/>
      </dsp:nvSpPr>
      <dsp:spPr>
        <a:xfrm>
          <a:off x="0" y="108996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здійснення радянською владою заходів «воєнного комунізму».</a:t>
          </a:r>
          <a:endParaRPr lang="uk-UA" sz="1700" kern="1200"/>
        </a:p>
      </dsp:txBody>
      <dsp:txXfrm>
        <a:off x="33012" y="1122972"/>
        <a:ext cx="4810776" cy="610236"/>
      </dsp:txXfrm>
    </dsp:sp>
    <dsp:sp modelId="{BD53F90F-9C40-4E08-BA5E-FDB5000ADE87}">
      <dsp:nvSpPr>
        <dsp:cNvPr id="0" name=""/>
        <dsp:cNvSpPr/>
      </dsp:nvSpPr>
      <dsp:spPr>
        <a:xfrm>
          <a:off x="0" y="181518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упровадження земельної реформи Директорією УНР.</a:t>
          </a:r>
          <a:endParaRPr lang="uk-UA" sz="1700" kern="1200"/>
        </a:p>
      </dsp:txBody>
      <dsp:txXfrm>
        <a:off x="33012" y="1848192"/>
        <a:ext cx="4810776" cy="610236"/>
      </dsp:txXfrm>
    </dsp:sp>
    <dsp:sp modelId="{E44A9FBC-EEC0-4E4C-9B21-1C02B219F3B8}">
      <dsp:nvSpPr>
        <dsp:cNvPr id="0" name=""/>
        <dsp:cNvSpPr/>
      </dsp:nvSpPr>
      <dsp:spPr>
        <a:xfrm>
          <a:off x="0" y="254040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проголошення соціалізації землі Українською Центральною Радою</a:t>
          </a:r>
          <a:endParaRPr lang="uk-UA" sz="1700" kern="1200"/>
        </a:p>
      </dsp:txBody>
      <dsp:txXfrm>
        <a:off x="33012" y="2573412"/>
        <a:ext cx="4810776" cy="61023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B3C43-30CE-4A8A-A1EA-C5CCE3673E1B}">
      <dsp:nvSpPr>
        <dsp:cNvPr id="0" name=""/>
        <dsp:cNvSpPr/>
      </dsp:nvSpPr>
      <dsp:spPr>
        <a:xfrm>
          <a:off x="0" y="69332"/>
          <a:ext cx="4876800" cy="895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формування радянських повстанських загонів улітку 1918 р.</a:t>
          </a:r>
          <a:endParaRPr lang="uk-UA" sz="1600" kern="1200"/>
        </a:p>
      </dsp:txBody>
      <dsp:txXfrm>
        <a:off x="43693" y="113025"/>
        <a:ext cx="4789414" cy="807664"/>
      </dsp:txXfrm>
    </dsp:sp>
    <dsp:sp modelId="{551AE074-AC93-4505-9789-4212A99474CA}">
      <dsp:nvSpPr>
        <dsp:cNvPr id="0" name=""/>
        <dsp:cNvSpPr/>
      </dsp:nvSpPr>
      <dsp:spPr>
        <a:xfrm>
          <a:off x="0" y="1010462"/>
          <a:ext cx="4876800" cy="895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контрольовану Добровольчою армією генерала А. Денікіна в жовтні 1919 р.</a:t>
          </a:r>
          <a:endParaRPr lang="uk-UA" sz="1600" kern="1200"/>
        </a:p>
      </dsp:txBody>
      <dsp:txXfrm>
        <a:off x="43693" y="1054155"/>
        <a:ext cx="4789414" cy="807664"/>
      </dsp:txXfrm>
    </dsp:sp>
    <dsp:sp modelId="{A7ADEF2E-3F79-40A1-986C-1A36789C4E6B}">
      <dsp:nvSpPr>
        <dsp:cNvPr id="0" name=""/>
        <dsp:cNvSpPr/>
      </dsp:nvSpPr>
      <dsp:spPr>
        <a:xfrm>
          <a:off x="0" y="1951592"/>
          <a:ext cx="4876800" cy="895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створення численних парафій Української автокефальної православної церкви в 1921-1930 рр.</a:t>
          </a:r>
          <a:endParaRPr lang="uk-UA" sz="1600" kern="1200"/>
        </a:p>
      </dsp:txBody>
      <dsp:txXfrm>
        <a:off x="43693" y="1995285"/>
        <a:ext cx="4789414" cy="807664"/>
      </dsp:txXfrm>
    </dsp:sp>
    <dsp:sp modelId="{69EFFA88-94C9-4509-BE7B-41D34F11796D}">
      <dsp:nvSpPr>
        <dsp:cNvPr id="0" name=""/>
        <dsp:cNvSpPr/>
      </dsp:nvSpPr>
      <dsp:spPr>
        <a:xfrm>
          <a:off x="0" y="2892722"/>
          <a:ext cx="4876800" cy="895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уражену масовим голодом 1921-1923 рр.</a:t>
          </a:r>
          <a:endParaRPr lang="uk-UA" sz="1600" kern="1200"/>
        </a:p>
      </dsp:txBody>
      <dsp:txXfrm>
        <a:off x="43693" y="2936415"/>
        <a:ext cx="4789414" cy="80766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2F4A4-B2D9-4AA3-B584-ECEDF54FAD13}">
      <dsp:nvSpPr>
        <dsp:cNvPr id="0" name=""/>
        <dsp:cNvSpPr/>
      </dsp:nvSpPr>
      <dsp:spPr>
        <a:xfrm>
          <a:off x="0" y="251520"/>
          <a:ext cx="4876800" cy="1284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встановлення державної монополії на хліб, націоналізація промислових підприємств, поміщицьких маєтків, торговельних закладів.</a:t>
          </a:r>
          <a:endParaRPr lang="uk-UA" sz="1800" kern="1200"/>
        </a:p>
      </dsp:txBody>
      <dsp:txXfrm>
        <a:off x="62712" y="314232"/>
        <a:ext cx="4751376" cy="1159235"/>
      </dsp:txXfrm>
    </dsp:sp>
    <dsp:sp modelId="{1C3F8ABD-F98D-4F1D-A7F6-A92EB7DD3255}">
      <dsp:nvSpPr>
        <dsp:cNvPr id="0" name=""/>
        <dsp:cNvSpPr/>
      </dsp:nvSpPr>
      <dsp:spPr>
        <a:xfrm>
          <a:off x="0" y="1588020"/>
          <a:ext cx="4876800" cy="1284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уведення продрозверстки на продукцію сільського господарства, розподіл товарів за картками, заборону торгівлі, натуралізація оплати праці.</a:t>
          </a:r>
          <a:endParaRPr lang="uk-UA" sz="1800" kern="1200" dirty="0"/>
        </a:p>
      </dsp:txBody>
      <dsp:txXfrm>
        <a:off x="62712" y="1650732"/>
        <a:ext cx="4751376" cy="115923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605C1-A314-4B25-B626-42105208FE01}">
      <dsp:nvSpPr>
        <dsp:cNvPr id="0" name=""/>
        <dsp:cNvSpPr/>
      </dsp:nvSpPr>
      <dsp:spPr>
        <a:xfrm>
          <a:off x="0" y="251520"/>
          <a:ext cx="4876800" cy="1284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підпорядкування інтересів суспільства державним потребам, прискорений перехід до соціалізму шляхом одержавлення власності.</a:t>
          </a:r>
          <a:endParaRPr lang="uk-UA" sz="1800" kern="1200"/>
        </a:p>
      </dsp:txBody>
      <dsp:txXfrm>
        <a:off x="62712" y="314232"/>
        <a:ext cx="4751376" cy="1159235"/>
      </dsp:txXfrm>
    </dsp:sp>
    <dsp:sp modelId="{AEDF8A39-9F3B-4411-A425-C6F202573A8A}">
      <dsp:nvSpPr>
        <dsp:cNvPr id="0" name=""/>
        <dsp:cNvSpPr/>
      </dsp:nvSpPr>
      <dsp:spPr>
        <a:xfrm>
          <a:off x="0" y="1588020"/>
          <a:ext cx="4876800" cy="1284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запровадження продподатку, госпрозрахунку, відновлення товарно-грошових відносин, формування ринку праці, кооперування виробників</a:t>
          </a:r>
          <a:endParaRPr lang="uk-UA" sz="1800" kern="1200" dirty="0"/>
        </a:p>
      </dsp:txBody>
      <dsp:txXfrm>
        <a:off x="62712" y="1650732"/>
        <a:ext cx="4751376" cy="115923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AD0F9-9A09-452F-922F-1E95205ED0DF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заміна продрозкладки продовольчим податком</a:t>
          </a:r>
          <a:endParaRPr lang="uk-UA" sz="1800" kern="1200"/>
        </a:p>
      </dsp:txBody>
      <dsp:txXfrm>
        <a:off x="34954" y="87214"/>
        <a:ext cx="4806892" cy="646132"/>
      </dsp:txXfrm>
    </dsp:sp>
    <dsp:sp modelId="{6A49FED7-4BED-4240-99F8-1CE46F7444BA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уведення карткової системи розподілу продуктів</a:t>
          </a:r>
          <a:endParaRPr lang="uk-UA" sz="1800" kern="1200"/>
        </a:p>
      </dsp:txBody>
      <dsp:txXfrm>
        <a:off x="34954" y="855094"/>
        <a:ext cx="4806892" cy="646132"/>
      </dsp:txXfrm>
    </dsp:sp>
    <dsp:sp modelId="{1969CC53-7B9B-4C89-A9FD-D7F708B994AA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скасування плати за житло й комунальні послуги</a:t>
          </a:r>
          <a:endParaRPr lang="uk-UA" sz="1800" kern="1200"/>
        </a:p>
      </dsp:txBody>
      <dsp:txXfrm>
        <a:off x="34954" y="1622974"/>
        <a:ext cx="4806892" cy="646132"/>
      </dsp:txXfrm>
    </dsp:sp>
    <dsp:sp modelId="{88DFC72F-A977-4E3F-BBD4-5A9AED1E2420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націоналізація всіх промислових підприємств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9B5A8-9A1B-4FEF-93AB-9E3DE8CEA947}">
      <dsp:nvSpPr>
        <dsp:cNvPr id="0" name=""/>
        <dsp:cNvSpPr/>
      </dsp:nvSpPr>
      <dsp:spPr>
        <a:xfrm>
          <a:off x="0" y="464010"/>
          <a:ext cx="48768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так, обидва уривки відображають</a:t>
          </a:r>
          <a:endParaRPr lang="uk-UA" sz="2100" kern="1200"/>
        </a:p>
      </dsp:txBody>
      <dsp:txXfrm>
        <a:off x="24588" y="488598"/>
        <a:ext cx="4827624" cy="454509"/>
      </dsp:txXfrm>
    </dsp:sp>
    <dsp:sp modelId="{9A3981C2-3BE2-4FCC-8806-E6B43735DA29}">
      <dsp:nvSpPr>
        <dsp:cNvPr id="0" name=""/>
        <dsp:cNvSpPr/>
      </dsp:nvSpPr>
      <dsp:spPr>
        <a:xfrm>
          <a:off x="0" y="1028175"/>
          <a:ext cx="48768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1-й уривок відображає</a:t>
          </a:r>
          <a:endParaRPr lang="uk-UA" sz="2100" kern="1200"/>
        </a:p>
      </dsp:txBody>
      <dsp:txXfrm>
        <a:off x="24588" y="1052763"/>
        <a:ext cx="4827624" cy="454509"/>
      </dsp:txXfrm>
    </dsp:sp>
    <dsp:sp modelId="{B5839DF1-6216-4423-8548-5B8FB8D3B2FF}">
      <dsp:nvSpPr>
        <dsp:cNvPr id="0" name=""/>
        <dsp:cNvSpPr/>
      </dsp:nvSpPr>
      <dsp:spPr>
        <a:xfrm>
          <a:off x="0" y="1592340"/>
          <a:ext cx="48768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2-й уривок відображає</a:t>
          </a:r>
          <a:endParaRPr lang="uk-UA" sz="2100" kern="1200"/>
        </a:p>
      </dsp:txBody>
      <dsp:txXfrm>
        <a:off x="24588" y="1616928"/>
        <a:ext cx="4827624" cy="454509"/>
      </dsp:txXfrm>
    </dsp:sp>
    <dsp:sp modelId="{F6FC4B3A-5502-4CDE-BA1D-41E21CA8D042}">
      <dsp:nvSpPr>
        <dsp:cNvPr id="0" name=""/>
        <dsp:cNvSpPr/>
      </dsp:nvSpPr>
      <dsp:spPr>
        <a:xfrm>
          <a:off x="0" y="2156505"/>
          <a:ext cx="48768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ні, жоден з уривків не відображає</a:t>
          </a:r>
          <a:endParaRPr lang="uk-UA" sz="2100" kern="1200"/>
        </a:p>
      </dsp:txBody>
      <dsp:txXfrm>
        <a:off x="24588" y="2181093"/>
        <a:ext cx="4827624" cy="45450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C0DBE-DD91-4829-997C-D7DB02697AA4}">
      <dsp:nvSpPr>
        <dsp:cNvPr id="0" name=""/>
        <dsp:cNvSpPr/>
      </dsp:nvSpPr>
      <dsp:spPr>
        <a:xfrm>
          <a:off x="0" y="352500"/>
          <a:ext cx="4876800" cy="1179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продовження бойових дій, що ускладнювали відбудову народного господарства.</a:t>
          </a:r>
          <a:endParaRPr lang="uk-UA" sz="2100" kern="1200"/>
        </a:p>
      </dsp:txBody>
      <dsp:txXfrm>
        <a:off x="57572" y="410072"/>
        <a:ext cx="4761656" cy="1064216"/>
      </dsp:txXfrm>
    </dsp:sp>
    <dsp:sp modelId="{71FF115A-44D8-48BB-904B-C14A7B11A77F}">
      <dsp:nvSpPr>
        <dsp:cNvPr id="0" name=""/>
        <dsp:cNvSpPr/>
      </dsp:nvSpPr>
      <dsp:spPr>
        <a:xfrm>
          <a:off x="0" y="1592340"/>
          <a:ext cx="4876800" cy="1179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невдоволення селянства продрозкладкою, що виливалося у збройні виступи проти влади</a:t>
          </a:r>
          <a:endParaRPr lang="uk-UA" sz="2100" kern="1200"/>
        </a:p>
      </dsp:txBody>
      <dsp:txXfrm>
        <a:off x="57572" y="1649912"/>
        <a:ext cx="4761656" cy="1064216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1E29E-BB1F-4E90-AFF5-B10B4A231BD6}">
      <dsp:nvSpPr>
        <dsp:cNvPr id="0" name=""/>
        <dsp:cNvSpPr/>
      </dsp:nvSpPr>
      <dsp:spPr>
        <a:xfrm>
          <a:off x="0" y="294899"/>
          <a:ext cx="4876800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здійснення республікою дипломатичного прориву й виходу з дипломатичної ізоляції.</a:t>
          </a:r>
          <a:endParaRPr lang="uk-UA" sz="2200" kern="1200"/>
        </a:p>
      </dsp:txBody>
      <dsp:txXfrm>
        <a:off x="60313" y="355212"/>
        <a:ext cx="4756174" cy="1114894"/>
      </dsp:txXfrm>
    </dsp:sp>
    <dsp:sp modelId="{9BE7910D-8BE1-482B-935C-16F514B6A491}">
      <dsp:nvSpPr>
        <dsp:cNvPr id="0" name=""/>
        <dsp:cNvSpPr/>
      </dsp:nvSpPr>
      <dsp:spPr>
        <a:xfrm>
          <a:off x="0" y="1593780"/>
          <a:ext cx="4876800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піднесення європейського та світового революційного руху, здійснення світової революції.</a:t>
          </a:r>
          <a:endParaRPr lang="uk-UA" sz="2200" kern="1200"/>
        </a:p>
      </dsp:txBody>
      <dsp:txXfrm>
        <a:off x="60313" y="1654093"/>
        <a:ext cx="4756174" cy="111489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D23D4-1C44-42E1-887B-B888F4A1E49B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прискорення соціальної диференціації в містах, поява «нової буржуазії».</a:t>
          </a:r>
          <a:endParaRPr lang="uk-UA" sz="1800" kern="1200"/>
        </a:p>
      </dsp:txBody>
      <dsp:txXfrm>
        <a:off x="34954" y="87214"/>
        <a:ext cx="4806892" cy="646132"/>
      </dsp:txXfrm>
    </dsp:sp>
    <dsp:sp modelId="{856F90CA-563A-45AF-87F7-C7291DDDEC42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скорочення обсягів виробництва товарів повсякденного вжитку.</a:t>
          </a:r>
          <a:endParaRPr lang="uk-UA" sz="1800" kern="1200"/>
        </a:p>
      </dsp:txBody>
      <dsp:txXfrm>
        <a:off x="34954" y="855094"/>
        <a:ext cx="4806892" cy="646132"/>
      </dsp:txXfrm>
    </dsp:sp>
    <dsp:sp modelId="{4146B76E-2750-4DBD-BFE1-80CCB6D8988B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ліквідація закладів побутового обслуговування населення.</a:t>
          </a:r>
          <a:endParaRPr lang="uk-UA" sz="1800" kern="1200"/>
        </a:p>
      </dsp:txBody>
      <dsp:txXfrm>
        <a:off x="34954" y="1622974"/>
        <a:ext cx="4806892" cy="646132"/>
      </dsp:txXfrm>
    </dsp:sp>
    <dsp:sp modelId="{0ACE1419-B7F9-4670-8BD3-9F015FCA5B5E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завершення процесу формування матеріально-технічної бази колгоспів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70877-F991-4905-91BE-241596A42C72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дозвіл селянам на продаж сільгосппродукції</a:t>
          </a:r>
          <a:endParaRPr lang="uk-UA" sz="1800" kern="1200"/>
        </a:p>
      </dsp:txBody>
      <dsp:txXfrm>
        <a:off x="34954" y="87214"/>
        <a:ext cx="4806892" cy="646132"/>
      </dsp:txXfrm>
    </dsp:sp>
    <dsp:sp modelId="{9257C747-5BC9-4F34-949A-C5A63741AF8B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суцільна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колективізація</a:t>
          </a:r>
          <a:r>
            <a:rPr lang="ru-RU" sz="1800" b="0" i="0" kern="1200" dirty="0"/>
            <a:t> </a:t>
          </a:r>
          <a:r>
            <a:rPr lang="ru-RU" sz="1800" b="0" i="0" kern="1200" dirty="0" err="1"/>
            <a:t>сільського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господарства</a:t>
          </a:r>
          <a:endParaRPr lang="uk-UA" sz="1800" kern="1200" dirty="0"/>
        </a:p>
      </dsp:txBody>
      <dsp:txXfrm>
        <a:off x="34954" y="855094"/>
        <a:ext cx="4806892" cy="646132"/>
      </dsp:txXfrm>
    </dsp:sp>
    <dsp:sp modelId="{4465384F-E8CD-49F8-9A6B-A03835DF0193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здійснення викупних платежів за отриману землю</a:t>
          </a:r>
          <a:endParaRPr lang="uk-UA" sz="1800" kern="1200"/>
        </a:p>
      </dsp:txBody>
      <dsp:txXfrm>
        <a:off x="34954" y="1622974"/>
        <a:ext cx="4806892" cy="646132"/>
      </dsp:txXfrm>
    </dsp:sp>
    <dsp:sp modelId="{B68E4946-9358-463A-BFB9-E97786F68092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відновлення общинного землеволодіння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497D9-DB57-4FA4-91B4-41E63241E3D5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агроміст із розгалуженою переробною інфраструктурою.</a:t>
          </a:r>
          <a:endParaRPr lang="uk-UA" sz="1800" kern="1200"/>
        </a:p>
      </dsp:txBody>
      <dsp:txXfrm>
        <a:off x="34954" y="87214"/>
        <a:ext cx="4806892" cy="646132"/>
      </dsp:txXfrm>
    </dsp:sp>
    <dsp:sp modelId="{5BBBAE05-6E22-4DE4-B54A-BB5CFADB391C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функціонування виробничо-збутових кооперативів і товариств.</a:t>
          </a:r>
          <a:endParaRPr lang="uk-UA" sz="1800" kern="1200"/>
        </a:p>
      </dsp:txBody>
      <dsp:txXfrm>
        <a:off x="34954" y="855094"/>
        <a:ext cx="4806892" cy="646132"/>
      </dsp:txXfrm>
    </dsp:sp>
    <dsp:sp modelId="{35AC252D-67C0-49EF-88EE-31F3656AD49F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об’єднання всіх господарств незаможних селян у радгоспи.</a:t>
          </a:r>
          <a:endParaRPr lang="uk-UA" sz="1800" kern="1200"/>
        </a:p>
      </dsp:txBody>
      <dsp:txXfrm>
        <a:off x="34954" y="1622974"/>
        <a:ext cx="4806892" cy="646132"/>
      </dsp:txXfrm>
    </dsp:sp>
    <dsp:sp modelId="{FC4F3B35-700C-4E2C-8E6A-F3072E652744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розгортання мережі машинно-тракторних станцій і бригад.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78D92-173B-49E9-91D8-4DE4E1DE34BA}">
      <dsp:nvSpPr>
        <dsp:cNvPr id="0" name=""/>
        <dsp:cNvSpPr/>
      </dsp:nvSpPr>
      <dsp:spPr>
        <a:xfrm>
          <a:off x="0" y="54881"/>
          <a:ext cx="487680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Запровадження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єдиного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продовольчого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податку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54616" y="109497"/>
        <a:ext cx="4767568" cy="1009580"/>
      </dsp:txXfrm>
    </dsp:sp>
    <dsp:sp modelId="{A5BBAE63-8763-4DA3-BE34-1F1D34CA7A82}">
      <dsp:nvSpPr>
        <dsp:cNvPr id="0" name=""/>
        <dsp:cNvSpPr/>
      </dsp:nvSpPr>
      <dsp:spPr>
        <a:xfrm>
          <a:off x="0" y="1231294"/>
          <a:ext cx="487680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Створення агроміст із розгалуженою переробною інфраструктурою.</a:t>
          </a:r>
          <a:endParaRPr lang="uk-UA" sz="2000" kern="1200"/>
        </a:p>
      </dsp:txBody>
      <dsp:txXfrm>
        <a:off x="54616" y="1285910"/>
        <a:ext cx="4767568" cy="1009580"/>
      </dsp:txXfrm>
    </dsp:sp>
    <dsp:sp modelId="{B96AB574-91DB-4AA2-B938-F173F340FF20}">
      <dsp:nvSpPr>
        <dsp:cNvPr id="0" name=""/>
        <dsp:cNvSpPr/>
      </dsp:nvSpPr>
      <dsp:spPr>
        <a:xfrm>
          <a:off x="0" y="2407706"/>
          <a:ext cx="487680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Розвиток мережі сільськогосподарських кооперативів і споживчих товариств</a:t>
          </a:r>
          <a:endParaRPr lang="uk-UA" sz="2000" kern="1200"/>
        </a:p>
      </dsp:txBody>
      <dsp:txXfrm>
        <a:off x="54616" y="2462322"/>
        <a:ext cx="4767568" cy="100958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FCFE1-42C4-416D-A0BC-2B56F79DD7B3}">
      <dsp:nvSpPr>
        <dsp:cNvPr id="0" name=""/>
        <dsp:cNvSpPr/>
      </dsp:nvSpPr>
      <dsp:spPr>
        <a:xfrm>
          <a:off x="0" y="48300"/>
          <a:ext cx="4876800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Упровадження продрозверстки на всю сільськогосподарську продукцію.</a:t>
          </a:r>
          <a:endParaRPr lang="uk-UA" sz="2000" kern="1200"/>
        </a:p>
      </dsp:txBody>
      <dsp:txXfrm>
        <a:off x="54830" y="103130"/>
        <a:ext cx="4767140" cy="1013540"/>
      </dsp:txXfrm>
    </dsp:sp>
    <dsp:sp modelId="{8475D265-C7A0-476C-BE31-122615BF7D58}">
      <dsp:nvSpPr>
        <dsp:cNvPr id="0" name=""/>
        <dsp:cNvSpPr/>
      </dsp:nvSpPr>
      <dsp:spPr>
        <a:xfrm>
          <a:off x="0" y="1229100"/>
          <a:ext cx="4876800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Звільнення від сплати податків господарств незаможних селян.</a:t>
          </a:r>
          <a:endParaRPr lang="uk-UA" sz="2000" kern="1200"/>
        </a:p>
      </dsp:txBody>
      <dsp:txXfrm>
        <a:off x="54830" y="1283930"/>
        <a:ext cx="4767140" cy="1013540"/>
      </dsp:txXfrm>
    </dsp:sp>
    <dsp:sp modelId="{C398C1DC-61FC-4657-A791-DBBC3A0FFE04}">
      <dsp:nvSpPr>
        <dsp:cNvPr id="0" name=""/>
        <dsp:cNvSpPr/>
      </dsp:nvSpPr>
      <dsp:spPr>
        <a:xfrm>
          <a:off x="0" y="2409900"/>
          <a:ext cx="4876800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Створення мережі МТС для технічного обслуговування селянських господарств.</a:t>
          </a:r>
          <a:endParaRPr lang="uk-UA" sz="2000" kern="1200"/>
        </a:p>
      </dsp:txBody>
      <dsp:txXfrm>
        <a:off x="54830" y="2464730"/>
        <a:ext cx="4767140" cy="101354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0386C-4BF3-4FD2-9F69-AD3EF1BB7F02}">
      <dsp:nvSpPr>
        <dsp:cNvPr id="0" name=""/>
        <dsp:cNvSpPr/>
      </dsp:nvSpPr>
      <dsp:spPr>
        <a:xfrm>
          <a:off x="0" y="121537"/>
          <a:ext cx="487680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«…Усіх татар виселити з території Криму та поселити їх на постійне проживання в якості спецпоселенців у районах Узбецької РСР…»</a:t>
          </a:r>
          <a:endParaRPr lang="uk-UA" sz="1300" kern="1200"/>
        </a:p>
      </dsp:txBody>
      <dsp:txXfrm>
        <a:off x="45663" y="167200"/>
        <a:ext cx="4785474" cy="844089"/>
      </dsp:txXfrm>
    </dsp:sp>
    <dsp:sp modelId="{86376B02-23C4-4290-B5A1-F25DBA1E0608}">
      <dsp:nvSpPr>
        <dsp:cNvPr id="0" name=""/>
        <dsp:cNvSpPr/>
      </dsp:nvSpPr>
      <dsp:spPr>
        <a:xfrm>
          <a:off x="0" y="1094392"/>
          <a:ext cx="487680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«…вважати необхідним, передусім з політичних міркувань, виділення молдавського населення в спеціальну автономну республіку в складі УСРР…»</a:t>
          </a:r>
          <a:endParaRPr lang="uk-UA" sz="1300" kern="1200"/>
        </a:p>
      </dsp:txBody>
      <dsp:txXfrm>
        <a:off x="45663" y="1140055"/>
        <a:ext cx="4785474" cy="844089"/>
      </dsp:txXfrm>
    </dsp:sp>
    <dsp:sp modelId="{22A5D730-7F40-4D41-8DB8-E157F26D4A08}">
      <dsp:nvSpPr>
        <dsp:cNvPr id="0" name=""/>
        <dsp:cNvSpPr/>
      </dsp:nvSpPr>
      <dsp:spPr>
        <a:xfrm>
          <a:off x="0" y="2067248"/>
          <a:ext cx="487680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«…Робітничий клас України, у тому числі й російська його частина, аби керувати цим економічним неминучим процесом, повинен зрозуміти свої історичні завдання й оволодіти українською мовою…»</a:t>
          </a:r>
          <a:endParaRPr lang="uk-UA" sz="1300" kern="1200"/>
        </a:p>
      </dsp:txBody>
      <dsp:txXfrm>
        <a:off x="45663" y="2112911"/>
        <a:ext cx="4785474" cy="844089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21CE0-5FAD-4B6A-BF67-4509C4C8113E}">
      <dsp:nvSpPr>
        <dsp:cNvPr id="0" name=""/>
        <dsp:cNvSpPr/>
      </dsp:nvSpPr>
      <dsp:spPr>
        <a:xfrm>
          <a:off x="0" y="91499"/>
          <a:ext cx="4876800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1" kern="1200"/>
            <a:t>«…Я отримав диплом викладача грецької мови. Ураховуючи те, що всі грецькі школи припинили своє існування і навчання здійснювалося російською мовою, мені довелося змінити професію. Я пішов на завод…»</a:t>
          </a:r>
          <a:endParaRPr lang="uk-UA" sz="1000" kern="1200"/>
        </a:p>
      </dsp:txBody>
      <dsp:txXfrm>
        <a:off x="34840" y="126339"/>
        <a:ext cx="4807120" cy="644020"/>
      </dsp:txXfrm>
    </dsp:sp>
    <dsp:sp modelId="{DC3477B4-F0D0-4087-8227-A85C463C57BC}">
      <dsp:nvSpPr>
        <dsp:cNvPr id="0" name=""/>
        <dsp:cNvSpPr/>
      </dsp:nvSpPr>
      <dsp:spPr>
        <a:xfrm>
          <a:off x="0" y="834000"/>
          <a:ext cx="4876800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1" kern="1200"/>
            <a:t>«Навчально-виховний процес у закладах освіти України є вільним від втручання політичних партій, громадських, релігійних організацій…»</a:t>
          </a:r>
          <a:endParaRPr lang="uk-UA" sz="1000" kern="1200"/>
        </a:p>
      </dsp:txBody>
      <dsp:txXfrm>
        <a:off x="34840" y="868840"/>
        <a:ext cx="4807120" cy="644020"/>
      </dsp:txXfrm>
    </dsp:sp>
    <dsp:sp modelId="{E5AD5BA5-5D49-48D9-94DE-F2DFAE86BD15}">
      <dsp:nvSpPr>
        <dsp:cNvPr id="0" name=""/>
        <dsp:cNvSpPr/>
      </dsp:nvSpPr>
      <dsp:spPr>
        <a:xfrm>
          <a:off x="0" y="1576500"/>
          <a:ext cx="4876800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1" kern="1200"/>
            <a:t>«Оскільки Американська адміністрація допомоги (А</a:t>
          </a:r>
          <a:r>
            <a:rPr lang="en-US" sz="1000" b="0" i="1" kern="1200"/>
            <a:t>R</a:t>
          </a:r>
          <a:r>
            <a:rPr lang="uk-UA" sz="1000" b="0" i="1" kern="1200"/>
            <a:t>А) може вирішити за можливе та бажане надати негайно допомогу, особливо медичну, населенню України, то УСРР …надасть [адміністрації] пільги…»</a:t>
          </a:r>
          <a:endParaRPr lang="uk-UA" sz="1000" kern="1200"/>
        </a:p>
      </dsp:txBody>
      <dsp:txXfrm>
        <a:off x="34840" y="1611340"/>
        <a:ext cx="4807120" cy="644020"/>
      </dsp:txXfrm>
    </dsp:sp>
    <dsp:sp modelId="{445975D3-17FA-4C41-9CC2-159CCB15D43E}">
      <dsp:nvSpPr>
        <dsp:cNvPr id="0" name=""/>
        <dsp:cNvSpPr/>
      </dsp:nvSpPr>
      <dsp:spPr>
        <a:xfrm>
          <a:off x="0" y="2318999"/>
          <a:ext cx="4876800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1" kern="1200"/>
            <a:t>«Відповідно до Конституції УРСР державною мовою Української Радянської Соціалістичної Республіки є українська мова… Українська РСР створює необхідні умови для розвитку і використання мов інших національностей в республіці…»</a:t>
          </a:r>
          <a:endParaRPr lang="uk-UA" sz="1000" kern="1200"/>
        </a:p>
      </dsp:txBody>
      <dsp:txXfrm>
        <a:off x="34840" y="2353839"/>
        <a:ext cx="4807120" cy="64402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D584E-3186-46AA-AAB7-F6B2E9C3B108}">
      <dsp:nvSpPr>
        <dsp:cNvPr id="0" name=""/>
        <dsp:cNvSpPr/>
      </dsp:nvSpPr>
      <dsp:spPr>
        <a:xfrm>
          <a:off x="0" y="60900"/>
          <a:ext cx="48768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націоналізація всіх промислових підприємств</a:t>
          </a:r>
          <a:endParaRPr lang="uk-UA" sz="2400" kern="1200"/>
        </a:p>
      </dsp:txBody>
      <dsp:txXfrm>
        <a:off x="46606" y="107506"/>
        <a:ext cx="4783588" cy="861507"/>
      </dsp:txXfrm>
    </dsp:sp>
    <dsp:sp modelId="{A49E8196-61E1-4A69-8FF5-D61212EE695D}">
      <dsp:nvSpPr>
        <dsp:cNvPr id="0" name=""/>
        <dsp:cNvSpPr/>
      </dsp:nvSpPr>
      <dsp:spPr>
        <a:xfrm>
          <a:off x="0" y="1084740"/>
          <a:ext cx="48768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заміна продрозкладки продовольчим податком</a:t>
          </a:r>
          <a:endParaRPr lang="uk-UA" sz="2400" kern="1200"/>
        </a:p>
      </dsp:txBody>
      <dsp:txXfrm>
        <a:off x="46606" y="1131346"/>
        <a:ext cx="4783588" cy="861507"/>
      </dsp:txXfrm>
    </dsp:sp>
    <dsp:sp modelId="{3FF7EBDE-59A4-4133-8711-6679B488B3B7}">
      <dsp:nvSpPr>
        <dsp:cNvPr id="0" name=""/>
        <dsp:cNvSpPr/>
      </dsp:nvSpPr>
      <dsp:spPr>
        <a:xfrm>
          <a:off x="0" y="2108580"/>
          <a:ext cx="48768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запровадження системи вільного найму</a:t>
          </a:r>
          <a:endParaRPr lang="uk-UA" sz="2400" kern="1200"/>
        </a:p>
      </dsp:txBody>
      <dsp:txXfrm>
        <a:off x="46606" y="2155186"/>
        <a:ext cx="4783588" cy="86150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BD096-9A00-4A3C-B7C8-681181435B50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об’єднання промислових підприємств у трести</a:t>
          </a:r>
          <a:endParaRPr lang="uk-UA" sz="1800" kern="1200"/>
        </a:p>
      </dsp:txBody>
      <dsp:txXfrm>
        <a:off x="34954" y="87214"/>
        <a:ext cx="4806892" cy="646132"/>
      </dsp:txXfrm>
    </dsp:sp>
    <dsp:sp modelId="{74FD3DCE-AB1B-477E-BAC7-B6E27669D46D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уведення карткової системи розподілу продуктів</a:t>
          </a:r>
          <a:endParaRPr lang="uk-UA" sz="1800" kern="1200"/>
        </a:p>
      </dsp:txBody>
      <dsp:txXfrm>
        <a:off x="34954" y="855094"/>
        <a:ext cx="4806892" cy="646132"/>
      </dsp:txXfrm>
    </dsp:sp>
    <dsp:sp modelId="{F4931254-BCAA-4C2C-B666-110C2C3ABB3A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скасування плати за житло й комунальні послуги</a:t>
          </a:r>
          <a:endParaRPr lang="uk-UA" sz="1800" kern="1200"/>
        </a:p>
      </dsp:txBody>
      <dsp:txXfrm>
        <a:off x="34954" y="1622974"/>
        <a:ext cx="4806892" cy="646132"/>
      </dsp:txXfrm>
    </dsp:sp>
    <dsp:sp modelId="{4CDFFEC9-E66C-4F8D-85DC-D3AD939D9E17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створення трудових армій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DC714-6C06-4BAC-A88A-CF46E3C836E3}">
      <dsp:nvSpPr>
        <dsp:cNvPr id="0" name=""/>
        <dsp:cNvSpPr/>
      </dsp:nvSpPr>
      <dsp:spPr>
        <a:xfrm>
          <a:off x="0" y="53430"/>
          <a:ext cx="4876800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уведення продовольчої розкладки (продрозверстки) для селянських господарств</a:t>
          </a:r>
          <a:endParaRPr lang="uk-UA" sz="2700" kern="1200"/>
        </a:p>
      </dsp:txBody>
      <dsp:txXfrm>
        <a:off x="94068" y="147498"/>
        <a:ext cx="4688664" cy="1738854"/>
      </dsp:txXfrm>
    </dsp:sp>
    <dsp:sp modelId="{1FF9E78B-40B2-4D4D-884D-DF53C3F67C50}">
      <dsp:nvSpPr>
        <dsp:cNvPr id="0" name=""/>
        <dsp:cNvSpPr/>
      </dsp:nvSpPr>
      <dsp:spPr>
        <a:xfrm>
          <a:off x="0" y="2058180"/>
          <a:ext cx="4876800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перехід до зрівняльної оплати праці робітників великих промислових підприємств</a:t>
          </a:r>
          <a:endParaRPr lang="uk-UA" sz="2700" kern="1200"/>
        </a:p>
      </dsp:txBody>
      <dsp:txXfrm>
        <a:off x="94068" y="2152248"/>
        <a:ext cx="4688664" cy="173885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E8AB8-52E3-4DB9-BACA-C1E3633B32F8}">
      <dsp:nvSpPr>
        <dsp:cNvPr id="0" name=""/>
        <dsp:cNvSpPr/>
      </dsp:nvSpPr>
      <dsp:spPr>
        <a:xfrm>
          <a:off x="0" y="152400"/>
          <a:ext cx="4876800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запровадження загальної трудової повинності всього працездатного населення</a:t>
          </a:r>
          <a:endParaRPr lang="uk-UA" sz="2700" kern="1200"/>
        </a:p>
      </dsp:txBody>
      <dsp:txXfrm>
        <a:off x="94068" y="246468"/>
        <a:ext cx="4688664" cy="1738854"/>
      </dsp:txXfrm>
    </dsp:sp>
    <dsp:sp modelId="{9D8BD621-15DE-472C-83FF-B534C7EE4AC4}">
      <dsp:nvSpPr>
        <dsp:cNvPr id="0" name=""/>
        <dsp:cNvSpPr/>
      </dsp:nvSpPr>
      <dsp:spPr>
        <a:xfrm>
          <a:off x="0" y="2134380"/>
          <a:ext cx="4876800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 err="1"/>
            <a:t>передавання</a:t>
          </a:r>
          <a:r>
            <a:rPr lang="ru-RU" sz="2700" b="0" i="0" kern="1200" dirty="0"/>
            <a:t> в </a:t>
          </a:r>
          <a:r>
            <a:rPr lang="ru-RU" sz="2700" b="0" i="0" kern="1200" dirty="0" err="1"/>
            <a:t>приватну</a:t>
          </a:r>
          <a:r>
            <a:rPr lang="ru-RU" sz="2700" b="0" i="0" kern="1200" dirty="0"/>
            <a:t> </a:t>
          </a:r>
          <a:r>
            <a:rPr lang="ru-RU" sz="2700" b="0" i="0" kern="1200" dirty="0" err="1"/>
            <a:t>власність</a:t>
          </a:r>
          <a:r>
            <a:rPr lang="ru-RU" sz="2700" b="0" i="0" kern="1200" dirty="0"/>
            <a:t> </a:t>
          </a:r>
          <a:r>
            <a:rPr lang="ru-RU" sz="2700" b="0" i="0" kern="1200" dirty="0" err="1"/>
            <a:t>або</a:t>
          </a:r>
          <a:r>
            <a:rPr lang="ru-RU" sz="2700" b="0" i="0" kern="1200" dirty="0"/>
            <a:t> в </a:t>
          </a:r>
          <a:r>
            <a:rPr lang="ru-RU" sz="2700" b="0" i="0" kern="1200" dirty="0" err="1"/>
            <a:t>оренду</a:t>
          </a:r>
          <a:r>
            <a:rPr lang="ru-RU" sz="2700" b="0" i="0" kern="1200" dirty="0"/>
            <a:t> </a:t>
          </a:r>
          <a:r>
            <a:rPr lang="ru-RU" sz="2700" b="0" i="0" kern="1200" dirty="0" err="1"/>
            <a:t>дрібних</a:t>
          </a:r>
          <a:r>
            <a:rPr lang="ru-RU" sz="2700" b="0" i="0" kern="1200" dirty="0"/>
            <a:t> і </a:t>
          </a:r>
          <a:r>
            <a:rPr lang="ru-RU" sz="2700" b="0" i="0" kern="1200" dirty="0" err="1"/>
            <a:t>середніх</a:t>
          </a:r>
          <a:r>
            <a:rPr lang="ru-RU" sz="2700" b="0" i="0" kern="1200" dirty="0"/>
            <a:t> </a:t>
          </a:r>
          <a:r>
            <a:rPr lang="ru-RU" sz="2700" b="0" i="0" kern="1200" dirty="0" err="1"/>
            <a:t>підприємств</a:t>
          </a:r>
          <a:endParaRPr lang="uk-UA" sz="2700" kern="1200" dirty="0"/>
        </a:p>
      </dsp:txBody>
      <dsp:txXfrm>
        <a:off x="94068" y="2228448"/>
        <a:ext cx="4688664" cy="173885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CD424-C67C-4BC0-875C-606B17FC1E00}">
      <dsp:nvSpPr>
        <dsp:cNvPr id="0" name=""/>
        <dsp:cNvSpPr/>
      </dsp:nvSpPr>
      <dsp:spPr>
        <a:xfrm>
          <a:off x="0" y="30714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«воєнного комунізму».</a:t>
          </a:r>
          <a:endParaRPr lang="uk-UA" sz="2400" kern="1200"/>
        </a:p>
      </dsp:txBody>
      <dsp:txXfrm>
        <a:off x="28100" y="335240"/>
        <a:ext cx="4820600" cy="519439"/>
      </dsp:txXfrm>
    </dsp:sp>
    <dsp:sp modelId="{D0F1FBB3-241E-41EF-91DE-B335B906105F}">
      <dsp:nvSpPr>
        <dsp:cNvPr id="0" name=""/>
        <dsp:cNvSpPr/>
      </dsp:nvSpPr>
      <dsp:spPr>
        <a:xfrm>
          <a:off x="0" y="95190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«суцільної колективізації».</a:t>
          </a:r>
          <a:endParaRPr lang="uk-UA" sz="2400" kern="1200"/>
        </a:p>
      </dsp:txBody>
      <dsp:txXfrm>
        <a:off x="28100" y="980000"/>
        <a:ext cx="4820600" cy="519439"/>
      </dsp:txXfrm>
    </dsp:sp>
    <dsp:sp modelId="{86B14ECB-2B1A-4AAF-A58E-08675E4CD978}">
      <dsp:nvSpPr>
        <dsp:cNvPr id="0" name=""/>
        <dsp:cNvSpPr/>
      </dsp:nvSpPr>
      <dsp:spPr>
        <a:xfrm>
          <a:off x="0" y="159666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«нової економічної політики».</a:t>
          </a:r>
          <a:endParaRPr lang="uk-UA" sz="2400" kern="1200"/>
        </a:p>
      </dsp:txBody>
      <dsp:txXfrm>
        <a:off x="28100" y="1624760"/>
        <a:ext cx="4820600" cy="519439"/>
      </dsp:txXfrm>
    </dsp:sp>
    <dsp:sp modelId="{E3423259-F183-41CA-BD5E-D2D2413A7BC5}">
      <dsp:nvSpPr>
        <dsp:cNvPr id="0" name=""/>
        <dsp:cNvSpPr/>
      </dsp:nvSpPr>
      <dsp:spPr>
        <a:xfrm>
          <a:off x="0" y="224142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«форсованої індустріалізації».</a:t>
          </a:r>
          <a:endParaRPr lang="uk-UA" sz="2400" kern="1200"/>
        </a:p>
      </dsp:txBody>
      <dsp:txXfrm>
        <a:off x="28100" y="2269520"/>
        <a:ext cx="4820600" cy="51943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51A9D-54C5-47DA-BEC0-D9F48548C1F3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згортання політики «українізації»</a:t>
          </a:r>
          <a:endParaRPr lang="uk-UA" sz="1800" kern="1200"/>
        </a:p>
      </dsp:txBody>
      <dsp:txXfrm>
        <a:off x="34906" y="89140"/>
        <a:ext cx="4806988" cy="645240"/>
      </dsp:txXfrm>
    </dsp:sp>
    <dsp:sp modelId="{497E33EE-DCB0-433B-835B-233B50AE2C5A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системи університетської освіти</a:t>
          </a:r>
          <a:endParaRPr lang="uk-UA" sz="1800" kern="1200"/>
        </a:p>
      </dsp:txBody>
      <dsp:txXfrm>
        <a:off x="34906" y="856033"/>
        <a:ext cx="4806988" cy="645240"/>
      </dsp:txXfrm>
    </dsp:sp>
    <dsp:sp modelId="{01B5EC48-7046-4E9C-9F19-F62899A4E4F9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загальної середньої обов’язкової освіти</a:t>
          </a:r>
          <a:endParaRPr lang="uk-UA" sz="1800" kern="1200"/>
        </a:p>
      </dsp:txBody>
      <dsp:txXfrm>
        <a:off x="34906" y="1622926"/>
        <a:ext cx="4806988" cy="645240"/>
      </dsp:txXfrm>
    </dsp:sp>
    <dsp:sp modelId="{C6CF7BFF-5082-4B9B-9259-18DAAFA3F5B6}">
      <dsp:nvSpPr>
        <dsp:cNvPr id="0" name=""/>
        <dsp:cNvSpPr/>
      </dsp:nvSpPr>
      <dsp:spPr>
        <a:xfrm>
          <a:off x="0" y="2354912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ліквідація неписьменності серед дорослого населення</a:t>
          </a:r>
          <a:endParaRPr lang="uk-UA" sz="1800" kern="1200"/>
        </a:p>
      </dsp:txBody>
      <dsp:txXfrm>
        <a:off x="34906" y="2389818"/>
        <a:ext cx="4806988" cy="645240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C326D-1A75-471C-9876-75713F90FD25}">
      <dsp:nvSpPr>
        <dsp:cNvPr id="0" name=""/>
        <dsp:cNvSpPr/>
      </dsp:nvSpPr>
      <dsp:spPr>
        <a:xfrm>
          <a:off x="0" y="1525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E51F0-8CD0-4040-8718-054642DA4DAA}">
      <dsp:nvSpPr>
        <dsp:cNvPr id="0" name=""/>
        <dsp:cNvSpPr/>
      </dsp:nvSpPr>
      <dsp:spPr>
        <a:xfrm>
          <a:off x="0" y="1525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/>
            <a:t>Здійснення політики коренізації та її складової — українізації.</a:t>
          </a:r>
        </a:p>
      </dsp:txBody>
      <dsp:txXfrm>
        <a:off x="0" y="1525"/>
        <a:ext cx="4876800" cy="1040383"/>
      </dsp:txXfrm>
    </dsp:sp>
    <dsp:sp modelId="{514F6EF5-08C0-4A10-B569-AB80D8D5D498}">
      <dsp:nvSpPr>
        <dsp:cNvPr id="0" name=""/>
        <dsp:cNvSpPr/>
      </dsp:nvSpPr>
      <dsp:spPr>
        <a:xfrm>
          <a:off x="0" y="1041908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89D99-D008-455C-812E-39218F8E702D}">
      <dsp:nvSpPr>
        <dsp:cNvPr id="0" name=""/>
        <dsp:cNvSpPr/>
      </dsp:nvSpPr>
      <dsp:spPr>
        <a:xfrm>
          <a:off x="0" y="1041908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/>
            <a:t>Запровадження обов’язкової десятирічної середньої освіти.</a:t>
          </a:r>
        </a:p>
      </dsp:txBody>
      <dsp:txXfrm>
        <a:off x="0" y="1041908"/>
        <a:ext cx="4876800" cy="1040383"/>
      </dsp:txXfrm>
    </dsp:sp>
    <dsp:sp modelId="{A3A83B94-934E-43EA-A2E8-C56A75F6E326}">
      <dsp:nvSpPr>
        <dsp:cNvPr id="0" name=""/>
        <dsp:cNvSpPr/>
      </dsp:nvSpPr>
      <dsp:spPr>
        <a:xfrm>
          <a:off x="0" y="2082292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962F7-ECB9-40EF-BC56-889B3538D82E}">
      <dsp:nvSpPr>
        <dsp:cNvPr id="0" name=""/>
        <dsp:cNvSpPr/>
      </dsp:nvSpPr>
      <dsp:spPr>
        <a:xfrm>
          <a:off x="0" y="2082292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kern="1200"/>
            <a:t>Консолідація літераторів, художників, театральних діячів у творчі об’єднання.</a:t>
          </a:r>
        </a:p>
      </dsp:txBody>
      <dsp:txXfrm>
        <a:off x="0" y="2082292"/>
        <a:ext cx="4876800" cy="1040383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DE64A-F8A2-4756-B8F7-52CCFC451989}">
      <dsp:nvSpPr>
        <dsp:cNvPr id="0" name=""/>
        <dsp:cNvSpPr/>
      </dsp:nvSpPr>
      <dsp:spPr>
        <a:xfrm>
          <a:off x="0" y="1525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C5843-0F2E-4FE3-A0AA-FD83935D1197}">
      <dsp:nvSpPr>
        <dsp:cNvPr id="0" name=""/>
        <dsp:cNvSpPr/>
      </dsp:nvSpPr>
      <dsp:spPr>
        <a:xfrm>
          <a:off x="0" y="1525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Посилення боротьби з «космополітизмом», «низькопоклонством перед Заходом».</a:t>
          </a:r>
        </a:p>
      </dsp:txBody>
      <dsp:txXfrm>
        <a:off x="0" y="1525"/>
        <a:ext cx="4876800" cy="1040383"/>
      </dsp:txXfrm>
    </dsp:sp>
    <dsp:sp modelId="{2D3530DC-3CF3-4F9D-9ABD-D6631AE9BC92}">
      <dsp:nvSpPr>
        <dsp:cNvPr id="0" name=""/>
        <dsp:cNvSpPr/>
      </dsp:nvSpPr>
      <dsp:spPr>
        <a:xfrm>
          <a:off x="0" y="1041908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BF2DA-1986-4114-A30B-A90076513E00}">
      <dsp:nvSpPr>
        <dsp:cNvPr id="0" name=""/>
        <dsp:cNvSpPr/>
      </dsp:nvSpPr>
      <dsp:spPr>
        <a:xfrm>
          <a:off x="0" y="1041908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Згортання антицерковної політики та відмова від атеїстичної пропаганди.</a:t>
          </a:r>
        </a:p>
      </dsp:txBody>
      <dsp:txXfrm>
        <a:off x="0" y="1041908"/>
        <a:ext cx="4876800" cy="1040383"/>
      </dsp:txXfrm>
    </dsp:sp>
    <dsp:sp modelId="{833DD2E9-26E1-4631-9CC7-2532C83A5B39}">
      <dsp:nvSpPr>
        <dsp:cNvPr id="0" name=""/>
        <dsp:cNvSpPr/>
      </dsp:nvSpPr>
      <dsp:spPr>
        <a:xfrm>
          <a:off x="0" y="208229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C28C5-87CA-4FE0-B3AA-827C2E598891}">
      <dsp:nvSpPr>
        <dsp:cNvPr id="0" name=""/>
        <dsp:cNvSpPr/>
      </dsp:nvSpPr>
      <dsp:spPr>
        <a:xfrm>
          <a:off x="0" y="2082291"/>
          <a:ext cx="4876800" cy="1040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/>
            <a:t>Проведення політики ліквідації неписьменності дорослого населення.</a:t>
          </a:r>
        </a:p>
      </dsp:txBody>
      <dsp:txXfrm>
        <a:off x="0" y="2082291"/>
        <a:ext cx="4876800" cy="1040383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075D9-292E-42A6-B799-51B796727437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Соціалістичної Радянської Республіки.</a:t>
          </a:r>
          <a:endParaRPr lang="uk-UA" sz="1800" kern="1200"/>
        </a:p>
      </dsp:txBody>
      <dsp:txXfrm>
        <a:off x="34954" y="87214"/>
        <a:ext cx="4806892" cy="646132"/>
      </dsp:txXfrm>
    </dsp:sp>
    <dsp:sp modelId="{00253924-BEAA-4E19-AAC5-8EE2DDB9B978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Держави П. Скоропадського.</a:t>
          </a:r>
          <a:endParaRPr lang="uk-UA" sz="1800" kern="1200"/>
        </a:p>
      </dsp:txBody>
      <dsp:txXfrm>
        <a:off x="34954" y="855094"/>
        <a:ext cx="4806892" cy="646132"/>
      </dsp:txXfrm>
    </dsp:sp>
    <dsp:sp modelId="{93C8F26F-0818-4A22-BC95-139147085B7F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Західноукраїнської Народної Республіки.</a:t>
          </a:r>
          <a:endParaRPr lang="uk-UA" sz="1800" kern="1200"/>
        </a:p>
      </dsp:txBody>
      <dsp:txXfrm>
        <a:off x="34954" y="1622974"/>
        <a:ext cx="4806892" cy="646132"/>
      </dsp:txXfrm>
    </dsp:sp>
    <dsp:sp modelId="{536FAA67-DFDE-4F31-9844-7CF13CEFBF45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Народної Республіки.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9C919-68D3-4500-A6E4-3391CB200914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Української революції (1917—1918 рр.).</a:t>
          </a:r>
          <a:endParaRPr lang="uk-UA" sz="1800" kern="1200"/>
        </a:p>
      </dsp:txBody>
      <dsp:txXfrm>
        <a:off x="34906" y="89140"/>
        <a:ext cx="4806988" cy="645240"/>
      </dsp:txXfrm>
    </dsp:sp>
    <dsp:sp modelId="{36E9638E-E961-4186-8BC9-A26C23135C43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боротьби за збереження державної незалежності (1918—1920 рр.).</a:t>
          </a:r>
          <a:endParaRPr lang="uk-UA" sz="1800" kern="1200"/>
        </a:p>
      </dsp:txBody>
      <dsp:txXfrm>
        <a:off x="34906" y="856033"/>
        <a:ext cx="4806988" cy="645240"/>
      </dsp:txXfrm>
    </dsp:sp>
    <dsp:sp modelId="{4169450B-736D-4840-9A71-62ABE9388D70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нової економічної політики (1921—1928 рр.).</a:t>
          </a:r>
          <a:endParaRPr lang="uk-UA" sz="1800" kern="1200"/>
        </a:p>
      </dsp:txBody>
      <dsp:txXfrm>
        <a:off x="34906" y="1622926"/>
        <a:ext cx="4806988" cy="645240"/>
      </dsp:txXfrm>
    </dsp:sp>
    <dsp:sp modelId="{2E40ED57-8901-4939-89BD-87A8320D5F84}">
      <dsp:nvSpPr>
        <dsp:cNvPr id="0" name=""/>
        <dsp:cNvSpPr/>
      </dsp:nvSpPr>
      <dsp:spPr>
        <a:xfrm>
          <a:off x="0" y="2354912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радянської модернізації (1929—1938 рр.).</a:t>
          </a:r>
          <a:endParaRPr lang="uk-UA" sz="1800" kern="1200"/>
        </a:p>
      </dsp:txBody>
      <dsp:txXfrm>
        <a:off x="34906" y="2389818"/>
        <a:ext cx="4806988" cy="64524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6657B-2549-4483-8E4C-DFFB19F72D55}">
      <dsp:nvSpPr>
        <dsp:cNvPr id="0" name=""/>
        <dsp:cNvSpPr/>
      </dsp:nvSpPr>
      <dsp:spPr>
        <a:xfrm>
          <a:off x="261937" y="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809C1B7-A232-415E-8C35-12BA89A194CA}">
      <dsp:nvSpPr>
        <dsp:cNvPr id="0" name=""/>
        <dsp:cNvSpPr/>
      </dsp:nvSpPr>
      <dsp:spPr>
        <a:xfrm>
          <a:off x="652462" y="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400" b="0" i="0" kern="1200"/>
            <a:t>П. Тичиною.</a:t>
          </a:r>
          <a:endParaRPr lang="uk-UA" sz="4400" kern="1200"/>
        </a:p>
      </dsp:txBody>
      <dsp:txXfrm>
        <a:off x="652462" y="0"/>
        <a:ext cx="4167187" cy="781050"/>
      </dsp:txXfrm>
    </dsp:sp>
    <dsp:sp modelId="{04709DBF-2E32-4493-BC1F-716E5B15320B}">
      <dsp:nvSpPr>
        <dsp:cNvPr id="0" name=""/>
        <dsp:cNvSpPr/>
      </dsp:nvSpPr>
      <dsp:spPr>
        <a:xfrm>
          <a:off x="261937" y="78105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65F3C6E-74AC-4D07-9025-8EEB5F5CA009}">
      <dsp:nvSpPr>
        <dsp:cNvPr id="0" name=""/>
        <dsp:cNvSpPr/>
      </dsp:nvSpPr>
      <dsp:spPr>
        <a:xfrm>
          <a:off x="652462" y="78105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400" b="0" i="0" kern="1200"/>
            <a:t>М. Рильським.</a:t>
          </a:r>
          <a:endParaRPr lang="uk-UA" sz="4400" kern="1200"/>
        </a:p>
      </dsp:txBody>
      <dsp:txXfrm>
        <a:off x="652462" y="781050"/>
        <a:ext cx="4167187" cy="781050"/>
      </dsp:txXfrm>
    </dsp:sp>
    <dsp:sp modelId="{6816DD4C-DF64-47C3-B8D6-8B853F3AEAF3}">
      <dsp:nvSpPr>
        <dsp:cNvPr id="0" name=""/>
        <dsp:cNvSpPr/>
      </dsp:nvSpPr>
      <dsp:spPr>
        <a:xfrm>
          <a:off x="261937" y="156210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79941D-F4A4-4515-9A28-E3793F09A1C8}">
      <dsp:nvSpPr>
        <dsp:cNvPr id="0" name=""/>
        <dsp:cNvSpPr/>
      </dsp:nvSpPr>
      <dsp:spPr>
        <a:xfrm>
          <a:off x="652462" y="156210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400" b="0" i="0" kern="1200"/>
            <a:t>Ю. Яновським.</a:t>
          </a:r>
          <a:endParaRPr lang="uk-UA" sz="4400" kern="1200"/>
        </a:p>
      </dsp:txBody>
      <dsp:txXfrm>
        <a:off x="652462" y="1562100"/>
        <a:ext cx="4167187" cy="781050"/>
      </dsp:txXfrm>
    </dsp:sp>
    <dsp:sp modelId="{86E08737-C568-4F32-8171-321F877C7A8D}">
      <dsp:nvSpPr>
        <dsp:cNvPr id="0" name=""/>
        <dsp:cNvSpPr/>
      </dsp:nvSpPr>
      <dsp:spPr>
        <a:xfrm>
          <a:off x="261937" y="234315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9C4E148-9FCA-4D0B-888A-42DA141F6D11}">
      <dsp:nvSpPr>
        <dsp:cNvPr id="0" name=""/>
        <dsp:cNvSpPr/>
      </dsp:nvSpPr>
      <dsp:spPr>
        <a:xfrm>
          <a:off x="652462" y="234315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400" b="0" i="0" kern="1200"/>
            <a:t>М. Хвильовим.</a:t>
          </a:r>
          <a:endParaRPr lang="uk-UA" sz="4400" kern="1200"/>
        </a:p>
      </dsp:txBody>
      <dsp:txXfrm>
        <a:off x="652462" y="2343150"/>
        <a:ext cx="4167187" cy="78105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84860-69E0-4E44-B5D9-FEB60E4626A4}">
      <dsp:nvSpPr>
        <dsp:cNvPr id="0" name=""/>
        <dsp:cNvSpPr/>
      </dsp:nvSpPr>
      <dsp:spPr>
        <a:xfrm>
          <a:off x="261937" y="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9174303-176C-4004-B810-2C1EC076ABDD}">
      <dsp:nvSpPr>
        <dsp:cNvPr id="0" name=""/>
        <dsp:cNvSpPr/>
      </dsp:nvSpPr>
      <dsp:spPr>
        <a:xfrm>
          <a:off x="652462" y="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8420" rIns="0" bIns="5842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/>
            <a:t>М. Зерова</a:t>
          </a:r>
          <a:endParaRPr lang="uk-UA" sz="4600" kern="1200"/>
        </a:p>
      </dsp:txBody>
      <dsp:txXfrm>
        <a:off x="652462" y="0"/>
        <a:ext cx="4167187" cy="781050"/>
      </dsp:txXfrm>
    </dsp:sp>
    <dsp:sp modelId="{78C13CDE-B263-4623-8E9C-082431043107}">
      <dsp:nvSpPr>
        <dsp:cNvPr id="0" name=""/>
        <dsp:cNvSpPr/>
      </dsp:nvSpPr>
      <dsp:spPr>
        <a:xfrm>
          <a:off x="261937" y="78105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6728BD8-0062-433E-B8B2-0917B2B57DC0}">
      <dsp:nvSpPr>
        <dsp:cNvPr id="0" name=""/>
        <dsp:cNvSpPr/>
      </dsp:nvSpPr>
      <dsp:spPr>
        <a:xfrm>
          <a:off x="652462" y="78105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8420" rIns="0" bIns="5842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/>
            <a:t>Л. Курбаса</a:t>
          </a:r>
          <a:endParaRPr lang="uk-UA" sz="4600" kern="1200"/>
        </a:p>
      </dsp:txBody>
      <dsp:txXfrm>
        <a:off x="652462" y="781050"/>
        <a:ext cx="4167187" cy="781050"/>
      </dsp:txXfrm>
    </dsp:sp>
    <dsp:sp modelId="{24549716-47CA-468A-B165-67B118BE7212}">
      <dsp:nvSpPr>
        <dsp:cNvPr id="0" name=""/>
        <dsp:cNvSpPr/>
      </dsp:nvSpPr>
      <dsp:spPr>
        <a:xfrm>
          <a:off x="261937" y="156210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CE5FFA8-B360-4768-A628-D38DB25186FA}">
      <dsp:nvSpPr>
        <dsp:cNvPr id="0" name=""/>
        <dsp:cNvSpPr/>
      </dsp:nvSpPr>
      <dsp:spPr>
        <a:xfrm>
          <a:off x="652462" y="156210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8420" rIns="0" bIns="5842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/>
            <a:t>М. Хвильового</a:t>
          </a:r>
          <a:endParaRPr lang="uk-UA" sz="4600" kern="1200"/>
        </a:p>
      </dsp:txBody>
      <dsp:txXfrm>
        <a:off x="652462" y="1562100"/>
        <a:ext cx="4167187" cy="781050"/>
      </dsp:txXfrm>
    </dsp:sp>
    <dsp:sp modelId="{F9D40A76-73C4-40F8-9578-ED667E15983B}">
      <dsp:nvSpPr>
        <dsp:cNvPr id="0" name=""/>
        <dsp:cNvSpPr/>
      </dsp:nvSpPr>
      <dsp:spPr>
        <a:xfrm>
          <a:off x="261937" y="2343150"/>
          <a:ext cx="781050" cy="7810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3D19C9-78EC-441D-8F7D-882E7F3B0D5E}">
      <dsp:nvSpPr>
        <dsp:cNvPr id="0" name=""/>
        <dsp:cNvSpPr/>
      </dsp:nvSpPr>
      <dsp:spPr>
        <a:xfrm>
          <a:off x="652462" y="2343150"/>
          <a:ext cx="4167187" cy="78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8420" rIns="0" bIns="5842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600" b="0" i="0" kern="1200"/>
            <a:t>О. Довженка</a:t>
          </a:r>
          <a:endParaRPr lang="uk-UA" sz="4600" kern="1200"/>
        </a:p>
      </dsp:txBody>
      <dsp:txXfrm>
        <a:off x="652462" y="2343150"/>
        <a:ext cx="4167187" cy="781050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AE213-0A90-43BB-A622-A1B70F4C5A8D}">
      <dsp:nvSpPr>
        <dsp:cNvPr id="0" name=""/>
        <dsp:cNvSpPr/>
      </dsp:nvSpPr>
      <dsp:spPr>
        <a:xfrm>
          <a:off x="0" y="13614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об’єднання письменників і літераторів України у 1920-ті рр.</a:t>
          </a:r>
          <a:endParaRPr lang="uk-UA" sz="1700" kern="1200"/>
        </a:p>
      </dsp:txBody>
      <dsp:txXfrm>
        <a:off x="33012" y="169152"/>
        <a:ext cx="4810776" cy="610236"/>
      </dsp:txXfrm>
    </dsp:sp>
    <dsp:sp modelId="{104C1C8C-133E-470E-9F39-FC2E56566B1C}">
      <dsp:nvSpPr>
        <dsp:cNvPr id="0" name=""/>
        <dsp:cNvSpPr/>
      </dsp:nvSpPr>
      <dsp:spPr>
        <a:xfrm>
          <a:off x="0" y="86136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спілка українських фото- й кінорежисерів при Київській кінофабриці.</a:t>
          </a:r>
          <a:endParaRPr lang="uk-UA" sz="1700" kern="1200"/>
        </a:p>
      </dsp:txBody>
      <dsp:txXfrm>
        <a:off x="33012" y="894372"/>
        <a:ext cx="4810776" cy="610236"/>
      </dsp:txXfrm>
    </dsp:sp>
    <dsp:sp modelId="{A3EB3994-7979-46CD-9112-A48F2FB3CDB2}">
      <dsp:nvSpPr>
        <dsp:cNvPr id="0" name=""/>
        <dsp:cNvSpPr/>
      </dsp:nvSpPr>
      <dsp:spPr>
        <a:xfrm>
          <a:off x="0" y="158658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творчий союз українських художників-авангардистів 1920–1930-х рр.</a:t>
          </a:r>
          <a:endParaRPr lang="uk-UA" sz="1700" kern="1200"/>
        </a:p>
      </dsp:txBody>
      <dsp:txXfrm>
        <a:off x="33012" y="1619592"/>
        <a:ext cx="4810776" cy="610236"/>
      </dsp:txXfrm>
    </dsp:sp>
    <dsp:sp modelId="{3B10E2D4-8C61-433A-BAC2-CE8623D95FA8}">
      <dsp:nvSpPr>
        <dsp:cNvPr id="0" name=""/>
        <dsp:cNvSpPr/>
      </dsp:nvSpPr>
      <dsp:spPr>
        <a:xfrm>
          <a:off x="0" y="231180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мистецьке угруповання театральних діячів України, послідовників Леся Курбаса</a:t>
          </a:r>
          <a:endParaRPr lang="uk-UA" sz="1700" kern="1200"/>
        </a:p>
      </dsp:txBody>
      <dsp:txXfrm>
        <a:off x="33012" y="2344812"/>
        <a:ext cx="4810776" cy="610236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5DEA2-EDA7-4C49-9C8E-B855E574A5CB}">
      <dsp:nvSpPr>
        <dsp:cNvPr id="0" name=""/>
        <dsp:cNvSpPr/>
      </dsp:nvSpPr>
      <dsp:spPr>
        <a:xfrm>
          <a:off x="0" y="59748"/>
          <a:ext cx="4876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Відновлення діяльності університетів у Харкові, Києві, Одесі та Дніпропетровську.</a:t>
          </a:r>
          <a:endParaRPr lang="uk-UA" sz="1800" kern="1200"/>
        </a:p>
      </dsp:txBody>
      <dsp:txXfrm>
        <a:off x="49347" y="109095"/>
        <a:ext cx="4778106" cy="912186"/>
      </dsp:txXfrm>
    </dsp:sp>
    <dsp:sp modelId="{ADEEC8A1-6C81-4D27-8CC7-8062B1FF2A95}">
      <dsp:nvSpPr>
        <dsp:cNvPr id="0" name=""/>
        <dsp:cNvSpPr/>
      </dsp:nvSpPr>
      <dsp:spPr>
        <a:xfrm>
          <a:off x="0" y="1122468"/>
          <a:ext cx="4876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Заснування М. Хвильовим Вільної академії пролетарської літератури (ВАПЛІТЕ).</a:t>
          </a:r>
          <a:endParaRPr lang="uk-UA" sz="1800" kern="1200"/>
        </a:p>
      </dsp:txBody>
      <dsp:txXfrm>
        <a:off x="49347" y="1171815"/>
        <a:ext cx="4778106" cy="912186"/>
      </dsp:txXfrm>
    </dsp:sp>
    <dsp:sp modelId="{382FB882-1286-4D68-A560-CD75440ED363}">
      <dsp:nvSpPr>
        <dsp:cNvPr id="0" name=""/>
        <dsp:cNvSpPr/>
      </dsp:nvSpPr>
      <dsp:spPr>
        <a:xfrm>
          <a:off x="0" y="2185188"/>
          <a:ext cx="4876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Створення Державної української мандрівної капели (ДУМКА).</a:t>
          </a:r>
          <a:endParaRPr lang="uk-UA" sz="1800" kern="1200" dirty="0"/>
        </a:p>
      </dsp:txBody>
      <dsp:txXfrm>
        <a:off x="49347" y="2234535"/>
        <a:ext cx="4778106" cy="912186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D05E1-7567-4352-BEF0-2CDC4D85BC58}">
      <dsp:nvSpPr>
        <dsp:cNvPr id="0" name=""/>
        <dsp:cNvSpPr/>
      </dsp:nvSpPr>
      <dsp:spPr>
        <a:xfrm>
          <a:off x="0" y="406183"/>
          <a:ext cx="48768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Організація в Києві театру «Березіль» на чолі з Л. Курбасом.</a:t>
          </a:r>
          <a:endParaRPr lang="uk-UA" sz="1900" kern="1200"/>
        </a:p>
      </dsp:txBody>
      <dsp:txXfrm>
        <a:off x="36896" y="443079"/>
        <a:ext cx="4803008" cy="682028"/>
      </dsp:txXfrm>
    </dsp:sp>
    <dsp:sp modelId="{F434BCAE-925B-49CB-AB45-494E4675033C}">
      <dsp:nvSpPr>
        <dsp:cNvPr id="0" name=""/>
        <dsp:cNvSpPr/>
      </dsp:nvSpPr>
      <dsp:spPr>
        <a:xfrm>
          <a:off x="0" y="1216723"/>
          <a:ext cx="48768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Заснування в м. Києві Української академії наук.</a:t>
          </a:r>
          <a:endParaRPr lang="uk-UA" sz="1900" kern="1200"/>
        </a:p>
      </dsp:txBody>
      <dsp:txXfrm>
        <a:off x="36896" y="1253619"/>
        <a:ext cx="4803008" cy="682028"/>
      </dsp:txXfrm>
    </dsp:sp>
    <dsp:sp modelId="{5C316D6F-E076-459D-8DBD-41D7711A1E82}">
      <dsp:nvSpPr>
        <dsp:cNvPr id="0" name=""/>
        <dsp:cNvSpPr/>
      </dsp:nvSpPr>
      <dsp:spPr>
        <a:xfrm>
          <a:off x="0" y="2027264"/>
          <a:ext cx="48768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Утворення Української автокефальної православної церкви (УАПЦ).</a:t>
          </a:r>
          <a:endParaRPr lang="uk-UA" sz="1900" kern="1200"/>
        </a:p>
      </dsp:txBody>
      <dsp:txXfrm>
        <a:off x="36896" y="2064160"/>
        <a:ext cx="4803008" cy="682028"/>
      </dsp:txXfrm>
    </dsp:sp>
    <dsp:sp modelId="{D8DE35DE-8E0F-4474-9A10-6E0E6B064D60}">
      <dsp:nvSpPr>
        <dsp:cNvPr id="0" name=""/>
        <dsp:cNvSpPr/>
      </dsp:nvSpPr>
      <dsp:spPr>
        <a:xfrm>
          <a:off x="0" y="2837803"/>
          <a:ext cx="48768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Заснування товариства «Геть неписемність!».</a:t>
          </a:r>
          <a:endParaRPr lang="uk-UA" sz="1900" kern="1200"/>
        </a:p>
      </dsp:txBody>
      <dsp:txXfrm>
        <a:off x="36896" y="2874699"/>
        <a:ext cx="4803008" cy="682028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B0F9F-CE4B-465A-B022-3A750D97C959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Леся Курбаса</a:t>
          </a:r>
          <a:endParaRPr lang="uk-UA" sz="2900" kern="1200"/>
        </a:p>
      </dsp:txBody>
      <dsp:txXfrm>
        <a:off x="33955" y="79644"/>
        <a:ext cx="4808890" cy="627655"/>
      </dsp:txXfrm>
    </dsp:sp>
    <dsp:sp modelId="{C4C39916-8C2C-4127-B59C-B6197F6E13BB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Олександра Довженка</a:t>
          </a:r>
          <a:endParaRPr lang="uk-UA" sz="2900" kern="1200"/>
        </a:p>
      </dsp:txBody>
      <dsp:txXfrm>
        <a:off x="33955" y="858729"/>
        <a:ext cx="4808890" cy="627655"/>
      </dsp:txXfrm>
    </dsp:sp>
    <dsp:sp modelId="{044F3F0D-C8CD-4655-8F47-12AB8B567141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Миколи Хвильового</a:t>
          </a:r>
          <a:endParaRPr lang="uk-UA" sz="2900" kern="1200"/>
        </a:p>
      </dsp:txBody>
      <dsp:txXfrm>
        <a:off x="33955" y="1637814"/>
        <a:ext cx="4808890" cy="627655"/>
      </dsp:txXfrm>
    </dsp:sp>
    <dsp:sp modelId="{915242E7-2BA3-40EE-9D31-6420A01116E5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Михайла Бойчука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68729-E2CE-4F77-B00F-B4C450684640}">
      <dsp:nvSpPr>
        <dsp:cNvPr id="0" name=""/>
        <dsp:cNvSpPr/>
      </dsp:nvSpPr>
      <dsp:spPr>
        <a:xfrm>
          <a:off x="0" y="153780"/>
          <a:ext cx="4876800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«Наше завдання: добити контрреволюційні елементи, викрити націоналістичні ухили, розгорнути роботу з виховання партійних мас, а також широких мас у дусі пролетарського інтернаціоналізму».</a:t>
          </a:r>
          <a:endParaRPr lang="uk-UA" sz="1600" kern="1200"/>
        </a:p>
      </dsp:txBody>
      <dsp:txXfrm>
        <a:off x="67624" y="221404"/>
        <a:ext cx="4741552" cy="1250031"/>
      </dsp:txXfrm>
    </dsp:sp>
    <dsp:sp modelId="{70A95221-F27A-4054-8B53-A7A103A586AD}">
      <dsp:nvSpPr>
        <dsp:cNvPr id="0" name=""/>
        <dsp:cNvSpPr/>
      </dsp:nvSpPr>
      <dsp:spPr>
        <a:xfrm>
          <a:off x="0" y="1585140"/>
          <a:ext cx="4876800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«Від російської літератури нам треба тікати якомога швидше, тому що вона тяжить над нами в віках... Вигодовувати на ній наше молоде мистецтво — це значить затримати його розвиток».</a:t>
          </a:r>
          <a:endParaRPr lang="uk-UA" sz="1600" kern="1200"/>
        </a:p>
      </dsp:txBody>
      <dsp:txXfrm>
        <a:off x="67624" y="1652764"/>
        <a:ext cx="4741552" cy="1250031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21679-549B-4B3A-8826-610EB718DB3C}">
      <dsp:nvSpPr>
        <dsp:cNvPr id="0" name=""/>
        <dsp:cNvSpPr/>
      </dsp:nvSpPr>
      <dsp:spPr>
        <a:xfrm>
          <a:off x="0" y="241799"/>
          <a:ext cx="4876800" cy="1298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«Зростання української культури та інтелігенції йде швидкими темпами, що коли ми не візьмемо в руки цього руху, він може піти мимо нас. ...віддавати цей рух у руки чужих нам елементів не можна ні в якому разі».</a:t>
          </a:r>
          <a:endParaRPr lang="uk-UA" sz="1500" kern="1200" dirty="0"/>
        </a:p>
      </dsp:txBody>
      <dsp:txXfrm>
        <a:off x="63397" y="305196"/>
        <a:ext cx="4750006" cy="1171906"/>
      </dsp:txXfrm>
    </dsp:sp>
    <dsp:sp modelId="{35BF561B-54E0-42E6-9645-3487B3E8D7D8}">
      <dsp:nvSpPr>
        <dsp:cNvPr id="0" name=""/>
        <dsp:cNvSpPr/>
      </dsp:nvSpPr>
      <dsp:spPr>
        <a:xfrm>
          <a:off x="0" y="1583700"/>
          <a:ext cx="4876800" cy="1298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«Замість того, щоб... розвивати зв’язок з культурою російського народу ...частина інтелігенції скочується на позиції занепадницької буржуазної культури. Ці митці відриваються від народу, захоплюючись техніцизмом».</a:t>
          </a:r>
          <a:endParaRPr lang="uk-UA" sz="1500" kern="1200"/>
        </a:p>
      </dsp:txBody>
      <dsp:txXfrm>
        <a:off x="63397" y="1647097"/>
        <a:ext cx="4750006" cy="1171906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3CB5A-56FD-41DA-B048-51708B5EC5BB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Ради Народних Міністрів Української Народної Республіки</a:t>
          </a:r>
          <a:endParaRPr lang="uk-UA" sz="1800" kern="1200"/>
        </a:p>
      </dsp:txBody>
      <dsp:txXfrm>
        <a:off x="34954" y="87214"/>
        <a:ext cx="4806892" cy="646132"/>
      </dsp:txXfrm>
    </dsp:sp>
    <dsp:sp modelId="{9486BF8F-FA80-4C4D-80A0-804297093C08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Ради Міністрів Української Держави</a:t>
          </a:r>
          <a:endParaRPr lang="uk-UA" sz="1800" kern="1200"/>
        </a:p>
      </dsp:txBody>
      <dsp:txXfrm>
        <a:off x="34954" y="855094"/>
        <a:ext cx="4806892" cy="646132"/>
      </dsp:txXfrm>
    </dsp:sp>
    <dsp:sp modelId="{75FF508E-34AA-483F-ABF2-191C98679EC3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Директорії Української Народної Республіки</a:t>
          </a:r>
          <a:endParaRPr lang="uk-UA" sz="1800" kern="1200"/>
        </a:p>
      </dsp:txBody>
      <dsp:txXfrm>
        <a:off x="34954" y="1622974"/>
        <a:ext cx="4806892" cy="646132"/>
      </dsp:txXfrm>
    </dsp:sp>
    <dsp:sp modelId="{A7653DA0-CCF9-46D4-A73F-034F22919661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Ради Народних Комісарів Української СРР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FAF8F-C4C1-4B3D-91C9-551C83334889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коренізації</a:t>
          </a:r>
          <a:endParaRPr lang="uk-UA" sz="2900" kern="1200"/>
        </a:p>
      </dsp:txBody>
      <dsp:txXfrm>
        <a:off x="33955" y="79644"/>
        <a:ext cx="4808890" cy="627655"/>
      </dsp:txXfrm>
    </dsp:sp>
    <dsp:sp modelId="{D3449147-432E-4AE7-8357-533DAD96A2CD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колективізації</a:t>
          </a:r>
          <a:endParaRPr lang="uk-UA" sz="2900" kern="1200"/>
        </a:p>
      </dsp:txBody>
      <dsp:txXfrm>
        <a:off x="33955" y="858729"/>
        <a:ext cx="4808890" cy="627655"/>
      </dsp:txXfrm>
    </dsp:sp>
    <dsp:sp modelId="{3E91322A-5B9E-4097-B332-8B3BDA4665A1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індустріалізації</a:t>
          </a:r>
          <a:endParaRPr lang="uk-UA" sz="2900" kern="1200"/>
        </a:p>
      </dsp:txBody>
      <dsp:txXfrm>
        <a:off x="33955" y="1637814"/>
        <a:ext cx="4808890" cy="627655"/>
      </dsp:txXfrm>
    </dsp:sp>
    <dsp:sp modelId="{A4BA14A4-2A53-402A-A963-9004087963D2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культурної революції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BF2EF-712E-4824-BF36-838DE5FD5FFD}">
      <dsp:nvSpPr>
        <dsp:cNvPr id="0" name=""/>
        <dsp:cNvSpPr/>
      </dsp:nvSpPr>
      <dsp:spPr>
        <a:xfrm>
          <a:off x="0" y="136139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запровадження обов’язкової загальної десятирічної середньої освіти.</a:t>
          </a:r>
          <a:endParaRPr lang="uk-UA" sz="1700" kern="1200"/>
        </a:p>
      </dsp:txBody>
      <dsp:txXfrm>
        <a:off x="33012" y="169151"/>
        <a:ext cx="4810776" cy="610236"/>
      </dsp:txXfrm>
    </dsp:sp>
    <dsp:sp modelId="{64345B8B-5C8C-4BC3-B78B-5D9E09AB5186}">
      <dsp:nvSpPr>
        <dsp:cNvPr id="0" name=""/>
        <dsp:cNvSpPr/>
      </dsp:nvSpPr>
      <dsp:spPr>
        <a:xfrm>
          <a:off x="0" y="86136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згортання антицерковної політики та відмова від атеїстичної пропаганди.</a:t>
          </a:r>
          <a:endParaRPr lang="uk-UA" sz="1700" kern="1200"/>
        </a:p>
      </dsp:txBody>
      <dsp:txXfrm>
        <a:off x="33012" y="894372"/>
        <a:ext cx="4810776" cy="610236"/>
      </dsp:txXfrm>
    </dsp:sp>
    <dsp:sp modelId="{69A98037-07F0-4CD2-A608-B26CBDDD57F7}">
      <dsp:nvSpPr>
        <dsp:cNvPr id="0" name=""/>
        <dsp:cNvSpPr/>
      </dsp:nvSpPr>
      <dsp:spPr>
        <a:xfrm>
          <a:off x="0" y="158658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згуртування літераторів, художників, театральних діячів у творчі об’єднання.</a:t>
          </a:r>
          <a:endParaRPr lang="uk-UA" sz="1700" kern="1200"/>
        </a:p>
      </dsp:txBody>
      <dsp:txXfrm>
        <a:off x="33012" y="1619592"/>
        <a:ext cx="4810776" cy="610236"/>
      </dsp:txXfrm>
    </dsp:sp>
    <dsp:sp modelId="{CED486E2-2B1E-4F3E-B407-BA5989C8F3C3}">
      <dsp:nvSpPr>
        <dsp:cNvPr id="0" name=""/>
        <dsp:cNvSpPr/>
      </dsp:nvSpPr>
      <dsp:spPr>
        <a:xfrm>
          <a:off x="0" y="2311800"/>
          <a:ext cx="48768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посилення боротьби з «космополітизмом» та «низькопоклонством перед Заходом»</a:t>
          </a:r>
          <a:endParaRPr lang="uk-UA" sz="1700" kern="1200"/>
        </a:p>
      </dsp:txBody>
      <dsp:txXfrm>
        <a:off x="33012" y="2344812"/>
        <a:ext cx="4810776" cy="610236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96A27-0ABA-4F9E-80A3-424A686777E0}">
      <dsp:nvSpPr>
        <dsp:cNvPr id="0" name=""/>
        <dsp:cNvSpPr/>
      </dsp:nvSpPr>
      <dsp:spPr>
        <a:xfrm>
          <a:off x="-3531063" y="-542762"/>
          <a:ext cx="4209724" cy="4209724"/>
        </a:xfrm>
        <a:prstGeom prst="blockArc">
          <a:avLst>
            <a:gd name="adj1" fmla="val 18900000"/>
            <a:gd name="adj2" fmla="val 2700000"/>
            <a:gd name="adj3" fmla="val 513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C204A0-D91B-4D86-A48C-B713578F6EA8}">
      <dsp:nvSpPr>
        <dsp:cNvPr id="0" name=""/>
        <dsp:cNvSpPr/>
      </dsp:nvSpPr>
      <dsp:spPr>
        <a:xfrm>
          <a:off x="355805" y="240188"/>
          <a:ext cx="4480651" cy="480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498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Києва.</a:t>
          </a:r>
          <a:endParaRPr lang="uk-UA" sz="2500" kern="1200"/>
        </a:p>
      </dsp:txBody>
      <dsp:txXfrm>
        <a:off x="355805" y="240188"/>
        <a:ext cx="4480651" cy="480626"/>
      </dsp:txXfrm>
    </dsp:sp>
    <dsp:sp modelId="{B34867E2-CED6-40E4-B190-4967D5EE59E1}">
      <dsp:nvSpPr>
        <dsp:cNvPr id="0" name=""/>
        <dsp:cNvSpPr/>
      </dsp:nvSpPr>
      <dsp:spPr>
        <a:xfrm>
          <a:off x="55413" y="180110"/>
          <a:ext cx="600783" cy="6007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67EC5-7D97-48DC-922D-3940A9F0FC23}">
      <dsp:nvSpPr>
        <dsp:cNvPr id="0" name=""/>
        <dsp:cNvSpPr/>
      </dsp:nvSpPr>
      <dsp:spPr>
        <a:xfrm>
          <a:off x="631359" y="961253"/>
          <a:ext cx="4205097" cy="480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498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Одеси.</a:t>
          </a:r>
          <a:endParaRPr lang="uk-UA" sz="2500" kern="1200"/>
        </a:p>
      </dsp:txBody>
      <dsp:txXfrm>
        <a:off x="631359" y="961253"/>
        <a:ext cx="4205097" cy="480626"/>
      </dsp:txXfrm>
    </dsp:sp>
    <dsp:sp modelId="{15875829-F396-484F-922A-CAAE53BA1EA2}">
      <dsp:nvSpPr>
        <dsp:cNvPr id="0" name=""/>
        <dsp:cNvSpPr/>
      </dsp:nvSpPr>
      <dsp:spPr>
        <a:xfrm>
          <a:off x="330967" y="901175"/>
          <a:ext cx="600783" cy="6007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770CF-36B3-485C-B4FC-D3A177FEDA98}">
      <dsp:nvSpPr>
        <dsp:cNvPr id="0" name=""/>
        <dsp:cNvSpPr/>
      </dsp:nvSpPr>
      <dsp:spPr>
        <a:xfrm>
          <a:off x="631359" y="1682319"/>
          <a:ext cx="4205097" cy="480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498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Львова.</a:t>
          </a:r>
          <a:endParaRPr lang="uk-UA" sz="2500" kern="1200"/>
        </a:p>
      </dsp:txBody>
      <dsp:txXfrm>
        <a:off x="631359" y="1682319"/>
        <a:ext cx="4205097" cy="480626"/>
      </dsp:txXfrm>
    </dsp:sp>
    <dsp:sp modelId="{A7267614-8EC7-43D2-BB7B-32A8534ED70B}">
      <dsp:nvSpPr>
        <dsp:cNvPr id="0" name=""/>
        <dsp:cNvSpPr/>
      </dsp:nvSpPr>
      <dsp:spPr>
        <a:xfrm>
          <a:off x="330967" y="1622240"/>
          <a:ext cx="600783" cy="6007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7501C-33A8-4A78-950D-027924374B64}">
      <dsp:nvSpPr>
        <dsp:cNvPr id="0" name=""/>
        <dsp:cNvSpPr/>
      </dsp:nvSpPr>
      <dsp:spPr>
        <a:xfrm>
          <a:off x="355805" y="2403384"/>
          <a:ext cx="4480651" cy="480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498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Харкова.</a:t>
          </a:r>
          <a:endParaRPr lang="uk-UA" sz="2500" kern="1200"/>
        </a:p>
      </dsp:txBody>
      <dsp:txXfrm>
        <a:off x="355805" y="2403384"/>
        <a:ext cx="4480651" cy="480626"/>
      </dsp:txXfrm>
    </dsp:sp>
    <dsp:sp modelId="{8020ABC3-7817-4E93-92D0-C7E31DAC0269}">
      <dsp:nvSpPr>
        <dsp:cNvPr id="0" name=""/>
        <dsp:cNvSpPr/>
      </dsp:nvSpPr>
      <dsp:spPr>
        <a:xfrm>
          <a:off x="55413" y="2343306"/>
          <a:ext cx="600783" cy="6007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905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676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3930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560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799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32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786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1118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334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137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5412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667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5836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1986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5442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262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880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8E30B75-767C-40B4-AC9B-B4163D617DB3}" type="datetimeFigureOut">
              <a:rPr lang="uk-UA" smtClean="0"/>
              <a:t>29.01.2025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93340F0-3739-43F7-B1C2-6CD0FE8848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7320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3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6.xml"/><Relationship Id="rId3" Type="http://schemas.openxmlformats.org/officeDocument/2006/relationships/diagramLayout" Target="../diagrams/layout25.xml"/><Relationship Id="rId7" Type="http://schemas.openxmlformats.org/officeDocument/2006/relationships/diagramData" Target="../diagrams/data2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11" Type="http://schemas.microsoft.com/office/2007/relationships/diagramDrawing" Target="../diagrams/drawing26.xml"/><Relationship Id="rId5" Type="http://schemas.openxmlformats.org/officeDocument/2006/relationships/diagramColors" Target="../diagrams/colors25.xml"/><Relationship Id="rId10" Type="http://schemas.openxmlformats.org/officeDocument/2006/relationships/diagramColors" Target="../diagrams/colors26.xml"/><Relationship Id="rId4" Type="http://schemas.openxmlformats.org/officeDocument/2006/relationships/diagramQuickStyle" Target="../diagrams/quickStyle25.xml"/><Relationship Id="rId9" Type="http://schemas.openxmlformats.org/officeDocument/2006/relationships/diagramQuickStyle" Target="../diagrams/quickStyle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4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2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4.xml"/><Relationship Id="rId3" Type="http://schemas.openxmlformats.org/officeDocument/2006/relationships/diagramLayout" Target="../diagrams/layout43.xml"/><Relationship Id="rId7" Type="http://schemas.openxmlformats.org/officeDocument/2006/relationships/diagramData" Target="../diagrams/data44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11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10" Type="http://schemas.openxmlformats.org/officeDocument/2006/relationships/diagramColors" Target="../diagrams/colors44.xml"/><Relationship Id="rId4" Type="http://schemas.openxmlformats.org/officeDocument/2006/relationships/diagramQuickStyle" Target="../diagrams/quickStyle43.xml"/><Relationship Id="rId9" Type="http://schemas.openxmlformats.org/officeDocument/2006/relationships/diagramQuickStyle" Target="../diagrams/quickStyle4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3" Type="http://schemas.openxmlformats.org/officeDocument/2006/relationships/diagramLayout" Target="../diagrams/layout49.xml"/><Relationship Id="rId7" Type="http://schemas.openxmlformats.org/officeDocument/2006/relationships/diagramData" Target="../diagrams/data50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11" Type="http://schemas.microsoft.com/office/2007/relationships/diagramDrawing" Target="../diagrams/drawing50.xml"/><Relationship Id="rId5" Type="http://schemas.openxmlformats.org/officeDocument/2006/relationships/diagramColors" Target="../diagrams/colors49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49.xml"/><Relationship Id="rId9" Type="http://schemas.openxmlformats.org/officeDocument/2006/relationships/diagramQuickStyle" Target="../diagrams/quickStyle5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0.xml"/><Relationship Id="rId3" Type="http://schemas.openxmlformats.org/officeDocument/2006/relationships/diagramLayout" Target="../diagrams/layout59.xml"/><Relationship Id="rId7" Type="http://schemas.openxmlformats.org/officeDocument/2006/relationships/diagramData" Target="../diagrams/data60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11" Type="http://schemas.microsoft.com/office/2007/relationships/diagramDrawing" Target="../diagrams/drawing60.xml"/><Relationship Id="rId5" Type="http://schemas.openxmlformats.org/officeDocument/2006/relationships/diagramColors" Target="../diagrams/colors59.xml"/><Relationship Id="rId10" Type="http://schemas.openxmlformats.org/officeDocument/2006/relationships/diagramColors" Target="../diagrams/colors60.xml"/><Relationship Id="rId4" Type="http://schemas.openxmlformats.org/officeDocument/2006/relationships/diagramQuickStyle" Target="../diagrams/quickStyle59.xml"/><Relationship Id="rId9" Type="http://schemas.openxmlformats.org/officeDocument/2006/relationships/diagramQuickStyle" Target="../diagrams/quickStyle6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DC046-7253-A92C-3780-BF76403E5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комуністичного</a:t>
            </a:r>
            <a:r>
              <a:rPr lang="ru-RU" dirty="0"/>
              <a:t> </a:t>
            </a:r>
            <a:r>
              <a:rPr lang="ru-RU" dirty="0" err="1"/>
              <a:t>тоталітарного</a:t>
            </a:r>
            <a:r>
              <a:rPr lang="ru-RU" dirty="0"/>
              <a:t> режиму в </a:t>
            </a:r>
            <a:r>
              <a:rPr lang="ru-RU" dirty="0" err="1"/>
              <a:t>Україні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66D20B2-C68A-2BC0-1C5A-C3D5AE3F55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Частина 1</a:t>
            </a:r>
          </a:p>
        </p:txBody>
      </p:sp>
    </p:spTree>
    <p:extLst>
      <p:ext uri="{BB962C8B-B14F-4D97-AF65-F5344CB8AC3E}">
        <p14:creationId xmlns:p14="http://schemas.microsoft.com/office/powerpoint/2010/main" val="34777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4D78FC-F54F-6E68-E8D0-8AB61964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Передумови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5BDF2E7-D986-74F0-258A-A9F747C8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055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E691E-F29C-6E89-B140-DC9101E9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назвами</a:t>
            </a:r>
            <a:r>
              <a:rPr lang="ru-RU" dirty="0"/>
              <a:t> </a:t>
            </a:r>
            <a:r>
              <a:rPr lang="ru-RU" dirty="0" err="1"/>
              <a:t>державних</a:t>
            </a:r>
            <a:r>
              <a:rPr lang="ru-RU" dirty="0"/>
              <a:t> </a:t>
            </a:r>
            <a:r>
              <a:rPr lang="ru-RU" dirty="0" err="1"/>
              <a:t>утворень</a:t>
            </a:r>
            <a:r>
              <a:rPr lang="ru-RU" dirty="0"/>
              <a:t>, </a:t>
            </a:r>
            <a:r>
              <a:rPr lang="ru-RU" dirty="0" err="1"/>
              <a:t>проголошених</a:t>
            </a:r>
            <a:r>
              <a:rPr lang="ru-RU" dirty="0"/>
              <a:t> у 1917—1919 </a:t>
            </a:r>
            <a:r>
              <a:rPr lang="ru-RU" dirty="0" err="1"/>
              <a:t>рр</a:t>
            </a:r>
            <a:r>
              <a:rPr lang="ru-RU" dirty="0"/>
              <a:t>., та </a:t>
            </a:r>
            <a:r>
              <a:rPr lang="ru-RU" dirty="0" err="1"/>
              <a:t>поняттями</a:t>
            </a:r>
            <a:r>
              <a:rPr lang="ru-RU" dirty="0"/>
              <a:t> й </a:t>
            </a:r>
            <a:r>
              <a:rPr lang="ru-RU" dirty="0" err="1"/>
              <a:t>термінами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застосовувати</a:t>
            </a:r>
            <a:r>
              <a:rPr lang="ru-RU" dirty="0"/>
              <a:t> для </a:t>
            </a:r>
            <a:r>
              <a:rPr lang="ru-RU" dirty="0" err="1"/>
              <a:t>їхньої</a:t>
            </a:r>
            <a:r>
              <a:rPr lang="ru-RU" dirty="0"/>
              <a:t> характеристики.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BE15C9-E601-0373-1B0E-00C0BF0F0B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2599712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56A50DC2-D40D-A8A6-832E-3943963961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4322041"/>
              </p:ext>
            </p:extLst>
          </p:nvPr>
        </p:nvGraphicFramePr>
        <p:xfrm>
          <a:off x="6170612" y="2377440"/>
          <a:ext cx="4876800" cy="4206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3897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C60C19-A12E-BDFF-C93C-E876C1B6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Головні події встановлення комуністичної влади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E0876AB-35E7-F603-5AEF-491896BE9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58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867E0-4F18-966B-1EAC-95025BDA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Українська</a:t>
            </a:r>
            <a:r>
              <a:rPr lang="ru-RU" dirty="0"/>
              <a:t> СРР стала </a:t>
            </a:r>
            <a:r>
              <a:rPr lang="ru-RU" dirty="0" err="1"/>
              <a:t>складовою</a:t>
            </a:r>
            <a:r>
              <a:rPr lang="ru-RU" dirty="0"/>
              <a:t> СРСР?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441B9F0-615C-8595-80B9-80DB9DF774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28743090"/>
              </p:ext>
            </p:extLst>
          </p:nvPr>
        </p:nvGraphicFramePr>
        <p:xfrm>
          <a:off x="11414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12D0ED5-678D-85DC-51F9-DB781541D7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604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CBC7D-1694-13F5-7422-EFAD9156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міжнародного</a:t>
            </a:r>
            <a:r>
              <a:rPr lang="ru-RU" dirty="0"/>
              <a:t> договору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коментар</a:t>
            </a:r>
            <a:r>
              <a:rPr lang="ru-RU" dirty="0"/>
              <a:t> </a:t>
            </a:r>
            <a:r>
              <a:rPr lang="ru-RU" dirty="0" err="1"/>
              <a:t>сучасника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F19273-012D-7990-2512-9C6C93620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Польща</a:t>
            </a:r>
            <a:r>
              <a:rPr lang="ru-RU" i="1" dirty="0"/>
              <a:t> та </a:t>
            </a:r>
            <a:r>
              <a:rPr lang="ru-RU" i="1" dirty="0" err="1"/>
              <a:t>більшовицька</a:t>
            </a:r>
            <a:r>
              <a:rPr lang="ru-RU" i="1" dirty="0"/>
              <a:t> </a:t>
            </a:r>
            <a:r>
              <a:rPr lang="ru-RU" i="1" dirty="0" err="1"/>
              <a:t>Росія</a:t>
            </a:r>
            <a:r>
              <a:rPr lang="ru-RU" i="1" dirty="0"/>
              <a:t> </a:t>
            </a:r>
            <a:r>
              <a:rPr lang="ru-RU" i="1" dirty="0" err="1"/>
              <a:t>поділились</a:t>
            </a:r>
            <a:r>
              <a:rPr lang="ru-RU" i="1" dirty="0"/>
              <a:t> </a:t>
            </a:r>
            <a:r>
              <a:rPr lang="ru-RU" i="1" dirty="0" err="1"/>
              <a:t>українськими</a:t>
            </a:r>
            <a:r>
              <a:rPr lang="ru-RU" i="1" dirty="0"/>
              <a:t> землями, як колись в </a:t>
            </a:r>
            <a:r>
              <a:rPr lang="ru-RU" i="1" dirty="0" err="1"/>
              <a:t>Андрусові</a:t>
            </a:r>
            <a:r>
              <a:rPr lang="ru-RU" i="1" dirty="0"/>
              <a:t> в 1667 </a:t>
            </a:r>
            <a:r>
              <a:rPr lang="ru-RU" i="1" dirty="0" err="1"/>
              <a:t>році</a:t>
            </a:r>
            <a:r>
              <a:rPr lang="ru-RU" i="1" dirty="0"/>
              <a:t>…»?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D0440E-F89F-C53A-9794-4B8C585B49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5436072"/>
              </p:ext>
            </p:extLst>
          </p:nvPr>
        </p:nvGraphicFramePr>
        <p:xfrm>
          <a:off x="61706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777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7B5A2-B9AE-E0B2-859D-434BBEA9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Державно-</a:t>
            </a:r>
            <a:r>
              <a:rPr lang="ru-RU" dirty="0" err="1"/>
              <a:t>політичний</a:t>
            </a:r>
            <a:r>
              <a:rPr lang="ru-RU" dirty="0"/>
              <a:t> статус УСРР у 1921–1922 роках </a:t>
            </a:r>
            <a:r>
              <a:rPr lang="ru-RU" dirty="0" err="1"/>
              <a:t>визначався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6334D1E-551A-B38C-6D8B-C5A2FEC2D9D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72850647"/>
              </p:ext>
            </p:extLst>
          </p:nvPr>
        </p:nvGraphicFramePr>
        <p:xfrm>
          <a:off x="1141412" y="2666999"/>
          <a:ext cx="4876800" cy="3900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F1017B5-3A9D-4106-2164-10A5771A737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0521994"/>
              </p:ext>
            </p:extLst>
          </p:nvPr>
        </p:nvGraphicFramePr>
        <p:xfrm>
          <a:off x="6170612" y="2666999"/>
          <a:ext cx="4876800" cy="3900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7032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B65D7-42BA-A04E-06EA-8C5BF015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Проаналізуйте</a:t>
            </a:r>
            <a:r>
              <a:rPr lang="ru-RU" dirty="0"/>
              <a:t> </a:t>
            </a:r>
            <a:r>
              <a:rPr lang="ru-RU" dirty="0" err="1"/>
              <a:t>наведені</a:t>
            </a:r>
            <a:r>
              <a:rPr lang="ru-RU" dirty="0"/>
              <a:t> </a:t>
            </a:r>
            <a:r>
              <a:rPr lang="ru-RU" dirty="0" err="1"/>
              <a:t>твердження</a:t>
            </a:r>
            <a:r>
              <a:rPr lang="ru-RU" dirty="0"/>
              <a:t> та </a:t>
            </a:r>
            <a:r>
              <a:rPr lang="ru-RU" dirty="0" err="1"/>
              <a:t>вкажіть</a:t>
            </a:r>
            <a:r>
              <a:rPr lang="ru-RU" dirty="0"/>
              <a:t> </a:t>
            </a:r>
            <a:r>
              <a:rPr lang="ru-RU" dirty="0" err="1"/>
              <a:t>правильне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9C54199-65C6-79F8-11D5-B655D9AE06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3074330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6E12CD-F84C-63B8-86E5-C8B65B34E9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662859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209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3C0EF-B4B3-53CB-7A4F-7AB992E1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започатковано</a:t>
            </a:r>
            <a:r>
              <a:rPr lang="ru-RU" dirty="0"/>
              <a:t> </a:t>
            </a:r>
            <a:r>
              <a:rPr lang="ru-RU" dirty="0" err="1"/>
              <a:t>політику</a:t>
            </a:r>
            <a:r>
              <a:rPr lang="ru-RU" dirty="0"/>
              <a:t> «</a:t>
            </a:r>
            <a:r>
              <a:rPr lang="ru-RU" dirty="0" err="1"/>
              <a:t>коренізації</a:t>
            </a:r>
            <a:r>
              <a:rPr lang="ru-RU" dirty="0"/>
              <a:t>» в УСРР?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D6D38D-DC0F-034C-18E4-ECC350000C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C8AFD8-6F6E-CAD3-880E-87AEDC2436B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815139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4957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BEC6FDD-EDE4-63B8-6A71-E6304DAF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Ленінський період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CF6B1D6B-8C59-CA92-8CDD-3CBE2FFCF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230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A1D76-7400-9CCF-FA56-0B3AD31D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Установіть відповідність між суспільно-політичними подіями 1920-х рр. та їхніми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6485E7-D9F5-720C-18D1-DA212FC9F8C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9630471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5CCC292-3BCD-F0AE-FA7F-7FCF58EE3FC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6120301"/>
              </p:ext>
            </p:extLst>
          </p:nvPr>
        </p:nvGraphicFramePr>
        <p:xfrm>
          <a:off x="6602874" y="1851659"/>
          <a:ext cx="48768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5304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6960B-C131-15E2-CB09-2A951256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захід</a:t>
            </a:r>
            <a:r>
              <a:rPr lang="ru-RU" dirty="0"/>
              <a:t> </a:t>
            </a:r>
            <a:r>
              <a:rPr lang="ru-RU" dirty="0" err="1"/>
              <a:t>більшовиків</a:t>
            </a:r>
            <a:r>
              <a:rPr lang="ru-RU" dirty="0"/>
              <a:t> дав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голові</a:t>
            </a:r>
            <a:r>
              <a:rPr lang="ru-RU" dirty="0"/>
              <a:t> </a:t>
            </a:r>
            <a:r>
              <a:rPr lang="ru-RU" dirty="0" err="1"/>
              <a:t>Раднаркому</a:t>
            </a:r>
            <a:r>
              <a:rPr lang="ru-RU" dirty="0"/>
              <a:t> РСФРР В. </a:t>
            </a:r>
            <a:r>
              <a:rPr lang="ru-RU" dirty="0" err="1"/>
              <a:t>Леніну</a:t>
            </a:r>
            <a:r>
              <a:rPr lang="ru-RU" dirty="0"/>
              <a:t> </a:t>
            </a:r>
            <a:r>
              <a:rPr lang="ru-RU" dirty="0" err="1"/>
              <a:t>заявити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1D28ABF-998D-5832-4F5B-7AE448E965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Селянські</a:t>
            </a:r>
            <a:r>
              <a:rPr lang="ru-RU" i="1" dirty="0"/>
              <a:t> </a:t>
            </a:r>
            <a:r>
              <a:rPr lang="ru-RU" i="1" dirty="0" err="1"/>
              <a:t>повстання</a:t>
            </a:r>
            <a:r>
              <a:rPr lang="ru-RU" i="1" dirty="0"/>
              <a:t>, 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раніше</a:t>
            </a:r>
            <a:r>
              <a:rPr lang="ru-RU" i="1" dirty="0"/>
              <a:t>, до 1921 року, були </a:t>
            </a:r>
            <a:r>
              <a:rPr lang="ru-RU" i="1" dirty="0" err="1"/>
              <a:t>загальним</a:t>
            </a:r>
            <a:r>
              <a:rPr lang="ru-RU" i="1" dirty="0"/>
              <a:t> </a:t>
            </a:r>
            <a:r>
              <a:rPr lang="ru-RU" i="1" dirty="0" err="1"/>
              <a:t>явищем</a:t>
            </a:r>
            <a:r>
              <a:rPr lang="ru-RU" i="1" dirty="0"/>
              <a:t>, </a:t>
            </a:r>
            <a:r>
              <a:rPr lang="ru-RU" i="1" dirty="0" err="1"/>
              <a:t>майже</a:t>
            </a:r>
            <a:r>
              <a:rPr lang="ru-RU" i="1" dirty="0"/>
              <a:t> </a:t>
            </a:r>
            <a:r>
              <a:rPr lang="ru-RU" i="1" dirty="0" err="1"/>
              <a:t>цілковито</a:t>
            </a:r>
            <a:r>
              <a:rPr lang="ru-RU" i="1" dirty="0"/>
              <a:t> </a:t>
            </a:r>
            <a:r>
              <a:rPr lang="ru-RU" i="1" dirty="0" err="1"/>
              <a:t>зникли</a:t>
            </a:r>
            <a:r>
              <a:rPr lang="ru-RU" i="1" dirty="0"/>
              <a:t>. Селянство </a:t>
            </a:r>
            <a:r>
              <a:rPr lang="ru-RU" i="1" dirty="0" err="1"/>
              <a:t>задоволено</a:t>
            </a:r>
            <a:r>
              <a:rPr lang="ru-RU" i="1" dirty="0"/>
              <a:t> </a:t>
            </a:r>
            <a:r>
              <a:rPr lang="ru-RU" i="1" dirty="0" err="1"/>
              <a:t>своїм</a:t>
            </a:r>
            <a:r>
              <a:rPr lang="ru-RU" i="1" dirty="0"/>
              <a:t> </a:t>
            </a:r>
            <a:r>
              <a:rPr lang="ru-RU" i="1" dirty="0" err="1"/>
              <a:t>теперішнім</a:t>
            </a:r>
            <a:r>
              <a:rPr lang="ru-RU" i="1" dirty="0"/>
              <a:t> становищем. …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досягнуто</a:t>
            </a:r>
            <a:r>
              <a:rPr lang="ru-RU" i="1" dirty="0"/>
              <a:t> </a:t>
            </a:r>
            <a:r>
              <a:rPr lang="ru-RU" i="1" dirty="0" err="1"/>
              <a:t>впродовж</a:t>
            </a:r>
            <a:r>
              <a:rPr lang="ru-RU" i="1" dirty="0"/>
              <a:t> одного року»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CFBDCD5-E5B9-A7A2-296C-C95F0C4CC0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8260367"/>
              </p:ext>
            </p:extLst>
          </p:nvPr>
        </p:nvGraphicFramePr>
        <p:xfrm>
          <a:off x="61706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910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2572F-1F51-5385-D977-1A259B27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/>
              <a:t>Яку політику більшовиків С. </a:t>
            </a:r>
            <a:r>
              <a:rPr lang="uk-UA" noProof="0" dirty="0"/>
              <a:t>Петлюра характеризував таким чином: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AB12D0B-C5F9-C2B4-4C06-C2A36DF89E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«...У цьому напрямку нинішньої політики більшовиків я вбачаю чергову їхню поступку стихійній силі українського національного руху, а водночас логічно послідовний і політичний захід з метою оволодіння силою цього руху й зміцнення своїх позицій в Україні...»?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C2D2BAA-891B-146B-7576-4A9D6F3B7C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55716708"/>
              </p:ext>
            </p:extLst>
          </p:nvPr>
        </p:nvGraphicFramePr>
        <p:xfrm>
          <a:off x="61706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4909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C5B1B-F4AF-B267-D5D1-8580D8F5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ухвалено</a:t>
            </a:r>
            <a:r>
              <a:rPr lang="ru-RU" dirty="0"/>
              <a:t> Постанову ВУЦВК і РНК УСРР,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процитовано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1E34D2-51EB-742E-1E18-5A1C2196FA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«…Щоб усунути нерівність культур, що створилися внаслідок вікового утиску, Робітничо-Селянський уряд, дотримуючись рівноправності мов усіх національностей, які є на території України, вживає низку практичних заходів, що мають забезпечити українській мові місце, відповідне числу та питомій вазі українського народу на території УСРР…»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94DF72B-C3AD-AB16-AA79-B0325F2CAF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8213297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035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C5336-5C4C-70D0-70C1-B842652A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Упроваджуючи</a:t>
            </a:r>
            <a:r>
              <a:rPr lang="ru-RU" dirty="0"/>
              <a:t> на початку 1920-х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політику</a:t>
            </a:r>
            <a:r>
              <a:rPr lang="ru-RU" dirty="0"/>
              <a:t> «</a:t>
            </a:r>
            <a:r>
              <a:rPr lang="ru-RU" dirty="0" err="1"/>
              <a:t>коренізації</a:t>
            </a:r>
            <a:r>
              <a:rPr lang="ru-RU" dirty="0"/>
              <a:t>», </a:t>
            </a:r>
            <a:r>
              <a:rPr lang="ru-RU" dirty="0" err="1"/>
              <a:t>партійно-радянське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СРСР мало на </a:t>
            </a:r>
            <a:r>
              <a:rPr lang="ru-RU" dirty="0" err="1"/>
              <a:t>меті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197EF15-4E16-6184-C98E-B7A06501F8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60DF4DB-4432-166F-ADB0-11862C8A419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222241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31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19CD0-FEB6-88F4-77C7-63B320ED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обумовило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зростання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48D6FE-E3CA-7034-AA47-425B52661C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 1925 р. в </a:t>
            </a:r>
            <a:r>
              <a:rPr lang="ru-RU" dirty="0" err="1"/>
              <a:t>Українській</a:t>
            </a:r>
            <a:r>
              <a:rPr lang="ru-RU" dirty="0"/>
              <a:t> СРР </a:t>
            </a:r>
            <a:r>
              <a:rPr lang="ru-RU" dirty="0" err="1"/>
              <a:t>нараховувалося</a:t>
            </a:r>
            <a:r>
              <a:rPr lang="ru-RU" dirty="0"/>
              <a:t> 79,1% </a:t>
            </a:r>
            <a:r>
              <a:rPr lang="ru-RU" dirty="0" err="1"/>
              <a:t>шкіл</a:t>
            </a:r>
            <a:r>
              <a:rPr lang="ru-RU" dirty="0"/>
              <a:t> з </a:t>
            </a:r>
            <a:r>
              <a:rPr lang="ru-RU" dirty="0" err="1"/>
              <a:t>українською</a:t>
            </a:r>
            <a:r>
              <a:rPr lang="ru-RU" dirty="0"/>
              <a:t> мовою </a:t>
            </a:r>
            <a:r>
              <a:rPr lang="ru-RU" dirty="0" err="1"/>
              <a:t>викладання</a:t>
            </a:r>
            <a:r>
              <a:rPr lang="ru-RU" dirty="0"/>
              <a:t>. У 1930 р.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відсоток</a:t>
            </a:r>
            <a:r>
              <a:rPr lang="ru-RU" dirty="0"/>
              <a:t> </a:t>
            </a:r>
            <a:r>
              <a:rPr lang="ru-RU" dirty="0" err="1"/>
              <a:t>зріс</a:t>
            </a:r>
            <a:r>
              <a:rPr lang="ru-RU" dirty="0"/>
              <a:t> до 85%.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8E6D7D-DACB-7812-76A4-1AD3B8FDD5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5186290"/>
              </p:ext>
            </p:extLst>
          </p:nvPr>
        </p:nvGraphicFramePr>
        <p:xfrm>
          <a:off x="6170612" y="2667000"/>
          <a:ext cx="4876800" cy="3417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314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4ABE2-29EB-47EF-654D-7E1E19EA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влади</a:t>
            </a:r>
            <a:r>
              <a:rPr lang="ru-RU" dirty="0"/>
              <a:t> в УСРР були заходи, </a:t>
            </a:r>
            <a:r>
              <a:rPr lang="ru-RU" dirty="0" err="1"/>
              <a:t>відображені</a:t>
            </a:r>
            <a:r>
              <a:rPr lang="ru-RU" dirty="0"/>
              <a:t> в </a:t>
            </a:r>
            <a:r>
              <a:rPr lang="ru-RU" dirty="0" err="1"/>
              <a:t>документі</a:t>
            </a:r>
            <a:r>
              <a:rPr lang="ru-RU" dirty="0"/>
              <a:t>, </a:t>
            </a:r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процитовано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1933EF4-D703-AF99-DAA0-6AD661E678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«Повна рівноправність української та російської мов, усунення тих перешкод, які б затримували природний розвиток української культури... У школах з викладанням російською мовою необхідне запровадження обов’язкового вивчення української мови...»?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A71E18-9C3C-20AE-96F4-2B32C39397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10552295"/>
              </p:ext>
            </p:extLst>
          </p:nvPr>
        </p:nvGraphicFramePr>
        <p:xfrm>
          <a:off x="5721723" y="2673926"/>
          <a:ext cx="5683337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271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29458-5AE8-BBDA-3C86-D433A3AF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цитовану</a:t>
            </a:r>
            <a:r>
              <a:rPr lang="ru-RU" dirty="0"/>
              <a:t> </a:t>
            </a:r>
            <a:r>
              <a:rPr lang="ru-RU" dirty="0" err="1"/>
              <a:t>доповідну</a:t>
            </a:r>
            <a:r>
              <a:rPr lang="ru-RU" dirty="0"/>
              <a:t> записку створено в роки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26AC992-6B69-D0B7-39B8-74F552ECF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noProof="0" dirty="0"/>
              <a:t>«Розміри допомоги, яку одержує населення голодуючих губерній України через державні органи, не перевищує 7,5% задоволення всього голодуючого населення. Допомога, здійснювана закордонними комісіями та приватними організаціями, досягне у майбутньому 8% потреб...»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482303B-C99C-FE8B-E536-1A62F56498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8120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2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8D597-C5CE-852B-EFAE-953305D0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приводом до </a:t>
            </a:r>
            <a:r>
              <a:rPr lang="ru-RU" dirty="0" err="1"/>
              <a:t>масового</a:t>
            </a:r>
            <a:r>
              <a:rPr lang="ru-RU" dirty="0"/>
              <a:t> </a:t>
            </a:r>
            <a:r>
              <a:rPr lang="ru-RU" dirty="0" err="1"/>
              <a:t>вилучення</a:t>
            </a:r>
            <a:r>
              <a:rPr lang="ru-RU" dirty="0"/>
              <a:t> державою </a:t>
            </a:r>
            <a:r>
              <a:rPr lang="ru-RU" dirty="0" err="1"/>
              <a:t>церковних</a:t>
            </a:r>
            <a:r>
              <a:rPr lang="ru-RU" dirty="0"/>
              <a:t> </a:t>
            </a:r>
            <a:r>
              <a:rPr lang="ru-RU" dirty="0" err="1"/>
              <a:t>цінностей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СРР на початку 1920-х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82D3C44-0520-B170-DD60-B4F4A31BEA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D757AA-40F7-142B-D550-583952F8BC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449391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736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51AF2-7831-8DFD-1503-6E51A6E7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зумовило</a:t>
            </a:r>
            <a:r>
              <a:rPr lang="ru-RU" dirty="0"/>
              <a:t> </a:t>
            </a:r>
            <a:r>
              <a:rPr lang="ru-RU" dirty="0" err="1"/>
              <a:t>появу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плаката?</a:t>
            </a:r>
            <a:endParaRPr lang="uk-UA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803A8C02-ED1F-EE8C-ED92-E3A99FBE1B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94480" y="2667000"/>
            <a:ext cx="2370666" cy="3124200"/>
          </a:xfrm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45A8026F-2C2D-CEAE-8532-0ECC732EE2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611291"/>
              </p:ext>
            </p:extLst>
          </p:nvPr>
        </p:nvGraphicFramePr>
        <p:xfrm>
          <a:off x="6170612" y="2667000"/>
          <a:ext cx="4876800" cy="3417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52101571-A0CE-F316-C5A9-A09936BED59F}"/>
              </a:ext>
            </a:extLst>
          </p:cNvPr>
          <p:cNvSpPr txBox="1">
            <a:spLocks/>
          </p:cNvSpPr>
          <p:nvPr/>
        </p:nvSpPr>
        <p:spPr>
          <a:xfrm>
            <a:off x="1141412" y="5791200"/>
            <a:ext cx="4876800" cy="92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4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Напис на плакаті: "Дар американського народу", "АРА", "Герберт Гувер".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69377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376CC-F768-B04A-40E5-F3CD1088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роки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у </a:t>
            </a:r>
            <a:r>
              <a:rPr lang="ru-RU" dirty="0" err="1"/>
              <a:t>сфері</a:t>
            </a:r>
            <a:r>
              <a:rPr lang="ru-RU" dirty="0"/>
              <a:t> </a:t>
            </a:r>
            <a:r>
              <a:rPr lang="ru-RU" dirty="0" err="1"/>
              <a:t>трудових</a:t>
            </a:r>
            <a:r>
              <a:rPr lang="ru-RU" dirty="0"/>
              <a:t> </a:t>
            </a:r>
            <a:r>
              <a:rPr lang="ru-RU" dirty="0" err="1"/>
              <a:t>відносин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30C406D-8C64-3302-4C70-D6F956D7B6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B2493D1-D821-E4B9-0E8D-A5C85D6FBC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82873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2650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71E93-2554-8011-3F16-89865C34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 </a:t>
            </a:r>
            <a:r>
              <a:rPr lang="ru-RU" dirty="0" err="1"/>
              <a:t>змістом</a:t>
            </a:r>
            <a:r>
              <a:rPr lang="ru-RU" dirty="0"/>
              <a:t> рекламного </a:t>
            </a:r>
            <a:r>
              <a:rPr lang="ru-RU" dirty="0" err="1"/>
              <a:t>оголошення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встановити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створено в роки</a:t>
            </a:r>
            <a:endParaRPr lang="uk-UA" dirty="0"/>
          </a:p>
        </p:txBody>
      </p:sp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6EE5EDEF-92FE-55E2-147E-2F0CC089FC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861341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FEBE5A57-D07D-1071-CDA0-086F266638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 bwMode="auto">
          <a:xfrm>
            <a:off x="2131616" y="2667000"/>
            <a:ext cx="2896394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Місце для вмісту 3">
            <a:extLst>
              <a:ext uri="{FF2B5EF4-FFF2-40B4-BE49-F238E27FC236}">
                <a16:creationId xmlns:a16="http://schemas.microsoft.com/office/drawing/2014/main" id="{FD49C933-0AA4-5A1D-51F6-ABAF461C7438}"/>
              </a:ext>
            </a:extLst>
          </p:cNvPr>
          <p:cNvSpPr txBox="1">
            <a:spLocks/>
          </p:cNvSpPr>
          <p:nvPr/>
        </p:nvSpPr>
        <p:spPr>
          <a:xfrm>
            <a:off x="0" y="4686300"/>
            <a:ext cx="7163992" cy="312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4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uk-UA" sz="1400" dirty="0"/>
              <a:t>Напис на рекламному оголошенні: «Державний трест південної хімічної промисловості "</a:t>
            </a:r>
            <a:r>
              <a:rPr lang="uk-UA" sz="1400" dirty="0" err="1"/>
              <a:t>Хімвугілля</a:t>
            </a:r>
            <a:r>
              <a:rPr lang="uk-UA" sz="1400" dirty="0"/>
              <a:t>". Об'єднання хімічних, фарбових, склоробних заводів і вугільних </a:t>
            </a:r>
            <a:r>
              <a:rPr lang="uk-UA" sz="1400" dirty="0" err="1"/>
              <a:t>копалень</a:t>
            </a:r>
            <a:r>
              <a:rPr lang="uk-UA" sz="1400" dirty="0"/>
              <a:t> Донецького Басейну»</a:t>
            </a:r>
          </a:p>
        </p:txBody>
      </p:sp>
    </p:spTree>
    <p:extLst>
      <p:ext uri="{BB962C8B-B14F-4D97-AF65-F5344CB8AC3E}">
        <p14:creationId xmlns:p14="http://schemas.microsoft.com/office/powerpoint/2010/main" val="565022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FD9F1-C27B-4AEC-12C6-E169E209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Зростання</a:t>
            </a:r>
            <a:r>
              <a:rPr lang="ru-RU" dirty="0"/>
              <a:t> </a:t>
            </a:r>
            <a:r>
              <a:rPr lang="ru-RU" dirty="0" err="1"/>
              <a:t>обсягів</a:t>
            </a:r>
            <a:r>
              <a:rPr lang="ru-RU" dirty="0"/>
              <a:t> </a:t>
            </a:r>
            <a:r>
              <a:rPr lang="ru-RU" dirty="0" err="1"/>
              <a:t>промислового</a:t>
            </a:r>
            <a:r>
              <a:rPr lang="ru-RU" dirty="0"/>
              <a:t> </a:t>
            </a:r>
            <a:r>
              <a:rPr lang="ru-RU" dirty="0" err="1"/>
              <a:t>виробництва</a:t>
            </a:r>
            <a:r>
              <a:rPr lang="ru-RU" dirty="0"/>
              <a:t> в </a:t>
            </a:r>
            <a:r>
              <a:rPr lang="ru-RU" dirty="0" err="1"/>
              <a:t>Україні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НЕПу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забезпечено</a:t>
            </a:r>
            <a:r>
              <a:rPr lang="ru-RU" dirty="0"/>
              <a:t> </a:t>
            </a:r>
            <a:r>
              <a:rPr lang="ru-RU" dirty="0" err="1"/>
              <a:t>завдяки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DF0738-802C-8B62-DFC4-59D96D5DF5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4237786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0227739-CE8D-9BEA-B444-37C6BB5C0B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494701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75925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E805D-15CB-62A9-BC7D-9D55E3EB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наслідки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(1921–1928 </a:t>
            </a:r>
            <a:r>
              <a:rPr lang="ru-RU" dirty="0" err="1"/>
              <a:t>рр</a:t>
            </a:r>
            <a:r>
              <a:rPr lang="ru-RU" dirty="0"/>
              <a:t>.).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221BB2-3382-EAD7-C14E-9AE80A2C33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29142123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559B867-E89E-F864-A70B-A0A03D69197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85343402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0071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D5332-27BE-09CA-C7C7-55EC82DA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 </a:t>
            </a:r>
            <a:r>
              <a:rPr lang="ru-RU" dirty="0" err="1"/>
              <a:t>змістом</a:t>
            </a:r>
            <a:r>
              <a:rPr lang="ru-RU" dirty="0"/>
              <a:t> </a:t>
            </a:r>
            <a:r>
              <a:rPr lang="ru-RU" dirty="0" err="1"/>
              <a:t>агітаційного</a:t>
            </a:r>
            <a:r>
              <a:rPr lang="ru-RU" dirty="0"/>
              <a:t> плаката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встановити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створено в роки.</a:t>
            </a:r>
            <a:endParaRPr lang="uk-UA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2FFD4725-F5FC-F8EF-6026-0593886FFB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600390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7CA01767-7513-27D2-7A90-79E690DD42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 bwMode="auto">
          <a:xfrm>
            <a:off x="2149722" y="2667000"/>
            <a:ext cx="286018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Місце для вмісту 3">
            <a:extLst>
              <a:ext uri="{FF2B5EF4-FFF2-40B4-BE49-F238E27FC236}">
                <a16:creationId xmlns:a16="http://schemas.microsoft.com/office/drawing/2014/main" id="{04072B56-BDC1-85F9-F296-A778C00D624C}"/>
              </a:ext>
            </a:extLst>
          </p:cNvPr>
          <p:cNvSpPr txBox="1">
            <a:spLocks/>
          </p:cNvSpPr>
          <p:nvPr/>
        </p:nvSpPr>
        <p:spPr>
          <a:xfrm>
            <a:off x="166354" y="5943600"/>
            <a:ext cx="6317573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4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Напис</a:t>
            </a:r>
            <a:r>
              <a:rPr lang="ru-RU" dirty="0"/>
              <a:t> на </a:t>
            </a:r>
            <a:r>
              <a:rPr lang="ru-RU" dirty="0" err="1"/>
              <a:t>плакаті</a:t>
            </a:r>
            <a:r>
              <a:rPr lang="ru-RU" dirty="0"/>
              <a:t>: «</a:t>
            </a:r>
            <a:r>
              <a:rPr lang="ru-RU" dirty="0" err="1"/>
              <a:t>Продовольчий</a:t>
            </a:r>
            <a:r>
              <a:rPr lang="ru-RU" dirty="0"/>
              <a:t> </a:t>
            </a:r>
            <a:r>
              <a:rPr lang="ru-RU" dirty="0" err="1"/>
              <a:t>податок</a:t>
            </a:r>
            <a:r>
              <a:rPr lang="ru-RU" dirty="0"/>
              <a:t>. </a:t>
            </a:r>
            <a:r>
              <a:rPr lang="ru-RU" dirty="0" err="1"/>
              <a:t>Віддай</a:t>
            </a:r>
            <a:r>
              <a:rPr lang="ru-RU" dirty="0"/>
              <a:t> </a:t>
            </a:r>
            <a:r>
              <a:rPr lang="ru-RU" dirty="0" err="1"/>
              <a:t>місту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</a:t>
            </a:r>
            <a:r>
              <a:rPr lang="ru-RU" dirty="0" err="1"/>
              <a:t>врожаю</a:t>
            </a:r>
            <a:r>
              <a:rPr lang="ru-RU" dirty="0"/>
              <a:t>, </a:t>
            </a:r>
            <a:r>
              <a:rPr lang="ru-RU" dirty="0" err="1"/>
              <a:t>рештою</a:t>
            </a:r>
            <a:r>
              <a:rPr lang="ru-RU" dirty="0"/>
              <a:t> </a:t>
            </a:r>
            <a:r>
              <a:rPr lang="ru-RU" dirty="0" err="1"/>
              <a:t>розпоряджайся</a:t>
            </a:r>
            <a:r>
              <a:rPr lang="ru-RU" dirty="0"/>
              <a:t> сам».</a:t>
            </a:r>
          </a:p>
          <a:p>
            <a:endParaRPr lang="ru-RU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9123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BA3DB-80F0-580E-8972-48AD95D8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 </a:t>
            </a:r>
            <a:r>
              <a:rPr lang="ru-RU" dirty="0" err="1"/>
              <a:t>письменник</a:t>
            </a:r>
            <a:r>
              <a:rPr lang="ru-RU" dirty="0"/>
              <a:t> В. Короленко </a:t>
            </a:r>
            <a:r>
              <a:rPr lang="ru-RU" dirty="0" err="1"/>
              <a:t>охарактеризував</a:t>
            </a:r>
            <a:r>
              <a:rPr lang="ru-RU" dirty="0"/>
              <a:t> </a:t>
            </a:r>
            <a:r>
              <a:rPr lang="ru-RU" dirty="0" err="1"/>
              <a:t>наслідки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605D6F-F630-CBC2-DFAA-8B697B56B2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«Ви довели </a:t>
            </a:r>
            <a:r>
              <a:rPr lang="ru-RU" i="1" dirty="0" err="1"/>
              <a:t>країну</a:t>
            </a:r>
            <a:r>
              <a:rPr lang="ru-RU" i="1" dirty="0"/>
              <a:t> до </a:t>
            </a:r>
            <a:r>
              <a:rPr lang="ru-RU" i="1" dirty="0" err="1"/>
              <a:t>страхітливого</a:t>
            </a:r>
            <a:r>
              <a:rPr lang="ru-RU" i="1" dirty="0"/>
              <a:t> стану... голод </a:t>
            </a:r>
            <a:r>
              <a:rPr lang="ru-RU" i="1" dirty="0" err="1"/>
              <a:t>охопив</a:t>
            </a:r>
            <a:r>
              <a:rPr lang="ru-RU" i="1" dirty="0"/>
              <a:t> </a:t>
            </a:r>
            <a:r>
              <a:rPr lang="ru-RU" i="1" dirty="0" err="1"/>
              <a:t>усю</a:t>
            </a:r>
            <a:r>
              <a:rPr lang="ru-RU" i="1" dirty="0"/>
              <a:t> </a:t>
            </a:r>
            <a:r>
              <a:rPr lang="ru-RU" i="1" dirty="0" err="1"/>
              <a:t>країну</a:t>
            </a:r>
            <a:r>
              <a:rPr lang="ru-RU" i="1" dirty="0"/>
              <a:t>... </a:t>
            </a:r>
            <a:r>
              <a:rPr lang="ru-RU" i="1" dirty="0" err="1"/>
              <a:t>ви</a:t>
            </a:r>
            <a:r>
              <a:rPr lang="ru-RU" i="1" dirty="0"/>
              <a:t> </a:t>
            </a:r>
            <a:r>
              <a:rPr lang="ru-RU" i="1" dirty="0" err="1"/>
              <a:t>зруйнували</a:t>
            </a:r>
            <a:r>
              <a:rPr lang="ru-RU" i="1" dirty="0"/>
              <a:t> </a:t>
            </a:r>
            <a:r>
              <a:rPr lang="ru-RU" i="1" dirty="0" err="1"/>
              <a:t>природний</a:t>
            </a:r>
            <a:r>
              <a:rPr lang="ru-RU" i="1" dirty="0"/>
              <a:t> </a:t>
            </a:r>
            <a:r>
              <a:rPr lang="ru-RU" i="1" dirty="0" err="1"/>
              <a:t>зв'язок</a:t>
            </a:r>
            <a:r>
              <a:rPr lang="ru-RU" i="1" dirty="0"/>
              <a:t> </a:t>
            </a:r>
            <a:r>
              <a:rPr lang="ru-RU" i="1" dirty="0" err="1"/>
              <a:t>товарообміну</a:t>
            </a:r>
            <a:r>
              <a:rPr lang="ru-RU" i="1" dirty="0"/>
              <a:t> </a:t>
            </a:r>
            <a:r>
              <a:rPr lang="ru-RU" i="1" dirty="0" err="1"/>
              <a:t>між</a:t>
            </a:r>
            <a:r>
              <a:rPr lang="ru-RU" i="1" dirty="0"/>
              <a:t> </a:t>
            </a:r>
            <a:r>
              <a:rPr lang="ru-RU" i="1" dirty="0" err="1"/>
              <a:t>містом</a:t>
            </a:r>
            <a:r>
              <a:rPr lang="ru-RU" i="1" dirty="0"/>
              <a:t> і селом... Вам доводиться </a:t>
            </a:r>
            <a:r>
              <a:rPr lang="ru-RU" i="1" dirty="0" err="1"/>
              <a:t>замінювати</a:t>
            </a:r>
            <a:r>
              <a:rPr lang="ru-RU" i="1" dirty="0"/>
              <a:t> </a:t>
            </a:r>
            <a:r>
              <a:rPr lang="ru-RU" i="1" dirty="0" err="1"/>
              <a:t>її</a:t>
            </a:r>
            <a:r>
              <a:rPr lang="ru-RU" i="1" dirty="0"/>
              <a:t> </a:t>
            </a:r>
            <a:r>
              <a:rPr lang="ru-RU" i="1" dirty="0" err="1"/>
              <a:t>штучними</a:t>
            </a:r>
            <a:r>
              <a:rPr lang="ru-RU" i="1" dirty="0"/>
              <a:t> заходами, </a:t>
            </a:r>
            <a:r>
              <a:rPr lang="ru-RU" i="1" dirty="0" err="1"/>
              <a:t>силовим</a:t>
            </a:r>
            <a:r>
              <a:rPr lang="ru-RU" i="1" dirty="0"/>
              <a:t> </a:t>
            </a:r>
            <a:r>
              <a:rPr lang="ru-RU" i="1" dirty="0" err="1"/>
              <a:t>відчуженням</a:t>
            </a:r>
            <a:r>
              <a:rPr lang="ru-RU" i="1" dirty="0"/>
              <a:t>, </a:t>
            </a:r>
            <a:r>
              <a:rPr lang="ru-RU" i="1" dirty="0" err="1"/>
              <a:t>реквізиціями</a:t>
            </a:r>
            <a:r>
              <a:rPr lang="ru-RU" i="1" dirty="0"/>
              <a:t> за </a:t>
            </a:r>
            <a:r>
              <a:rPr lang="ru-RU" i="1" dirty="0" err="1"/>
              <a:t>допомогою</a:t>
            </a:r>
            <a:r>
              <a:rPr lang="ru-RU" i="1" dirty="0"/>
              <a:t> </a:t>
            </a:r>
            <a:r>
              <a:rPr lang="ru-RU" i="1" dirty="0" err="1"/>
              <a:t>каральних</a:t>
            </a:r>
            <a:r>
              <a:rPr lang="ru-RU" i="1" dirty="0"/>
              <a:t> </a:t>
            </a:r>
            <a:r>
              <a:rPr lang="ru-RU" i="1" dirty="0" err="1"/>
              <a:t>загонів</a:t>
            </a:r>
            <a:r>
              <a:rPr lang="ru-RU" i="1" dirty="0"/>
              <a:t>...»,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DBEB3A2-F0EA-B63E-91E9-E9B121AB8D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3834120"/>
              </p:ext>
            </p:extLst>
          </p:nvPr>
        </p:nvGraphicFramePr>
        <p:xfrm>
          <a:off x="6170612" y="2667000"/>
          <a:ext cx="4876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616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9E697-19FB-C361-357B-41872C27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штрихуванням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територію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E3DF0E19-68FC-6ABF-F686-1EA3E058C0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9608" y="2667000"/>
            <a:ext cx="4420410" cy="3124200"/>
          </a:xfrm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61E59A1-8B97-66F4-84F2-CDF957D036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84404536"/>
              </p:ext>
            </p:extLst>
          </p:nvPr>
        </p:nvGraphicFramePr>
        <p:xfrm>
          <a:off x="6170612" y="2227811"/>
          <a:ext cx="4876800" cy="3857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8840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40D59-EF0E-68F5-AA3F-4959A831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«Нова </a:t>
            </a:r>
            <a:r>
              <a:rPr lang="ru-RU" dirty="0" err="1"/>
              <a:t>економічна</a:t>
            </a:r>
            <a:r>
              <a:rPr lang="ru-RU" dirty="0"/>
              <a:t> </a:t>
            </a:r>
            <a:r>
              <a:rPr lang="ru-RU" dirty="0" err="1"/>
              <a:t>політика</a:t>
            </a:r>
            <a:r>
              <a:rPr lang="ru-RU" dirty="0"/>
              <a:t>» — </a:t>
            </a:r>
            <a:r>
              <a:rPr lang="ru-RU" dirty="0" err="1"/>
              <a:t>це</a:t>
            </a:r>
            <a:r>
              <a:rPr lang="ru-RU" dirty="0"/>
              <a:t> комплекс </a:t>
            </a:r>
            <a:r>
              <a:rPr lang="ru-RU" dirty="0" err="1"/>
              <a:t>заходів</a:t>
            </a:r>
            <a:r>
              <a:rPr lang="ru-RU" dirty="0"/>
              <a:t>, </a:t>
            </a:r>
            <a:r>
              <a:rPr lang="ru-RU" dirty="0" err="1"/>
              <a:t>якими</a:t>
            </a:r>
            <a:r>
              <a:rPr lang="ru-RU" dirty="0"/>
              <a:t> </a:t>
            </a:r>
            <a:r>
              <a:rPr lang="ru-RU" dirty="0" err="1"/>
              <a:t>передбачалося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9D6E35B-4318-6C55-1B33-2D31537A5CD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49365173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90660EC-EC0F-83CD-8DD1-231E45ECA9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4673520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86107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BA1B5-6BFD-D1C7-CCEB-28139E9B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</a:t>
            </a:r>
            <a:r>
              <a:rPr lang="ru-RU" dirty="0" err="1"/>
              <a:t>соціально-економічного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в УСРР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(1921-1928 </a:t>
            </a:r>
            <a:r>
              <a:rPr lang="ru-RU" dirty="0" err="1"/>
              <a:t>рр</a:t>
            </a:r>
            <a:r>
              <a:rPr lang="ru-RU" dirty="0"/>
              <a:t>.)?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5EB4BBC-EFF9-72C5-95CF-BB197904E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FD220B-C14A-426E-4C94-D4A5976F5B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03483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5798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C0FF0-3C95-9E94-4F3B-77E7BF58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відображають</a:t>
            </a:r>
            <a:r>
              <a:rPr lang="ru-RU" dirty="0"/>
              <a:t> </a:t>
            </a:r>
            <a:r>
              <a:rPr lang="ru-RU" dirty="0" err="1"/>
              <a:t>подані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уривки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1920-х </a:t>
            </a:r>
            <a:r>
              <a:rPr lang="ru-RU" dirty="0" err="1"/>
              <a:t>років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3E6335-E2CD-E2F2-2066-D25BD6B472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i="1" dirty="0"/>
              <a:t>«До одноосібників, які... саботують хлібозаготівлі, негайно застосувати репресії... До одноосібників, що... не виконують плану... та про яких... відомо, що продавали хліб за спекулятивними цінами на ринку… застосувати штраф...».</a:t>
            </a:r>
          </a:p>
          <a:p>
            <a:pPr marL="342900" indent="-342900">
              <a:buFont typeface="+mj-lt"/>
              <a:buAutoNum type="arabicPeriod"/>
            </a:pPr>
            <a:r>
              <a:rPr lang="uk-UA" i="1" dirty="0"/>
              <a:t>«...при перших же ознаках протидії збиранню продподатку негайно вживати... заходів примусового характеру, вводячи в села військові частини, ...спрямовувати туди виїзні сесії ревтрибуналів [революційних трибуналів]».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1014CEA-9DDE-F542-BC63-838E57F7E5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9407912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241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7DFEC-F278-0D20-F885-43C6E573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Однією</a:t>
            </a:r>
            <a:r>
              <a:rPr lang="ru-RU" dirty="0"/>
              <a:t> з причин </a:t>
            </a:r>
            <a:r>
              <a:rPr lang="ru-RU" dirty="0" err="1"/>
              <a:t>упровадження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</a:t>
            </a:r>
            <a:r>
              <a:rPr lang="ru-RU" dirty="0" err="1"/>
              <a:t>НЕПу</a:t>
            </a:r>
            <a:r>
              <a:rPr lang="ru-RU" dirty="0"/>
              <a:t> як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господарювання</a:t>
            </a:r>
            <a:r>
              <a:rPr lang="ru-RU" dirty="0"/>
              <a:t> </a:t>
            </a:r>
            <a:r>
              <a:rPr lang="ru-RU" dirty="0" err="1"/>
              <a:t>було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8C0E37-8F06-E07A-F657-353084645E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4949564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CFD78AC-823A-27D0-BA3E-B725786FDF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3193645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40170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8330E-549D-3175-C348-B3D4D393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упровадження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</a:t>
            </a:r>
            <a:r>
              <a:rPr lang="ru-RU" dirty="0" err="1"/>
              <a:t>НЕПу</a:t>
            </a:r>
            <a:r>
              <a:rPr lang="ru-RU" dirty="0"/>
              <a:t> є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772675-8AE6-859A-B4E8-E42B1325C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E5A8E1-AD5A-FCCB-BA3C-1BF173B754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136251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3654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4570C-A815-2559-AFAA-08CB20A9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Яка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</a:t>
            </a:r>
            <a:r>
              <a:rPr lang="ru-RU" dirty="0" err="1"/>
              <a:t>сільському</a:t>
            </a:r>
            <a:r>
              <a:rPr lang="ru-RU" dirty="0"/>
              <a:t> </a:t>
            </a:r>
            <a:r>
              <a:rPr lang="ru-RU" dirty="0" err="1"/>
              <a:t>господарстві</a:t>
            </a:r>
            <a:r>
              <a:rPr lang="ru-RU" dirty="0"/>
              <a:t> УСРР в </a:t>
            </a:r>
            <a:r>
              <a:rPr lang="ru-RU" dirty="0" err="1"/>
              <a:t>умовах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78DEB0-97E1-D5C1-7691-CC5D9DF0DB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12B0E6-A890-DE7A-8E1F-E4D62A3009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463280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6502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3AA46-9CD9-674C-79A7-835CD268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Розвиткові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НЕПу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притаманне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1E15BD8-563E-80E5-8B90-4989F74344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1A41F8D-3731-2930-632A-26BCB45B74E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4812192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2701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92988-EA3D-09F6-FD26-F172E3C6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заходи </a:t>
            </a:r>
            <a:r>
              <a:rPr lang="ru-RU" dirty="0" err="1"/>
              <a:t>здійснювалися</a:t>
            </a:r>
            <a:r>
              <a:rPr lang="ru-RU" dirty="0"/>
              <a:t> </a:t>
            </a:r>
            <a:r>
              <a:rPr lang="ru-RU" dirty="0" err="1"/>
              <a:t>партійно-державним</a:t>
            </a:r>
            <a:r>
              <a:rPr lang="ru-RU" dirty="0"/>
              <a:t> </a:t>
            </a:r>
            <a:r>
              <a:rPr lang="ru-RU" dirty="0" err="1"/>
              <a:t>керівництвом</a:t>
            </a:r>
            <a:r>
              <a:rPr lang="ru-RU" dirty="0"/>
              <a:t> УСРР у </a:t>
            </a:r>
            <a:r>
              <a:rPr lang="ru-RU" dirty="0" err="1"/>
              <a:t>галузі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 </a:t>
            </a:r>
            <a:r>
              <a:rPr lang="ru-RU" dirty="0" err="1"/>
              <a:t>республіки</a:t>
            </a:r>
            <a:r>
              <a:rPr lang="ru-RU" dirty="0"/>
              <a:t> </a:t>
            </a:r>
            <a:r>
              <a:rPr lang="ru-RU" dirty="0" err="1"/>
              <a:t>впродовж</a:t>
            </a:r>
            <a:r>
              <a:rPr lang="ru-RU" dirty="0"/>
              <a:t> 1921—1928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5971B1D-40AE-CE78-A7E1-7317122CDDA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848698"/>
              </p:ext>
            </p:extLst>
          </p:nvPr>
        </p:nvGraphicFramePr>
        <p:xfrm>
          <a:off x="1141412" y="2666999"/>
          <a:ext cx="4876800" cy="3581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5BDAC8-EF07-BAA6-A9CE-E90860DE1E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1111965"/>
              </p:ext>
            </p:extLst>
          </p:nvPr>
        </p:nvGraphicFramePr>
        <p:xfrm>
          <a:off x="6170612" y="2667000"/>
          <a:ext cx="4876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59411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8EA27-3FBD-771A-C733-2EA123B0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з </a:t>
            </a:r>
            <a:r>
              <a:rPr lang="ru-RU" dirty="0" err="1"/>
              <a:t>цитованих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 створено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(1921–1928 </a:t>
            </a:r>
            <a:r>
              <a:rPr lang="ru-RU" dirty="0" err="1"/>
              <a:t>рр</a:t>
            </a:r>
            <a:r>
              <a:rPr lang="ru-RU" dirty="0"/>
              <a:t>.)?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23EEA4F-947B-D994-025C-671F83CABE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719079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A91A3B2-5AAD-9CFB-811B-4624726CE7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3321432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95398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AC7FF-C99B-FC50-2509-641608E3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Укажіть складові нової економічної політики, здійснюваної в Українській СРР в 1921–1928 рр.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7505426-1AE6-911A-0BA7-5318BAC485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8001521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9C8C89B-86C0-EE88-2E62-8B91783934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893697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8101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7BBF6-5386-7813-B56C-34D7484A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</a:t>
            </a:r>
            <a:r>
              <a:rPr lang="ru-RU" dirty="0" err="1"/>
              <a:t>соціально-економічному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УСРР в </a:t>
            </a:r>
            <a:r>
              <a:rPr lang="ru-RU" dirty="0" err="1"/>
              <a:t>умовах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66EDE7-3B43-3705-C2C2-9B087F2F20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80842343"/>
              </p:ext>
            </p:extLst>
          </p:nvPr>
        </p:nvGraphicFramePr>
        <p:xfrm>
          <a:off x="1141412" y="2666999"/>
          <a:ext cx="4876800" cy="4038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D301FB6-E097-EDEE-4ECD-8F02CFFCC2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0028911"/>
              </p:ext>
            </p:extLst>
          </p:nvPr>
        </p:nvGraphicFramePr>
        <p:xfrm>
          <a:off x="6173790" y="2666999"/>
          <a:ext cx="4876800" cy="4191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17031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03281-6CDA-9E73-21EB-3A747A1C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Сприятливі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для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ринкових</a:t>
            </a:r>
            <a:r>
              <a:rPr lang="ru-RU" dirty="0"/>
              <a:t> </a:t>
            </a:r>
            <a:r>
              <a:rPr lang="ru-RU" dirty="0" err="1"/>
              <a:t>відносин</a:t>
            </a:r>
            <a:r>
              <a:rPr lang="ru-RU" dirty="0"/>
              <a:t> в УСРР </a:t>
            </a:r>
            <a:r>
              <a:rPr lang="ru-RU" dirty="0" err="1"/>
              <a:t>існували</a:t>
            </a:r>
            <a:r>
              <a:rPr lang="ru-RU" dirty="0"/>
              <a:t> за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06ADE6-AB26-7FF7-E600-5341CE7A58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CB2630F-A7F2-340F-0D94-562E33DA2D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94161698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5534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F9BAD8D-7E05-3A73-E7AD-FD65552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Культурне життя в 1920-ті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038B866A-DE9C-EC27-F372-4BD6CCFB7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3423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D34B5-7EAF-A6EE-35FF-71D25985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Яке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вирішувалося</a:t>
            </a:r>
            <a:r>
              <a:rPr lang="ru-RU" dirty="0"/>
              <a:t> </a:t>
            </a:r>
            <a:r>
              <a:rPr lang="ru-RU" dirty="0" err="1"/>
              <a:t>радянською</a:t>
            </a:r>
            <a:r>
              <a:rPr lang="ru-RU" dirty="0"/>
              <a:t> </a:t>
            </a:r>
            <a:r>
              <a:rPr lang="ru-RU" dirty="0" err="1"/>
              <a:t>владою</a:t>
            </a:r>
            <a:r>
              <a:rPr lang="ru-RU" dirty="0"/>
              <a:t> в </a:t>
            </a:r>
            <a:r>
              <a:rPr lang="ru-RU" dirty="0" err="1"/>
              <a:t>галузі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в 1920-ті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C336064-F258-E0F7-D214-569425CA82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227627-C191-A7AD-E7F6-592E3468E0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5673337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5435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3BB1C-9FF2-9C33-AEFC-11F3A282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з </a:t>
            </a:r>
            <a:r>
              <a:rPr lang="ru-RU" dirty="0" err="1"/>
              <a:t>указаного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України</a:t>
            </a:r>
            <a:r>
              <a:rPr lang="ru-RU" dirty="0"/>
              <a:t> в 1921 — 1928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67549F-61A3-25AD-9BE3-8D20AA1681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8632181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2F0B1BD-14DB-979C-E271-114373210C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074629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33655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52827-CE93-7F92-CBD3-2A388863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Організація лікнепу, ліквідація університетів, проведення «українізації» були складовими політики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BBECE8-1D8B-1FE3-0E6F-5CD2EAC915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661E1DC-6A2C-D541-D618-E032EC2BE6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90356548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713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DB51A-8125-BCAC-FF9F-F05462ED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складові</a:t>
            </a:r>
            <a:r>
              <a:rPr lang="ru-RU" dirty="0"/>
              <a:t> культурного та духовного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народу </a:t>
            </a:r>
            <a:r>
              <a:rPr lang="ru-RU" dirty="0" err="1"/>
              <a:t>під</a:t>
            </a:r>
            <a:r>
              <a:rPr lang="ru-RU" dirty="0"/>
              <a:t> час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F5AA24-2B62-8FAD-F526-D4011E1839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Створення літературно-художніх об’єднань, розширення мережі робітфаків, становлення Української автокефальної православної церкви 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6998D5-78D3-00B3-CE6F-228F0E42FB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5005184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61276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29046-6316-C433-51F2-7E9FFB8B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Вільну</a:t>
            </a:r>
            <a:r>
              <a:rPr lang="ru-RU" dirty="0"/>
              <a:t> </a:t>
            </a:r>
            <a:r>
              <a:rPr lang="ru-RU" dirty="0" err="1"/>
              <a:t>академію</a:t>
            </a:r>
            <a:r>
              <a:rPr lang="ru-RU" dirty="0"/>
              <a:t> </a:t>
            </a:r>
            <a:r>
              <a:rPr lang="ru-RU" dirty="0" err="1"/>
              <a:t>пролетарської</a:t>
            </a:r>
            <a:r>
              <a:rPr lang="ru-RU" dirty="0"/>
              <a:t> </a:t>
            </a:r>
            <a:r>
              <a:rPr lang="ru-RU" dirty="0" err="1"/>
              <a:t>літератури</a:t>
            </a:r>
            <a:r>
              <a:rPr lang="ru-RU" dirty="0"/>
              <a:t> (ВАПЛІТЕ) засновано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952AC9C-F8B0-02A9-4CFF-334023D2C2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3F06858-7168-E58C-C612-CE17D00E61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1086949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874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2D17E-1D53-1BD3-5DD9-183B9FB5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1920-х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листі</a:t>
            </a:r>
            <a:r>
              <a:rPr lang="ru-RU" dirty="0"/>
              <a:t> Й. </a:t>
            </a:r>
            <a:r>
              <a:rPr lang="ru-RU" dirty="0" err="1"/>
              <a:t>Сталіна</a:t>
            </a:r>
            <a:r>
              <a:rPr lang="ru-RU" dirty="0"/>
              <a:t> до Л. Кагановича?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0B3E4E-4F4A-2E6E-1B18-B37F40DC2B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«…Вимоги про "негайну дерусифікацію пролетаріату" в Україні, його думка про те, що "від російської літератури, від її стилю українська поезія повинна тікати якнайшвидше", його заява про те, що "ідеї пролетаріату нам відомі і без московського мистецтва"… звучать тепер… більш ніж дивно».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0004E7-B2D8-AD8C-A44C-C8611D4450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890007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1618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A66D5-B2AA-F687-BBF6-63D36A5B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ВАПЛІТЕ — це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624B7E1-9D29-F848-5838-70D72B7F0A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7562795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2DE5E9E-A48A-C0E8-BC5F-9647A8ED10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35355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0D15-6163-782D-FABA-E235E39A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з </a:t>
            </a:r>
            <a:r>
              <a:rPr lang="ru-RU" dirty="0" err="1"/>
              <a:t>наведених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? (</a:t>
            </a:r>
            <a:r>
              <a:rPr lang="ru-RU" dirty="0" err="1"/>
              <a:t>чотири</a:t>
            </a:r>
            <a:r>
              <a:rPr lang="ru-RU" dirty="0"/>
              <a:t>)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72D1FBE-3964-4907-F0AE-09AD139C91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5154126"/>
              </p:ext>
            </p:extLst>
          </p:nvPr>
        </p:nvGraphicFramePr>
        <p:xfrm>
          <a:off x="1141412" y="2992582"/>
          <a:ext cx="4876800" cy="3255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6B8904-7DC3-DCD5-DE7B-DB3951B4552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0030331"/>
              </p:ext>
            </p:extLst>
          </p:nvPr>
        </p:nvGraphicFramePr>
        <p:xfrm>
          <a:off x="6170612" y="2666999"/>
          <a:ext cx="4876800" cy="3999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199445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10645-F759-0D22-0D1D-57A0D251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Поглядам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митця</a:t>
            </a:r>
            <a:r>
              <a:rPr lang="ru-RU" dirty="0"/>
              <a:t> </a:t>
            </a:r>
            <a:r>
              <a:rPr lang="ru-RU" dirty="0" err="1"/>
              <a:t>червневий</a:t>
            </a:r>
            <a:r>
              <a:rPr lang="ru-RU" dirty="0"/>
              <a:t> (1926 р.) пленум ЦК КП(б)У дав </a:t>
            </a:r>
            <a:r>
              <a:rPr lang="ru-RU" dirty="0" err="1"/>
              <a:t>таку</a:t>
            </a:r>
            <a:r>
              <a:rPr lang="ru-RU" dirty="0"/>
              <a:t> </a:t>
            </a:r>
            <a:r>
              <a:rPr lang="ru-RU" dirty="0" err="1"/>
              <a:t>оцінку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04CCE1-D795-DFBE-E2F6-D9703DF8E0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«Ці гасла можуть бути прапором для української буржуазії, що зростає на ґрунті непу, бо вона під орієнтацією на Європу безперечно розуміє відмежування від фронту міжнародної революції, від столиці СРСР — Москви...»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5E14426-0469-1AF5-B4E6-65DEFDB54C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027468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9490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F6B22-E828-CC2E-0329-80C7C8C50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одну з причин </a:t>
            </a:r>
            <a:r>
              <a:rPr lang="ru-RU" dirty="0" err="1"/>
              <a:t>впровадження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на початку 1920-х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політики</a:t>
            </a:r>
            <a:r>
              <a:rPr lang="ru-RU" dirty="0"/>
              <a:t> </a:t>
            </a:r>
            <a:r>
              <a:rPr lang="ru-RU" dirty="0" err="1"/>
              <a:t>коренізації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AF187CE-4B12-84CD-8B9D-C19AB758E6C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71938100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52598E8-67F5-2782-296F-BDACA2D0BE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389979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97125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68E7B-3FA7-62C0-C095-0A4ED76D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політику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уряду в </a:t>
            </a:r>
            <a:r>
              <a:rPr lang="ru-RU" dirty="0" err="1"/>
              <a:t>галузі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BDBC21-1856-0DE2-1034-D9CE29DFD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«Для звуження впливу старої професури та викладачів було реорганізовано управління вищою школою. До факультетських рад включалися представники студентства, кількість яких у радах дорівнювала кількості викладачів. Від автономії вузів нічого не залишилося. Університети взагалі були ліквідовані, а на їхній основі утворювалися галузеві навчальні заклади, зокрема інститути народної освіти».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763E0AB-B3E1-FF2B-0224-3582F8F4BA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5992387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7874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528B5-A282-1C56-2CD3-46899E87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Стосовно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політичного</a:t>
            </a:r>
            <a:r>
              <a:rPr lang="ru-RU" dirty="0"/>
              <a:t> курсу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прийнято</a:t>
            </a:r>
            <a:r>
              <a:rPr lang="ru-RU" dirty="0"/>
              <a:t> </a:t>
            </a:r>
            <a:r>
              <a:rPr lang="ru-RU" dirty="0" err="1"/>
              <a:t>цитовану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резолюцію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A76FC7-34E2-57E3-EB6C-B52B8B0D88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«Розмови про переваги російської культури і висування положення про неминучість перемоги більш високої російської культури над культурами більш відсталих народів — українського, азербайджанського та ін. — є не що інше, як спроба закріпити панування великоросійської національності. Рішуче борючись проти пережитків російського шовінізму, партія мусить водночас боротися і проти українського шовінізму»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10A93A-E0D8-C640-0AB9-3B65E353B9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4272112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44889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992DA-AA06-DA6D-6267-40447303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1921–1928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було</a:t>
            </a:r>
            <a:r>
              <a:rPr lang="ru-RU" dirty="0"/>
              <a:t> характерно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2A3C98E-309E-FA16-4B11-59911EB611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7B30B3-D9BE-52D9-DB05-04CA20DB34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2073475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9170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26D0-8D22-B452-920E-605D0506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один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символів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D4C1480-7A80-F29D-3D64-E9E9391FF3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3282465"/>
            <a:ext cx="4876800" cy="1893269"/>
          </a:xfrm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77EE26F-D1B7-0073-6E74-5ADC1764D2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503732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72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ітчаста">
  <a:themeElements>
    <a:clrScheme name="Сітчаст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Сітчаст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ітчаст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Сітчаста</Template>
  <TotalTime>96</TotalTime>
  <Words>2994</Words>
  <Application>Microsoft Office PowerPoint</Application>
  <PresentationFormat>Широкий екран</PresentationFormat>
  <Paragraphs>294</Paragraphs>
  <Slides>54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54</vt:i4>
      </vt:variant>
    </vt:vector>
  </HeadingPairs>
  <TitlesOfParts>
    <vt:vector size="57" baseType="lpstr">
      <vt:lpstr>Arial</vt:lpstr>
      <vt:lpstr>Century Gothic</vt:lpstr>
      <vt:lpstr>Сітчаста</vt:lpstr>
      <vt:lpstr>Встановлення комуністичного тоталітарного режиму в Україні</vt:lpstr>
      <vt:lpstr>Передумови</vt:lpstr>
      <vt:lpstr>Установіть відповідність між назвами державних утворень, проголошених у 1917—1919 рр., та поняттями й термінами, які потрібно застосовувати для їхньої характеристики.</vt:lpstr>
      <vt:lpstr>Головні події встановлення комуністичної влади</vt:lpstr>
      <vt:lpstr>У якому році Українська СРР стала складовою СРСР?</vt:lpstr>
      <vt:lpstr>Укладення якого міжнародного договору викликало такий коментар сучасника:</vt:lpstr>
      <vt:lpstr>Державно-політичний статус УСРР у 1921–1922 роках визначався</vt:lpstr>
      <vt:lpstr>Проаналізуйте наведені твердження та вкажіть правильне.</vt:lpstr>
      <vt:lpstr>У якому році започатковано політику «коренізації» в УСРР?</vt:lpstr>
      <vt:lpstr>Ленінський період</vt:lpstr>
      <vt:lpstr>Установіть відповідність між суспільно-політичними подіями 1920-х рр. та їхніми наслідками.</vt:lpstr>
      <vt:lpstr>Який захід більшовиків дав змогу голові Раднаркому РСФРР В. Леніну заявити:</vt:lpstr>
      <vt:lpstr>Яку політику більшовиків С. Петлюра характеризував таким чином:</vt:lpstr>
      <vt:lpstr>Із якою метою ухвалено Постанову ВУЦВК і РНК УСРР, уривок з якої процитовано:</vt:lpstr>
      <vt:lpstr>Упроваджуючи на початку 1920-х рр. політику «коренізації», партійно-радянське керівництво СРСР мало на меті</vt:lpstr>
      <vt:lpstr>Що обумовило це зростання?</vt:lpstr>
      <vt:lpstr>Складовою якої політики радянської влади в УСРР були заходи, відображені в документі, уривок із якого процитовано:</vt:lpstr>
      <vt:lpstr>цитовану доповідну записку створено в роки</vt:lpstr>
      <vt:lpstr>Що стало приводом до масового вилучення державою церковних цінностей в Українській СРР на початку 1920-х рр.?</vt:lpstr>
      <vt:lpstr>Що зумовило появу зображеного плаката?</vt:lpstr>
      <vt:lpstr>У роки нової економічної політики у сфері трудових відносин</vt:lpstr>
      <vt:lpstr>За змістом рекламного оголошення можна встановити, що його створено в роки</vt:lpstr>
      <vt:lpstr>Зростання обсягів промислового виробництва в Україні в період НЕПу було забезпечено завдяки</vt:lpstr>
      <vt:lpstr>Укажіть наслідки впровадження в Україні нової економічної політики (1921–1928 рр.).</vt:lpstr>
      <vt:lpstr>За змістом агітаційного плаката можна встановити, що його створено в роки.</vt:lpstr>
      <vt:lpstr>так письменник В. Короленко охарактеризував наслідки</vt:lpstr>
      <vt:lpstr>На картосхемі штрихуванням позначено територію</vt:lpstr>
      <vt:lpstr>«Нова економічна політика» — це комплекс заходів, якими передбачалося</vt:lpstr>
      <vt:lpstr>Що було характерним для соціально-економічного життя в УСРР періоду нової економічної політики (1921-1928 рр.)?</vt:lpstr>
      <vt:lpstr>Чи відображають подані нижче уривки з історичних джерел окремі аспекти життя українського суспільства 1920-х років?</vt:lpstr>
      <vt:lpstr>Однією з причин упровадження в Україні НЕПу як нової моделі господарювання було</vt:lpstr>
      <vt:lpstr>Одним із наслідків упровадження в Україні НЕПу є</vt:lpstr>
      <vt:lpstr>Яка зміна відбулася в сільському господарстві УСРР в умовах нової економічної політики?</vt:lpstr>
      <vt:lpstr>Розвиткові сільського господарства України в період НЕПу було притаманне</vt:lpstr>
      <vt:lpstr>Які заходи здійснювалися партійно-державним керівництвом УСРР у галузі сільського господарства республіки впродовж 1921—1928 рр.?</vt:lpstr>
      <vt:lpstr>Які з цитованих документів створено в період нової економічної політики (1921–1928 рр.)?</vt:lpstr>
      <vt:lpstr>Укажіть складові нової економічної політики, здійснюваної в Українській СРР в 1921–1928 рр.</vt:lpstr>
      <vt:lpstr>Яка зміна відбулася в соціально-економічному розвитку УСРР в умовах нової економічної політики?</vt:lpstr>
      <vt:lpstr>Сприятливі умови для розвитку ринкових відносин в УСРР існували за часів реалізації заходів</vt:lpstr>
      <vt:lpstr>Культурне життя в 1920-ті</vt:lpstr>
      <vt:lpstr>Яке завдання вирішувалося радянською владою в галузі культури в 1920-ті рр.?</vt:lpstr>
      <vt:lpstr>Що з указаного нижче було характерним для культурного життя України в 1921 — 1928 рр.?</vt:lpstr>
      <vt:lpstr>Організація лікнепу, ліквідація університетів, проведення «українізації» були складовими політики</vt:lpstr>
      <vt:lpstr>це складові культурного та духовного життя українського народу під час</vt:lpstr>
      <vt:lpstr>Вільну академію пролетарської літератури (ВАПЛІТЕ) засновано</vt:lpstr>
      <vt:lpstr>Про якого діяча культури України 1920-х рр. йдеться в листі Й. Сталіна до Л. Кагановича?</vt:lpstr>
      <vt:lpstr>ВАПЛІТЕ — це</vt:lpstr>
      <vt:lpstr>Які з наведених подій відбулися в період нової економічної політики? (чотири)</vt:lpstr>
      <vt:lpstr>Поглядам якого українського митця червневий (1926 р.) пленум ЦК КП(б)У дав таку оцінку:</vt:lpstr>
      <vt:lpstr>У якому уривку з історичних джерел відображено одну з причин впровадження в Україні на початку 1920-х рр. політики коренізації?</vt:lpstr>
      <vt:lpstr>Про політику якого уряду в галузі освіти йдеться в уривку з історичного джерела?</vt:lpstr>
      <vt:lpstr>Стосовно якого політичного курсу було прийнято цитовану нижче резолюцію?</vt:lpstr>
      <vt:lpstr>Для культурного життя України в 1921–1928 рр. було характерно</vt:lpstr>
      <vt:lpstr>На фото зображено один із символів міста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</cp:revision>
  <dcterms:created xsi:type="dcterms:W3CDTF">2025-01-29T11:15:47Z</dcterms:created>
  <dcterms:modified xsi:type="dcterms:W3CDTF">2025-01-29T12:51:55Z</dcterms:modified>
</cp:coreProperties>
</file>