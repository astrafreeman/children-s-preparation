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4" r:id="rId15"/>
    <p:sldId id="276" r:id="rId16"/>
    <p:sldId id="278" r:id="rId17"/>
    <p:sldId id="272" r:id="rId18"/>
    <p:sldId id="270" r:id="rId19"/>
    <p:sldId id="285" r:id="rId20"/>
    <p:sldId id="287" r:id="rId21"/>
    <p:sldId id="275" r:id="rId22"/>
    <p:sldId id="271" r:id="rId23"/>
    <p:sldId id="288" r:id="rId24"/>
    <p:sldId id="277" r:id="rId25"/>
    <p:sldId id="284" r:id="rId26"/>
    <p:sldId id="281" r:id="rId27"/>
    <p:sldId id="286" r:id="rId28"/>
    <p:sldId id="283" r:id="rId29"/>
    <p:sldId id="269" r:id="rId30"/>
    <p:sldId id="279" r:id="rId31"/>
    <p:sldId id="280" r:id="rId32"/>
    <p:sldId id="273" r:id="rId33"/>
    <p:sldId id="282" r:id="rId34"/>
    <p:sldId id="291" r:id="rId35"/>
    <p:sldId id="290" r:id="rId36"/>
    <p:sldId id="292" r:id="rId37"/>
    <p:sldId id="293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озділ за замовчуванням" id="{9BD10B61-451C-47D9-AE3C-39ECF103EBF6}">
          <p14:sldIdLst>
            <p14:sldId id="256"/>
          </p14:sldIdLst>
        </p14:section>
        <p14:section name="Розширений зміст попередньої" id="{788135B5-71E9-4485-96D7-4A4E99DE7E23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Війна та політика" id="{705A1AE1-F15E-4F89-A4FE-B2A7932D3D73}">
          <p14:sldIdLst>
            <p14:sldId id="274"/>
            <p14:sldId id="276"/>
            <p14:sldId id="278"/>
            <p14:sldId id="272"/>
            <p14:sldId id="270"/>
            <p14:sldId id="285"/>
            <p14:sldId id="287"/>
          </p14:sldIdLst>
        </p14:section>
        <p14:section name="Економічні реформи" id="{6A31309F-E7D3-4636-A3A3-3EC53BBFED7E}">
          <p14:sldIdLst>
            <p14:sldId id="275"/>
            <p14:sldId id="271"/>
            <p14:sldId id="288"/>
            <p14:sldId id="277"/>
            <p14:sldId id="284"/>
          </p14:sldIdLst>
        </p14:section>
        <p14:section name="Реформи 1860-1870-х" id="{B5693E2F-5B50-4845-8656-C75D2945E83D}">
          <p14:sldIdLst>
            <p14:sldId id="281"/>
            <p14:sldId id="286"/>
            <p14:sldId id="283"/>
            <p14:sldId id="269"/>
            <p14:sldId id="279"/>
            <p14:sldId id="280"/>
          </p14:sldIdLst>
        </p14:section>
        <p14:section name="Культура" id="{F069B20E-A8FE-4491-A883-AF1677165B01}">
          <p14:sldIdLst>
            <p14:sldId id="273"/>
            <p14:sldId id="282"/>
          </p14:sldIdLst>
        </p14:section>
        <p14:section name="Події початку ХХ ст." id="{D4E1DE5A-2579-4685-986C-B47761D8932F}">
          <p14:sldIdLst>
            <p14:sldId id="291"/>
            <p14:sldId id="290"/>
            <p14:sldId id="292"/>
            <p14:sldId id="2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57" d="100"/>
          <a:sy n="57" d="100"/>
        </p:scale>
        <p:origin x="108" y="1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F2570E-75AC-4CF4-9864-C04E52A43B4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FDD08C7-A626-4089-AC93-13EBF2423F9B}">
      <dgm:prSet/>
      <dgm:spPr/>
      <dgm:t>
        <a:bodyPr/>
        <a:lstStyle/>
        <a:p>
          <a:r>
            <a:rPr lang="uk-UA" b="0" i="0"/>
            <a:t>ліквідація самодержавства, скасування кріпацтва та станового поділу суспільства</a:t>
          </a:r>
          <a:endParaRPr lang="uk-UA"/>
        </a:p>
      </dgm:t>
    </dgm:pt>
    <dgm:pt modelId="{AF0CC42A-A5CD-4A82-B998-BF5FFB8AC783}" type="parTrans" cxnId="{6D397F80-BE5D-4857-85AC-2C4F27CFCBC0}">
      <dgm:prSet/>
      <dgm:spPr/>
      <dgm:t>
        <a:bodyPr/>
        <a:lstStyle/>
        <a:p>
          <a:endParaRPr lang="uk-UA"/>
        </a:p>
      </dgm:t>
    </dgm:pt>
    <dgm:pt modelId="{D78EB260-6278-4212-AF3D-66B6E2CAD58A}" type="sibTrans" cxnId="{6D397F80-BE5D-4857-85AC-2C4F27CFCBC0}">
      <dgm:prSet/>
      <dgm:spPr/>
      <dgm:t>
        <a:bodyPr/>
        <a:lstStyle/>
        <a:p>
          <a:endParaRPr lang="uk-UA"/>
        </a:p>
      </dgm:t>
    </dgm:pt>
    <dgm:pt modelId="{59F03CA0-857A-474B-A25A-36CF3CB64C14}">
      <dgm:prSet/>
      <dgm:spPr/>
      <dgm:t>
        <a:bodyPr/>
        <a:lstStyle/>
        <a:p>
          <a:r>
            <a:rPr lang="uk-UA" b="0" i="0" dirty="0"/>
            <a:t>створення демократичної федерації слов’янських християнських республік</a:t>
          </a:r>
          <a:endParaRPr lang="uk-UA" dirty="0"/>
        </a:p>
      </dgm:t>
    </dgm:pt>
    <dgm:pt modelId="{DE926475-90F7-434D-A539-C9817E5077C0}" type="parTrans" cxnId="{11F488A4-BEE4-4955-9032-C228C2560456}">
      <dgm:prSet/>
      <dgm:spPr/>
      <dgm:t>
        <a:bodyPr/>
        <a:lstStyle/>
        <a:p>
          <a:endParaRPr lang="uk-UA"/>
        </a:p>
      </dgm:t>
    </dgm:pt>
    <dgm:pt modelId="{78483F4B-0385-49BF-9656-EC272881CFC8}" type="sibTrans" cxnId="{11F488A4-BEE4-4955-9032-C228C2560456}">
      <dgm:prSet/>
      <dgm:spPr/>
      <dgm:t>
        <a:bodyPr/>
        <a:lstStyle/>
        <a:p>
          <a:endParaRPr lang="uk-UA"/>
        </a:p>
      </dgm:t>
    </dgm:pt>
    <dgm:pt modelId="{DDCD6693-3CEE-4F8F-A817-6DDEDC16C5E0}">
      <dgm:prSet/>
      <dgm:spPr/>
      <dgm:t>
        <a:bodyPr/>
        <a:lstStyle/>
        <a:p>
          <a:r>
            <a:rPr lang="uk-UA" b="0" i="0"/>
            <a:t>об’єднання українського та польського рухів у єдиний національно-визвольний рух</a:t>
          </a:r>
          <a:endParaRPr lang="uk-UA"/>
        </a:p>
      </dgm:t>
    </dgm:pt>
    <dgm:pt modelId="{59FCE284-F3F7-46BD-B7D9-9BC84440AB1B}" type="parTrans" cxnId="{5FCDBBCA-B98B-42DA-8EA0-093056387309}">
      <dgm:prSet/>
      <dgm:spPr/>
      <dgm:t>
        <a:bodyPr/>
        <a:lstStyle/>
        <a:p>
          <a:endParaRPr lang="uk-UA"/>
        </a:p>
      </dgm:t>
    </dgm:pt>
    <dgm:pt modelId="{C25DE941-CC67-44EE-8158-AA3D4306AD53}" type="sibTrans" cxnId="{5FCDBBCA-B98B-42DA-8EA0-093056387309}">
      <dgm:prSet/>
      <dgm:spPr/>
      <dgm:t>
        <a:bodyPr/>
        <a:lstStyle/>
        <a:p>
          <a:endParaRPr lang="uk-UA"/>
        </a:p>
      </dgm:t>
    </dgm:pt>
    <dgm:pt modelId="{E817534B-31AE-4D2C-A906-F0198E14FD6A}">
      <dgm:prSet/>
      <dgm:spPr/>
      <dgm:t>
        <a:bodyPr/>
        <a:lstStyle/>
        <a:p>
          <a:r>
            <a:rPr lang="uk-UA" b="0" i="0"/>
            <a:t>утвердження демократичних прав і свобод, рівності усіх громадян перед законом</a:t>
          </a:r>
          <a:endParaRPr lang="uk-UA"/>
        </a:p>
      </dgm:t>
    </dgm:pt>
    <dgm:pt modelId="{562DC559-0D6B-4C88-BF02-A25CAD724290}" type="parTrans" cxnId="{CCF8178D-2361-4FA6-8CED-15D01BBCEF19}">
      <dgm:prSet/>
      <dgm:spPr/>
      <dgm:t>
        <a:bodyPr/>
        <a:lstStyle/>
        <a:p>
          <a:endParaRPr lang="uk-UA"/>
        </a:p>
      </dgm:t>
    </dgm:pt>
    <dgm:pt modelId="{55907CC8-D6B7-4F36-9EC9-9B3A2BF3BA7B}" type="sibTrans" cxnId="{CCF8178D-2361-4FA6-8CED-15D01BBCEF19}">
      <dgm:prSet/>
      <dgm:spPr/>
      <dgm:t>
        <a:bodyPr/>
        <a:lstStyle/>
        <a:p>
          <a:endParaRPr lang="uk-UA"/>
        </a:p>
      </dgm:t>
    </dgm:pt>
    <dgm:pt modelId="{BDEB2D51-204A-4C14-9B38-366D558C7710}">
      <dgm:prSet/>
      <dgm:spPr/>
      <dgm:t>
        <a:bodyPr/>
        <a:lstStyle/>
        <a:p>
          <a:r>
            <a:rPr lang="uk-UA" b="0" i="0"/>
            <a:t>повалення царизму шляхом військового перевороту або визвольного повстання</a:t>
          </a:r>
          <a:endParaRPr lang="uk-UA"/>
        </a:p>
      </dgm:t>
    </dgm:pt>
    <dgm:pt modelId="{7B3521DC-619D-485B-B1E6-AE1F4F6260E2}" type="parTrans" cxnId="{7988CCDC-5A78-4492-9BC5-52E03618D0B1}">
      <dgm:prSet/>
      <dgm:spPr/>
      <dgm:t>
        <a:bodyPr/>
        <a:lstStyle/>
        <a:p>
          <a:endParaRPr lang="uk-UA"/>
        </a:p>
      </dgm:t>
    </dgm:pt>
    <dgm:pt modelId="{C2FE1771-2CDE-41AB-BB39-7264BE6737E2}" type="sibTrans" cxnId="{7988CCDC-5A78-4492-9BC5-52E03618D0B1}">
      <dgm:prSet/>
      <dgm:spPr/>
      <dgm:t>
        <a:bodyPr/>
        <a:lstStyle/>
        <a:p>
          <a:endParaRPr lang="uk-UA"/>
        </a:p>
      </dgm:t>
    </dgm:pt>
    <dgm:pt modelId="{3A86153D-595B-49A4-91A0-A3566C9E4ABB}">
      <dgm:prSet/>
      <dgm:spPr/>
      <dgm:t>
        <a:bodyPr/>
        <a:lstStyle/>
        <a:p>
          <a:r>
            <a:rPr lang="uk-UA" b="0" i="0"/>
            <a:t>здобуття Україною автономії у складі демократичної Російської республіки</a:t>
          </a:r>
          <a:endParaRPr lang="uk-UA"/>
        </a:p>
      </dgm:t>
    </dgm:pt>
    <dgm:pt modelId="{64E68CDA-5058-42AA-AD7C-1DC4817E9B5B}" type="parTrans" cxnId="{3DDED729-CFB8-4A6F-9FEB-E2C9D6EE6CA1}">
      <dgm:prSet/>
      <dgm:spPr/>
      <dgm:t>
        <a:bodyPr/>
        <a:lstStyle/>
        <a:p>
          <a:endParaRPr lang="uk-UA"/>
        </a:p>
      </dgm:t>
    </dgm:pt>
    <dgm:pt modelId="{21EAB005-78E2-481D-A298-C93A8E551FE5}" type="sibTrans" cxnId="{3DDED729-CFB8-4A6F-9FEB-E2C9D6EE6CA1}">
      <dgm:prSet/>
      <dgm:spPr/>
      <dgm:t>
        <a:bodyPr/>
        <a:lstStyle/>
        <a:p>
          <a:endParaRPr lang="uk-UA"/>
        </a:p>
      </dgm:t>
    </dgm:pt>
    <dgm:pt modelId="{EB878A3C-41B4-4871-9888-F13DC65BB900}" type="pres">
      <dgm:prSet presAssocID="{B7F2570E-75AC-4CF4-9864-C04E52A43B4A}" presName="linear" presStyleCnt="0">
        <dgm:presLayoutVars>
          <dgm:animLvl val="lvl"/>
          <dgm:resizeHandles val="exact"/>
        </dgm:presLayoutVars>
      </dgm:prSet>
      <dgm:spPr/>
    </dgm:pt>
    <dgm:pt modelId="{0A3CBBEB-CD91-4F23-A7BD-AA01AB4C54CE}" type="pres">
      <dgm:prSet presAssocID="{4FDD08C7-A626-4089-AC93-13EBF2423F9B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BDC39CEB-8B34-4CA4-9102-8AC22EB11872}" type="pres">
      <dgm:prSet presAssocID="{D78EB260-6278-4212-AF3D-66B6E2CAD58A}" presName="spacer" presStyleCnt="0"/>
      <dgm:spPr/>
    </dgm:pt>
    <dgm:pt modelId="{45CC3979-6D9D-4D96-8EA8-5A8C17E27B39}" type="pres">
      <dgm:prSet presAssocID="{59F03CA0-857A-474B-A25A-36CF3CB64C14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7ACEC87E-1AB5-4552-BF2D-15E3C8C33DDC}" type="pres">
      <dgm:prSet presAssocID="{78483F4B-0385-49BF-9656-EC272881CFC8}" presName="spacer" presStyleCnt="0"/>
      <dgm:spPr/>
    </dgm:pt>
    <dgm:pt modelId="{3ABBA389-918B-431D-973A-81E2E9DF0837}" type="pres">
      <dgm:prSet presAssocID="{DDCD6693-3CEE-4F8F-A817-6DDEDC16C5E0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E5A36051-93B1-4687-9381-B6E8B8812468}" type="pres">
      <dgm:prSet presAssocID="{C25DE941-CC67-44EE-8158-AA3D4306AD53}" presName="spacer" presStyleCnt="0"/>
      <dgm:spPr/>
    </dgm:pt>
    <dgm:pt modelId="{DCD75F1E-42F1-4763-B2F5-1709F92AED12}" type="pres">
      <dgm:prSet presAssocID="{E817534B-31AE-4D2C-A906-F0198E14FD6A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EF9F7B72-A98E-4470-9784-5139FBBD8D5E}" type="pres">
      <dgm:prSet presAssocID="{55907CC8-D6B7-4F36-9EC9-9B3A2BF3BA7B}" presName="spacer" presStyleCnt="0"/>
      <dgm:spPr/>
    </dgm:pt>
    <dgm:pt modelId="{6EF653A5-A508-4FFF-8297-B144384DF339}" type="pres">
      <dgm:prSet presAssocID="{BDEB2D51-204A-4C14-9B38-366D558C7710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5D6DEF2C-462C-4B4E-8F71-FF89750C2B04}" type="pres">
      <dgm:prSet presAssocID="{C2FE1771-2CDE-41AB-BB39-7264BE6737E2}" presName="spacer" presStyleCnt="0"/>
      <dgm:spPr/>
    </dgm:pt>
    <dgm:pt modelId="{680EABD6-F586-415A-9E0A-B562A25AA4BB}" type="pres">
      <dgm:prSet presAssocID="{3A86153D-595B-49A4-91A0-A3566C9E4ABB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8FA53D05-58A2-4876-90F7-AC04DA9F4C23}" type="presOf" srcId="{DDCD6693-3CEE-4F8F-A817-6DDEDC16C5E0}" destId="{3ABBA389-918B-431D-973A-81E2E9DF0837}" srcOrd="0" destOrd="0" presId="urn:microsoft.com/office/officeart/2005/8/layout/vList2"/>
    <dgm:cxn modelId="{1576A40E-17A0-4221-92BA-141AF4F2FDD2}" type="presOf" srcId="{3A86153D-595B-49A4-91A0-A3566C9E4ABB}" destId="{680EABD6-F586-415A-9E0A-B562A25AA4BB}" srcOrd="0" destOrd="0" presId="urn:microsoft.com/office/officeart/2005/8/layout/vList2"/>
    <dgm:cxn modelId="{75771C24-967B-4E99-9842-16C22D00D9EE}" type="presOf" srcId="{BDEB2D51-204A-4C14-9B38-366D558C7710}" destId="{6EF653A5-A508-4FFF-8297-B144384DF339}" srcOrd="0" destOrd="0" presId="urn:microsoft.com/office/officeart/2005/8/layout/vList2"/>
    <dgm:cxn modelId="{3DDED729-CFB8-4A6F-9FEB-E2C9D6EE6CA1}" srcId="{B7F2570E-75AC-4CF4-9864-C04E52A43B4A}" destId="{3A86153D-595B-49A4-91A0-A3566C9E4ABB}" srcOrd="5" destOrd="0" parTransId="{64E68CDA-5058-42AA-AD7C-1DC4817E9B5B}" sibTransId="{21EAB005-78E2-481D-A298-C93A8E551FE5}"/>
    <dgm:cxn modelId="{A1400E30-4F9A-408A-80F6-DEC2A27D3A28}" type="presOf" srcId="{E817534B-31AE-4D2C-A906-F0198E14FD6A}" destId="{DCD75F1E-42F1-4763-B2F5-1709F92AED12}" srcOrd="0" destOrd="0" presId="urn:microsoft.com/office/officeart/2005/8/layout/vList2"/>
    <dgm:cxn modelId="{EC762767-E11E-43DC-A9AE-500E9B6DE4B3}" type="presOf" srcId="{4FDD08C7-A626-4089-AC93-13EBF2423F9B}" destId="{0A3CBBEB-CD91-4F23-A7BD-AA01AB4C54CE}" srcOrd="0" destOrd="0" presId="urn:microsoft.com/office/officeart/2005/8/layout/vList2"/>
    <dgm:cxn modelId="{CA4CA64D-E5C7-41F3-9B85-AFC81EFB86C0}" type="presOf" srcId="{59F03CA0-857A-474B-A25A-36CF3CB64C14}" destId="{45CC3979-6D9D-4D96-8EA8-5A8C17E27B39}" srcOrd="0" destOrd="0" presId="urn:microsoft.com/office/officeart/2005/8/layout/vList2"/>
    <dgm:cxn modelId="{6D397F80-BE5D-4857-85AC-2C4F27CFCBC0}" srcId="{B7F2570E-75AC-4CF4-9864-C04E52A43B4A}" destId="{4FDD08C7-A626-4089-AC93-13EBF2423F9B}" srcOrd="0" destOrd="0" parTransId="{AF0CC42A-A5CD-4A82-B998-BF5FFB8AC783}" sibTransId="{D78EB260-6278-4212-AF3D-66B6E2CAD58A}"/>
    <dgm:cxn modelId="{CCF8178D-2361-4FA6-8CED-15D01BBCEF19}" srcId="{B7F2570E-75AC-4CF4-9864-C04E52A43B4A}" destId="{E817534B-31AE-4D2C-A906-F0198E14FD6A}" srcOrd="3" destOrd="0" parTransId="{562DC559-0D6B-4C88-BF02-A25CAD724290}" sibTransId="{55907CC8-D6B7-4F36-9EC9-9B3A2BF3BA7B}"/>
    <dgm:cxn modelId="{11F488A4-BEE4-4955-9032-C228C2560456}" srcId="{B7F2570E-75AC-4CF4-9864-C04E52A43B4A}" destId="{59F03CA0-857A-474B-A25A-36CF3CB64C14}" srcOrd="1" destOrd="0" parTransId="{DE926475-90F7-434D-A539-C9817E5077C0}" sibTransId="{78483F4B-0385-49BF-9656-EC272881CFC8}"/>
    <dgm:cxn modelId="{6CC07FC9-E979-4B94-94C0-361C188B4927}" type="presOf" srcId="{B7F2570E-75AC-4CF4-9864-C04E52A43B4A}" destId="{EB878A3C-41B4-4871-9888-F13DC65BB900}" srcOrd="0" destOrd="0" presId="urn:microsoft.com/office/officeart/2005/8/layout/vList2"/>
    <dgm:cxn modelId="{5FCDBBCA-B98B-42DA-8EA0-093056387309}" srcId="{B7F2570E-75AC-4CF4-9864-C04E52A43B4A}" destId="{DDCD6693-3CEE-4F8F-A817-6DDEDC16C5E0}" srcOrd="2" destOrd="0" parTransId="{59FCE284-F3F7-46BD-B7D9-9BC84440AB1B}" sibTransId="{C25DE941-CC67-44EE-8158-AA3D4306AD53}"/>
    <dgm:cxn modelId="{7988CCDC-5A78-4492-9BC5-52E03618D0B1}" srcId="{B7F2570E-75AC-4CF4-9864-C04E52A43B4A}" destId="{BDEB2D51-204A-4C14-9B38-366D558C7710}" srcOrd="4" destOrd="0" parTransId="{7B3521DC-619D-485B-B1E6-AE1F4F6260E2}" sibTransId="{C2FE1771-2CDE-41AB-BB39-7264BE6737E2}"/>
    <dgm:cxn modelId="{644CB6FF-CB5C-46B5-ADEB-8D406C7123C2}" type="presParOf" srcId="{EB878A3C-41B4-4871-9888-F13DC65BB900}" destId="{0A3CBBEB-CD91-4F23-A7BD-AA01AB4C54CE}" srcOrd="0" destOrd="0" presId="urn:microsoft.com/office/officeart/2005/8/layout/vList2"/>
    <dgm:cxn modelId="{97339BA0-60CD-499E-B513-EEA8828F69F1}" type="presParOf" srcId="{EB878A3C-41B4-4871-9888-F13DC65BB900}" destId="{BDC39CEB-8B34-4CA4-9102-8AC22EB11872}" srcOrd="1" destOrd="0" presId="urn:microsoft.com/office/officeart/2005/8/layout/vList2"/>
    <dgm:cxn modelId="{28E9C589-0EB4-4941-AF18-5FB61C023EDA}" type="presParOf" srcId="{EB878A3C-41B4-4871-9888-F13DC65BB900}" destId="{45CC3979-6D9D-4D96-8EA8-5A8C17E27B39}" srcOrd="2" destOrd="0" presId="urn:microsoft.com/office/officeart/2005/8/layout/vList2"/>
    <dgm:cxn modelId="{D2BBF4EC-5F01-4A6C-A9AB-43B7E44D6797}" type="presParOf" srcId="{EB878A3C-41B4-4871-9888-F13DC65BB900}" destId="{7ACEC87E-1AB5-4552-BF2D-15E3C8C33DDC}" srcOrd="3" destOrd="0" presId="urn:microsoft.com/office/officeart/2005/8/layout/vList2"/>
    <dgm:cxn modelId="{03BFDF1C-148A-4ADD-B998-1CDD7E7A3911}" type="presParOf" srcId="{EB878A3C-41B4-4871-9888-F13DC65BB900}" destId="{3ABBA389-918B-431D-973A-81E2E9DF0837}" srcOrd="4" destOrd="0" presId="urn:microsoft.com/office/officeart/2005/8/layout/vList2"/>
    <dgm:cxn modelId="{EA3EAD63-FB92-4518-AAE9-92321E8DFD0A}" type="presParOf" srcId="{EB878A3C-41B4-4871-9888-F13DC65BB900}" destId="{E5A36051-93B1-4687-9381-B6E8B8812468}" srcOrd="5" destOrd="0" presId="urn:microsoft.com/office/officeart/2005/8/layout/vList2"/>
    <dgm:cxn modelId="{4D06EC1A-3E53-468F-9570-3C762ACAC3B9}" type="presParOf" srcId="{EB878A3C-41B4-4871-9888-F13DC65BB900}" destId="{DCD75F1E-42F1-4763-B2F5-1709F92AED12}" srcOrd="6" destOrd="0" presId="urn:microsoft.com/office/officeart/2005/8/layout/vList2"/>
    <dgm:cxn modelId="{C9BC28B5-291A-486E-806E-79AFD8C1700A}" type="presParOf" srcId="{EB878A3C-41B4-4871-9888-F13DC65BB900}" destId="{EF9F7B72-A98E-4470-9784-5139FBBD8D5E}" srcOrd="7" destOrd="0" presId="urn:microsoft.com/office/officeart/2005/8/layout/vList2"/>
    <dgm:cxn modelId="{25E9D2C7-511C-492E-B0C5-A9E6D348AF16}" type="presParOf" srcId="{EB878A3C-41B4-4871-9888-F13DC65BB900}" destId="{6EF653A5-A508-4FFF-8297-B144384DF339}" srcOrd="8" destOrd="0" presId="urn:microsoft.com/office/officeart/2005/8/layout/vList2"/>
    <dgm:cxn modelId="{52155837-5DCE-437B-BD48-8DA9DD1975C4}" type="presParOf" srcId="{EB878A3C-41B4-4871-9888-F13DC65BB900}" destId="{5D6DEF2C-462C-4B4E-8F71-FF89750C2B04}" srcOrd="9" destOrd="0" presId="urn:microsoft.com/office/officeart/2005/8/layout/vList2"/>
    <dgm:cxn modelId="{1AAA21E4-CCE3-453C-A3C5-69A754A31E00}" type="presParOf" srcId="{EB878A3C-41B4-4871-9888-F13DC65BB900}" destId="{680EABD6-F586-415A-9E0A-B562A25AA4BB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DA6F130-E767-4FBF-A2F4-0E6931B8C33F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uk-UA"/>
        </a:p>
      </dgm:t>
    </dgm:pt>
    <dgm:pt modelId="{A5E1A087-60E3-4EBA-ABCF-EB8C3F16B366}">
      <dgm:prSet/>
      <dgm:spPr/>
      <dgm:t>
        <a:bodyPr/>
        <a:lstStyle/>
        <a:p>
          <a:r>
            <a:rPr lang="uk-UA"/>
            <a:t>Як Російська, так й Австрійська імперія здійснювали постійний наступ на національні права українців, забороняючи використання української мови в освіті та діловодстві.</a:t>
          </a:r>
        </a:p>
      </dgm:t>
    </dgm:pt>
    <dgm:pt modelId="{0376F674-A551-43A7-BF37-B33B5EF7343C}" type="parTrans" cxnId="{B36A6162-E4A9-4B25-93A9-D04DCCD857C9}">
      <dgm:prSet/>
      <dgm:spPr/>
      <dgm:t>
        <a:bodyPr/>
        <a:lstStyle/>
        <a:p>
          <a:endParaRPr lang="uk-UA"/>
        </a:p>
      </dgm:t>
    </dgm:pt>
    <dgm:pt modelId="{40CB887A-E3D9-4D93-A12D-56390B826290}" type="sibTrans" cxnId="{B36A6162-E4A9-4B25-93A9-D04DCCD857C9}">
      <dgm:prSet/>
      <dgm:spPr/>
      <dgm:t>
        <a:bodyPr/>
        <a:lstStyle/>
        <a:p>
          <a:endParaRPr lang="uk-UA"/>
        </a:p>
      </dgm:t>
    </dgm:pt>
    <dgm:pt modelId="{2BA5FF73-00AA-4647-930A-AEF188FDC572}">
      <dgm:prSet/>
      <dgm:spPr/>
      <dgm:t>
        <a:bodyPr/>
        <a:lstStyle/>
        <a:p>
          <a:r>
            <a:rPr lang="uk-UA"/>
            <a:t>Після ліквідації місцевого самоврядування влада заборонила використання української мови в освіті та діловодстві.</a:t>
          </a:r>
        </a:p>
      </dgm:t>
    </dgm:pt>
    <dgm:pt modelId="{2E21DD60-66BE-46E4-8816-F76ADDC9B450}" type="parTrans" cxnId="{D746C621-4A55-4A42-9617-A24E250B87E7}">
      <dgm:prSet/>
      <dgm:spPr/>
      <dgm:t>
        <a:bodyPr/>
        <a:lstStyle/>
        <a:p>
          <a:endParaRPr lang="uk-UA"/>
        </a:p>
      </dgm:t>
    </dgm:pt>
    <dgm:pt modelId="{A557B406-E9C1-4493-8F5D-FA13B22F60BC}" type="sibTrans" cxnId="{D746C621-4A55-4A42-9617-A24E250B87E7}">
      <dgm:prSet/>
      <dgm:spPr/>
      <dgm:t>
        <a:bodyPr/>
        <a:lstStyle/>
        <a:p>
          <a:endParaRPr lang="uk-UA"/>
        </a:p>
      </dgm:t>
    </dgm:pt>
    <dgm:pt modelId="{3BD70E2D-4875-4036-9A88-812563E07F8D}">
      <dgm:prSet/>
      <dgm:spPr/>
      <dgm:t>
        <a:bodyPr/>
        <a:lstStyle/>
        <a:p>
          <a:r>
            <a:rPr lang="uk-UA"/>
            <a:t>Важливу роль у справі українського культурного відродження в Наддніпрянщині відіграли Харківський та Київський університети, тоді як у Галичині та на Закарпатті цей процес був тісно пов'язаний з діяльністю грека -католицького духовенства.</a:t>
          </a:r>
        </a:p>
      </dgm:t>
    </dgm:pt>
    <dgm:pt modelId="{76B5626D-809A-4373-A302-FA2FE0F15C4B}" type="parTrans" cxnId="{9130D968-4C30-4377-AE50-C9EEE9087CA5}">
      <dgm:prSet/>
      <dgm:spPr/>
      <dgm:t>
        <a:bodyPr/>
        <a:lstStyle/>
        <a:p>
          <a:endParaRPr lang="uk-UA"/>
        </a:p>
      </dgm:t>
    </dgm:pt>
    <dgm:pt modelId="{AFE457AB-C9F5-46B3-9054-E2E24758BF23}" type="sibTrans" cxnId="{9130D968-4C30-4377-AE50-C9EEE9087CA5}">
      <dgm:prSet/>
      <dgm:spPr/>
      <dgm:t>
        <a:bodyPr/>
        <a:lstStyle/>
        <a:p>
          <a:endParaRPr lang="uk-UA"/>
        </a:p>
      </dgm:t>
    </dgm:pt>
    <dgm:pt modelId="{98B7E881-E30B-4229-B75B-0D90B423AB9C}" type="pres">
      <dgm:prSet presAssocID="{0DA6F130-E767-4FBF-A2F4-0E6931B8C33F}" presName="linear" presStyleCnt="0">
        <dgm:presLayoutVars>
          <dgm:animLvl val="lvl"/>
          <dgm:resizeHandles val="exact"/>
        </dgm:presLayoutVars>
      </dgm:prSet>
      <dgm:spPr/>
    </dgm:pt>
    <dgm:pt modelId="{85E76EE4-C835-4C03-B9B6-943566CDC32E}" type="pres">
      <dgm:prSet presAssocID="{A5E1A087-60E3-4EBA-ABCF-EB8C3F16B36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5A755C7-F4BD-4EF2-BEF1-0E0CDD833FC7}" type="pres">
      <dgm:prSet presAssocID="{40CB887A-E3D9-4D93-A12D-56390B826290}" presName="spacer" presStyleCnt="0"/>
      <dgm:spPr/>
    </dgm:pt>
    <dgm:pt modelId="{C5A79E45-1484-4AC8-AA40-72E903AE776F}" type="pres">
      <dgm:prSet presAssocID="{2BA5FF73-00AA-4647-930A-AEF188FDC57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21E614B-6147-4F50-BE66-F288ABC24415}" type="pres">
      <dgm:prSet presAssocID="{A557B406-E9C1-4493-8F5D-FA13B22F60BC}" presName="spacer" presStyleCnt="0"/>
      <dgm:spPr/>
    </dgm:pt>
    <dgm:pt modelId="{696A8151-1B6E-4206-81C5-8B72EC4CAA47}" type="pres">
      <dgm:prSet presAssocID="{3BD70E2D-4875-4036-9A88-812563E07F8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746C621-4A55-4A42-9617-A24E250B87E7}" srcId="{0DA6F130-E767-4FBF-A2F4-0E6931B8C33F}" destId="{2BA5FF73-00AA-4647-930A-AEF188FDC572}" srcOrd="1" destOrd="0" parTransId="{2E21DD60-66BE-46E4-8816-F76ADDC9B450}" sibTransId="{A557B406-E9C1-4493-8F5D-FA13B22F60BC}"/>
    <dgm:cxn modelId="{B36A6162-E4A9-4B25-93A9-D04DCCD857C9}" srcId="{0DA6F130-E767-4FBF-A2F4-0E6931B8C33F}" destId="{A5E1A087-60E3-4EBA-ABCF-EB8C3F16B366}" srcOrd="0" destOrd="0" parTransId="{0376F674-A551-43A7-BF37-B33B5EF7343C}" sibTransId="{40CB887A-E3D9-4D93-A12D-56390B826290}"/>
    <dgm:cxn modelId="{9130D968-4C30-4377-AE50-C9EEE9087CA5}" srcId="{0DA6F130-E767-4FBF-A2F4-0E6931B8C33F}" destId="{3BD70E2D-4875-4036-9A88-812563E07F8D}" srcOrd="2" destOrd="0" parTransId="{76B5626D-809A-4373-A302-FA2FE0F15C4B}" sibTransId="{AFE457AB-C9F5-46B3-9054-E2E24758BF23}"/>
    <dgm:cxn modelId="{3FDED4B7-0842-4879-B358-E09FEB43089F}" type="presOf" srcId="{2BA5FF73-00AA-4647-930A-AEF188FDC572}" destId="{C5A79E45-1484-4AC8-AA40-72E903AE776F}" srcOrd="0" destOrd="0" presId="urn:microsoft.com/office/officeart/2005/8/layout/vList2"/>
    <dgm:cxn modelId="{6CDC9CC8-E429-4C9F-803B-DD0C44BB78AF}" type="presOf" srcId="{3BD70E2D-4875-4036-9A88-812563E07F8D}" destId="{696A8151-1B6E-4206-81C5-8B72EC4CAA47}" srcOrd="0" destOrd="0" presId="urn:microsoft.com/office/officeart/2005/8/layout/vList2"/>
    <dgm:cxn modelId="{51C564E4-8C4D-47F6-946C-A0C359A0123E}" type="presOf" srcId="{0DA6F130-E767-4FBF-A2F4-0E6931B8C33F}" destId="{98B7E881-E30B-4229-B75B-0D90B423AB9C}" srcOrd="0" destOrd="0" presId="urn:microsoft.com/office/officeart/2005/8/layout/vList2"/>
    <dgm:cxn modelId="{7BF96FFC-C00D-4BF6-B4FF-46C42A67A388}" type="presOf" srcId="{A5E1A087-60E3-4EBA-ABCF-EB8C3F16B366}" destId="{85E76EE4-C835-4C03-B9B6-943566CDC32E}" srcOrd="0" destOrd="0" presId="urn:microsoft.com/office/officeart/2005/8/layout/vList2"/>
    <dgm:cxn modelId="{05C91637-60E0-47FB-B163-EEEB3C94E816}" type="presParOf" srcId="{98B7E881-E30B-4229-B75B-0D90B423AB9C}" destId="{85E76EE4-C835-4C03-B9B6-943566CDC32E}" srcOrd="0" destOrd="0" presId="urn:microsoft.com/office/officeart/2005/8/layout/vList2"/>
    <dgm:cxn modelId="{41E64E08-3BAB-4A20-868D-943C7F9F02DB}" type="presParOf" srcId="{98B7E881-E30B-4229-B75B-0D90B423AB9C}" destId="{E5A755C7-F4BD-4EF2-BEF1-0E0CDD833FC7}" srcOrd="1" destOrd="0" presId="urn:microsoft.com/office/officeart/2005/8/layout/vList2"/>
    <dgm:cxn modelId="{21B1AE61-2F3A-40A8-9AA3-6E6163849EB9}" type="presParOf" srcId="{98B7E881-E30B-4229-B75B-0D90B423AB9C}" destId="{C5A79E45-1484-4AC8-AA40-72E903AE776F}" srcOrd="2" destOrd="0" presId="urn:microsoft.com/office/officeart/2005/8/layout/vList2"/>
    <dgm:cxn modelId="{5C37B083-BEA4-4863-B605-14577C92D977}" type="presParOf" srcId="{98B7E881-E30B-4229-B75B-0D90B423AB9C}" destId="{821E614B-6147-4F50-BE66-F288ABC24415}" srcOrd="3" destOrd="0" presId="urn:microsoft.com/office/officeart/2005/8/layout/vList2"/>
    <dgm:cxn modelId="{DB480FB9-5F41-47AB-A046-753F62334072}" type="presParOf" srcId="{98B7E881-E30B-4229-B75B-0D90B423AB9C}" destId="{696A8151-1B6E-4206-81C5-8B72EC4CAA4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B7D46BE-38C3-4A9B-90AE-4A153A209716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3E7910A-B566-4E62-BECF-5D9F0EB64031}">
      <dgm:prSet/>
      <dgm:spPr/>
      <dgm:t>
        <a:bodyPr/>
        <a:lstStyle/>
        <a:p>
          <a:r>
            <a:rPr lang="uk-UA" b="0" i="0"/>
            <a:t>Брацлавщину.</a:t>
          </a:r>
          <a:endParaRPr lang="uk-UA"/>
        </a:p>
      </dgm:t>
    </dgm:pt>
    <dgm:pt modelId="{E32ED0CE-4B36-43EC-8092-C9D49B413715}" type="parTrans" cxnId="{9BC43A7D-0ABC-49A3-AF57-82F62CFCBEAF}">
      <dgm:prSet/>
      <dgm:spPr/>
      <dgm:t>
        <a:bodyPr/>
        <a:lstStyle/>
        <a:p>
          <a:endParaRPr lang="uk-UA"/>
        </a:p>
      </dgm:t>
    </dgm:pt>
    <dgm:pt modelId="{FF34262A-9353-4FF1-9B62-867AF5E818EA}" type="sibTrans" cxnId="{9BC43A7D-0ABC-49A3-AF57-82F62CFCBEAF}">
      <dgm:prSet/>
      <dgm:spPr/>
      <dgm:t>
        <a:bodyPr/>
        <a:lstStyle/>
        <a:p>
          <a:endParaRPr lang="uk-UA"/>
        </a:p>
      </dgm:t>
    </dgm:pt>
    <dgm:pt modelId="{02F60BFC-6B1A-4335-BC03-2F835F46E440}">
      <dgm:prSet/>
      <dgm:spPr/>
      <dgm:t>
        <a:bodyPr/>
        <a:lstStyle/>
        <a:p>
          <a:r>
            <a:rPr lang="uk-UA" b="0" i="0"/>
            <a:t>Західне Поділля.</a:t>
          </a:r>
          <a:endParaRPr lang="uk-UA"/>
        </a:p>
      </dgm:t>
    </dgm:pt>
    <dgm:pt modelId="{1A25B814-DF8E-4972-829B-5EA4212E68EA}" type="parTrans" cxnId="{78FC8741-06CE-4B12-A56C-0EB93D0AC729}">
      <dgm:prSet/>
      <dgm:spPr/>
      <dgm:t>
        <a:bodyPr/>
        <a:lstStyle/>
        <a:p>
          <a:endParaRPr lang="uk-UA"/>
        </a:p>
      </dgm:t>
    </dgm:pt>
    <dgm:pt modelId="{35F12195-E519-4337-82CA-A15A9639672F}" type="sibTrans" cxnId="{78FC8741-06CE-4B12-A56C-0EB93D0AC729}">
      <dgm:prSet/>
      <dgm:spPr/>
      <dgm:t>
        <a:bodyPr/>
        <a:lstStyle/>
        <a:p>
          <a:endParaRPr lang="uk-UA"/>
        </a:p>
      </dgm:t>
    </dgm:pt>
    <dgm:pt modelId="{935B9126-6143-4966-BCD1-4A23D0037C00}">
      <dgm:prSet/>
      <dgm:spPr/>
      <dgm:t>
        <a:bodyPr/>
        <a:lstStyle/>
        <a:p>
          <a:r>
            <a:rPr lang="uk-UA" b="0" i="0"/>
            <a:t>Східну Київщину.</a:t>
          </a:r>
          <a:endParaRPr lang="uk-UA"/>
        </a:p>
      </dgm:t>
    </dgm:pt>
    <dgm:pt modelId="{BC9A821B-77D5-4946-A7DE-77E38D6BFFF7}" type="parTrans" cxnId="{3E264FF2-FA4E-4171-A959-8240C3797784}">
      <dgm:prSet/>
      <dgm:spPr/>
      <dgm:t>
        <a:bodyPr/>
        <a:lstStyle/>
        <a:p>
          <a:endParaRPr lang="uk-UA"/>
        </a:p>
      </dgm:t>
    </dgm:pt>
    <dgm:pt modelId="{901CD37D-3352-41A5-B34C-A412B9E92C83}" type="sibTrans" cxnId="{3E264FF2-FA4E-4171-A959-8240C3797784}">
      <dgm:prSet/>
      <dgm:spPr/>
      <dgm:t>
        <a:bodyPr/>
        <a:lstStyle/>
        <a:p>
          <a:endParaRPr lang="uk-UA"/>
        </a:p>
      </dgm:t>
    </dgm:pt>
    <dgm:pt modelId="{2D39A30F-5EAE-4C18-962D-B586D9685902}">
      <dgm:prSet/>
      <dgm:spPr/>
      <dgm:t>
        <a:bodyPr/>
        <a:lstStyle/>
        <a:p>
          <a:r>
            <a:rPr lang="uk-UA" b="0" i="0"/>
            <a:t>Південну Бессарабію.</a:t>
          </a:r>
          <a:endParaRPr lang="uk-UA"/>
        </a:p>
      </dgm:t>
    </dgm:pt>
    <dgm:pt modelId="{56431DCD-9A45-42CA-A460-ECAAF7AB8F84}" type="parTrans" cxnId="{37B1F2FE-FC11-4FA7-A3D6-F3B4674A0F38}">
      <dgm:prSet/>
      <dgm:spPr/>
      <dgm:t>
        <a:bodyPr/>
        <a:lstStyle/>
        <a:p>
          <a:endParaRPr lang="uk-UA"/>
        </a:p>
      </dgm:t>
    </dgm:pt>
    <dgm:pt modelId="{4E193B65-3AD3-4715-BAA8-981D11B9B2F8}" type="sibTrans" cxnId="{37B1F2FE-FC11-4FA7-A3D6-F3B4674A0F38}">
      <dgm:prSet/>
      <dgm:spPr/>
      <dgm:t>
        <a:bodyPr/>
        <a:lstStyle/>
        <a:p>
          <a:endParaRPr lang="uk-UA"/>
        </a:p>
      </dgm:t>
    </dgm:pt>
    <dgm:pt modelId="{D153B23D-9C6B-4640-B243-33D45D9EC366}" type="pres">
      <dgm:prSet presAssocID="{DB7D46BE-38C3-4A9B-90AE-4A153A209716}" presName="linearFlow" presStyleCnt="0">
        <dgm:presLayoutVars>
          <dgm:dir/>
          <dgm:resizeHandles val="exact"/>
        </dgm:presLayoutVars>
      </dgm:prSet>
      <dgm:spPr/>
    </dgm:pt>
    <dgm:pt modelId="{525F865B-4FFE-448F-A036-9A4A4A4D8379}" type="pres">
      <dgm:prSet presAssocID="{E3E7910A-B566-4E62-BECF-5D9F0EB64031}" presName="composite" presStyleCnt="0"/>
      <dgm:spPr/>
    </dgm:pt>
    <dgm:pt modelId="{FF389F6C-BD7C-4BA9-A00F-4AED10E0EE86}" type="pres">
      <dgm:prSet presAssocID="{E3E7910A-B566-4E62-BECF-5D9F0EB64031}" presName="imgShp" presStyleLbl="fgImgPlace1" presStyleIdx="0" presStyleCnt="4"/>
      <dgm:spPr/>
    </dgm:pt>
    <dgm:pt modelId="{27DB3CC0-5818-461A-92ED-DF7FFCC05A71}" type="pres">
      <dgm:prSet presAssocID="{E3E7910A-B566-4E62-BECF-5D9F0EB64031}" presName="txShp" presStyleLbl="node1" presStyleIdx="0" presStyleCnt="4">
        <dgm:presLayoutVars>
          <dgm:bulletEnabled val="1"/>
        </dgm:presLayoutVars>
      </dgm:prSet>
      <dgm:spPr/>
    </dgm:pt>
    <dgm:pt modelId="{BB5092BB-9206-4B0A-823E-AD36003DE5AB}" type="pres">
      <dgm:prSet presAssocID="{FF34262A-9353-4FF1-9B62-867AF5E818EA}" presName="spacing" presStyleCnt="0"/>
      <dgm:spPr/>
    </dgm:pt>
    <dgm:pt modelId="{02FAD363-D48E-4C69-8B98-8A4D4F1E75B6}" type="pres">
      <dgm:prSet presAssocID="{02F60BFC-6B1A-4335-BC03-2F835F46E440}" presName="composite" presStyleCnt="0"/>
      <dgm:spPr/>
    </dgm:pt>
    <dgm:pt modelId="{0D3B640B-41D3-4B6A-A662-00AF466F35B4}" type="pres">
      <dgm:prSet presAssocID="{02F60BFC-6B1A-4335-BC03-2F835F46E440}" presName="imgShp" presStyleLbl="fgImgPlace1" presStyleIdx="1" presStyleCnt="4"/>
      <dgm:spPr/>
    </dgm:pt>
    <dgm:pt modelId="{1468F0FF-6550-4705-BFA0-11A6FEF18213}" type="pres">
      <dgm:prSet presAssocID="{02F60BFC-6B1A-4335-BC03-2F835F46E440}" presName="txShp" presStyleLbl="node1" presStyleIdx="1" presStyleCnt="4">
        <dgm:presLayoutVars>
          <dgm:bulletEnabled val="1"/>
        </dgm:presLayoutVars>
      </dgm:prSet>
      <dgm:spPr/>
    </dgm:pt>
    <dgm:pt modelId="{98346C7B-D6C3-410E-A358-855081EDE7FD}" type="pres">
      <dgm:prSet presAssocID="{35F12195-E519-4337-82CA-A15A9639672F}" presName="spacing" presStyleCnt="0"/>
      <dgm:spPr/>
    </dgm:pt>
    <dgm:pt modelId="{DF3DEFC1-1991-423C-8433-87A6F8F93D44}" type="pres">
      <dgm:prSet presAssocID="{935B9126-6143-4966-BCD1-4A23D0037C00}" presName="composite" presStyleCnt="0"/>
      <dgm:spPr/>
    </dgm:pt>
    <dgm:pt modelId="{C86EB51C-975D-46BA-9A39-FDC83763CDA5}" type="pres">
      <dgm:prSet presAssocID="{935B9126-6143-4966-BCD1-4A23D0037C00}" presName="imgShp" presStyleLbl="fgImgPlace1" presStyleIdx="2" presStyleCnt="4"/>
      <dgm:spPr/>
    </dgm:pt>
    <dgm:pt modelId="{3E82B8F9-3DDE-4245-9580-F596B85E425B}" type="pres">
      <dgm:prSet presAssocID="{935B9126-6143-4966-BCD1-4A23D0037C00}" presName="txShp" presStyleLbl="node1" presStyleIdx="2" presStyleCnt="4">
        <dgm:presLayoutVars>
          <dgm:bulletEnabled val="1"/>
        </dgm:presLayoutVars>
      </dgm:prSet>
      <dgm:spPr/>
    </dgm:pt>
    <dgm:pt modelId="{9DC3A090-7BE7-456C-9887-BDE61DF460D2}" type="pres">
      <dgm:prSet presAssocID="{901CD37D-3352-41A5-B34C-A412B9E92C83}" presName="spacing" presStyleCnt="0"/>
      <dgm:spPr/>
    </dgm:pt>
    <dgm:pt modelId="{148A4165-1B4A-40AC-85B1-0518109522DB}" type="pres">
      <dgm:prSet presAssocID="{2D39A30F-5EAE-4C18-962D-B586D9685902}" presName="composite" presStyleCnt="0"/>
      <dgm:spPr/>
    </dgm:pt>
    <dgm:pt modelId="{043D384E-AE36-4F69-BDDA-A2628B41E59F}" type="pres">
      <dgm:prSet presAssocID="{2D39A30F-5EAE-4C18-962D-B586D9685902}" presName="imgShp" presStyleLbl="fgImgPlace1" presStyleIdx="3" presStyleCnt="4"/>
      <dgm:spPr/>
    </dgm:pt>
    <dgm:pt modelId="{A933BA81-DAE4-482B-AB4A-9C420031BC29}" type="pres">
      <dgm:prSet presAssocID="{2D39A30F-5EAE-4C18-962D-B586D9685902}" presName="txShp" presStyleLbl="node1" presStyleIdx="3" presStyleCnt="4">
        <dgm:presLayoutVars>
          <dgm:bulletEnabled val="1"/>
        </dgm:presLayoutVars>
      </dgm:prSet>
      <dgm:spPr/>
    </dgm:pt>
  </dgm:ptLst>
  <dgm:cxnLst>
    <dgm:cxn modelId="{78FC8741-06CE-4B12-A56C-0EB93D0AC729}" srcId="{DB7D46BE-38C3-4A9B-90AE-4A153A209716}" destId="{02F60BFC-6B1A-4335-BC03-2F835F46E440}" srcOrd="1" destOrd="0" parTransId="{1A25B814-DF8E-4972-829B-5EA4212E68EA}" sibTransId="{35F12195-E519-4337-82CA-A15A9639672F}"/>
    <dgm:cxn modelId="{6E656246-8474-4AC6-A9D7-2A68EFBB3E9F}" type="presOf" srcId="{935B9126-6143-4966-BCD1-4A23D0037C00}" destId="{3E82B8F9-3DDE-4245-9580-F596B85E425B}" srcOrd="0" destOrd="0" presId="urn:microsoft.com/office/officeart/2005/8/layout/vList3"/>
    <dgm:cxn modelId="{66A11D58-CB38-458A-8315-1E6B02FDB367}" type="presOf" srcId="{02F60BFC-6B1A-4335-BC03-2F835F46E440}" destId="{1468F0FF-6550-4705-BFA0-11A6FEF18213}" srcOrd="0" destOrd="0" presId="urn:microsoft.com/office/officeart/2005/8/layout/vList3"/>
    <dgm:cxn modelId="{9BC43A7D-0ABC-49A3-AF57-82F62CFCBEAF}" srcId="{DB7D46BE-38C3-4A9B-90AE-4A153A209716}" destId="{E3E7910A-B566-4E62-BECF-5D9F0EB64031}" srcOrd="0" destOrd="0" parTransId="{E32ED0CE-4B36-43EC-8092-C9D49B413715}" sibTransId="{FF34262A-9353-4FF1-9B62-867AF5E818EA}"/>
    <dgm:cxn modelId="{74C3EFAA-C26B-4AF2-BE1E-E5F6A002B850}" type="presOf" srcId="{E3E7910A-B566-4E62-BECF-5D9F0EB64031}" destId="{27DB3CC0-5818-461A-92ED-DF7FFCC05A71}" srcOrd="0" destOrd="0" presId="urn:microsoft.com/office/officeart/2005/8/layout/vList3"/>
    <dgm:cxn modelId="{8D5618B6-51B3-4F93-9FAD-BB5AC4738926}" type="presOf" srcId="{2D39A30F-5EAE-4C18-962D-B586D9685902}" destId="{A933BA81-DAE4-482B-AB4A-9C420031BC29}" srcOrd="0" destOrd="0" presId="urn:microsoft.com/office/officeart/2005/8/layout/vList3"/>
    <dgm:cxn modelId="{3135EAB7-57D0-4684-9022-D02E6612DE7F}" type="presOf" srcId="{DB7D46BE-38C3-4A9B-90AE-4A153A209716}" destId="{D153B23D-9C6B-4640-B243-33D45D9EC366}" srcOrd="0" destOrd="0" presId="urn:microsoft.com/office/officeart/2005/8/layout/vList3"/>
    <dgm:cxn modelId="{3E264FF2-FA4E-4171-A959-8240C3797784}" srcId="{DB7D46BE-38C3-4A9B-90AE-4A153A209716}" destId="{935B9126-6143-4966-BCD1-4A23D0037C00}" srcOrd="2" destOrd="0" parTransId="{BC9A821B-77D5-4946-A7DE-77E38D6BFFF7}" sibTransId="{901CD37D-3352-41A5-B34C-A412B9E92C83}"/>
    <dgm:cxn modelId="{37B1F2FE-FC11-4FA7-A3D6-F3B4674A0F38}" srcId="{DB7D46BE-38C3-4A9B-90AE-4A153A209716}" destId="{2D39A30F-5EAE-4C18-962D-B586D9685902}" srcOrd="3" destOrd="0" parTransId="{56431DCD-9A45-42CA-A460-ECAAF7AB8F84}" sibTransId="{4E193B65-3AD3-4715-BAA8-981D11B9B2F8}"/>
    <dgm:cxn modelId="{E41C17C5-3B8D-4DD9-81CF-695380FD50B9}" type="presParOf" srcId="{D153B23D-9C6B-4640-B243-33D45D9EC366}" destId="{525F865B-4FFE-448F-A036-9A4A4A4D8379}" srcOrd="0" destOrd="0" presId="urn:microsoft.com/office/officeart/2005/8/layout/vList3"/>
    <dgm:cxn modelId="{D6A7A7C4-B862-4668-96AE-D46603CDCAD3}" type="presParOf" srcId="{525F865B-4FFE-448F-A036-9A4A4A4D8379}" destId="{FF389F6C-BD7C-4BA9-A00F-4AED10E0EE86}" srcOrd="0" destOrd="0" presId="urn:microsoft.com/office/officeart/2005/8/layout/vList3"/>
    <dgm:cxn modelId="{C5665D23-78F2-4B72-A37D-D40BB0609E43}" type="presParOf" srcId="{525F865B-4FFE-448F-A036-9A4A4A4D8379}" destId="{27DB3CC0-5818-461A-92ED-DF7FFCC05A71}" srcOrd="1" destOrd="0" presId="urn:microsoft.com/office/officeart/2005/8/layout/vList3"/>
    <dgm:cxn modelId="{7EF84294-A25C-496F-BC86-1C8598F6637D}" type="presParOf" srcId="{D153B23D-9C6B-4640-B243-33D45D9EC366}" destId="{BB5092BB-9206-4B0A-823E-AD36003DE5AB}" srcOrd="1" destOrd="0" presId="urn:microsoft.com/office/officeart/2005/8/layout/vList3"/>
    <dgm:cxn modelId="{B7EFC09B-47BD-4927-A76C-303BE2496868}" type="presParOf" srcId="{D153B23D-9C6B-4640-B243-33D45D9EC366}" destId="{02FAD363-D48E-4C69-8B98-8A4D4F1E75B6}" srcOrd="2" destOrd="0" presId="urn:microsoft.com/office/officeart/2005/8/layout/vList3"/>
    <dgm:cxn modelId="{5C173A72-188C-4C7B-B72B-46F5C8076E2F}" type="presParOf" srcId="{02FAD363-D48E-4C69-8B98-8A4D4F1E75B6}" destId="{0D3B640B-41D3-4B6A-A662-00AF466F35B4}" srcOrd="0" destOrd="0" presId="urn:microsoft.com/office/officeart/2005/8/layout/vList3"/>
    <dgm:cxn modelId="{2D4EA0A2-3DE0-446C-ABAB-AD9196B8DFEC}" type="presParOf" srcId="{02FAD363-D48E-4C69-8B98-8A4D4F1E75B6}" destId="{1468F0FF-6550-4705-BFA0-11A6FEF18213}" srcOrd="1" destOrd="0" presId="urn:microsoft.com/office/officeart/2005/8/layout/vList3"/>
    <dgm:cxn modelId="{E4F0FFED-DFBE-4556-A40A-76780DC920A7}" type="presParOf" srcId="{D153B23D-9C6B-4640-B243-33D45D9EC366}" destId="{98346C7B-D6C3-410E-A358-855081EDE7FD}" srcOrd="3" destOrd="0" presId="urn:microsoft.com/office/officeart/2005/8/layout/vList3"/>
    <dgm:cxn modelId="{78B88609-FEE0-47D1-A8E5-EC80293D8581}" type="presParOf" srcId="{D153B23D-9C6B-4640-B243-33D45D9EC366}" destId="{DF3DEFC1-1991-423C-8433-87A6F8F93D44}" srcOrd="4" destOrd="0" presId="urn:microsoft.com/office/officeart/2005/8/layout/vList3"/>
    <dgm:cxn modelId="{12A9B401-4481-4719-8F6B-14FAB786F5E7}" type="presParOf" srcId="{DF3DEFC1-1991-423C-8433-87A6F8F93D44}" destId="{C86EB51C-975D-46BA-9A39-FDC83763CDA5}" srcOrd="0" destOrd="0" presId="urn:microsoft.com/office/officeart/2005/8/layout/vList3"/>
    <dgm:cxn modelId="{83DA39F4-C4C8-4E59-A40D-33614D97FBEB}" type="presParOf" srcId="{DF3DEFC1-1991-423C-8433-87A6F8F93D44}" destId="{3E82B8F9-3DDE-4245-9580-F596B85E425B}" srcOrd="1" destOrd="0" presId="urn:microsoft.com/office/officeart/2005/8/layout/vList3"/>
    <dgm:cxn modelId="{5228A214-EFFC-4DFE-B250-E303B92A0936}" type="presParOf" srcId="{D153B23D-9C6B-4640-B243-33D45D9EC366}" destId="{9DC3A090-7BE7-456C-9887-BDE61DF460D2}" srcOrd="5" destOrd="0" presId="urn:microsoft.com/office/officeart/2005/8/layout/vList3"/>
    <dgm:cxn modelId="{E3950CAB-437B-4F5F-8067-2A8DC37EC926}" type="presParOf" srcId="{D153B23D-9C6B-4640-B243-33D45D9EC366}" destId="{148A4165-1B4A-40AC-85B1-0518109522DB}" srcOrd="6" destOrd="0" presId="urn:microsoft.com/office/officeart/2005/8/layout/vList3"/>
    <dgm:cxn modelId="{7581CF6D-837C-4F84-9923-B0CD20D4EDD0}" type="presParOf" srcId="{148A4165-1B4A-40AC-85B1-0518109522DB}" destId="{043D384E-AE36-4F69-BDDA-A2628B41E59F}" srcOrd="0" destOrd="0" presId="urn:microsoft.com/office/officeart/2005/8/layout/vList3"/>
    <dgm:cxn modelId="{B3E8710C-C03F-40A1-A9DD-D14EDE3946C3}" type="presParOf" srcId="{148A4165-1B4A-40AC-85B1-0518109522DB}" destId="{A933BA81-DAE4-482B-AB4A-9C420031BC29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10C34F4-EFA0-46BB-BCC1-F9C4A772EA68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B1B6759-3F83-4589-B350-92CC1396629C}">
      <dgm:prSet/>
      <dgm:spPr/>
      <dgm:t>
        <a:bodyPr/>
        <a:lstStyle/>
        <a:p>
          <a:r>
            <a:rPr lang="ru-RU" b="0" i="0"/>
            <a:t>В. Антоновичу</a:t>
          </a:r>
          <a:endParaRPr lang="uk-UA"/>
        </a:p>
      </dgm:t>
    </dgm:pt>
    <dgm:pt modelId="{E9073839-0697-4F34-9606-F9218C15E977}" type="parTrans" cxnId="{2A694FE5-E1BB-4D51-9122-B682023639EE}">
      <dgm:prSet/>
      <dgm:spPr/>
      <dgm:t>
        <a:bodyPr/>
        <a:lstStyle/>
        <a:p>
          <a:endParaRPr lang="uk-UA"/>
        </a:p>
      </dgm:t>
    </dgm:pt>
    <dgm:pt modelId="{9EF5E3D9-5C90-4CDC-BE34-6ED952B25E18}" type="sibTrans" cxnId="{2A694FE5-E1BB-4D51-9122-B682023639EE}">
      <dgm:prSet/>
      <dgm:spPr/>
      <dgm:t>
        <a:bodyPr/>
        <a:lstStyle/>
        <a:p>
          <a:endParaRPr lang="uk-UA"/>
        </a:p>
      </dgm:t>
    </dgm:pt>
    <dgm:pt modelId="{FAD346E9-56E5-4BA9-9C10-0C84B1B8BDE5}">
      <dgm:prSet/>
      <dgm:spPr/>
      <dgm:t>
        <a:bodyPr/>
        <a:lstStyle/>
        <a:p>
          <a:r>
            <a:rPr lang="ru-RU" b="0" i="0"/>
            <a:t>М. Костомарову</a:t>
          </a:r>
          <a:endParaRPr lang="uk-UA"/>
        </a:p>
      </dgm:t>
    </dgm:pt>
    <dgm:pt modelId="{2170F6CD-DD50-4D75-A360-F9797E514412}" type="parTrans" cxnId="{BDDE1806-0291-4D3F-92C1-D8348FF180F2}">
      <dgm:prSet/>
      <dgm:spPr/>
      <dgm:t>
        <a:bodyPr/>
        <a:lstStyle/>
        <a:p>
          <a:endParaRPr lang="uk-UA"/>
        </a:p>
      </dgm:t>
    </dgm:pt>
    <dgm:pt modelId="{206B40BB-F8E8-448A-B4A7-AD6848145F02}" type="sibTrans" cxnId="{BDDE1806-0291-4D3F-92C1-D8348FF180F2}">
      <dgm:prSet/>
      <dgm:spPr/>
      <dgm:t>
        <a:bodyPr/>
        <a:lstStyle/>
        <a:p>
          <a:endParaRPr lang="uk-UA"/>
        </a:p>
      </dgm:t>
    </dgm:pt>
    <dgm:pt modelId="{CF12FDE0-1E6E-416B-8C89-128AC2A7363A}">
      <dgm:prSet/>
      <dgm:spPr/>
      <dgm:t>
        <a:bodyPr/>
        <a:lstStyle/>
        <a:p>
          <a:r>
            <a:rPr lang="ru-RU" b="0" i="0"/>
            <a:t>П. Чубинському</a:t>
          </a:r>
          <a:endParaRPr lang="uk-UA"/>
        </a:p>
      </dgm:t>
    </dgm:pt>
    <dgm:pt modelId="{EF5287A2-3604-4485-BD7E-C4419712066A}" type="parTrans" cxnId="{64C1D14F-D74F-4EC3-BC3F-BDF5270DE07C}">
      <dgm:prSet/>
      <dgm:spPr/>
      <dgm:t>
        <a:bodyPr/>
        <a:lstStyle/>
        <a:p>
          <a:endParaRPr lang="uk-UA"/>
        </a:p>
      </dgm:t>
    </dgm:pt>
    <dgm:pt modelId="{A84AD1B9-F469-4784-BADC-089DFDC1CE56}" type="sibTrans" cxnId="{64C1D14F-D74F-4EC3-BC3F-BDF5270DE07C}">
      <dgm:prSet/>
      <dgm:spPr/>
      <dgm:t>
        <a:bodyPr/>
        <a:lstStyle/>
        <a:p>
          <a:endParaRPr lang="uk-UA"/>
        </a:p>
      </dgm:t>
    </dgm:pt>
    <dgm:pt modelId="{808F71A6-8146-41D8-A909-9B1F38650004}">
      <dgm:prSet/>
      <dgm:spPr/>
      <dgm:t>
        <a:bodyPr/>
        <a:lstStyle/>
        <a:p>
          <a:r>
            <a:rPr lang="ru-RU" b="0" i="0" dirty="0"/>
            <a:t>М. Драгоманову</a:t>
          </a:r>
          <a:endParaRPr lang="uk-UA" dirty="0"/>
        </a:p>
      </dgm:t>
    </dgm:pt>
    <dgm:pt modelId="{359726F7-10F2-4B4A-A1FB-723F9E019B4C}" type="parTrans" cxnId="{9E058EDC-2AB0-4872-9171-093F8D25B292}">
      <dgm:prSet/>
      <dgm:spPr/>
      <dgm:t>
        <a:bodyPr/>
        <a:lstStyle/>
        <a:p>
          <a:endParaRPr lang="uk-UA"/>
        </a:p>
      </dgm:t>
    </dgm:pt>
    <dgm:pt modelId="{47771BBA-FBA0-4C42-97DD-75E74EB739F2}" type="sibTrans" cxnId="{9E058EDC-2AB0-4872-9171-093F8D25B292}">
      <dgm:prSet/>
      <dgm:spPr/>
      <dgm:t>
        <a:bodyPr/>
        <a:lstStyle/>
        <a:p>
          <a:endParaRPr lang="uk-UA"/>
        </a:p>
      </dgm:t>
    </dgm:pt>
    <dgm:pt modelId="{4B44B8AD-E6A8-4981-80B1-E11B63A0E531}" type="pres">
      <dgm:prSet presAssocID="{C10C34F4-EFA0-46BB-BCC1-F9C4A772EA68}" presName="linearFlow" presStyleCnt="0">
        <dgm:presLayoutVars>
          <dgm:dir/>
          <dgm:resizeHandles val="exact"/>
        </dgm:presLayoutVars>
      </dgm:prSet>
      <dgm:spPr/>
    </dgm:pt>
    <dgm:pt modelId="{85C2DEB0-B074-489A-AF56-F8BFE47B877C}" type="pres">
      <dgm:prSet presAssocID="{EB1B6759-3F83-4589-B350-92CC1396629C}" presName="composite" presStyleCnt="0"/>
      <dgm:spPr/>
    </dgm:pt>
    <dgm:pt modelId="{0B8AB9A8-BF7D-4565-A220-040312229F54}" type="pres">
      <dgm:prSet presAssocID="{EB1B6759-3F83-4589-B350-92CC1396629C}" presName="imgShp" presStyleLbl="fgImgPlace1" presStyleIdx="0" presStyleCnt="4"/>
      <dgm:spPr/>
    </dgm:pt>
    <dgm:pt modelId="{8530F2AD-CE86-46DA-9F0F-1AEAA6C3B285}" type="pres">
      <dgm:prSet presAssocID="{EB1B6759-3F83-4589-B350-92CC1396629C}" presName="txShp" presStyleLbl="node1" presStyleIdx="0" presStyleCnt="4">
        <dgm:presLayoutVars>
          <dgm:bulletEnabled val="1"/>
        </dgm:presLayoutVars>
      </dgm:prSet>
      <dgm:spPr/>
    </dgm:pt>
    <dgm:pt modelId="{1152E7BC-15E2-4EA8-99FE-A22D625464F3}" type="pres">
      <dgm:prSet presAssocID="{9EF5E3D9-5C90-4CDC-BE34-6ED952B25E18}" presName="spacing" presStyleCnt="0"/>
      <dgm:spPr/>
    </dgm:pt>
    <dgm:pt modelId="{9DFB12B2-4A59-4D9A-8CC2-C7E7BE15E8C0}" type="pres">
      <dgm:prSet presAssocID="{FAD346E9-56E5-4BA9-9C10-0C84B1B8BDE5}" presName="composite" presStyleCnt="0"/>
      <dgm:spPr/>
    </dgm:pt>
    <dgm:pt modelId="{8B4C6CB1-1546-4D34-B4B8-8D9AECCFC5E5}" type="pres">
      <dgm:prSet presAssocID="{FAD346E9-56E5-4BA9-9C10-0C84B1B8BDE5}" presName="imgShp" presStyleLbl="fgImgPlace1" presStyleIdx="1" presStyleCnt="4"/>
      <dgm:spPr/>
    </dgm:pt>
    <dgm:pt modelId="{BACC4646-441F-4B47-9975-18109886A567}" type="pres">
      <dgm:prSet presAssocID="{FAD346E9-56E5-4BA9-9C10-0C84B1B8BDE5}" presName="txShp" presStyleLbl="node1" presStyleIdx="1" presStyleCnt="4">
        <dgm:presLayoutVars>
          <dgm:bulletEnabled val="1"/>
        </dgm:presLayoutVars>
      </dgm:prSet>
      <dgm:spPr/>
    </dgm:pt>
    <dgm:pt modelId="{986AF759-E66D-440A-8325-13295C690CD0}" type="pres">
      <dgm:prSet presAssocID="{206B40BB-F8E8-448A-B4A7-AD6848145F02}" presName="spacing" presStyleCnt="0"/>
      <dgm:spPr/>
    </dgm:pt>
    <dgm:pt modelId="{E69F6CD6-37C7-49FD-A2F3-AB142DD057B6}" type="pres">
      <dgm:prSet presAssocID="{CF12FDE0-1E6E-416B-8C89-128AC2A7363A}" presName="composite" presStyleCnt="0"/>
      <dgm:spPr/>
    </dgm:pt>
    <dgm:pt modelId="{54235488-C7D2-4FC3-8F95-59956767E8F0}" type="pres">
      <dgm:prSet presAssocID="{CF12FDE0-1E6E-416B-8C89-128AC2A7363A}" presName="imgShp" presStyleLbl="fgImgPlace1" presStyleIdx="2" presStyleCnt="4"/>
      <dgm:spPr/>
    </dgm:pt>
    <dgm:pt modelId="{A804D6C2-CF5C-4127-89F3-D898408AE9F7}" type="pres">
      <dgm:prSet presAssocID="{CF12FDE0-1E6E-416B-8C89-128AC2A7363A}" presName="txShp" presStyleLbl="node1" presStyleIdx="2" presStyleCnt="4">
        <dgm:presLayoutVars>
          <dgm:bulletEnabled val="1"/>
        </dgm:presLayoutVars>
      </dgm:prSet>
      <dgm:spPr/>
    </dgm:pt>
    <dgm:pt modelId="{7C0D6F9F-D637-4A11-B4C4-EF6D04550454}" type="pres">
      <dgm:prSet presAssocID="{A84AD1B9-F469-4784-BADC-089DFDC1CE56}" presName="spacing" presStyleCnt="0"/>
      <dgm:spPr/>
    </dgm:pt>
    <dgm:pt modelId="{ABF61C0A-C115-4A6F-9CB9-3F653582CBC4}" type="pres">
      <dgm:prSet presAssocID="{808F71A6-8146-41D8-A909-9B1F38650004}" presName="composite" presStyleCnt="0"/>
      <dgm:spPr/>
    </dgm:pt>
    <dgm:pt modelId="{50865392-F5F5-41F2-852C-8103AB643889}" type="pres">
      <dgm:prSet presAssocID="{808F71A6-8146-41D8-A909-9B1F38650004}" presName="imgShp" presStyleLbl="fgImgPlace1" presStyleIdx="3" presStyleCnt="4"/>
      <dgm:spPr/>
    </dgm:pt>
    <dgm:pt modelId="{541D27E8-D559-4AF5-A998-E5C2ADE4EE0D}" type="pres">
      <dgm:prSet presAssocID="{808F71A6-8146-41D8-A909-9B1F38650004}" presName="txShp" presStyleLbl="node1" presStyleIdx="3" presStyleCnt="4">
        <dgm:presLayoutVars>
          <dgm:bulletEnabled val="1"/>
        </dgm:presLayoutVars>
      </dgm:prSet>
      <dgm:spPr/>
    </dgm:pt>
  </dgm:ptLst>
  <dgm:cxnLst>
    <dgm:cxn modelId="{BDDE1806-0291-4D3F-92C1-D8348FF180F2}" srcId="{C10C34F4-EFA0-46BB-BCC1-F9C4A772EA68}" destId="{FAD346E9-56E5-4BA9-9C10-0C84B1B8BDE5}" srcOrd="1" destOrd="0" parTransId="{2170F6CD-DD50-4D75-A360-F9797E514412}" sibTransId="{206B40BB-F8E8-448A-B4A7-AD6848145F02}"/>
    <dgm:cxn modelId="{64C1D14F-D74F-4EC3-BC3F-BDF5270DE07C}" srcId="{C10C34F4-EFA0-46BB-BCC1-F9C4A772EA68}" destId="{CF12FDE0-1E6E-416B-8C89-128AC2A7363A}" srcOrd="2" destOrd="0" parTransId="{EF5287A2-3604-4485-BD7E-C4419712066A}" sibTransId="{A84AD1B9-F469-4784-BADC-089DFDC1CE56}"/>
    <dgm:cxn modelId="{C3663873-F6FF-49B9-9A48-0C3AAE105316}" type="presOf" srcId="{EB1B6759-3F83-4589-B350-92CC1396629C}" destId="{8530F2AD-CE86-46DA-9F0F-1AEAA6C3B285}" srcOrd="0" destOrd="0" presId="urn:microsoft.com/office/officeart/2005/8/layout/vList3"/>
    <dgm:cxn modelId="{1FC5B892-4D52-4947-B925-0ADD6D9CEFC3}" type="presOf" srcId="{FAD346E9-56E5-4BA9-9C10-0C84B1B8BDE5}" destId="{BACC4646-441F-4B47-9975-18109886A567}" srcOrd="0" destOrd="0" presId="urn:microsoft.com/office/officeart/2005/8/layout/vList3"/>
    <dgm:cxn modelId="{B34142C0-9A70-436C-922F-B87C9B08D874}" type="presOf" srcId="{C10C34F4-EFA0-46BB-BCC1-F9C4A772EA68}" destId="{4B44B8AD-E6A8-4981-80B1-E11B63A0E531}" srcOrd="0" destOrd="0" presId="urn:microsoft.com/office/officeart/2005/8/layout/vList3"/>
    <dgm:cxn modelId="{982E1ECB-123E-4FDC-B57B-2D961CCA4D25}" type="presOf" srcId="{CF12FDE0-1E6E-416B-8C89-128AC2A7363A}" destId="{A804D6C2-CF5C-4127-89F3-D898408AE9F7}" srcOrd="0" destOrd="0" presId="urn:microsoft.com/office/officeart/2005/8/layout/vList3"/>
    <dgm:cxn modelId="{276DC2CB-036A-454B-B31C-E67E16E7591A}" type="presOf" srcId="{808F71A6-8146-41D8-A909-9B1F38650004}" destId="{541D27E8-D559-4AF5-A998-E5C2ADE4EE0D}" srcOrd="0" destOrd="0" presId="urn:microsoft.com/office/officeart/2005/8/layout/vList3"/>
    <dgm:cxn modelId="{9E058EDC-2AB0-4872-9171-093F8D25B292}" srcId="{C10C34F4-EFA0-46BB-BCC1-F9C4A772EA68}" destId="{808F71A6-8146-41D8-A909-9B1F38650004}" srcOrd="3" destOrd="0" parTransId="{359726F7-10F2-4B4A-A1FB-723F9E019B4C}" sibTransId="{47771BBA-FBA0-4C42-97DD-75E74EB739F2}"/>
    <dgm:cxn modelId="{2A694FE5-E1BB-4D51-9122-B682023639EE}" srcId="{C10C34F4-EFA0-46BB-BCC1-F9C4A772EA68}" destId="{EB1B6759-3F83-4589-B350-92CC1396629C}" srcOrd="0" destOrd="0" parTransId="{E9073839-0697-4F34-9606-F9218C15E977}" sibTransId="{9EF5E3D9-5C90-4CDC-BE34-6ED952B25E18}"/>
    <dgm:cxn modelId="{56C87CC1-4017-4959-A1FE-BDD133CD35F8}" type="presParOf" srcId="{4B44B8AD-E6A8-4981-80B1-E11B63A0E531}" destId="{85C2DEB0-B074-489A-AF56-F8BFE47B877C}" srcOrd="0" destOrd="0" presId="urn:microsoft.com/office/officeart/2005/8/layout/vList3"/>
    <dgm:cxn modelId="{8C9837F6-072D-4739-AD7C-0943E2D9BBC7}" type="presParOf" srcId="{85C2DEB0-B074-489A-AF56-F8BFE47B877C}" destId="{0B8AB9A8-BF7D-4565-A220-040312229F54}" srcOrd="0" destOrd="0" presId="urn:microsoft.com/office/officeart/2005/8/layout/vList3"/>
    <dgm:cxn modelId="{13996063-F608-4DF7-A69C-8F724002DCDD}" type="presParOf" srcId="{85C2DEB0-B074-489A-AF56-F8BFE47B877C}" destId="{8530F2AD-CE86-46DA-9F0F-1AEAA6C3B285}" srcOrd="1" destOrd="0" presId="urn:microsoft.com/office/officeart/2005/8/layout/vList3"/>
    <dgm:cxn modelId="{664A7275-0DF7-4333-AFCC-94EF63D6B08B}" type="presParOf" srcId="{4B44B8AD-E6A8-4981-80B1-E11B63A0E531}" destId="{1152E7BC-15E2-4EA8-99FE-A22D625464F3}" srcOrd="1" destOrd="0" presId="urn:microsoft.com/office/officeart/2005/8/layout/vList3"/>
    <dgm:cxn modelId="{DC9FF2F6-C761-4DCC-970D-E8B5927CE492}" type="presParOf" srcId="{4B44B8AD-E6A8-4981-80B1-E11B63A0E531}" destId="{9DFB12B2-4A59-4D9A-8CC2-C7E7BE15E8C0}" srcOrd="2" destOrd="0" presId="urn:microsoft.com/office/officeart/2005/8/layout/vList3"/>
    <dgm:cxn modelId="{43494555-CCA7-4EA4-B1E5-9AA4888BA328}" type="presParOf" srcId="{9DFB12B2-4A59-4D9A-8CC2-C7E7BE15E8C0}" destId="{8B4C6CB1-1546-4D34-B4B8-8D9AECCFC5E5}" srcOrd="0" destOrd="0" presId="urn:microsoft.com/office/officeart/2005/8/layout/vList3"/>
    <dgm:cxn modelId="{A00F2FD5-5134-4DEC-A63A-0CA40A638925}" type="presParOf" srcId="{9DFB12B2-4A59-4D9A-8CC2-C7E7BE15E8C0}" destId="{BACC4646-441F-4B47-9975-18109886A567}" srcOrd="1" destOrd="0" presId="urn:microsoft.com/office/officeart/2005/8/layout/vList3"/>
    <dgm:cxn modelId="{62506BA2-8B48-4B5F-B6EC-2DD2E033A8CA}" type="presParOf" srcId="{4B44B8AD-E6A8-4981-80B1-E11B63A0E531}" destId="{986AF759-E66D-440A-8325-13295C690CD0}" srcOrd="3" destOrd="0" presId="urn:microsoft.com/office/officeart/2005/8/layout/vList3"/>
    <dgm:cxn modelId="{F2DB960E-4F35-438E-A56A-F3BA84110E60}" type="presParOf" srcId="{4B44B8AD-E6A8-4981-80B1-E11B63A0E531}" destId="{E69F6CD6-37C7-49FD-A2F3-AB142DD057B6}" srcOrd="4" destOrd="0" presId="urn:microsoft.com/office/officeart/2005/8/layout/vList3"/>
    <dgm:cxn modelId="{17B86A0C-10EE-4B14-AA25-7752AF51ED8E}" type="presParOf" srcId="{E69F6CD6-37C7-49FD-A2F3-AB142DD057B6}" destId="{54235488-C7D2-4FC3-8F95-59956767E8F0}" srcOrd="0" destOrd="0" presId="urn:microsoft.com/office/officeart/2005/8/layout/vList3"/>
    <dgm:cxn modelId="{070B7CE4-A508-447F-9A41-0E70EA1AD023}" type="presParOf" srcId="{E69F6CD6-37C7-49FD-A2F3-AB142DD057B6}" destId="{A804D6C2-CF5C-4127-89F3-D898408AE9F7}" srcOrd="1" destOrd="0" presId="urn:microsoft.com/office/officeart/2005/8/layout/vList3"/>
    <dgm:cxn modelId="{DC1B7574-769F-4CA6-B39D-99620C5CC3CD}" type="presParOf" srcId="{4B44B8AD-E6A8-4981-80B1-E11B63A0E531}" destId="{7C0D6F9F-D637-4A11-B4C4-EF6D04550454}" srcOrd="5" destOrd="0" presId="urn:microsoft.com/office/officeart/2005/8/layout/vList3"/>
    <dgm:cxn modelId="{8ED59D2F-45FF-46A1-B752-34DA6021DBB3}" type="presParOf" srcId="{4B44B8AD-E6A8-4981-80B1-E11B63A0E531}" destId="{ABF61C0A-C115-4A6F-9CB9-3F653582CBC4}" srcOrd="6" destOrd="0" presId="urn:microsoft.com/office/officeart/2005/8/layout/vList3"/>
    <dgm:cxn modelId="{D09E113F-64E9-42D7-9F61-9394C16EB3C0}" type="presParOf" srcId="{ABF61C0A-C115-4A6F-9CB9-3F653582CBC4}" destId="{50865392-F5F5-41F2-852C-8103AB643889}" srcOrd="0" destOrd="0" presId="urn:microsoft.com/office/officeart/2005/8/layout/vList3"/>
    <dgm:cxn modelId="{A2816A94-E37E-46E0-BEDB-63C22B13DA23}" type="presParOf" srcId="{ABF61C0A-C115-4A6F-9CB9-3F653582CBC4}" destId="{541D27E8-D559-4AF5-A998-E5C2ADE4EE0D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13AC82A-D614-414A-B32C-3DB4AC21181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B67C6D9-187D-4BBE-B44B-2AEC017A6FFA}">
      <dgm:prSet/>
      <dgm:spPr/>
      <dgm:t>
        <a:bodyPr/>
        <a:lstStyle/>
        <a:p>
          <a:r>
            <a:rPr lang="ru-RU" b="0" i="0"/>
            <a:t>виступали за політизацію національно-визвольної боротьби</a:t>
          </a:r>
          <a:endParaRPr lang="uk-UA"/>
        </a:p>
      </dgm:t>
    </dgm:pt>
    <dgm:pt modelId="{9B132A0E-2EDF-4310-9730-F9ED125ECB96}" type="parTrans" cxnId="{399218F5-682F-4C76-BA69-35BE9C305D41}">
      <dgm:prSet/>
      <dgm:spPr/>
      <dgm:t>
        <a:bodyPr/>
        <a:lstStyle/>
        <a:p>
          <a:endParaRPr lang="uk-UA"/>
        </a:p>
      </dgm:t>
    </dgm:pt>
    <dgm:pt modelId="{9764759B-B913-4475-9DD6-19F22D6E8CAF}" type="sibTrans" cxnId="{399218F5-682F-4C76-BA69-35BE9C305D41}">
      <dgm:prSet/>
      <dgm:spPr/>
      <dgm:t>
        <a:bodyPr/>
        <a:lstStyle/>
        <a:p>
          <a:endParaRPr lang="uk-UA"/>
        </a:p>
      </dgm:t>
    </dgm:pt>
    <dgm:pt modelId="{0ABA85C4-10ED-4CFB-B703-D63820ACD6DA}">
      <dgm:prSet/>
      <dgm:spPr/>
      <dgm:t>
        <a:bodyPr/>
        <a:lstStyle/>
        <a:p>
          <a:r>
            <a:rPr lang="ru-RU" b="0" i="0"/>
            <a:t>діяли як легальні культурно-просвітні організації</a:t>
          </a:r>
          <a:endParaRPr lang="uk-UA"/>
        </a:p>
      </dgm:t>
    </dgm:pt>
    <dgm:pt modelId="{58B16597-F4BE-4DED-AB96-DCF525EEAB12}" type="parTrans" cxnId="{D9DA3EEF-4960-4091-AAF0-FB1DBA28AC0B}">
      <dgm:prSet/>
      <dgm:spPr/>
      <dgm:t>
        <a:bodyPr/>
        <a:lstStyle/>
        <a:p>
          <a:endParaRPr lang="uk-UA"/>
        </a:p>
      </dgm:t>
    </dgm:pt>
    <dgm:pt modelId="{6602AC27-EF47-44AD-84F6-8692A60A203D}" type="sibTrans" cxnId="{D9DA3EEF-4960-4091-AAF0-FB1DBA28AC0B}">
      <dgm:prSet/>
      <dgm:spPr/>
      <dgm:t>
        <a:bodyPr/>
        <a:lstStyle/>
        <a:p>
          <a:endParaRPr lang="uk-UA"/>
        </a:p>
      </dgm:t>
    </dgm:pt>
    <dgm:pt modelId="{4CA6D857-E409-4C52-A5B2-6D3FF99CB391}">
      <dgm:prSet/>
      <dgm:spPr/>
      <dgm:t>
        <a:bodyPr/>
        <a:lstStyle/>
        <a:p>
          <a:r>
            <a:rPr lang="ru-RU" b="0" i="0"/>
            <a:t>активно готували народне повстання проти самодержавства</a:t>
          </a:r>
          <a:endParaRPr lang="uk-UA"/>
        </a:p>
      </dgm:t>
    </dgm:pt>
    <dgm:pt modelId="{14D8C1C7-3F22-4AC7-BE0D-D0A8F7E58C60}" type="parTrans" cxnId="{AD344D62-9756-49E5-B3FC-AD430558B6DC}">
      <dgm:prSet/>
      <dgm:spPr/>
      <dgm:t>
        <a:bodyPr/>
        <a:lstStyle/>
        <a:p>
          <a:endParaRPr lang="uk-UA"/>
        </a:p>
      </dgm:t>
    </dgm:pt>
    <dgm:pt modelId="{B9E08B42-D45D-4E16-A0C4-7166F2848814}" type="sibTrans" cxnId="{AD344D62-9756-49E5-B3FC-AD430558B6DC}">
      <dgm:prSet/>
      <dgm:spPr/>
      <dgm:t>
        <a:bodyPr/>
        <a:lstStyle/>
        <a:p>
          <a:endParaRPr lang="uk-UA"/>
        </a:p>
      </dgm:t>
    </dgm:pt>
    <dgm:pt modelId="{7C913DE5-15B2-4891-9CB8-30B01B154C8E}">
      <dgm:prSet/>
      <dgm:spPr/>
      <dgm:t>
        <a:bodyPr/>
        <a:lstStyle/>
        <a:p>
          <a:r>
            <a:rPr lang="ru-RU" b="0" i="0"/>
            <a:t>брали участь у терористичній діяльності російських народників</a:t>
          </a:r>
          <a:endParaRPr lang="uk-UA"/>
        </a:p>
      </dgm:t>
    </dgm:pt>
    <dgm:pt modelId="{081684C2-6DF5-4283-9E11-BE9997E098ED}" type="parTrans" cxnId="{CD261AC4-A7D8-4C72-8AF7-7115E7B4240B}">
      <dgm:prSet/>
      <dgm:spPr/>
      <dgm:t>
        <a:bodyPr/>
        <a:lstStyle/>
        <a:p>
          <a:endParaRPr lang="uk-UA"/>
        </a:p>
      </dgm:t>
    </dgm:pt>
    <dgm:pt modelId="{455AC167-79CD-4811-81C8-C08A48AEBBA8}" type="sibTrans" cxnId="{CD261AC4-A7D8-4C72-8AF7-7115E7B4240B}">
      <dgm:prSet/>
      <dgm:spPr/>
      <dgm:t>
        <a:bodyPr/>
        <a:lstStyle/>
        <a:p>
          <a:endParaRPr lang="uk-UA"/>
        </a:p>
      </dgm:t>
    </dgm:pt>
    <dgm:pt modelId="{4DD45415-DDCF-4159-B95A-2D5F5D22C4D0}" type="pres">
      <dgm:prSet presAssocID="{213AC82A-D614-414A-B32C-3DB4AC211813}" presName="linear" presStyleCnt="0">
        <dgm:presLayoutVars>
          <dgm:animLvl val="lvl"/>
          <dgm:resizeHandles val="exact"/>
        </dgm:presLayoutVars>
      </dgm:prSet>
      <dgm:spPr/>
    </dgm:pt>
    <dgm:pt modelId="{CF691812-5FC1-48B7-A26E-BBCA54EAC42F}" type="pres">
      <dgm:prSet presAssocID="{9B67C6D9-187D-4BBE-B44B-2AEC017A6FF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52245DE-89C8-4437-8E76-7789EDD9BB5F}" type="pres">
      <dgm:prSet presAssocID="{9764759B-B913-4475-9DD6-19F22D6E8CAF}" presName="spacer" presStyleCnt="0"/>
      <dgm:spPr/>
    </dgm:pt>
    <dgm:pt modelId="{2CEFE6FA-6E8B-4AF5-A488-1F380C1569F2}" type="pres">
      <dgm:prSet presAssocID="{0ABA85C4-10ED-4CFB-B703-D63820ACD6D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F854B85-D825-447C-BE59-D1D350F66617}" type="pres">
      <dgm:prSet presAssocID="{6602AC27-EF47-44AD-84F6-8692A60A203D}" presName="spacer" presStyleCnt="0"/>
      <dgm:spPr/>
    </dgm:pt>
    <dgm:pt modelId="{A22ACA67-6AEF-4AD8-9BCF-1D90DDC1ABF1}" type="pres">
      <dgm:prSet presAssocID="{4CA6D857-E409-4C52-A5B2-6D3FF99CB39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BDEDB13-D64E-47BE-8D52-DAF5D46EC2DB}" type="pres">
      <dgm:prSet presAssocID="{B9E08B42-D45D-4E16-A0C4-7166F2848814}" presName="spacer" presStyleCnt="0"/>
      <dgm:spPr/>
    </dgm:pt>
    <dgm:pt modelId="{3DBB95D6-F91F-47F0-B266-98D778CCA5EF}" type="pres">
      <dgm:prSet presAssocID="{7C913DE5-15B2-4891-9CB8-30B01B154C8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864C10F-6FDE-4034-A643-DF6BABD0D856}" type="presOf" srcId="{213AC82A-D614-414A-B32C-3DB4AC211813}" destId="{4DD45415-DDCF-4159-B95A-2D5F5D22C4D0}" srcOrd="0" destOrd="0" presId="urn:microsoft.com/office/officeart/2005/8/layout/vList2"/>
    <dgm:cxn modelId="{1730EF2C-7EAF-4B6C-B4D4-8454D78B5CDA}" type="presOf" srcId="{9B67C6D9-187D-4BBE-B44B-2AEC017A6FFA}" destId="{CF691812-5FC1-48B7-A26E-BBCA54EAC42F}" srcOrd="0" destOrd="0" presId="urn:microsoft.com/office/officeart/2005/8/layout/vList2"/>
    <dgm:cxn modelId="{F68FDC5F-A47A-4EF8-BFED-9160DD58492E}" type="presOf" srcId="{0ABA85C4-10ED-4CFB-B703-D63820ACD6DA}" destId="{2CEFE6FA-6E8B-4AF5-A488-1F380C1569F2}" srcOrd="0" destOrd="0" presId="urn:microsoft.com/office/officeart/2005/8/layout/vList2"/>
    <dgm:cxn modelId="{AD344D62-9756-49E5-B3FC-AD430558B6DC}" srcId="{213AC82A-D614-414A-B32C-3DB4AC211813}" destId="{4CA6D857-E409-4C52-A5B2-6D3FF99CB391}" srcOrd="2" destOrd="0" parTransId="{14D8C1C7-3F22-4AC7-BE0D-D0A8F7E58C60}" sibTransId="{B9E08B42-D45D-4E16-A0C4-7166F2848814}"/>
    <dgm:cxn modelId="{270F6374-823B-46C4-B052-1B655B2A4362}" type="presOf" srcId="{4CA6D857-E409-4C52-A5B2-6D3FF99CB391}" destId="{A22ACA67-6AEF-4AD8-9BCF-1D90DDC1ABF1}" srcOrd="0" destOrd="0" presId="urn:microsoft.com/office/officeart/2005/8/layout/vList2"/>
    <dgm:cxn modelId="{CD261AC4-A7D8-4C72-8AF7-7115E7B4240B}" srcId="{213AC82A-D614-414A-B32C-3DB4AC211813}" destId="{7C913DE5-15B2-4891-9CB8-30B01B154C8E}" srcOrd="3" destOrd="0" parTransId="{081684C2-6DF5-4283-9E11-BE9997E098ED}" sibTransId="{455AC167-79CD-4811-81C8-C08A48AEBBA8}"/>
    <dgm:cxn modelId="{E932D3CA-D974-42FB-BF05-1D4A4F33E332}" type="presOf" srcId="{7C913DE5-15B2-4891-9CB8-30B01B154C8E}" destId="{3DBB95D6-F91F-47F0-B266-98D778CCA5EF}" srcOrd="0" destOrd="0" presId="urn:microsoft.com/office/officeart/2005/8/layout/vList2"/>
    <dgm:cxn modelId="{D9DA3EEF-4960-4091-AAF0-FB1DBA28AC0B}" srcId="{213AC82A-D614-414A-B32C-3DB4AC211813}" destId="{0ABA85C4-10ED-4CFB-B703-D63820ACD6DA}" srcOrd="1" destOrd="0" parTransId="{58B16597-F4BE-4DED-AB96-DCF525EEAB12}" sibTransId="{6602AC27-EF47-44AD-84F6-8692A60A203D}"/>
    <dgm:cxn modelId="{399218F5-682F-4C76-BA69-35BE9C305D41}" srcId="{213AC82A-D614-414A-B32C-3DB4AC211813}" destId="{9B67C6D9-187D-4BBE-B44B-2AEC017A6FFA}" srcOrd="0" destOrd="0" parTransId="{9B132A0E-2EDF-4310-9730-F9ED125ECB96}" sibTransId="{9764759B-B913-4475-9DD6-19F22D6E8CAF}"/>
    <dgm:cxn modelId="{A581257E-DE34-4F54-9B89-BEFD3BF30241}" type="presParOf" srcId="{4DD45415-DDCF-4159-B95A-2D5F5D22C4D0}" destId="{CF691812-5FC1-48B7-A26E-BBCA54EAC42F}" srcOrd="0" destOrd="0" presId="urn:microsoft.com/office/officeart/2005/8/layout/vList2"/>
    <dgm:cxn modelId="{6B2648A2-F234-4D21-8EDB-12A23EFF52ED}" type="presParOf" srcId="{4DD45415-DDCF-4159-B95A-2D5F5D22C4D0}" destId="{C52245DE-89C8-4437-8E76-7789EDD9BB5F}" srcOrd="1" destOrd="0" presId="urn:microsoft.com/office/officeart/2005/8/layout/vList2"/>
    <dgm:cxn modelId="{4E81B903-03DE-4BDC-9AA1-BBEDA6D2E31B}" type="presParOf" srcId="{4DD45415-DDCF-4159-B95A-2D5F5D22C4D0}" destId="{2CEFE6FA-6E8B-4AF5-A488-1F380C1569F2}" srcOrd="2" destOrd="0" presId="urn:microsoft.com/office/officeart/2005/8/layout/vList2"/>
    <dgm:cxn modelId="{5C3B9B42-6485-4ECE-9028-D1BD5BF33B7F}" type="presParOf" srcId="{4DD45415-DDCF-4159-B95A-2D5F5D22C4D0}" destId="{9F854B85-D825-447C-BE59-D1D350F66617}" srcOrd="3" destOrd="0" presId="urn:microsoft.com/office/officeart/2005/8/layout/vList2"/>
    <dgm:cxn modelId="{EBB010D9-0EE9-4D21-B224-D63AB84671DF}" type="presParOf" srcId="{4DD45415-DDCF-4159-B95A-2D5F5D22C4D0}" destId="{A22ACA67-6AEF-4AD8-9BCF-1D90DDC1ABF1}" srcOrd="4" destOrd="0" presId="urn:microsoft.com/office/officeart/2005/8/layout/vList2"/>
    <dgm:cxn modelId="{504653F2-756D-4ECA-9E93-E043A27322B9}" type="presParOf" srcId="{4DD45415-DDCF-4159-B95A-2D5F5D22C4D0}" destId="{EBDEDB13-D64E-47BE-8D52-DAF5D46EC2DB}" srcOrd="5" destOrd="0" presId="urn:microsoft.com/office/officeart/2005/8/layout/vList2"/>
    <dgm:cxn modelId="{EECE252B-0A34-43B4-B7BF-61A7A36DDD82}" type="presParOf" srcId="{4DD45415-DDCF-4159-B95A-2D5F5D22C4D0}" destId="{3DBB95D6-F91F-47F0-B266-98D778CCA5E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39A6995-3D1A-4B92-B5EF-7E3C58113DD3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3E77586-5F80-49C5-B0BD-E8231AD9CF33}">
      <dgm:prSet/>
      <dgm:spPr/>
      <dgm:t>
        <a:bodyPr/>
        <a:lstStyle/>
        <a:p>
          <a:r>
            <a:rPr lang="ru-RU" b="0" i="0"/>
            <a:t>1856 р.</a:t>
          </a:r>
          <a:endParaRPr lang="uk-UA"/>
        </a:p>
      </dgm:t>
    </dgm:pt>
    <dgm:pt modelId="{5CDD673F-5B62-4DFD-932A-2B88F56FC800}" type="parTrans" cxnId="{5E9A8526-58B0-49B4-94A8-0637DC485774}">
      <dgm:prSet/>
      <dgm:spPr/>
      <dgm:t>
        <a:bodyPr/>
        <a:lstStyle/>
        <a:p>
          <a:endParaRPr lang="uk-UA"/>
        </a:p>
      </dgm:t>
    </dgm:pt>
    <dgm:pt modelId="{A7035E29-16B0-48B2-9C9E-F00ABD218569}" type="sibTrans" cxnId="{5E9A8526-58B0-49B4-94A8-0637DC485774}">
      <dgm:prSet/>
      <dgm:spPr/>
      <dgm:t>
        <a:bodyPr/>
        <a:lstStyle/>
        <a:p>
          <a:endParaRPr lang="uk-UA"/>
        </a:p>
      </dgm:t>
    </dgm:pt>
    <dgm:pt modelId="{D364000D-B1A9-4553-B1D7-E0EE3449163F}">
      <dgm:prSet/>
      <dgm:spPr/>
      <dgm:t>
        <a:bodyPr/>
        <a:lstStyle/>
        <a:p>
          <a:r>
            <a:rPr lang="ru-RU" b="0" i="0"/>
            <a:t>1863 р.</a:t>
          </a:r>
          <a:endParaRPr lang="uk-UA"/>
        </a:p>
      </dgm:t>
    </dgm:pt>
    <dgm:pt modelId="{8F7455F9-E7D9-458D-9057-A6AA1FB0B6F4}" type="parTrans" cxnId="{14C1FED6-1574-4D82-948C-DEF1FB99D587}">
      <dgm:prSet/>
      <dgm:spPr/>
      <dgm:t>
        <a:bodyPr/>
        <a:lstStyle/>
        <a:p>
          <a:endParaRPr lang="uk-UA"/>
        </a:p>
      </dgm:t>
    </dgm:pt>
    <dgm:pt modelId="{8773E614-8F10-4D2C-A665-BD68C5F6E893}" type="sibTrans" cxnId="{14C1FED6-1574-4D82-948C-DEF1FB99D587}">
      <dgm:prSet/>
      <dgm:spPr/>
      <dgm:t>
        <a:bodyPr/>
        <a:lstStyle/>
        <a:p>
          <a:endParaRPr lang="uk-UA"/>
        </a:p>
      </dgm:t>
    </dgm:pt>
    <dgm:pt modelId="{159DEFE3-23A5-491B-BE0A-ABF065594614}">
      <dgm:prSet/>
      <dgm:spPr/>
      <dgm:t>
        <a:bodyPr/>
        <a:lstStyle/>
        <a:p>
          <a:r>
            <a:rPr lang="ru-RU" b="0" i="0"/>
            <a:t>1876 р.</a:t>
          </a:r>
          <a:endParaRPr lang="uk-UA"/>
        </a:p>
      </dgm:t>
    </dgm:pt>
    <dgm:pt modelId="{61D9647F-5B8D-4C63-B765-47FCE548034D}" type="parTrans" cxnId="{0D5C170F-C1BF-491F-A1C4-DFE94EB44F13}">
      <dgm:prSet/>
      <dgm:spPr/>
      <dgm:t>
        <a:bodyPr/>
        <a:lstStyle/>
        <a:p>
          <a:endParaRPr lang="uk-UA"/>
        </a:p>
      </dgm:t>
    </dgm:pt>
    <dgm:pt modelId="{897ECEB3-7C22-4AB5-882F-6A812E6F3238}" type="sibTrans" cxnId="{0D5C170F-C1BF-491F-A1C4-DFE94EB44F13}">
      <dgm:prSet/>
      <dgm:spPr/>
      <dgm:t>
        <a:bodyPr/>
        <a:lstStyle/>
        <a:p>
          <a:endParaRPr lang="uk-UA"/>
        </a:p>
      </dgm:t>
    </dgm:pt>
    <dgm:pt modelId="{0C187C10-0F6F-46F9-9D7C-C38A62A4A7FA}">
      <dgm:prSet/>
      <dgm:spPr/>
      <dgm:t>
        <a:bodyPr/>
        <a:lstStyle/>
        <a:p>
          <a:r>
            <a:rPr lang="ru-RU" b="0" i="0"/>
            <a:t>1892 р.</a:t>
          </a:r>
          <a:endParaRPr lang="uk-UA"/>
        </a:p>
      </dgm:t>
    </dgm:pt>
    <dgm:pt modelId="{7B61F7B9-60FB-4C07-9331-0C763ACD8C9C}" type="parTrans" cxnId="{4E7A5F1F-F7BE-4C08-A044-CB2FAC9D8E97}">
      <dgm:prSet/>
      <dgm:spPr/>
      <dgm:t>
        <a:bodyPr/>
        <a:lstStyle/>
        <a:p>
          <a:endParaRPr lang="uk-UA"/>
        </a:p>
      </dgm:t>
    </dgm:pt>
    <dgm:pt modelId="{4DC628C7-463F-4664-A0A8-E92CF05136F9}" type="sibTrans" cxnId="{4E7A5F1F-F7BE-4C08-A044-CB2FAC9D8E97}">
      <dgm:prSet/>
      <dgm:spPr/>
      <dgm:t>
        <a:bodyPr/>
        <a:lstStyle/>
        <a:p>
          <a:endParaRPr lang="uk-UA"/>
        </a:p>
      </dgm:t>
    </dgm:pt>
    <dgm:pt modelId="{1A90C87D-C88C-485C-8026-A241A378E54D}" type="pres">
      <dgm:prSet presAssocID="{C39A6995-3D1A-4B92-B5EF-7E3C58113DD3}" presName="matrix" presStyleCnt="0">
        <dgm:presLayoutVars>
          <dgm:chMax val="1"/>
          <dgm:dir/>
          <dgm:resizeHandles val="exact"/>
        </dgm:presLayoutVars>
      </dgm:prSet>
      <dgm:spPr/>
    </dgm:pt>
    <dgm:pt modelId="{5184DC42-DF97-4178-B262-C313EBA5694D}" type="pres">
      <dgm:prSet presAssocID="{C39A6995-3D1A-4B92-B5EF-7E3C58113DD3}" presName="diamond" presStyleLbl="bgShp" presStyleIdx="0" presStyleCnt="1"/>
      <dgm:spPr/>
    </dgm:pt>
    <dgm:pt modelId="{AE3C8913-2A80-4A7F-8EAE-767970379E35}" type="pres">
      <dgm:prSet presAssocID="{C39A6995-3D1A-4B92-B5EF-7E3C58113DD3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6ED7412F-B4F0-4B21-8369-F4B9D4647B29}" type="pres">
      <dgm:prSet presAssocID="{C39A6995-3D1A-4B92-B5EF-7E3C58113DD3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09E1C4DC-B361-4D68-AFEC-C18A80BF8F47}" type="pres">
      <dgm:prSet presAssocID="{C39A6995-3D1A-4B92-B5EF-7E3C58113DD3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D5A13839-BBE8-40D0-9ADE-CE77C74599EF}" type="pres">
      <dgm:prSet presAssocID="{C39A6995-3D1A-4B92-B5EF-7E3C58113DD3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0D5C170F-C1BF-491F-A1C4-DFE94EB44F13}" srcId="{C39A6995-3D1A-4B92-B5EF-7E3C58113DD3}" destId="{159DEFE3-23A5-491B-BE0A-ABF065594614}" srcOrd="2" destOrd="0" parTransId="{61D9647F-5B8D-4C63-B765-47FCE548034D}" sibTransId="{897ECEB3-7C22-4AB5-882F-6A812E6F3238}"/>
    <dgm:cxn modelId="{47C75D18-7461-4A5A-AF06-7D48C1CEEE0C}" type="presOf" srcId="{C39A6995-3D1A-4B92-B5EF-7E3C58113DD3}" destId="{1A90C87D-C88C-485C-8026-A241A378E54D}" srcOrd="0" destOrd="0" presId="urn:microsoft.com/office/officeart/2005/8/layout/matrix3"/>
    <dgm:cxn modelId="{4E7A5F1F-F7BE-4C08-A044-CB2FAC9D8E97}" srcId="{C39A6995-3D1A-4B92-B5EF-7E3C58113DD3}" destId="{0C187C10-0F6F-46F9-9D7C-C38A62A4A7FA}" srcOrd="3" destOrd="0" parTransId="{7B61F7B9-60FB-4C07-9331-0C763ACD8C9C}" sibTransId="{4DC628C7-463F-4664-A0A8-E92CF05136F9}"/>
    <dgm:cxn modelId="{5E9A8526-58B0-49B4-94A8-0637DC485774}" srcId="{C39A6995-3D1A-4B92-B5EF-7E3C58113DD3}" destId="{63E77586-5F80-49C5-B0BD-E8231AD9CF33}" srcOrd="0" destOrd="0" parTransId="{5CDD673F-5B62-4DFD-932A-2B88F56FC800}" sibTransId="{A7035E29-16B0-48B2-9C9E-F00ABD218569}"/>
    <dgm:cxn modelId="{750D065D-3463-4B8A-9EB2-0E6801222040}" type="presOf" srcId="{159DEFE3-23A5-491B-BE0A-ABF065594614}" destId="{09E1C4DC-B361-4D68-AFEC-C18A80BF8F47}" srcOrd="0" destOrd="0" presId="urn:microsoft.com/office/officeart/2005/8/layout/matrix3"/>
    <dgm:cxn modelId="{518A8D73-311F-4A1E-B0AB-902FF64A73C0}" type="presOf" srcId="{0C187C10-0F6F-46F9-9D7C-C38A62A4A7FA}" destId="{D5A13839-BBE8-40D0-9ADE-CE77C74599EF}" srcOrd="0" destOrd="0" presId="urn:microsoft.com/office/officeart/2005/8/layout/matrix3"/>
    <dgm:cxn modelId="{DCFA8FB8-6FAB-4804-BFC4-A681D7D8359C}" type="presOf" srcId="{D364000D-B1A9-4553-B1D7-E0EE3449163F}" destId="{6ED7412F-B4F0-4B21-8369-F4B9D4647B29}" srcOrd="0" destOrd="0" presId="urn:microsoft.com/office/officeart/2005/8/layout/matrix3"/>
    <dgm:cxn modelId="{14C1FED6-1574-4D82-948C-DEF1FB99D587}" srcId="{C39A6995-3D1A-4B92-B5EF-7E3C58113DD3}" destId="{D364000D-B1A9-4553-B1D7-E0EE3449163F}" srcOrd="1" destOrd="0" parTransId="{8F7455F9-E7D9-458D-9057-A6AA1FB0B6F4}" sibTransId="{8773E614-8F10-4D2C-A665-BD68C5F6E893}"/>
    <dgm:cxn modelId="{776DF6DA-6B2C-4B2E-8631-9719370C0838}" type="presOf" srcId="{63E77586-5F80-49C5-B0BD-E8231AD9CF33}" destId="{AE3C8913-2A80-4A7F-8EAE-767970379E35}" srcOrd="0" destOrd="0" presId="urn:microsoft.com/office/officeart/2005/8/layout/matrix3"/>
    <dgm:cxn modelId="{FA6ADE2D-7236-4CC0-90BB-350A149DAAC0}" type="presParOf" srcId="{1A90C87D-C88C-485C-8026-A241A378E54D}" destId="{5184DC42-DF97-4178-B262-C313EBA5694D}" srcOrd="0" destOrd="0" presId="urn:microsoft.com/office/officeart/2005/8/layout/matrix3"/>
    <dgm:cxn modelId="{6037492A-36A2-458A-93C5-2324627E0137}" type="presParOf" srcId="{1A90C87D-C88C-485C-8026-A241A378E54D}" destId="{AE3C8913-2A80-4A7F-8EAE-767970379E35}" srcOrd="1" destOrd="0" presId="urn:microsoft.com/office/officeart/2005/8/layout/matrix3"/>
    <dgm:cxn modelId="{71642F83-AA1A-441D-916E-F48A070E35BA}" type="presParOf" srcId="{1A90C87D-C88C-485C-8026-A241A378E54D}" destId="{6ED7412F-B4F0-4B21-8369-F4B9D4647B29}" srcOrd="2" destOrd="0" presId="urn:microsoft.com/office/officeart/2005/8/layout/matrix3"/>
    <dgm:cxn modelId="{92E16918-8AA0-4707-9038-F16337A57A9C}" type="presParOf" srcId="{1A90C87D-C88C-485C-8026-A241A378E54D}" destId="{09E1C4DC-B361-4D68-AFEC-C18A80BF8F47}" srcOrd="3" destOrd="0" presId="urn:microsoft.com/office/officeart/2005/8/layout/matrix3"/>
    <dgm:cxn modelId="{3024D8AE-69CF-49E1-B7BE-97277C760DD6}" type="presParOf" srcId="{1A90C87D-C88C-485C-8026-A241A378E54D}" destId="{D5A13839-BBE8-40D0-9ADE-CE77C74599EF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4F180C3-0891-4766-AD7E-83FE40820D1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99D9777-C783-4A8D-AD13-3DE8D6196D66}">
      <dgm:prSet/>
      <dgm:spPr/>
      <dgm:t>
        <a:bodyPr/>
        <a:lstStyle/>
        <a:p>
          <a:r>
            <a:rPr lang="ru-RU" b="0" i="0"/>
            <a:t>Валуєвського циркуляру (1863 р.).</a:t>
          </a:r>
          <a:endParaRPr lang="uk-UA"/>
        </a:p>
      </dgm:t>
    </dgm:pt>
    <dgm:pt modelId="{FFEB515E-7133-4C15-805C-BE09C6348BFF}" type="parTrans" cxnId="{0CBEDD5D-9E0E-4F7F-B5AA-AEB459707539}">
      <dgm:prSet/>
      <dgm:spPr/>
      <dgm:t>
        <a:bodyPr/>
        <a:lstStyle/>
        <a:p>
          <a:endParaRPr lang="uk-UA"/>
        </a:p>
      </dgm:t>
    </dgm:pt>
    <dgm:pt modelId="{FED3189F-0D35-4077-93AB-1D5074DF232F}" type="sibTrans" cxnId="{0CBEDD5D-9E0E-4F7F-B5AA-AEB459707539}">
      <dgm:prSet/>
      <dgm:spPr/>
      <dgm:t>
        <a:bodyPr/>
        <a:lstStyle/>
        <a:p>
          <a:endParaRPr lang="uk-UA"/>
        </a:p>
      </dgm:t>
    </dgm:pt>
    <dgm:pt modelId="{6EE345C6-D4D0-4897-9DC9-CD7419658E08}">
      <dgm:prSet/>
      <dgm:spPr/>
      <dgm:t>
        <a:bodyPr/>
        <a:lstStyle/>
        <a:p>
          <a:r>
            <a:rPr lang="ru-RU" b="0" i="0"/>
            <a:t>Емського указу (1876 р.).</a:t>
          </a:r>
          <a:endParaRPr lang="uk-UA"/>
        </a:p>
      </dgm:t>
    </dgm:pt>
    <dgm:pt modelId="{A7B46F45-DC7A-41A5-91C2-F030C12C1785}" type="parTrans" cxnId="{D37F08CB-AC18-4AC7-93AC-E64C038982EE}">
      <dgm:prSet/>
      <dgm:spPr/>
      <dgm:t>
        <a:bodyPr/>
        <a:lstStyle/>
        <a:p>
          <a:endParaRPr lang="uk-UA"/>
        </a:p>
      </dgm:t>
    </dgm:pt>
    <dgm:pt modelId="{A7152757-34BF-46F1-8D56-B45697D20813}" type="sibTrans" cxnId="{D37F08CB-AC18-4AC7-93AC-E64C038982EE}">
      <dgm:prSet/>
      <dgm:spPr/>
      <dgm:t>
        <a:bodyPr/>
        <a:lstStyle/>
        <a:p>
          <a:endParaRPr lang="uk-UA"/>
        </a:p>
      </dgm:t>
    </dgm:pt>
    <dgm:pt modelId="{8FDCD124-541D-45E8-8617-C8D89B58EA64}">
      <dgm:prSet/>
      <dgm:spPr/>
      <dgm:t>
        <a:bodyPr/>
        <a:lstStyle/>
        <a:p>
          <a:r>
            <a:rPr lang="ru-RU" b="0" i="0"/>
            <a:t>Університетського статуту (1884 р.).</a:t>
          </a:r>
          <a:endParaRPr lang="uk-UA"/>
        </a:p>
      </dgm:t>
    </dgm:pt>
    <dgm:pt modelId="{0AD661E7-01E7-49FC-BC8F-5C96EECB2874}" type="parTrans" cxnId="{F6BDE1DF-DE70-4903-8759-EF774AD5D055}">
      <dgm:prSet/>
      <dgm:spPr/>
      <dgm:t>
        <a:bodyPr/>
        <a:lstStyle/>
        <a:p>
          <a:endParaRPr lang="uk-UA"/>
        </a:p>
      </dgm:t>
    </dgm:pt>
    <dgm:pt modelId="{766F7C94-FE56-419E-98F0-6D11321FBBC8}" type="sibTrans" cxnId="{F6BDE1DF-DE70-4903-8759-EF774AD5D055}">
      <dgm:prSet/>
      <dgm:spPr/>
      <dgm:t>
        <a:bodyPr/>
        <a:lstStyle/>
        <a:p>
          <a:endParaRPr lang="uk-UA"/>
        </a:p>
      </dgm:t>
    </dgm:pt>
    <dgm:pt modelId="{4BBA4108-428C-4AD5-A362-086D4AA3F695}">
      <dgm:prSet/>
      <dgm:spPr/>
      <dgm:t>
        <a:bodyPr/>
        <a:lstStyle/>
        <a:p>
          <a:r>
            <a:rPr lang="ru-RU" b="0" i="0"/>
            <a:t>Столипінського циркуляру (1906 р.).</a:t>
          </a:r>
          <a:endParaRPr lang="uk-UA"/>
        </a:p>
      </dgm:t>
    </dgm:pt>
    <dgm:pt modelId="{4B9603A3-20A2-4B2F-8D1A-1DB997151BB8}" type="parTrans" cxnId="{6E974FC1-BA67-4764-87BD-B5792B7C95FE}">
      <dgm:prSet/>
      <dgm:spPr/>
      <dgm:t>
        <a:bodyPr/>
        <a:lstStyle/>
        <a:p>
          <a:endParaRPr lang="uk-UA"/>
        </a:p>
      </dgm:t>
    </dgm:pt>
    <dgm:pt modelId="{F0AEE3AE-4E39-4DE4-A8D9-21EF14ABB3F0}" type="sibTrans" cxnId="{6E974FC1-BA67-4764-87BD-B5792B7C95FE}">
      <dgm:prSet/>
      <dgm:spPr/>
      <dgm:t>
        <a:bodyPr/>
        <a:lstStyle/>
        <a:p>
          <a:endParaRPr lang="uk-UA"/>
        </a:p>
      </dgm:t>
    </dgm:pt>
    <dgm:pt modelId="{44B8696B-DA81-4DEC-A828-5A28FB3D7996}" type="pres">
      <dgm:prSet presAssocID="{44F180C3-0891-4766-AD7E-83FE40820D19}" presName="linear" presStyleCnt="0">
        <dgm:presLayoutVars>
          <dgm:animLvl val="lvl"/>
          <dgm:resizeHandles val="exact"/>
        </dgm:presLayoutVars>
      </dgm:prSet>
      <dgm:spPr/>
    </dgm:pt>
    <dgm:pt modelId="{C83548F2-F167-4EFF-A8DE-9BDCFD8744E1}" type="pres">
      <dgm:prSet presAssocID="{D99D9777-C783-4A8D-AD13-3DE8D6196D6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2ED0741-A2EC-4561-8919-BD9552685458}" type="pres">
      <dgm:prSet presAssocID="{FED3189F-0D35-4077-93AB-1D5074DF232F}" presName="spacer" presStyleCnt="0"/>
      <dgm:spPr/>
    </dgm:pt>
    <dgm:pt modelId="{2A06FACE-482A-4BB5-A897-C3C06592677C}" type="pres">
      <dgm:prSet presAssocID="{6EE345C6-D4D0-4897-9DC9-CD7419658E0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C7DC724-CEB6-4900-8653-FE01B6E4D9BF}" type="pres">
      <dgm:prSet presAssocID="{A7152757-34BF-46F1-8D56-B45697D20813}" presName="spacer" presStyleCnt="0"/>
      <dgm:spPr/>
    </dgm:pt>
    <dgm:pt modelId="{10034619-0C47-4B24-AF29-B792375E40AA}" type="pres">
      <dgm:prSet presAssocID="{8FDCD124-541D-45E8-8617-C8D89B58EA6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174E6B2-299B-4752-9C52-F9AEBE8D6CC9}" type="pres">
      <dgm:prSet presAssocID="{766F7C94-FE56-419E-98F0-6D11321FBBC8}" presName="spacer" presStyleCnt="0"/>
      <dgm:spPr/>
    </dgm:pt>
    <dgm:pt modelId="{C99CA04F-64A5-49D8-A055-AC7A7EAC697A}" type="pres">
      <dgm:prSet presAssocID="{4BBA4108-428C-4AD5-A362-086D4AA3F69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EE2D81A-FE42-47CC-9D30-A9EFA511982D}" type="presOf" srcId="{6EE345C6-D4D0-4897-9DC9-CD7419658E08}" destId="{2A06FACE-482A-4BB5-A897-C3C06592677C}" srcOrd="0" destOrd="0" presId="urn:microsoft.com/office/officeart/2005/8/layout/vList2"/>
    <dgm:cxn modelId="{0CBEDD5D-9E0E-4F7F-B5AA-AEB459707539}" srcId="{44F180C3-0891-4766-AD7E-83FE40820D19}" destId="{D99D9777-C783-4A8D-AD13-3DE8D6196D66}" srcOrd="0" destOrd="0" parTransId="{FFEB515E-7133-4C15-805C-BE09C6348BFF}" sibTransId="{FED3189F-0D35-4077-93AB-1D5074DF232F}"/>
    <dgm:cxn modelId="{EC39F941-D850-4FCB-BA66-B8951EB9CC7A}" type="presOf" srcId="{4BBA4108-428C-4AD5-A362-086D4AA3F695}" destId="{C99CA04F-64A5-49D8-A055-AC7A7EAC697A}" srcOrd="0" destOrd="0" presId="urn:microsoft.com/office/officeart/2005/8/layout/vList2"/>
    <dgm:cxn modelId="{F65C288C-9AA4-41A1-B062-86C2E43DFA8C}" type="presOf" srcId="{8FDCD124-541D-45E8-8617-C8D89B58EA64}" destId="{10034619-0C47-4B24-AF29-B792375E40AA}" srcOrd="0" destOrd="0" presId="urn:microsoft.com/office/officeart/2005/8/layout/vList2"/>
    <dgm:cxn modelId="{58B225A4-FC48-446A-9DA9-7C8CC0B343EC}" type="presOf" srcId="{D99D9777-C783-4A8D-AD13-3DE8D6196D66}" destId="{C83548F2-F167-4EFF-A8DE-9BDCFD8744E1}" srcOrd="0" destOrd="0" presId="urn:microsoft.com/office/officeart/2005/8/layout/vList2"/>
    <dgm:cxn modelId="{6E974FC1-BA67-4764-87BD-B5792B7C95FE}" srcId="{44F180C3-0891-4766-AD7E-83FE40820D19}" destId="{4BBA4108-428C-4AD5-A362-086D4AA3F695}" srcOrd="3" destOrd="0" parTransId="{4B9603A3-20A2-4B2F-8D1A-1DB997151BB8}" sibTransId="{F0AEE3AE-4E39-4DE4-A8D9-21EF14ABB3F0}"/>
    <dgm:cxn modelId="{D37F08CB-AC18-4AC7-93AC-E64C038982EE}" srcId="{44F180C3-0891-4766-AD7E-83FE40820D19}" destId="{6EE345C6-D4D0-4897-9DC9-CD7419658E08}" srcOrd="1" destOrd="0" parTransId="{A7B46F45-DC7A-41A5-91C2-F030C12C1785}" sibTransId="{A7152757-34BF-46F1-8D56-B45697D20813}"/>
    <dgm:cxn modelId="{58F05ED5-B722-4393-B7D2-DCE8EE259E40}" type="presOf" srcId="{44F180C3-0891-4766-AD7E-83FE40820D19}" destId="{44B8696B-DA81-4DEC-A828-5A28FB3D7996}" srcOrd="0" destOrd="0" presId="urn:microsoft.com/office/officeart/2005/8/layout/vList2"/>
    <dgm:cxn modelId="{F6BDE1DF-DE70-4903-8759-EF774AD5D055}" srcId="{44F180C3-0891-4766-AD7E-83FE40820D19}" destId="{8FDCD124-541D-45E8-8617-C8D89B58EA64}" srcOrd="2" destOrd="0" parTransId="{0AD661E7-01E7-49FC-BC8F-5C96EECB2874}" sibTransId="{766F7C94-FE56-419E-98F0-6D11321FBBC8}"/>
    <dgm:cxn modelId="{1FF2B3B1-1F0F-48E0-870A-FB59213610F1}" type="presParOf" srcId="{44B8696B-DA81-4DEC-A828-5A28FB3D7996}" destId="{C83548F2-F167-4EFF-A8DE-9BDCFD8744E1}" srcOrd="0" destOrd="0" presId="urn:microsoft.com/office/officeart/2005/8/layout/vList2"/>
    <dgm:cxn modelId="{91F945E1-AFFE-4892-B17D-706CC6C459A9}" type="presParOf" srcId="{44B8696B-DA81-4DEC-A828-5A28FB3D7996}" destId="{F2ED0741-A2EC-4561-8919-BD9552685458}" srcOrd="1" destOrd="0" presId="urn:microsoft.com/office/officeart/2005/8/layout/vList2"/>
    <dgm:cxn modelId="{DE1B8E44-C6D9-4737-9BF5-3BC34473EF70}" type="presParOf" srcId="{44B8696B-DA81-4DEC-A828-5A28FB3D7996}" destId="{2A06FACE-482A-4BB5-A897-C3C06592677C}" srcOrd="2" destOrd="0" presId="urn:microsoft.com/office/officeart/2005/8/layout/vList2"/>
    <dgm:cxn modelId="{CF17ABB5-A639-4A56-A1BA-8822B52682E0}" type="presParOf" srcId="{44B8696B-DA81-4DEC-A828-5A28FB3D7996}" destId="{2C7DC724-CEB6-4900-8653-FE01B6E4D9BF}" srcOrd="3" destOrd="0" presId="urn:microsoft.com/office/officeart/2005/8/layout/vList2"/>
    <dgm:cxn modelId="{20083269-B5A9-435D-8939-02C81970F1D3}" type="presParOf" srcId="{44B8696B-DA81-4DEC-A828-5A28FB3D7996}" destId="{10034619-0C47-4B24-AF29-B792375E40AA}" srcOrd="4" destOrd="0" presId="urn:microsoft.com/office/officeart/2005/8/layout/vList2"/>
    <dgm:cxn modelId="{A893AF3F-76D8-4948-B488-B3F8B4FB12CA}" type="presParOf" srcId="{44B8696B-DA81-4DEC-A828-5A28FB3D7996}" destId="{3174E6B2-299B-4752-9C52-F9AEBE8D6CC9}" srcOrd="5" destOrd="0" presId="urn:microsoft.com/office/officeart/2005/8/layout/vList2"/>
    <dgm:cxn modelId="{F484FCEC-CFE8-4E84-A765-D68F5511643A}" type="presParOf" srcId="{44B8696B-DA81-4DEC-A828-5A28FB3D7996}" destId="{C99CA04F-64A5-49D8-A055-AC7A7EAC697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9C9C019-FFE5-4AEB-96E8-F42B9DE1DC25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70DA231-DC6C-4BA8-BD20-C84A1E871C67}">
      <dgm:prSet/>
      <dgm:spPr/>
      <dgm:t>
        <a:bodyPr/>
        <a:lstStyle/>
        <a:p>
          <a:r>
            <a:rPr lang="ru-RU" b="0" i="0"/>
            <a:t>Олександра ІІ</a:t>
          </a:r>
          <a:endParaRPr lang="uk-UA"/>
        </a:p>
      </dgm:t>
    </dgm:pt>
    <dgm:pt modelId="{699BBEBB-F009-48D0-A08D-513ACC501BBF}" type="parTrans" cxnId="{187CA0DB-E5FD-4C1F-97E9-23E07487B4CB}">
      <dgm:prSet/>
      <dgm:spPr/>
      <dgm:t>
        <a:bodyPr/>
        <a:lstStyle/>
        <a:p>
          <a:endParaRPr lang="uk-UA"/>
        </a:p>
      </dgm:t>
    </dgm:pt>
    <dgm:pt modelId="{D8F3CBA6-59ED-440F-939D-479E8E275D49}" type="sibTrans" cxnId="{187CA0DB-E5FD-4C1F-97E9-23E07487B4CB}">
      <dgm:prSet/>
      <dgm:spPr/>
      <dgm:t>
        <a:bodyPr/>
        <a:lstStyle/>
        <a:p>
          <a:endParaRPr lang="uk-UA"/>
        </a:p>
      </dgm:t>
    </dgm:pt>
    <dgm:pt modelId="{8DA4A6FC-1C29-4185-B607-871D5FE57BA1}">
      <dgm:prSet/>
      <dgm:spPr/>
      <dgm:t>
        <a:bodyPr/>
        <a:lstStyle/>
        <a:p>
          <a:r>
            <a:rPr lang="ru-RU" b="0" i="0"/>
            <a:t>Миколи І</a:t>
          </a:r>
          <a:endParaRPr lang="uk-UA"/>
        </a:p>
      </dgm:t>
    </dgm:pt>
    <dgm:pt modelId="{92A5579A-9AF3-40E3-B366-2CBB8F5093C9}" type="parTrans" cxnId="{C9FB5E25-AE77-47F4-8E73-0FB68C84FEFA}">
      <dgm:prSet/>
      <dgm:spPr/>
      <dgm:t>
        <a:bodyPr/>
        <a:lstStyle/>
        <a:p>
          <a:endParaRPr lang="uk-UA"/>
        </a:p>
      </dgm:t>
    </dgm:pt>
    <dgm:pt modelId="{4CA38D71-2F36-4CD9-8E2E-99B5D66B191A}" type="sibTrans" cxnId="{C9FB5E25-AE77-47F4-8E73-0FB68C84FEFA}">
      <dgm:prSet/>
      <dgm:spPr/>
      <dgm:t>
        <a:bodyPr/>
        <a:lstStyle/>
        <a:p>
          <a:endParaRPr lang="uk-UA"/>
        </a:p>
      </dgm:t>
    </dgm:pt>
    <dgm:pt modelId="{39EE65A7-7AB9-4ADE-8417-492BC6BD2F06}">
      <dgm:prSet/>
      <dgm:spPr/>
      <dgm:t>
        <a:bodyPr/>
        <a:lstStyle/>
        <a:p>
          <a:r>
            <a:rPr lang="ru-RU" b="0" i="0"/>
            <a:t>Олександра ІІІ</a:t>
          </a:r>
          <a:endParaRPr lang="uk-UA"/>
        </a:p>
      </dgm:t>
    </dgm:pt>
    <dgm:pt modelId="{A3349066-0B19-43C1-934E-8A54DAD272E9}" type="parTrans" cxnId="{54F7810E-9B83-4490-A119-1C86024BF718}">
      <dgm:prSet/>
      <dgm:spPr/>
      <dgm:t>
        <a:bodyPr/>
        <a:lstStyle/>
        <a:p>
          <a:endParaRPr lang="uk-UA"/>
        </a:p>
      </dgm:t>
    </dgm:pt>
    <dgm:pt modelId="{C09AD509-3EE9-44A2-9609-C7DE189E282C}" type="sibTrans" cxnId="{54F7810E-9B83-4490-A119-1C86024BF718}">
      <dgm:prSet/>
      <dgm:spPr/>
      <dgm:t>
        <a:bodyPr/>
        <a:lstStyle/>
        <a:p>
          <a:endParaRPr lang="uk-UA"/>
        </a:p>
      </dgm:t>
    </dgm:pt>
    <dgm:pt modelId="{2730E321-9DB5-489B-946D-2CF74424F20F}">
      <dgm:prSet/>
      <dgm:spPr/>
      <dgm:t>
        <a:bodyPr/>
        <a:lstStyle/>
        <a:p>
          <a:r>
            <a:rPr lang="ru-RU" b="0" i="0"/>
            <a:t>Миколи ІІ</a:t>
          </a:r>
          <a:endParaRPr lang="uk-UA"/>
        </a:p>
      </dgm:t>
    </dgm:pt>
    <dgm:pt modelId="{29FAD403-BC9D-4C2C-8B3D-EE0068BF4BBD}" type="parTrans" cxnId="{8D4CA096-6318-42CE-BDA1-48646FF1A7EB}">
      <dgm:prSet/>
      <dgm:spPr/>
      <dgm:t>
        <a:bodyPr/>
        <a:lstStyle/>
        <a:p>
          <a:endParaRPr lang="uk-UA"/>
        </a:p>
      </dgm:t>
    </dgm:pt>
    <dgm:pt modelId="{593B4050-039E-4150-A5AA-3BAF5753B5E7}" type="sibTrans" cxnId="{8D4CA096-6318-42CE-BDA1-48646FF1A7EB}">
      <dgm:prSet/>
      <dgm:spPr/>
      <dgm:t>
        <a:bodyPr/>
        <a:lstStyle/>
        <a:p>
          <a:endParaRPr lang="uk-UA"/>
        </a:p>
      </dgm:t>
    </dgm:pt>
    <dgm:pt modelId="{C47B3DF5-7412-4E3B-95BB-4D6B1748710A}" type="pres">
      <dgm:prSet presAssocID="{59C9C019-FFE5-4AEB-96E8-F42B9DE1DC25}" presName="linearFlow" presStyleCnt="0">
        <dgm:presLayoutVars>
          <dgm:dir/>
          <dgm:resizeHandles val="exact"/>
        </dgm:presLayoutVars>
      </dgm:prSet>
      <dgm:spPr/>
    </dgm:pt>
    <dgm:pt modelId="{B0AE1F56-C91C-4BEC-8FFE-4DE7981AA107}" type="pres">
      <dgm:prSet presAssocID="{370DA231-DC6C-4BA8-BD20-C84A1E871C67}" presName="composite" presStyleCnt="0"/>
      <dgm:spPr/>
    </dgm:pt>
    <dgm:pt modelId="{32249A63-C2C4-4C6C-81EF-52162ED15260}" type="pres">
      <dgm:prSet presAssocID="{370DA231-DC6C-4BA8-BD20-C84A1E871C67}" presName="imgShp" presStyleLbl="fgImgPlace1" presStyleIdx="0" presStyleCnt="4"/>
      <dgm:spPr/>
    </dgm:pt>
    <dgm:pt modelId="{E73D44AB-6CEF-4956-BB58-401A10BD1BE6}" type="pres">
      <dgm:prSet presAssocID="{370DA231-DC6C-4BA8-BD20-C84A1E871C67}" presName="txShp" presStyleLbl="node1" presStyleIdx="0" presStyleCnt="4">
        <dgm:presLayoutVars>
          <dgm:bulletEnabled val="1"/>
        </dgm:presLayoutVars>
      </dgm:prSet>
      <dgm:spPr/>
    </dgm:pt>
    <dgm:pt modelId="{E936E8B9-5097-4DCC-8372-C161D17DBD2C}" type="pres">
      <dgm:prSet presAssocID="{D8F3CBA6-59ED-440F-939D-479E8E275D49}" presName="spacing" presStyleCnt="0"/>
      <dgm:spPr/>
    </dgm:pt>
    <dgm:pt modelId="{5FE2C15A-5907-460B-9A69-6CD0E0A167A9}" type="pres">
      <dgm:prSet presAssocID="{8DA4A6FC-1C29-4185-B607-871D5FE57BA1}" presName="composite" presStyleCnt="0"/>
      <dgm:spPr/>
    </dgm:pt>
    <dgm:pt modelId="{65C657B4-95E7-487D-9399-8319EBC6D799}" type="pres">
      <dgm:prSet presAssocID="{8DA4A6FC-1C29-4185-B607-871D5FE57BA1}" presName="imgShp" presStyleLbl="fgImgPlace1" presStyleIdx="1" presStyleCnt="4"/>
      <dgm:spPr/>
    </dgm:pt>
    <dgm:pt modelId="{2AFC3DDC-179E-43C0-AA20-5D4DBE86EC33}" type="pres">
      <dgm:prSet presAssocID="{8DA4A6FC-1C29-4185-B607-871D5FE57BA1}" presName="txShp" presStyleLbl="node1" presStyleIdx="1" presStyleCnt="4">
        <dgm:presLayoutVars>
          <dgm:bulletEnabled val="1"/>
        </dgm:presLayoutVars>
      </dgm:prSet>
      <dgm:spPr/>
    </dgm:pt>
    <dgm:pt modelId="{9D945FF0-371F-4236-B54D-6698E14C3355}" type="pres">
      <dgm:prSet presAssocID="{4CA38D71-2F36-4CD9-8E2E-99B5D66B191A}" presName="spacing" presStyleCnt="0"/>
      <dgm:spPr/>
    </dgm:pt>
    <dgm:pt modelId="{09790339-0E19-4899-B58C-313631DEDBEE}" type="pres">
      <dgm:prSet presAssocID="{39EE65A7-7AB9-4ADE-8417-492BC6BD2F06}" presName="composite" presStyleCnt="0"/>
      <dgm:spPr/>
    </dgm:pt>
    <dgm:pt modelId="{6D6A38D1-7585-46C6-BC86-650B807ADD1A}" type="pres">
      <dgm:prSet presAssocID="{39EE65A7-7AB9-4ADE-8417-492BC6BD2F06}" presName="imgShp" presStyleLbl="fgImgPlace1" presStyleIdx="2" presStyleCnt="4"/>
      <dgm:spPr/>
    </dgm:pt>
    <dgm:pt modelId="{C5022CC3-EFAE-412C-83A3-ED7413E27D92}" type="pres">
      <dgm:prSet presAssocID="{39EE65A7-7AB9-4ADE-8417-492BC6BD2F06}" presName="txShp" presStyleLbl="node1" presStyleIdx="2" presStyleCnt="4">
        <dgm:presLayoutVars>
          <dgm:bulletEnabled val="1"/>
        </dgm:presLayoutVars>
      </dgm:prSet>
      <dgm:spPr/>
    </dgm:pt>
    <dgm:pt modelId="{B671236E-A2E3-407C-99BD-FA4D3F256BE1}" type="pres">
      <dgm:prSet presAssocID="{C09AD509-3EE9-44A2-9609-C7DE189E282C}" presName="spacing" presStyleCnt="0"/>
      <dgm:spPr/>
    </dgm:pt>
    <dgm:pt modelId="{BA98B4A2-6076-4122-B580-5A73112109E7}" type="pres">
      <dgm:prSet presAssocID="{2730E321-9DB5-489B-946D-2CF74424F20F}" presName="composite" presStyleCnt="0"/>
      <dgm:spPr/>
    </dgm:pt>
    <dgm:pt modelId="{2967784E-479C-41FE-AA13-D53561AECD64}" type="pres">
      <dgm:prSet presAssocID="{2730E321-9DB5-489B-946D-2CF74424F20F}" presName="imgShp" presStyleLbl="fgImgPlace1" presStyleIdx="3" presStyleCnt="4"/>
      <dgm:spPr/>
    </dgm:pt>
    <dgm:pt modelId="{4E1593B9-5EC4-48C8-A4C9-73B8CBB291C7}" type="pres">
      <dgm:prSet presAssocID="{2730E321-9DB5-489B-946D-2CF74424F20F}" presName="txShp" presStyleLbl="node1" presStyleIdx="3" presStyleCnt="4">
        <dgm:presLayoutVars>
          <dgm:bulletEnabled val="1"/>
        </dgm:presLayoutVars>
      </dgm:prSet>
      <dgm:spPr/>
    </dgm:pt>
  </dgm:ptLst>
  <dgm:cxnLst>
    <dgm:cxn modelId="{2645D101-BAFA-4BB3-BA6E-BEC89F48595E}" type="presOf" srcId="{2730E321-9DB5-489B-946D-2CF74424F20F}" destId="{4E1593B9-5EC4-48C8-A4C9-73B8CBB291C7}" srcOrd="0" destOrd="0" presId="urn:microsoft.com/office/officeart/2005/8/layout/vList3"/>
    <dgm:cxn modelId="{54F7810E-9B83-4490-A119-1C86024BF718}" srcId="{59C9C019-FFE5-4AEB-96E8-F42B9DE1DC25}" destId="{39EE65A7-7AB9-4ADE-8417-492BC6BD2F06}" srcOrd="2" destOrd="0" parTransId="{A3349066-0B19-43C1-934E-8A54DAD272E9}" sibTransId="{C09AD509-3EE9-44A2-9609-C7DE189E282C}"/>
    <dgm:cxn modelId="{C9FB5E25-AE77-47F4-8E73-0FB68C84FEFA}" srcId="{59C9C019-FFE5-4AEB-96E8-F42B9DE1DC25}" destId="{8DA4A6FC-1C29-4185-B607-871D5FE57BA1}" srcOrd="1" destOrd="0" parTransId="{92A5579A-9AF3-40E3-B366-2CBB8F5093C9}" sibTransId="{4CA38D71-2F36-4CD9-8E2E-99B5D66B191A}"/>
    <dgm:cxn modelId="{8DB5093F-7076-45E2-B194-58F6E9B16D93}" type="presOf" srcId="{370DA231-DC6C-4BA8-BD20-C84A1E871C67}" destId="{E73D44AB-6CEF-4956-BB58-401A10BD1BE6}" srcOrd="0" destOrd="0" presId="urn:microsoft.com/office/officeart/2005/8/layout/vList3"/>
    <dgm:cxn modelId="{61194D4E-6389-4F77-92F0-947A209307ED}" type="presOf" srcId="{59C9C019-FFE5-4AEB-96E8-F42B9DE1DC25}" destId="{C47B3DF5-7412-4E3B-95BB-4D6B1748710A}" srcOrd="0" destOrd="0" presId="urn:microsoft.com/office/officeart/2005/8/layout/vList3"/>
    <dgm:cxn modelId="{8D4CA096-6318-42CE-BDA1-48646FF1A7EB}" srcId="{59C9C019-FFE5-4AEB-96E8-F42B9DE1DC25}" destId="{2730E321-9DB5-489B-946D-2CF74424F20F}" srcOrd="3" destOrd="0" parTransId="{29FAD403-BC9D-4C2C-8B3D-EE0068BF4BBD}" sibTransId="{593B4050-039E-4150-A5AA-3BAF5753B5E7}"/>
    <dgm:cxn modelId="{6C2950AE-2149-4AD4-AAB3-A5A18A3825BC}" type="presOf" srcId="{8DA4A6FC-1C29-4185-B607-871D5FE57BA1}" destId="{2AFC3DDC-179E-43C0-AA20-5D4DBE86EC33}" srcOrd="0" destOrd="0" presId="urn:microsoft.com/office/officeart/2005/8/layout/vList3"/>
    <dgm:cxn modelId="{881C56C9-8F0A-4C91-AB62-0D1CD1FAD101}" type="presOf" srcId="{39EE65A7-7AB9-4ADE-8417-492BC6BD2F06}" destId="{C5022CC3-EFAE-412C-83A3-ED7413E27D92}" srcOrd="0" destOrd="0" presId="urn:microsoft.com/office/officeart/2005/8/layout/vList3"/>
    <dgm:cxn modelId="{187CA0DB-E5FD-4C1F-97E9-23E07487B4CB}" srcId="{59C9C019-FFE5-4AEB-96E8-F42B9DE1DC25}" destId="{370DA231-DC6C-4BA8-BD20-C84A1E871C67}" srcOrd="0" destOrd="0" parTransId="{699BBEBB-F009-48D0-A08D-513ACC501BBF}" sibTransId="{D8F3CBA6-59ED-440F-939D-479E8E275D49}"/>
    <dgm:cxn modelId="{5692AA8D-DA5A-494E-8B27-C25A2D013D0D}" type="presParOf" srcId="{C47B3DF5-7412-4E3B-95BB-4D6B1748710A}" destId="{B0AE1F56-C91C-4BEC-8FFE-4DE7981AA107}" srcOrd="0" destOrd="0" presId="urn:microsoft.com/office/officeart/2005/8/layout/vList3"/>
    <dgm:cxn modelId="{AB7FAB91-FBC9-44FA-BCB5-36B04DA32F6E}" type="presParOf" srcId="{B0AE1F56-C91C-4BEC-8FFE-4DE7981AA107}" destId="{32249A63-C2C4-4C6C-81EF-52162ED15260}" srcOrd="0" destOrd="0" presId="urn:microsoft.com/office/officeart/2005/8/layout/vList3"/>
    <dgm:cxn modelId="{37A4F673-02A3-4DEE-8FA5-AFF03691DCA1}" type="presParOf" srcId="{B0AE1F56-C91C-4BEC-8FFE-4DE7981AA107}" destId="{E73D44AB-6CEF-4956-BB58-401A10BD1BE6}" srcOrd="1" destOrd="0" presId="urn:microsoft.com/office/officeart/2005/8/layout/vList3"/>
    <dgm:cxn modelId="{40F223F0-6D03-46F3-A168-CBCAA571CBC8}" type="presParOf" srcId="{C47B3DF5-7412-4E3B-95BB-4D6B1748710A}" destId="{E936E8B9-5097-4DCC-8372-C161D17DBD2C}" srcOrd="1" destOrd="0" presId="urn:microsoft.com/office/officeart/2005/8/layout/vList3"/>
    <dgm:cxn modelId="{F35E0D6B-DF7D-49D3-B649-92504DCAB370}" type="presParOf" srcId="{C47B3DF5-7412-4E3B-95BB-4D6B1748710A}" destId="{5FE2C15A-5907-460B-9A69-6CD0E0A167A9}" srcOrd="2" destOrd="0" presId="urn:microsoft.com/office/officeart/2005/8/layout/vList3"/>
    <dgm:cxn modelId="{EBDE8159-5356-4F9B-A391-7AD2B4CECA0E}" type="presParOf" srcId="{5FE2C15A-5907-460B-9A69-6CD0E0A167A9}" destId="{65C657B4-95E7-487D-9399-8319EBC6D799}" srcOrd="0" destOrd="0" presId="urn:microsoft.com/office/officeart/2005/8/layout/vList3"/>
    <dgm:cxn modelId="{DBA069E6-47D0-484E-AD16-4D907C139432}" type="presParOf" srcId="{5FE2C15A-5907-460B-9A69-6CD0E0A167A9}" destId="{2AFC3DDC-179E-43C0-AA20-5D4DBE86EC33}" srcOrd="1" destOrd="0" presId="urn:microsoft.com/office/officeart/2005/8/layout/vList3"/>
    <dgm:cxn modelId="{B84A44A0-8367-4427-9A70-A5F760F477A2}" type="presParOf" srcId="{C47B3DF5-7412-4E3B-95BB-4D6B1748710A}" destId="{9D945FF0-371F-4236-B54D-6698E14C3355}" srcOrd="3" destOrd="0" presId="urn:microsoft.com/office/officeart/2005/8/layout/vList3"/>
    <dgm:cxn modelId="{ECEC0B0D-CC9E-4F78-B654-11EE42894823}" type="presParOf" srcId="{C47B3DF5-7412-4E3B-95BB-4D6B1748710A}" destId="{09790339-0E19-4899-B58C-313631DEDBEE}" srcOrd="4" destOrd="0" presId="urn:microsoft.com/office/officeart/2005/8/layout/vList3"/>
    <dgm:cxn modelId="{CAB6C2CD-E8FA-48C5-A313-3D0C75909FA3}" type="presParOf" srcId="{09790339-0E19-4899-B58C-313631DEDBEE}" destId="{6D6A38D1-7585-46C6-BC86-650B807ADD1A}" srcOrd="0" destOrd="0" presId="urn:microsoft.com/office/officeart/2005/8/layout/vList3"/>
    <dgm:cxn modelId="{73EDB129-84E8-4796-9E7F-0F8621DB9891}" type="presParOf" srcId="{09790339-0E19-4899-B58C-313631DEDBEE}" destId="{C5022CC3-EFAE-412C-83A3-ED7413E27D92}" srcOrd="1" destOrd="0" presId="urn:microsoft.com/office/officeart/2005/8/layout/vList3"/>
    <dgm:cxn modelId="{D41ABA46-2B24-4C24-8D59-399E851069E6}" type="presParOf" srcId="{C47B3DF5-7412-4E3B-95BB-4D6B1748710A}" destId="{B671236E-A2E3-407C-99BD-FA4D3F256BE1}" srcOrd="5" destOrd="0" presId="urn:microsoft.com/office/officeart/2005/8/layout/vList3"/>
    <dgm:cxn modelId="{9B3CB87F-B047-4145-95D9-C4D269EF2E89}" type="presParOf" srcId="{C47B3DF5-7412-4E3B-95BB-4D6B1748710A}" destId="{BA98B4A2-6076-4122-B580-5A73112109E7}" srcOrd="6" destOrd="0" presId="urn:microsoft.com/office/officeart/2005/8/layout/vList3"/>
    <dgm:cxn modelId="{32354089-9EA9-484B-B170-072D8F15048E}" type="presParOf" srcId="{BA98B4A2-6076-4122-B580-5A73112109E7}" destId="{2967784E-479C-41FE-AA13-D53561AECD64}" srcOrd="0" destOrd="0" presId="urn:microsoft.com/office/officeart/2005/8/layout/vList3"/>
    <dgm:cxn modelId="{63A887F4-BDEB-4B13-92F8-C04313E832EF}" type="presParOf" srcId="{BA98B4A2-6076-4122-B580-5A73112109E7}" destId="{4E1593B9-5EC4-48C8-A4C9-73B8CBB291C7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4EF4269-69EB-4521-9143-FE430B5C91C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DB3458D2-E3FF-47BC-979D-2C6288F9CE8D}">
      <dgm:prSet/>
      <dgm:spPr/>
      <dgm:t>
        <a:bodyPr/>
        <a:lstStyle/>
        <a:p>
          <a:r>
            <a:rPr lang="uk-UA" b="0" i="0"/>
            <a:t>«Маніфест...» імператора Олександра </a:t>
          </a:r>
          <a:r>
            <a:rPr lang="en-US" b="0" i="0"/>
            <a:t>II </a:t>
          </a:r>
          <a:r>
            <a:rPr lang="uk-UA" b="0" i="0"/>
            <a:t>від 19 лютого 1861 р.</a:t>
          </a:r>
          <a:endParaRPr lang="uk-UA"/>
        </a:p>
      </dgm:t>
    </dgm:pt>
    <dgm:pt modelId="{CB6BF80C-043A-4DC3-8679-3AF2C0C90C73}" type="parTrans" cxnId="{DF9DA7AE-C9B1-4972-9D78-1FE1A88A7403}">
      <dgm:prSet/>
      <dgm:spPr/>
      <dgm:t>
        <a:bodyPr/>
        <a:lstStyle/>
        <a:p>
          <a:endParaRPr lang="uk-UA"/>
        </a:p>
      </dgm:t>
    </dgm:pt>
    <dgm:pt modelId="{D2ACEBBD-5C1D-438F-B936-3FA9FFA6D604}" type="sibTrans" cxnId="{DF9DA7AE-C9B1-4972-9D78-1FE1A88A7403}">
      <dgm:prSet/>
      <dgm:spPr/>
      <dgm:t>
        <a:bodyPr/>
        <a:lstStyle/>
        <a:p>
          <a:endParaRPr lang="uk-UA"/>
        </a:p>
      </dgm:t>
    </dgm:pt>
    <dgm:pt modelId="{3B48E8A8-1AB2-4BF4-B1CF-6953F3EE07D6}">
      <dgm:prSet/>
      <dgm:spPr/>
      <dgm:t>
        <a:bodyPr/>
        <a:lstStyle/>
        <a:p>
          <a:r>
            <a:rPr lang="uk-UA" b="0" i="0"/>
            <a:t>Циркуляр міністра внутрішніх справ П. Валуєва від 18 липня 1863 р.</a:t>
          </a:r>
          <a:endParaRPr lang="uk-UA"/>
        </a:p>
      </dgm:t>
    </dgm:pt>
    <dgm:pt modelId="{375677C2-91C2-4296-9C80-FB191D973152}" type="parTrans" cxnId="{33EFD8DA-1150-494C-B751-457FB7BEFAC6}">
      <dgm:prSet/>
      <dgm:spPr/>
      <dgm:t>
        <a:bodyPr/>
        <a:lstStyle/>
        <a:p>
          <a:endParaRPr lang="uk-UA"/>
        </a:p>
      </dgm:t>
    </dgm:pt>
    <dgm:pt modelId="{97971C88-B698-4151-8C61-165CA67EE601}" type="sibTrans" cxnId="{33EFD8DA-1150-494C-B751-457FB7BEFAC6}">
      <dgm:prSet/>
      <dgm:spPr/>
      <dgm:t>
        <a:bodyPr/>
        <a:lstStyle/>
        <a:p>
          <a:endParaRPr lang="uk-UA"/>
        </a:p>
      </dgm:t>
    </dgm:pt>
    <dgm:pt modelId="{11A9463C-BBF8-4EAA-B6F6-160217F8563A}">
      <dgm:prSet/>
      <dgm:spPr>
        <a:solidFill>
          <a:schemeClr val="accent6"/>
        </a:solidFill>
      </dgm:spPr>
      <dgm:t>
        <a:bodyPr/>
        <a:lstStyle/>
        <a:p>
          <a:r>
            <a:rPr lang="uk-UA" b="0" i="0" dirty="0"/>
            <a:t>Емський указ імператора Олександра </a:t>
          </a:r>
          <a:r>
            <a:rPr lang="en-US" b="0" i="0" dirty="0"/>
            <a:t>II </a:t>
          </a:r>
          <a:r>
            <a:rPr lang="uk-UA" b="0" i="0" dirty="0"/>
            <a:t>від 18 травня 1876 р.</a:t>
          </a:r>
          <a:endParaRPr lang="uk-UA" dirty="0"/>
        </a:p>
      </dgm:t>
    </dgm:pt>
    <dgm:pt modelId="{1601AFFA-7817-4D50-A3EE-E8D59BB1EBE8}" type="parTrans" cxnId="{2B23B3AD-9F20-4095-A590-208A9F4DF35A}">
      <dgm:prSet/>
      <dgm:spPr/>
      <dgm:t>
        <a:bodyPr/>
        <a:lstStyle/>
        <a:p>
          <a:endParaRPr lang="uk-UA"/>
        </a:p>
      </dgm:t>
    </dgm:pt>
    <dgm:pt modelId="{DC48E07E-019B-4F3B-A603-F53C57E0687F}" type="sibTrans" cxnId="{2B23B3AD-9F20-4095-A590-208A9F4DF35A}">
      <dgm:prSet/>
      <dgm:spPr/>
      <dgm:t>
        <a:bodyPr/>
        <a:lstStyle/>
        <a:p>
          <a:endParaRPr lang="uk-UA"/>
        </a:p>
      </dgm:t>
    </dgm:pt>
    <dgm:pt modelId="{EBC92F24-18B7-4FBC-98A7-E37C4374A294}">
      <dgm:prSet/>
      <dgm:spPr/>
      <dgm:t>
        <a:bodyPr/>
        <a:lstStyle/>
        <a:p>
          <a:r>
            <a:rPr lang="uk-UA" b="0" i="0"/>
            <a:t>«Маніфест...» імператора Миколи </a:t>
          </a:r>
          <a:r>
            <a:rPr lang="en-US" b="0" i="0"/>
            <a:t>II </a:t>
          </a:r>
          <a:r>
            <a:rPr lang="uk-UA" b="0" i="0"/>
            <a:t>від 17 жовтня 1905 р.</a:t>
          </a:r>
          <a:endParaRPr lang="uk-UA"/>
        </a:p>
      </dgm:t>
    </dgm:pt>
    <dgm:pt modelId="{8F0E75FD-33DF-4565-8860-0C6D95F3D81E}" type="parTrans" cxnId="{74D3FF5C-44E7-4FE0-90C9-1CAF9885F605}">
      <dgm:prSet/>
      <dgm:spPr/>
      <dgm:t>
        <a:bodyPr/>
        <a:lstStyle/>
        <a:p>
          <a:endParaRPr lang="uk-UA"/>
        </a:p>
      </dgm:t>
    </dgm:pt>
    <dgm:pt modelId="{9C06892D-1241-4F5D-9A9E-4A32BC4A8CA2}" type="sibTrans" cxnId="{74D3FF5C-44E7-4FE0-90C9-1CAF9885F605}">
      <dgm:prSet/>
      <dgm:spPr/>
      <dgm:t>
        <a:bodyPr/>
        <a:lstStyle/>
        <a:p>
          <a:endParaRPr lang="uk-UA"/>
        </a:p>
      </dgm:t>
    </dgm:pt>
    <dgm:pt modelId="{D442D6AB-9B9F-48B6-A434-D96BF563945E}" type="pres">
      <dgm:prSet presAssocID="{A4EF4269-69EB-4521-9143-FE430B5C91CC}" presName="linear" presStyleCnt="0">
        <dgm:presLayoutVars>
          <dgm:animLvl val="lvl"/>
          <dgm:resizeHandles val="exact"/>
        </dgm:presLayoutVars>
      </dgm:prSet>
      <dgm:spPr/>
    </dgm:pt>
    <dgm:pt modelId="{7B65F302-BEAF-4D1F-A632-80598381D5A3}" type="pres">
      <dgm:prSet presAssocID="{DB3458D2-E3FF-47BC-979D-2C6288F9CE8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241CF30-BA08-462A-864E-028D7775B2A1}" type="pres">
      <dgm:prSet presAssocID="{D2ACEBBD-5C1D-438F-B936-3FA9FFA6D604}" presName="spacer" presStyleCnt="0"/>
      <dgm:spPr/>
    </dgm:pt>
    <dgm:pt modelId="{CE51AAD1-B986-470B-B5AE-6C9276F02BD8}" type="pres">
      <dgm:prSet presAssocID="{3B48E8A8-1AB2-4BF4-B1CF-6953F3EE07D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BD1AF78-8FDB-486B-AB70-E47039F13E56}" type="pres">
      <dgm:prSet presAssocID="{97971C88-B698-4151-8C61-165CA67EE601}" presName="spacer" presStyleCnt="0"/>
      <dgm:spPr/>
    </dgm:pt>
    <dgm:pt modelId="{F9764955-1DD9-406D-B58A-DB7A0B6685A5}" type="pres">
      <dgm:prSet presAssocID="{11A9463C-BBF8-4EAA-B6F6-160217F8563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CA975BC-F032-430D-AC8C-5936729F3FFE}" type="pres">
      <dgm:prSet presAssocID="{DC48E07E-019B-4F3B-A603-F53C57E0687F}" presName="spacer" presStyleCnt="0"/>
      <dgm:spPr/>
    </dgm:pt>
    <dgm:pt modelId="{215DE867-99ED-4A9D-9266-B6235787D96F}" type="pres">
      <dgm:prSet presAssocID="{EBC92F24-18B7-4FBC-98A7-E37C4374A29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0B8281F-9F3A-44E7-A58D-0A57B0B48516}" type="presOf" srcId="{EBC92F24-18B7-4FBC-98A7-E37C4374A294}" destId="{215DE867-99ED-4A9D-9266-B6235787D96F}" srcOrd="0" destOrd="0" presId="urn:microsoft.com/office/officeart/2005/8/layout/vList2"/>
    <dgm:cxn modelId="{74D3FF5C-44E7-4FE0-90C9-1CAF9885F605}" srcId="{A4EF4269-69EB-4521-9143-FE430B5C91CC}" destId="{EBC92F24-18B7-4FBC-98A7-E37C4374A294}" srcOrd="3" destOrd="0" parTransId="{8F0E75FD-33DF-4565-8860-0C6D95F3D81E}" sibTransId="{9C06892D-1241-4F5D-9A9E-4A32BC4A8CA2}"/>
    <dgm:cxn modelId="{8D1C6B41-F6FF-4B78-ACEB-EE872AD13519}" type="presOf" srcId="{11A9463C-BBF8-4EAA-B6F6-160217F8563A}" destId="{F9764955-1DD9-406D-B58A-DB7A0B6685A5}" srcOrd="0" destOrd="0" presId="urn:microsoft.com/office/officeart/2005/8/layout/vList2"/>
    <dgm:cxn modelId="{1198816B-CCE9-49D3-96ED-C16E3579B79F}" type="presOf" srcId="{3B48E8A8-1AB2-4BF4-B1CF-6953F3EE07D6}" destId="{CE51AAD1-B986-470B-B5AE-6C9276F02BD8}" srcOrd="0" destOrd="0" presId="urn:microsoft.com/office/officeart/2005/8/layout/vList2"/>
    <dgm:cxn modelId="{AE6E5979-B66D-4706-BD7E-1F7F688D1F63}" type="presOf" srcId="{DB3458D2-E3FF-47BC-979D-2C6288F9CE8D}" destId="{7B65F302-BEAF-4D1F-A632-80598381D5A3}" srcOrd="0" destOrd="0" presId="urn:microsoft.com/office/officeart/2005/8/layout/vList2"/>
    <dgm:cxn modelId="{84122497-838A-4BC4-A58E-07968B2E2ABB}" type="presOf" srcId="{A4EF4269-69EB-4521-9143-FE430B5C91CC}" destId="{D442D6AB-9B9F-48B6-A434-D96BF563945E}" srcOrd="0" destOrd="0" presId="urn:microsoft.com/office/officeart/2005/8/layout/vList2"/>
    <dgm:cxn modelId="{2B23B3AD-9F20-4095-A590-208A9F4DF35A}" srcId="{A4EF4269-69EB-4521-9143-FE430B5C91CC}" destId="{11A9463C-BBF8-4EAA-B6F6-160217F8563A}" srcOrd="2" destOrd="0" parTransId="{1601AFFA-7817-4D50-A3EE-E8D59BB1EBE8}" sibTransId="{DC48E07E-019B-4F3B-A603-F53C57E0687F}"/>
    <dgm:cxn modelId="{DF9DA7AE-C9B1-4972-9D78-1FE1A88A7403}" srcId="{A4EF4269-69EB-4521-9143-FE430B5C91CC}" destId="{DB3458D2-E3FF-47BC-979D-2C6288F9CE8D}" srcOrd="0" destOrd="0" parTransId="{CB6BF80C-043A-4DC3-8679-3AF2C0C90C73}" sibTransId="{D2ACEBBD-5C1D-438F-B936-3FA9FFA6D604}"/>
    <dgm:cxn modelId="{33EFD8DA-1150-494C-B751-457FB7BEFAC6}" srcId="{A4EF4269-69EB-4521-9143-FE430B5C91CC}" destId="{3B48E8A8-1AB2-4BF4-B1CF-6953F3EE07D6}" srcOrd="1" destOrd="0" parTransId="{375677C2-91C2-4296-9C80-FB191D973152}" sibTransId="{97971C88-B698-4151-8C61-165CA67EE601}"/>
    <dgm:cxn modelId="{1FFA5AB4-2E35-4538-9ABF-4BA216030B53}" type="presParOf" srcId="{D442D6AB-9B9F-48B6-A434-D96BF563945E}" destId="{7B65F302-BEAF-4D1F-A632-80598381D5A3}" srcOrd="0" destOrd="0" presId="urn:microsoft.com/office/officeart/2005/8/layout/vList2"/>
    <dgm:cxn modelId="{5E17655C-089B-4E46-8938-C5A6128200EE}" type="presParOf" srcId="{D442D6AB-9B9F-48B6-A434-D96BF563945E}" destId="{E241CF30-BA08-462A-864E-028D7775B2A1}" srcOrd="1" destOrd="0" presId="urn:microsoft.com/office/officeart/2005/8/layout/vList2"/>
    <dgm:cxn modelId="{91A8A7B0-B263-43AA-9553-EE0C0298FD4B}" type="presParOf" srcId="{D442D6AB-9B9F-48B6-A434-D96BF563945E}" destId="{CE51AAD1-B986-470B-B5AE-6C9276F02BD8}" srcOrd="2" destOrd="0" presId="urn:microsoft.com/office/officeart/2005/8/layout/vList2"/>
    <dgm:cxn modelId="{72C6573E-A068-4F30-84B7-46B6DF12A19C}" type="presParOf" srcId="{D442D6AB-9B9F-48B6-A434-D96BF563945E}" destId="{8BD1AF78-8FDB-486B-AB70-E47039F13E56}" srcOrd="3" destOrd="0" presId="urn:microsoft.com/office/officeart/2005/8/layout/vList2"/>
    <dgm:cxn modelId="{0EF5779F-F3BF-48AA-BF3E-486CA6D297C6}" type="presParOf" srcId="{D442D6AB-9B9F-48B6-A434-D96BF563945E}" destId="{F9764955-1DD9-406D-B58A-DB7A0B6685A5}" srcOrd="4" destOrd="0" presId="urn:microsoft.com/office/officeart/2005/8/layout/vList2"/>
    <dgm:cxn modelId="{D747C642-A868-4792-8FE0-1ACE9CB3976E}" type="presParOf" srcId="{D442D6AB-9B9F-48B6-A434-D96BF563945E}" destId="{ECA975BC-F032-430D-AC8C-5936729F3FFE}" srcOrd="5" destOrd="0" presId="urn:microsoft.com/office/officeart/2005/8/layout/vList2"/>
    <dgm:cxn modelId="{1C6E740A-9421-4F42-A387-94BA1CD273B4}" type="presParOf" srcId="{D442D6AB-9B9F-48B6-A434-D96BF563945E}" destId="{215DE867-99ED-4A9D-9266-B6235787D96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41C7C384-ADB9-48D3-BF90-39716446589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78974DD-F1C6-44FB-BCDF-066E43EEA8D8}">
      <dgm:prSet/>
      <dgm:spPr/>
      <dgm:t>
        <a:bodyPr/>
        <a:lstStyle/>
        <a:p>
          <a:r>
            <a:rPr lang="ru-RU" b="0" i="0"/>
            <a:t>щоденний відробіток селянами панщини</a:t>
          </a:r>
          <a:endParaRPr lang="uk-UA"/>
        </a:p>
      </dgm:t>
    </dgm:pt>
    <dgm:pt modelId="{86090C3C-5A23-4A97-AD43-DFAA73943C1E}" type="parTrans" cxnId="{05EB50C8-2D7E-44A7-AA70-25B2E8DF8F55}">
      <dgm:prSet/>
      <dgm:spPr/>
      <dgm:t>
        <a:bodyPr/>
        <a:lstStyle/>
        <a:p>
          <a:endParaRPr lang="uk-UA"/>
        </a:p>
      </dgm:t>
    </dgm:pt>
    <dgm:pt modelId="{4E5C9405-A338-4B4D-82D9-2AEC5EA00166}" type="sibTrans" cxnId="{05EB50C8-2D7E-44A7-AA70-25B2E8DF8F55}">
      <dgm:prSet/>
      <dgm:spPr/>
      <dgm:t>
        <a:bodyPr/>
        <a:lstStyle/>
        <a:p>
          <a:endParaRPr lang="uk-UA"/>
        </a:p>
      </dgm:t>
    </dgm:pt>
    <dgm:pt modelId="{F1B61CC8-ACB2-4902-A4A0-7E9CBD121311}">
      <dgm:prSet/>
      <dgm:spPr/>
      <dgm:t>
        <a:bodyPr/>
        <a:lstStyle/>
        <a:p>
          <a:r>
            <a:rPr lang="ru-RU" b="0" i="0"/>
            <a:t>особиста залежність селянина від пана</a:t>
          </a:r>
          <a:endParaRPr lang="uk-UA"/>
        </a:p>
      </dgm:t>
    </dgm:pt>
    <dgm:pt modelId="{64BD0BDD-D4B1-48B7-B149-0CB7D6F7925D}" type="parTrans" cxnId="{4E587BD0-49C7-4911-8449-9306EE552200}">
      <dgm:prSet/>
      <dgm:spPr/>
      <dgm:t>
        <a:bodyPr/>
        <a:lstStyle/>
        <a:p>
          <a:endParaRPr lang="uk-UA"/>
        </a:p>
      </dgm:t>
    </dgm:pt>
    <dgm:pt modelId="{BDD8A9E8-B517-474F-919B-DDF5BDB83E4C}" type="sibTrans" cxnId="{4E587BD0-49C7-4911-8449-9306EE552200}">
      <dgm:prSet/>
      <dgm:spPr/>
      <dgm:t>
        <a:bodyPr/>
        <a:lstStyle/>
        <a:p>
          <a:endParaRPr lang="uk-UA"/>
        </a:p>
      </dgm:t>
    </dgm:pt>
    <dgm:pt modelId="{9DF5BB2F-4973-4918-A55E-1F2C959DF640}">
      <dgm:prSet/>
      <dgm:spPr/>
      <dgm:t>
        <a:bodyPr/>
        <a:lstStyle/>
        <a:p>
          <a:r>
            <a:rPr lang="ru-RU" b="0" i="0"/>
            <a:t>сплата селянами натурального чи грошового оброку</a:t>
          </a:r>
          <a:endParaRPr lang="uk-UA"/>
        </a:p>
      </dgm:t>
    </dgm:pt>
    <dgm:pt modelId="{7F84C680-A64C-4AE6-A629-05858DBB324F}" type="parTrans" cxnId="{AFF258D6-67AC-495C-839B-D43FD81D7A98}">
      <dgm:prSet/>
      <dgm:spPr/>
      <dgm:t>
        <a:bodyPr/>
        <a:lstStyle/>
        <a:p>
          <a:endParaRPr lang="uk-UA"/>
        </a:p>
      </dgm:t>
    </dgm:pt>
    <dgm:pt modelId="{3C8E2881-0080-46E7-AE74-4E6DE13A3A3A}" type="sibTrans" cxnId="{AFF258D6-67AC-495C-839B-D43FD81D7A98}">
      <dgm:prSet/>
      <dgm:spPr/>
      <dgm:t>
        <a:bodyPr/>
        <a:lstStyle/>
        <a:p>
          <a:endParaRPr lang="uk-UA"/>
        </a:p>
      </dgm:t>
    </dgm:pt>
    <dgm:pt modelId="{83DC8FF2-9B30-44AB-978E-C57F00E52CB4}">
      <dgm:prSet/>
      <dgm:spPr/>
      <dgm:t>
        <a:bodyPr/>
        <a:lstStyle/>
        <a:p>
          <a:r>
            <a:rPr lang="ru-RU" b="0" i="0"/>
            <a:t>виконання певних повинностей у маєтку поміщика</a:t>
          </a:r>
          <a:endParaRPr lang="uk-UA"/>
        </a:p>
      </dgm:t>
    </dgm:pt>
    <dgm:pt modelId="{BDF414B0-24C3-4CB8-9E1C-0AA7D6B8A0BA}" type="parTrans" cxnId="{16072D3B-700C-44DB-A6F1-40AA32925BB5}">
      <dgm:prSet/>
      <dgm:spPr/>
      <dgm:t>
        <a:bodyPr/>
        <a:lstStyle/>
        <a:p>
          <a:endParaRPr lang="uk-UA"/>
        </a:p>
      </dgm:t>
    </dgm:pt>
    <dgm:pt modelId="{72F1DB6A-610A-4D95-B31A-3E2732F994C3}" type="sibTrans" cxnId="{16072D3B-700C-44DB-A6F1-40AA32925BB5}">
      <dgm:prSet/>
      <dgm:spPr/>
      <dgm:t>
        <a:bodyPr/>
        <a:lstStyle/>
        <a:p>
          <a:endParaRPr lang="uk-UA"/>
        </a:p>
      </dgm:t>
    </dgm:pt>
    <dgm:pt modelId="{41C4DF51-0008-4156-A845-1CB5BF372154}" type="pres">
      <dgm:prSet presAssocID="{41C7C384-ADB9-48D3-BF90-39716446589F}" presName="linear" presStyleCnt="0">
        <dgm:presLayoutVars>
          <dgm:animLvl val="lvl"/>
          <dgm:resizeHandles val="exact"/>
        </dgm:presLayoutVars>
      </dgm:prSet>
      <dgm:spPr/>
    </dgm:pt>
    <dgm:pt modelId="{844E7952-3C66-4920-8642-91C3D26B34C2}" type="pres">
      <dgm:prSet presAssocID="{678974DD-F1C6-44FB-BCDF-066E43EEA8D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D7309B6-B672-4B4C-AFE8-83D5EFAF37CC}" type="pres">
      <dgm:prSet presAssocID="{4E5C9405-A338-4B4D-82D9-2AEC5EA00166}" presName="spacer" presStyleCnt="0"/>
      <dgm:spPr/>
    </dgm:pt>
    <dgm:pt modelId="{58316A6F-4B96-4333-8092-257B1102671C}" type="pres">
      <dgm:prSet presAssocID="{F1B61CC8-ACB2-4902-A4A0-7E9CBD12131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B0DB0A4-C549-487A-BD4A-24CC5D11AF6D}" type="pres">
      <dgm:prSet presAssocID="{BDD8A9E8-B517-474F-919B-DDF5BDB83E4C}" presName="spacer" presStyleCnt="0"/>
      <dgm:spPr/>
    </dgm:pt>
    <dgm:pt modelId="{EB81CCAD-4F5E-41B5-9447-F466895BDB16}" type="pres">
      <dgm:prSet presAssocID="{9DF5BB2F-4973-4918-A55E-1F2C959DF64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C388644-FBE1-4855-8B51-6E1A35C91D59}" type="pres">
      <dgm:prSet presAssocID="{3C8E2881-0080-46E7-AE74-4E6DE13A3A3A}" presName="spacer" presStyleCnt="0"/>
      <dgm:spPr/>
    </dgm:pt>
    <dgm:pt modelId="{BEB04123-6751-4005-B3B0-56D7312D8748}" type="pres">
      <dgm:prSet presAssocID="{83DC8FF2-9B30-44AB-978E-C57F00E52CB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13A7132-6444-49B3-BDAB-BEA96D1963D3}" type="presOf" srcId="{83DC8FF2-9B30-44AB-978E-C57F00E52CB4}" destId="{BEB04123-6751-4005-B3B0-56D7312D8748}" srcOrd="0" destOrd="0" presId="urn:microsoft.com/office/officeart/2005/8/layout/vList2"/>
    <dgm:cxn modelId="{16072D3B-700C-44DB-A6F1-40AA32925BB5}" srcId="{41C7C384-ADB9-48D3-BF90-39716446589F}" destId="{83DC8FF2-9B30-44AB-978E-C57F00E52CB4}" srcOrd="3" destOrd="0" parTransId="{BDF414B0-24C3-4CB8-9E1C-0AA7D6B8A0BA}" sibTransId="{72F1DB6A-610A-4D95-B31A-3E2732F994C3}"/>
    <dgm:cxn modelId="{ACA00657-D3EA-4631-8C89-055A3B8113D3}" type="presOf" srcId="{678974DD-F1C6-44FB-BCDF-066E43EEA8D8}" destId="{844E7952-3C66-4920-8642-91C3D26B34C2}" srcOrd="0" destOrd="0" presId="urn:microsoft.com/office/officeart/2005/8/layout/vList2"/>
    <dgm:cxn modelId="{73CCE2B4-70D5-4C2F-8226-076230DD104A}" type="presOf" srcId="{41C7C384-ADB9-48D3-BF90-39716446589F}" destId="{41C4DF51-0008-4156-A845-1CB5BF372154}" srcOrd="0" destOrd="0" presId="urn:microsoft.com/office/officeart/2005/8/layout/vList2"/>
    <dgm:cxn modelId="{12F1FCC7-6B11-46BE-AB4A-BC6EEED22C9F}" type="presOf" srcId="{F1B61CC8-ACB2-4902-A4A0-7E9CBD121311}" destId="{58316A6F-4B96-4333-8092-257B1102671C}" srcOrd="0" destOrd="0" presId="urn:microsoft.com/office/officeart/2005/8/layout/vList2"/>
    <dgm:cxn modelId="{05EB50C8-2D7E-44A7-AA70-25B2E8DF8F55}" srcId="{41C7C384-ADB9-48D3-BF90-39716446589F}" destId="{678974DD-F1C6-44FB-BCDF-066E43EEA8D8}" srcOrd="0" destOrd="0" parTransId="{86090C3C-5A23-4A97-AD43-DFAA73943C1E}" sibTransId="{4E5C9405-A338-4B4D-82D9-2AEC5EA00166}"/>
    <dgm:cxn modelId="{4E587BD0-49C7-4911-8449-9306EE552200}" srcId="{41C7C384-ADB9-48D3-BF90-39716446589F}" destId="{F1B61CC8-ACB2-4902-A4A0-7E9CBD121311}" srcOrd="1" destOrd="0" parTransId="{64BD0BDD-D4B1-48B7-B149-0CB7D6F7925D}" sibTransId="{BDD8A9E8-B517-474F-919B-DDF5BDB83E4C}"/>
    <dgm:cxn modelId="{AFF258D6-67AC-495C-839B-D43FD81D7A98}" srcId="{41C7C384-ADB9-48D3-BF90-39716446589F}" destId="{9DF5BB2F-4973-4918-A55E-1F2C959DF640}" srcOrd="2" destOrd="0" parTransId="{7F84C680-A64C-4AE6-A629-05858DBB324F}" sibTransId="{3C8E2881-0080-46E7-AE74-4E6DE13A3A3A}"/>
    <dgm:cxn modelId="{CF6A27DD-E455-4D83-96E4-D48ADE33CB65}" type="presOf" srcId="{9DF5BB2F-4973-4918-A55E-1F2C959DF640}" destId="{EB81CCAD-4F5E-41B5-9447-F466895BDB16}" srcOrd="0" destOrd="0" presId="urn:microsoft.com/office/officeart/2005/8/layout/vList2"/>
    <dgm:cxn modelId="{A7D87779-BBCB-4EE2-BD4E-8F38E01CDA4B}" type="presParOf" srcId="{41C4DF51-0008-4156-A845-1CB5BF372154}" destId="{844E7952-3C66-4920-8642-91C3D26B34C2}" srcOrd="0" destOrd="0" presId="urn:microsoft.com/office/officeart/2005/8/layout/vList2"/>
    <dgm:cxn modelId="{24C4AD8B-E8EF-4959-B4A1-50755066F5F3}" type="presParOf" srcId="{41C4DF51-0008-4156-A845-1CB5BF372154}" destId="{5D7309B6-B672-4B4C-AFE8-83D5EFAF37CC}" srcOrd="1" destOrd="0" presId="urn:microsoft.com/office/officeart/2005/8/layout/vList2"/>
    <dgm:cxn modelId="{48E08D37-9769-441B-80B1-8873B7A05092}" type="presParOf" srcId="{41C4DF51-0008-4156-A845-1CB5BF372154}" destId="{58316A6F-4B96-4333-8092-257B1102671C}" srcOrd="2" destOrd="0" presId="urn:microsoft.com/office/officeart/2005/8/layout/vList2"/>
    <dgm:cxn modelId="{AEEA0B0A-68B5-4E9F-8B2F-4E3ABEA9A865}" type="presParOf" srcId="{41C4DF51-0008-4156-A845-1CB5BF372154}" destId="{6B0DB0A4-C549-487A-BD4A-24CC5D11AF6D}" srcOrd="3" destOrd="0" presId="urn:microsoft.com/office/officeart/2005/8/layout/vList2"/>
    <dgm:cxn modelId="{EA2A97A5-92B2-4A1C-A5B9-5D99153A0465}" type="presParOf" srcId="{41C4DF51-0008-4156-A845-1CB5BF372154}" destId="{EB81CCAD-4F5E-41B5-9447-F466895BDB16}" srcOrd="4" destOrd="0" presId="urn:microsoft.com/office/officeart/2005/8/layout/vList2"/>
    <dgm:cxn modelId="{8E731981-A561-43DD-8C83-5FC4EA769729}" type="presParOf" srcId="{41C4DF51-0008-4156-A845-1CB5BF372154}" destId="{4C388644-FBE1-4855-8B51-6E1A35C91D59}" srcOrd="5" destOrd="0" presId="urn:microsoft.com/office/officeart/2005/8/layout/vList2"/>
    <dgm:cxn modelId="{FCA25F3A-FECD-4619-9157-8A260BCFCACE}" type="presParOf" srcId="{41C4DF51-0008-4156-A845-1CB5BF372154}" destId="{BEB04123-6751-4005-B3B0-56D7312D874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B0F06694-3109-4212-BFA4-C6213554F2B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A63A910-6111-47E8-9F42-16F41B0BAB17}">
      <dgm:prSet/>
      <dgm:spPr/>
      <dgm:t>
        <a:bodyPr/>
        <a:lstStyle/>
        <a:p>
          <a:r>
            <a:rPr lang="uk-UA" b="0" i="0"/>
            <a:t>засиллям іноземного капіталу.</a:t>
          </a:r>
          <a:endParaRPr lang="uk-UA"/>
        </a:p>
      </dgm:t>
    </dgm:pt>
    <dgm:pt modelId="{EB7F2CE3-6A4C-4812-8484-53167210851A}" type="parTrans" cxnId="{61837953-8B96-478F-AB68-21EFB7FF98FD}">
      <dgm:prSet/>
      <dgm:spPr/>
      <dgm:t>
        <a:bodyPr/>
        <a:lstStyle/>
        <a:p>
          <a:endParaRPr lang="uk-UA"/>
        </a:p>
      </dgm:t>
    </dgm:pt>
    <dgm:pt modelId="{6F03D3F5-FD5C-4E03-8D15-39F10B20E326}" type="sibTrans" cxnId="{61837953-8B96-478F-AB68-21EFB7FF98FD}">
      <dgm:prSet/>
      <dgm:spPr/>
      <dgm:t>
        <a:bodyPr/>
        <a:lstStyle/>
        <a:p>
          <a:endParaRPr lang="uk-UA"/>
        </a:p>
      </dgm:t>
    </dgm:pt>
    <dgm:pt modelId="{0BA85646-7F6C-4E1D-8806-CCAB16B22EFB}">
      <dgm:prSet/>
      <dgm:spPr/>
      <dgm:t>
        <a:bodyPr/>
        <a:lstStyle/>
        <a:p>
          <a:r>
            <a:rPr lang="uk-UA" b="0" i="0"/>
            <a:t>поглибленням господарської спеціалізації регіонів.</a:t>
          </a:r>
          <a:endParaRPr lang="uk-UA"/>
        </a:p>
      </dgm:t>
    </dgm:pt>
    <dgm:pt modelId="{6A27A8FE-DD6D-4FB0-B18D-F75CF486607B}" type="parTrans" cxnId="{03B3C28E-A903-40FB-BC2F-61259A1EE45D}">
      <dgm:prSet/>
      <dgm:spPr/>
      <dgm:t>
        <a:bodyPr/>
        <a:lstStyle/>
        <a:p>
          <a:endParaRPr lang="uk-UA"/>
        </a:p>
      </dgm:t>
    </dgm:pt>
    <dgm:pt modelId="{9458B41D-1966-4E82-98C6-3790A7D1FA1F}" type="sibTrans" cxnId="{03B3C28E-A903-40FB-BC2F-61259A1EE45D}">
      <dgm:prSet/>
      <dgm:spPr/>
      <dgm:t>
        <a:bodyPr/>
        <a:lstStyle/>
        <a:p>
          <a:endParaRPr lang="uk-UA"/>
        </a:p>
      </dgm:t>
    </dgm:pt>
    <dgm:pt modelId="{53B5DC91-D3E7-4098-BECD-300DD20EB1B0}">
      <dgm:prSet/>
      <dgm:spPr/>
      <dgm:t>
        <a:bodyPr/>
        <a:lstStyle/>
        <a:p>
          <a:r>
            <a:rPr lang="uk-UA" b="0" i="0"/>
            <a:t>скороченням поміщицького землеволодіння.</a:t>
          </a:r>
          <a:endParaRPr lang="uk-UA"/>
        </a:p>
      </dgm:t>
    </dgm:pt>
    <dgm:pt modelId="{04B1D989-0030-4442-879F-C62C6B2F8DD5}" type="parTrans" cxnId="{D6D05079-BE3B-49E7-B8B9-4EEAB98BF9EC}">
      <dgm:prSet/>
      <dgm:spPr/>
      <dgm:t>
        <a:bodyPr/>
        <a:lstStyle/>
        <a:p>
          <a:endParaRPr lang="uk-UA"/>
        </a:p>
      </dgm:t>
    </dgm:pt>
    <dgm:pt modelId="{72E119BC-DFA4-46BD-AF61-EAD5CB13A003}" type="sibTrans" cxnId="{D6D05079-BE3B-49E7-B8B9-4EEAB98BF9EC}">
      <dgm:prSet/>
      <dgm:spPr/>
      <dgm:t>
        <a:bodyPr/>
        <a:lstStyle/>
        <a:p>
          <a:endParaRPr lang="uk-UA"/>
        </a:p>
      </dgm:t>
    </dgm:pt>
    <dgm:pt modelId="{2533D811-EB50-4FAF-AC02-54B8A21A3CB4}">
      <dgm:prSet/>
      <dgm:spPr/>
      <dgm:t>
        <a:bodyPr/>
        <a:lstStyle/>
        <a:p>
          <a:r>
            <a:rPr lang="uk-UA" b="0" i="0"/>
            <a:t>збереженням селянської общини.</a:t>
          </a:r>
          <a:endParaRPr lang="uk-UA"/>
        </a:p>
      </dgm:t>
    </dgm:pt>
    <dgm:pt modelId="{11571F01-D462-46B5-91D3-A87BD741F6BE}" type="parTrans" cxnId="{9F1FC0A3-D210-48BD-8128-11FF4423F90B}">
      <dgm:prSet/>
      <dgm:spPr/>
      <dgm:t>
        <a:bodyPr/>
        <a:lstStyle/>
        <a:p>
          <a:endParaRPr lang="uk-UA"/>
        </a:p>
      </dgm:t>
    </dgm:pt>
    <dgm:pt modelId="{7CDDA9AE-A2F1-4987-996F-085ED12F3163}" type="sibTrans" cxnId="{9F1FC0A3-D210-48BD-8128-11FF4423F90B}">
      <dgm:prSet/>
      <dgm:spPr/>
      <dgm:t>
        <a:bodyPr/>
        <a:lstStyle/>
        <a:p>
          <a:endParaRPr lang="uk-UA"/>
        </a:p>
      </dgm:t>
    </dgm:pt>
    <dgm:pt modelId="{00A9E6D1-4E38-4151-940D-9F4B4F89C66D}" type="pres">
      <dgm:prSet presAssocID="{B0F06694-3109-4212-BFA4-C6213554F2BC}" presName="linear" presStyleCnt="0">
        <dgm:presLayoutVars>
          <dgm:animLvl val="lvl"/>
          <dgm:resizeHandles val="exact"/>
        </dgm:presLayoutVars>
      </dgm:prSet>
      <dgm:spPr/>
    </dgm:pt>
    <dgm:pt modelId="{7BE7581D-CD35-475D-B4C6-B04BB236F4E1}" type="pres">
      <dgm:prSet presAssocID="{2A63A910-6111-47E8-9F42-16F41B0BAB1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FE7BDCD-5B16-4D1A-AA5D-5F3EF03A0FF7}" type="pres">
      <dgm:prSet presAssocID="{6F03D3F5-FD5C-4E03-8D15-39F10B20E326}" presName="spacer" presStyleCnt="0"/>
      <dgm:spPr/>
    </dgm:pt>
    <dgm:pt modelId="{9EF701FD-C5D0-485B-B059-D317996F2DC2}" type="pres">
      <dgm:prSet presAssocID="{0BA85646-7F6C-4E1D-8806-CCAB16B22EF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A3021F5-FB58-49D0-8598-FA98D4BE8E50}" type="pres">
      <dgm:prSet presAssocID="{9458B41D-1966-4E82-98C6-3790A7D1FA1F}" presName="spacer" presStyleCnt="0"/>
      <dgm:spPr/>
    </dgm:pt>
    <dgm:pt modelId="{092FBC6A-27EF-4576-89BC-8D1B5CDC9D52}" type="pres">
      <dgm:prSet presAssocID="{53B5DC91-D3E7-4098-BECD-300DD20EB1B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482BCFC-C2E4-4E5B-98C1-62C15411757B}" type="pres">
      <dgm:prSet presAssocID="{72E119BC-DFA4-46BD-AF61-EAD5CB13A003}" presName="spacer" presStyleCnt="0"/>
      <dgm:spPr/>
    </dgm:pt>
    <dgm:pt modelId="{0618DADA-6CA4-4017-A51A-2FA42439C091}" type="pres">
      <dgm:prSet presAssocID="{2533D811-EB50-4FAF-AC02-54B8A21A3CB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75D6720-6FB4-4CC5-9270-8533632AF5E2}" type="presOf" srcId="{2533D811-EB50-4FAF-AC02-54B8A21A3CB4}" destId="{0618DADA-6CA4-4017-A51A-2FA42439C091}" srcOrd="0" destOrd="0" presId="urn:microsoft.com/office/officeart/2005/8/layout/vList2"/>
    <dgm:cxn modelId="{79BC1D38-14F3-4C15-8144-423B4D3E7F96}" type="presOf" srcId="{53B5DC91-D3E7-4098-BECD-300DD20EB1B0}" destId="{092FBC6A-27EF-4576-89BC-8D1B5CDC9D52}" srcOrd="0" destOrd="0" presId="urn:microsoft.com/office/officeart/2005/8/layout/vList2"/>
    <dgm:cxn modelId="{61837953-8B96-478F-AB68-21EFB7FF98FD}" srcId="{B0F06694-3109-4212-BFA4-C6213554F2BC}" destId="{2A63A910-6111-47E8-9F42-16F41B0BAB17}" srcOrd="0" destOrd="0" parTransId="{EB7F2CE3-6A4C-4812-8484-53167210851A}" sibTransId="{6F03D3F5-FD5C-4E03-8D15-39F10B20E326}"/>
    <dgm:cxn modelId="{D6D05079-BE3B-49E7-B8B9-4EEAB98BF9EC}" srcId="{B0F06694-3109-4212-BFA4-C6213554F2BC}" destId="{53B5DC91-D3E7-4098-BECD-300DD20EB1B0}" srcOrd="2" destOrd="0" parTransId="{04B1D989-0030-4442-879F-C62C6B2F8DD5}" sibTransId="{72E119BC-DFA4-46BD-AF61-EAD5CB13A003}"/>
    <dgm:cxn modelId="{03B3C28E-A903-40FB-BC2F-61259A1EE45D}" srcId="{B0F06694-3109-4212-BFA4-C6213554F2BC}" destId="{0BA85646-7F6C-4E1D-8806-CCAB16B22EFB}" srcOrd="1" destOrd="0" parTransId="{6A27A8FE-DD6D-4FB0-B18D-F75CF486607B}" sibTransId="{9458B41D-1966-4E82-98C6-3790A7D1FA1F}"/>
    <dgm:cxn modelId="{306D1195-5B39-4685-B9A4-3BF289F3B275}" type="presOf" srcId="{2A63A910-6111-47E8-9F42-16F41B0BAB17}" destId="{7BE7581D-CD35-475D-B4C6-B04BB236F4E1}" srcOrd="0" destOrd="0" presId="urn:microsoft.com/office/officeart/2005/8/layout/vList2"/>
    <dgm:cxn modelId="{9F1FC0A3-D210-48BD-8128-11FF4423F90B}" srcId="{B0F06694-3109-4212-BFA4-C6213554F2BC}" destId="{2533D811-EB50-4FAF-AC02-54B8A21A3CB4}" srcOrd="3" destOrd="0" parTransId="{11571F01-D462-46B5-91D3-A87BD741F6BE}" sibTransId="{7CDDA9AE-A2F1-4987-996F-085ED12F3163}"/>
    <dgm:cxn modelId="{B37D52E4-149E-4786-B4A4-B824934B7D72}" type="presOf" srcId="{B0F06694-3109-4212-BFA4-C6213554F2BC}" destId="{00A9E6D1-4E38-4151-940D-9F4B4F89C66D}" srcOrd="0" destOrd="0" presId="urn:microsoft.com/office/officeart/2005/8/layout/vList2"/>
    <dgm:cxn modelId="{89D0E7FB-403F-4BA2-BF4A-8B32345B7148}" type="presOf" srcId="{0BA85646-7F6C-4E1D-8806-CCAB16B22EFB}" destId="{9EF701FD-C5D0-485B-B059-D317996F2DC2}" srcOrd="0" destOrd="0" presId="urn:microsoft.com/office/officeart/2005/8/layout/vList2"/>
    <dgm:cxn modelId="{F25DEDD9-D1B9-4A8D-A5D4-D99BA7425592}" type="presParOf" srcId="{00A9E6D1-4E38-4151-940D-9F4B4F89C66D}" destId="{7BE7581D-CD35-475D-B4C6-B04BB236F4E1}" srcOrd="0" destOrd="0" presId="urn:microsoft.com/office/officeart/2005/8/layout/vList2"/>
    <dgm:cxn modelId="{7BC3ADBD-C265-4D00-A530-D106A96AAFC6}" type="presParOf" srcId="{00A9E6D1-4E38-4151-940D-9F4B4F89C66D}" destId="{AFE7BDCD-5B16-4D1A-AA5D-5F3EF03A0FF7}" srcOrd="1" destOrd="0" presId="urn:microsoft.com/office/officeart/2005/8/layout/vList2"/>
    <dgm:cxn modelId="{A61B05EF-34E9-4953-A08C-0B7872AB3006}" type="presParOf" srcId="{00A9E6D1-4E38-4151-940D-9F4B4F89C66D}" destId="{9EF701FD-C5D0-485B-B059-D317996F2DC2}" srcOrd="2" destOrd="0" presId="urn:microsoft.com/office/officeart/2005/8/layout/vList2"/>
    <dgm:cxn modelId="{C2F689BC-78BD-4304-A3BB-BD3C08A890F4}" type="presParOf" srcId="{00A9E6D1-4E38-4151-940D-9F4B4F89C66D}" destId="{8A3021F5-FB58-49D0-8598-FA98D4BE8E50}" srcOrd="3" destOrd="0" presId="urn:microsoft.com/office/officeart/2005/8/layout/vList2"/>
    <dgm:cxn modelId="{86108B9B-824F-4D89-91E7-EA05368E779C}" type="presParOf" srcId="{00A9E6D1-4E38-4151-940D-9F4B4F89C66D}" destId="{092FBC6A-27EF-4576-89BC-8D1B5CDC9D52}" srcOrd="4" destOrd="0" presId="urn:microsoft.com/office/officeart/2005/8/layout/vList2"/>
    <dgm:cxn modelId="{FE8C10A7-5EAB-4D87-BDC5-5D0788CD4BD3}" type="presParOf" srcId="{00A9E6D1-4E38-4151-940D-9F4B4F89C66D}" destId="{0482BCFC-C2E4-4E5B-98C1-62C15411757B}" srcOrd="5" destOrd="0" presId="urn:microsoft.com/office/officeart/2005/8/layout/vList2"/>
    <dgm:cxn modelId="{0FD08108-AA37-4790-9E3A-270F24069D54}" type="presParOf" srcId="{00A9E6D1-4E38-4151-940D-9F4B4F89C66D}" destId="{0618DADA-6CA4-4017-A51A-2FA42439C09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F586AF6B-2571-41C7-ACCB-BD1D4FDF705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E23F64A-D855-44EF-A8DB-05A59910FD68}">
      <dgm:prSet/>
      <dgm:spPr/>
      <dgm:t>
        <a:bodyPr/>
        <a:lstStyle/>
        <a:p>
          <a:r>
            <a:rPr lang="uk-UA" b="0" i="0"/>
            <a:t>демографічний вибух і збереження великого землеволодіння</a:t>
          </a:r>
          <a:endParaRPr lang="uk-UA"/>
        </a:p>
      </dgm:t>
    </dgm:pt>
    <dgm:pt modelId="{42CE6BE4-2D77-4548-A673-434166AF2964}" type="parTrans" cxnId="{9A55D425-238B-4D75-AE10-8C1A9292605D}">
      <dgm:prSet/>
      <dgm:spPr/>
      <dgm:t>
        <a:bodyPr/>
        <a:lstStyle/>
        <a:p>
          <a:endParaRPr lang="uk-UA"/>
        </a:p>
      </dgm:t>
    </dgm:pt>
    <dgm:pt modelId="{C75C5E6D-17B5-4463-B3DF-3E500AA42348}" type="sibTrans" cxnId="{9A55D425-238B-4D75-AE10-8C1A9292605D}">
      <dgm:prSet/>
      <dgm:spPr/>
      <dgm:t>
        <a:bodyPr/>
        <a:lstStyle/>
        <a:p>
          <a:endParaRPr lang="uk-UA"/>
        </a:p>
      </dgm:t>
    </dgm:pt>
    <dgm:pt modelId="{43BF3124-C271-45E2-B325-AD629F8BF9A2}">
      <dgm:prSet/>
      <dgm:spPr/>
      <dgm:t>
        <a:bodyPr/>
        <a:lstStyle/>
        <a:p>
          <a:r>
            <a:rPr lang="uk-UA" b="0" i="0"/>
            <a:t>соціальне розшарування селянства та зростання чисельності робітників</a:t>
          </a:r>
          <a:endParaRPr lang="uk-UA"/>
        </a:p>
      </dgm:t>
    </dgm:pt>
    <dgm:pt modelId="{1BC233A6-6828-4DAC-BD17-4FA423D6A220}" type="parTrans" cxnId="{CC776420-43B8-4692-ACC6-2F41D6364DDA}">
      <dgm:prSet/>
      <dgm:spPr/>
      <dgm:t>
        <a:bodyPr/>
        <a:lstStyle/>
        <a:p>
          <a:endParaRPr lang="uk-UA"/>
        </a:p>
      </dgm:t>
    </dgm:pt>
    <dgm:pt modelId="{13897036-0B24-4BA4-A0EC-8219FC51D2AD}" type="sibTrans" cxnId="{CC776420-43B8-4692-ACC6-2F41D6364DDA}">
      <dgm:prSet/>
      <dgm:spPr/>
      <dgm:t>
        <a:bodyPr/>
        <a:lstStyle/>
        <a:p>
          <a:endParaRPr lang="uk-UA"/>
        </a:p>
      </dgm:t>
    </dgm:pt>
    <dgm:pt modelId="{65195EB8-BC4B-4A44-8005-A01551B891B6}">
      <dgm:prSet/>
      <dgm:spPr/>
      <dgm:t>
        <a:bodyPr/>
        <a:lstStyle/>
        <a:p>
          <a:r>
            <a:rPr lang="uk-UA" b="0" i="0"/>
            <a:t>скасування панщини та міграція селянства із західноукраїнських земель</a:t>
          </a:r>
          <a:endParaRPr lang="uk-UA"/>
        </a:p>
      </dgm:t>
    </dgm:pt>
    <dgm:pt modelId="{31BE0AFF-45F7-469A-93EE-462DF6712D37}" type="parTrans" cxnId="{FD99D528-49E1-493C-87F2-FADED13AC5D2}">
      <dgm:prSet/>
      <dgm:spPr/>
      <dgm:t>
        <a:bodyPr/>
        <a:lstStyle/>
        <a:p>
          <a:endParaRPr lang="uk-UA"/>
        </a:p>
      </dgm:t>
    </dgm:pt>
    <dgm:pt modelId="{A9F07F9F-0FE5-4A1D-8161-2DF483F7141B}" type="sibTrans" cxnId="{FD99D528-49E1-493C-87F2-FADED13AC5D2}">
      <dgm:prSet/>
      <dgm:spPr/>
      <dgm:t>
        <a:bodyPr/>
        <a:lstStyle/>
        <a:p>
          <a:endParaRPr lang="uk-UA"/>
        </a:p>
      </dgm:t>
    </dgm:pt>
    <dgm:pt modelId="{688A3A89-74A7-414C-B31B-8D53A093B06F}">
      <dgm:prSet/>
      <dgm:spPr/>
      <dgm:t>
        <a:bodyPr/>
        <a:lstStyle/>
        <a:p>
          <a:r>
            <a:rPr lang="uk-UA" b="0" i="0"/>
            <a:t>поразка першої Російської революції та проведення Столипінської реформи</a:t>
          </a:r>
          <a:endParaRPr lang="uk-UA"/>
        </a:p>
      </dgm:t>
    </dgm:pt>
    <dgm:pt modelId="{0C67ED1C-70C7-4CC9-9777-99DD2BB7B9CF}" type="parTrans" cxnId="{22B142AB-98F2-4892-A892-D04506D3C415}">
      <dgm:prSet/>
      <dgm:spPr/>
      <dgm:t>
        <a:bodyPr/>
        <a:lstStyle/>
        <a:p>
          <a:endParaRPr lang="uk-UA"/>
        </a:p>
      </dgm:t>
    </dgm:pt>
    <dgm:pt modelId="{8732F8C0-C2D3-420D-BDDB-2CCF62652C91}" type="sibTrans" cxnId="{22B142AB-98F2-4892-A892-D04506D3C415}">
      <dgm:prSet/>
      <dgm:spPr/>
      <dgm:t>
        <a:bodyPr/>
        <a:lstStyle/>
        <a:p>
          <a:endParaRPr lang="uk-UA"/>
        </a:p>
      </dgm:t>
    </dgm:pt>
    <dgm:pt modelId="{AF7A55EE-332E-448F-8072-3730B1CC217F}" type="pres">
      <dgm:prSet presAssocID="{F586AF6B-2571-41C7-ACCB-BD1D4FDF705F}" presName="linear" presStyleCnt="0">
        <dgm:presLayoutVars>
          <dgm:animLvl val="lvl"/>
          <dgm:resizeHandles val="exact"/>
        </dgm:presLayoutVars>
      </dgm:prSet>
      <dgm:spPr/>
    </dgm:pt>
    <dgm:pt modelId="{FC2DC6FC-871F-4E1A-B59C-699B1853A4BC}" type="pres">
      <dgm:prSet presAssocID="{6E23F64A-D855-44EF-A8DB-05A59910FD6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7BFAA90-5AA9-4499-AEFC-E66F39A7065C}" type="pres">
      <dgm:prSet presAssocID="{C75C5E6D-17B5-4463-B3DF-3E500AA42348}" presName="spacer" presStyleCnt="0"/>
      <dgm:spPr/>
    </dgm:pt>
    <dgm:pt modelId="{C0B9D870-9379-46E2-80DD-7D9A2849B0AC}" type="pres">
      <dgm:prSet presAssocID="{43BF3124-C271-45E2-B325-AD629F8BF9A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30714E5-E9F0-42AD-BB19-3A424A1270C0}" type="pres">
      <dgm:prSet presAssocID="{13897036-0B24-4BA4-A0EC-8219FC51D2AD}" presName="spacer" presStyleCnt="0"/>
      <dgm:spPr/>
    </dgm:pt>
    <dgm:pt modelId="{BA6496E5-0BBC-43C4-B9BB-D5F7715F8455}" type="pres">
      <dgm:prSet presAssocID="{65195EB8-BC4B-4A44-8005-A01551B891B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86434ED-C555-4DBB-9820-02DB958BFEED}" type="pres">
      <dgm:prSet presAssocID="{A9F07F9F-0FE5-4A1D-8161-2DF483F7141B}" presName="spacer" presStyleCnt="0"/>
      <dgm:spPr/>
    </dgm:pt>
    <dgm:pt modelId="{A862DCC4-5FAF-44B4-9BA0-E473A4B0BE17}" type="pres">
      <dgm:prSet presAssocID="{688A3A89-74A7-414C-B31B-8D53A093B06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C776420-43B8-4692-ACC6-2F41D6364DDA}" srcId="{F586AF6B-2571-41C7-ACCB-BD1D4FDF705F}" destId="{43BF3124-C271-45E2-B325-AD629F8BF9A2}" srcOrd="1" destOrd="0" parTransId="{1BC233A6-6828-4DAC-BD17-4FA423D6A220}" sibTransId="{13897036-0B24-4BA4-A0EC-8219FC51D2AD}"/>
    <dgm:cxn modelId="{95972C25-4D7C-46D0-B7D7-649799D8AE00}" type="presOf" srcId="{43BF3124-C271-45E2-B325-AD629F8BF9A2}" destId="{C0B9D870-9379-46E2-80DD-7D9A2849B0AC}" srcOrd="0" destOrd="0" presId="urn:microsoft.com/office/officeart/2005/8/layout/vList2"/>
    <dgm:cxn modelId="{9A55D425-238B-4D75-AE10-8C1A9292605D}" srcId="{F586AF6B-2571-41C7-ACCB-BD1D4FDF705F}" destId="{6E23F64A-D855-44EF-A8DB-05A59910FD68}" srcOrd="0" destOrd="0" parTransId="{42CE6BE4-2D77-4548-A673-434166AF2964}" sibTransId="{C75C5E6D-17B5-4463-B3DF-3E500AA42348}"/>
    <dgm:cxn modelId="{FD99D528-49E1-493C-87F2-FADED13AC5D2}" srcId="{F586AF6B-2571-41C7-ACCB-BD1D4FDF705F}" destId="{65195EB8-BC4B-4A44-8005-A01551B891B6}" srcOrd="2" destOrd="0" parTransId="{31BE0AFF-45F7-469A-93EE-462DF6712D37}" sibTransId="{A9F07F9F-0FE5-4A1D-8161-2DF483F7141B}"/>
    <dgm:cxn modelId="{79974629-2986-4E65-9CAD-41C73609938E}" type="presOf" srcId="{6E23F64A-D855-44EF-A8DB-05A59910FD68}" destId="{FC2DC6FC-871F-4E1A-B59C-699B1853A4BC}" srcOrd="0" destOrd="0" presId="urn:microsoft.com/office/officeart/2005/8/layout/vList2"/>
    <dgm:cxn modelId="{86BF8D7E-0770-4690-A776-56CA58D73B86}" type="presOf" srcId="{F586AF6B-2571-41C7-ACCB-BD1D4FDF705F}" destId="{AF7A55EE-332E-448F-8072-3730B1CC217F}" srcOrd="0" destOrd="0" presId="urn:microsoft.com/office/officeart/2005/8/layout/vList2"/>
    <dgm:cxn modelId="{22B142AB-98F2-4892-A892-D04506D3C415}" srcId="{F586AF6B-2571-41C7-ACCB-BD1D4FDF705F}" destId="{688A3A89-74A7-414C-B31B-8D53A093B06F}" srcOrd="3" destOrd="0" parTransId="{0C67ED1C-70C7-4CC9-9777-99DD2BB7B9CF}" sibTransId="{8732F8C0-C2D3-420D-BDDB-2CCF62652C91}"/>
    <dgm:cxn modelId="{812418D2-EF01-47D1-A370-DFE778791A73}" type="presOf" srcId="{65195EB8-BC4B-4A44-8005-A01551B891B6}" destId="{BA6496E5-0BBC-43C4-B9BB-D5F7715F8455}" srcOrd="0" destOrd="0" presId="urn:microsoft.com/office/officeart/2005/8/layout/vList2"/>
    <dgm:cxn modelId="{C74AF0EC-47C1-42E2-AC56-0BDDD862C67D}" type="presOf" srcId="{688A3A89-74A7-414C-B31B-8D53A093B06F}" destId="{A862DCC4-5FAF-44B4-9BA0-E473A4B0BE17}" srcOrd="0" destOrd="0" presId="urn:microsoft.com/office/officeart/2005/8/layout/vList2"/>
    <dgm:cxn modelId="{1202EF49-85FB-4C2C-A63A-9CBF8C529BC4}" type="presParOf" srcId="{AF7A55EE-332E-448F-8072-3730B1CC217F}" destId="{FC2DC6FC-871F-4E1A-B59C-699B1853A4BC}" srcOrd="0" destOrd="0" presId="urn:microsoft.com/office/officeart/2005/8/layout/vList2"/>
    <dgm:cxn modelId="{BB275DF9-2CA4-4AF4-A592-DDACB739FB51}" type="presParOf" srcId="{AF7A55EE-332E-448F-8072-3730B1CC217F}" destId="{D7BFAA90-5AA9-4499-AEFC-E66F39A7065C}" srcOrd="1" destOrd="0" presId="urn:microsoft.com/office/officeart/2005/8/layout/vList2"/>
    <dgm:cxn modelId="{28282F72-0823-41A8-B7F2-FE8A3F345CD5}" type="presParOf" srcId="{AF7A55EE-332E-448F-8072-3730B1CC217F}" destId="{C0B9D870-9379-46E2-80DD-7D9A2849B0AC}" srcOrd="2" destOrd="0" presId="urn:microsoft.com/office/officeart/2005/8/layout/vList2"/>
    <dgm:cxn modelId="{0861E81B-B10A-4910-8C57-D69A87B43294}" type="presParOf" srcId="{AF7A55EE-332E-448F-8072-3730B1CC217F}" destId="{A30714E5-E9F0-42AD-BB19-3A424A1270C0}" srcOrd="3" destOrd="0" presId="urn:microsoft.com/office/officeart/2005/8/layout/vList2"/>
    <dgm:cxn modelId="{FE680C6C-624C-483B-84E0-87177BA34270}" type="presParOf" srcId="{AF7A55EE-332E-448F-8072-3730B1CC217F}" destId="{BA6496E5-0BBC-43C4-B9BB-D5F7715F8455}" srcOrd="4" destOrd="0" presId="urn:microsoft.com/office/officeart/2005/8/layout/vList2"/>
    <dgm:cxn modelId="{62BEE3BD-9E24-492B-B853-CF606E0CB1D5}" type="presParOf" srcId="{AF7A55EE-332E-448F-8072-3730B1CC217F}" destId="{786434ED-C555-4DBB-9820-02DB958BFEED}" srcOrd="5" destOrd="0" presId="urn:microsoft.com/office/officeart/2005/8/layout/vList2"/>
    <dgm:cxn modelId="{E83988F5-66D8-4591-A745-9CD48286B69D}" type="presParOf" srcId="{AF7A55EE-332E-448F-8072-3730B1CC217F}" destId="{A862DCC4-5FAF-44B4-9BA0-E473A4B0BE1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9F986DC4-67DF-47FF-A895-645C98548D8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882EED0-3986-4E4E-87B6-FD64AF480FBD}">
      <dgm:prSet/>
      <dgm:spPr/>
      <dgm:t>
        <a:bodyPr/>
        <a:lstStyle/>
        <a:p>
          <a:r>
            <a:rPr lang="ru-RU" b="0" i="0"/>
            <a:t>кваліфікована робоча сила</a:t>
          </a:r>
          <a:endParaRPr lang="uk-UA"/>
        </a:p>
      </dgm:t>
    </dgm:pt>
    <dgm:pt modelId="{5A85468E-E95A-4AAE-9495-8ACB452F3CDB}" type="parTrans" cxnId="{DF48BB12-B3CB-466B-8535-97BBD19FB241}">
      <dgm:prSet/>
      <dgm:spPr/>
      <dgm:t>
        <a:bodyPr/>
        <a:lstStyle/>
        <a:p>
          <a:endParaRPr lang="uk-UA"/>
        </a:p>
      </dgm:t>
    </dgm:pt>
    <dgm:pt modelId="{D8189EDD-76ED-43EA-9E9F-609B7C84343A}" type="sibTrans" cxnId="{DF48BB12-B3CB-466B-8535-97BBD19FB241}">
      <dgm:prSet/>
      <dgm:spPr/>
      <dgm:t>
        <a:bodyPr/>
        <a:lstStyle/>
        <a:p>
          <a:endParaRPr lang="uk-UA"/>
        </a:p>
      </dgm:t>
    </dgm:pt>
    <dgm:pt modelId="{2E3110F6-6723-4B79-9A0D-10963390DD20}">
      <dgm:prSet/>
      <dgm:spPr/>
      <dgm:t>
        <a:bodyPr/>
        <a:lstStyle/>
        <a:p>
          <a:r>
            <a:rPr lang="ru-RU" b="0" i="0"/>
            <a:t>значні природні ресурси</a:t>
          </a:r>
          <a:endParaRPr lang="uk-UA"/>
        </a:p>
      </dgm:t>
    </dgm:pt>
    <dgm:pt modelId="{52B7B0EB-D818-4058-A7C6-0AC66FEE3AB2}" type="parTrans" cxnId="{8F1BAD1D-14DD-43FA-93AC-8C0C7C68F0DC}">
      <dgm:prSet/>
      <dgm:spPr/>
      <dgm:t>
        <a:bodyPr/>
        <a:lstStyle/>
        <a:p>
          <a:endParaRPr lang="uk-UA"/>
        </a:p>
      </dgm:t>
    </dgm:pt>
    <dgm:pt modelId="{AA62BF66-B384-44A6-9063-12B70A9164CB}" type="sibTrans" cxnId="{8F1BAD1D-14DD-43FA-93AC-8C0C7C68F0DC}">
      <dgm:prSet/>
      <dgm:spPr/>
      <dgm:t>
        <a:bodyPr/>
        <a:lstStyle/>
        <a:p>
          <a:endParaRPr lang="uk-UA"/>
        </a:p>
      </dgm:t>
    </dgm:pt>
    <dgm:pt modelId="{9C736918-AFDB-43C6-B609-8B92A2D6B641}">
      <dgm:prSet/>
      <dgm:spPr/>
      <dgm:t>
        <a:bodyPr/>
        <a:lstStyle/>
        <a:p>
          <a:r>
            <a:rPr lang="ru-RU" b="0" i="0"/>
            <a:t>розгалужена транспортна інфраструктура</a:t>
          </a:r>
          <a:endParaRPr lang="uk-UA"/>
        </a:p>
      </dgm:t>
    </dgm:pt>
    <dgm:pt modelId="{6934E63C-7D6D-4178-BAF5-1D330580ECF7}" type="parTrans" cxnId="{0E59D045-FD6E-4AE9-9CBB-18C7C03F5CB4}">
      <dgm:prSet/>
      <dgm:spPr/>
      <dgm:t>
        <a:bodyPr/>
        <a:lstStyle/>
        <a:p>
          <a:endParaRPr lang="uk-UA"/>
        </a:p>
      </dgm:t>
    </dgm:pt>
    <dgm:pt modelId="{DA690C23-9D64-456E-BEF6-8900C23A9406}" type="sibTrans" cxnId="{0E59D045-FD6E-4AE9-9CBB-18C7C03F5CB4}">
      <dgm:prSet/>
      <dgm:spPr/>
      <dgm:t>
        <a:bodyPr/>
        <a:lstStyle/>
        <a:p>
          <a:endParaRPr lang="uk-UA"/>
        </a:p>
      </dgm:t>
    </dgm:pt>
    <dgm:pt modelId="{3C014E25-0CBA-4A21-AC71-4DD66DFFE4E2}">
      <dgm:prSet/>
      <dgm:spPr/>
      <dgm:t>
        <a:bodyPr/>
        <a:lstStyle/>
        <a:p>
          <a:r>
            <a:rPr lang="ru-RU" b="0" i="0"/>
            <a:t>утворення монополістичних об’єднань</a:t>
          </a:r>
          <a:endParaRPr lang="uk-UA"/>
        </a:p>
      </dgm:t>
    </dgm:pt>
    <dgm:pt modelId="{45B37542-4FDB-48F7-A30B-EAF60DDC5B65}" type="parTrans" cxnId="{6AC5E714-DED8-4A10-9C45-862BBC466EA5}">
      <dgm:prSet/>
      <dgm:spPr/>
      <dgm:t>
        <a:bodyPr/>
        <a:lstStyle/>
        <a:p>
          <a:endParaRPr lang="uk-UA"/>
        </a:p>
      </dgm:t>
    </dgm:pt>
    <dgm:pt modelId="{A3C12419-A9FD-45B0-B07D-E9AF59643AFC}" type="sibTrans" cxnId="{6AC5E714-DED8-4A10-9C45-862BBC466EA5}">
      <dgm:prSet/>
      <dgm:spPr/>
      <dgm:t>
        <a:bodyPr/>
        <a:lstStyle/>
        <a:p>
          <a:endParaRPr lang="uk-UA"/>
        </a:p>
      </dgm:t>
    </dgm:pt>
    <dgm:pt modelId="{7804C0BE-FA70-4A37-B9E5-1B0D9C903B60}" type="pres">
      <dgm:prSet presAssocID="{9F986DC4-67DF-47FF-A895-645C98548D81}" presName="linear" presStyleCnt="0">
        <dgm:presLayoutVars>
          <dgm:animLvl val="lvl"/>
          <dgm:resizeHandles val="exact"/>
        </dgm:presLayoutVars>
      </dgm:prSet>
      <dgm:spPr/>
    </dgm:pt>
    <dgm:pt modelId="{D4874DFD-E5D9-4E28-B540-8365FA319846}" type="pres">
      <dgm:prSet presAssocID="{2882EED0-3986-4E4E-87B6-FD64AF480FB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A49E822-FF03-4AD3-8C8A-623713D47D5E}" type="pres">
      <dgm:prSet presAssocID="{D8189EDD-76ED-43EA-9E9F-609B7C84343A}" presName="spacer" presStyleCnt="0"/>
      <dgm:spPr/>
    </dgm:pt>
    <dgm:pt modelId="{211E5DFD-0609-421E-AC1A-9140635F7D48}" type="pres">
      <dgm:prSet presAssocID="{2E3110F6-6723-4B79-9A0D-10963390DD2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61545D6-1EA8-4E15-ACFF-CAEFB02649AA}" type="pres">
      <dgm:prSet presAssocID="{AA62BF66-B384-44A6-9063-12B70A9164CB}" presName="spacer" presStyleCnt="0"/>
      <dgm:spPr/>
    </dgm:pt>
    <dgm:pt modelId="{C00F5C50-3C5A-4507-B74B-38B7BC7745FB}" type="pres">
      <dgm:prSet presAssocID="{9C736918-AFDB-43C6-B609-8B92A2D6B64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331931C-7D00-4290-A032-0AD2A2090009}" type="pres">
      <dgm:prSet presAssocID="{DA690C23-9D64-456E-BEF6-8900C23A9406}" presName="spacer" presStyleCnt="0"/>
      <dgm:spPr/>
    </dgm:pt>
    <dgm:pt modelId="{78A0187A-7ABD-40CF-8C6A-DB168716B5C0}" type="pres">
      <dgm:prSet presAssocID="{3C014E25-0CBA-4A21-AC71-4DD66DFFE4E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F48BB12-B3CB-466B-8535-97BBD19FB241}" srcId="{9F986DC4-67DF-47FF-A895-645C98548D81}" destId="{2882EED0-3986-4E4E-87B6-FD64AF480FBD}" srcOrd="0" destOrd="0" parTransId="{5A85468E-E95A-4AAE-9495-8ACB452F3CDB}" sibTransId="{D8189EDD-76ED-43EA-9E9F-609B7C84343A}"/>
    <dgm:cxn modelId="{6AC5E714-DED8-4A10-9C45-862BBC466EA5}" srcId="{9F986DC4-67DF-47FF-A895-645C98548D81}" destId="{3C014E25-0CBA-4A21-AC71-4DD66DFFE4E2}" srcOrd="3" destOrd="0" parTransId="{45B37542-4FDB-48F7-A30B-EAF60DDC5B65}" sibTransId="{A3C12419-A9FD-45B0-B07D-E9AF59643AFC}"/>
    <dgm:cxn modelId="{8F1BAD1D-14DD-43FA-93AC-8C0C7C68F0DC}" srcId="{9F986DC4-67DF-47FF-A895-645C98548D81}" destId="{2E3110F6-6723-4B79-9A0D-10963390DD20}" srcOrd="1" destOrd="0" parTransId="{52B7B0EB-D818-4058-A7C6-0AC66FEE3AB2}" sibTransId="{AA62BF66-B384-44A6-9063-12B70A9164CB}"/>
    <dgm:cxn modelId="{B983A061-7ACA-45F6-BB75-D9A55E6DE3F3}" type="presOf" srcId="{9F986DC4-67DF-47FF-A895-645C98548D81}" destId="{7804C0BE-FA70-4A37-B9E5-1B0D9C903B60}" srcOrd="0" destOrd="0" presId="urn:microsoft.com/office/officeart/2005/8/layout/vList2"/>
    <dgm:cxn modelId="{0E59D045-FD6E-4AE9-9CBB-18C7C03F5CB4}" srcId="{9F986DC4-67DF-47FF-A895-645C98548D81}" destId="{9C736918-AFDB-43C6-B609-8B92A2D6B641}" srcOrd="2" destOrd="0" parTransId="{6934E63C-7D6D-4178-BAF5-1D330580ECF7}" sibTransId="{DA690C23-9D64-456E-BEF6-8900C23A9406}"/>
    <dgm:cxn modelId="{B13E3178-B2D5-473F-B771-A33ACFE58B5D}" type="presOf" srcId="{3C014E25-0CBA-4A21-AC71-4DD66DFFE4E2}" destId="{78A0187A-7ABD-40CF-8C6A-DB168716B5C0}" srcOrd="0" destOrd="0" presId="urn:microsoft.com/office/officeart/2005/8/layout/vList2"/>
    <dgm:cxn modelId="{CDEC9559-2E27-4C2B-B965-815A751EC4C5}" type="presOf" srcId="{2882EED0-3986-4E4E-87B6-FD64AF480FBD}" destId="{D4874DFD-E5D9-4E28-B540-8365FA319846}" srcOrd="0" destOrd="0" presId="urn:microsoft.com/office/officeart/2005/8/layout/vList2"/>
    <dgm:cxn modelId="{134CB9BD-8CBD-4881-857D-97457F780D76}" type="presOf" srcId="{2E3110F6-6723-4B79-9A0D-10963390DD20}" destId="{211E5DFD-0609-421E-AC1A-9140635F7D48}" srcOrd="0" destOrd="0" presId="urn:microsoft.com/office/officeart/2005/8/layout/vList2"/>
    <dgm:cxn modelId="{BBD2A6FD-4A4F-4446-9535-63DBC22EA7B4}" type="presOf" srcId="{9C736918-AFDB-43C6-B609-8B92A2D6B641}" destId="{C00F5C50-3C5A-4507-B74B-38B7BC7745FB}" srcOrd="0" destOrd="0" presId="urn:microsoft.com/office/officeart/2005/8/layout/vList2"/>
    <dgm:cxn modelId="{6ECA83FA-F35A-4AA8-B941-7E499CD4DD8D}" type="presParOf" srcId="{7804C0BE-FA70-4A37-B9E5-1B0D9C903B60}" destId="{D4874DFD-E5D9-4E28-B540-8365FA319846}" srcOrd="0" destOrd="0" presId="urn:microsoft.com/office/officeart/2005/8/layout/vList2"/>
    <dgm:cxn modelId="{78DA57D7-C757-4B15-B943-5DAB1340612A}" type="presParOf" srcId="{7804C0BE-FA70-4A37-B9E5-1B0D9C903B60}" destId="{BA49E822-FF03-4AD3-8C8A-623713D47D5E}" srcOrd="1" destOrd="0" presId="urn:microsoft.com/office/officeart/2005/8/layout/vList2"/>
    <dgm:cxn modelId="{668EDF67-EA5A-4BAF-9D17-03E5C9D9F05E}" type="presParOf" srcId="{7804C0BE-FA70-4A37-B9E5-1B0D9C903B60}" destId="{211E5DFD-0609-421E-AC1A-9140635F7D48}" srcOrd="2" destOrd="0" presId="urn:microsoft.com/office/officeart/2005/8/layout/vList2"/>
    <dgm:cxn modelId="{73DBD2FA-DD46-44FB-A71B-B772F675D226}" type="presParOf" srcId="{7804C0BE-FA70-4A37-B9E5-1B0D9C903B60}" destId="{E61545D6-1EA8-4E15-ACFF-CAEFB02649AA}" srcOrd="3" destOrd="0" presId="urn:microsoft.com/office/officeart/2005/8/layout/vList2"/>
    <dgm:cxn modelId="{0CB18095-B324-4426-8042-FE2B20C26D4A}" type="presParOf" srcId="{7804C0BE-FA70-4A37-B9E5-1B0D9C903B60}" destId="{C00F5C50-3C5A-4507-B74B-38B7BC7745FB}" srcOrd="4" destOrd="0" presId="urn:microsoft.com/office/officeart/2005/8/layout/vList2"/>
    <dgm:cxn modelId="{CA103E6F-7650-486B-B36E-02208C9D94DA}" type="presParOf" srcId="{7804C0BE-FA70-4A37-B9E5-1B0D9C903B60}" destId="{D331931C-7D00-4290-A032-0AD2A2090009}" srcOrd="5" destOrd="0" presId="urn:microsoft.com/office/officeart/2005/8/layout/vList2"/>
    <dgm:cxn modelId="{AC44779D-E7D9-4769-8033-98A5D60B69CA}" type="presParOf" srcId="{7804C0BE-FA70-4A37-B9E5-1B0D9C903B60}" destId="{78A0187A-7ABD-40CF-8C6A-DB168716B5C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4AF0DBDE-812B-4641-B36F-227CF5AB820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6C08726-ADC1-4EF1-B113-65086BFACDEC}">
      <dgm:prSet/>
      <dgm:spPr/>
      <dgm:t>
        <a:bodyPr/>
        <a:lstStyle/>
        <a:p>
          <a:r>
            <a:rPr lang="uk-UA" b="0" i="0"/>
            <a:t>початку промислового перевороту.</a:t>
          </a:r>
          <a:endParaRPr lang="uk-UA"/>
        </a:p>
      </dgm:t>
    </dgm:pt>
    <dgm:pt modelId="{765F3C04-78E9-4041-AE9C-E15C27C3BBD1}" type="parTrans" cxnId="{B3A64904-E534-4885-9C33-672B0374BF80}">
      <dgm:prSet/>
      <dgm:spPr/>
      <dgm:t>
        <a:bodyPr/>
        <a:lstStyle/>
        <a:p>
          <a:endParaRPr lang="uk-UA"/>
        </a:p>
      </dgm:t>
    </dgm:pt>
    <dgm:pt modelId="{4A054FDB-B150-45B9-9539-4CF2F95421B7}" type="sibTrans" cxnId="{B3A64904-E534-4885-9C33-672B0374BF80}">
      <dgm:prSet/>
      <dgm:spPr/>
      <dgm:t>
        <a:bodyPr/>
        <a:lstStyle/>
        <a:p>
          <a:endParaRPr lang="uk-UA"/>
        </a:p>
      </dgm:t>
    </dgm:pt>
    <dgm:pt modelId="{A6254E21-F138-45DD-B48E-6A273BE74896}">
      <dgm:prSet/>
      <dgm:spPr/>
      <dgm:t>
        <a:bodyPr/>
        <a:lstStyle/>
        <a:p>
          <a:r>
            <a:rPr lang="uk-UA" b="0" i="0"/>
            <a:t>завершенню промислового перевороту та розгортанню індустріалізації.</a:t>
          </a:r>
          <a:endParaRPr lang="uk-UA"/>
        </a:p>
      </dgm:t>
    </dgm:pt>
    <dgm:pt modelId="{24F016C5-CFDF-4C93-B430-952DCD724CF5}" type="parTrans" cxnId="{B521DE41-9681-4D4B-8F51-4642637133A6}">
      <dgm:prSet/>
      <dgm:spPr/>
      <dgm:t>
        <a:bodyPr/>
        <a:lstStyle/>
        <a:p>
          <a:endParaRPr lang="uk-UA"/>
        </a:p>
      </dgm:t>
    </dgm:pt>
    <dgm:pt modelId="{BE965661-B71F-49C3-B99B-F4A5C314765B}" type="sibTrans" cxnId="{B521DE41-9681-4D4B-8F51-4642637133A6}">
      <dgm:prSet/>
      <dgm:spPr/>
      <dgm:t>
        <a:bodyPr/>
        <a:lstStyle/>
        <a:p>
          <a:endParaRPr lang="uk-UA"/>
        </a:p>
      </dgm:t>
    </dgm:pt>
    <dgm:pt modelId="{733FFCFA-CB0A-464A-A2A8-1B199D2DE686}">
      <dgm:prSet/>
      <dgm:spPr/>
      <dgm:t>
        <a:bodyPr/>
        <a:lstStyle/>
        <a:p>
          <a:r>
            <a:rPr lang="uk-UA" b="0" i="0"/>
            <a:t>завершенню індустріалізації та початку монополізації.</a:t>
          </a:r>
          <a:endParaRPr lang="uk-UA"/>
        </a:p>
      </dgm:t>
    </dgm:pt>
    <dgm:pt modelId="{7DA7F9F3-0628-4C8D-B7BA-8FBF7519FEC2}" type="parTrans" cxnId="{08E154B2-728A-4D07-ADB6-E43130CFDAC2}">
      <dgm:prSet/>
      <dgm:spPr/>
      <dgm:t>
        <a:bodyPr/>
        <a:lstStyle/>
        <a:p>
          <a:endParaRPr lang="uk-UA"/>
        </a:p>
      </dgm:t>
    </dgm:pt>
    <dgm:pt modelId="{E9914BEF-ED8A-4573-BC90-21B5E327758D}" type="sibTrans" cxnId="{08E154B2-728A-4D07-ADB6-E43130CFDAC2}">
      <dgm:prSet/>
      <dgm:spPr/>
      <dgm:t>
        <a:bodyPr/>
        <a:lstStyle/>
        <a:p>
          <a:endParaRPr lang="uk-UA"/>
        </a:p>
      </dgm:t>
    </dgm:pt>
    <dgm:pt modelId="{E409C7B0-4C84-4B29-BD52-6AE99B363931}">
      <dgm:prSet/>
      <dgm:spPr/>
      <dgm:t>
        <a:bodyPr/>
        <a:lstStyle/>
        <a:p>
          <a:r>
            <a:rPr lang="uk-UA" b="0" i="0"/>
            <a:t>завершенню монополізації.</a:t>
          </a:r>
          <a:endParaRPr lang="uk-UA"/>
        </a:p>
      </dgm:t>
    </dgm:pt>
    <dgm:pt modelId="{163A74E6-FE70-4FF0-A398-DD13734D7504}" type="parTrans" cxnId="{D2F96869-7ADF-45AC-A06D-603C585CF48E}">
      <dgm:prSet/>
      <dgm:spPr/>
      <dgm:t>
        <a:bodyPr/>
        <a:lstStyle/>
        <a:p>
          <a:endParaRPr lang="uk-UA"/>
        </a:p>
      </dgm:t>
    </dgm:pt>
    <dgm:pt modelId="{E5AD57F3-17B6-4B20-8F21-D8094BFECB3D}" type="sibTrans" cxnId="{D2F96869-7ADF-45AC-A06D-603C585CF48E}">
      <dgm:prSet/>
      <dgm:spPr/>
      <dgm:t>
        <a:bodyPr/>
        <a:lstStyle/>
        <a:p>
          <a:endParaRPr lang="uk-UA"/>
        </a:p>
      </dgm:t>
    </dgm:pt>
    <dgm:pt modelId="{960BD221-FF32-4439-8F04-807CDBF99631}" type="pres">
      <dgm:prSet presAssocID="{4AF0DBDE-812B-4641-B36F-227CF5AB820B}" presName="linear" presStyleCnt="0">
        <dgm:presLayoutVars>
          <dgm:animLvl val="lvl"/>
          <dgm:resizeHandles val="exact"/>
        </dgm:presLayoutVars>
      </dgm:prSet>
      <dgm:spPr/>
    </dgm:pt>
    <dgm:pt modelId="{2C607306-4172-450C-B1B6-D3E0ED86EF22}" type="pres">
      <dgm:prSet presAssocID="{F6C08726-ADC1-4EF1-B113-65086BFACDE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CAA99A2-F0A0-41A0-9ED4-8C9B762948D3}" type="pres">
      <dgm:prSet presAssocID="{4A054FDB-B150-45B9-9539-4CF2F95421B7}" presName="spacer" presStyleCnt="0"/>
      <dgm:spPr/>
    </dgm:pt>
    <dgm:pt modelId="{ECC2C9EF-35C1-454C-88CD-365000C75155}" type="pres">
      <dgm:prSet presAssocID="{A6254E21-F138-45DD-B48E-6A273BE7489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F3FD78D-A8E6-4193-B4F2-58DA28BF991A}" type="pres">
      <dgm:prSet presAssocID="{BE965661-B71F-49C3-B99B-F4A5C314765B}" presName="spacer" presStyleCnt="0"/>
      <dgm:spPr/>
    </dgm:pt>
    <dgm:pt modelId="{DA1BA280-808D-4FB9-B1C5-CBF465ACF36E}" type="pres">
      <dgm:prSet presAssocID="{733FFCFA-CB0A-464A-A2A8-1B199D2DE68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C2E0A5D-1E37-4379-8237-F313A10BD866}" type="pres">
      <dgm:prSet presAssocID="{E9914BEF-ED8A-4573-BC90-21B5E327758D}" presName="spacer" presStyleCnt="0"/>
      <dgm:spPr/>
    </dgm:pt>
    <dgm:pt modelId="{021030B4-074E-4AB0-B37A-8B204E70D537}" type="pres">
      <dgm:prSet presAssocID="{E409C7B0-4C84-4B29-BD52-6AE99B36393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3A64904-E534-4885-9C33-672B0374BF80}" srcId="{4AF0DBDE-812B-4641-B36F-227CF5AB820B}" destId="{F6C08726-ADC1-4EF1-B113-65086BFACDEC}" srcOrd="0" destOrd="0" parTransId="{765F3C04-78E9-4041-AE9C-E15C27C3BBD1}" sibTransId="{4A054FDB-B150-45B9-9539-4CF2F95421B7}"/>
    <dgm:cxn modelId="{0C12BE18-6579-41F5-ACFA-2A2A1C5F1A51}" type="presOf" srcId="{F6C08726-ADC1-4EF1-B113-65086BFACDEC}" destId="{2C607306-4172-450C-B1B6-D3E0ED86EF22}" srcOrd="0" destOrd="0" presId="urn:microsoft.com/office/officeart/2005/8/layout/vList2"/>
    <dgm:cxn modelId="{F997022E-85C9-4FDC-8C25-1436F190DF70}" type="presOf" srcId="{4AF0DBDE-812B-4641-B36F-227CF5AB820B}" destId="{960BD221-FF32-4439-8F04-807CDBF99631}" srcOrd="0" destOrd="0" presId="urn:microsoft.com/office/officeart/2005/8/layout/vList2"/>
    <dgm:cxn modelId="{B521DE41-9681-4D4B-8F51-4642637133A6}" srcId="{4AF0DBDE-812B-4641-B36F-227CF5AB820B}" destId="{A6254E21-F138-45DD-B48E-6A273BE74896}" srcOrd="1" destOrd="0" parTransId="{24F016C5-CFDF-4C93-B430-952DCD724CF5}" sibTransId="{BE965661-B71F-49C3-B99B-F4A5C314765B}"/>
    <dgm:cxn modelId="{D2F96869-7ADF-45AC-A06D-603C585CF48E}" srcId="{4AF0DBDE-812B-4641-B36F-227CF5AB820B}" destId="{E409C7B0-4C84-4B29-BD52-6AE99B363931}" srcOrd="3" destOrd="0" parTransId="{163A74E6-FE70-4FF0-A398-DD13734D7504}" sibTransId="{E5AD57F3-17B6-4B20-8F21-D8094BFECB3D}"/>
    <dgm:cxn modelId="{E984EC4B-8440-42DD-AF25-3A6D1C6F30D5}" type="presOf" srcId="{A6254E21-F138-45DD-B48E-6A273BE74896}" destId="{ECC2C9EF-35C1-454C-88CD-365000C75155}" srcOrd="0" destOrd="0" presId="urn:microsoft.com/office/officeart/2005/8/layout/vList2"/>
    <dgm:cxn modelId="{4FBCD774-5D90-4071-A9E0-68972886C335}" type="presOf" srcId="{733FFCFA-CB0A-464A-A2A8-1B199D2DE686}" destId="{DA1BA280-808D-4FB9-B1C5-CBF465ACF36E}" srcOrd="0" destOrd="0" presId="urn:microsoft.com/office/officeart/2005/8/layout/vList2"/>
    <dgm:cxn modelId="{08E154B2-728A-4D07-ADB6-E43130CFDAC2}" srcId="{4AF0DBDE-812B-4641-B36F-227CF5AB820B}" destId="{733FFCFA-CB0A-464A-A2A8-1B199D2DE686}" srcOrd="2" destOrd="0" parTransId="{7DA7F9F3-0628-4C8D-B7BA-8FBF7519FEC2}" sibTransId="{E9914BEF-ED8A-4573-BC90-21B5E327758D}"/>
    <dgm:cxn modelId="{0A7D74E5-1290-4988-9325-02960793B0F8}" type="presOf" srcId="{E409C7B0-4C84-4B29-BD52-6AE99B363931}" destId="{021030B4-074E-4AB0-B37A-8B204E70D537}" srcOrd="0" destOrd="0" presId="urn:microsoft.com/office/officeart/2005/8/layout/vList2"/>
    <dgm:cxn modelId="{76DDA990-6056-4B69-AB98-688CA00B858A}" type="presParOf" srcId="{960BD221-FF32-4439-8F04-807CDBF99631}" destId="{2C607306-4172-450C-B1B6-D3E0ED86EF22}" srcOrd="0" destOrd="0" presId="urn:microsoft.com/office/officeart/2005/8/layout/vList2"/>
    <dgm:cxn modelId="{FCF3B0A8-0CAA-4DC5-AF99-4991951AA525}" type="presParOf" srcId="{960BD221-FF32-4439-8F04-807CDBF99631}" destId="{CCAA99A2-F0A0-41A0-9ED4-8C9B762948D3}" srcOrd="1" destOrd="0" presId="urn:microsoft.com/office/officeart/2005/8/layout/vList2"/>
    <dgm:cxn modelId="{FA184B17-1632-4E19-9FEA-4352D8EA699C}" type="presParOf" srcId="{960BD221-FF32-4439-8F04-807CDBF99631}" destId="{ECC2C9EF-35C1-454C-88CD-365000C75155}" srcOrd="2" destOrd="0" presId="urn:microsoft.com/office/officeart/2005/8/layout/vList2"/>
    <dgm:cxn modelId="{9F958C0E-1855-4BEA-83E0-939AE501AD1F}" type="presParOf" srcId="{960BD221-FF32-4439-8F04-807CDBF99631}" destId="{6F3FD78D-A8E6-4193-B4F2-58DA28BF991A}" srcOrd="3" destOrd="0" presId="urn:microsoft.com/office/officeart/2005/8/layout/vList2"/>
    <dgm:cxn modelId="{F0094BD6-7B87-4E17-8614-C9DB1F5B0728}" type="presParOf" srcId="{960BD221-FF32-4439-8F04-807CDBF99631}" destId="{DA1BA280-808D-4FB9-B1C5-CBF465ACF36E}" srcOrd="4" destOrd="0" presId="urn:microsoft.com/office/officeart/2005/8/layout/vList2"/>
    <dgm:cxn modelId="{9530B051-20B1-44D3-820D-0F6A0EF5432B}" type="presParOf" srcId="{960BD221-FF32-4439-8F04-807CDBF99631}" destId="{8C2E0A5D-1E37-4379-8237-F313A10BD866}" srcOrd="5" destOrd="0" presId="urn:microsoft.com/office/officeart/2005/8/layout/vList2"/>
    <dgm:cxn modelId="{AA916BCC-05A4-43A1-B0D9-A161360FBC37}" type="presParOf" srcId="{960BD221-FF32-4439-8F04-807CDBF99631}" destId="{021030B4-074E-4AB0-B37A-8B204E70D53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167F630C-4872-4C57-8596-3492BB717B0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923B2C8-C5CF-43F3-B1AB-6ABD70F4D71A}">
      <dgm:prSet/>
      <dgm:spPr/>
      <dgm:t>
        <a:bodyPr/>
        <a:lstStyle/>
        <a:p>
          <a:r>
            <a:rPr lang="uk-UA" b="0" i="0"/>
            <a:t>Упровадження виборного (на основі майнового цензу) міського самоврядування, створення міських дум і міських управ.</a:t>
          </a:r>
          <a:endParaRPr lang="uk-UA"/>
        </a:p>
      </dgm:t>
    </dgm:pt>
    <dgm:pt modelId="{026DD7CC-DE15-4A5B-94AD-EE781A9CA12B}" type="parTrans" cxnId="{F586FE78-B15A-46C0-B50C-9AD9D70C35DF}">
      <dgm:prSet/>
      <dgm:spPr/>
      <dgm:t>
        <a:bodyPr/>
        <a:lstStyle/>
        <a:p>
          <a:endParaRPr lang="uk-UA"/>
        </a:p>
      </dgm:t>
    </dgm:pt>
    <dgm:pt modelId="{E04DEC64-32E4-47BC-9BEE-A1F33C233DED}" type="sibTrans" cxnId="{F586FE78-B15A-46C0-B50C-9AD9D70C35DF}">
      <dgm:prSet/>
      <dgm:spPr/>
      <dgm:t>
        <a:bodyPr/>
        <a:lstStyle/>
        <a:p>
          <a:endParaRPr lang="uk-UA"/>
        </a:p>
      </dgm:t>
    </dgm:pt>
    <dgm:pt modelId="{2D09C40E-F675-48D9-ABD9-5E345D52B194}">
      <dgm:prSet/>
      <dgm:spPr/>
      <dgm:t>
        <a:bodyPr/>
        <a:lstStyle/>
        <a:p>
          <a:r>
            <a:rPr lang="uk-UA" b="0" i="0"/>
            <a:t>Ліквідація особистої залежності селян від поміщиків, наділення селян землею та визначення за неї повинностей, викуп селянських наділів.</a:t>
          </a:r>
          <a:endParaRPr lang="uk-UA"/>
        </a:p>
      </dgm:t>
    </dgm:pt>
    <dgm:pt modelId="{5E59138F-27CC-4D90-B674-3997BDEC636B}" type="parTrans" cxnId="{12B22C1C-45D7-4AB1-8150-16FB440D395D}">
      <dgm:prSet/>
      <dgm:spPr/>
      <dgm:t>
        <a:bodyPr/>
        <a:lstStyle/>
        <a:p>
          <a:endParaRPr lang="uk-UA"/>
        </a:p>
      </dgm:t>
    </dgm:pt>
    <dgm:pt modelId="{1FC980BC-C8FC-4265-972D-5492E1FC2E1A}" type="sibTrans" cxnId="{12B22C1C-45D7-4AB1-8150-16FB440D395D}">
      <dgm:prSet/>
      <dgm:spPr/>
      <dgm:t>
        <a:bodyPr/>
        <a:lstStyle/>
        <a:p>
          <a:endParaRPr lang="uk-UA"/>
        </a:p>
      </dgm:t>
    </dgm:pt>
    <dgm:pt modelId="{E49BC73A-6CC5-498D-A33C-4C2D81ECD457}">
      <dgm:prSet/>
      <dgm:spPr/>
      <dgm:t>
        <a:bodyPr/>
        <a:lstStyle/>
        <a:p>
          <a:r>
            <a:rPr lang="uk-UA" b="0" i="0"/>
            <a:t>Створення виборних місцевих органів самоврядування — земств — у лівобережних та південних губерніях України.</a:t>
          </a:r>
          <a:endParaRPr lang="uk-UA"/>
        </a:p>
      </dgm:t>
    </dgm:pt>
    <dgm:pt modelId="{1DCC02AC-4451-4624-B3AE-E7024D6A192A}" type="parTrans" cxnId="{EB9B696A-1DE2-4859-BCB2-A79A8A5F8338}">
      <dgm:prSet/>
      <dgm:spPr/>
      <dgm:t>
        <a:bodyPr/>
        <a:lstStyle/>
        <a:p>
          <a:endParaRPr lang="uk-UA"/>
        </a:p>
      </dgm:t>
    </dgm:pt>
    <dgm:pt modelId="{00AAA4C0-E456-452F-8FA7-85801FA3B1E3}" type="sibTrans" cxnId="{EB9B696A-1DE2-4859-BCB2-A79A8A5F8338}">
      <dgm:prSet/>
      <dgm:spPr/>
      <dgm:t>
        <a:bodyPr/>
        <a:lstStyle/>
        <a:p>
          <a:endParaRPr lang="uk-UA"/>
        </a:p>
      </dgm:t>
    </dgm:pt>
    <dgm:pt modelId="{D9DA29A3-8628-4A8E-BB2B-E9D8D7FB4A7B}">
      <dgm:prSet/>
      <dgm:spPr/>
      <dgm:t>
        <a:bodyPr/>
        <a:lstStyle/>
        <a:p>
          <a:r>
            <a:rPr lang="uk-UA" b="0" i="0"/>
            <a:t>Скасування рекрутських наборів та впровадження загальної військової повинності строком до 6 — 7 років.</a:t>
          </a:r>
          <a:endParaRPr lang="uk-UA"/>
        </a:p>
      </dgm:t>
    </dgm:pt>
    <dgm:pt modelId="{58D91E82-4C24-47CF-804C-3F5B1545238F}" type="parTrans" cxnId="{40362075-66BE-45DD-9BFF-C568BFD73A43}">
      <dgm:prSet/>
      <dgm:spPr/>
      <dgm:t>
        <a:bodyPr/>
        <a:lstStyle/>
        <a:p>
          <a:endParaRPr lang="uk-UA"/>
        </a:p>
      </dgm:t>
    </dgm:pt>
    <dgm:pt modelId="{FCA72FE3-4936-44E9-9ADA-1BF448457D49}" type="sibTrans" cxnId="{40362075-66BE-45DD-9BFF-C568BFD73A43}">
      <dgm:prSet/>
      <dgm:spPr/>
      <dgm:t>
        <a:bodyPr/>
        <a:lstStyle/>
        <a:p>
          <a:endParaRPr lang="uk-UA"/>
        </a:p>
      </dgm:t>
    </dgm:pt>
    <dgm:pt modelId="{0C574314-5FF3-4667-80C5-21A7CC36A46F}" type="pres">
      <dgm:prSet presAssocID="{167F630C-4872-4C57-8596-3492BB717B01}" presName="linear" presStyleCnt="0">
        <dgm:presLayoutVars>
          <dgm:animLvl val="lvl"/>
          <dgm:resizeHandles val="exact"/>
        </dgm:presLayoutVars>
      </dgm:prSet>
      <dgm:spPr/>
    </dgm:pt>
    <dgm:pt modelId="{19275779-7417-400D-9823-E100A2AF576B}" type="pres">
      <dgm:prSet presAssocID="{D923B2C8-C5CF-43F3-B1AB-6ABD70F4D71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683426B-4866-4438-A947-EA01E285E344}" type="pres">
      <dgm:prSet presAssocID="{E04DEC64-32E4-47BC-9BEE-A1F33C233DED}" presName="spacer" presStyleCnt="0"/>
      <dgm:spPr/>
    </dgm:pt>
    <dgm:pt modelId="{C56439DF-B31D-460E-A7EA-28F7E2D3D7FA}" type="pres">
      <dgm:prSet presAssocID="{2D09C40E-F675-48D9-ABD9-5E345D52B19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ECE5171-CA22-41F0-807F-2DFDCDC5A73A}" type="pres">
      <dgm:prSet presAssocID="{1FC980BC-C8FC-4265-972D-5492E1FC2E1A}" presName="spacer" presStyleCnt="0"/>
      <dgm:spPr/>
    </dgm:pt>
    <dgm:pt modelId="{E361ECBE-E1FE-400F-95D5-08807FE53F4A}" type="pres">
      <dgm:prSet presAssocID="{E49BC73A-6CC5-498D-A33C-4C2D81ECD45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6EF3F93-1229-46B4-A2EB-165C3C8AB7B2}" type="pres">
      <dgm:prSet presAssocID="{00AAA4C0-E456-452F-8FA7-85801FA3B1E3}" presName="spacer" presStyleCnt="0"/>
      <dgm:spPr/>
    </dgm:pt>
    <dgm:pt modelId="{82D284FE-A6CA-433D-ABD5-DD482EBB3CAA}" type="pres">
      <dgm:prSet presAssocID="{D9DA29A3-8628-4A8E-BB2B-E9D8D7FB4A7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2B22C1C-45D7-4AB1-8150-16FB440D395D}" srcId="{167F630C-4872-4C57-8596-3492BB717B01}" destId="{2D09C40E-F675-48D9-ABD9-5E345D52B194}" srcOrd="1" destOrd="0" parTransId="{5E59138F-27CC-4D90-B674-3997BDEC636B}" sibTransId="{1FC980BC-C8FC-4265-972D-5492E1FC2E1A}"/>
    <dgm:cxn modelId="{D978143B-2135-4073-B3FF-5F0E8DCC75D2}" type="presOf" srcId="{E49BC73A-6CC5-498D-A33C-4C2D81ECD457}" destId="{E361ECBE-E1FE-400F-95D5-08807FE53F4A}" srcOrd="0" destOrd="0" presId="urn:microsoft.com/office/officeart/2005/8/layout/vList2"/>
    <dgm:cxn modelId="{33102462-586F-431C-9B99-2D10E3196A67}" type="presOf" srcId="{2D09C40E-F675-48D9-ABD9-5E345D52B194}" destId="{C56439DF-B31D-460E-A7EA-28F7E2D3D7FA}" srcOrd="0" destOrd="0" presId="urn:microsoft.com/office/officeart/2005/8/layout/vList2"/>
    <dgm:cxn modelId="{EB9B696A-1DE2-4859-BCB2-A79A8A5F8338}" srcId="{167F630C-4872-4C57-8596-3492BB717B01}" destId="{E49BC73A-6CC5-498D-A33C-4C2D81ECD457}" srcOrd="2" destOrd="0" parTransId="{1DCC02AC-4451-4624-B3AE-E7024D6A192A}" sibTransId="{00AAA4C0-E456-452F-8FA7-85801FA3B1E3}"/>
    <dgm:cxn modelId="{40362075-66BE-45DD-9BFF-C568BFD73A43}" srcId="{167F630C-4872-4C57-8596-3492BB717B01}" destId="{D9DA29A3-8628-4A8E-BB2B-E9D8D7FB4A7B}" srcOrd="3" destOrd="0" parTransId="{58D91E82-4C24-47CF-804C-3F5B1545238F}" sibTransId="{FCA72FE3-4936-44E9-9ADA-1BF448457D49}"/>
    <dgm:cxn modelId="{F586FE78-B15A-46C0-B50C-9AD9D70C35DF}" srcId="{167F630C-4872-4C57-8596-3492BB717B01}" destId="{D923B2C8-C5CF-43F3-B1AB-6ABD70F4D71A}" srcOrd="0" destOrd="0" parTransId="{026DD7CC-DE15-4A5B-94AD-EE781A9CA12B}" sibTransId="{E04DEC64-32E4-47BC-9BEE-A1F33C233DED}"/>
    <dgm:cxn modelId="{8ECDD697-DDF4-4250-9B7C-4A5E78670F2D}" type="presOf" srcId="{167F630C-4872-4C57-8596-3492BB717B01}" destId="{0C574314-5FF3-4667-80C5-21A7CC36A46F}" srcOrd="0" destOrd="0" presId="urn:microsoft.com/office/officeart/2005/8/layout/vList2"/>
    <dgm:cxn modelId="{B5BFCAF0-0971-405D-BDB0-2AAB809C3069}" type="presOf" srcId="{D923B2C8-C5CF-43F3-B1AB-6ABD70F4D71A}" destId="{19275779-7417-400D-9823-E100A2AF576B}" srcOrd="0" destOrd="0" presId="urn:microsoft.com/office/officeart/2005/8/layout/vList2"/>
    <dgm:cxn modelId="{524578F2-C785-4303-B829-A807459D35A7}" type="presOf" srcId="{D9DA29A3-8628-4A8E-BB2B-E9D8D7FB4A7B}" destId="{82D284FE-A6CA-433D-ABD5-DD482EBB3CAA}" srcOrd="0" destOrd="0" presId="urn:microsoft.com/office/officeart/2005/8/layout/vList2"/>
    <dgm:cxn modelId="{3986C59E-A405-4BA3-9C0C-E8461FD3B31B}" type="presParOf" srcId="{0C574314-5FF3-4667-80C5-21A7CC36A46F}" destId="{19275779-7417-400D-9823-E100A2AF576B}" srcOrd="0" destOrd="0" presId="urn:microsoft.com/office/officeart/2005/8/layout/vList2"/>
    <dgm:cxn modelId="{E4B7B4CE-1D10-43C3-AF54-59821A2AF6A7}" type="presParOf" srcId="{0C574314-5FF3-4667-80C5-21A7CC36A46F}" destId="{9683426B-4866-4438-A947-EA01E285E344}" srcOrd="1" destOrd="0" presId="urn:microsoft.com/office/officeart/2005/8/layout/vList2"/>
    <dgm:cxn modelId="{EE9BA252-336D-4D81-AE11-9CF5DADA9799}" type="presParOf" srcId="{0C574314-5FF3-4667-80C5-21A7CC36A46F}" destId="{C56439DF-B31D-460E-A7EA-28F7E2D3D7FA}" srcOrd="2" destOrd="0" presId="urn:microsoft.com/office/officeart/2005/8/layout/vList2"/>
    <dgm:cxn modelId="{F99B2059-8E59-4BEA-A45A-72DA16A06F8A}" type="presParOf" srcId="{0C574314-5FF3-4667-80C5-21A7CC36A46F}" destId="{9ECE5171-CA22-41F0-807F-2DFDCDC5A73A}" srcOrd="3" destOrd="0" presId="urn:microsoft.com/office/officeart/2005/8/layout/vList2"/>
    <dgm:cxn modelId="{CCF10522-A018-4465-9D69-C75E3E92CB35}" type="presParOf" srcId="{0C574314-5FF3-4667-80C5-21A7CC36A46F}" destId="{E361ECBE-E1FE-400F-95D5-08807FE53F4A}" srcOrd="4" destOrd="0" presId="urn:microsoft.com/office/officeart/2005/8/layout/vList2"/>
    <dgm:cxn modelId="{4500356B-8158-4049-B267-B332B5A74F96}" type="presParOf" srcId="{0C574314-5FF3-4667-80C5-21A7CC36A46F}" destId="{96EF3F93-1229-46B4-A2EB-165C3C8AB7B2}" srcOrd="5" destOrd="0" presId="urn:microsoft.com/office/officeart/2005/8/layout/vList2"/>
    <dgm:cxn modelId="{8705D379-7988-4798-9927-0FB80C99E2B8}" type="presParOf" srcId="{0C574314-5FF3-4667-80C5-21A7CC36A46F}" destId="{82D284FE-A6CA-433D-ABD5-DD482EBB3CA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F7743AC5-D1F7-4EA3-8550-D6DE3EDBB3FA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C83E617-A8DE-42A4-A7AD-A78DE0F5CEDD}">
      <dgm:prSet/>
      <dgm:spPr/>
      <dgm:t>
        <a:bodyPr/>
        <a:lstStyle/>
        <a:p>
          <a:r>
            <a:rPr lang="uk-UA" b="0" i="0" dirty="0"/>
            <a:t>підписання імператором Олександром ІІ Емського указу про повну заборону використання української мови</a:t>
          </a:r>
          <a:endParaRPr lang="uk-UA" dirty="0"/>
        </a:p>
      </dgm:t>
    </dgm:pt>
    <dgm:pt modelId="{E7608633-F2C2-4CB1-9C08-3F01671AB419}" type="parTrans" cxnId="{AA0A4539-2F62-458F-8F13-96CF114A090A}">
      <dgm:prSet/>
      <dgm:spPr/>
      <dgm:t>
        <a:bodyPr/>
        <a:lstStyle/>
        <a:p>
          <a:endParaRPr lang="uk-UA"/>
        </a:p>
      </dgm:t>
    </dgm:pt>
    <dgm:pt modelId="{A7FBCF65-A719-45F0-AAB4-FD225DCE93E7}" type="sibTrans" cxnId="{AA0A4539-2F62-458F-8F13-96CF114A090A}">
      <dgm:prSet/>
      <dgm:spPr/>
      <dgm:t>
        <a:bodyPr/>
        <a:lstStyle/>
        <a:p>
          <a:endParaRPr lang="uk-UA"/>
        </a:p>
      </dgm:t>
    </dgm:pt>
    <dgm:pt modelId="{635EEC1A-D2A1-458F-A299-CBB75B78B506}">
      <dgm:prSet/>
      <dgm:spPr/>
      <dgm:t>
        <a:bodyPr/>
        <a:lstStyle/>
        <a:p>
          <a:r>
            <a:rPr lang="uk-UA" b="0" i="0"/>
            <a:t>видання міністром внутрішніх справ П. Валуєвим циркуляру про обмеження видання книг українською мовою</a:t>
          </a:r>
          <a:endParaRPr lang="uk-UA"/>
        </a:p>
      </dgm:t>
    </dgm:pt>
    <dgm:pt modelId="{8EC06447-0E58-4651-9781-391C094C555B}" type="parTrans" cxnId="{38EACAD9-5EA8-4D20-9A5D-F8628283A4A4}">
      <dgm:prSet/>
      <dgm:spPr/>
      <dgm:t>
        <a:bodyPr/>
        <a:lstStyle/>
        <a:p>
          <a:endParaRPr lang="uk-UA"/>
        </a:p>
      </dgm:t>
    </dgm:pt>
    <dgm:pt modelId="{761DFEC8-9872-4DEA-A39F-C3AF122CC804}" type="sibTrans" cxnId="{38EACAD9-5EA8-4D20-9A5D-F8628283A4A4}">
      <dgm:prSet/>
      <dgm:spPr/>
      <dgm:t>
        <a:bodyPr/>
        <a:lstStyle/>
        <a:p>
          <a:endParaRPr lang="uk-UA"/>
        </a:p>
      </dgm:t>
    </dgm:pt>
    <dgm:pt modelId="{D48A73D9-AF05-4737-A0AC-F695DA2A2E36}">
      <dgm:prSet/>
      <dgm:spPr/>
      <dgm:t>
        <a:bodyPr/>
        <a:lstStyle/>
        <a:p>
          <a:r>
            <a:rPr lang="uk-UA" b="0" i="0"/>
            <a:t>підписання імператором Олександром ІІ Маніфесту про скасування кріпосного права</a:t>
          </a:r>
          <a:endParaRPr lang="uk-UA"/>
        </a:p>
      </dgm:t>
    </dgm:pt>
    <dgm:pt modelId="{B57D1822-65ED-44B6-B127-138293893EB7}" type="parTrans" cxnId="{993BE818-B20C-46EF-8B80-700ACE4A3A36}">
      <dgm:prSet/>
      <dgm:spPr/>
      <dgm:t>
        <a:bodyPr/>
        <a:lstStyle/>
        <a:p>
          <a:endParaRPr lang="uk-UA"/>
        </a:p>
      </dgm:t>
    </dgm:pt>
    <dgm:pt modelId="{A13E9417-5C95-48BD-A4EC-4C4AA6B9AFBC}" type="sibTrans" cxnId="{993BE818-B20C-46EF-8B80-700ACE4A3A36}">
      <dgm:prSet/>
      <dgm:spPr/>
      <dgm:t>
        <a:bodyPr/>
        <a:lstStyle/>
        <a:p>
          <a:endParaRPr lang="uk-UA"/>
        </a:p>
      </dgm:t>
    </dgm:pt>
    <dgm:pt modelId="{5E246DC8-CDB0-4CD3-A9C1-E74FAAFFE3BB}">
      <dgm:prSet/>
      <dgm:spPr/>
      <dgm:t>
        <a:bodyPr/>
        <a:lstStyle/>
        <a:p>
          <a:r>
            <a:rPr lang="uk-UA" b="0" i="0"/>
            <a:t>відкриття в Києві Південно-Західного відділу Російського географічного товариства</a:t>
          </a:r>
          <a:endParaRPr lang="uk-UA"/>
        </a:p>
      </dgm:t>
    </dgm:pt>
    <dgm:pt modelId="{6978EE0C-E7F3-44D1-A111-73C2F7340517}" type="parTrans" cxnId="{1878C5D5-23B1-4C0D-AC14-13CC543652EC}">
      <dgm:prSet/>
      <dgm:spPr/>
      <dgm:t>
        <a:bodyPr/>
        <a:lstStyle/>
        <a:p>
          <a:endParaRPr lang="uk-UA"/>
        </a:p>
      </dgm:t>
    </dgm:pt>
    <dgm:pt modelId="{05365C82-084D-4C4C-8E58-482F7600F5F5}" type="sibTrans" cxnId="{1878C5D5-23B1-4C0D-AC14-13CC543652EC}">
      <dgm:prSet/>
      <dgm:spPr/>
      <dgm:t>
        <a:bodyPr/>
        <a:lstStyle/>
        <a:p>
          <a:endParaRPr lang="uk-UA"/>
        </a:p>
      </dgm:t>
    </dgm:pt>
    <dgm:pt modelId="{F9965421-7171-4339-907F-F06F543C54C4}" type="pres">
      <dgm:prSet presAssocID="{F7743AC5-D1F7-4EA3-8550-D6DE3EDBB3FA}" presName="linearFlow" presStyleCnt="0">
        <dgm:presLayoutVars>
          <dgm:dir/>
          <dgm:resizeHandles val="exact"/>
        </dgm:presLayoutVars>
      </dgm:prSet>
      <dgm:spPr/>
    </dgm:pt>
    <dgm:pt modelId="{ADDD73B9-741F-4A76-9075-DC87A9B5CA70}" type="pres">
      <dgm:prSet presAssocID="{BC83E617-A8DE-42A4-A7AD-A78DE0F5CEDD}" presName="composite" presStyleCnt="0"/>
      <dgm:spPr/>
    </dgm:pt>
    <dgm:pt modelId="{FF5FA7DB-FE24-4F8F-B18C-96DD98C268E4}" type="pres">
      <dgm:prSet presAssocID="{BC83E617-A8DE-42A4-A7AD-A78DE0F5CEDD}" presName="imgShp" presStyleLbl="fgImgPlace1" presStyleIdx="0" presStyleCnt="4"/>
      <dgm:spPr/>
    </dgm:pt>
    <dgm:pt modelId="{0FE7262A-55EF-4B13-B9D7-E44BA7715588}" type="pres">
      <dgm:prSet presAssocID="{BC83E617-A8DE-42A4-A7AD-A78DE0F5CEDD}" presName="txShp" presStyleLbl="node1" presStyleIdx="0" presStyleCnt="4">
        <dgm:presLayoutVars>
          <dgm:bulletEnabled val="1"/>
        </dgm:presLayoutVars>
      </dgm:prSet>
      <dgm:spPr/>
    </dgm:pt>
    <dgm:pt modelId="{ED1D9492-5634-4385-8688-59544A2984FF}" type="pres">
      <dgm:prSet presAssocID="{A7FBCF65-A719-45F0-AAB4-FD225DCE93E7}" presName="spacing" presStyleCnt="0"/>
      <dgm:spPr/>
    </dgm:pt>
    <dgm:pt modelId="{A5658144-C153-471B-A0E2-FDAC8046C432}" type="pres">
      <dgm:prSet presAssocID="{635EEC1A-D2A1-458F-A299-CBB75B78B506}" presName="composite" presStyleCnt="0"/>
      <dgm:spPr/>
    </dgm:pt>
    <dgm:pt modelId="{B265F0EF-0425-429F-B6EC-5CE0547755C6}" type="pres">
      <dgm:prSet presAssocID="{635EEC1A-D2A1-458F-A299-CBB75B78B506}" presName="imgShp" presStyleLbl="fgImgPlace1" presStyleIdx="1" presStyleCnt="4"/>
      <dgm:spPr/>
    </dgm:pt>
    <dgm:pt modelId="{4D8F47FD-01E7-43FC-968D-B1ED67E7C3D4}" type="pres">
      <dgm:prSet presAssocID="{635EEC1A-D2A1-458F-A299-CBB75B78B506}" presName="txShp" presStyleLbl="node1" presStyleIdx="1" presStyleCnt="4">
        <dgm:presLayoutVars>
          <dgm:bulletEnabled val="1"/>
        </dgm:presLayoutVars>
      </dgm:prSet>
      <dgm:spPr/>
    </dgm:pt>
    <dgm:pt modelId="{13E9678F-C86D-4CF3-ADF4-47F5F7A51B92}" type="pres">
      <dgm:prSet presAssocID="{761DFEC8-9872-4DEA-A39F-C3AF122CC804}" presName="spacing" presStyleCnt="0"/>
      <dgm:spPr/>
    </dgm:pt>
    <dgm:pt modelId="{6DF6E4EE-2956-493C-BE9C-83DAE02DFCEF}" type="pres">
      <dgm:prSet presAssocID="{D48A73D9-AF05-4737-A0AC-F695DA2A2E36}" presName="composite" presStyleCnt="0"/>
      <dgm:spPr/>
    </dgm:pt>
    <dgm:pt modelId="{61F534A3-3800-4D3B-AE85-397B7F5C3782}" type="pres">
      <dgm:prSet presAssocID="{D48A73D9-AF05-4737-A0AC-F695DA2A2E36}" presName="imgShp" presStyleLbl="fgImgPlace1" presStyleIdx="2" presStyleCnt="4"/>
      <dgm:spPr/>
    </dgm:pt>
    <dgm:pt modelId="{0F4CF4F3-DAB7-46ED-B030-9C1A6AACFE4A}" type="pres">
      <dgm:prSet presAssocID="{D48A73D9-AF05-4737-A0AC-F695DA2A2E36}" presName="txShp" presStyleLbl="node1" presStyleIdx="2" presStyleCnt="4">
        <dgm:presLayoutVars>
          <dgm:bulletEnabled val="1"/>
        </dgm:presLayoutVars>
      </dgm:prSet>
      <dgm:spPr/>
    </dgm:pt>
    <dgm:pt modelId="{B31879C4-D0D6-437A-8582-735505277062}" type="pres">
      <dgm:prSet presAssocID="{A13E9417-5C95-48BD-A4EC-4C4AA6B9AFBC}" presName="spacing" presStyleCnt="0"/>
      <dgm:spPr/>
    </dgm:pt>
    <dgm:pt modelId="{D9975F9F-239F-40DE-BB06-51281E18F52A}" type="pres">
      <dgm:prSet presAssocID="{5E246DC8-CDB0-4CD3-A9C1-E74FAAFFE3BB}" presName="composite" presStyleCnt="0"/>
      <dgm:spPr/>
    </dgm:pt>
    <dgm:pt modelId="{EF0D3E3E-20A5-4244-A68A-2367E99807B4}" type="pres">
      <dgm:prSet presAssocID="{5E246DC8-CDB0-4CD3-A9C1-E74FAAFFE3BB}" presName="imgShp" presStyleLbl="fgImgPlace1" presStyleIdx="3" presStyleCnt="4"/>
      <dgm:spPr/>
    </dgm:pt>
    <dgm:pt modelId="{F9377ACA-108B-4746-B386-A5D12D646916}" type="pres">
      <dgm:prSet presAssocID="{5E246DC8-CDB0-4CD3-A9C1-E74FAAFFE3BB}" presName="txShp" presStyleLbl="node1" presStyleIdx="3" presStyleCnt="4">
        <dgm:presLayoutVars>
          <dgm:bulletEnabled val="1"/>
        </dgm:presLayoutVars>
      </dgm:prSet>
      <dgm:spPr/>
    </dgm:pt>
  </dgm:ptLst>
  <dgm:cxnLst>
    <dgm:cxn modelId="{993BE818-B20C-46EF-8B80-700ACE4A3A36}" srcId="{F7743AC5-D1F7-4EA3-8550-D6DE3EDBB3FA}" destId="{D48A73D9-AF05-4737-A0AC-F695DA2A2E36}" srcOrd="2" destOrd="0" parTransId="{B57D1822-65ED-44B6-B127-138293893EB7}" sibTransId="{A13E9417-5C95-48BD-A4EC-4C4AA6B9AFBC}"/>
    <dgm:cxn modelId="{15CE4B21-711F-424D-89C5-CE56D4BBD197}" type="presOf" srcId="{5E246DC8-CDB0-4CD3-A9C1-E74FAAFFE3BB}" destId="{F9377ACA-108B-4746-B386-A5D12D646916}" srcOrd="0" destOrd="0" presId="urn:microsoft.com/office/officeart/2005/8/layout/vList3"/>
    <dgm:cxn modelId="{AA0A4539-2F62-458F-8F13-96CF114A090A}" srcId="{F7743AC5-D1F7-4EA3-8550-D6DE3EDBB3FA}" destId="{BC83E617-A8DE-42A4-A7AD-A78DE0F5CEDD}" srcOrd="0" destOrd="0" parTransId="{E7608633-F2C2-4CB1-9C08-3F01671AB419}" sibTransId="{A7FBCF65-A719-45F0-AAB4-FD225DCE93E7}"/>
    <dgm:cxn modelId="{CB1E2371-35E6-4409-A192-FF4FA209B7DF}" type="presOf" srcId="{BC83E617-A8DE-42A4-A7AD-A78DE0F5CEDD}" destId="{0FE7262A-55EF-4B13-B9D7-E44BA7715588}" srcOrd="0" destOrd="0" presId="urn:microsoft.com/office/officeart/2005/8/layout/vList3"/>
    <dgm:cxn modelId="{1BAD6654-52B4-4237-B6B8-C17CD7C18C3C}" type="presOf" srcId="{D48A73D9-AF05-4737-A0AC-F695DA2A2E36}" destId="{0F4CF4F3-DAB7-46ED-B030-9C1A6AACFE4A}" srcOrd="0" destOrd="0" presId="urn:microsoft.com/office/officeart/2005/8/layout/vList3"/>
    <dgm:cxn modelId="{AAE3D081-B462-4EB1-A69A-ED4D8FC63DD4}" type="presOf" srcId="{F7743AC5-D1F7-4EA3-8550-D6DE3EDBB3FA}" destId="{F9965421-7171-4339-907F-F06F543C54C4}" srcOrd="0" destOrd="0" presId="urn:microsoft.com/office/officeart/2005/8/layout/vList3"/>
    <dgm:cxn modelId="{1878C5D5-23B1-4C0D-AC14-13CC543652EC}" srcId="{F7743AC5-D1F7-4EA3-8550-D6DE3EDBB3FA}" destId="{5E246DC8-CDB0-4CD3-A9C1-E74FAAFFE3BB}" srcOrd="3" destOrd="0" parTransId="{6978EE0C-E7F3-44D1-A111-73C2F7340517}" sibTransId="{05365C82-084D-4C4C-8E58-482F7600F5F5}"/>
    <dgm:cxn modelId="{38EACAD9-5EA8-4D20-9A5D-F8628283A4A4}" srcId="{F7743AC5-D1F7-4EA3-8550-D6DE3EDBB3FA}" destId="{635EEC1A-D2A1-458F-A299-CBB75B78B506}" srcOrd="1" destOrd="0" parTransId="{8EC06447-0E58-4651-9781-391C094C555B}" sibTransId="{761DFEC8-9872-4DEA-A39F-C3AF122CC804}"/>
    <dgm:cxn modelId="{C77CEBF7-CD98-4DE2-94BA-E17E4B40B77E}" type="presOf" srcId="{635EEC1A-D2A1-458F-A299-CBB75B78B506}" destId="{4D8F47FD-01E7-43FC-968D-B1ED67E7C3D4}" srcOrd="0" destOrd="0" presId="urn:microsoft.com/office/officeart/2005/8/layout/vList3"/>
    <dgm:cxn modelId="{C109DC40-49FE-4521-A55A-E3DD27DF72BF}" type="presParOf" srcId="{F9965421-7171-4339-907F-F06F543C54C4}" destId="{ADDD73B9-741F-4A76-9075-DC87A9B5CA70}" srcOrd="0" destOrd="0" presId="urn:microsoft.com/office/officeart/2005/8/layout/vList3"/>
    <dgm:cxn modelId="{2DB98313-0C74-4F95-946D-6A88035DF946}" type="presParOf" srcId="{ADDD73B9-741F-4A76-9075-DC87A9B5CA70}" destId="{FF5FA7DB-FE24-4F8F-B18C-96DD98C268E4}" srcOrd="0" destOrd="0" presId="urn:microsoft.com/office/officeart/2005/8/layout/vList3"/>
    <dgm:cxn modelId="{837C8B7C-9E0C-4FD7-BC85-17D4353A959A}" type="presParOf" srcId="{ADDD73B9-741F-4A76-9075-DC87A9B5CA70}" destId="{0FE7262A-55EF-4B13-B9D7-E44BA7715588}" srcOrd="1" destOrd="0" presId="urn:microsoft.com/office/officeart/2005/8/layout/vList3"/>
    <dgm:cxn modelId="{19ED29B2-4AB3-49A5-8171-15FB71F79495}" type="presParOf" srcId="{F9965421-7171-4339-907F-F06F543C54C4}" destId="{ED1D9492-5634-4385-8688-59544A2984FF}" srcOrd="1" destOrd="0" presId="urn:microsoft.com/office/officeart/2005/8/layout/vList3"/>
    <dgm:cxn modelId="{4CE7E06F-3313-4CC4-B070-D7AFAD5A5BDC}" type="presParOf" srcId="{F9965421-7171-4339-907F-F06F543C54C4}" destId="{A5658144-C153-471B-A0E2-FDAC8046C432}" srcOrd="2" destOrd="0" presId="urn:microsoft.com/office/officeart/2005/8/layout/vList3"/>
    <dgm:cxn modelId="{557935B9-4000-42D9-B4CC-210213F0092B}" type="presParOf" srcId="{A5658144-C153-471B-A0E2-FDAC8046C432}" destId="{B265F0EF-0425-429F-B6EC-5CE0547755C6}" srcOrd="0" destOrd="0" presId="urn:microsoft.com/office/officeart/2005/8/layout/vList3"/>
    <dgm:cxn modelId="{E1F90721-0D44-43DF-942E-E332F2847CA9}" type="presParOf" srcId="{A5658144-C153-471B-A0E2-FDAC8046C432}" destId="{4D8F47FD-01E7-43FC-968D-B1ED67E7C3D4}" srcOrd="1" destOrd="0" presId="urn:microsoft.com/office/officeart/2005/8/layout/vList3"/>
    <dgm:cxn modelId="{472B3235-FD9B-4444-B7A4-2C04ED1FDB34}" type="presParOf" srcId="{F9965421-7171-4339-907F-F06F543C54C4}" destId="{13E9678F-C86D-4CF3-ADF4-47F5F7A51B92}" srcOrd="3" destOrd="0" presId="urn:microsoft.com/office/officeart/2005/8/layout/vList3"/>
    <dgm:cxn modelId="{E12E1C80-34DA-46A4-9569-77490D9116E7}" type="presParOf" srcId="{F9965421-7171-4339-907F-F06F543C54C4}" destId="{6DF6E4EE-2956-493C-BE9C-83DAE02DFCEF}" srcOrd="4" destOrd="0" presId="urn:microsoft.com/office/officeart/2005/8/layout/vList3"/>
    <dgm:cxn modelId="{78585E3C-4F92-47A1-8E36-E4B992BD2DE0}" type="presParOf" srcId="{6DF6E4EE-2956-493C-BE9C-83DAE02DFCEF}" destId="{61F534A3-3800-4D3B-AE85-397B7F5C3782}" srcOrd="0" destOrd="0" presId="urn:microsoft.com/office/officeart/2005/8/layout/vList3"/>
    <dgm:cxn modelId="{5BBD8625-0B7D-421B-8B96-DB3DE4C26DBB}" type="presParOf" srcId="{6DF6E4EE-2956-493C-BE9C-83DAE02DFCEF}" destId="{0F4CF4F3-DAB7-46ED-B030-9C1A6AACFE4A}" srcOrd="1" destOrd="0" presId="urn:microsoft.com/office/officeart/2005/8/layout/vList3"/>
    <dgm:cxn modelId="{CA41AB6C-276F-4CC0-8DA8-3870344F5AA3}" type="presParOf" srcId="{F9965421-7171-4339-907F-F06F543C54C4}" destId="{B31879C4-D0D6-437A-8582-735505277062}" srcOrd="5" destOrd="0" presId="urn:microsoft.com/office/officeart/2005/8/layout/vList3"/>
    <dgm:cxn modelId="{DB90EB68-1FC4-49CE-9BF9-B058CA56D0DC}" type="presParOf" srcId="{F9965421-7171-4339-907F-F06F543C54C4}" destId="{D9975F9F-239F-40DE-BB06-51281E18F52A}" srcOrd="6" destOrd="0" presId="urn:microsoft.com/office/officeart/2005/8/layout/vList3"/>
    <dgm:cxn modelId="{203E389A-AA20-4690-B247-74DA11AD8FEA}" type="presParOf" srcId="{D9975F9F-239F-40DE-BB06-51281E18F52A}" destId="{EF0D3E3E-20A5-4244-A68A-2367E99807B4}" srcOrd="0" destOrd="0" presId="urn:microsoft.com/office/officeart/2005/8/layout/vList3"/>
    <dgm:cxn modelId="{4BA4ECC8-2394-414F-8854-512D5777237D}" type="presParOf" srcId="{D9975F9F-239F-40DE-BB06-51281E18F52A}" destId="{F9377ACA-108B-4746-B386-A5D12D646916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4BCA0D26-80D3-43DB-8249-42C3776C6748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8B53F100-70B8-4692-B975-AEDE4A61F649}">
      <dgm:prSet/>
      <dgm:spPr>
        <a:solidFill>
          <a:schemeClr val="accent6"/>
        </a:solidFill>
      </dgm:spPr>
      <dgm:t>
        <a:bodyPr/>
        <a:lstStyle/>
        <a:p>
          <a:r>
            <a:rPr lang="ru-RU" b="0" i="0"/>
            <a:t>завершенню промислового перевороту.</a:t>
          </a:r>
          <a:endParaRPr lang="uk-UA"/>
        </a:p>
      </dgm:t>
    </dgm:pt>
    <dgm:pt modelId="{B72F47B6-7E31-463E-A154-2840C756D7E6}" type="parTrans" cxnId="{19F395D2-5BC5-4A6F-8D3A-B52CD320FEAD}">
      <dgm:prSet/>
      <dgm:spPr/>
      <dgm:t>
        <a:bodyPr/>
        <a:lstStyle/>
        <a:p>
          <a:endParaRPr lang="uk-UA"/>
        </a:p>
      </dgm:t>
    </dgm:pt>
    <dgm:pt modelId="{E2B0E87F-C7BC-42D9-AD40-1295EA8B9660}" type="sibTrans" cxnId="{19F395D2-5BC5-4A6F-8D3A-B52CD320FEAD}">
      <dgm:prSet/>
      <dgm:spPr/>
      <dgm:t>
        <a:bodyPr/>
        <a:lstStyle/>
        <a:p>
          <a:endParaRPr lang="uk-UA"/>
        </a:p>
      </dgm:t>
    </dgm:pt>
    <dgm:pt modelId="{5AEA5A2C-2D0B-4673-8F78-6695D60859C5}">
      <dgm:prSet/>
      <dgm:spPr/>
      <dgm:t>
        <a:bodyPr/>
        <a:lstStyle/>
        <a:p>
          <a:r>
            <a:rPr lang="ru-RU" b="0" i="0"/>
            <a:t>скасуванню заборон щодо української мови.</a:t>
          </a:r>
          <a:endParaRPr lang="uk-UA"/>
        </a:p>
      </dgm:t>
    </dgm:pt>
    <dgm:pt modelId="{347429FE-1740-4F59-837D-83749D4226F5}" type="parTrans" cxnId="{C896D4C4-C4C0-4C49-AA07-830519ED6BAD}">
      <dgm:prSet/>
      <dgm:spPr/>
      <dgm:t>
        <a:bodyPr/>
        <a:lstStyle/>
        <a:p>
          <a:endParaRPr lang="uk-UA"/>
        </a:p>
      </dgm:t>
    </dgm:pt>
    <dgm:pt modelId="{3ECD6748-BFBA-4E1B-935E-10C3D854E765}" type="sibTrans" cxnId="{C896D4C4-C4C0-4C49-AA07-830519ED6BAD}">
      <dgm:prSet/>
      <dgm:spPr/>
      <dgm:t>
        <a:bodyPr/>
        <a:lstStyle/>
        <a:p>
          <a:endParaRPr lang="uk-UA"/>
        </a:p>
      </dgm:t>
    </dgm:pt>
    <dgm:pt modelId="{97FA9248-32B9-4289-8946-DD2D5A25E68D}">
      <dgm:prSet/>
      <dgm:spPr/>
      <dgm:t>
        <a:bodyPr/>
        <a:lstStyle/>
        <a:p>
          <a:r>
            <a:rPr lang="ru-RU" b="0" i="0"/>
            <a:t>відкриттю українських кафедр в університетах.</a:t>
          </a:r>
          <a:endParaRPr lang="uk-UA"/>
        </a:p>
      </dgm:t>
    </dgm:pt>
    <dgm:pt modelId="{3569D727-19EC-4529-810E-02CA5F21D053}" type="parTrans" cxnId="{F814E0E6-F812-4C11-A7B4-DC1361EE512F}">
      <dgm:prSet/>
      <dgm:spPr/>
      <dgm:t>
        <a:bodyPr/>
        <a:lstStyle/>
        <a:p>
          <a:endParaRPr lang="uk-UA"/>
        </a:p>
      </dgm:t>
    </dgm:pt>
    <dgm:pt modelId="{FDD0E756-40B7-470F-9E32-E71A4417A7EA}" type="sibTrans" cxnId="{F814E0E6-F812-4C11-A7B4-DC1361EE512F}">
      <dgm:prSet/>
      <dgm:spPr/>
      <dgm:t>
        <a:bodyPr/>
        <a:lstStyle/>
        <a:p>
          <a:endParaRPr lang="uk-UA"/>
        </a:p>
      </dgm:t>
    </dgm:pt>
    <dgm:pt modelId="{E5AE969C-39F9-4313-931D-4D92CBBDE236}">
      <dgm:prSet/>
      <dgm:spPr/>
      <dgm:t>
        <a:bodyPr/>
        <a:lstStyle/>
        <a:p>
          <a:r>
            <a:rPr lang="ru-RU" b="0" i="0"/>
            <a:t>зрівнянню в правах усіх верств суспільства.</a:t>
          </a:r>
          <a:endParaRPr lang="uk-UA"/>
        </a:p>
      </dgm:t>
    </dgm:pt>
    <dgm:pt modelId="{FED2CA57-CD91-4CDA-9685-4D5ADEBA52FB}" type="parTrans" cxnId="{5EBAAFE3-EE4F-4DF1-8241-AE10B1C0D6D0}">
      <dgm:prSet/>
      <dgm:spPr/>
      <dgm:t>
        <a:bodyPr/>
        <a:lstStyle/>
        <a:p>
          <a:endParaRPr lang="uk-UA"/>
        </a:p>
      </dgm:t>
    </dgm:pt>
    <dgm:pt modelId="{4D706E77-6D03-47DA-BD06-CB1C876090DC}" type="sibTrans" cxnId="{5EBAAFE3-EE4F-4DF1-8241-AE10B1C0D6D0}">
      <dgm:prSet/>
      <dgm:spPr/>
      <dgm:t>
        <a:bodyPr/>
        <a:lstStyle/>
        <a:p>
          <a:endParaRPr lang="uk-UA"/>
        </a:p>
      </dgm:t>
    </dgm:pt>
    <dgm:pt modelId="{EE846132-4412-48AB-8530-E6619EE7F580}" type="pres">
      <dgm:prSet presAssocID="{4BCA0D26-80D3-43DB-8249-42C3776C6748}" presName="linearFlow" presStyleCnt="0">
        <dgm:presLayoutVars>
          <dgm:dir/>
          <dgm:resizeHandles val="exact"/>
        </dgm:presLayoutVars>
      </dgm:prSet>
      <dgm:spPr/>
    </dgm:pt>
    <dgm:pt modelId="{00BAA186-8D1F-4E38-A6B6-7DEABAE0B48B}" type="pres">
      <dgm:prSet presAssocID="{8B53F100-70B8-4692-B975-AEDE4A61F649}" presName="composite" presStyleCnt="0"/>
      <dgm:spPr/>
    </dgm:pt>
    <dgm:pt modelId="{0BAA2C71-AFC1-4D8A-9A9C-FDE421725FEC}" type="pres">
      <dgm:prSet presAssocID="{8B53F100-70B8-4692-B975-AEDE4A61F649}" presName="imgShp" presStyleLbl="fgImgPlace1" presStyleIdx="0" presStyleCnt="4"/>
      <dgm:spPr/>
    </dgm:pt>
    <dgm:pt modelId="{6F945429-B975-4A18-B6C7-967BA5B267F7}" type="pres">
      <dgm:prSet presAssocID="{8B53F100-70B8-4692-B975-AEDE4A61F649}" presName="txShp" presStyleLbl="node1" presStyleIdx="0" presStyleCnt="4">
        <dgm:presLayoutVars>
          <dgm:bulletEnabled val="1"/>
        </dgm:presLayoutVars>
      </dgm:prSet>
      <dgm:spPr/>
    </dgm:pt>
    <dgm:pt modelId="{9028A5F1-696C-4FBE-9654-540409245B22}" type="pres">
      <dgm:prSet presAssocID="{E2B0E87F-C7BC-42D9-AD40-1295EA8B9660}" presName="spacing" presStyleCnt="0"/>
      <dgm:spPr/>
    </dgm:pt>
    <dgm:pt modelId="{19744301-36F2-4143-B770-A25E888C65BD}" type="pres">
      <dgm:prSet presAssocID="{5AEA5A2C-2D0B-4673-8F78-6695D60859C5}" presName="composite" presStyleCnt="0"/>
      <dgm:spPr/>
    </dgm:pt>
    <dgm:pt modelId="{194352C3-00CF-40FC-9228-CD8CA276DEC0}" type="pres">
      <dgm:prSet presAssocID="{5AEA5A2C-2D0B-4673-8F78-6695D60859C5}" presName="imgShp" presStyleLbl="fgImgPlace1" presStyleIdx="1" presStyleCnt="4"/>
      <dgm:spPr/>
    </dgm:pt>
    <dgm:pt modelId="{B23A08D7-6E5C-4A71-85C4-A87DE503F208}" type="pres">
      <dgm:prSet presAssocID="{5AEA5A2C-2D0B-4673-8F78-6695D60859C5}" presName="txShp" presStyleLbl="node1" presStyleIdx="1" presStyleCnt="4">
        <dgm:presLayoutVars>
          <dgm:bulletEnabled val="1"/>
        </dgm:presLayoutVars>
      </dgm:prSet>
      <dgm:spPr/>
    </dgm:pt>
    <dgm:pt modelId="{0FF43C14-31F7-4E26-923B-9CF32A16D465}" type="pres">
      <dgm:prSet presAssocID="{3ECD6748-BFBA-4E1B-935E-10C3D854E765}" presName="spacing" presStyleCnt="0"/>
      <dgm:spPr/>
    </dgm:pt>
    <dgm:pt modelId="{F9716206-5E5A-408C-93B3-D3C5646DCE6A}" type="pres">
      <dgm:prSet presAssocID="{97FA9248-32B9-4289-8946-DD2D5A25E68D}" presName="composite" presStyleCnt="0"/>
      <dgm:spPr/>
    </dgm:pt>
    <dgm:pt modelId="{E7DAE060-B690-42C0-923B-FA9C33FCA216}" type="pres">
      <dgm:prSet presAssocID="{97FA9248-32B9-4289-8946-DD2D5A25E68D}" presName="imgShp" presStyleLbl="fgImgPlace1" presStyleIdx="2" presStyleCnt="4"/>
      <dgm:spPr/>
    </dgm:pt>
    <dgm:pt modelId="{B4B1BA37-F991-4335-8E53-0CD476306930}" type="pres">
      <dgm:prSet presAssocID="{97FA9248-32B9-4289-8946-DD2D5A25E68D}" presName="txShp" presStyleLbl="node1" presStyleIdx="2" presStyleCnt="4">
        <dgm:presLayoutVars>
          <dgm:bulletEnabled val="1"/>
        </dgm:presLayoutVars>
      </dgm:prSet>
      <dgm:spPr/>
    </dgm:pt>
    <dgm:pt modelId="{913578F4-900F-4D4E-AE83-00084A0987C2}" type="pres">
      <dgm:prSet presAssocID="{FDD0E756-40B7-470F-9E32-E71A4417A7EA}" presName="spacing" presStyleCnt="0"/>
      <dgm:spPr/>
    </dgm:pt>
    <dgm:pt modelId="{A7FF8731-1EAB-42A5-8979-1D86555D36FB}" type="pres">
      <dgm:prSet presAssocID="{E5AE969C-39F9-4313-931D-4D92CBBDE236}" presName="composite" presStyleCnt="0"/>
      <dgm:spPr/>
    </dgm:pt>
    <dgm:pt modelId="{B8173382-E367-4EC9-9687-2A2DBB7CCC74}" type="pres">
      <dgm:prSet presAssocID="{E5AE969C-39F9-4313-931D-4D92CBBDE236}" presName="imgShp" presStyleLbl="fgImgPlace1" presStyleIdx="3" presStyleCnt="4"/>
      <dgm:spPr/>
    </dgm:pt>
    <dgm:pt modelId="{10016386-FF66-4025-8A67-3B2315363CA6}" type="pres">
      <dgm:prSet presAssocID="{E5AE969C-39F9-4313-931D-4D92CBBDE236}" presName="txShp" presStyleLbl="node1" presStyleIdx="3" presStyleCnt="4">
        <dgm:presLayoutVars>
          <dgm:bulletEnabled val="1"/>
        </dgm:presLayoutVars>
      </dgm:prSet>
      <dgm:spPr/>
    </dgm:pt>
  </dgm:ptLst>
  <dgm:cxnLst>
    <dgm:cxn modelId="{E1E33925-0B39-4A9A-8D07-9EE7B5CD75BF}" type="presOf" srcId="{97FA9248-32B9-4289-8946-DD2D5A25E68D}" destId="{B4B1BA37-F991-4335-8E53-0CD476306930}" srcOrd="0" destOrd="0" presId="urn:microsoft.com/office/officeart/2005/8/layout/vList3"/>
    <dgm:cxn modelId="{1DAC1648-05B9-4F3B-8472-156D15340F98}" type="presOf" srcId="{5AEA5A2C-2D0B-4673-8F78-6695D60859C5}" destId="{B23A08D7-6E5C-4A71-85C4-A87DE503F208}" srcOrd="0" destOrd="0" presId="urn:microsoft.com/office/officeart/2005/8/layout/vList3"/>
    <dgm:cxn modelId="{E7E13B76-A7AE-40D8-A9AF-69604C7442BC}" type="presOf" srcId="{E5AE969C-39F9-4313-931D-4D92CBBDE236}" destId="{10016386-FF66-4025-8A67-3B2315363CA6}" srcOrd="0" destOrd="0" presId="urn:microsoft.com/office/officeart/2005/8/layout/vList3"/>
    <dgm:cxn modelId="{2A63AD8A-8BC7-4071-8551-06E986723C99}" type="presOf" srcId="{8B53F100-70B8-4692-B975-AEDE4A61F649}" destId="{6F945429-B975-4A18-B6C7-967BA5B267F7}" srcOrd="0" destOrd="0" presId="urn:microsoft.com/office/officeart/2005/8/layout/vList3"/>
    <dgm:cxn modelId="{FE9369BC-CE71-499F-ADCC-EFAF9B9D5882}" type="presOf" srcId="{4BCA0D26-80D3-43DB-8249-42C3776C6748}" destId="{EE846132-4412-48AB-8530-E6619EE7F580}" srcOrd="0" destOrd="0" presId="urn:microsoft.com/office/officeart/2005/8/layout/vList3"/>
    <dgm:cxn modelId="{C896D4C4-C4C0-4C49-AA07-830519ED6BAD}" srcId="{4BCA0D26-80D3-43DB-8249-42C3776C6748}" destId="{5AEA5A2C-2D0B-4673-8F78-6695D60859C5}" srcOrd="1" destOrd="0" parTransId="{347429FE-1740-4F59-837D-83749D4226F5}" sibTransId="{3ECD6748-BFBA-4E1B-935E-10C3D854E765}"/>
    <dgm:cxn modelId="{19F395D2-5BC5-4A6F-8D3A-B52CD320FEAD}" srcId="{4BCA0D26-80D3-43DB-8249-42C3776C6748}" destId="{8B53F100-70B8-4692-B975-AEDE4A61F649}" srcOrd="0" destOrd="0" parTransId="{B72F47B6-7E31-463E-A154-2840C756D7E6}" sibTransId="{E2B0E87F-C7BC-42D9-AD40-1295EA8B9660}"/>
    <dgm:cxn modelId="{5EBAAFE3-EE4F-4DF1-8241-AE10B1C0D6D0}" srcId="{4BCA0D26-80D3-43DB-8249-42C3776C6748}" destId="{E5AE969C-39F9-4313-931D-4D92CBBDE236}" srcOrd="3" destOrd="0" parTransId="{FED2CA57-CD91-4CDA-9685-4D5ADEBA52FB}" sibTransId="{4D706E77-6D03-47DA-BD06-CB1C876090DC}"/>
    <dgm:cxn modelId="{F814E0E6-F812-4C11-A7B4-DC1361EE512F}" srcId="{4BCA0D26-80D3-43DB-8249-42C3776C6748}" destId="{97FA9248-32B9-4289-8946-DD2D5A25E68D}" srcOrd="2" destOrd="0" parTransId="{3569D727-19EC-4529-810E-02CA5F21D053}" sibTransId="{FDD0E756-40B7-470F-9E32-E71A4417A7EA}"/>
    <dgm:cxn modelId="{97473F4C-0B5D-48B4-8A03-D8C41D78DB1C}" type="presParOf" srcId="{EE846132-4412-48AB-8530-E6619EE7F580}" destId="{00BAA186-8D1F-4E38-A6B6-7DEABAE0B48B}" srcOrd="0" destOrd="0" presId="urn:microsoft.com/office/officeart/2005/8/layout/vList3"/>
    <dgm:cxn modelId="{C2D8F01B-02D6-460C-BEFD-80287C1CFAF7}" type="presParOf" srcId="{00BAA186-8D1F-4E38-A6B6-7DEABAE0B48B}" destId="{0BAA2C71-AFC1-4D8A-9A9C-FDE421725FEC}" srcOrd="0" destOrd="0" presId="urn:microsoft.com/office/officeart/2005/8/layout/vList3"/>
    <dgm:cxn modelId="{6495F5A6-533A-46B0-8833-209BBA8457CE}" type="presParOf" srcId="{00BAA186-8D1F-4E38-A6B6-7DEABAE0B48B}" destId="{6F945429-B975-4A18-B6C7-967BA5B267F7}" srcOrd="1" destOrd="0" presId="urn:microsoft.com/office/officeart/2005/8/layout/vList3"/>
    <dgm:cxn modelId="{4A96E70E-0FCE-4B9E-A060-1AFDFF7FE3E9}" type="presParOf" srcId="{EE846132-4412-48AB-8530-E6619EE7F580}" destId="{9028A5F1-696C-4FBE-9654-540409245B22}" srcOrd="1" destOrd="0" presId="urn:microsoft.com/office/officeart/2005/8/layout/vList3"/>
    <dgm:cxn modelId="{4CAD757F-9B43-4795-ABD0-0D0880965B68}" type="presParOf" srcId="{EE846132-4412-48AB-8530-E6619EE7F580}" destId="{19744301-36F2-4143-B770-A25E888C65BD}" srcOrd="2" destOrd="0" presId="urn:microsoft.com/office/officeart/2005/8/layout/vList3"/>
    <dgm:cxn modelId="{5F349B09-9175-490D-BD8D-7871D5A0BFA2}" type="presParOf" srcId="{19744301-36F2-4143-B770-A25E888C65BD}" destId="{194352C3-00CF-40FC-9228-CD8CA276DEC0}" srcOrd="0" destOrd="0" presId="urn:microsoft.com/office/officeart/2005/8/layout/vList3"/>
    <dgm:cxn modelId="{F988B46F-876D-4092-B225-B33D47040917}" type="presParOf" srcId="{19744301-36F2-4143-B770-A25E888C65BD}" destId="{B23A08D7-6E5C-4A71-85C4-A87DE503F208}" srcOrd="1" destOrd="0" presId="urn:microsoft.com/office/officeart/2005/8/layout/vList3"/>
    <dgm:cxn modelId="{047F1063-330D-4CE0-B36B-7032F9C1245A}" type="presParOf" srcId="{EE846132-4412-48AB-8530-E6619EE7F580}" destId="{0FF43C14-31F7-4E26-923B-9CF32A16D465}" srcOrd="3" destOrd="0" presId="urn:microsoft.com/office/officeart/2005/8/layout/vList3"/>
    <dgm:cxn modelId="{0EBB2F9F-EAFC-4756-83CB-BB02E5F12436}" type="presParOf" srcId="{EE846132-4412-48AB-8530-E6619EE7F580}" destId="{F9716206-5E5A-408C-93B3-D3C5646DCE6A}" srcOrd="4" destOrd="0" presId="urn:microsoft.com/office/officeart/2005/8/layout/vList3"/>
    <dgm:cxn modelId="{12BC75C2-2707-4AF3-82E8-6DCBAC7F6FC4}" type="presParOf" srcId="{F9716206-5E5A-408C-93B3-D3C5646DCE6A}" destId="{E7DAE060-B690-42C0-923B-FA9C33FCA216}" srcOrd="0" destOrd="0" presId="urn:microsoft.com/office/officeart/2005/8/layout/vList3"/>
    <dgm:cxn modelId="{8B190470-0395-4E0E-9346-90AC6D1BFCB7}" type="presParOf" srcId="{F9716206-5E5A-408C-93B3-D3C5646DCE6A}" destId="{B4B1BA37-F991-4335-8E53-0CD476306930}" srcOrd="1" destOrd="0" presId="urn:microsoft.com/office/officeart/2005/8/layout/vList3"/>
    <dgm:cxn modelId="{8BCAC35F-9618-4126-A46C-B5A54911B9E6}" type="presParOf" srcId="{EE846132-4412-48AB-8530-E6619EE7F580}" destId="{913578F4-900F-4D4E-AE83-00084A0987C2}" srcOrd="5" destOrd="0" presId="urn:microsoft.com/office/officeart/2005/8/layout/vList3"/>
    <dgm:cxn modelId="{709A22A1-8092-45B8-8DC3-8ABF192B2670}" type="presParOf" srcId="{EE846132-4412-48AB-8530-E6619EE7F580}" destId="{A7FF8731-1EAB-42A5-8979-1D86555D36FB}" srcOrd="6" destOrd="0" presId="urn:microsoft.com/office/officeart/2005/8/layout/vList3"/>
    <dgm:cxn modelId="{DA81C1A0-74A1-4E41-B89A-A3C02EB24033}" type="presParOf" srcId="{A7FF8731-1EAB-42A5-8979-1D86555D36FB}" destId="{B8173382-E367-4EC9-9687-2A2DBB7CCC74}" srcOrd="0" destOrd="0" presId="urn:microsoft.com/office/officeart/2005/8/layout/vList3"/>
    <dgm:cxn modelId="{57AC2DAE-9470-42F6-9244-3F561ADD2C6B}" type="presParOf" srcId="{A7FF8731-1EAB-42A5-8979-1D86555D36FB}" destId="{10016386-FF66-4025-8A67-3B2315363CA6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8D62DCD6-5E07-4640-A103-385A146C8FB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2144DE4-EE00-4E4B-B8A4-BD2E9C95AA6F}">
      <dgm:prSet/>
      <dgm:spPr/>
      <dgm:t>
        <a:bodyPr/>
        <a:lstStyle/>
        <a:p>
          <a:r>
            <a:rPr lang="ru-RU" b="0" i="0"/>
            <a:t>селянської реформи Йосифа II 1780 р.</a:t>
          </a:r>
          <a:endParaRPr lang="uk-UA"/>
        </a:p>
      </dgm:t>
    </dgm:pt>
    <dgm:pt modelId="{822245DA-A8BA-46A7-8724-6ABE9AB123EC}" type="parTrans" cxnId="{3CF0558F-139D-4E01-9246-516E7D9C9916}">
      <dgm:prSet/>
      <dgm:spPr/>
      <dgm:t>
        <a:bodyPr/>
        <a:lstStyle/>
        <a:p>
          <a:endParaRPr lang="uk-UA"/>
        </a:p>
      </dgm:t>
    </dgm:pt>
    <dgm:pt modelId="{7C853F2B-89E0-45DF-B380-DF3D4C44D23E}" type="sibTrans" cxnId="{3CF0558F-139D-4E01-9246-516E7D9C9916}">
      <dgm:prSet/>
      <dgm:spPr/>
      <dgm:t>
        <a:bodyPr/>
        <a:lstStyle/>
        <a:p>
          <a:endParaRPr lang="uk-UA"/>
        </a:p>
      </dgm:t>
    </dgm:pt>
    <dgm:pt modelId="{63EF57F5-C8D1-4BCE-9718-EAF8D20DA1DD}">
      <dgm:prSet/>
      <dgm:spPr/>
      <dgm:t>
        <a:bodyPr/>
        <a:lstStyle/>
        <a:p>
          <a:r>
            <a:rPr lang="ru-RU" b="0" i="0"/>
            <a:t>аграрної реформи Франца-Йосифа 1848 р.</a:t>
          </a:r>
          <a:endParaRPr lang="uk-UA"/>
        </a:p>
      </dgm:t>
    </dgm:pt>
    <dgm:pt modelId="{9D215D5F-D0DF-4967-AA75-AA32C4BACEF5}" type="parTrans" cxnId="{C35A46F0-3474-498D-B340-4B49EE5479A0}">
      <dgm:prSet/>
      <dgm:spPr/>
      <dgm:t>
        <a:bodyPr/>
        <a:lstStyle/>
        <a:p>
          <a:endParaRPr lang="uk-UA"/>
        </a:p>
      </dgm:t>
    </dgm:pt>
    <dgm:pt modelId="{38FF73DC-F43A-4CED-AEB5-38B064EEA172}" type="sibTrans" cxnId="{C35A46F0-3474-498D-B340-4B49EE5479A0}">
      <dgm:prSet/>
      <dgm:spPr/>
      <dgm:t>
        <a:bodyPr/>
        <a:lstStyle/>
        <a:p>
          <a:endParaRPr lang="uk-UA"/>
        </a:p>
      </dgm:t>
    </dgm:pt>
    <dgm:pt modelId="{6E30E587-7325-4A04-8998-0231CB481245}">
      <dgm:prSet/>
      <dgm:spPr/>
      <dgm:t>
        <a:bodyPr/>
        <a:lstStyle/>
        <a:p>
          <a:r>
            <a:rPr lang="ru-RU" b="0" i="0"/>
            <a:t>селянської реформи Олександра II 1861 р.</a:t>
          </a:r>
          <a:endParaRPr lang="uk-UA"/>
        </a:p>
      </dgm:t>
    </dgm:pt>
    <dgm:pt modelId="{425EFE96-213B-4226-B0F5-4AA21AC39BA2}" type="parTrans" cxnId="{ED197066-AE6A-4F4A-BAE9-D1F6EAA34437}">
      <dgm:prSet/>
      <dgm:spPr/>
      <dgm:t>
        <a:bodyPr/>
        <a:lstStyle/>
        <a:p>
          <a:endParaRPr lang="uk-UA"/>
        </a:p>
      </dgm:t>
    </dgm:pt>
    <dgm:pt modelId="{6865572B-71FB-4A17-BE58-0D1959B7A133}" type="sibTrans" cxnId="{ED197066-AE6A-4F4A-BAE9-D1F6EAA34437}">
      <dgm:prSet/>
      <dgm:spPr/>
      <dgm:t>
        <a:bodyPr/>
        <a:lstStyle/>
        <a:p>
          <a:endParaRPr lang="uk-UA"/>
        </a:p>
      </dgm:t>
    </dgm:pt>
    <dgm:pt modelId="{0CF8C881-F389-4D94-8015-3BDEAC574B37}">
      <dgm:prSet/>
      <dgm:spPr/>
      <dgm:t>
        <a:bodyPr/>
        <a:lstStyle/>
        <a:p>
          <a:r>
            <a:rPr lang="ru-RU" b="0" i="0"/>
            <a:t>земельної реформи П. Столипіна 1906 р.</a:t>
          </a:r>
          <a:endParaRPr lang="uk-UA"/>
        </a:p>
      </dgm:t>
    </dgm:pt>
    <dgm:pt modelId="{542A3865-DC06-4CA9-B2AE-3FE95C949EB2}" type="parTrans" cxnId="{4AD1D5D6-740D-4CE8-8FB1-3D4B41BD60C8}">
      <dgm:prSet/>
      <dgm:spPr/>
      <dgm:t>
        <a:bodyPr/>
        <a:lstStyle/>
        <a:p>
          <a:endParaRPr lang="uk-UA"/>
        </a:p>
      </dgm:t>
    </dgm:pt>
    <dgm:pt modelId="{55B32A5D-3E68-4C94-8E18-DE73F16188BB}" type="sibTrans" cxnId="{4AD1D5D6-740D-4CE8-8FB1-3D4B41BD60C8}">
      <dgm:prSet/>
      <dgm:spPr/>
      <dgm:t>
        <a:bodyPr/>
        <a:lstStyle/>
        <a:p>
          <a:endParaRPr lang="uk-UA"/>
        </a:p>
      </dgm:t>
    </dgm:pt>
    <dgm:pt modelId="{2E2184BB-2380-4201-AA04-EAF2B3301CB0}" type="pres">
      <dgm:prSet presAssocID="{8D62DCD6-5E07-4640-A103-385A146C8FB5}" presName="linear" presStyleCnt="0">
        <dgm:presLayoutVars>
          <dgm:animLvl val="lvl"/>
          <dgm:resizeHandles val="exact"/>
        </dgm:presLayoutVars>
      </dgm:prSet>
      <dgm:spPr/>
    </dgm:pt>
    <dgm:pt modelId="{A1E3B1ED-8176-4731-98C7-25B824800898}" type="pres">
      <dgm:prSet presAssocID="{A2144DE4-EE00-4E4B-B8A4-BD2E9C95AA6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04C9C2A-A43F-47EB-A816-3BEDF0982B68}" type="pres">
      <dgm:prSet presAssocID="{7C853F2B-89E0-45DF-B380-DF3D4C44D23E}" presName="spacer" presStyleCnt="0"/>
      <dgm:spPr/>
    </dgm:pt>
    <dgm:pt modelId="{18A9AE4D-A662-4D21-A1D0-52104E6CB6F9}" type="pres">
      <dgm:prSet presAssocID="{63EF57F5-C8D1-4BCE-9718-EAF8D20DA1D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230F7CF-1151-42FB-BD95-558646205351}" type="pres">
      <dgm:prSet presAssocID="{38FF73DC-F43A-4CED-AEB5-38B064EEA172}" presName="spacer" presStyleCnt="0"/>
      <dgm:spPr/>
    </dgm:pt>
    <dgm:pt modelId="{5B236370-AA5A-4704-8A1A-215B29EC33FF}" type="pres">
      <dgm:prSet presAssocID="{6E30E587-7325-4A04-8998-0231CB48124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D8627B7-48DC-4751-99E9-25D179BC5213}" type="pres">
      <dgm:prSet presAssocID="{6865572B-71FB-4A17-BE58-0D1959B7A133}" presName="spacer" presStyleCnt="0"/>
      <dgm:spPr/>
    </dgm:pt>
    <dgm:pt modelId="{E9B5B916-56BF-4AC3-AF9E-7A76747F2EAA}" type="pres">
      <dgm:prSet presAssocID="{0CF8C881-F389-4D94-8015-3BDEAC574B3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2C7CC00-BC87-4DEA-97E0-07D4860672DF}" type="presOf" srcId="{6E30E587-7325-4A04-8998-0231CB481245}" destId="{5B236370-AA5A-4704-8A1A-215B29EC33FF}" srcOrd="0" destOrd="0" presId="urn:microsoft.com/office/officeart/2005/8/layout/vList2"/>
    <dgm:cxn modelId="{ED197066-AE6A-4F4A-BAE9-D1F6EAA34437}" srcId="{8D62DCD6-5E07-4640-A103-385A146C8FB5}" destId="{6E30E587-7325-4A04-8998-0231CB481245}" srcOrd="2" destOrd="0" parTransId="{425EFE96-213B-4226-B0F5-4AA21AC39BA2}" sibTransId="{6865572B-71FB-4A17-BE58-0D1959B7A133}"/>
    <dgm:cxn modelId="{77460668-DADD-433A-946A-F8B3800E2602}" type="presOf" srcId="{A2144DE4-EE00-4E4B-B8A4-BD2E9C95AA6F}" destId="{A1E3B1ED-8176-4731-98C7-25B824800898}" srcOrd="0" destOrd="0" presId="urn:microsoft.com/office/officeart/2005/8/layout/vList2"/>
    <dgm:cxn modelId="{2CB95384-BD52-4E5C-BB4A-36FBE7B1ED4D}" type="presOf" srcId="{8D62DCD6-5E07-4640-A103-385A146C8FB5}" destId="{2E2184BB-2380-4201-AA04-EAF2B3301CB0}" srcOrd="0" destOrd="0" presId="urn:microsoft.com/office/officeart/2005/8/layout/vList2"/>
    <dgm:cxn modelId="{3CF0558F-139D-4E01-9246-516E7D9C9916}" srcId="{8D62DCD6-5E07-4640-A103-385A146C8FB5}" destId="{A2144DE4-EE00-4E4B-B8A4-BD2E9C95AA6F}" srcOrd="0" destOrd="0" parTransId="{822245DA-A8BA-46A7-8724-6ABE9AB123EC}" sibTransId="{7C853F2B-89E0-45DF-B380-DF3D4C44D23E}"/>
    <dgm:cxn modelId="{4B9EAB9B-1652-45B5-9523-7B59E867D977}" type="presOf" srcId="{0CF8C881-F389-4D94-8015-3BDEAC574B37}" destId="{E9B5B916-56BF-4AC3-AF9E-7A76747F2EAA}" srcOrd="0" destOrd="0" presId="urn:microsoft.com/office/officeart/2005/8/layout/vList2"/>
    <dgm:cxn modelId="{4AD1D5D6-740D-4CE8-8FB1-3D4B41BD60C8}" srcId="{8D62DCD6-5E07-4640-A103-385A146C8FB5}" destId="{0CF8C881-F389-4D94-8015-3BDEAC574B37}" srcOrd="3" destOrd="0" parTransId="{542A3865-DC06-4CA9-B2AE-3FE95C949EB2}" sibTransId="{55B32A5D-3E68-4C94-8E18-DE73F16188BB}"/>
    <dgm:cxn modelId="{8632F2D7-7F62-4AF9-AE60-DDE38C8D43D9}" type="presOf" srcId="{63EF57F5-C8D1-4BCE-9718-EAF8D20DA1DD}" destId="{18A9AE4D-A662-4D21-A1D0-52104E6CB6F9}" srcOrd="0" destOrd="0" presId="urn:microsoft.com/office/officeart/2005/8/layout/vList2"/>
    <dgm:cxn modelId="{C35A46F0-3474-498D-B340-4B49EE5479A0}" srcId="{8D62DCD6-5E07-4640-A103-385A146C8FB5}" destId="{63EF57F5-C8D1-4BCE-9718-EAF8D20DA1DD}" srcOrd="1" destOrd="0" parTransId="{9D215D5F-D0DF-4967-AA75-AA32C4BACEF5}" sibTransId="{38FF73DC-F43A-4CED-AEB5-38B064EEA172}"/>
    <dgm:cxn modelId="{068FD16F-A056-4125-B53C-ABB9367E3D9F}" type="presParOf" srcId="{2E2184BB-2380-4201-AA04-EAF2B3301CB0}" destId="{A1E3B1ED-8176-4731-98C7-25B824800898}" srcOrd="0" destOrd="0" presId="urn:microsoft.com/office/officeart/2005/8/layout/vList2"/>
    <dgm:cxn modelId="{6F1B10FE-1B27-4841-B782-EFBC43013233}" type="presParOf" srcId="{2E2184BB-2380-4201-AA04-EAF2B3301CB0}" destId="{504C9C2A-A43F-47EB-A816-3BEDF0982B68}" srcOrd="1" destOrd="0" presId="urn:microsoft.com/office/officeart/2005/8/layout/vList2"/>
    <dgm:cxn modelId="{74037A52-200C-40CD-85A9-26D2A65E800C}" type="presParOf" srcId="{2E2184BB-2380-4201-AA04-EAF2B3301CB0}" destId="{18A9AE4D-A662-4D21-A1D0-52104E6CB6F9}" srcOrd="2" destOrd="0" presId="urn:microsoft.com/office/officeart/2005/8/layout/vList2"/>
    <dgm:cxn modelId="{5885B141-B51A-49C0-A767-358B1630ED56}" type="presParOf" srcId="{2E2184BB-2380-4201-AA04-EAF2B3301CB0}" destId="{F230F7CF-1151-42FB-BD95-558646205351}" srcOrd="3" destOrd="0" presId="urn:microsoft.com/office/officeart/2005/8/layout/vList2"/>
    <dgm:cxn modelId="{FD8C5D8B-3CA8-4A6E-943A-2847482AFE38}" type="presParOf" srcId="{2E2184BB-2380-4201-AA04-EAF2B3301CB0}" destId="{5B236370-AA5A-4704-8A1A-215B29EC33FF}" srcOrd="4" destOrd="0" presId="urn:microsoft.com/office/officeart/2005/8/layout/vList2"/>
    <dgm:cxn modelId="{811DB33A-0458-4CB6-8FB6-82BFE95FF738}" type="presParOf" srcId="{2E2184BB-2380-4201-AA04-EAF2B3301CB0}" destId="{BD8627B7-48DC-4751-99E9-25D179BC5213}" srcOrd="5" destOrd="0" presId="urn:microsoft.com/office/officeart/2005/8/layout/vList2"/>
    <dgm:cxn modelId="{D9ED6173-0D21-4A75-BA97-6FBC1CE7B8D9}" type="presParOf" srcId="{2E2184BB-2380-4201-AA04-EAF2B3301CB0}" destId="{E9B5B916-56BF-4AC3-AF9E-7A76747F2EA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9BE74B65-8398-42AD-A1E6-D14994B53DC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E1E107B-198B-4520-B004-E2D852B5AA58}">
      <dgm:prSet/>
      <dgm:spPr/>
      <dgm:t>
        <a:bodyPr/>
        <a:lstStyle/>
        <a:p>
          <a:r>
            <a:rPr lang="ru-RU" b="0" i="0"/>
            <a:t>товариство «Просвіта»</a:t>
          </a:r>
          <a:endParaRPr lang="uk-UA"/>
        </a:p>
      </dgm:t>
    </dgm:pt>
    <dgm:pt modelId="{C0618BE0-E2DE-43B4-A519-792975D54B96}" type="parTrans" cxnId="{5726B4C5-78D5-4E99-A524-F4A3D98DAE1C}">
      <dgm:prSet/>
      <dgm:spPr/>
      <dgm:t>
        <a:bodyPr/>
        <a:lstStyle/>
        <a:p>
          <a:endParaRPr lang="uk-UA"/>
        </a:p>
      </dgm:t>
    </dgm:pt>
    <dgm:pt modelId="{135BC7E4-AC95-4170-B04C-0CD1A735B8BC}" type="sibTrans" cxnId="{5726B4C5-78D5-4E99-A524-F4A3D98DAE1C}">
      <dgm:prSet/>
      <dgm:spPr/>
      <dgm:t>
        <a:bodyPr/>
        <a:lstStyle/>
        <a:p>
          <a:endParaRPr lang="uk-UA"/>
        </a:p>
      </dgm:t>
    </dgm:pt>
    <dgm:pt modelId="{4D378DA5-02AB-40D9-816A-1D4472962AE2}">
      <dgm:prSet/>
      <dgm:spPr/>
      <dgm:t>
        <a:bodyPr/>
        <a:lstStyle/>
        <a:p>
          <a:r>
            <a:rPr lang="ru-RU" b="0" i="0"/>
            <a:t>Наукове товариство ім. Т. Шевченка</a:t>
          </a:r>
          <a:endParaRPr lang="uk-UA"/>
        </a:p>
      </dgm:t>
    </dgm:pt>
    <dgm:pt modelId="{A78C633C-7302-4D3F-9CA6-32711AF7924C}" type="parTrans" cxnId="{6F83A5C3-20A4-4B96-9CE8-291DD3BD244C}">
      <dgm:prSet/>
      <dgm:spPr/>
      <dgm:t>
        <a:bodyPr/>
        <a:lstStyle/>
        <a:p>
          <a:endParaRPr lang="uk-UA"/>
        </a:p>
      </dgm:t>
    </dgm:pt>
    <dgm:pt modelId="{7C74AD38-9794-40AF-8163-2E9CED289B8C}" type="sibTrans" cxnId="{6F83A5C3-20A4-4B96-9CE8-291DD3BD244C}">
      <dgm:prSet/>
      <dgm:spPr/>
      <dgm:t>
        <a:bodyPr/>
        <a:lstStyle/>
        <a:p>
          <a:endParaRPr lang="uk-UA"/>
        </a:p>
      </dgm:t>
    </dgm:pt>
    <dgm:pt modelId="{D527A869-FD26-4F8B-B64F-A9F98D5CE2B9}">
      <dgm:prSet/>
      <dgm:spPr/>
      <dgm:t>
        <a:bodyPr/>
        <a:lstStyle/>
        <a:p>
          <a:r>
            <a:rPr lang="ru-RU" b="0" i="0"/>
            <a:t>Південно-Західний відділ Російського географічного товариства</a:t>
          </a:r>
          <a:endParaRPr lang="uk-UA"/>
        </a:p>
      </dgm:t>
    </dgm:pt>
    <dgm:pt modelId="{1B5C8C83-30E8-4F14-A186-4D838D5BF30F}" type="parTrans" cxnId="{130414C8-16A7-49F3-9E83-CA08812BD1D7}">
      <dgm:prSet/>
      <dgm:spPr/>
      <dgm:t>
        <a:bodyPr/>
        <a:lstStyle/>
        <a:p>
          <a:endParaRPr lang="uk-UA"/>
        </a:p>
      </dgm:t>
    </dgm:pt>
    <dgm:pt modelId="{A7E5F63B-F943-4F42-A2D2-CCDF2E62566B}" type="sibTrans" cxnId="{130414C8-16A7-49F3-9E83-CA08812BD1D7}">
      <dgm:prSet/>
      <dgm:spPr/>
      <dgm:t>
        <a:bodyPr/>
        <a:lstStyle/>
        <a:p>
          <a:endParaRPr lang="uk-UA"/>
        </a:p>
      </dgm:t>
    </dgm:pt>
    <dgm:pt modelId="{1159B657-4303-4868-A7A5-694E020BDD15}">
      <dgm:prSet/>
      <dgm:spPr/>
      <dgm:t>
        <a:bodyPr/>
        <a:lstStyle/>
        <a:p>
          <a:r>
            <a:rPr lang="ru-RU" b="0" i="0"/>
            <a:t>просвітницьке товариство галицьких греко-католицьких священиків</a:t>
          </a:r>
          <a:endParaRPr lang="uk-UA"/>
        </a:p>
      </dgm:t>
    </dgm:pt>
    <dgm:pt modelId="{667C3CAC-A6C9-44A5-8A6E-EA9B4A742198}" type="parTrans" cxnId="{3E636A53-BBA3-44F7-B779-0D6FBEFC04D2}">
      <dgm:prSet/>
      <dgm:spPr/>
      <dgm:t>
        <a:bodyPr/>
        <a:lstStyle/>
        <a:p>
          <a:endParaRPr lang="uk-UA"/>
        </a:p>
      </dgm:t>
    </dgm:pt>
    <dgm:pt modelId="{608E8F4C-9425-479A-B9B0-05E63EE948C4}" type="sibTrans" cxnId="{3E636A53-BBA3-44F7-B779-0D6FBEFC04D2}">
      <dgm:prSet/>
      <dgm:spPr/>
      <dgm:t>
        <a:bodyPr/>
        <a:lstStyle/>
        <a:p>
          <a:endParaRPr lang="uk-UA"/>
        </a:p>
      </dgm:t>
    </dgm:pt>
    <dgm:pt modelId="{982B8224-DA8F-4804-9E59-F9E9060A6285}" type="pres">
      <dgm:prSet presAssocID="{9BE74B65-8398-42AD-A1E6-D14994B53DCB}" presName="linear" presStyleCnt="0">
        <dgm:presLayoutVars>
          <dgm:animLvl val="lvl"/>
          <dgm:resizeHandles val="exact"/>
        </dgm:presLayoutVars>
      </dgm:prSet>
      <dgm:spPr/>
    </dgm:pt>
    <dgm:pt modelId="{61BB53DB-CD20-419F-8978-05ECA6AF8445}" type="pres">
      <dgm:prSet presAssocID="{0E1E107B-198B-4520-B004-E2D852B5AA5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111B15B-5F31-43C3-A42E-A50A7B2189FD}" type="pres">
      <dgm:prSet presAssocID="{135BC7E4-AC95-4170-B04C-0CD1A735B8BC}" presName="spacer" presStyleCnt="0"/>
      <dgm:spPr/>
    </dgm:pt>
    <dgm:pt modelId="{9CCD9C13-83B9-47DC-AA2E-69EE46C89492}" type="pres">
      <dgm:prSet presAssocID="{4D378DA5-02AB-40D9-816A-1D4472962AE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ABD29C4-0738-4170-B3D0-BD186C813223}" type="pres">
      <dgm:prSet presAssocID="{7C74AD38-9794-40AF-8163-2E9CED289B8C}" presName="spacer" presStyleCnt="0"/>
      <dgm:spPr/>
    </dgm:pt>
    <dgm:pt modelId="{98448B03-8137-4004-B6B5-FF19AC1BE1F0}" type="pres">
      <dgm:prSet presAssocID="{D527A869-FD26-4F8B-B64F-A9F98D5CE2B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F9200AB-1A65-4BD9-AA3A-122F14993EBB}" type="pres">
      <dgm:prSet presAssocID="{A7E5F63B-F943-4F42-A2D2-CCDF2E62566B}" presName="spacer" presStyleCnt="0"/>
      <dgm:spPr/>
    </dgm:pt>
    <dgm:pt modelId="{428922C6-395D-4D09-9B27-009C9D5A0F24}" type="pres">
      <dgm:prSet presAssocID="{1159B657-4303-4868-A7A5-694E020BDD1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923554E-A4C9-4E0B-805B-2E04676210B9}" type="presOf" srcId="{1159B657-4303-4868-A7A5-694E020BDD15}" destId="{428922C6-395D-4D09-9B27-009C9D5A0F24}" srcOrd="0" destOrd="0" presId="urn:microsoft.com/office/officeart/2005/8/layout/vList2"/>
    <dgm:cxn modelId="{3E636A53-BBA3-44F7-B779-0D6FBEFC04D2}" srcId="{9BE74B65-8398-42AD-A1E6-D14994B53DCB}" destId="{1159B657-4303-4868-A7A5-694E020BDD15}" srcOrd="3" destOrd="0" parTransId="{667C3CAC-A6C9-44A5-8A6E-EA9B4A742198}" sibTransId="{608E8F4C-9425-479A-B9B0-05E63EE948C4}"/>
    <dgm:cxn modelId="{38AE8E78-D476-4009-9DCF-78615113A259}" type="presOf" srcId="{9BE74B65-8398-42AD-A1E6-D14994B53DCB}" destId="{982B8224-DA8F-4804-9E59-F9E9060A6285}" srcOrd="0" destOrd="0" presId="urn:microsoft.com/office/officeart/2005/8/layout/vList2"/>
    <dgm:cxn modelId="{4102389A-CBE7-4F9E-A1EA-FE7DFCF948C1}" type="presOf" srcId="{0E1E107B-198B-4520-B004-E2D852B5AA58}" destId="{61BB53DB-CD20-419F-8978-05ECA6AF8445}" srcOrd="0" destOrd="0" presId="urn:microsoft.com/office/officeart/2005/8/layout/vList2"/>
    <dgm:cxn modelId="{FD69D6A1-794D-4309-A3F3-16DC72D3818C}" type="presOf" srcId="{4D378DA5-02AB-40D9-816A-1D4472962AE2}" destId="{9CCD9C13-83B9-47DC-AA2E-69EE46C89492}" srcOrd="0" destOrd="0" presId="urn:microsoft.com/office/officeart/2005/8/layout/vList2"/>
    <dgm:cxn modelId="{6F83A5C3-20A4-4B96-9CE8-291DD3BD244C}" srcId="{9BE74B65-8398-42AD-A1E6-D14994B53DCB}" destId="{4D378DA5-02AB-40D9-816A-1D4472962AE2}" srcOrd="1" destOrd="0" parTransId="{A78C633C-7302-4D3F-9CA6-32711AF7924C}" sibTransId="{7C74AD38-9794-40AF-8163-2E9CED289B8C}"/>
    <dgm:cxn modelId="{5726B4C5-78D5-4E99-A524-F4A3D98DAE1C}" srcId="{9BE74B65-8398-42AD-A1E6-D14994B53DCB}" destId="{0E1E107B-198B-4520-B004-E2D852B5AA58}" srcOrd="0" destOrd="0" parTransId="{C0618BE0-E2DE-43B4-A519-792975D54B96}" sibTransId="{135BC7E4-AC95-4170-B04C-0CD1A735B8BC}"/>
    <dgm:cxn modelId="{130414C8-16A7-49F3-9E83-CA08812BD1D7}" srcId="{9BE74B65-8398-42AD-A1E6-D14994B53DCB}" destId="{D527A869-FD26-4F8B-B64F-A9F98D5CE2B9}" srcOrd="2" destOrd="0" parTransId="{1B5C8C83-30E8-4F14-A186-4D838D5BF30F}" sibTransId="{A7E5F63B-F943-4F42-A2D2-CCDF2E62566B}"/>
    <dgm:cxn modelId="{0FAD5CC8-4AFE-4DCB-8FF1-B4CA074938E2}" type="presOf" srcId="{D527A869-FD26-4F8B-B64F-A9F98D5CE2B9}" destId="{98448B03-8137-4004-B6B5-FF19AC1BE1F0}" srcOrd="0" destOrd="0" presId="urn:microsoft.com/office/officeart/2005/8/layout/vList2"/>
    <dgm:cxn modelId="{C9F02F40-1499-429B-BE7D-A9B24A6E5029}" type="presParOf" srcId="{982B8224-DA8F-4804-9E59-F9E9060A6285}" destId="{61BB53DB-CD20-419F-8978-05ECA6AF8445}" srcOrd="0" destOrd="0" presId="urn:microsoft.com/office/officeart/2005/8/layout/vList2"/>
    <dgm:cxn modelId="{E72DC208-0BDA-43C6-BB4E-72F483996409}" type="presParOf" srcId="{982B8224-DA8F-4804-9E59-F9E9060A6285}" destId="{9111B15B-5F31-43C3-A42E-A50A7B2189FD}" srcOrd="1" destOrd="0" presId="urn:microsoft.com/office/officeart/2005/8/layout/vList2"/>
    <dgm:cxn modelId="{53FF4436-DB16-43FA-93EF-724A0B8BBB87}" type="presParOf" srcId="{982B8224-DA8F-4804-9E59-F9E9060A6285}" destId="{9CCD9C13-83B9-47DC-AA2E-69EE46C89492}" srcOrd="2" destOrd="0" presId="urn:microsoft.com/office/officeart/2005/8/layout/vList2"/>
    <dgm:cxn modelId="{3E24709E-2986-4CF0-8820-ED9D77A52F2C}" type="presParOf" srcId="{982B8224-DA8F-4804-9E59-F9E9060A6285}" destId="{6ABD29C4-0738-4170-B3D0-BD186C813223}" srcOrd="3" destOrd="0" presId="urn:microsoft.com/office/officeart/2005/8/layout/vList2"/>
    <dgm:cxn modelId="{37EBE65D-5CD8-4260-869F-93B1F52E1778}" type="presParOf" srcId="{982B8224-DA8F-4804-9E59-F9E9060A6285}" destId="{98448B03-8137-4004-B6B5-FF19AC1BE1F0}" srcOrd="4" destOrd="0" presId="urn:microsoft.com/office/officeart/2005/8/layout/vList2"/>
    <dgm:cxn modelId="{CDA3FB5A-5EE7-49D5-AC66-BB3B4FCA32C0}" type="presParOf" srcId="{982B8224-DA8F-4804-9E59-F9E9060A6285}" destId="{FF9200AB-1A65-4BD9-AA3A-122F14993EBB}" srcOrd="5" destOrd="0" presId="urn:microsoft.com/office/officeart/2005/8/layout/vList2"/>
    <dgm:cxn modelId="{F2AB2134-7002-482B-AEF1-1321F389569C}" type="presParOf" srcId="{982B8224-DA8F-4804-9E59-F9E9060A6285}" destId="{428922C6-395D-4D09-9B27-009C9D5A0F2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E5621895-2AED-44D1-BC44-25E01440646B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85DA86D-9493-42E8-96B9-D2E9866A56D5}">
      <dgm:prSet/>
      <dgm:spPr/>
      <dgm:t>
        <a:bodyPr/>
        <a:lstStyle/>
        <a:p>
          <a:r>
            <a:rPr lang="ru-RU" b="0" i="0"/>
            <a:t>«Руська трійця»</a:t>
          </a:r>
          <a:endParaRPr lang="uk-UA"/>
        </a:p>
      </dgm:t>
    </dgm:pt>
    <dgm:pt modelId="{73C4AE89-8F2E-4705-89B4-FEE97022CC54}" type="parTrans" cxnId="{B40DF193-AD6C-447C-872A-6E1D21143AD2}">
      <dgm:prSet/>
      <dgm:spPr/>
      <dgm:t>
        <a:bodyPr/>
        <a:lstStyle/>
        <a:p>
          <a:endParaRPr lang="uk-UA"/>
        </a:p>
      </dgm:t>
    </dgm:pt>
    <dgm:pt modelId="{DBF03394-7C03-4A45-AE8A-7F3A076A4894}" type="sibTrans" cxnId="{B40DF193-AD6C-447C-872A-6E1D21143AD2}">
      <dgm:prSet/>
      <dgm:spPr/>
      <dgm:t>
        <a:bodyPr/>
        <a:lstStyle/>
        <a:p>
          <a:endParaRPr lang="uk-UA"/>
        </a:p>
      </dgm:t>
    </dgm:pt>
    <dgm:pt modelId="{61C4545A-093D-4AE7-BCC3-9EB1640C0828}">
      <dgm:prSet/>
      <dgm:spPr/>
      <dgm:t>
        <a:bodyPr/>
        <a:lstStyle/>
        <a:p>
          <a:r>
            <a:rPr lang="ru-RU" b="0" i="0"/>
            <a:t>Кирило-Мефодіївське братство</a:t>
          </a:r>
          <a:endParaRPr lang="uk-UA"/>
        </a:p>
      </dgm:t>
    </dgm:pt>
    <dgm:pt modelId="{7681273A-0C54-418C-9443-72E817C1A0CF}" type="parTrans" cxnId="{75BC7935-15CF-457C-ACCC-CEF2FFAE905C}">
      <dgm:prSet/>
      <dgm:spPr/>
      <dgm:t>
        <a:bodyPr/>
        <a:lstStyle/>
        <a:p>
          <a:endParaRPr lang="uk-UA"/>
        </a:p>
      </dgm:t>
    </dgm:pt>
    <dgm:pt modelId="{552DF240-B783-464B-8F0A-57D713B5D8ED}" type="sibTrans" cxnId="{75BC7935-15CF-457C-ACCC-CEF2FFAE905C}">
      <dgm:prSet/>
      <dgm:spPr/>
      <dgm:t>
        <a:bodyPr/>
        <a:lstStyle/>
        <a:p>
          <a:endParaRPr lang="uk-UA"/>
        </a:p>
      </dgm:t>
    </dgm:pt>
    <dgm:pt modelId="{E05C1C54-1D7C-439C-8EF7-50CA711DBBDF}">
      <dgm:prSet/>
      <dgm:spPr/>
      <dgm:t>
        <a:bodyPr/>
        <a:lstStyle/>
        <a:p>
          <a:r>
            <a:rPr lang="ru-RU" b="0" i="0"/>
            <a:t>Русько-українська радикальна партія</a:t>
          </a:r>
          <a:endParaRPr lang="uk-UA"/>
        </a:p>
      </dgm:t>
    </dgm:pt>
    <dgm:pt modelId="{33610EB9-FB93-4D45-8834-BEF615A2F9D3}" type="parTrans" cxnId="{DB3055D6-1A25-4CFD-8EE1-4CFC59130171}">
      <dgm:prSet/>
      <dgm:spPr/>
      <dgm:t>
        <a:bodyPr/>
        <a:lstStyle/>
        <a:p>
          <a:endParaRPr lang="uk-UA"/>
        </a:p>
      </dgm:t>
    </dgm:pt>
    <dgm:pt modelId="{1B556339-C0EF-4DD9-8171-631FB62D5411}" type="sibTrans" cxnId="{DB3055D6-1A25-4CFD-8EE1-4CFC59130171}">
      <dgm:prSet/>
      <dgm:spPr/>
      <dgm:t>
        <a:bodyPr/>
        <a:lstStyle/>
        <a:p>
          <a:endParaRPr lang="uk-UA"/>
        </a:p>
      </dgm:t>
    </dgm:pt>
    <dgm:pt modelId="{11C8B2CD-0CB5-4ADC-9FB2-B565A5F49156}">
      <dgm:prSet/>
      <dgm:spPr/>
      <dgm:t>
        <a:bodyPr/>
        <a:lstStyle/>
        <a:p>
          <a:r>
            <a:rPr lang="ru-RU" b="0" i="0"/>
            <a:t>«Братство тарасівців»</a:t>
          </a:r>
          <a:endParaRPr lang="uk-UA"/>
        </a:p>
      </dgm:t>
    </dgm:pt>
    <dgm:pt modelId="{84D53564-530A-4FF4-AE55-C3E418E2F42A}" type="parTrans" cxnId="{766A783B-36CC-4DF4-BC25-02F36F857F7F}">
      <dgm:prSet/>
      <dgm:spPr/>
      <dgm:t>
        <a:bodyPr/>
        <a:lstStyle/>
        <a:p>
          <a:endParaRPr lang="uk-UA"/>
        </a:p>
      </dgm:t>
    </dgm:pt>
    <dgm:pt modelId="{FEA66F98-E870-43E1-B17F-A2B3D6449D6A}" type="sibTrans" cxnId="{766A783B-36CC-4DF4-BC25-02F36F857F7F}">
      <dgm:prSet/>
      <dgm:spPr/>
      <dgm:t>
        <a:bodyPr/>
        <a:lstStyle/>
        <a:p>
          <a:endParaRPr lang="uk-UA"/>
        </a:p>
      </dgm:t>
    </dgm:pt>
    <dgm:pt modelId="{FDD0588C-3F39-445B-99EF-0236481E2DA8}" type="pres">
      <dgm:prSet presAssocID="{E5621895-2AED-44D1-BC44-25E01440646B}" presName="Name0" presStyleCnt="0">
        <dgm:presLayoutVars>
          <dgm:chMax val="7"/>
          <dgm:chPref val="7"/>
          <dgm:dir/>
        </dgm:presLayoutVars>
      </dgm:prSet>
      <dgm:spPr/>
    </dgm:pt>
    <dgm:pt modelId="{542F2BAA-7380-45DA-B70A-9A83E62A1088}" type="pres">
      <dgm:prSet presAssocID="{E5621895-2AED-44D1-BC44-25E01440646B}" presName="Name1" presStyleCnt="0"/>
      <dgm:spPr/>
    </dgm:pt>
    <dgm:pt modelId="{CEA92391-1398-4441-A3DF-47B3D0CB0948}" type="pres">
      <dgm:prSet presAssocID="{E5621895-2AED-44D1-BC44-25E01440646B}" presName="cycle" presStyleCnt="0"/>
      <dgm:spPr/>
    </dgm:pt>
    <dgm:pt modelId="{B99EE835-8D20-4D0A-A66F-F60FF8E254C9}" type="pres">
      <dgm:prSet presAssocID="{E5621895-2AED-44D1-BC44-25E01440646B}" presName="srcNode" presStyleLbl="node1" presStyleIdx="0" presStyleCnt="4"/>
      <dgm:spPr/>
    </dgm:pt>
    <dgm:pt modelId="{CB2546E7-005F-4036-A79D-D6A17D9082BD}" type="pres">
      <dgm:prSet presAssocID="{E5621895-2AED-44D1-BC44-25E01440646B}" presName="conn" presStyleLbl="parChTrans1D2" presStyleIdx="0" presStyleCnt="1"/>
      <dgm:spPr/>
    </dgm:pt>
    <dgm:pt modelId="{EBB13A8C-3E7A-4179-AE45-DDB2E5F647AC}" type="pres">
      <dgm:prSet presAssocID="{E5621895-2AED-44D1-BC44-25E01440646B}" presName="extraNode" presStyleLbl="node1" presStyleIdx="0" presStyleCnt="4"/>
      <dgm:spPr/>
    </dgm:pt>
    <dgm:pt modelId="{FF864473-8496-4E07-90D6-5077CC0F4526}" type="pres">
      <dgm:prSet presAssocID="{E5621895-2AED-44D1-BC44-25E01440646B}" presName="dstNode" presStyleLbl="node1" presStyleIdx="0" presStyleCnt="4"/>
      <dgm:spPr/>
    </dgm:pt>
    <dgm:pt modelId="{EA48B29C-670E-40E2-8B2B-55AA6DC825F0}" type="pres">
      <dgm:prSet presAssocID="{785DA86D-9493-42E8-96B9-D2E9866A56D5}" presName="text_1" presStyleLbl="node1" presStyleIdx="0" presStyleCnt="4">
        <dgm:presLayoutVars>
          <dgm:bulletEnabled val="1"/>
        </dgm:presLayoutVars>
      </dgm:prSet>
      <dgm:spPr/>
    </dgm:pt>
    <dgm:pt modelId="{810B296F-5C28-423E-9C62-94C14DFDC0AD}" type="pres">
      <dgm:prSet presAssocID="{785DA86D-9493-42E8-96B9-D2E9866A56D5}" presName="accent_1" presStyleCnt="0"/>
      <dgm:spPr/>
    </dgm:pt>
    <dgm:pt modelId="{DD31D0F2-7C87-41B4-B39E-6DBDED51EC32}" type="pres">
      <dgm:prSet presAssocID="{785DA86D-9493-42E8-96B9-D2E9866A56D5}" presName="accentRepeatNode" presStyleLbl="solidFgAcc1" presStyleIdx="0" presStyleCnt="4"/>
      <dgm:spPr/>
    </dgm:pt>
    <dgm:pt modelId="{33326256-BE4A-43DB-95AC-6FBB4D2A314E}" type="pres">
      <dgm:prSet presAssocID="{61C4545A-093D-4AE7-BCC3-9EB1640C0828}" presName="text_2" presStyleLbl="node1" presStyleIdx="1" presStyleCnt="4">
        <dgm:presLayoutVars>
          <dgm:bulletEnabled val="1"/>
        </dgm:presLayoutVars>
      </dgm:prSet>
      <dgm:spPr/>
    </dgm:pt>
    <dgm:pt modelId="{7880E14E-C292-4262-95B2-0308F2FBB21C}" type="pres">
      <dgm:prSet presAssocID="{61C4545A-093D-4AE7-BCC3-9EB1640C0828}" presName="accent_2" presStyleCnt="0"/>
      <dgm:spPr/>
    </dgm:pt>
    <dgm:pt modelId="{6A8BC87A-7507-4E5B-8508-2D5B6D14D010}" type="pres">
      <dgm:prSet presAssocID="{61C4545A-093D-4AE7-BCC3-9EB1640C0828}" presName="accentRepeatNode" presStyleLbl="solidFgAcc1" presStyleIdx="1" presStyleCnt="4"/>
      <dgm:spPr/>
    </dgm:pt>
    <dgm:pt modelId="{87055AED-F06F-4C6A-8911-0D532664F284}" type="pres">
      <dgm:prSet presAssocID="{E05C1C54-1D7C-439C-8EF7-50CA711DBBDF}" presName="text_3" presStyleLbl="node1" presStyleIdx="2" presStyleCnt="4">
        <dgm:presLayoutVars>
          <dgm:bulletEnabled val="1"/>
        </dgm:presLayoutVars>
      </dgm:prSet>
      <dgm:spPr/>
    </dgm:pt>
    <dgm:pt modelId="{7BD17904-7CA8-4730-932C-E287A8D970DA}" type="pres">
      <dgm:prSet presAssocID="{E05C1C54-1D7C-439C-8EF7-50CA711DBBDF}" presName="accent_3" presStyleCnt="0"/>
      <dgm:spPr/>
    </dgm:pt>
    <dgm:pt modelId="{A1070BE7-CC44-4C19-9DB9-48539F41C071}" type="pres">
      <dgm:prSet presAssocID="{E05C1C54-1D7C-439C-8EF7-50CA711DBBDF}" presName="accentRepeatNode" presStyleLbl="solidFgAcc1" presStyleIdx="2" presStyleCnt="4"/>
      <dgm:spPr/>
    </dgm:pt>
    <dgm:pt modelId="{348F95E5-2384-4955-91B3-F654295A9C35}" type="pres">
      <dgm:prSet presAssocID="{11C8B2CD-0CB5-4ADC-9FB2-B565A5F49156}" presName="text_4" presStyleLbl="node1" presStyleIdx="3" presStyleCnt="4">
        <dgm:presLayoutVars>
          <dgm:bulletEnabled val="1"/>
        </dgm:presLayoutVars>
      </dgm:prSet>
      <dgm:spPr/>
    </dgm:pt>
    <dgm:pt modelId="{7598A7EE-77A8-4B49-B548-798E6A740EED}" type="pres">
      <dgm:prSet presAssocID="{11C8B2CD-0CB5-4ADC-9FB2-B565A5F49156}" presName="accent_4" presStyleCnt="0"/>
      <dgm:spPr/>
    </dgm:pt>
    <dgm:pt modelId="{2670BDF0-0C2A-4F09-99C7-F7E78B41425A}" type="pres">
      <dgm:prSet presAssocID="{11C8B2CD-0CB5-4ADC-9FB2-B565A5F49156}" presName="accentRepeatNode" presStyleLbl="solidFgAcc1" presStyleIdx="3" presStyleCnt="4"/>
      <dgm:spPr/>
    </dgm:pt>
  </dgm:ptLst>
  <dgm:cxnLst>
    <dgm:cxn modelId="{75BC7935-15CF-457C-ACCC-CEF2FFAE905C}" srcId="{E5621895-2AED-44D1-BC44-25E01440646B}" destId="{61C4545A-093D-4AE7-BCC3-9EB1640C0828}" srcOrd="1" destOrd="0" parTransId="{7681273A-0C54-418C-9443-72E817C1A0CF}" sibTransId="{552DF240-B783-464B-8F0A-57D713B5D8ED}"/>
    <dgm:cxn modelId="{766A783B-36CC-4DF4-BC25-02F36F857F7F}" srcId="{E5621895-2AED-44D1-BC44-25E01440646B}" destId="{11C8B2CD-0CB5-4ADC-9FB2-B565A5F49156}" srcOrd="3" destOrd="0" parTransId="{84D53564-530A-4FF4-AE55-C3E418E2F42A}" sibTransId="{FEA66F98-E870-43E1-B17F-A2B3D6449D6A}"/>
    <dgm:cxn modelId="{55855267-761E-464E-AB02-5A5FB2DCA7E7}" type="presOf" srcId="{DBF03394-7C03-4A45-AE8A-7F3A076A4894}" destId="{CB2546E7-005F-4036-A79D-D6A17D9082BD}" srcOrd="0" destOrd="0" presId="urn:microsoft.com/office/officeart/2008/layout/VerticalCurvedList"/>
    <dgm:cxn modelId="{07EC416D-95B9-4CF1-A922-BB8DBD1558AB}" type="presOf" srcId="{11C8B2CD-0CB5-4ADC-9FB2-B565A5F49156}" destId="{348F95E5-2384-4955-91B3-F654295A9C35}" srcOrd="0" destOrd="0" presId="urn:microsoft.com/office/officeart/2008/layout/VerticalCurvedList"/>
    <dgm:cxn modelId="{B40DF193-AD6C-447C-872A-6E1D21143AD2}" srcId="{E5621895-2AED-44D1-BC44-25E01440646B}" destId="{785DA86D-9493-42E8-96B9-D2E9866A56D5}" srcOrd="0" destOrd="0" parTransId="{73C4AE89-8F2E-4705-89B4-FEE97022CC54}" sibTransId="{DBF03394-7C03-4A45-AE8A-7F3A076A4894}"/>
    <dgm:cxn modelId="{7DC812AE-00F4-4FCC-8455-043E2E4E4F8E}" type="presOf" srcId="{785DA86D-9493-42E8-96B9-D2E9866A56D5}" destId="{EA48B29C-670E-40E2-8B2B-55AA6DC825F0}" srcOrd="0" destOrd="0" presId="urn:microsoft.com/office/officeart/2008/layout/VerticalCurvedList"/>
    <dgm:cxn modelId="{6AC900CE-14B0-4CC2-842E-6B272F263B81}" type="presOf" srcId="{E05C1C54-1D7C-439C-8EF7-50CA711DBBDF}" destId="{87055AED-F06F-4C6A-8911-0D532664F284}" srcOrd="0" destOrd="0" presId="urn:microsoft.com/office/officeart/2008/layout/VerticalCurvedList"/>
    <dgm:cxn modelId="{DB3055D6-1A25-4CFD-8EE1-4CFC59130171}" srcId="{E5621895-2AED-44D1-BC44-25E01440646B}" destId="{E05C1C54-1D7C-439C-8EF7-50CA711DBBDF}" srcOrd="2" destOrd="0" parTransId="{33610EB9-FB93-4D45-8834-BEF615A2F9D3}" sibTransId="{1B556339-C0EF-4DD9-8171-631FB62D5411}"/>
    <dgm:cxn modelId="{DE31ADDB-3DA7-4F97-A8D5-14F47F118F21}" type="presOf" srcId="{E5621895-2AED-44D1-BC44-25E01440646B}" destId="{FDD0588C-3F39-445B-99EF-0236481E2DA8}" srcOrd="0" destOrd="0" presId="urn:microsoft.com/office/officeart/2008/layout/VerticalCurvedList"/>
    <dgm:cxn modelId="{0E02F3E1-BA21-4CB2-80E0-1CDEAF3914B5}" type="presOf" srcId="{61C4545A-093D-4AE7-BCC3-9EB1640C0828}" destId="{33326256-BE4A-43DB-95AC-6FBB4D2A314E}" srcOrd="0" destOrd="0" presId="urn:microsoft.com/office/officeart/2008/layout/VerticalCurvedList"/>
    <dgm:cxn modelId="{097987DB-62F0-4F2B-9A7D-63F3F6181C83}" type="presParOf" srcId="{FDD0588C-3F39-445B-99EF-0236481E2DA8}" destId="{542F2BAA-7380-45DA-B70A-9A83E62A1088}" srcOrd="0" destOrd="0" presId="urn:microsoft.com/office/officeart/2008/layout/VerticalCurvedList"/>
    <dgm:cxn modelId="{21F05E3F-8136-4333-8759-DC507DAC30FE}" type="presParOf" srcId="{542F2BAA-7380-45DA-B70A-9A83E62A1088}" destId="{CEA92391-1398-4441-A3DF-47B3D0CB0948}" srcOrd="0" destOrd="0" presId="urn:microsoft.com/office/officeart/2008/layout/VerticalCurvedList"/>
    <dgm:cxn modelId="{11263CAF-A840-4384-B695-E8DBA5277CF0}" type="presParOf" srcId="{CEA92391-1398-4441-A3DF-47B3D0CB0948}" destId="{B99EE835-8D20-4D0A-A66F-F60FF8E254C9}" srcOrd="0" destOrd="0" presId="urn:microsoft.com/office/officeart/2008/layout/VerticalCurvedList"/>
    <dgm:cxn modelId="{6295F6A9-23EF-4128-916B-7996FDBB03BB}" type="presParOf" srcId="{CEA92391-1398-4441-A3DF-47B3D0CB0948}" destId="{CB2546E7-005F-4036-A79D-D6A17D9082BD}" srcOrd="1" destOrd="0" presId="urn:microsoft.com/office/officeart/2008/layout/VerticalCurvedList"/>
    <dgm:cxn modelId="{CEAD5847-2F97-46D8-A6B1-6227FFABAF66}" type="presParOf" srcId="{CEA92391-1398-4441-A3DF-47B3D0CB0948}" destId="{EBB13A8C-3E7A-4179-AE45-DDB2E5F647AC}" srcOrd="2" destOrd="0" presId="urn:microsoft.com/office/officeart/2008/layout/VerticalCurvedList"/>
    <dgm:cxn modelId="{39E927F6-493B-41E3-AB73-2E8116B43F94}" type="presParOf" srcId="{CEA92391-1398-4441-A3DF-47B3D0CB0948}" destId="{FF864473-8496-4E07-90D6-5077CC0F4526}" srcOrd="3" destOrd="0" presId="urn:microsoft.com/office/officeart/2008/layout/VerticalCurvedList"/>
    <dgm:cxn modelId="{70FBA8B9-7C25-46E5-AF28-3D164C6F432E}" type="presParOf" srcId="{542F2BAA-7380-45DA-B70A-9A83E62A1088}" destId="{EA48B29C-670E-40E2-8B2B-55AA6DC825F0}" srcOrd="1" destOrd="0" presId="urn:microsoft.com/office/officeart/2008/layout/VerticalCurvedList"/>
    <dgm:cxn modelId="{23477AA6-00C8-4A36-A58B-9BE62C813E2B}" type="presParOf" srcId="{542F2BAA-7380-45DA-B70A-9A83E62A1088}" destId="{810B296F-5C28-423E-9C62-94C14DFDC0AD}" srcOrd="2" destOrd="0" presId="urn:microsoft.com/office/officeart/2008/layout/VerticalCurvedList"/>
    <dgm:cxn modelId="{DBDBABB7-8EA6-4E9F-B73C-899989340A3B}" type="presParOf" srcId="{810B296F-5C28-423E-9C62-94C14DFDC0AD}" destId="{DD31D0F2-7C87-41B4-B39E-6DBDED51EC32}" srcOrd="0" destOrd="0" presId="urn:microsoft.com/office/officeart/2008/layout/VerticalCurvedList"/>
    <dgm:cxn modelId="{604F5D82-7520-4C06-8D57-5548A433E4B6}" type="presParOf" srcId="{542F2BAA-7380-45DA-B70A-9A83E62A1088}" destId="{33326256-BE4A-43DB-95AC-6FBB4D2A314E}" srcOrd="3" destOrd="0" presId="urn:microsoft.com/office/officeart/2008/layout/VerticalCurvedList"/>
    <dgm:cxn modelId="{EE398F4B-8C8E-453C-A763-D4E114F87D29}" type="presParOf" srcId="{542F2BAA-7380-45DA-B70A-9A83E62A1088}" destId="{7880E14E-C292-4262-95B2-0308F2FBB21C}" srcOrd="4" destOrd="0" presId="urn:microsoft.com/office/officeart/2008/layout/VerticalCurvedList"/>
    <dgm:cxn modelId="{6275321E-6682-40A7-A0B0-52465BC1E358}" type="presParOf" srcId="{7880E14E-C292-4262-95B2-0308F2FBB21C}" destId="{6A8BC87A-7507-4E5B-8508-2D5B6D14D010}" srcOrd="0" destOrd="0" presId="urn:microsoft.com/office/officeart/2008/layout/VerticalCurvedList"/>
    <dgm:cxn modelId="{3F7C2039-CDD1-424D-B391-460BB9F69204}" type="presParOf" srcId="{542F2BAA-7380-45DA-B70A-9A83E62A1088}" destId="{87055AED-F06F-4C6A-8911-0D532664F284}" srcOrd="5" destOrd="0" presId="urn:microsoft.com/office/officeart/2008/layout/VerticalCurvedList"/>
    <dgm:cxn modelId="{7CA99E3C-ACE2-441F-9754-606BA2B3F7E1}" type="presParOf" srcId="{542F2BAA-7380-45DA-B70A-9A83E62A1088}" destId="{7BD17904-7CA8-4730-932C-E287A8D970DA}" srcOrd="6" destOrd="0" presId="urn:microsoft.com/office/officeart/2008/layout/VerticalCurvedList"/>
    <dgm:cxn modelId="{C623C902-1EEC-4180-B1C6-15301D09B851}" type="presParOf" srcId="{7BD17904-7CA8-4730-932C-E287A8D970DA}" destId="{A1070BE7-CC44-4C19-9DB9-48539F41C071}" srcOrd="0" destOrd="0" presId="urn:microsoft.com/office/officeart/2008/layout/VerticalCurvedList"/>
    <dgm:cxn modelId="{56139AAC-9C93-4730-A480-84F2C0F8082E}" type="presParOf" srcId="{542F2BAA-7380-45DA-B70A-9A83E62A1088}" destId="{348F95E5-2384-4955-91B3-F654295A9C35}" srcOrd="7" destOrd="0" presId="urn:microsoft.com/office/officeart/2008/layout/VerticalCurvedList"/>
    <dgm:cxn modelId="{93B40F8A-E3DE-4DC6-8A67-E8EDA2B90FE2}" type="presParOf" srcId="{542F2BAA-7380-45DA-B70A-9A83E62A1088}" destId="{7598A7EE-77A8-4B49-B548-798E6A740EED}" srcOrd="8" destOrd="0" presId="urn:microsoft.com/office/officeart/2008/layout/VerticalCurvedList"/>
    <dgm:cxn modelId="{90531402-2759-4577-A84E-12E09F03030B}" type="presParOf" srcId="{7598A7EE-77A8-4B49-B548-798E6A740EED}" destId="{2670BDF0-0C2A-4F09-99C7-F7E78B41425A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6ED578FF-D057-4792-BCB0-F630B28C7AC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F009FC1-C390-4960-888B-2686EF5F6281}">
      <dgm:prSet/>
      <dgm:spPr/>
      <dgm:t>
        <a:bodyPr/>
        <a:lstStyle/>
        <a:p>
          <a:r>
            <a:rPr lang="uk-UA" b="0" i="0"/>
            <a:t>М. Костомаров, В. Білозерський, М. Гулак</a:t>
          </a:r>
          <a:endParaRPr lang="uk-UA"/>
        </a:p>
      </dgm:t>
    </dgm:pt>
    <dgm:pt modelId="{68BDD239-615F-437B-B4F2-5AC0F6145837}" type="parTrans" cxnId="{CABDA61F-4B83-4383-A12D-413AFF74C7CA}">
      <dgm:prSet/>
      <dgm:spPr/>
      <dgm:t>
        <a:bodyPr/>
        <a:lstStyle/>
        <a:p>
          <a:endParaRPr lang="uk-UA"/>
        </a:p>
      </dgm:t>
    </dgm:pt>
    <dgm:pt modelId="{CFD88792-47FF-4A13-9552-373EAA647A85}" type="sibTrans" cxnId="{CABDA61F-4B83-4383-A12D-413AFF74C7CA}">
      <dgm:prSet/>
      <dgm:spPr/>
      <dgm:t>
        <a:bodyPr/>
        <a:lstStyle/>
        <a:p>
          <a:endParaRPr lang="uk-UA"/>
        </a:p>
      </dgm:t>
    </dgm:pt>
    <dgm:pt modelId="{86E6A9A8-A065-448D-90A9-455D6DB492A3}">
      <dgm:prSet/>
      <dgm:spPr/>
      <dgm:t>
        <a:bodyPr/>
        <a:lstStyle/>
        <a:p>
          <a:r>
            <a:rPr lang="uk-UA" b="0" i="0"/>
            <a:t>І. Липа, Б. Грінченко, М. Міхновський</a:t>
          </a:r>
          <a:endParaRPr lang="uk-UA"/>
        </a:p>
      </dgm:t>
    </dgm:pt>
    <dgm:pt modelId="{F2EA5F33-3EEA-4B7C-8E57-FB3D8E9A250D}" type="parTrans" cxnId="{1812A8FA-232E-4AFA-BDD6-B7C20A3C0F18}">
      <dgm:prSet/>
      <dgm:spPr/>
      <dgm:t>
        <a:bodyPr/>
        <a:lstStyle/>
        <a:p>
          <a:endParaRPr lang="uk-UA"/>
        </a:p>
      </dgm:t>
    </dgm:pt>
    <dgm:pt modelId="{287CD202-82E2-44ED-9DCF-4F7BB7FB2AF8}" type="sibTrans" cxnId="{1812A8FA-232E-4AFA-BDD6-B7C20A3C0F18}">
      <dgm:prSet/>
      <dgm:spPr/>
      <dgm:t>
        <a:bodyPr/>
        <a:lstStyle/>
        <a:p>
          <a:endParaRPr lang="uk-UA"/>
        </a:p>
      </dgm:t>
    </dgm:pt>
    <dgm:pt modelId="{095505B5-C4E3-4F7D-BA6F-4BCFC203B5FE}">
      <dgm:prSet/>
      <dgm:spPr/>
      <dgm:t>
        <a:bodyPr/>
        <a:lstStyle/>
        <a:p>
          <a:r>
            <a:rPr lang="uk-UA" b="0" i="0"/>
            <a:t>В. Антонович, М. Драгоманов, П. Чубинський</a:t>
          </a:r>
          <a:endParaRPr lang="uk-UA"/>
        </a:p>
      </dgm:t>
    </dgm:pt>
    <dgm:pt modelId="{CA5A585A-E875-4168-899B-EF912068892C}" type="parTrans" cxnId="{D4BB9EF6-6F4D-43D3-B5EC-5D8464690B6B}">
      <dgm:prSet/>
      <dgm:spPr/>
      <dgm:t>
        <a:bodyPr/>
        <a:lstStyle/>
        <a:p>
          <a:endParaRPr lang="uk-UA"/>
        </a:p>
      </dgm:t>
    </dgm:pt>
    <dgm:pt modelId="{AB28341F-CA07-4E18-AC00-4BD884FC442F}" type="sibTrans" cxnId="{D4BB9EF6-6F4D-43D3-B5EC-5D8464690B6B}">
      <dgm:prSet/>
      <dgm:spPr/>
      <dgm:t>
        <a:bodyPr/>
        <a:lstStyle/>
        <a:p>
          <a:endParaRPr lang="uk-UA"/>
        </a:p>
      </dgm:t>
    </dgm:pt>
    <dgm:pt modelId="{081E18F1-023F-449D-AABA-F0D3EF83929B}">
      <dgm:prSet/>
      <dgm:spPr/>
      <dgm:t>
        <a:bodyPr/>
        <a:lstStyle/>
        <a:p>
          <a:r>
            <a:rPr lang="uk-UA" b="0" i="0"/>
            <a:t>І. Франко, М. Павлик, Є. Левицький</a:t>
          </a:r>
          <a:endParaRPr lang="uk-UA"/>
        </a:p>
      </dgm:t>
    </dgm:pt>
    <dgm:pt modelId="{FE079DB5-61C0-4018-AC05-6A55BFA8ED56}" type="parTrans" cxnId="{4FDB5C06-7CCA-4851-9ED7-8EFCEF615C56}">
      <dgm:prSet/>
      <dgm:spPr/>
      <dgm:t>
        <a:bodyPr/>
        <a:lstStyle/>
        <a:p>
          <a:endParaRPr lang="uk-UA"/>
        </a:p>
      </dgm:t>
    </dgm:pt>
    <dgm:pt modelId="{726B37AE-A690-48FF-870D-182EAEF8F4B6}" type="sibTrans" cxnId="{4FDB5C06-7CCA-4851-9ED7-8EFCEF615C56}">
      <dgm:prSet/>
      <dgm:spPr/>
      <dgm:t>
        <a:bodyPr/>
        <a:lstStyle/>
        <a:p>
          <a:endParaRPr lang="uk-UA"/>
        </a:p>
      </dgm:t>
    </dgm:pt>
    <dgm:pt modelId="{CC48B461-CFD0-45D7-A4D9-9E4FBD582539}">
      <dgm:prSet/>
      <dgm:spPr/>
      <dgm:t>
        <a:bodyPr/>
        <a:lstStyle/>
        <a:p>
          <a:r>
            <a:rPr lang="uk-UA" b="0" i="0"/>
            <a:t>М. Шашкевич, І. Вагилевич, Я. Головацький</a:t>
          </a:r>
          <a:endParaRPr lang="uk-UA"/>
        </a:p>
      </dgm:t>
    </dgm:pt>
    <dgm:pt modelId="{E988A8A6-B897-4F9E-83A3-96A45C8D4026}" type="parTrans" cxnId="{E9C36425-8F34-4EE6-887B-6758A9DE6A6B}">
      <dgm:prSet/>
      <dgm:spPr/>
      <dgm:t>
        <a:bodyPr/>
        <a:lstStyle/>
        <a:p>
          <a:endParaRPr lang="uk-UA"/>
        </a:p>
      </dgm:t>
    </dgm:pt>
    <dgm:pt modelId="{D797D4AB-E2C9-4B9A-BC11-8BC149220D7B}" type="sibTrans" cxnId="{E9C36425-8F34-4EE6-887B-6758A9DE6A6B}">
      <dgm:prSet/>
      <dgm:spPr/>
      <dgm:t>
        <a:bodyPr/>
        <a:lstStyle/>
        <a:p>
          <a:endParaRPr lang="uk-UA"/>
        </a:p>
      </dgm:t>
    </dgm:pt>
    <dgm:pt modelId="{33593D5F-2152-4506-892A-2F532C43D457}" type="pres">
      <dgm:prSet presAssocID="{6ED578FF-D057-4792-BCB0-F630B28C7AC0}" presName="linear" presStyleCnt="0">
        <dgm:presLayoutVars>
          <dgm:animLvl val="lvl"/>
          <dgm:resizeHandles val="exact"/>
        </dgm:presLayoutVars>
      </dgm:prSet>
      <dgm:spPr/>
    </dgm:pt>
    <dgm:pt modelId="{E3F0F9CD-CE74-4E8A-85BB-18CAD8EED726}" type="pres">
      <dgm:prSet presAssocID="{6F009FC1-C390-4960-888B-2686EF5F6281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5EF16314-7119-46A9-B296-DAAA091D5F96}" type="pres">
      <dgm:prSet presAssocID="{CFD88792-47FF-4A13-9552-373EAA647A85}" presName="spacer" presStyleCnt="0"/>
      <dgm:spPr/>
    </dgm:pt>
    <dgm:pt modelId="{38BCED95-3994-41C6-A089-DA93CDE6FB21}" type="pres">
      <dgm:prSet presAssocID="{86E6A9A8-A065-448D-90A9-455D6DB492A3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54663EA7-D68B-4387-B412-74A2142F0DC0}" type="pres">
      <dgm:prSet presAssocID="{287CD202-82E2-44ED-9DCF-4F7BB7FB2AF8}" presName="spacer" presStyleCnt="0"/>
      <dgm:spPr/>
    </dgm:pt>
    <dgm:pt modelId="{85D5DABE-CEA8-43B2-86E7-7C24E8A0D35C}" type="pres">
      <dgm:prSet presAssocID="{095505B5-C4E3-4F7D-BA6F-4BCFC203B5FE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3C994243-3672-4C13-8EA2-5458291E870C}" type="pres">
      <dgm:prSet presAssocID="{AB28341F-CA07-4E18-AC00-4BD884FC442F}" presName="spacer" presStyleCnt="0"/>
      <dgm:spPr/>
    </dgm:pt>
    <dgm:pt modelId="{1D6D4E87-7596-4353-B3C6-D75DACF8D088}" type="pres">
      <dgm:prSet presAssocID="{081E18F1-023F-449D-AABA-F0D3EF83929B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D79AE025-475F-4860-82C1-199D83950594}" type="pres">
      <dgm:prSet presAssocID="{726B37AE-A690-48FF-870D-182EAEF8F4B6}" presName="spacer" presStyleCnt="0"/>
      <dgm:spPr/>
    </dgm:pt>
    <dgm:pt modelId="{0720BF23-0228-4899-8860-93A5C6416E5A}" type="pres">
      <dgm:prSet presAssocID="{CC48B461-CFD0-45D7-A4D9-9E4FBD582539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FDB5C06-7CCA-4851-9ED7-8EFCEF615C56}" srcId="{6ED578FF-D057-4792-BCB0-F630B28C7AC0}" destId="{081E18F1-023F-449D-AABA-F0D3EF83929B}" srcOrd="3" destOrd="0" parTransId="{FE079DB5-61C0-4018-AC05-6A55BFA8ED56}" sibTransId="{726B37AE-A690-48FF-870D-182EAEF8F4B6}"/>
    <dgm:cxn modelId="{701ABF08-CF4A-4736-91F2-E9C167970942}" type="presOf" srcId="{095505B5-C4E3-4F7D-BA6F-4BCFC203B5FE}" destId="{85D5DABE-CEA8-43B2-86E7-7C24E8A0D35C}" srcOrd="0" destOrd="0" presId="urn:microsoft.com/office/officeart/2005/8/layout/vList2"/>
    <dgm:cxn modelId="{526E790F-E3CD-4882-9F37-F7CF6FBD9729}" type="presOf" srcId="{CC48B461-CFD0-45D7-A4D9-9E4FBD582539}" destId="{0720BF23-0228-4899-8860-93A5C6416E5A}" srcOrd="0" destOrd="0" presId="urn:microsoft.com/office/officeart/2005/8/layout/vList2"/>
    <dgm:cxn modelId="{C10F3F10-5B67-47CD-8B75-3DA301C080B6}" type="presOf" srcId="{86E6A9A8-A065-448D-90A9-455D6DB492A3}" destId="{38BCED95-3994-41C6-A089-DA93CDE6FB21}" srcOrd="0" destOrd="0" presId="urn:microsoft.com/office/officeart/2005/8/layout/vList2"/>
    <dgm:cxn modelId="{CABDA61F-4B83-4383-A12D-413AFF74C7CA}" srcId="{6ED578FF-D057-4792-BCB0-F630B28C7AC0}" destId="{6F009FC1-C390-4960-888B-2686EF5F6281}" srcOrd="0" destOrd="0" parTransId="{68BDD239-615F-437B-B4F2-5AC0F6145837}" sibTransId="{CFD88792-47FF-4A13-9552-373EAA647A85}"/>
    <dgm:cxn modelId="{E9C36425-8F34-4EE6-887B-6758A9DE6A6B}" srcId="{6ED578FF-D057-4792-BCB0-F630B28C7AC0}" destId="{CC48B461-CFD0-45D7-A4D9-9E4FBD582539}" srcOrd="4" destOrd="0" parTransId="{E988A8A6-B897-4F9E-83A3-96A45C8D4026}" sibTransId="{D797D4AB-E2C9-4B9A-BC11-8BC149220D7B}"/>
    <dgm:cxn modelId="{C9765670-358D-4C1B-923D-6848991A2825}" type="presOf" srcId="{6ED578FF-D057-4792-BCB0-F630B28C7AC0}" destId="{33593D5F-2152-4506-892A-2F532C43D457}" srcOrd="0" destOrd="0" presId="urn:microsoft.com/office/officeart/2005/8/layout/vList2"/>
    <dgm:cxn modelId="{F2A2F89A-39A8-47DD-BF13-936BF403A0C4}" type="presOf" srcId="{081E18F1-023F-449D-AABA-F0D3EF83929B}" destId="{1D6D4E87-7596-4353-B3C6-D75DACF8D088}" srcOrd="0" destOrd="0" presId="urn:microsoft.com/office/officeart/2005/8/layout/vList2"/>
    <dgm:cxn modelId="{205243D3-F45A-4EF2-86F4-D4C793AB4BCC}" type="presOf" srcId="{6F009FC1-C390-4960-888B-2686EF5F6281}" destId="{E3F0F9CD-CE74-4E8A-85BB-18CAD8EED726}" srcOrd="0" destOrd="0" presId="urn:microsoft.com/office/officeart/2005/8/layout/vList2"/>
    <dgm:cxn modelId="{D4BB9EF6-6F4D-43D3-B5EC-5D8464690B6B}" srcId="{6ED578FF-D057-4792-BCB0-F630B28C7AC0}" destId="{095505B5-C4E3-4F7D-BA6F-4BCFC203B5FE}" srcOrd="2" destOrd="0" parTransId="{CA5A585A-E875-4168-899B-EF912068892C}" sibTransId="{AB28341F-CA07-4E18-AC00-4BD884FC442F}"/>
    <dgm:cxn modelId="{1812A8FA-232E-4AFA-BDD6-B7C20A3C0F18}" srcId="{6ED578FF-D057-4792-BCB0-F630B28C7AC0}" destId="{86E6A9A8-A065-448D-90A9-455D6DB492A3}" srcOrd="1" destOrd="0" parTransId="{F2EA5F33-3EEA-4B7C-8E57-FB3D8E9A250D}" sibTransId="{287CD202-82E2-44ED-9DCF-4F7BB7FB2AF8}"/>
    <dgm:cxn modelId="{6BAFDC2F-B4AB-4584-9E97-E5F56DC8F8BC}" type="presParOf" srcId="{33593D5F-2152-4506-892A-2F532C43D457}" destId="{E3F0F9CD-CE74-4E8A-85BB-18CAD8EED726}" srcOrd="0" destOrd="0" presId="urn:microsoft.com/office/officeart/2005/8/layout/vList2"/>
    <dgm:cxn modelId="{804C8485-C7E0-4EBC-9F97-E8DDEAB127EA}" type="presParOf" srcId="{33593D5F-2152-4506-892A-2F532C43D457}" destId="{5EF16314-7119-46A9-B296-DAAA091D5F96}" srcOrd="1" destOrd="0" presId="urn:microsoft.com/office/officeart/2005/8/layout/vList2"/>
    <dgm:cxn modelId="{9A8F59F1-0D85-4C75-87CD-BE432E2C1F38}" type="presParOf" srcId="{33593D5F-2152-4506-892A-2F532C43D457}" destId="{38BCED95-3994-41C6-A089-DA93CDE6FB21}" srcOrd="2" destOrd="0" presId="urn:microsoft.com/office/officeart/2005/8/layout/vList2"/>
    <dgm:cxn modelId="{FC0FC078-7B09-4575-83EE-9598F3DB6E48}" type="presParOf" srcId="{33593D5F-2152-4506-892A-2F532C43D457}" destId="{54663EA7-D68B-4387-B412-74A2142F0DC0}" srcOrd="3" destOrd="0" presId="urn:microsoft.com/office/officeart/2005/8/layout/vList2"/>
    <dgm:cxn modelId="{09FE33E4-83BF-400C-84D5-8448B8E6C2CA}" type="presParOf" srcId="{33593D5F-2152-4506-892A-2F532C43D457}" destId="{85D5DABE-CEA8-43B2-86E7-7C24E8A0D35C}" srcOrd="4" destOrd="0" presId="urn:microsoft.com/office/officeart/2005/8/layout/vList2"/>
    <dgm:cxn modelId="{EF0C9292-B01D-4A6D-BC72-F0ADE48A8A6B}" type="presParOf" srcId="{33593D5F-2152-4506-892A-2F532C43D457}" destId="{3C994243-3672-4C13-8EA2-5458291E870C}" srcOrd="5" destOrd="0" presId="urn:microsoft.com/office/officeart/2005/8/layout/vList2"/>
    <dgm:cxn modelId="{8193ABD2-AB5E-4CF7-9045-23FAE401A703}" type="presParOf" srcId="{33593D5F-2152-4506-892A-2F532C43D457}" destId="{1D6D4E87-7596-4353-B3C6-D75DACF8D088}" srcOrd="6" destOrd="0" presId="urn:microsoft.com/office/officeart/2005/8/layout/vList2"/>
    <dgm:cxn modelId="{BC075BC9-0438-4687-ACD2-08B4478F0021}" type="presParOf" srcId="{33593D5F-2152-4506-892A-2F532C43D457}" destId="{D79AE025-475F-4860-82C1-199D83950594}" srcOrd="7" destOrd="0" presId="urn:microsoft.com/office/officeart/2005/8/layout/vList2"/>
    <dgm:cxn modelId="{E600CDD6-F91E-43A0-8E3A-D1814E6E4719}" type="presParOf" srcId="{33593D5F-2152-4506-892A-2F532C43D457}" destId="{0720BF23-0228-4899-8860-93A5C6416E5A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EFE9B051-5562-4D87-B2E3-B72BD3F4F05D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uk-UA"/>
        </a:p>
      </dgm:t>
    </dgm:pt>
    <dgm:pt modelId="{9883D3D0-8E27-4110-9A9E-78F8CA8A21BB}">
      <dgm:prSet/>
      <dgm:spPr/>
      <dgm:t>
        <a:bodyPr/>
        <a:lstStyle/>
        <a:p>
          <a:r>
            <a:rPr lang="ru-RU" b="0" i="1" baseline="0"/>
            <a:t>Високі темпи розвитку промисловості перетворили Україну на початку </a:t>
          </a:r>
          <a:r>
            <a:rPr lang="en-US" b="0" i="1" baseline="0"/>
            <a:t>XX </a:t>
          </a:r>
          <a:r>
            <a:rPr lang="uk-UA" b="0" i="1" baseline="0"/>
            <a:t>ст. на потужний індустріальний регіон, що забезпечував 21 % обсягу промислового виробництва Російської імперії.</a:t>
          </a:r>
          <a:endParaRPr lang="uk-UA"/>
        </a:p>
      </dgm:t>
    </dgm:pt>
    <dgm:pt modelId="{4C84CA41-85EE-4068-B969-4612826BB746}" type="parTrans" cxnId="{BFF12CE5-4099-46F3-8AB7-B9862450A514}">
      <dgm:prSet/>
      <dgm:spPr/>
      <dgm:t>
        <a:bodyPr/>
        <a:lstStyle/>
        <a:p>
          <a:endParaRPr lang="uk-UA"/>
        </a:p>
      </dgm:t>
    </dgm:pt>
    <dgm:pt modelId="{0769A3D7-9DCD-4601-AB0D-6DEB7EF9B483}" type="sibTrans" cxnId="{BFF12CE5-4099-46F3-8AB7-B9862450A514}">
      <dgm:prSet/>
      <dgm:spPr/>
      <dgm:t>
        <a:bodyPr/>
        <a:lstStyle/>
        <a:p>
          <a:endParaRPr lang="uk-UA"/>
        </a:p>
      </dgm:t>
    </dgm:pt>
    <dgm:pt modelId="{F175EADF-0750-47BA-AFE9-B9745A33FCEC}">
      <dgm:prSet/>
      <dgm:spPr/>
      <dgm:t>
        <a:bodyPr/>
        <a:lstStyle/>
        <a:p>
          <a:r>
            <a:rPr lang="ru-RU" b="0" i="1" baseline="0" dirty="0" err="1"/>
            <a:t>Розвиток</a:t>
          </a:r>
          <a:r>
            <a:rPr lang="ru-RU" b="0" i="1" baseline="0" dirty="0"/>
            <a:t> </a:t>
          </a:r>
          <a:r>
            <a:rPr lang="ru-RU" b="0" i="1" baseline="0" dirty="0" err="1"/>
            <a:t>промисловості</a:t>
          </a:r>
          <a:r>
            <a:rPr lang="ru-RU" b="0" i="1" baseline="0" dirty="0"/>
            <a:t> </a:t>
          </a:r>
          <a:r>
            <a:rPr lang="ru-RU" b="0" i="1" baseline="0" dirty="0" err="1"/>
            <a:t>відбувався</a:t>
          </a:r>
          <a:r>
            <a:rPr lang="ru-RU" b="0" i="1" baseline="0" dirty="0"/>
            <a:t> </a:t>
          </a:r>
          <a:r>
            <a:rPr lang="ru-RU" b="0" i="1" baseline="0" dirty="0" err="1"/>
            <a:t>досить</a:t>
          </a:r>
          <a:r>
            <a:rPr lang="ru-RU" b="0" i="1" baseline="0" dirty="0"/>
            <a:t> </a:t>
          </a:r>
          <a:r>
            <a:rPr lang="ru-RU" b="0" i="1" baseline="0" dirty="0" err="1"/>
            <a:t>нерівномірно</a:t>
          </a:r>
          <a:r>
            <a:rPr lang="ru-RU" b="0" i="1" baseline="0" dirty="0"/>
            <a:t>, </a:t>
          </a:r>
          <a:r>
            <a:rPr lang="ru-RU" b="0" i="1" baseline="0" dirty="0" err="1"/>
            <a:t>переважно</a:t>
          </a:r>
          <a:r>
            <a:rPr lang="ru-RU" b="0" i="1" baseline="0" dirty="0"/>
            <a:t> у </a:t>
          </a:r>
          <a:r>
            <a:rPr lang="ru-RU" b="0" i="1" baseline="0" dirty="0" err="1"/>
            <a:t>східному</a:t>
          </a:r>
          <a:r>
            <a:rPr lang="ru-RU" b="0" i="1" baseline="0" dirty="0"/>
            <a:t> та </a:t>
          </a:r>
          <a:r>
            <a:rPr lang="ru-RU" b="0" i="1" baseline="0" dirty="0" err="1"/>
            <a:t>південно-східному</a:t>
          </a:r>
          <a:r>
            <a:rPr lang="ru-RU" b="0" i="1" baseline="0" dirty="0"/>
            <a:t> </a:t>
          </a:r>
          <a:r>
            <a:rPr lang="ru-RU" b="0" i="1" baseline="0" dirty="0" err="1"/>
            <a:t>регіонах</a:t>
          </a:r>
          <a:r>
            <a:rPr lang="ru-RU" b="0" i="1" baseline="0" dirty="0"/>
            <a:t>.</a:t>
          </a:r>
          <a:endParaRPr lang="uk-UA" dirty="0"/>
        </a:p>
      </dgm:t>
    </dgm:pt>
    <dgm:pt modelId="{EF260E02-7E92-4E59-A0BA-663E2DC67082}" type="parTrans" cxnId="{A738EEA5-E581-4A6E-AD87-3CEDAB0D03BE}">
      <dgm:prSet/>
      <dgm:spPr/>
      <dgm:t>
        <a:bodyPr/>
        <a:lstStyle/>
        <a:p>
          <a:endParaRPr lang="uk-UA"/>
        </a:p>
      </dgm:t>
    </dgm:pt>
    <dgm:pt modelId="{6DB0D831-84CD-4BB2-8F65-9E1EF0FED879}" type="sibTrans" cxnId="{A738EEA5-E581-4A6E-AD87-3CEDAB0D03BE}">
      <dgm:prSet/>
      <dgm:spPr/>
      <dgm:t>
        <a:bodyPr/>
        <a:lstStyle/>
        <a:p>
          <a:endParaRPr lang="uk-UA"/>
        </a:p>
      </dgm:t>
    </dgm:pt>
    <dgm:pt modelId="{2122CE10-5A1D-424F-BDBD-D5030671DC34}">
      <dgm:prSet/>
      <dgm:spPr/>
      <dgm:t>
        <a:bodyPr/>
        <a:lstStyle/>
        <a:p>
          <a:r>
            <a:rPr lang="ru-RU" b="0" i="0" baseline="0"/>
            <a:t>Економічна криза 2ЯОО-2ЯОЗ рр., що погіршила становище робітників, відсутність прав і свобод надзвичайно загострили ситуацію в суспільстві.</a:t>
          </a:r>
          <a:endParaRPr lang="uk-UA"/>
        </a:p>
      </dgm:t>
    </dgm:pt>
    <dgm:pt modelId="{904CCC6A-0258-4018-A627-A9F8E4800822}" type="parTrans" cxnId="{457F5C5B-DE94-4E5A-8F87-7C2598EFA010}">
      <dgm:prSet/>
      <dgm:spPr/>
      <dgm:t>
        <a:bodyPr/>
        <a:lstStyle/>
        <a:p>
          <a:endParaRPr lang="uk-UA"/>
        </a:p>
      </dgm:t>
    </dgm:pt>
    <dgm:pt modelId="{4D5A55D5-6BEB-42E5-B084-0FC38C382AE6}" type="sibTrans" cxnId="{457F5C5B-DE94-4E5A-8F87-7C2598EFA010}">
      <dgm:prSet/>
      <dgm:spPr/>
      <dgm:t>
        <a:bodyPr/>
        <a:lstStyle/>
        <a:p>
          <a:endParaRPr lang="uk-UA"/>
        </a:p>
      </dgm:t>
    </dgm:pt>
    <dgm:pt modelId="{C69E9D3C-6F78-424B-82AB-248ABC280D1C}" type="pres">
      <dgm:prSet presAssocID="{EFE9B051-5562-4D87-B2E3-B72BD3F4F05D}" presName="linear" presStyleCnt="0">
        <dgm:presLayoutVars>
          <dgm:animLvl val="lvl"/>
          <dgm:resizeHandles val="exact"/>
        </dgm:presLayoutVars>
      </dgm:prSet>
      <dgm:spPr/>
    </dgm:pt>
    <dgm:pt modelId="{8C017D2A-6DE1-4558-90E6-3712DC3A6E57}" type="pres">
      <dgm:prSet presAssocID="{9883D3D0-8E27-4110-9A9E-78F8CA8A21B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CC3FA18-93DC-4EA3-B04E-03E43941C7CE}" type="pres">
      <dgm:prSet presAssocID="{0769A3D7-9DCD-4601-AB0D-6DEB7EF9B483}" presName="spacer" presStyleCnt="0"/>
      <dgm:spPr/>
    </dgm:pt>
    <dgm:pt modelId="{E7550D19-F46E-4E68-BD1D-92170A8B1D23}" type="pres">
      <dgm:prSet presAssocID="{F175EADF-0750-47BA-AFE9-B9745A33FCE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C5907BC-95A7-4946-A9B4-6C99DBC4EE89}" type="pres">
      <dgm:prSet presAssocID="{6DB0D831-84CD-4BB2-8F65-9E1EF0FED879}" presName="spacer" presStyleCnt="0"/>
      <dgm:spPr/>
    </dgm:pt>
    <dgm:pt modelId="{A7038B05-43F4-4C45-80F4-8E947959554C}" type="pres">
      <dgm:prSet presAssocID="{2122CE10-5A1D-424F-BDBD-D5030671DC3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7E76A07-31AD-48B0-80A4-BE964D79957F}" type="presOf" srcId="{EFE9B051-5562-4D87-B2E3-B72BD3F4F05D}" destId="{C69E9D3C-6F78-424B-82AB-248ABC280D1C}" srcOrd="0" destOrd="0" presId="urn:microsoft.com/office/officeart/2005/8/layout/vList2"/>
    <dgm:cxn modelId="{9406FA13-92FD-4D67-AFD7-5239C11A06E8}" type="presOf" srcId="{2122CE10-5A1D-424F-BDBD-D5030671DC34}" destId="{A7038B05-43F4-4C45-80F4-8E947959554C}" srcOrd="0" destOrd="0" presId="urn:microsoft.com/office/officeart/2005/8/layout/vList2"/>
    <dgm:cxn modelId="{FF810336-9680-480B-8A8B-122291F484D5}" type="presOf" srcId="{F175EADF-0750-47BA-AFE9-B9745A33FCEC}" destId="{E7550D19-F46E-4E68-BD1D-92170A8B1D23}" srcOrd="0" destOrd="0" presId="urn:microsoft.com/office/officeart/2005/8/layout/vList2"/>
    <dgm:cxn modelId="{457F5C5B-DE94-4E5A-8F87-7C2598EFA010}" srcId="{EFE9B051-5562-4D87-B2E3-B72BD3F4F05D}" destId="{2122CE10-5A1D-424F-BDBD-D5030671DC34}" srcOrd="2" destOrd="0" parTransId="{904CCC6A-0258-4018-A627-A9F8E4800822}" sibTransId="{4D5A55D5-6BEB-42E5-B084-0FC38C382AE6}"/>
    <dgm:cxn modelId="{A738EEA5-E581-4A6E-AD87-3CEDAB0D03BE}" srcId="{EFE9B051-5562-4D87-B2E3-B72BD3F4F05D}" destId="{F175EADF-0750-47BA-AFE9-B9745A33FCEC}" srcOrd="1" destOrd="0" parTransId="{EF260E02-7E92-4E59-A0BA-663E2DC67082}" sibTransId="{6DB0D831-84CD-4BB2-8F65-9E1EF0FED879}"/>
    <dgm:cxn modelId="{BFF12CE5-4099-46F3-8AB7-B9862450A514}" srcId="{EFE9B051-5562-4D87-B2E3-B72BD3F4F05D}" destId="{9883D3D0-8E27-4110-9A9E-78F8CA8A21BB}" srcOrd="0" destOrd="0" parTransId="{4C84CA41-85EE-4068-B969-4612826BB746}" sibTransId="{0769A3D7-9DCD-4601-AB0D-6DEB7EF9B483}"/>
    <dgm:cxn modelId="{F580CEED-9760-41EE-97FD-23287E28D13A}" type="presOf" srcId="{9883D3D0-8E27-4110-9A9E-78F8CA8A21BB}" destId="{8C017D2A-6DE1-4558-90E6-3712DC3A6E57}" srcOrd="0" destOrd="0" presId="urn:microsoft.com/office/officeart/2005/8/layout/vList2"/>
    <dgm:cxn modelId="{B973C4FD-0823-42BC-8DAA-CE26E02E0BC6}" type="presParOf" srcId="{C69E9D3C-6F78-424B-82AB-248ABC280D1C}" destId="{8C017D2A-6DE1-4558-90E6-3712DC3A6E57}" srcOrd="0" destOrd="0" presId="urn:microsoft.com/office/officeart/2005/8/layout/vList2"/>
    <dgm:cxn modelId="{74ACB652-D9BD-49B2-8FBF-2EB2D37AA4A6}" type="presParOf" srcId="{C69E9D3C-6F78-424B-82AB-248ABC280D1C}" destId="{8CC3FA18-93DC-4EA3-B04E-03E43941C7CE}" srcOrd="1" destOrd="0" presId="urn:microsoft.com/office/officeart/2005/8/layout/vList2"/>
    <dgm:cxn modelId="{92CEA4B3-081D-46AD-B47A-5330762739B5}" type="presParOf" srcId="{C69E9D3C-6F78-424B-82AB-248ABC280D1C}" destId="{E7550D19-F46E-4E68-BD1D-92170A8B1D23}" srcOrd="2" destOrd="0" presId="urn:microsoft.com/office/officeart/2005/8/layout/vList2"/>
    <dgm:cxn modelId="{DCADD926-C346-40C8-B47F-68163D561004}" type="presParOf" srcId="{C69E9D3C-6F78-424B-82AB-248ABC280D1C}" destId="{7C5907BC-95A7-4946-A9B4-6C99DBC4EE89}" srcOrd="3" destOrd="0" presId="urn:microsoft.com/office/officeart/2005/8/layout/vList2"/>
    <dgm:cxn modelId="{DE6B175A-199D-46FD-864A-F687D5ECEAA6}" type="presParOf" srcId="{C69E9D3C-6F78-424B-82AB-248ABC280D1C}" destId="{A7038B05-43F4-4C45-80F4-8E947959554C}" srcOrd="4" destOrd="0" presId="urn:microsoft.com/office/officeart/2005/8/layout/vList2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C25CDAEE-5316-4132-A746-56FFEC37450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72D1AD0-8BA2-49B3-BC25-4889FF752D40}">
      <dgm:prSet/>
      <dgm:spPr/>
      <dgm:t>
        <a:bodyPr/>
        <a:lstStyle/>
        <a:p>
          <a:r>
            <a:rPr lang="uk-UA" b="0" i="0"/>
            <a:t>польських повстань 1830–1831 та 1863–1864 рр.</a:t>
          </a:r>
          <a:endParaRPr lang="uk-UA"/>
        </a:p>
      </dgm:t>
    </dgm:pt>
    <dgm:pt modelId="{E5B44174-9722-42E3-B291-2EC2D0A3EF5B}" type="parTrans" cxnId="{B5F7AC34-4670-44E9-807B-08019C82927C}">
      <dgm:prSet/>
      <dgm:spPr/>
      <dgm:t>
        <a:bodyPr/>
        <a:lstStyle/>
        <a:p>
          <a:endParaRPr lang="uk-UA"/>
        </a:p>
      </dgm:t>
    </dgm:pt>
    <dgm:pt modelId="{BC76A02B-B69C-4E11-B855-06D35BD301F8}" type="sibTrans" cxnId="{B5F7AC34-4670-44E9-807B-08019C82927C}">
      <dgm:prSet/>
      <dgm:spPr/>
      <dgm:t>
        <a:bodyPr/>
        <a:lstStyle/>
        <a:p>
          <a:endParaRPr lang="uk-UA"/>
        </a:p>
      </dgm:t>
    </dgm:pt>
    <dgm:pt modelId="{DBD0434B-A22D-42F1-AA7D-66296AD830DE}">
      <dgm:prSet/>
      <dgm:spPr/>
      <dgm:t>
        <a:bodyPr/>
        <a:lstStyle/>
        <a:p>
          <a:r>
            <a:rPr lang="uk-UA" b="0" i="0"/>
            <a:t>реформ імператриці Марії-Терезії та імператора Олександра ІІ</a:t>
          </a:r>
          <a:endParaRPr lang="uk-UA"/>
        </a:p>
      </dgm:t>
    </dgm:pt>
    <dgm:pt modelId="{6AB1BF7E-D500-4D89-BBE5-4A79FC7D0B31}" type="parTrans" cxnId="{C1879471-9361-4B64-9DEF-D0EF436656BC}">
      <dgm:prSet/>
      <dgm:spPr/>
      <dgm:t>
        <a:bodyPr/>
        <a:lstStyle/>
        <a:p>
          <a:endParaRPr lang="uk-UA"/>
        </a:p>
      </dgm:t>
    </dgm:pt>
    <dgm:pt modelId="{4E5AE2E4-2D64-4F5D-90B8-5C312F0363E5}" type="sibTrans" cxnId="{C1879471-9361-4B64-9DEF-D0EF436656BC}">
      <dgm:prSet/>
      <dgm:spPr/>
      <dgm:t>
        <a:bodyPr/>
        <a:lstStyle/>
        <a:p>
          <a:endParaRPr lang="uk-UA"/>
        </a:p>
      </dgm:t>
    </dgm:pt>
    <dgm:pt modelId="{60B483DB-436D-4463-A008-ADD33E5F8723}">
      <dgm:prSet/>
      <dgm:spPr/>
      <dgm:t>
        <a:bodyPr/>
        <a:lstStyle/>
        <a:p>
          <a:r>
            <a:rPr lang="uk-UA" b="0" i="0"/>
            <a:t>створення українських політичних партій у Галичині та Наддніпрянщині</a:t>
          </a:r>
          <a:endParaRPr lang="uk-UA"/>
        </a:p>
      </dgm:t>
    </dgm:pt>
    <dgm:pt modelId="{C2561D8E-8DA6-48CE-BE39-C6F5D4782AE3}" type="parTrans" cxnId="{32A75E32-05FD-46F6-A4DD-BE9A64391B38}">
      <dgm:prSet/>
      <dgm:spPr/>
      <dgm:t>
        <a:bodyPr/>
        <a:lstStyle/>
        <a:p>
          <a:endParaRPr lang="uk-UA"/>
        </a:p>
      </dgm:t>
    </dgm:pt>
    <dgm:pt modelId="{B59521AA-2D40-4E19-9403-1A5C7C61A621}" type="sibTrans" cxnId="{32A75E32-05FD-46F6-A4DD-BE9A64391B38}">
      <dgm:prSet/>
      <dgm:spPr/>
      <dgm:t>
        <a:bodyPr/>
        <a:lstStyle/>
        <a:p>
          <a:endParaRPr lang="uk-UA"/>
        </a:p>
      </dgm:t>
    </dgm:pt>
    <dgm:pt modelId="{F956F93A-CE47-4D99-A4FD-89526D39EBA8}">
      <dgm:prSet/>
      <dgm:spPr/>
      <dgm:t>
        <a:bodyPr/>
        <a:lstStyle/>
        <a:p>
          <a:r>
            <a:rPr lang="uk-UA" b="0" i="0"/>
            <a:t>європейської революції 1848–1849 рр. та революції 1905–1907 рр. у Росії</a:t>
          </a:r>
          <a:endParaRPr lang="uk-UA"/>
        </a:p>
      </dgm:t>
    </dgm:pt>
    <dgm:pt modelId="{59D96DCC-0163-44AB-8BBB-1359AC08C7C1}" type="parTrans" cxnId="{5D7F07E7-EBF7-4B4A-A98E-147BC519F305}">
      <dgm:prSet/>
      <dgm:spPr/>
      <dgm:t>
        <a:bodyPr/>
        <a:lstStyle/>
        <a:p>
          <a:endParaRPr lang="uk-UA"/>
        </a:p>
      </dgm:t>
    </dgm:pt>
    <dgm:pt modelId="{083E4217-CD8A-4083-A51C-E027D8AEA0EE}" type="sibTrans" cxnId="{5D7F07E7-EBF7-4B4A-A98E-147BC519F305}">
      <dgm:prSet/>
      <dgm:spPr/>
      <dgm:t>
        <a:bodyPr/>
        <a:lstStyle/>
        <a:p>
          <a:endParaRPr lang="uk-UA"/>
        </a:p>
      </dgm:t>
    </dgm:pt>
    <dgm:pt modelId="{D7364024-4005-45B0-A440-332A97CE2A9E}" type="pres">
      <dgm:prSet presAssocID="{C25CDAEE-5316-4132-A746-56FFEC374509}" presName="linear" presStyleCnt="0">
        <dgm:presLayoutVars>
          <dgm:animLvl val="lvl"/>
          <dgm:resizeHandles val="exact"/>
        </dgm:presLayoutVars>
      </dgm:prSet>
      <dgm:spPr/>
    </dgm:pt>
    <dgm:pt modelId="{68A0805C-CF6D-4BEF-BC73-865FFBCC5333}" type="pres">
      <dgm:prSet presAssocID="{372D1AD0-8BA2-49B3-BC25-4889FF752D4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FA54FC3-D015-4113-A06C-C3390A26B6A3}" type="pres">
      <dgm:prSet presAssocID="{BC76A02B-B69C-4E11-B855-06D35BD301F8}" presName="spacer" presStyleCnt="0"/>
      <dgm:spPr/>
    </dgm:pt>
    <dgm:pt modelId="{47DA5690-253E-454C-9A4A-F6FE59427AEE}" type="pres">
      <dgm:prSet presAssocID="{DBD0434B-A22D-42F1-AA7D-66296AD830D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A3E1ED5-DA3A-4375-A2BC-258F17302523}" type="pres">
      <dgm:prSet presAssocID="{4E5AE2E4-2D64-4F5D-90B8-5C312F0363E5}" presName="spacer" presStyleCnt="0"/>
      <dgm:spPr/>
    </dgm:pt>
    <dgm:pt modelId="{25EEDF0F-42AF-4C45-9AC2-A51EA9E597B6}" type="pres">
      <dgm:prSet presAssocID="{60B483DB-436D-4463-A008-ADD33E5F872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5248EC3-C07E-460F-8BE8-C927FDA92162}" type="pres">
      <dgm:prSet presAssocID="{B59521AA-2D40-4E19-9403-1A5C7C61A621}" presName="spacer" presStyleCnt="0"/>
      <dgm:spPr/>
    </dgm:pt>
    <dgm:pt modelId="{0847C532-5248-448C-9A3F-C777AFC529A8}" type="pres">
      <dgm:prSet presAssocID="{F956F93A-CE47-4D99-A4FD-89526D39EBA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C920321-DA14-47E0-B6D2-861468210A89}" type="presOf" srcId="{DBD0434B-A22D-42F1-AA7D-66296AD830DE}" destId="{47DA5690-253E-454C-9A4A-F6FE59427AEE}" srcOrd="0" destOrd="0" presId="urn:microsoft.com/office/officeart/2005/8/layout/vList2"/>
    <dgm:cxn modelId="{32A75E32-05FD-46F6-A4DD-BE9A64391B38}" srcId="{C25CDAEE-5316-4132-A746-56FFEC374509}" destId="{60B483DB-436D-4463-A008-ADD33E5F8723}" srcOrd="2" destOrd="0" parTransId="{C2561D8E-8DA6-48CE-BE39-C6F5D4782AE3}" sibTransId="{B59521AA-2D40-4E19-9403-1A5C7C61A621}"/>
    <dgm:cxn modelId="{96388233-0C3E-4EE8-8AD9-E0EACD599456}" type="presOf" srcId="{372D1AD0-8BA2-49B3-BC25-4889FF752D40}" destId="{68A0805C-CF6D-4BEF-BC73-865FFBCC5333}" srcOrd="0" destOrd="0" presId="urn:microsoft.com/office/officeart/2005/8/layout/vList2"/>
    <dgm:cxn modelId="{B5F7AC34-4670-44E9-807B-08019C82927C}" srcId="{C25CDAEE-5316-4132-A746-56FFEC374509}" destId="{372D1AD0-8BA2-49B3-BC25-4889FF752D40}" srcOrd="0" destOrd="0" parTransId="{E5B44174-9722-42E3-B291-2EC2D0A3EF5B}" sibTransId="{BC76A02B-B69C-4E11-B855-06D35BD301F8}"/>
    <dgm:cxn modelId="{E5DB5744-75FA-4AB1-9FE1-8E44DA928173}" type="presOf" srcId="{C25CDAEE-5316-4132-A746-56FFEC374509}" destId="{D7364024-4005-45B0-A440-332A97CE2A9E}" srcOrd="0" destOrd="0" presId="urn:microsoft.com/office/officeart/2005/8/layout/vList2"/>
    <dgm:cxn modelId="{1C2FE444-1024-477A-9191-6F1F915B9AE6}" type="presOf" srcId="{F956F93A-CE47-4D99-A4FD-89526D39EBA8}" destId="{0847C532-5248-448C-9A3F-C777AFC529A8}" srcOrd="0" destOrd="0" presId="urn:microsoft.com/office/officeart/2005/8/layout/vList2"/>
    <dgm:cxn modelId="{A02F496F-7942-456D-B6FC-14A4B0DFD955}" type="presOf" srcId="{60B483DB-436D-4463-A008-ADD33E5F8723}" destId="{25EEDF0F-42AF-4C45-9AC2-A51EA9E597B6}" srcOrd="0" destOrd="0" presId="urn:microsoft.com/office/officeart/2005/8/layout/vList2"/>
    <dgm:cxn modelId="{C1879471-9361-4B64-9DEF-D0EF436656BC}" srcId="{C25CDAEE-5316-4132-A746-56FFEC374509}" destId="{DBD0434B-A22D-42F1-AA7D-66296AD830DE}" srcOrd="1" destOrd="0" parTransId="{6AB1BF7E-D500-4D89-BBE5-4A79FC7D0B31}" sibTransId="{4E5AE2E4-2D64-4F5D-90B8-5C312F0363E5}"/>
    <dgm:cxn modelId="{5D7F07E7-EBF7-4B4A-A98E-147BC519F305}" srcId="{C25CDAEE-5316-4132-A746-56FFEC374509}" destId="{F956F93A-CE47-4D99-A4FD-89526D39EBA8}" srcOrd="3" destOrd="0" parTransId="{59D96DCC-0163-44AB-8BBB-1359AC08C7C1}" sibTransId="{083E4217-CD8A-4083-A51C-E027D8AEA0EE}"/>
    <dgm:cxn modelId="{6F510E08-605E-4606-8C54-05814E2D324C}" type="presParOf" srcId="{D7364024-4005-45B0-A440-332A97CE2A9E}" destId="{68A0805C-CF6D-4BEF-BC73-865FFBCC5333}" srcOrd="0" destOrd="0" presId="urn:microsoft.com/office/officeart/2005/8/layout/vList2"/>
    <dgm:cxn modelId="{C653F3AB-4F3A-4110-AC34-3099B3CD616A}" type="presParOf" srcId="{D7364024-4005-45B0-A440-332A97CE2A9E}" destId="{8FA54FC3-D015-4113-A06C-C3390A26B6A3}" srcOrd="1" destOrd="0" presId="urn:microsoft.com/office/officeart/2005/8/layout/vList2"/>
    <dgm:cxn modelId="{F267C92D-F4FE-4979-A2C7-FF3D13A9BA01}" type="presParOf" srcId="{D7364024-4005-45B0-A440-332A97CE2A9E}" destId="{47DA5690-253E-454C-9A4A-F6FE59427AEE}" srcOrd="2" destOrd="0" presId="urn:microsoft.com/office/officeart/2005/8/layout/vList2"/>
    <dgm:cxn modelId="{F477B78C-98D3-40A5-8E2E-A125C9FBDD33}" type="presParOf" srcId="{D7364024-4005-45B0-A440-332A97CE2A9E}" destId="{1A3E1ED5-DA3A-4375-A2BC-258F17302523}" srcOrd="3" destOrd="0" presId="urn:microsoft.com/office/officeart/2005/8/layout/vList2"/>
    <dgm:cxn modelId="{D753ED8F-C9ED-46BA-A280-CAD1E2603FE3}" type="presParOf" srcId="{D7364024-4005-45B0-A440-332A97CE2A9E}" destId="{25EEDF0F-42AF-4C45-9AC2-A51EA9E597B6}" srcOrd="4" destOrd="0" presId="urn:microsoft.com/office/officeart/2005/8/layout/vList2"/>
    <dgm:cxn modelId="{E25716B0-EEB5-4695-A1A8-617CCFF01A7E}" type="presParOf" srcId="{D7364024-4005-45B0-A440-332A97CE2A9E}" destId="{F5248EC3-C07E-460F-8BE8-C927FDA92162}" srcOrd="5" destOrd="0" presId="urn:microsoft.com/office/officeart/2005/8/layout/vList2"/>
    <dgm:cxn modelId="{F2CE13BE-9BDB-4FF6-9BBE-2AFB822D9987}" type="presParOf" srcId="{D7364024-4005-45B0-A440-332A97CE2A9E}" destId="{0847C532-5248-448C-9A3F-C777AFC529A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24557F4C-8D50-41A6-9E58-2B5BE569F056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88463BB-C554-4561-9548-7EEA7A6D553E}">
      <dgm:prSet/>
      <dgm:spPr/>
      <dgm:t>
        <a:bodyPr/>
        <a:lstStyle/>
        <a:p>
          <a:r>
            <a:rPr lang="uk-UA" dirty="0"/>
            <a:t>1. Скасування кріпацтва започаткувало розвиток ринкових відносин на селі. Проте на заваді були поміщицьке землеволодіння та селянська община.</a:t>
          </a:r>
        </a:p>
      </dgm:t>
    </dgm:pt>
    <dgm:pt modelId="{662A99CA-5213-40F0-BF88-2A8996979709}" type="parTrans" cxnId="{310D9202-380D-4B87-97C9-EF57A7739C08}">
      <dgm:prSet/>
      <dgm:spPr/>
      <dgm:t>
        <a:bodyPr/>
        <a:lstStyle/>
        <a:p>
          <a:endParaRPr lang="uk-UA"/>
        </a:p>
      </dgm:t>
    </dgm:pt>
    <dgm:pt modelId="{14FA1535-D804-4556-BD23-43D37F0E63AC}" type="sibTrans" cxnId="{310D9202-380D-4B87-97C9-EF57A7739C08}">
      <dgm:prSet/>
      <dgm:spPr/>
      <dgm:t>
        <a:bodyPr/>
        <a:lstStyle/>
        <a:p>
          <a:endParaRPr lang="uk-UA"/>
        </a:p>
      </dgm:t>
    </dgm:pt>
    <dgm:pt modelId="{29335E1C-23F6-4B6A-A6BF-46DBD4B374A4}">
      <dgm:prSet/>
      <dgm:spPr/>
      <dgm:t>
        <a:bodyPr/>
        <a:lstStyle/>
        <a:p>
          <a:r>
            <a:rPr lang="uk-UA" dirty="0"/>
            <a:t>2. Малоземелля та зубожіння спонукали селян, 6 млн безробітних та до переселення в інші регіони імперії.</a:t>
          </a:r>
        </a:p>
      </dgm:t>
    </dgm:pt>
    <dgm:pt modelId="{4BA3B995-6268-48CD-905B-7F2F9F136A57}" type="parTrans" cxnId="{858BEEB5-8906-4E76-804B-1BCA1393FD80}">
      <dgm:prSet/>
      <dgm:spPr/>
      <dgm:t>
        <a:bodyPr/>
        <a:lstStyle/>
        <a:p>
          <a:endParaRPr lang="uk-UA"/>
        </a:p>
      </dgm:t>
    </dgm:pt>
    <dgm:pt modelId="{B350109C-235A-4C5B-9C97-BC8C770647E1}" type="sibTrans" cxnId="{858BEEB5-8906-4E76-804B-1BCA1393FD80}">
      <dgm:prSet/>
      <dgm:spPr/>
      <dgm:t>
        <a:bodyPr/>
        <a:lstStyle/>
        <a:p>
          <a:endParaRPr lang="uk-UA"/>
        </a:p>
      </dgm:t>
    </dgm:pt>
    <dgm:pt modelId="{ABD516FF-37B4-48B6-B29E-DF8C16C2B8B8}" type="pres">
      <dgm:prSet presAssocID="{24557F4C-8D50-41A6-9E58-2B5BE569F056}" presName="vert0" presStyleCnt="0">
        <dgm:presLayoutVars>
          <dgm:dir/>
          <dgm:animOne val="branch"/>
          <dgm:animLvl val="lvl"/>
        </dgm:presLayoutVars>
      </dgm:prSet>
      <dgm:spPr/>
    </dgm:pt>
    <dgm:pt modelId="{EC715AD6-F497-42FE-8EDC-37D5F14D2285}" type="pres">
      <dgm:prSet presAssocID="{D88463BB-C554-4561-9548-7EEA7A6D553E}" presName="thickLine" presStyleLbl="alignNode1" presStyleIdx="0" presStyleCnt="2"/>
      <dgm:spPr/>
    </dgm:pt>
    <dgm:pt modelId="{EDE467B9-3E20-42A1-91E1-048736B7FE51}" type="pres">
      <dgm:prSet presAssocID="{D88463BB-C554-4561-9548-7EEA7A6D553E}" presName="horz1" presStyleCnt="0"/>
      <dgm:spPr/>
    </dgm:pt>
    <dgm:pt modelId="{A9F778DB-64E7-4AD6-9797-5502E7C24BFA}" type="pres">
      <dgm:prSet presAssocID="{D88463BB-C554-4561-9548-7EEA7A6D553E}" presName="tx1" presStyleLbl="revTx" presStyleIdx="0" presStyleCnt="2"/>
      <dgm:spPr/>
    </dgm:pt>
    <dgm:pt modelId="{39208554-72F7-4073-BF18-AA0997140D1C}" type="pres">
      <dgm:prSet presAssocID="{D88463BB-C554-4561-9548-7EEA7A6D553E}" presName="vert1" presStyleCnt="0"/>
      <dgm:spPr/>
    </dgm:pt>
    <dgm:pt modelId="{935842BF-4597-4D48-9BDB-4DF945998020}" type="pres">
      <dgm:prSet presAssocID="{29335E1C-23F6-4B6A-A6BF-46DBD4B374A4}" presName="thickLine" presStyleLbl="alignNode1" presStyleIdx="1" presStyleCnt="2"/>
      <dgm:spPr/>
    </dgm:pt>
    <dgm:pt modelId="{70214401-C5BC-4BE8-A672-B73CEE21734E}" type="pres">
      <dgm:prSet presAssocID="{29335E1C-23F6-4B6A-A6BF-46DBD4B374A4}" presName="horz1" presStyleCnt="0"/>
      <dgm:spPr/>
    </dgm:pt>
    <dgm:pt modelId="{28107B4F-443A-42BD-A8C5-863CEC019BF2}" type="pres">
      <dgm:prSet presAssocID="{29335E1C-23F6-4B6A-A6BF-46DBD4B374A4}" presName="tx1" presStyleLbl="revTx" presStyleIdx="1" presStyleCnt="2"/>
      <dgm:spPr/>
    </dgm:pt>
    <dgm:pt modelId="{34F05876-8E8A-45CB-A81A-EAF201D2A37D}" type="pres">
      <dgm:prSet presAssocID="{29335E1C-23F6-4B6A-A6BF-46DBD4B374A4}" presName="vert1" presStyleCnt="0"/>
      <dgm:spPr/>
    </dgm:pt>
  </dgm:ptLst>
  <dgm:cxnLst>
    <dgm:cxn modelId="{3C2FB700-461A-4EB7-88B8-BDF9CD2F0F88}" type="presOf" srcId="{D88463BB-C554-4561-9548-7EEA7A6D553E}" destId="{A9F778DB-64E7-4AD6-9797-5502E7C24BFA}" srcOrd="0" destOrd="0" presId="urn:microsoft.com/office/officeart/2008/layout/LinedList"/>
    <dgm:cxn modelId="{310D9202-380D-4B87-97C9-EF57A7739C08}" srcId="{24557F4C-8D50-41A6-9E58-2B5BE569F056}" destId="{D88463BB-C554-4561-9548-7EEA7A6D553E}" srcOrd="0" destOrd="0" parTransId="{662A99CA-5213-40F0-BF88-2A8996979709}" sibTransId="{14FA1535-D804-4556-BD23-43D37F0E63AC}"/>
    <dgm:cxn modelId="{683B9E44-8E39-45C6-A7F3-21DC225D3FEF}" type="presOf" srcId="{29335E1C-23F6-4B6A-A6BF-46DBD4B374A4}" destId="{28107B4F-443A-42BD-A8C5-863CEC019BF2}" srcOrd="0" destOrd="0" presId="urn:microsoft.com/office/officeart/2008/layout/LinedList"/>
    <dgm:cxn modelId="{1C8FC14C-17C9-4962-B1F4-3F65A819041C}" type="presOf" srcId="{24557F4C-8D50-41A6-9E58-2B5BE569F056}" destId="{ABD516FF-37B4-48B6-B29E-DF8C16C2B8B8}" srcOrd="0" destOrd="0" presId="urn:microsoft.com/office/officeart/2008/layout/LinedList"/>
    <dgm:cxn modelId="{858BEEB5-8906-4E76-804B-1BCA1393FD80}" srcId="{24557F4C-8D50-41A6-9E58-2B5BE569F056}" destId="{29335E1C-23F6-4B6A-A6BF-46DBD4B374A4}" srcOrd="1" destOrd="0" parTransId="{4BA3B995-6268-48CD-905B-7F2F9F136A57}" sibTransId="{B350109C-235A-4C5B-9C97-BC8C770647E1}"/>
    <dgm:cxn modelId="{FB8318E2-3647-44F1-B534-DFF596D6267A}" type="presParOf" srcId="{ABD516FF-37B4-48B6-B29E-DF8C16C2B8B8}" destId="{EC715AD6-F497-42FE-8EDC-37D5F14D2285}" srcOrd="0" destOrd="0" presId="urn:microsoft.com/office/officeart/2008/layout/LinedList"/>
    <dgm:cxn modelId="{522C1CC4-DC5F-4802-99C5-DB0DCE356104}" type="presParOf" srcId="{ABD516FF-37B4-48B6-B29E-DF8C16C2B8B8}" destId="{EDE467B9-3E20-42A1-91E1-048736B7FE51}" srcOrd="1" destOrd="0" presId="urn:microsoft.com/office/officeart/2008/layout/LinedList"/>
    <dgm:cxn modelId="{FB90C46E-8395-4FC6-B6BE-4FC9CBCE3924}" type="presParOf" srcId="{EDE467B9-3E20-42A1-91E1-048736B7FE51}" destId="{A9F778DB-64E7-4AD6-9797-5502E7C24BFA}" srcOrd="0" destOrd="0" presId="urn:microsoft.com/office/officeart/2008/layout/LinedList"/>
    <dgm:cxn modelId="{005AC981-2916-4DD4-9E98-625C6C1E50E1}" type="presParOf" srcId="{EDE467B9-3E20-42A1-91E1-048736B7FE51}" destId="{39208554-72F7-4073-BF18-AA0997140D1C}" srcOrd="1" destOrd="0" presId="urn:microsoft.com/office/officeart/2008/layout/LinedList"/>
    <dgm:cxn modelId="{BC8554EC-EA3D-451A-AA24-309815C62F0B}" type="presParOf" srcId="{ABD516FF-37B4-48B6-B29E-DF8C16C2B8B8}" destId="{935842BF-4597-4D48-9BDB-4DF945998020}" srcOrd="2" destOrd="0" presId="urn:microsoft.com/office/officeart/2008/layout/LinedList"/>
    <dgm:cxn modelId="{5EC3FF64-B398-43DC-819E-DB9F349D24DD}" type="presParOf" srcId="{ABD516FF-37B4-48B6-B29E-DF8C16C2B8B8}" destId="{70214401-C5BC-4BE8-A672-B73CEE21734E}" srcOrd="3" destOrd="0" presId="urn:microsoft.com/office/officeart/2008/layout/LinedList"/>
    <dgm:cxn modelId="{280A0848-B2E0-4222-8EE1-519A778E6632}" type="presParOf" srcId="{70214401-C5BC-4BE8-A672-B73CEE21734E}" destId="{28107B4F-443A-42BD-A8C5-863CEC019BF2}" srcOrd="0" destOrd="0" presId="urn:microsoft.com/office/officeart/2008/layout/LinedList"/>
    <dgm:cxn modelId="{4992F1F0-5A7F-4437-A391-F6F22EC129D4}" type="presParOf" srcId="{70214401-C5BC-4BE8-A672-B73CEE21734E}" destId="{34F05876-8E8A-45CB-A81A-EAF201D2A37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3CBBEB-CD91-4F23-A7BD-AA01AB4C54CE}">
      <dsp:nvSpPr>
        <dsp:cNvPr id="0" name=""/>
        <dsp:cNvSpPr/>
      </dsp:nvSpPr>
      <dsp:spPr>
        <a:xfrm>
          <a:off x="0" y="113579"/>
          <a:ext cx="4754880" cy="596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ліквідація самодержавства, скасування кріпацтва та станового поділу суспільства</a:t>
          </a:r>
          <a:endParaRPr lang="uk-UA" sz="1500" kern="1200"/>
        </a:p>
      </dsp:txBody>
      <dsp:txXfrm>
        <a:off x="29128" y="142707"/>
        <a:ext cx="4696624" cy="538444"/>
      </dsp:txXfrm>
    </dsp:sp>
    <dsp:sp modelId="{45CC3979-6D9D-4D96-8EA8-5A8C17E27B39}">
      <dsp:nvSpPr>
        <dsp:cNvPr id="0" name=""/>
        <dsp:cNvSpPr/>
      </dsp:nvSpPr>
      <dsp:spPr>
        <a:xfrm>
          <a:off x="0" y="753479"/>
          <a:ext cx="4754880" cy="596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 dirty="0"/>
            <a:t>створення демократичної федерації слов’янських християнських республік</a:t>
          </a:r>
          <a:endParaRPr lang="uk-UA" sz="1500" kern="1200" dirty="0"/>
        </a:p>
      </dsp:txBody>
      <dsp:txXfrm>
        <a:off x="29128" y="782607"/>
        <a:ext cx="4696624" cy="538444"/>
      </dsp:txXfrm>
    </dsp:sp>
    <dsp:sp modelId="{3ABBA389-918B-431D-973A-81E2E9DF0837}">
      <dsp:nvSpPr>
        <dsp:cNvPr id="0" name=""/>
        <dsp:cNvSpPr/>
      </dsp:nvSpPr>
      <dsp:spPr>
        <a:xfrm>
          <a:off x="0" y="1393379"/>
          <a:ext cx="4754880" cy="596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об’єднання українського та польського рухів у єдиний національно-визвольний рух</a:t>
          </a:r>
          <a:endParaRPr lang="uk-UA" sz="1500" kern="1200"/>
        </a:p>
      </dsp:txBody>
      <dsp:txXfrm>
        <a:off x="29128" y="1422507"/>
        <a:ext cx="4696624" cy="538444"/>
      </dsp:txXfrm>
    </dsp:sp>
    <dsp:sp modelId="{DCD75F1E-42F1-4763-B2F5-1709F92AED12}">
      <dsp:nvSpPr>
        <dsp:cNvPr id="0" name=""/>
        <dsp:cNvSpPr/>
      </dsp:nvSpPr>
      <dsp:spPr>
        <a:xfrm>
          <a:off x="0" y="2033280"/>
          <a:ext cx="4754880" cy="596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утвердження демократичних прав і свобод, рівності усіх громадян перед законом</a:t>
          </a:r>
          <a:endParaRPr lang="uk-UA" sz="1500" kern="1200"/>
        </a:p>
      </dsp:txBody>
      <dsp:txXfrm>
        <a:off x="29128" y="2062408"/>
        <a:ext cx="4696624" cy="538444"/>
      </dsp:txXfrm>
    </dsp:sp>
    <dsp:sp modelId="{6EF653A5-A508-4FFF-8297-B144384DF339}">
      <dsp:nvSpPr>
        <dsp:cNvPr id="0" name=""/>
        <dsp:cNvSpPr/>
      </dsp:nvSpPr>
      <dsp:spPr>
        <a:xfrm>
          <a:off x="0" y="2673180"/>
          <a:ext cx="4754880" cy="596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повалення царизму шляхом військового перевороту або визвольного повстання</a:t>
          </a:r>
          <a:endParaRPr lang="uk-UA" sz="1500" kern="1200"/>
        </a:p>
      </dsp:txBody>
      <dsp:txXfrm>
        <a:off x="29128" y="2702308"/>
        <a:ext cx="4696624" cy="538444"/>
      </dsp:txXfrm>
    </dsp:sp>
    <dsp:sp modelId="{680EABD6-F586-415A-9E0A-B562A25AA4BB}">
      <dsp:nvSpPr>
        <dsp:cNvPr id="0" name=""/>
        <dsp:cNvSpPr/>
      </dsp:nvSpPr>
      <dsp:spPr>
        <a:xfrm>
          <a:off x="0" y="3313080"/>
          <a:ext cx="4754880" cy="596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здобуття Україною автономії у складі демократичної Російської республіки</a:t>
          </a:r>
          <a:endParaRPr lang="uk-UA" sz="1500" kern="1200"/>
        </a:p>
      </dsp:txBody>
      <dsp:txXfrm>
        <a:off x="29128" y="3342208"/>
        <a:ext cx="4696624" cy="5384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E76EE4-C835-4C03-B9B6-943566CDC32E}">
      <dsp:nvSpPr>
        <dsp:cNvPr id="0" name=""/>
        <dsp:cNvSpPr/>
      </dsp:nvSpPr>
      <dsp:spPr>
        <a:xfrm>
          <a:off x="0" y="11380"/>
          <a:ext cx="4754880" cy="1304732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kern="1200"/>
            <a:t>Як Російська, так й Австрійська імперія здійснювали постійний наступ на національні права українців, забороняючи використання української мови в освіті та діловодстві.</a:t>
          </a:r>
        </a:p>
      </dsp:txBody>
      <dsp:txXfrm>
        <a:off x="63692" y="75072"/>
        <a:ext cx="4627496" cy="1177348"/>
      </dsp:txXfrm>
    </dsp:sp>
    <dsp:sp modelId="{C5A79E45-1484-4AC8-AA40-72E903AE776F}">
      <dsp:nvSpPr>
        <dsp:cNvPr id="0" name=""/>
        <dsp:cNvSpPr/>
      </dsp:nvSpPr>
      <dsp:spPr>
        <a:xfrm>
          <a:off x="0" y="1359313"/>
          <a:ext cx="4754880" cy="1304732"/>
        </a:xfrm>
        <a:prstGeom prst="roundRect">
          <a:avLst/>
        </a:prstGeom>
        <a:solidFill>
          <a:schemeClr val="accent5">
            <a:hueOff val="1178392"/>
            <a:satOff val="-5635"/>
            <a:lumOff val="617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kern="1200"/>
            <a:t>Після ліквідації місцевого самоврядування влада заборонила використання української мови в освіті та діловодстві.</a:t>
          </a:r>
        </a:p>
      </dsp:txBody>
      <dsp:txXfrm>
        <a:off x="63692" y="1423005"/>
        <a:ext cx="4627496" cy="1177348"/>
      </dsp:txXfrm>
    </dsp:sp>
    <dsp:sp modelId="{696A8151-1B6E-4206-81C5-8B72EC4CAA47}">
      <dsp:nvSpPr>
        <dsp:cNvPr id="0" name=""/>
        <dsp:cNvSpPr/>
      </dsp:nvSpPr>
      <dsp:spPr>
        <a:xfrm>
          <a:off x="0" y="2707246"/>
          <a:ext cx="4754880" cy="1304732"/>
        </a:xfrm>
        <a:prstGeom prst="roundRect">
          <a:avLst/>
        </a:prstGeom>
        <a:solidFill>
          <a:schemeClr val="accent5">
            <a:hueOff val="2356783"/>
            <a:satOff val="-11270"/>
            <a:lumOff val="1235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kern="1200"/>
            <a:t>Важливу роль у справі українського культурного відродження в Наддніпрянщині відіграли Харківський та Київський університети, тоді як у Галичині та на Закарпатті цей процес був тісно пов'язаний з діяльністю грека -католицького духовенства.</a:t>
          </a:r>
        </a:p>
      </dsp:txBody>
      <dsp:txXfrm>
        <a:off x="63692" y="2770938"/>
        <a:ext cx="4627496" cy="11773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DB3CC0-5818-461A-92ED-DF7FFCC05A71}">
      <dsp:nvSpPr>
        <dsp:cNvPr id="0" name=""/>
        <dsp:cNvSpPr/>
      </dsp:nvSpPr>
      <dsp:spPr>
        <a:xfrm rot="10800000">
          <a:off x="1001775" y="1257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Брацлавщину.</a:t>
          </a:r>
          <a:endParaRPr lang="uk-UA" sz="2300" kern="1200"/>
        </a:p>
      </dsp:txBody>
      <dsp:txXfrm rot="10800000">
        <a:off x="1207108" y="1257"/>
        <a:ext cx="2956662" cy="821331"/>
      </dsp:txXfrm>
    </dsp:sp>
    <dsp:sp modelId="{FF389F6C-BD7C-4BA9-A00F-4AED10E0EE86}">
      <dsp:nvSpPr>
        <dsp:cNvPr id="0" name=""/>
        <dsp:cNvSpPr/>
      </dsp:nvSpPr>
      <dsp:spPr>
        <a:xfrm>
          <a:off x="591109" y="1257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68F0FF-6550-4705-BFA0-11A6FEF18213}">
      <dsp:nvSpPr>
        <dsp:cNvPr id="0" name=""/>
        <dsp:cNvSpPr/>
      </dsp:nvSpPr>
      <dsp:spPr>
        <a:xfrm rot="10800000">
          <a:off x="1001775" y="1067762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Західне Поділля.</a:t>
          </a:r>
          <a:endParaRPr lang="uk-UA" sz="2300" kern="1200"/>
        </a:p>
      </dsp:txBody>
      <dsp:txXfrm rot="10800000">
        <a:off x="1207108" y="1067762"/>
        <a:ext cx="2956662" cy="821331"/>
      </dsp:txXfrm>
    </dsp:sp>
    <dsp:sp modelId="{0D3B640B-41D3-4B6A-A662-00AF466F35B4}">
      <dsp:nvSpPr>
        <dsp:cNvPr id="0" name=""/>
        <dsp:cNvSpPr/>
      </dsp:nvSpPr>
      <dsp:spPr>
        <a:xfrm>
          <a:off x="591109" y="1067762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82B8F9-3DDE-4245-9580-F596B85E425B}">
      <dsp:nvSpPr>
        <dsp:cNvPr id="0" name=""/>
        <dsp:cNvSpPr/>
      </dsp:nvSpPr>
      <dsp:spPr>
        <a:xfrm rot="10800000">
          <a:off x="1001775" y="2134266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Східну Київщину.</a:t>
          </a:r>
          <a:endParaRPr lang="uk-UA" sz="2300" kern="1200"/>
        </a:p>
      </dsp:txBody>
      <dsp:txXfrm rot="10800000">
        <a:off x="1207108" y="2134266"/>
        <a:ext cx="2956662" cy="821331"/>
      </dsp:txXfrm>
    </dsp:sp>
    <dsp:sp modelId="{C86EB51C-975D-46BA-9A39-FDC83763CDA5}">
      <dsp:nvSpPr>
        <dsp:cNvPr id="0" name=""/>
        <dsp:cNvSpPr/>
      </dsp:nvSpPr>
      <dsp:spPr>
        <a:xfrm>
          <a:off x="591109" y="2134266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33BA81-DAE4-482B-AB4A-9C420031BC29}">
      <dsp:nvSpPr>
        <dsp:cNvPr id="0" name=""/>
        <dsp:cNvSpPr/>
      </dsp:nvSpPr>
      <dsp:spPr>
        <a:xfrm rot="10800000">
          <a:off x="1001775" y="3200771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Південну Бессарабію.</a:t>
          </a:r>
          <a:endParaRPr lang="uk-UA" sz="2300" kern="1200"/>
        </a:p>
      </dsp:txBody>
      <dsp:txXfrm rot="10800000">
        <a:off x="1207108" y="3200771"/>
        <a:ext cx="2956662" cy="821331"/>
      </dsp:txXfrm>
    </dsp:sp>
    <dsp:sp modelId="{043D384E-AE36-4F69-BDDA-A2628B41E59F}">
      <dsp:nvSpPr>
        <dsp:cNvPr id="0" name=""/>
        <dsp:cNvSpPr/>
      </dsp:nvSpPr>
      <dsp:spPr>
        <a:xfrm>
          <a:off x="591109" y="3200771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30F2AD-CE86-46DA-9F0F-1AEAA6C3B285}">
      <dsp:nvSpPr>
        <dsp:cNvPr id="0" name=""/>
        <dsp:cNvSpPr/>
      </dsp:nvSpPr>
      <dsp:spPr>
        <a:xfrm rot="10800000">
          <a:off x="1001775" y="1257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95250" rIns="17780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В. Антоновичу</a:t>
          </a:r>
          <a:endParaRPr lang="uk-UA" sz="2500" kern="1200"/>
        </a:p>
      </dsp:txBody>
      <dsp:txXfrm rot="10800000">
        <a:off x="1207108" y="1257"/>
        <a:ext cx="2956662" cy="821331"/>
      </dsp:txXfrm>
    </dsp:sp>
    <dsp:sp modelId="{0B8AB9A8-BF7D-4565-A220-040312229F54}">
      <dsp:nvSpPr>
        <dsp:cNvPr id="0" name=""/>
        <dsp:cNvSpPr/>
      </dsp:nvSpPr>
      <dsp:spPr>
        <a:xfrm>
          <a:off x="591109" y="1257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CC4646-441F-4B47-9975-18109886A567}">
      <dsp:nvSpPr>
        <dsp:cNvPr id="0" name=""/>
        <dsp:cNvSpPr/>
      </dsp:nvSpPr>
      <dsp:spPr>
        <a:xfrm rot="10800000">
          <a:off x="1001775" y="1067762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95250" rIns="17780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М. Костомарову</a:t>
          </a:r>
          <a:endParaRPr lang="uk-UA" sz="2500" kern="1200"/>
        </a:p>
      </dsp:txBody>
      <dsp:txXfrm rot="10800000">
        <a:off x="1207108" y="1067762"/>
        <a:ext cx="2956662" cy="821331"/>
      </dsp:txXfrm>
    </dsp:sp>
    <dsp:sp modelId="{8B4C6CB1-1546-4D34-B4B8-8D9AECCFC5E5}">
      <dsp:nvSpPr>
        <dsp:cNvPr id="0" name=""/>
        <dsp:cNvSpPr/>
      </dsp:nvSpPr>
      <dsp:spPr>
        <a:xfrm>
          <a:off x="591109" y="1067762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04D6C2-CF5C-4127-89F3-D898408AE9F7}">
      <dsp:nvSpPr>
        <dsp:cNvPr id="0" name=""/>
        <dsp:cNvSpPr/>
      </dsp:nvSpPr>
      <dsp:spPr>
        <a:xfrm rot="10800000">
          <a:off x="1001775" y="2134266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95250" rIns="17780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П. Чубинському</a:t>
          </a:r>
          <a:endParaRPr lang="uk-UA" sz="2500" kern="1200"/>
        </a:p>
      </dsp:txBody>
      <dsp:txXfrm rot="10800000">
        <a:off x="1207108" y="2134266"/>
        <a:ext cx="2956662" cy="821331"/>
      </dsp:txXfrm>
    </dsp:sp>
    <dsp:sp modelId="{54235488-C7D2-4FC3-8F95-59956767E8F0}">
      <dsp:nvSpPr>
        <dsp:cNvPr id="0" name=""/>
        <dsp:cNvSpPr/>
      </dsp:nvSpPr>
      <dsp:spPr>
        <a:xfrm>
          <a:off x="591109" y="2134266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1D27E8-D559-4AF5-A998-E5C2ADE4EE0D}">
      <dsp:nvSpPr>
        <dsp:cNvPr id="0" name=""/>
        <dsp:cNvSpPr/>
      </dsp:nvSpPr>
      <dsp:spPr>
        <a:xfrm rot="10800000">
          <a:off x="1001775" y="3200771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95250" rIns="17780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/>
            <a:t>М. Драгоманову</a:t>
          </a:r>
          <a:endParaRPr lang="uk-UA" sz="2500" kern="1200" dirty="0"/>
        </a:p>
      </dsp:txBody>
      <dsp:txXfrm rot="10800000">
        <a:off x="1207108" y="3200771"/>
        <a:ext cx="2956662" cy="821331"/>
      </dsp:txXfrm>
    </dsp:sp>
    <dsp:sp modelId="{50865392-F5F5-41F2-852C-8103AB643889}">
      <dsp:nvSpPr>
        <dsp:cNvPr id="0" name=""/>
        <dsp:cNvSpPr/>
      </dsp:nvSpPr>
      <dsp:spPr>
        <a:xfrm>
          <a:off x="591109" y="3200771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691812-5FC1-48B7-A26E-BBCA54EAC42F}">
      <dsp:nvSpPr>
        <dsp:cNvPr id="0" name=""/>
        <dsp:cNvSpPr/>
      </dsp:nvSpPr>
      <dsp:spPr>
        <a:xfrm>
          <a:off x="0" y="82439"/>
          <a:ext cx="4754880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виступали за політизацію національно-визвольної боротьби</a:t>
          </a:r>
          <a:endParaRPr lang="uk-UA" sz="2300" kern="1200"/>
        </a:p>
      </dsp:txBody>
      <dsp:txXfrm>
        <a:off x="44664" y="127103"/>
        <a:ext cx="4665552" cy="825612"/>
      </dsp:txXfrm>
    </dsp:sp>
    <dsp:sp modelId="{2CEFE6FA-6E8B-4AF5-A488-1F380C1569F2}">
      <dsp:nvSpPr>
        <dsp:cNvPr id="0" name=""/>
        <dsp:cNvSpPr/>
      </dsp:nvSpPr>
      <dsp:spPr>
        <a:xfrm>
          <a:off x="0" y="1063619"/>
          <a:ext cx="4754880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діяли як легальні культурно-просвітні організації</a:t>
          </a:r>
          <a:endParaRPr lang="uk-UA" sz="2300" kern="1200"/>
        </a:p>
      </dsp:txBody>
      <dsp:txXfrm>
        <a:off x="44664" y="1108283"/>
        <a:ext cx="4665552" cy="825612"/>
      </dsp:txXfrm>
    </dsp:sp>
    <dsp:sp modelId="{A22ACA67-6AEF-4AD8-9BCF-1D90DDC1ABF1}">
      <dsp:nvSpPr>
        <dsp:cNvPr id="0" name=""/>
        <dsp:cNvSpPr/>
      </dsp:nvSpPr>
      <dsp:spPr>
        <a:xfrm>
          <a:off x="0" y="2044800"/>
          <a:ext cx="4754880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активно готували народне повстання проти самодержавства</a:t>
          </a:r>
          <a:endParaRPr lang="uk-UA" sz="2300" kern="1200"/>
        </a:p>
      </dsp:txBody>
      <dsp:txXfrm>
        <a:off x="44664" y="2089464"/>
        <a:ext cx="4665552" cy="825612"/>
      </dsp:txXfrm>
    </dsp:sp>
    <dsp:sp modelId="{3DBB95D6-F91F-47F0-B266-98D778CCA5EF}">
      <dsp:nvSpPr>
        <dsp:cNvPr id="0" name=""/>
        <dsp:cNvSpPr/>
      </dsp:nvSpPr>
      <dsp:spPr>
        <a:xfrm>
          <a:off x="0" y="3025980"/>
          <a:ext cx="4754880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брали участь у терористичній діяльності російських народників</a:t>
          </a:r>
          <a:endParaRPr lang="uk-UA" sz="2300" kern="1200"/>
        </a:p>
      </dsp:txBody>
      <dsp:txXfrm>
        <a:off x="44664" y="3070644"/>
        <a:ext cx="4665552" cy="82561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84DC42-DF97-4178-B262-C313EBA5694D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3C8913-2A80-4A7F-8EAE-767970379E35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1856 р.</a:t>
          </a:r>
          <a:endParaRPr lang="uk-UA" sz="3900" kern="1200"/>
        </a:p>
      </dsp:txBody>
      <dsp:txXfrm>
        <a:off x="824577" y="458817"/>
        <a:ext cx="1415914" cy="1415914"/>
      </dsp:txXfrm>
    </dsp:sp>
    <dsp:sp modelId="{6ED7412F-B4F0-4B21-8369-F4B9D4647B29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1863 р.</a:t>
          </a:r>
          <a:endParaRPr lang="uk-UA" sz="3900" kern="1200"/>
        </a:p>
      </dsp:txBody>
      <dsp:txXfrm>
        <a:off x="2514388" y="458817"/>
        <a:ext cx="1415914" cy="1415914"/>
      </dsp:txXfrm>
    </dsp:sp>
    <dsp:sp modelId="{09E1C4DC-B361-4D68-AFEC-C18A80BF8F47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1876 р.</a:t>
          </a:r>
          <a:endParaRPr lang="uk-UA" sz="3900" kern="1200"/>
        </a:p>
      </dsp:txBody>
      <dsp:txXfrm>
        <a:off x="824577" y="2148628"/>
        <a:ext cx="1415914" cy="1415914"/>
      </dsp:txXfrm>
    </dsp:sp>
    <dsp:sp modelId="{D5A13839-BBE8-40D0-9ADE-CE77C74599EF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1892 р.</a:t>
          </a:r>
          <a:endParaRPr lang="uk-UA" sz="3900" kern="1200"/>
        </a:p>
      </dsp:txBody>
      <dsp:txXfrm>
        <a:off x="2514388" y="2148628"/>
        <a:ext cx="1415914" cy="141591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3548F2-F167-4EFF-A8DE-9BDCFD8744E1}">
      <dsp:nvSpPr>
        <dsp:cNvPr id="0" name=""/>
        <dsp:cNvSpPr/>
      </dsp:nvSpPr>
      <dsp:spPr>
        <a:xfrm>
          <a:off x="0" y="1192"/>
          <a:ext cx="4754880" cy="95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Валуєвського циркуляру (1863 р.).</a:t>
          </a:r>
          <a:endParaRPr lang="uk-UA" sz="2400" kern="1200"/>
        </a:p>
      </dsp:txBody>
      <dsp:txXfrm>
        <a:off x="46541" y="47733"/>
        <a:ext cx="4661798" cy="860321"/>
      </dsp:txXfrm>
    </dsp:sp>
    <dsp:sp modelId="{2A06FACE-482A-4BB5-A897-C3C06592677C}">
      <dsp:nvSpPr>
        <dsp:cNvPr id="0" name=""/>
        <dsp:cNvSpPr/>
      </dsp:nvSpPr>
      <dsp:spPr>
        <a:xfrm>
          <a:off x="0" y="1023716"/>
          <a:ext cx="4754880" cy="95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Емського указу (1876 р.).</a:t>
          </a:r>
          <a:endParaRPr lang="uk-UA" sz="2400" kern="1200"/>
        </a:p>
      </dsp:txBody>
      <dsp:txXfrm>
        <a:off x="46541" y="1070257"/>
        <a:ext cx="4661798" cy="860321"/>
      </dsp:txXfrm>
    </dsp:sp>
    <dsp:sp modelId="{10034619-0C47-4B24-AF29-B792375E40AA}">
      <dsp:nvSpPr>
        <dsp:cNvPr id="0" name=""/>
        <dsp:cNvSpPr/>
      </dsp:nvSpPr>
      <dsp:spPr>
        <a:xfrm>
          <a:off x="0" y="2046240"/>
          <a:ext cx="4754880" cy="95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Університетського статуту (1884 р.).</a:t>
          </a:r>
          <a:endParaRPr lang="uk-UA" sz="2400" kern="1200"/>
        </a:p>
      </dsp:txBody>
      <dsp:txXfrm>
        <a:off x="46541" y="2092781"/>
        <a:ext cx="4661798" cy="860321"/>
      </dsp:txXfrm>
    </dsp:sp>
    <dsp:sp modelId="{C99CA04F-64A5-49D8-A055-AC7A7EAC697A}">
      <dsp:nvSpPr>
        <dsp:cNvPr id="0" name=""/>
        <dsp:cNvSpPr/>
      </dsp:nvSpPr>
      <dsp:spPr>
        <a:xfrm>
          <a:off x="0" y="3068763"/>
          <a:ext cx="4754880" cy="95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Столипінського циркуляру (1906 р.).</a:t>
          </a:r>
          <a:endParaRPr lang="uk-UA" sz="2400" kern="1200"/>
        </a:p>
      </dsp:txBody>
      <dsp:txXfrm>
        <a:off x="46541" y="3115304"/>
        <a:ext cx="4661798" cy="86032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3D44AB-6CEF-4956-BB58-401A10BD1BE6}">
      <dsp:nvSpPr>
        <dsp:cNvPr id="0" name=""/>
        <dsp:cNvSpPr/>
      </dsp:nvSpPr>
      <dsp:spPr>
        <a:xfrm rot="10800000">
          <a:off x="1001775" y="1257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102870" rIns="192024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0" i="0" kern="1200"/>
            <a:t>Олександра ІІ</a:t>
          </a:r>
          <a:endParaRPr lang="uk-UA" sz="2700" kern="1200"/>
        </a:p>
      </dsp:txBody>
      <dsp:txXfrm rot="10800000">
        <a:off x="1207108" y="1257"/>
        <a:ext cx="2956662" cy="821331"/>
      </dsp:txXfrm>
    </dsp:sp>
    <dsp:sp modelId="{32249A63-C2C4-4C6C-81EF-52162ED15260}">
      <dsp:nvSpPr>
        <dsp:cNvPr id="0" name=""/>
        <dsp:cNvSpPr/>
      </dsp:nvSpPr>
      <dsp:spPr>
        <a:xfrm>
          <a:off x="591109" y="1257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FC3DDC-179E-43C0-AA20-5D4DBE86EC33}">
      <dsp:nvSpPr>
        <dsp:cNvPr id="0" name=""/>
        <dsp:cNvSpPr/>
      </dsp:nvSpPr>
      <dsp:spPr>
        <a:xfrm rot="10800000">
          <a:off x="1001775" y="1067762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102870" rIns="192024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0" i="0" kern="1200"/>
            <a:t>Миколи І</a:t>
          </a:r>
          <a:endParaRPr lang="uk-UA" sz="2700" kern="1200"/>
        </a:p>
      </dsp:txBody>
      <dsp:txXfrm rot="10800000">
        <a:off x="1207108" y="1067762"/>
        <a:ext cx="2956662" cy="821331"/>
      </dsp:txXfrm>
    </dsp:sp>
    <dsp:sp modelId="{65C657B4-95E7-487D-9399-8319EBC6D799}">
      <dsp:nvSpPr>
        <dsp:cNvPr id="0" name=""/>
        <dsp:cNvSpPr/>
      </dsp:nvSpPr>
      <dsp:spPr>
        <a:xfrm>
          <a:off x="591109" y="1067762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022CC3-EFAE-412C-83A3-ED7413E27D92}">
      <dsp:nvSpPr>
        <dsp:cNvPr id="0" name=""/>
        <dsp:cNvSpPr/>
      </dsp:nvSpPr>
      <dsp:spPr>
        <a:xfrm rot="10800000">
          <a:off x="1001775" y="2134266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102870" rIns="192024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0" i="0" kern="1200"/>
            <a:t>Олександра ІІІ</a:t>
          </a:r>
          <a:endParaRPr lang="uk-UA" sz="2700" kern="1200"/>
        </a:p>
      </dsp:txBody>
      <dsp:txXfrm rot="10800000">
        <a:off x="1207108" y="2134266"/>
        <a:ext cx="2956662" cy="821331"/>
      </dsp:txXfrm>
    </dsp:sp>
    <dsp:sp modelId="{6D6A38D1-7585-46C6-BC86-650B807ADD1A}">
      <dsp:nvSpPr>
        <dsp:cNvPr id="0" name=""/>
        <dsp:cNvSpPr/>
      </dsp:nvSpPr>
      <dsp:spPr>
        <a:xfrm>
          <a:off x="591109" y="2134266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1593B9-5EC4-48C8-A4C9-73B8CBB291C7}">
      <dsp:nvSpPr>
        <dsp:cNvPr id="0" name=""/>
        <dsp:cNvSpPr/>
      </dsp:nvSpPr>
      <dsp:spPr>
        <a:xfrm rot="10800000">
          <a:off x="1001775" y="3200771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102870" rIns="192024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0" i="0" kern="1200"/>
            <a:t>Миколи ІІ</a:t>
          </a:r>
          <a:endParaRPr lang="uk-UA" sz="2700" kern="1200"/>
        </a:p>
      </dsp:txBody>
      <dsp:txXfrm rot="10800000">
        <a:off x="1207108" y="3200771"/>
        <a:ext cx="2956662" cy="821331"/>
      </dsp:txXfrm>
    </dsp:sp>
    <dsp:sp modelId="{2967784E-479C-41FE-AA13-D53561AECD64}">
      <dsp:nvSpPr>
        <dsp:cNvPr id="0" name=""/>
        <dsp:cNvSpPr/>
      </dsp:nvSpPr>
      <dsp:spPr>
        <a:xfrm>
          <a:off x="591109" y="3200771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65F302-BEAF-4D1F-A632-80598381D5A3}">
      <dsp:nvSpPr>
        <dsp:cNvPr id="0" name=""/>
        <dsp:cNvSpPr/>
      </dsp:nvSpPr>
      <dsp:spPr>
        <a:xfrm>
          <a:off x="0" y="166319"/>
          <a:ext cx="4754880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«Маніфест...» імператора Олександра </a:t>
          </a:r>
          <a:r>
            <a:rPr lang="en-US" sz="2200" b="0" i="0" kern="1200"/>
            <a:t>II </a:t>
          </a:r>
          <a:r>
            <a:rPr lang="uk-UA" sz="2200" b="0" i="0" kern="1200"/>
            <a:t>від 19 лютого 1861 р.</a:t>
          </a:r>
          <a:endParaRPr lang="uk-UA" sz="2200" kern="1200"/>
        </a:p>
      </dsp:txBody>
      <dsp:txXfrm>
        <a:off x="42722" y="209041"/>
        <a:ext cx="4669436" cy="789716"/>
      </dsp:txXfrm>
    </dsp:sp>
    <dsp:sp modelId="{CE51AAD1-B986-470B-B5AE-6C9276F02BD8}">
      <dsp:nvSpPr>
        <dsp:cNvPr id="0" name=""/>
        <dsp:cNvSpPr/>
      </dsp:nvSpPr>
      <dsp:spPr>
        <a:xfrm>
          <a:off x="0" y="1104839"/>
          <a:ext cx="4754880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Циркуляр міністра внутрішніх справ П. Валуєва від 18 липня 1863 р.</a:t>
          </a:r>
          <a:endParaRPr lang="uk-UA" sz="2200" kern="1200"/>
        </a:p>
      </dsp:txBody>
      <dsp:txXfrm>
        <a:off x="42722" y="1147561"/>
        <a:ext cx="4669436" cy="789716"/>
      </dsp:txXfrm>
    </dsp:sp>
    <dsp:sp modelId="{F9764955-1DD9-406D-B58A-DB7A0B6685A5}">
      <dsp:nvSpPr>
        <dsp:cNvPr id="0" name=""/>
        <dsp:cNvSpPr/>
      </dsp:nvSpPr>
      <dsp:spPr>
        <a:xfrm>
          <a:off x="0" y="2043360"/>
          <a:ext cx="4754880" cy="875160"/>
        </a:xfrm>
        <a:prstGeom prst="roundRect">
          <a:avLst/>
        </a:prstGeom>
        <a:solidFill>
          <a:schemeClr val="accent6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 dirty="0"/>
            <a:t>Емський указ імператора Олександра </a:t>
          </a:r>
          <a:r>
            <a:rPr lang="en-US" sz="2200" b="0" i="0" kern="1200" dirty="0"/>
            <a:t>II </a:t>
          </a:r>
          <a:r>
            <a:rPr lang="uk-UA" sz="2200" b="0" i="0" kern="1200" dirty="0"/>
            <a:t>від 18 травня 1876 р.</a:t>
          </a:r>
          <a:endParaRPr lang="uk-UA" sz="2200" kern="1200" dirty="0"/>
        </a:p>
      </dsp:txBody>
      <dsp:txXfrm>
        <a:off x="42722" y="2086082"/>
        <a:ext cx="4669436" cy="789716"/>
      </dsp:txXfrm>
    </dsp:sp>
    <dsp:sp modelId="{215DE867-99ED-4A9D-9266-B6235787D96F}">
      <dsp:nvSpPr>
        <dsp:cNvPr id="0" name=""/>
        <dsp:cNvSpPr/>
      </dsp:nvSpPr>
      <dsp:spPr>
        <a:xfrm>
          <a:off x="0" y="2981880"/>
          <a:ext cx="4754880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«Маніфест...» імператора Миколи </a:t>
          </a:r>
          <a:r>
            <a:rPr lang="en-US" sz="2200" b="0" i="0" kern="1200"/>
            <a:t>II </a:t>
          </a:r>
          <a:r>
            <a:rPr lang="uk-UA" sz="2200" b="0" i="0" kern="1200"/>
            <a:t>від 17 жовтня 1905 р.</a:t>
          </a:r>
          <a:endParaRPr lang="uk-UA" sz="2200" kern="1200"/>
        </a:p>
      </dsp:txBody>
      <dsp:txXfrm>
        <a:off x="42722" y="3024602"/>
        <a:ext cx="4669436" cy="78971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4E7952-3C66-4920-8642-91C3D26B34C2}">
      <dsp:nvSpPr>
        <dsp:cNvPr id="0" name=""/>
        <dsp:cNvSpPr/>
      </dsp:nvSpPr>
      <dsp:spPr>
        <a:xfrm>
          <a:off x="0" y="82439"/>
          <a:ext cx="4754880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щоденний відробіток селянами панщини</a:t>
          </a:r>
          <a:endParaRPr lang="uk-UA" sz="2300" kern="1200"/>
        </a:p>
      </dsp:txBody>
      <dsp:txXfrm>
        <a:off x="44664" y="127103"/>
        <a:ext cx="4665552" cy="825612"/>
      </dsp:txXfrm>
    </dsp:sp>
    <dsp:sp modelId="{58316A6F-4B96-4333-8092-257B1102671C}">
      <dsp:nvSpPr>
        <dsp:cNvPr id="0" name=""/>
        <dsp:cNvSpPr/>
      </dsp:nvSpPr>
      <dsp:spPr>
        <a:xfrm>
          <a:off x="0" y="1063619"/>
          <a:ext cx="4754880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особиста залежність селянина від пана</a:t>
          </a:r>
          <a:endParaRPr lang="uk-UA" sz="2300" kern="1200"/>
        </a:p>
      </dsp:txBody>
      <dsp:txXfrm>
        <a:off x="44664" y="1108283"/>
        <a:ext cx="4665552" cy="825612"/>
      </dsp:txXfrm>
    </dsp:sp>
    <dsp:sp modelId="{EB81CCAD-4F5E-41B5-9447-F466895BDB16}">
      <dsp:nvSpPr>
        <dsp:cNvPr id="0" name=""/>
        <dsp:cNvSpPr/>
      </dsp:nvSpPr>
      <dsp:spPr>
        <a:xfrm>
          <a:off x="0" y="2044800"/>
          <a:ext cx="4754880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сплата селянами натурального чи грошового оброку</a:t>
          </a:r>
          <a:endParaRPr lang="uk-UA" sz="2300" kern="1200"/>
        </a:p>
      </dsp:txBody>
      <dsp:txXfrm>
        <a:off x="44664" y="2089464"/>
        <a:ext cx="4665552" cy="825612"/>
      </dsp:txXfrm>
    </dsp:sp>
    <dsp:sp modelId="{BEB04123-6751-4005-B3B0-56D7312D8748}">
      <dsp:nvSpPr>
        <dsp:cNvPr id="0" name=""/>
        <dsp:cNvSpPr/>
      </dsp:nvSpPr>
      <dsp:spPr>
        <a:xfrm>
          <a:off x="0" y="3025980"/>
          <a:ext cx="4754880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виконання певних повинностей у маєтку поміщика</a:t>
          </a:r>
          <a:endParaRPr lang="uk-UA" sz="2300" kern="1200"/>
        </a:p>
      </dsp:txBody>
      <dsp:txXfrm>
        <a:off x="44664" y="3070644"/>
        <a:ext cx="4665552" cy="82561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E7581D-CD35-475D-B4C6-B04BB236F4E1}">
      <dsp:nvSpPr>
        <dsp:cNvPr id="0" name=""/>
        <dsp:cNvSpPr/>
      </dsp:nvSpPr>
      <dsp:spPr>
        <a:xfrm>
          <a:off x="0" y="1192"/>
          <a:ext cx="4754880" cy="95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засиллям іноземного капіталу.</a:t>
          </a:r>
          <a:endParaRPr lang="uk-UA" sz="2400" kern="1200"/>
        </a:p>
      </dsp:txBody>
      <dsp:txXfrm>
        <a:off x="46541" y="47733"/>
        <a:ext cx="4661798" cy="860321"/>
      </dsp:txXfrm>
    </dsp:sp>
    <dsp:sp modelId="{9EF701FD-C5D0-485B-B059-D317996F2DC2}">
      <dsp:nvSpPr>
        <dsp:cNvPr id="0" name=""/>
        <dsp:cNvSpPr/>
      </dsp:nvSpPr>
      <dsp:spPr>
        <a:xfrm>
          <a:off x="0" y="1023716"/>
          <a:ext cx="4754880" cy="95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поглибленням господарської спеціалізації регіонів.</a:t>
          </a:r>
          <a:endParaRPr lang="uk-UA" sz="2400" kern="1200"/>
        </a:p>
      </dsp:txBody>
      <dsp:txXfrm>
        <a:off x="46541" y="1070257"/>
        <a:ext cx="4661798" cy="860321"/>
      </dsp:txXfrm>
    </dsp:sp>
    <dsp:sp modelId="{092FBC6A-27EF-4576-89BC-8D1B5CDC9D52}">
      <dsp:nvSpPr>
        <dsp:cNvPr id="0" name=""/>
        <dsp:cNvSpPr/>
      </dsp:nvSpPr>
      <dsp:spPr>
        <a:xfrm>
          <a:off x="0" y="2046240"/>
          <a:ext cx="4754880" cy="95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скороченням поміщицького землеволодіння.</a:t>
          </a:r>
          <a:endParaRPr lang="uk-UA" sz="2400" kern="1200"/>
        </a:p>
      </dsp:txBody>
      <dsp:txXfrm>
        <a:off x="46541" y="2092781"/>
        <a:ext cx="4661798" cy="860321"/>
      </dsp:txXfrm>
    </dsp:sp>
    <dsp:sp modelId="{0618DADA-6CA4-4017-A51A-2FA42439C091}">
      <dsp:nvSpPr>
        <dsp:cNvPr id="0" name=""/>
        <dsp:cNvSpPr/>
      </dsp:nvSpPr>
      <dsp:spPr>
        <a:xfrm>
          <a:off x="0" y="3068763"/>
          <a:ext cx="4754880" cy="95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збереженням селянської общини.</a:t>
          </a:r>
          <a:endParaRPr lang="uk-UA" sz="2400" kern="1200"/>
        </a:p>
      </dsp:txBody>
      <dsp:txXfrm>
        <a:off x="46541" y="3115304"/>
        <a:ext cx="4661798" cy="860321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2DC6FC-871F-4E1A-B59C-699B1853A4BC}">
      <dsp:nvSpPr>
        <dsp:cNvPr id="0" name=""/>
        <dsp:cNvSpPr/>
      </dsp:nvSpPr>
      <dsp:spPr>
        <a:xfrm>
          <a:off x="0" y="334080"/>
          <a:ext cx="4754880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демографічний вибух і збереження великого землеволодіння</a:t>
          </a:r>
          <a:endParaRPr lang="uk-UA" sz="2000" kern="1200"/>
        </a:p>
      </dsp:txBody>
      <dsp:txXfrm>
        <a:off x="38838" y="372918"/>
        <a:ext cx="4677204" cy="717924"/>
      </dsp:txXfrm>
    </dsp:sp>
    <dsp:sp modelId="{C0B9D870-9379-46E2-80DD-7D9A2849B0AC}">
      <dsp:nvSpPr>
        <dsp:cNvPr id="0" name=""/>
        <dsp:cNvSpPr/>
      </dsp:nvSpPr>
      <dsp:spPr>
        <a:xfrm>
          <a:off x="0" y="1187280"/>
          <a:ext cx="4754880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соціальне розшарування селянства та зростання чисельності робітників</a:t>
          </a:r>
          <a:endParaRPr lang="uk-UA" sz="2000" kern="1200"/>
        </a:p>
      </dsp:txBody>
      <dsp:txXfrm>
        <a:off x="38838" y="1226118"/>
        <a:ext cx="4677204" cy="717924"/>
      </dsp:txXfrm>
    </dsp:sp>
    <dsp:sp modelId="{BA6496E5-0BBC-43C4-B9BB-D5F7715F8455}">
      <dsp:nvSpPr>
        <dsp:cNvPr id="0" name=""/>
        <dsp:cNvSpPr/>
      </dsp:nvSpPr>
      <dsp:spPr>
        <a:xfrm>
          <a:off x="0" y="2040480"/>
          <a:ext cx="4754880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скасування панщини та міграція селянства із західноукраїнських земель</a:t>
          </a:r>
          <a:endParaRPr lang="uk-UA" sz="2000" kern="1200"/>
        </a:p>
      </dsp:txBody>
      <dsp:txXfrm>
        <a:off x="38838" y="2079318"/>
        <a:ext cx="4677204" cy="717924"/>
      </dsp:txXfrm>
    </dsp:sp>
    <dsp:sp modelId="{A862DCC4-5FAF-44B4-9BA0-E473A4B0BE17}">
      <dsp:nvSpPr>
        <dsp:cNvPr id="0" name=""/>
        <dsp:cNvSpPr/>
      </dsp:nvSpPr>
      <dsp:spPr>
        <a:xfrm>
          <a:off x="0" y="2893680"/>
          <a:ext cx="4754880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поразка першої Російської революції та проведення Столипінської реформи</a:t>
          </a:r>
          <a:endParaRPr lang="uk-UA" sz="2000" kern="1200"/>
        </a:p>
      </dsp:txBody>
      <dsp:txXfrm>
        <a:off x="38838" y="2932518"/>
        <a:ext cx="4677204" cy="717924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874DFD-E5D9-4E28-B540-8365FA319846}">
      <dsp:nvSpPr>
        <dsp:cNvPr id="0" name=""/>
        <dsp:cNvSpPr/>
      </dsp:nvSpPr>
      <dsp:spPr>
        <a:xfrm>
          <a:off x="0" y="1192"/>
          <a:ext cx="4754880" cy="95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кваліфікована робоча сила</a:t>
          </a:r>
          <a:endParaRPr lang="uk-UA" sz="2400" kern="1200"/>
        </a:p>
      </dsp:txBody>
      <dsp:txXfrm>
        <a:off x="46541" y="47733"/>
        <a:ext cx="4661798" cy="860321"/>
      </dsp:txXfrm>
    </dsp:sp>
    <dsp:sp modelId="{211E5DFD-0609-421E-AC1A-9140635F7D48}">
      <dsp:nvSpPr>
        <dsp:cNvPr id="0" name=""/>
        <dsp:cNvSpPr/>
      </dsp:nvSpPr>
      <dsp:spPr>
        <a:xfrm>
          <a:off x="0" y="1023716"/>
          <a:ext cx="4754880" cy="95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значні природні ресурси</a:t>
          </a:r>
          <a:endParaRPr lang="uk-UA" sz="2400" kern="1200"/>
        </a:p>
      </dsp:txBody>
      <dsp:txXfrm>
        <a:off x="46541" y="1070257"/>
        <a:ext cx="4661798" cy="860321"/>
      </dsp:txXfrm>
    </dsp:sp>
    <dsp:sp modelId="{C00F5C50-3C5A-4507-B74B-38B7BC7745FB}">
      <dsp:nvSpPr>
        <dsp:cNvPr id="0" name=""/>
        <dsp:cNvSpPr/>
      </dsp:nvSpPr>
      <dsp:spPr>
        <a:xfrm>
          <a:off x="0" y="2046240"/>
          <a:ext cx="4754880" cy="95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розгалужена транспортна інфраструктура</a:t>
          </a:r>
          <a:endParaRPr lang="uk-UA" sz="2400" kern="1200"/>
        </a:p>
      </dsp:txBody>
      <dsp:txXfrm>
        <a:off x="46541" y="2092781"/>
        <a:ext cx="4661798" cy="860321"/>
      </dsp:txXfrm>
    </dsp:sp>
    <dsp:sp modelId="{78A0187A-7ABD-40CF-8C6A-DB168716B5C0}">
      <dsp:nvSpPr>
        <dsp:cNvPr id="0" name=""/>
        <dsp:cNvSpPr/>
      </dsp:nvSpPr>
      <dsp:spPr>
        <a:xfrm>
          <a:off x="0" y="3068763"/>
          <a:ext cx="4754880" cy="95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утворення монополістичних об’єднань</a:t>
          </a:r>
          <a:endParaRPr lang="uk-UA" sz="2400" kern="1200"/>
        </a:p>
      </dsp:txBody>
      <dsp:txXfrm>
        <a:off x="46541" y="3115304"/>
        <a:ext cx="4661798" cy="860321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607306-4172-450C-B1B6-D3E0ED86EF22}">
      <dsp:nvSpPr>
        <dsp:cNvPr id="0" name=""/>
        <dsp:cNvSpPr/>
      </dsp:nvSpPr>
      <dsp:spPr>
        <a:xfrm>
          <a:off x="0" y="336273"/>
          <a:ext cx="4754880" cy="7945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початку промислового перевороту.</a:t>
          </a:r>
          <a:endParaRPr lang="uk-UA" sz="2000" kern="1200"/>
        </a:p>
      </dsp:txBody>
      <dsp:txXfrm>
        <a:off x="38784" y="375057"/>
        <a:ext cx="4677312" cy="716935"/>
      </dsp:txXfrm>
    </dsp:sp>
    <dsp:sp modelId="{ECC2C9EF-35C1-454C-88CD-365000C75155}">
      <dsp:nvSpPr>
        <dsp:cNvPr id="0" name=""/>
        <dsp:cNvSpPr/>
      </dsp:nvSpPr>
      <dsp:spPr>
        <a:xfrm>
          <a:off x="0" y="1188376"/>
          <a:ext cx="4754880" cy="7945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завершенню промислового перевороту та розгортанню індустріалізації.</a:t>
          </a:r>
          <a:endParaRPr lang="uk-UA" sz="2000" kern="1200"/>
        </a:p>
      </dsp:txBody>
      <dsp:txXfrm>
        <a:off x="38784" y="1227160"/>
        <a:ext cx="4677312" cy="716935"/>
      </dsp:txXfrm>
    </dsp:sp>
    <dsp:sp modelId="{DA1BA280-808D-4FB9-B1C5-CBF465ACF36E}">
      <dsp:nvSpPr>
        <dsp:cNvPr id="0" name=""/>
        <dsp:cNvSpPr/>
      </dsp:nvSpPr>
      <dsp:spPr>
        <a:xfrm>
          <a:off x="0" y="2040480"/>
          <a:ext cx="4754880" cy="7945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завершенню індустріалізації та початку монополізації.</a:t>
          </a:r>
          <a:endParaRPr lang="uk-UA" sz="2000" kern="1200"/>
        </a:p>
      </dsp:txBody>
      <dsp:txXfrm>
        <a:off x="38784" y="2079264"/>
        <a:ext cx="4677312" cy="716935"/>
      </dsp:txXfrm>
    </dsp:sp>
    <dsp:sp modelId="{021030B4-074E-4AB0-B37A-8B204E70D537}">
      <dsp:nvSpPr>
        <dsp:cNvPr id="0" name=""/>
        <dsp:cNvSpPr/>
      </dsp:nvSpPr>
      <dsp:spPr>
        <a:xfrm>
          <a:off x="0" y="2892583"/>
          <a:ext cx="4754880" cy="7945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завершенню монополізації.</a:t>
          </a:r>
          <a:endParaRPr lang="uk-UA" sz="2000" kern="1200"/>
        </a:p>
      </dsp:txBody>
      <dsp:txXfrm>
        <a:off x="38784" y="2931367"/>
        <a:ext cx="4677312" cy="716935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275779-7417-400D-9823-E100A2AF576B}">
      <dsp:nvSpPr>
        <dsp:cNvPr id="0" name=""/>
        <dsp:cNvSpPr/>
      </dsp:nvSpPr>
      <dsp:spPr>
        <a:xfrm>
          <a:off x="0" y="182879"/>
          <a:ext cx="4754880" cy="879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Упровадження виборного (на основі майнового цензу) міського самоврядування, створення міських дум і міських управ.</a:t>
          </a:r>
          <a:endParaRPr lang="uk-UA" sz="1600" kern="1200"/>
        </a:p>
      </dsp:txBody>
      <dsp:txXfrm>
        <a:off x="42950" y="225829"/>
        <a:ext cx="4668980" cy="793940"/>
      </dsp:txXfrm>
    </dsp:sp>
    <dsp:sp modelId="{C56439DF-B31D-460E-A7EA-28F7E2D3D7FA}">
      <dsp:nvSpPr>
        <dsp:cNvPr id="0" name=""/>
        <dsp:cNvSpPr/>
      </dsp:nvSpPr>
      <dsp:spPr>
        <a:xfrm>
          <a:off x="0" y="1108800"/>
          <a:ext cx="4754880" cy="879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Ліквідація особистої залежності селян від поміщиків, наділення селян землею та визначення за неї повинностей, викуп селянських наділів.</a:t>
          </a:r>
          <a:endParaRPr lang="uk-UA" sz="1600" kern="1200"/>
        </a:p>
      </dsp:txBody>
      <dsp:txXfrm>
        <a:off x="42950" y="1151750"/>
        <a:ext cx="4668980" cy="793940"/>
      </dsp:txXfrm>
    </dsp:sp>
    <dsp:sp modelId="{E361ECBE-E1FE-400F-95D5-08807FE53F4A}">
      <dsp:nvSpPr>
        <dsp:cNvPr id="0" name=""/>
        <dsp:cNvSpPr/>
      </dsp:nvSpPr>
      <dsp:spPr>
        <a:xfrm>
          <a:off x="0" y="2034720"/>
          <a:ext cx="4754880" cy="879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Створення виборних місцевих органів самоврядування — земств — у лівобережних та південних губерніях України.</a:t>
          </a:r>
          <a:endParaRPr lang="uk-UA" sz="1600" kern="1200"/>
        </a:p>
      </dsp:txBody>
      <dsp:txXfrm>
        <a:off x="42950" y="2077670"/>
        <a:ext cx="4668980" cy="793940"/>
      </dsp:txXfrm>
    </dsp:sp>
    <dsp:sp modelId="{82D284FE-A6CA-433D-ABD5-DD482EBB3CAA}">
      <dsp:nvSpPr>
        <dsp:cNvPr id="0" name=""/>
        <dsp:cNvSpPr/>
      </dsp:nvSpPr>
      <dsp:spPr>
        <a:xfrm>
          <a:off x="0" y="2960640"/>
          <a:ext cx="4754880" cy="879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Скасування рекрутських наборів та впровадження загальної військової повинності строком до 6 — 7 років.</a:t>
          </a:r>
          <a:endParaRPr lang="uk-UA" sz="1600" kern="1200"/>
        </a:p>
      </dsp:txBody>
      <dsp:txXfrm>
        <a:off x="42950" y="3003590"/>
        <a:ext cx="4668980" cy="793940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E7262A-55EF-4B13-B9D7-E44BA7715588}">
      <dsp:nvSpPr>
        <dsp:cNvPr id="0" name=""/>
        <dsp:cNvSpPr/>
      </dsp:nvSpPr>
      <dsp:spPr>
        <a:xfrm rot="10800000">
          <a:off x="1859813" y="1290"/>
          <a:ext cx="6565459" cy="82443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3551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підписання імператором Олександром ІІ Емського указу про повну заборону використання української мови</a:t>
          </a:r>
          <a:endParaRPr lang="uk-UA" sz="1700" kern="1200" dirty="0"/>
        </a:p>
      </dsp:txBody>
      <dsp:txXfrm rot="10800000">
        <a:off x="2065920" y="1290"/>
        <a:ext cx="6359352" cy="824430"/>
      </dsp:txXfrm>
    </dsp:sp>
    <dsp:sp modelId="{FF5FA7DB-FE24-4F8F-B18C-96DD98C268E4}">
      <dsp:nvSpPr>
        <dsp:cNvPr id="0" name=""/>
        <dsp:cNvSpPr/>
      </dsp:nvSpPr>
      <dsp:spPr>
        <a:xfrm>
          <a:off x="1447598" y="1290"/>
          <a:ext cx="824430" cy="82443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8F47FD-01E7-43FC-968D-B1ED67E7C3D4}">
      <dsp:nvSpPr>
        <dsp:cNvPr id="0" name=""/>
        <dsp:cNvSpPr/>
      </dsp:nvSpPr>
      <dsp:spPr>
        <a:xfrm rot="10800000">
          <a:off x="1859813" y="1071820"/>
          <a:ext cx="6565459" cy="82443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3551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видання міністром внутрішніх справ П. Валуєвим циркуляру про обмеження видання книг українською мовою</a:t>
          </a:r>
          <a:endParaRPr lang="uk-UA" sz="1700" kern="1200"/>
        </a:p>
      </dsp:txBody>
      <dsp:txXfrm rot="10800000">
        <a:off x="2065920" y="1071820"/>
        <a:ext cx="6359352" cy="824430"/>
      </dsp:txXfrm>
    </dsp:sp>
    <dsp:sp modelId="{B265F0EF-0425-429F-B6EC-5CE0547755C6}">
      <dsp:nvSpPr>
        <dsp:cNvPr id="0" name=""/>
        <dsp:cNvSpPr/>
      </dsp:nvSpPr>
      <dsp:spPr>
        <a:xfrm>
          <a:off x="1447598" y="1071820"/>
          <a:ext cx="824430" cy="82443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4CF4F3-DAB7-46ED-B030-9C1A6AACFE4A}">
      <dsp:nvSpPr>
        <dsp:cNvPr id="0" name=""/>
        <dsp:cNvSpPr/>
      </dsp:nvSpPr>
      <dsp:spPr>
        <a:xfrm rot="10800000">
          <a:off x="1859813" y="2142349"/>
          <a:ext cx="6565459" cy="82443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3551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підписання імператором Олександром ІІ Маніфесту про скасування кріпосного права</a:t>
          </a:r>
          <a:endParaRPr lang="uk-UA" sz="1700" kern="1200"/>
        </a:p>
      </dsp:txBody>
      <dsp:txXfrm rot="10800000">
        <a:off x="2065920" y="2142349"/>
        <a:ext cx="6359352" cy="824430"/>
      </dsp:txXfrm>
    </dsp:sp>
    <dsp:sp modelId="{61F534A3-3800-4D3B-AE85-397B7F5C3782}">
      <dsp:nvSpPr>
        <dsp:cNvPr id="0" name=""/>
        <dsp:cNvSpPr/>
      </dsp:nvSpPr>
      <dsp:spPr>
        <a:xfrm>
          <a:off x="1447598" y="2142349"/>
          <a:ext cx="824430" cy="82443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377ACA-108B-4746-B386-A5D12D646916}">
      <dsp:nvSpPr>
        <dsp:cNvPr id="0" name=""/>
        <dsp:cNvSpPr/>
      </dsp:nvSpPr>
      <dsp:spPr>
        <a:xfrm rot="10800000">
          <a:off x="1859813" y="3212878"/>
          <a:ext cx="6565459" cy="82443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3551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відкриття в Києві Південно-Західного відділу Російського географічного товариства</a:t>
          </a:r>
          <a:endParaRPr lang="uk-UA" sz="1700" kern="1200"/>
        </a:p>
      </dsp:txBody>
      <dsp:txXfrm rot="10800000">
        <a:off x="2065920" y="3212878"/>
        <a:ext cx="6359352" cy="824430"/>
      </dsp:txXfrm>
    </dsp:sp>
    <dsp:sp modelId="{EF0D3E3E-20A5-4244-A68A-2367E99807B4}">
      <dsp:nvSpPr>
        <dsp:cNvPr id="0" name=""/>
        <dsp:cNvSpPr/>
      </dsp:nvSpPr>
      <dsp:spPr>
        <a:xfrm>
          <a:off x="1447598" y="3212878"/>
          <a:ext cx="824430" cy="82443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945429-B975-4A18-B6C7-967BA5B267F7}">
      <dsp:nvSpPr>
        <dsp:cNvPr id="0" name=""/>
        <dsp:cNvSpPr/>
      </dsp:nvSpPr>
      <dsp:spPr>
        <a:xfrm rot="10800000">
          <a:off x="1001775" y="1257"/>
          <a:ext cx="3161995" cy="821331"/>
        </a:xfrm>
        <a:prstGeom prst="homePlate">
          <a:avLst/>
        </a:prstGeom>
        <a:solidFill>
          <a:schemeClr val="accent6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завершенню промислового перевороту.</a:t>
          </a:r>
          <a:endParaRPr lang="uk-UA" sz="1600" kern="1200"/>
        </a:p>
      </dsp:txBody>
      <dsp:txXfrm rot="10800000">
        <a:off x="1207108" y="1257"/>
        <a:ext cx="2956662" cy="821331"/>
      </dsp:txXfrm>
    </dsp:sp>
    <dsp:sp modelId="{0BAA2C71-AFC1-4D8A-9A9C-FDE421725FEC}">
      <dsp:nvSpPr>
        <dsp:cNvPr id="0" name=""/>
        <dsp:cNvSpPr/>
      </dsp:nvSpPr>
      <dsp:spPr>
        <a:xfrm>
          <a:off x="591109" y="1257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3A08D7-6E5C-4A71-85C4-A87DE503F208}">
      <dsp:nvSpPr>
        <dsp:cNvPr id="0" name=""/>
        <dsp:cNvSpPr/>
      </dsp:nvSpPr>
      <dsp:spPr>
        <a:xfrm rot="10800000">
          <a:off x="1001775" y="1067762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скасуванню заборон щодо української мови.</a:t>
          </a:r>
          <a:endParaRPr lang="uk-UA" sz="1600" kern="1200"/>
        </a:p>
      </dsp:txBody>
      <dsp:txXfrm rot="10800000">
        <a:off x="1207108" y="1067762"/>
        <a:ext cx="2956662" cy="821331"/>
      </dsp:txXfrm>
    </dsp:sp>
    <dsp:sp modelId="{194352C3-00CF-40FC-9228-CD8CA276DEC0}">
      <dsp:nvSpPr>
        <dsp:cNvPr id="0" name=""/>
        <dsp:cNvSpPr/>
      </dsp:nvSpPr>
      <dsp:spPr>
        <a:xfrm>
          <a:off x="591109" y="1067762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B1BA37-F991-4335-8E53-0CD476306930}">
      <dsp:nvSpPr>
        <dsp:cNvPr id="0" name=""/>
        <dsp:cNvSpPr/>
      </dsp:nvSpPr>
      <dsp:spPr>
        <a:xfrm rot="10800000">
          <a:off x="1001775" y="2134266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відкриттю українських кафедр в університетах.</a:t>
          </a:r>
          <a:endParaRPr lang="uk-UA" sz="1600" kern="1200"/>
        </a:p>
      </dsp:txBody>
      <dsp:txXfrm rot="10800000">
        <a:off x="1207108" y="2134266"/>
        <a:ext cx="2956662" cy="821331"/>
      </dsp:txXfrm>
    </dsp:sp>
    <dsp:sp modelId="{E7DAE060-B690-42C0-923B-FA9C33FCA216}">
      <dsp:nvSpPr>
        <dsp:cNvPr id="0" name=""/>
        <dsp:cNvSpPr/>
      </dsp:nvSpPr>
      <dsp:spPr>
        <a:xfrm>
          <a:off x="591109" y="2134266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016386-FF66-4025-8A67-3B2315363CA6}">
      <dsp:nvSpPr>
        <dsp:cNvPr id="0" name=""/>
        <dsp:cNvSpPr/>
      </dsp:nvSpPr>
      <dsp:spPr>
        <a:xfrm rot="10800000">
          <a:off x="1001775" y="3200771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зрівнянню в правах усіх верств суспільства.</a:t>
          </a:r>
          <a:endParaRPr lang="uk-UA" sz="1600" kern="1200"/>
        </a:p>
      </dsp:txBody>
      <dsp:txXfrm rot="10800000">
        <a:off x="1207108" y="3200771"/>
        <a:ext cx="2956662" cy="821331"/>
      </dsp:txXfrm>
    </dsp:sp>
    <dsp:sp modelId="{B8173382-E367-4EC9-9687-2A2DBB7CCC74}">
      <dsp:nvSpPr>
        <dsp:cNvPr id="0" name=""/>
        <dsp:cNvSpPr/>
      </dsp:nvSpPr>
      <dsp:spPr>
        <a:xfrm>
          <a:off x="591109" y="3200771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E3B1ED-8176-4731-98C7-25B824800898}">
      <dsp:nvSpPr>
        <dsp:cNvPr id="0" name=""/>
        <dsp:cNvSpPr/>
      </dsp:nvSpPr>
      <dsp:spPr>
        <a:xfrm>
          <a:off x="0" y="84962"/>
          <a:ext cx="5173132" cy="9136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селянської реформи Йосифа II 1780 р.</a:t>
          </a:r>
          <a:endParaRPr lang="uk-UA" sz="2300" kern="1200"/>
        </a:p>
      </dsp:txBody>
      <dsp:txXfrm>
        <a:off x="44602" y="129564"/>
        <a:ext cx="5083928" cy="824474"/>
      </dsp:txXfrm>
    </dsp:sp>
    <dsp:sp modelId="{18A9AE4D-A662-4D21-A1D0-52104E6CB6F9}">
      <dsp:nvSpPr>
        <dsp:cNvPr id="0" name=""/>
        <dsp:cNvSpPr/>
      </dsp:nvSpPr>
      <dsp:spPr>
        <a:xfrm>
          <a:off x="0" y="1064881"/>
          <a:ext cx="5173132" cy="9136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аграрної реформи Франца-Йосифа 1848 р.</a:t>
          </a:r>
          <a:endParaRPr lang="uk-UA" sz="2300" kern="1200"/>
        </a:p>
      </dsp:txBody>
      <dsp:txXfrm>
        <a:off x="44602" y="1109483"/>
        <a:ext cx="5083928" cy="824474"/>
      </dsp:txXfrm>
    </dsp:sp>
    <dsp:sp modelId="{5B236370-AA5A-4704-8A1A-215B29EC33FF}">
      <dsp:nvSpPr>
        <dsp:cNvPr id="0" name=""/>
        <dsp:cNvSpPr/>
      </dsp:nvSpPr>
      <dsp:spPr>
        <a:xfrm>
          <a:off x="0" y="2044800"/>
          <a:ext cx="5173132" cy="9136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селянської реформи Олександра II 1861 р.</a:t>
          </a:r>
          <a:endParaRPr lang="uk-UA" sz="2300" kern="1200"/>
        </a:p>
      </dsp:txBody>
      <dsp:txXfrm>
        <a:off x="44602" y="2089402"/>
        <a:ext cx="5083928" cy="824474"/>
      </dsp:txXfrm>
    </dsp:sp>
    <dsp:sp modelId="{E9B5B916-56BF-4AC3-AF9E-7A76747F2EAA}">
      <dsp:nvSpPr>
        <dsp:cNvPr id="0" name=""/>
        <dsp:cNvSpPr/>
      </dsp:nvSpPr>
      <dsp:spPr>
        <a:xfrm>
          <a:off x="0" y="3024718"/>
          <a:ext cx="5173132" cy="9136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земельної реформи П. Столипіна 1906 р.</a:t>
          </a:r>
          <a:endParaRPr lang="uk-UA" sz="2300" kern="1200"/>
        </a:p>
      </dsp:txBody>
      <dsp:txXfrm>
        <a:off x="44602" y="3069320"/>
        <a:ext cx="5083928" cy="824474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BB53DB-CD20-419F-8978-05ECA6AF8445}">
      <dsp:nvSpPr>
        <dsp:cNvPr id="0" name=""/>
        <dsp:cNvSpPr/>
      </dsp:nvSpPr>
      <dsp:spPr>
        <a:xfrm>
          <a:off x="0" y="252503"/>
          <a:ext cx="4754880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товариство «Просвіта»</a:t>
          </a:r>
          <a:endParaRPr lang="uk-UA" sz="2100" kern="1200"/>
        </a:p>
      </dsp:txBody>
      <dsp:txXfrm>
        <a:off x="40724" y="293227"/>
        <a:ext cx="4673432" cy="752780"/>
      </dsp:txXfrm>
    </dsp:sp>
    <dsp:sp modelId="{9CCD9C13-83B9-47DC-AA2E-69EE46C89492}">
      <dsp:nvSpPr>
        <dsp:cNvPr id="0" name=""/>
        <dsp:cNvSpPr/>
      </dsp:nvSpPr>
      <dsp:spPr>
        <a:xfrm>
          <a:off x="0" y="1147211"/>
          <a:ext cx="4754880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Наукове товариство ім. Т. Шевченка</a:t>
          </a:r>
          <a:endParaRPr lang="uk-UA" sz="2100" kern="1200"/>
        </a:p>
      </dsp:txBody>
      <dsp:txXfrm>
        <a:off x="40724" y="1187935"/>
        <a:ext cx="4673432" cy="752780"/>
      </dsp:txXfrm>
    </dsp:sp>
    <dsp:sp modelId="{98448B03-8137-4004-B6B5-FF19AC1BE1F0}">
      <dsp:nvSpPr>
        <dsp:cNvPr id="0" name=""/>
        <dsp:cNvSpPr/>
      </dsp:nvSpPr>
      <dsp:spPr>
        <a:xfrm>
          <a:off x="0" y="2041920"/>
          <a:ext cx="4754880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Південно-Західний відділ Російського географічного товариства</a:t>
          </a:r>
          <a:endParaRPr lang="uk-UA" sz="2100" kern="1200"/>
        </a:p>
      </dsp:txBody>
      <dsp:txXfrm>
        <a:off x="40724" y="2082644"/>
        <a:ext cx="4673432" cy="752780"/>
      </dsp:txXfrm>
    </dsp:sp>
    <dsp:sp modelId="{428922C6-395D-4D09-9B27-009C9D5A0F24}">
      <dsp:nvSpPr>
        <dsp:cNvPr id="0" name=""/>
        <dsp:cNvSpPr/>
      </dsp:nvSpPr>
      <dsp:spPr>
        <a:xfrm>
          <a:off x="0" y="2936628"/>
          <a:ext cx="4754880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просвітницьке товариство галицьких греко-католицьких священиків</a:t>
          </a:r>
          <a:endParaRPr lang="uk-UA" sz="2100" kern="1200"/>
        </a:p>
      </dsp:txBody>
      <dsp:txXfrm>
        <a:off x="40724" y="2977352"/>
        <a:ext cx="4673432" cy="752780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2546E7-005F-4036-A79D-D6A17D9082BD}">
      <dsp:nvSpPr>
        <dsp:cNvPr id="0" name=""/>
        <dsp:cNvSpPr/>
      </dsp:nvSpPr>
      <dsp:spPr>
        <a:xfrm>
          <a:off x="-4548356" y="-697417"/>
          <a:ext cx="5418195" cy="5418195"/>
        </a:xfrm>
        <a:prstGeom prst="blockArc">
          <a:avLst>
            <a:gd name="adj1" fmla="val 18900000"/>
            <a:gd name="adj2" fmla="val 2700000"/>
            <a:gd name="adj3" fmla="val 399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48B29C-670E-40E2-8B2B-55AA6DC825F0}">
      <dsp:nvSpPr>
        <dsp:cNvPr id="0" name=""/>
        <dsp:cNvSpPr/>
      </dsp:nvSpPr>
      <dsp:spPr>
        <a:xfrm>
          <a:off x="455617" y="309315"/>
          <a:ext cx="424471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«Руська трійця»</a:t>
          </a:r>
          <a:endParaRPr lang="uk-UA" sz="1800" kern="1200"/>
        </a:p>
      </dsp:txBody>
      <dsp:txXfrm>
        <a:off x="455617" y="309315"/>
        <a:ext cx="4244717" cy="618953"/>
      </dsp:txXfrm>
    </dsp:sp>
    <dsp:sp modelId="{DD31D0F2-7C87-41B4-B39E-6DBDED51EC32}">
      <dsp:nvSpPr>
        <dsp:cNvPr id="0" name=""/>
        <dsp:cNvSpPr/>
      </dsp:nvSpPr>
      <dsp:spPr>
        <a:xfrm>
          <a:off x="68771" y="231946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326256-BE4A-43DB-95AC-6FBB4D2A314E}">
      <dsp:nvSpPr>
        <dsp:cNvPr id="0" name=""/>
        <dsp:cNvSpPr/>
      </dsp:nvSpPr>
      <dsp:spPr>
        <a:xfrm>
          <a:off x="810477" y="1237907"/>
          <a:ext cx="388985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Кирило-Мефодіївське братство</a:t>
          </a:r>
          <a:endParaRPr lang="uk-UA" sz="1800" kern="1200"/>
        </a:p>
      </dsp:txBody>
      <dsp:txXfrm>
        <a:off x="810477" y="1237907"/>
        <a:ext cx="3889857" cy="618953"/>
      </dsp:txXfrm>
    </dsp:sp>
    <dsp:sp modelId="{6A8BC87A-7507-4E5B-8508-2D5B6D14D010}">
      <dsp:nvSpPr>
        <dsp:cNvPr id="0" name=""/>
        <dsp:cNvSpPr/>
      </dsp:nvSpPr>
      <dsp:spPr>
        <a:xfrm>
          <a:off x="423631" y="1160538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055AED-F06F-4C6A-8911-0D532664F284}">
      <dsp:nvSpPr>
        <dsp:cNvPr id="0" name=""/>
        <dsp:cNvSpPr/>
      </dsp:nvSpPr>
      <dsp:spPr>
        <a:xfrm>
          <a:off x="810477" y="2166498"/>
          <a:ext cx="388985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Русько-українська радикальна партія</a:t>
          </a:r>
          <a:endParaRPr lang="uk-UA" sz="1800" kern="1200"/>
        </a:p>
      </dsp:txBody>
      <dsp:txXfrm>
        <a:off x="810477" y="2166498"/>
        <a:ext cx="3889857" cy="618953"/>
      </dsp:txXfrm>
    </dsp:sp>
    <dsp:sp modelId="{A1070BE7-CC44-4C19-9DB9-48539F41C071}">
      <dsp:nvSpPr>
        <dsp:cNvPr id="0" name=""/>
        <dsp:cNvSpPr/>
      </dsp:nvSpPr>
      <dsp:spPr>
        <a:xfrm>
          <a:off x="423631" y="2089129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8F95E5-2384-4955-91B3-F654295A9C35}">
      <dsp:nvSpPr>
        <dsp:cNvPr id="0" name=""/>
        <dsp:cNvSpPr/>
      </dsp:nvSpPr>
      <dsp:spPr>
        <a:xfrm>
          <a:off x="455617" y="3095090"/>
          <a:ext cx="424471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«Братство тарасівців»</a:t>
          </a:r>
          <a:endParaRPr lang="uk-UA" sz="1800" kern="1200"/>
        </a:p>
      </dsp:txBody>
      <dsp:txXfrm>
        <a:off x="455617" y="3095090"/>
        <a:ext cx="4244717" cy="618953"/>
      </dsp:txXfrm>
    </dsp:sp>
    <dsp:sp modelId="{2670BDF0-0C2A-4F09-99C7-F7E78B41425A}">
      <dsp:nvSpPr>
        <dsp:cNvPr id="0" name=""/>
        <dsp:cNvSpPr/>
      </dsp:nvSpPr>
      <dsp:spPr>
        <a:xfrm>
          <a:off x="68771" y="3017721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F0F9CD-CE74-4E8A-85BB-18CAD8EED726}">
      <dsp:nvSpPr>
        <dsp:cNvPr id="0" name=""/>
        <dsp:cNvSpPr/>
      </dsp:nvSpPr>
      <dsp:spPr>
        <a:xfrm>
          <a:off x="0" y="15295"/>
          <a:ext cx="4754880" cy="7547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М. Костомаров, В. Білозерський, М. Гулак</a:t>
          </a:r>
          <a:endParaRPr lang="uk-UA" sz="1900" kern="1200"/>
        </a:p>
      </dsp:txBody>
      <dsp:txXfrm>
        <a:off x="36845" y="52140"/>
        <a:ext cx="4681190" cy="681087"/>
      </dsp:txXfrm>
    </dsp:sp>
    <dsp:sp modelId="{38BCED95-3994-41C6-A089-DA93CDE6FB21}">
      <dsp:nvSpPr>
        <dsp:cNvPr id="0" name=""/>
        <dsp:cNvSpPr/>
      </dsp:nvSpPr>
      <dsp:spPr>
        <a:xfrm>
          <a:off x="0" y="824793"/>
          <a:ext cx="4754880" cy="7547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І. Липа, Б. Грінченко, М. Міхновський</a:t>
          </a:r>
          <a:endParaRPr lang="uk-UA" sz="1900" kern="1200"/>
        </a:p>
      </dsp:txBody>
      <dsp:txXfrm>
        <a:off x="36845" y="861638"/>
        <a:ext cx="4681190" cy="681087"/>
      </dsp:txXfrm>
    </dsp:sp>
    <dsp:sp modelId="{85D5DABE-CEA8-43B2-86E7-7C24E8A0D35C}">
      <dsp:nvSpPr>
        <dsp:cNvPr id="0" name=""/>
        <dsp:cNvSpPr/>
      </dsp:nvSpPr>
      <dsp:spPr>
        <a:xfrm>
          <a:off x="0" y="1634291"/>
          <a:ext cx="4754880" cy="7547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В. Антонович, М. Драгоманов, П. Чубинський</a:t>
          </a:r>
          <a:endParaRPr lang="uk-UA" sz="1900" kern="1200"/>
        </a:p>
      </dsp:txBody>
      <dsp:txXfrm>
        <a:off x="36845" y="1671136"/>
        <a:ext cx="4681190" cy="681087"/>
      </dsp:txXfrm>
    </dsp:sp>
    <dsp:sp modelId="{1D6D4E87-7596-4353-B3C6-D75DACF8D088}">
      <dsp:nvSpPr>
        <dsp:cNvPr id="0" name=""/>
        <dsp:cNvSpPr/>
      </dsp:nvSpPr>
      <dsp:spPr>
        <a:xfrm>
          <a:off x="0" y="2443788"/>
          <a:ext cx="4754880" cy="7547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І. Франко, М. Павлик, Є. Левицький</a:t>
          </a:r>
          <a:endParaRPr lang="uk-UA" sz="1900" kern="1200"/>
        </a:p>
      </dsp:txBody>
      <dsp:txXfrm>
        <a:off x="36845" y="2480633"/>
        <a:ext cx="4681190" cy="681087"/>
      </dsp:txXfrm>
    </dsp:sp>
    <dsp:sp modelId="{0720BF23-0228-4899-8860-93A5C6416E5A}">
      <dsp:nvSpPr>
        <dsp:cNvPr id="0" name=""/>
        <dsp:cNvSpPr/>
      </dsp:nvSpPr>
      <dsp:spPr>
        <a:xfrm>
          <a:off x="0" y="3253286"/>
          <a:ext cx="4754880" cy="7547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М. Шашкевич, І. Вагилевич, Я. Головацький</a:t>
          </a:r>
          <a:endParaRPr lang="uk-UA" sz="1900" kern="1200"/>
        </a:p>
      </dsp:txBody>
      <dsp:txXfrm>
        <a:off x="36845" y="3290131"/>
        <a:ext cx="4681190" cy="681087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017D2A-6DE1-4558-90E6-3712DC3A6E57}">
      <dsp:nvSpPr>
        <dsp:cNvPr id="0" name=""/>
        <dsp:cNvSpPr/>
      </dsp:nvSpPr>
      <dsp:spPr>
        <a:xfrm>
          <a:off x="0" y="362654"/>
          <a:ext cx="4754880" cy="107055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1" kern="1200" baseline="0"/>
            <a:t>Високі темпи розвитку промисловості перетворили Україну на початку </a:t>
          </a:r>
          <a:r>
            <a:rPr lang="en-US" sz="1500" b="0" i="1" kern="1200" baseline="0"/>
            <a:t>XX </a:t>
          </a:r>
          <a:r>
            <a:rPr lang="uk-UA" sz="1500" b="0" i="1" kern="1200" baseline="0"/>
            <a:t>ст. на потужний індустріальний регіон, що забезпечував 21 % обсягу промислового виробництва Російської імперії.</a:t>
          </a:r>
          <a:endParaRPr lang="uk-UA" sz="1500" kern="1200"/>
        </a:p>
      </dsp:txBody>
      <dsp:txXfrm>
        <a:off x="52260" y="414914"/>
        <a:ext cx="4650360" cy="966030"/>
      </dsp:txXfrm>
    </dsp:sp>
    <dsp:sp modelId="{E7550D19-F46E-4E68-BD1D-92170A8B1D23}">
      <dsp:nvSpPr>
        <dsp:cNvPr id="0" name=""/>
        <dsp:cNvSpPr/>
      </dsp:nvSpPr>
      <dsp:spPr>
        <a:xfrm>
          <a:off x="0" y="1476405"/>
          <a:ext cx="4754880" cy="1070550"/>
        </a:xfrm>
        <a:prstGeom prst="roundRect">
          <a:avLst/>
        </a:prstGeom>
        <a:solidFill>
          <a:schemeClr val="accent5">
            <a:hueOff val="1178392"/>
            <a:satOff val="-5635"/>
            <a:lumOff val="617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1" kern="1200" baseline="0" dirty="0" err="1"/>
            <a:t>Розвиток</a:t>
          </a:r>
          <a:r>
            <a:rPr lang="ru-RU" sz="1500" b="0" i="1" kern="1200" baseline="0" dirty="0"/>
            <a:t> </a:t>
          </a:r>
          <a:r>
            <a:rPr lang="ru-RU" sz="1500" b="0" i="1" kern="1200" baseline="0" dirty="0" err="1"/>
            <a:t>промисловості</a:t>
          </a:r>
          <a:r>
            <a:rPr lang="ru-RU" sz="1500" b="0" i="1" kern="1200" baseline="0" dirty="0"/>
            <a:t> </a:t>
          </a:r>
          <a:r>
            <a:rPr lang="ru-RU" sz="1500" b="0" i="1" kern="1200" baseline="0" dirty="0" err="1"/>
            <a:t>відбувався</a:t>
          </a:r>
          <a:r>
            <a:rPr lang="ru-RU" sz="1500" b="0" i="1" kern="1200" baseline="0" dirty="0"/>
            <a:t> </a:t>
          </a:r>
          <a:r>
            <a:rPr lang="ru-RU" sz="1500" b="0" i="1" kern="1200" baseline="0" dirty="0" err="1"/>
            <a:t>досить</a:t>
          </a:r>
          <a:r>
            <a:rPr lang="ru-RU" sz="1500" b="0" i="1" kern="1200" baseline="0" dirty="0"/>
            <a:t> </a:t>
          </a:r>
          <a:r>
            <a:rPr lang="ru-RU" sz="1500" b="0" i="1" kern="1200" baseline="0" dirty="0" err="1"/>
            <a:t>нерівномірно</a:t>
          </a:r>
          <a:r>
            <a:rPr lang="ru-RU" sz="1500" b="0" i="1" kern="1200" baseline="0" dirty="0"/>
            <a:t>, </a:t>
          </a:r>
          <a:r>
            <a:rPr lang="ru-RU" sz="1500" b="0" i="1" kern="1200" baseline="0" dirty="0" err="1"/>
            <a:t>переважно</a:t>
          </a:r>
          <a:r>
            <a:rPr lang="ru-RU" sz="1500" b="0" i="1" kern="1200" baseline="0" dirty="0"/>
            <a:t> у </a:t>
          </a:r>
          <a:r>
            <a:rPr lang="ru-RU" sz="1500" b="0" i="1" kern="1200" baseline="0" dirty="0" err="1"/>
            <a:t>східному</a:t>
          </a:r>
          <a:r>
            <a:rPr lang="ru-RU" sz="1500" b="0" i="1" kern="1200" baseline="0" dirty="0"/>
            <a:t> та </a:t>
          </a:r>
          <a:r>
            <a:rPr lang="ru-RU" sz="1500" b="0" i="1" kern="1200" baseline="0" dirty="0" err="1"/>
            <a:t>південно-східному</a:t>
          </a:r>
          <a:r>
            <a:rPr lang="ru-RU" sz="1500" b="0" i="1" kern="1200" baseline="0" dirty="0"/>
            <a:t> </a:t>
          </a:r>
          <a:r>
            <a:rPr lang="ru-RU" sz="1500" b="0" i="1" kern="1200" baseline="0" dirty="0" err="1"/>
            <a:t>регіонах</a:t>
          </a:r>
          <a:r>
            <a:rPr lang="ru-RU" sz="1500" b="0" i="1" kern="1200" baseline="0" dirty="0"/>
            <a:t>.</a:t>
          </a:r>
          <a:endParaRPr lang="uk-UA" sz="1500" kern="1200" dirty="0"/>
        </a:p>
      </dsp:txBody>
      <dsp:txXfrm>
        <a:off x="52260" y="1528665"/>
        <a:ext cx="4650360" cy="966030"/>
      </dsp:txXfrm>
    </dsp:sp>
    <dsp:sp modelId="{A7038B05-43F4-4C45-80F4-8E947959554C}">
      <dsp:nvSpPr>
        <dsp:cNvPr id="0" name=""/>
        <dsp:cNvSpPr/>
      </dsp:nvSpPr>
      <dsp:spPr>
        <a:xfrm>
          <a:off x="0" y="2590155"/>
          <a:ext cx="4754880" cy="1070550"/>
        </a:xfrm>
        <a:prstGeom prst="roundRect">
          <a:avLst/>
        </a:prstGeom>
        <a:solidFill>
          <a:schemeClr val="accent5">
            <a:hueOff val="2356783"/>
            <a:satOff val="-11270"/>
            <a:lumOff val="1235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 baseline="0"/>
            <a:t>Економічна криза 2ЯОО-2ЯОЗ рр., що погіршила становище робітників, відсутність прав і свобод надзвичайно загострили ситуацію в суспільстві.</a:t>
          </a:r>
          <a:endParaRPr lang="uk-UA" sz="1500" kern="1200"/>
        </a:p>
      </dsp:txBody>
      <dsp:txXfrm>
        <a:off x="52260" y="2642415"/>
        <a:ext cx="4650360" cy="966030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A0805C-CF6D-4BEF-BC73-865FFBCC5333}">
      <dsp:nvSpPr>
        <dsp:cNvPr id="0" name=""/>
        <dsp:cNvSpPr/>
      </dsp:nvSpPr>
      <dsp:spPr>
        <a:xfrm>
          <a:off x="0" y="166002"/>
          <a:ext cx="4754563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польських повстань 1830–1831 та 1863–1864 рр.</a:t>
          </a:r>
          <a:endParaRPr lang="uk-UA" sz="2200" kern="1200"/>
        </a:p>
      </dsp:txBody>
      <dsp:txXfrm>
        <a:off x="42722" y="208724"/>
        <a:ext cx="4669119" cy="789716"/>
      </dsp:txXfrm>
    </dsp:sp>
    <dsp:sp modelId="{47DA5690-253E-454C-9A4A-F6FE59427AEE}">
      <dsp:nvSpPr>
        <dsp:cNvPr id="0" name=""/>
        <dsp:cNvSpPr/>
      </dsp:nvSpPr>
      <dsp:spPr>
        <a:xfrm>
          <a:off x="0" y="1104522"/>
          <a:ext cx="4754563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реформ імператриці Марії-Терезії та імператора Олександра ІІ</a:t>
          </a:r>
          <a:endParaRPr lang="uk-UA" sz="2200" kern="1200"/>
        </a:p>
      </dsp:txBody>
      <dsp:txXfrm>
        <a:off x="42722" y="1147244"/>
        <a:ext cx="4669119" cy="789716"/>
      </dsp:txXfrm>
    </dsp:sp>
    <dsp:sp modelId="{25EEDF0F-42AF-4C45-9AC2-A51EA9E597B6}">
      <dsp:nvSpPr>
        <dsp:cNvPr id="0" name=""/>
        <dsp:cNvSpPr/>
      </dsp:nvSpPr>
      <dsp:spPr>
        <a:xfrm>
          <a:off x="0" y="2043042"/>
          <a:ext cx="4754563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створення українських політичних партій у Галичині та Наддніпрянщині</a:t>
          </a:r>
          <a:endParaRPr lang="uk-UA" sz="2200" kern="1200"/>
        </a:p>
      </dsp:txBody>
      <dsp:txXfrm>
        <a:off x="42722" y="2085764"/>
        <a:ext cx="4669119" cy="789716"/>
      </dsp:txXfrm>
    </dsp:sp>
    <dsp:sp modelId="{0847C532-5248-448C-9A3F-C777AFC529A8}">
      <dsp:nvSpPr>
        <dsp:cNvPr id="0" name=""/>
        <dsp:cNvSpPr/>
      </dsp:nvSpPr>
      <dsp:spPr>
        <a:xfrm>
          <a:off x="0" y="2981562"/>
          <a:ext cx="4754563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європейської революції 1848–1849 рр. та революції 1905–1907 рр. у Росії</a:t>
          </a:r>
          <a:endParaRPr lang="uk-UA" sz="2200" kern="1200"/>
        </a:p>
      </dsp:txBody>
      <dsp:txXfrm>
        <a:off x="42722" y="3024284"/>
        <a:ext cx="4669119" cy="789716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715AD6-F497-42FE-8EDC-37D5F14D2285}">
      <dsp:nvSpPr>
        <dsp:cNvPr id="0" name=""/>
        <dsp:cNvSpPr/>
      </dsp:nvSpPr>
      <dsp:spPr>
        <a:xfrm>
          <a:off x="0" y="0"/>
          <a:ext cx="388593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F778DB-64E7-4AD6-9797-5502E7C24BFA}">
      <dsp:nvSpPr>
        <dsp:cNvPr id="0" name=""/>
        <dsp:cNvSpPr/>
      </dsp:nvSpPr>
      <dsp:spPr>
        <a:xfrm>
          <a:off x="0" y="0"/>
          <a:ext cx="3885936" cy="25619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kern="1200" dirty="0"/>
            <a:t>1. Скасування кріпацтва започаткувало розвиток ринкових відносин на селі. Проте на заваді були поміщицьке землеволодіння та селянська община.</a:t>
          </a:r>
        </a:p>
      </dsp:txBody>
      <dsp:txXfrm>
        <a:off x="0" y="0"/>
        <a:ext cx="3885936" cy="2561900"/>
      </dsp:txXfrm>
    </dsp:sp>
    <dsp:sp modelId="{935842BF-4597-4D48-9BDB-4DF945998020}">
      <dsp:nvSpPr>
        <dsp:cNvPr id="0" name=""/>
        <dsp:cNvSpPr/>
      </dsp:nvSpPr>
      <dsp:spPr>
        <a:xfrm>
          <a:off x="0" y="2561900"/>
          <a:ext cx="388593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107B4F-443A-42BD-A8C5-863CEC019BF2}">
      <dsp:nvSpPr>
        <dsp:cNvPr id="0" name=""/>
        <dsp:cNvSpPr/>
      </dsp:nvSpPr>
      <dsp:spPr>
        <a:xfrm>
          <a:off x="0" y="2561900"/>
          <a:ext cx="3885936" cy="25619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kern="1200" dirty="0"/>
            <a:t>2. Малоземелля та зубожіння спонукали селян, 6 млн безробітних та до переселення в інші регіони імперії.</a:t>
          </a:r>
        </a:p>
      </dsp:txBody>
      <dsp:txXfrm>
        <a:off x="0" y="2561900"/>
        <a:ext cx="3885936" cy="25619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27T16:25:38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1147 274 2536,'-295'-58'688,"34"9"-484,53-10-440,17 1-1632,0 9 1136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27T16:25:53.653"/>
    </inkml:context>
    <inkml:brush xml:id="br0">
      <inkml:brushProperty name="width" value="0.2" units="cm"/>
      <inkml:brushProperty name="height" value="0.2" units="cm"/>
      <inkml:brushProperty name="color" value="#004F8B"/>
    </inkml:brush>
  </inkml:definitions>
  <inkml:trace contextRef="#ctx0" brushRef="#br0">1 918 5280,'16'-19'937,"1"1"0,0 0 0,2 2 0,0 0 0,0 1 0,2 0 0,27-13 0,57-43 68,-54 27-497,-25 21-237,1 1 1,39-24-1,-11 10-73,-1-2 0,74-68 0,-75 61-154,-31 16-37,-21 26-5,1 1-1,-1 0 1,1 0 0,-1-1-1,1 1 1,0 0 0,0 0-1,-1 0 1,2 1-1,1-3 1,25-7 4,40-62-21,-58 62 23,-1 0-1,17-24 0,-2 2 5,9-6-18,-25 30 2,-8 8 4,-1 1-1,1-1 1,0 0 0,0 1 0,-1-1 0,1 0-1,-1 0 1,1 0 0,-1 1 0,1-1 0,-1 0 0,1 0-1,-1 0 1,0 0 0,0 0 0,1 0 0,-1 0-1,0 0 1,0 0 0,0 0 0,0 0 0,0 0-1,0-1 1,0-3 15,3-1 1,8-20-27,-8 19 84,-3 54-34,0 35 52,0-81-91,0 0 0,0 1 0,0-1 0,0 0-1,-1 0 1,1 1 0,0-1 0,-1 0-1,1 0 1,-1 0 0,1 0 0,-1 1 0,0-1-1,1 0 1,-1 0 0,0 0 0,0 0-1,0-1 1,0 1 0,0 0 0,0 0 0,0 0-1,0-1 1,0 1 0,0 0 0,0-1-1,0 1 1,-1-1 0,-1 1 0,-90 36 118,91-35-112,0-1 0,0 1 1,1-1-1,-1 1 0,0 0 1,0-1-1,1 1 0,-1 0 1,1 0-1,0 0 0,0 0 1,-1 1-1,1-1 0,0 0 1,1 0-1,-1 1 0,0-1 0,1 0 1,-1 1-1,1-1 0,0 1 1,0-1-1,0 0 0,0 1 1,0-1-1,0 1 0,1-1 1,0 3-1,0 10 41,-1 357 1686,0-367-1723,1-1 0,-2 0 0,1 0 0,0 1 0,-1-1 1,0 0-1,0 0 0,0 0 0,-1 0 0,1 0 0,-1 0 0,0 0 1,0-1-1,-1 1 0,1 0 0,0-1 0,-1 0 0,0 0 0,0 0 1,0 0-1,0 0 0,-1 0 0,1-1 0,-1 0 0,1 1 0,-1-1 1,0-1-1,-8 4 0,8-4-4,0 1 1,0-1-1,0 1 0,0 0 1,1 1-1,-1-1 1,1 1-1,-1-1 0,1 1 1,0 0-1,0 0 0,0 0 1,0 1-1,0-1 1,1 1-1,0 0 0,0-1 1,0 1-1,0 0 1,0 0-1,1 0 0,0 1 1,0-1-1,0 0 1,0 0-1,1 1 0,-1-1 1,1 9-1,0 718-1196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27T16:26:00.150"/>
    </inkml:context>
    <inkml:brush xml:id="br0">
      <inkml:brushProperty name="width" value="0.2" units="cm"/>
      <inkml:brushProperty name="height" value="0.2" units="cm"/>
      <inkml:brushProperty name="color" value="#004F8B"/>
    </inkml:brush>
  </inkml:definitions>
  <inkml:trace contextRef="#ctx0" brushRef="#br0">90 206 4032,'10'-2'841,"0"1"1,0-2-1,0 1 0,0-1 0,-1-1 0,1 0 0,-1 0 0,14-9 0,14-5 44,-8 8-424,-18-2-108,-10 11-336,-1 0 0,1 0 0,0 0 0,0 0 0,0 0 0,0 0 0,0 0 0,0 1 0,0-1 0,0 0 0,0 1 0,0-1 0,0 1 0,0-1 0,0 1 0,1-1 0,-1 1 0,0 0 0,0 0 0,1-1 0,-1 1 0,0 0 0,0 0 0,1 0 0,-1 1 0,0-1 0,0 0 0,2 1 0,10-3 96,-1 1 0,1-2 1,-1 1-1,0-2 0,1 0 0,20-9 1,-21 7-33,0 1 1,0 1 0,1 0-1,-1 1 1,1 0-1,25-2 1,-30 5-41,1-1 0,0 0 0,-1 0 0,0-1 0,1 0 0,14-6 0,-16 5-20,1 0 0,-1 1 0,1 0 0,0 1 0,0-1 0,14 1-1,-13 0 23,1 0-1,-1 0 1,1-1-1,-1-1 0,15-4 1,-16 3-19,0 2 0,1-1 0,0 1 0,-1 1 1,15-2-1,275 3 354,-286 1-277,1-1 0,-1 2 0,1 0 0,-1 0 0,0 1 0,1 1 0,19 8 0,-25-9-87,-1 0 0,1 1-1,-1 0 1,0 0 0,0 0 0,-1 1-1,1 0 1,-1 0 0,0 0 0,0 1-1,0-1 1,-1 1 0,0 0 0,5 11 0,-7-8 42,0 0 0,-1 0 0,0 0 0,0 0 0,-1 0 0,0 0 0,-2 15 0,0 4 264,3-8-210,0-18-107,0 1-1,-1-1 1,1 1 0,-1-1-1,0 1 1,0-1 0,0 1-1,0-1 1,0 1-1,0-1 1,-1 1 0,1-1-1,-1 1 1,0-1 0,1 0-1,-1 1 1,0-1-1,-1 0 1,1 1 0,0-1-1,-1 0 1,1 0 0,-1 0-1,1 0 1,-1-1 0,0 1-1,0 0 1,0-1-1,-2 2 1,-89 30 2,91-32 6,0 0 0,0 0 0,1 1 0,-1-1 0,0 1 0,1-1 0,-1 1 0,1 0 0,-1-1 0,1 1 0,0 0 0,0 0 0,0 0 0,0 0 0,0 0 0,0 0 0,0 1 0,1-1 0,-1 0 0,1 0 0,-1 0 0,1 1 0,0-1 0,0 0 0,0 0 0,0 1 0,1-1 0,-1 0 1,0 0-1,1 0 0,1 4 0,-1-4 7,0 1 0,-1-1 0,1 0-1,-1 1 1,1-1 0,-1 1 0,0-1 0,0 0 0,0 1 0,0-1 0,-1 1 0,1-1 0,-1 0 0,1 1 0,-1-1 0,0 0 0,0 1 0,0-1 0,0 0 0,0 0 0,0 0 0,-1 0 0,1 0 0,-1 0 0,1 0 0,-1-1 0,0 1 0,1 0 0,-1-1 0,0 1 0,-4 1 0,-98 34 61,102-36-76,0 0-1,0 0 1,1 0-1,-1 0 1,0 0-1,1 0 1,-1 0-1,1 1 1,-1-1-1,1 0 1,-1 1-1,1 0 1,0-1-1,0 1 1,0 0 0,0-1-1,0 1 1,0 0-1,0 0 1,1 0-1,-1 0 1,1 0-1,-1-1 1,1 1-1,0 0 1,0 0-1,0 0 1,0 0-1,0 0 1,0 0-1,0 0 1,1 0-1,1 4 1,-1 4 12,-1 56 45,0-65-57,0 0 0,0 0 0,0 0 0,0 0 0,-1 0-1,1 0 1,0 0 0,0 0 0,-1 0 0,1 0 0,-1 0 0,1 0 0,0 0 0,-1 0 0,0-1 0,1 1 0,-1 0 0,1 0 0,-1-1 0,0 1 0,0 0 0,1-1 0,-1 1-1,0 0 1,0-1 0,0 0 0,0 1 0,0-1 0,0 1 0,0-1 0,0 0 0,1 0 0,-1 1 0,0-1 0,-2 0 0,-90 28 293,91-27-257,0 1-1,0-1 1,0 1 0,0 0-1,0 0 1,0 0-1,0 0 1,1 0-1,-1 0 1,1 0-1,0 0 1,-1 1-1,1-1 1,0 1-1,0-1 1,1 1-1,-1-1 1,0 1-1,1-1 1,0 1-1,0 0 1,-1-1-1,1 1 1,1-1-1,-1 1 1,0 0-1,1-1 1,-1 1-1,2 3 1,0 9 66,-2 62 82,-3-66-209,-20-1 4,-81 11 33,102-20-15,0-1 1,1 1 0,-1 0 0,1-1 0,-1 1 0,1 0-1,-1 0 1,1 0 0,0 0 0,-1 0 0,1 0 0,0 0-1,0 1 1,0-1 0,0 0 0,0 1 0,0-1 0,0 1-1,0-1 1,1 1 0,-1-1 0,1 1 0,-1-1 0,0 3-1,2 37 14,1-26 1,-2-6-21,1-8 7,-1 0-1,0 0 0,0 0 0,1 1 0,-1-1 0,0 0 0,0 0 0,0 0 0,-1 1 0,1-1 1,0 0-1,0 0 0,0 0 0,-1 1 0,1-1 0,-1 0 0,1 0 0,-1 0 0,1 0 1,-1 0-1,0 0 0,0 0 0,1 0 0,-1 0 0,0 0 0,0-1 0,0 1 0,0 0 0,0 0 1,0-1-1,0 1 0,0-1 0,0 1 0,0-1 0,0 1 0,-1-1 0,1 0 0,0 1 1,-2-1-1,-89 15-19,91-15 18,-1 0 1,1 0-1,0 0 0,0 1 1,0-1-1,-1 1 1,1-1-1,0 0 0,0 1 1,0 0-1,0-1 0,0 1 1,0 0-1,0 0 0,0-1 1,0 1-1,0 0 1,1 0-1,-1 0 0,0 0 1,0 0-1,1 0 0,-1 0 1,1 0-1,-1 0 0,1 1 1,-1-1-1,1 0 1,0 0-1,0 0 0,-1 1 1,1-1-1,0 0 0,0 0 1,0 0-1,0 1 0,1-1 1,-1 0-1,0 0 1,0 1-1,1-1 0,0 1 1,0 4-3,0 6 37,0-11-35,-1 0 1,1 1 0,-1-1-1,1 1 1,-1-1 0,0 1-1,0-1 1,0 1-1,0-1 1,0 1 0,0-1-1,0 1 1,0-1 0,-1 1-1,1-1 1,0 1-1,-1-1 1,1 1 0,-1-1-1,0 0 1,1 1 0,-1-1-1,0 0 1,0 0-1,0 1 1,0-1 0,0 0-1,0 0 1,0 0-1,0 0 1,-1 0 0,1-1-1,0 1 1,-1 0 0,1 0-1,0-1 1,-1 1-1,1-1 1,-1 1 0,1-1-1,-2 1 1,-101 20-7,102-21 8,0 1-1,1-1 1,-1 1-1,1 0 1,-1 0-1,1-1 0,-1 1 1,1 0-1,0 0 1,-1 0-1,1 1 1,0-1-1,0 0 0,0 0 1,0 1-1,0-1 1,0 1-1,0-1 1,0 1-1,1-1 1,-1 1-1,0-1 0,1 1 1,-1 2-1,2 36 69,0-25-21,-1-14-47,0 0 0,0 0 0,0 0 0,0 0 0,-1 0 0,1 0 0,0-1 0,-1 1-1,1 0 1,-1 0 0,1 0 0,-1 0 0,1 0 0,-1-1 0,1 1 0,-1 0 0,0-1 0,1 1-1,-1 0 1,0-1 0,0 1 0,0-1 0,0 1 0,1-1 0,-1 0 0,0 1 0,0-1 0,0 0-1,0 1 1,0-1 0,0 0 0,0 0 0,-2 0 0,-89 26 20,90-25-12,0 0-1,0 0 0,1 0 1,-1 0-1,1 0 0,-1 0 0,1 0 1,-1 0-1,1 1 0,0-1 1,-1 1-1,1-1 0,0 1 1,0-1-1,0 1 0,0 0 0,0-1 1,1 1-1,-1 0 0,0 0 1,1 0-1,-1-1 0,1 1 1,0 0-1,0 0 0,0 0 0,-1 0 1,2 0-1,-1 0 0,0 0 1,0 0-1,1 0 0,-1-1 1,2 5-1,0 7 91,-2-11-91,2 11 3,-3-11-10,0-1-1,0 0 0,0 0 1,0 0-1,0 0 1,0 0-1,0-1 0,-1 1 1,1 0-1,0 0 0,0-1 1,-1 1-1,1-1 1,0 1-1,-1-1 0,1 0 1,-1 1-1,-2-1 0,-88 16 36,91-16-35,-1 1 0,1-1 0,0 0 0,-1 1 0,1-1 0,0 0 0,0 1 0,0 0 0,-1-1 0,1 1 0,0 0 0,0-1 0,0 1 0,0 0 0,0 0 0,0 0 0,0 0 0,1 0 0,-1 0 0,0 0 0,0 0 0,1 0 0,-1 0 0,1 1 0,-1-1 0,1 0 0,-1 0 0,1 1 0,0-1 0,0 0 0,-1 1 0,1-1 0,0 0 0,0 0 0,0 1 0,0-1 0,1 0 0,-1 1 0,0-1 0,1 0 0,-1 0 0,1 3 0,1 4-2,-2-7 3,2 9 15,-3-9-16,1-1-1,-1 1 1,0 0 0,0 0-1,0-1 1,0 1-1,0-1 1,0 1-1,0-1 1,0 1 0,-1-1-1,1 0 1,0 1-1,0-1 1,0 0-1,0 0 1,0 0 0,-1 0-1,1 0 1,0 0-1,0 0 1,-1-1-1,-91 3 2,92-2-3,0 0 0,0 0 0,0 0 0,0 0 0,-1 1 0,1-1 0,0 0 0,0 1 0,0-1 0,0 0 0,0 1 0,0-1 0,1 1 0,-1 0 0,0-1 0,0 1 0,0 0 0,0-1 0,1 1 0,-1 0 0,0 0 0,1 0 0,-1 0 0,0 0 0,1 0 0,-1 0 0,1 0 0,0 0 0,-1 0 0,1 0 0,0 1 0,1 28-34,0-24 31,2 75 39,-2-83-34,0 0 1,0 0-1,1-1 1,-1 1-1,1 0 1,-1 0-1,1 1 1,0-1-1,0 0 1,0 1-1,0-1 1,0 1-1,0-1 1,0 1-1,5-2 1,43-10-19,7-1 4,96-34 21,-101 36-3,3-14-25,9 15 24,10-12-21,-57 16 23,0 1-1,1 1 1,0 1 0,0 0 0,31-1-1,-24 6-14,-14-1 14,1 0-1,-1 0 0,1-1 1,21-4-1,-7-5-8,-20 8-2,0-1 0,0 1-1,0 0 1,0 1 0,1-1 0,-1 1-1,0 0 1,9 1 0,106-2-1,157 5 475,-145 25-7,39 13-408,-66-14-46,-66-17-9,0 2 1,56 23-1,-32-20 10,-52-7-17,14 2 21,-22-9-814,22 6 2393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27T16:26:05.822"/>
    </inkml:context>
    <inkml:brush xml:id="br0">
      <inkml:brushProperty name="width" value="0.2" units="cm"/>
      <inkml:brushProperty name="height" value="0.2" units="cm"/>
      <inkml:brushProperty name="color" value="#004F8B"/>
    </inkml:brush>
  </inkml:definitions>
  <inkml:trace contextRef="#ctx0" brushRef="#br0">417 1 2032,'18'0'1090,"113"2"5385,-96 1-4937,62 11-1,-85-10-1409,0 1 0,-1 0 0,1 0 0,-1 1 1,0 1-1,18 14 0,26 14 144,-49-31-245,0-1 0,-1 1 0,1 0 1,-1 0-1,0 0 0,0 1 1,0 0-1,-1 0 0,0 0 1,0 1-1,0-1 0,-1 1 0,5 9 1,-4-5-6,-1 1 0,0 0-1,-1 0 1,0 0 0,0 0 0,-1 0 0,-1 16 0,1-12 6,0 34-34,-1-47 7,-1 0-1,1 1 1,-1-1-1,1 0 1,-1 0-1,0 0 0,0 0 1,0-1-1,0 1 1,0 0-1,-1 0 1,1-1-1,0 1 1,-1 0-1,1-1 1,-1 0-1,0 1 0,1-1 1,-1 0-1,0 0 1,0 0-1,-3 2 1,-111 28 11,115-31-12,0 0 0,-1 0 0,1 0 0,0 0 0,0 1-1,-1-1 1,1 0 0,0 1 0,0-1 0,0 1 0,-1 0-1,1-1 1,0 1 0,0 0 0,0 0 0,0-1 0,0 1-1,0 0 1,1 0 0,-1 0 0,0 0 0,0 0 0,1 0-1,-1 1 1,0-1 0,1 0 0,-1 0 0,1 0 0,0 1 0,-1-1-1,1 0 1,0 0 0,0 1 0,0 1 0,-4 11-12,3-13 11,-1 1 1,0-1-1,1 0 1,-1 0 0,0 0-1,1 0 1,-1 0-1,0 0 1,0 0-1,0-1 1,-4 2 0,-109 20-13,113-21 13,0-1 0,0 1 0,1-1-1,-1 1 1,0-1 0,1 1 0,-1 0 0,0 0 0,1 0 0,0 0-1,-1 0 1,1 0 0,-1 0 0,1 0 0,-2 3 0,2 15 5,0-1 20,0-17-21,0 0-1,-1 1 0,1-1 0,0 0 1,0 0-1,-1 0 0,1 0 1,-1 0-1,1-1 0,-1 1 0,1 0 1,-1-1-1,0 1 0,1-1 0,-1 1 1,-1-1-1,-102 18 57,104-18-59,0 0 0,-1 0 1,1 1-1,0-1 0,0 0 0,-1 0 0,1 1 0,0-1 1,0 1-1,-1-1 0,1 1 0,0 0 0,0-1 0,0 1 1,0 0-1,0 0 0,0 0 0,0 0 0,0 0 0,0 0 1,0 0-1,1 0 0,-1 0 0,0 0 0,1 0 1,-1 1-1,1-1 0,-1 0 0,1 0 0,0 1 0,-1-1 1,1 0-1,0 0 0,0 1 0,0-1 0,0 0 0,0 1 1,0-1-1,0 0 0,0 1 0,1-1 0,-1 0 1,1 0-1,0 3 0,0 3 37,20-7-17,108 13 9,-73-5 47,68 19 1,-84-16 59,-1 2-1,-1 1 0,0 2 0,-1 2 1,50 31-1,-56-31 8,-22-13-75,0 1 1,-1 0-1,1 0 1,-1 1-1,-1 0 0,1 1 1,-1-1-1,0 1 1,-1 1-1,0-1 1,0 1-1,8 19 1,-7 7 170,-1 0 1,-2 0-1,-1 1 1,-3 39-1,0-74-239,0 1-1,0-1 0,0 0 1,0 0-1,0 0 0,-1 1 1,1-1-1,0 0 0,-1 0 0,1 0 1,-1 0-1,1 0 0,-1 0 1,0 0-1,1 0 0,-1 0 1,0 0-1,0 0 0,0 0 1,1 0-1,-1 0 0,0-1 1,0 1-1,0 0 0,0-1 0,-1 1 1,1-1-1,0 1 0,0-1 1,0 0-1,0 1 0,0-1 1,-3 0-1,-100 30-1,103-30 1,0 0 0,0 0 0,0 0 0,0 1 0,-1-1 0,1 0 0,0 1 0,0-1 0,0 1 0,0-1 0,0 1 0,1 0 0,-1-1 0,0 1 0,0 0 0,0 0 0,0-1 0,1 1 0,-1 0 0,0 0 0,1 0 0,-1 0 0,1 0 0,-1 0 0,1 0 0,-1 0 0,1 0 0,0 0 0,0 0 0,-1 0 0,1 1 0,0 0 0,-4 10 3,-20 0 6,-80 7 13,55 1-36,-44-1-83,70-12-80,0 0-1,-1-2 1,-31 3 0,27-6 5,-10 3-353,21-2 359,0-1 0,0 0 0,-22-2 0,-62-2-1915,-15 4-711,47 4-1703,-134-4-1592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27T16:26:08.347"/>
    </inkml:context>
    <inkml:brush xml:id="br0">
      <inkml:brushProperty name="width" value="0.2" units="cm"/>
      <inkml:brushProperty name="height" value="0.2" units="cm"/>
      <inkml:brushProperty name="color" value="#004F8B"/>
    </inkml:brush>
  </inkml:definitions>
  <inkml:trace contextRef="#ctx0" brushRef="#br0">245 1 2028,'15'26'12500,"-10"-13"-13345,-2-9 923,-1 0 1,1 0-1,-1 0 0,-1 1 0,1-1 0,-1 1 0,1-1 0,-1 1 1,0 0-1,-1-1 0,1 1 0,-1 5 0,-2 76 630,0-38-581,2 75 41,0-121-167,0 0 1,0 0-1,0-1 1,0 1-1,0 0 0,0 0 1,-1-1-1,1 1 1,-1 0-1,1 0 0,-1-1 1,0 1-1,1 0 0,-1-1 1,0 1-1,0-1 1,0 1-1,0-1 0,-1 0 1,1 1-1,0-1 1,0 0-1,-1 0 0,1 0 1,-1 0-1,-2 2 0,-89 44 34,91-46-34,0 1-1,0 0 1,0 0-1,0 0 1,0 1-1,0-1 1,1 0-1,-1 0 1,1 1 0,0-1-1,-1 1 1,1 0-1,0-1 1,1 1-1,-1 0 1,0-1-1,0 5 1,2 49 2,1-30-5,-2 197 46,0-222-44,0 0 0,0 0 0,0 0 0,0 0 0,0 0-1,0 0 1,0 0 0,0 0 0,-1 0 0,1 0 0,0-1 0,-1 1 0,1 0 0,-1 0 0,1 0 0,-1 0 0,1-1 0,-1 1 0,1 0 0,-1-1 0,0 1 0,1 0 0,-1-1 0,0 1-1,0-1 1,1 1 0,-1-1 0,0 1 0,0-1 0,0 0 0,0 1 0,0-1 0,0 0 0,1 0 0,-1 1 0,0-1 0,0 0 0,-2 0 0,-90 8 10,92-8-10,0 0 0,0 0 0,0 0 0,0 1 0,-1-1 0,1 0 0,0 1 1,0-1-1,0 1 0,0-1 0,0 1 0,0 0 0,0-1 0,0 1 0,0 0 0,0 0 0,1 0 1,-1-1-1,0 1 0,0 0 0,1 0 0,-1 0 0,1 0 0,-1 0 0,1 0 0,-1 0 1,1 1-1,-1 0 0,2 31 0,0-20 0,-1 42-15,0-53 17,0-3-29,0 0 29,0 0 0,0 0 0,0 1 0,0-1 1,0 0-1,0 0 0,0 0 0,1 1 0,-1-1 1,0 0-1,0 0 0,1 1 0,-1-1 1,1 0-1,-1 1 0,0-1 0,1 0 0,-1 1 1,1-1-1,0 1 0,-1-1 0,1 1 0,-1-1 1,1 1-1,0-1 0,-1 1 0,1-1 0,0 1 1,0 0-1,-1-1 0,1 1 0,0 0 0,0 0 1,-1 0-1,1 0 0,0 0 0,0-1 0,0 1 1,-1 1-1,2-1 0,47 0 199,-32 1-104,20 1 208,-28-1-283,-1 0-1,1-1 1,0 0 0,0-1-1,-1 1 1,1-2 0,-1 1 0,10-4-1,-1-1-11,-7 2-2,-1 1 0,1 0-1,0 1 1,0 0 0,0 0-1,16 0 1,43 4 23,-38-1-29,1 0 0,-1-2 1,49-7-1,-44-1 5,-18 5-8,-1 0 0,2 1 0,27-2 1,527 5-10,-570 0-282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27T16:26:08.934"/>
    </inkml:context>
    <inkml:brush xml:id="br0">
      <inkml:brushProperty name="width" value="0.2" units="cm"/>
      <inkml:brushProperty name="height" value="0.2" units="cm"/>
      <inkml:brushProperty name="color" value="#004F8B"/>
    </inkml:brush>
  </inkml:definitions>
  <inkml:trace contextRef="#ctx0" brushRef="#br0">435 0 2440,'34'2'10673,"-34"389"-4621,1-386-6028,-1 0 1,-1 0-1,1 0 1,-1 0-1,1 0 0,-1 0 1,-1 0-1,1 0 0,-1 0 1,0 0-1,0-1 0,0 1 1,-1-1-1,1 1 1,-1-1-1,0 0 0,-1 0 1,1 0-1,-1 0 0,1-1 1,-1 0-1,0 1 0,-1-2 1,1 1-1,0 0 1,-1-1-1,-7 4 0,7-4-13,0 0 1,0 1-1,0-1 0,1 1 1,-1 0-1,1 0 0,0 1 0,0-1 1,0 1-1,0 0 0,1 0 0,-1 0 1,1 1-1,0-1 0,0 1 0,1 0 1,0-1-1,-1 1 0,2 0 0,-1 1 1,0-1-1,1 0 0,0 0 0,0 1 1,1-1-1,0 0 0,0 10 1,0 176 336,0-185-335,1-1-1,-2 1 1,1 0-1,-1 0 1,1 0-1,-2 0 1,1-1-1,-1 1 1,0-1-1,0 1 1,0-1-1,-1 0 1,1 1-1,-1-1 1,-1-1-1,1 1 1,-1 0-1,0-1 1,0 0-1,0 0 1,0 0-1,-1 0 1,0-1-1,1 1 1,-1-1-1,-8 3 1,8-4-33,0 1 0,0 0 0,0 0 0,0 0 1,1 1-1,0-1 0,-1 1 0,1 0 0,1 0 0,-1 1 1,1-1-1,-1 1 0,1 0 0,0-1 0,1 1 0,-1 1 1,1-1-1,0 0 0,1 1 0,-1-1 0,1 1 0,0-1 1,0 1-1,1-1 0,-1 1 0,2 7 0,-1 240-4212,0-252 4149,0 1-1,0-1 1,0 1-1,0 0 1,0-1-1,0 1 1,0-1-1,-1 1 0,1-1 1,0 1-1,-1-1 1,1 1-1,-1-1 1,0 0-1,0 1 0,1-1 1,-1 0-1,0 1 1,0-1-1,0 0 1,0 0-1,0 0 1,0 0-1,-1 0 0,1 0 1,0 0-1,-1 0 1,1 0-1,0-1 1,-1 1-1,1-1 0,-2 1 1,-101 30-4210,102-31 4109,1 1 0,0-1 0,0 0 0,0 0 1,-1 1-1,1-1 0,0 1 0,0-1 0,0 1 0,0-1 1,0 1-1,0 0 0,0-1 0,0 1 0,0 0 0,0 0 1,0 0-1,1 0 0,-1 0 0,0 0 0,1 0 0,-1 0 0,0 0 1,1 0-1,-1 0 0,1 0 0,0 0 0,-1 0 0,1 1 1,0-1-1,0 0 0,0 0 0,0 3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1275586-D99A-4405-A843-B576FCE154B4}" type="datetimeFigureOut">
              <a:rPr lang="uk-UA" smtClean="0"/>
              <a:t>27.12.2024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CD31EB8-FEE1-48AA-8EE2-E86EE5F898BC}" type="slidenum">
              <a:rPr lang="uk-UA" smtClean="0"/>
              <a:t>‹№›</a:t>
            </a:fld>
            <a:endParaRPr lang="uk-UA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4233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75586-D99A-4405-A843-B576FCE154B4}" type="datetimeFigureOut">
              <a:rPr lang="uk-UA" smtClean="0"/>
              <a:t>27.12.2024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31EB8-FEE1-48AA-8EE2-E86EE5F898B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62626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75586-D99A-4405-A843-B576FCE154B4}" type="datetimeFigureOut">
              <a:rPr lang="uk-UA" smtClean="0"/>
              <a:t>27.12.2024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31EB8-FEE1-48AA-8EE2-E86EE5F898BC}" type="slidenum">
              <a:rPr lang="uk-UA" smtClean="0"/>
              <a:t>‹№›</a:t>
            </a:fld>
            <a:endParaRPr lang="uk-UA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2236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75586-D99A-4405-A843-B576FCE154B4}" type="datetimeFigureOut">
              <a:rPr lang="uk-UA" smtClean="0"/>
              <a:t>27.12.2024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31EB8-FEE1-48AA-8EE2-E86EE5F898B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70883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75586-D99A-4405-A843-B576FCE154B4}" type="datetimeFigureOut">
              <a:rPr lang="uk-UA" smtClean="0"/>
              <a:t>27.12.2024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31EB8-FEE1-48AA-8EE2-E86EE5F898B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63156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75586-D99A-4405-A843-B576FCE154B4}" type="datetimeFigureOut">
              <a:rPr lang="uk-UA" smtClean="0"/>
              <a:t>27.12.2024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31EB8-FEE1-48AA-8EE2-E86EE5F898B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02385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75586-D99A-4405-A843-B576FCE154B4}" type="datetimeFigureOut">
              <a:rPr lang="uk-UA" smtClean="0"/>
              <a:t>27.12.2024</a:t>
            </a:fld>
            <a:endParaRPr lang="uk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31EB8-FEE1-48AA-8EE2-E86EE5F898B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97637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75586-D99A-4405-A843-B576FCE154B4}" type="datetimeFigureOut">
              <a:rPr lang="uk-UA" smtClean="0"/>
              <a:t>27.12.2024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31EB8-FEE1-48AA-8EE2-E86EE5F898B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42595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75586-D99A-4405-A843-B576FCE154B4}" type="datetimeFigureOut">
              <a:rPr lang="uk-UA" smtClean="0"/>
              <a:t>27.12.2024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31EB8-FEE1-48AA-8EE2-E86EE5F898B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10906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75586-D99A-4405-A843-B576FCE154B4}" type="datetimeFigureOut">
              <a:rPr lang="uk-UA" smtClean="0"/>
              <a:t>27.12.2024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31EB8-FEE1-48AA-8EE2-E86EE5F898B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00266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75586-D99A-4405-A843-B576FCE154B4}" type="datetimeFigureOut">
              <a:rPr lang="uk-UA" smtClean="0"/>
              <a:t>27.12.2024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31EB8-FEE1-48AA-8EE2-E86EE5F898B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34158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F1275586-D99A-4405-A843-B576FCE154B4}" type="datetimeFigureOut">
              <a:rPr lang="uk-UA" smtClean="0"/>
              <a:t>27.12.2024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CCD31EB8-FEE1-48AA-8EE2-E86EE5F898B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75522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21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23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25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image" Target="../media/image26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customXml" Target="../ink/ink3.xml"/><Relationship Id="rId18" Type="http://schemas.openxmlformats.org/officeDocument/2006/relationships/image" Target="../media/image33.png"/><Relationship Id="rId3" Type="http://schemas.openxmlformats.org/officeDocument/2006/relationships/diagramLayout" Target="../diagrams/layout15.xml"/><Relationship Id="rId7" Type="http://schemas.openxmlformats.org/officeDocument/2006/relationships/image" Target="../media/image27.png"/><Relationship Id="rId12" Type="http://schemas.openxmlformats.org/officeDocument/2006/relationships/image" Target="../media/image30.png"/><Relationship Id="rId17" Type="http://schemas.openxmlformats.org/officeDocument/2006/relationships/customXml" Target="../ink/ink5.xml"/><Relationship Id="rId2" Type="http://schemas.openxmlformats.org/officeDocument/2006/relationships/diagramData" Target="../diagrams/data15.xml"/><Relationship Id="rId16" Type="http://schemas.openxmlformats.org/officeDocument/2006/relationships/image" Target="../media/image32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5.xml"/><Relationship Id="rId11" Type="http://schemas.openxmlformats.org/officeDocument/2006/relationships/customXml" Target="../ink/ink2.xml"/><Relationship Id="rId5" Type="http://schemas.openxmlformats.org/officeDocument/2006/relationships/diagramColors" Target="../diagrams/colors15.xml"/><Relationship Id="rId15" Type="http://schemas.openxmlformats.org/officeDocument/2006/relationships/customXml" Target="../ink/ink4.xml"/><Relationship Id="rId10" Type="http://schemas.openxmlformats.org/officeDocument/2006/relationships/image" Target="../media/image29.png"/><Relationship Id="rId19" Type="http://schemas.openxmlformats.org/officeDocument/2006/relationships/customXml" Target="../ink/ink6.xml"/><Relationship Id="rId4" Type="http://schemas.openxmlformats.org/officeDocument/2006/relationships/diagramQuickStyle" Target="../diagrams/quickStyle15.xml"/><Relationship Id="rId9" Type="http://schemas.openxmlformats.org/officeDocument/2006/relationships/customXml" Target="../ink/ink1.xml"/><Relationship Id="rId14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7" Type="http://schemas.openxmlformats.org/officeDocument/2006/relationships/image" Target="../media/image35.png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1.xml"/><Relationship Id="rId3" Type="http://schemas.openxmlformats.org/officeDocument/2006/relationships/diagramLayout" Target="../diagrams/layout20.xml"/><Relationship Id="rId7" Type="http://schemas.openxmlformats.org/officeDocument/2006/relationships/diagramData" Target="../diagrams/data21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0.xml"/><Relationship Id="rId11" Type="http://schemas.microsoft.com/office/2007/relationships/diagramDrawing" Target="../diagrams/drawing21.xml"/><Relationship Id="rId5" Type="http://schemas.openxmlformats.org/officeDocument/2006/relationships/diagramColors" Target="../diagrams/colors20.xml"/><Relationship Id="rId10" Type="http://schemas.openxmlformats.org/officeDocument/2006/relationships/diagramColors" Target="../diagrams/colors21.xml"/><Relationship Id="rId4" Type="http://schemas.openxmlformats.org/officeDocument/2006/relationships/diagramQuickStyle" Target="../diagrams/quickStyle20.xml"/><Relationship Id="rId9" Type="http://schemas.openxmlformats.org/officeDocument/2006/relationships/diagramQuickStyle" Target="../diagrams/quickStyle21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3.xml"/><Relationship Id="rId3" Type="http://schemas.openxmlformats.org/officeDocument/2006/relationships/diagramLayout" Target="../diagrams/layout22.xml"/><Relationship Id="rId7" Type="http://schemas.openxmlformats.org/officeDocument/2006/relationships/diagramData" Target="../diagrams/data23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2.xml"/><Relationship Id="rId11" Type="http://schemas.microsoft.com/office/2007/relationships/diagramDrawing" Target="../diagrams/drawing23.xml"/><Relationship Id="rId5" Type="http://schemas.openxmlformats.org/officeDocument/2006/relationships/diagramColors" Target="../diagrams/colors22.xml"/><Relationship Id="rId10" Type="http://schemas.openxmlformats.org/officeDocument/2006/relationships/diagramColors" Target="../diagrams/colors23.xml"/><Relationship Id="rId4" Type="http://schemas.openxmlformats.org/officeDocument/2006/relationships/diagramQuickStyle" Target="../diagrams/quickStyle22.xml"/><Relationship Id="rId9" Type="http://schemas.openxmlformats.org/officeDocument/2006/relationships/diagramQuickStyle" Target="../diagrams/quickStyle2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diagramData" Target="../diagrams/data24.xml"/><Relationship Id="rId7" Type="http://schemas.microsoft.com/office/2007/relationships/diagramDrawing" Target="../diagrams/drawing24.xm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4.xml"/><Relationship Id="rId5" Type="http://schemas.openxmlformats.org/officeDocument/2006/relationships/diagramQuickStyle" Target="../diagrams/quickStyle24.xml"/><Relationship Id="rId4" Type="http://schemas.openxmlformats.org/officeDocument/2006/relationships/diagramLayout" Target="../diagrams/layout24.xml"/><Relationship Id="rId9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9ADC37-DCBC-44B7-0154-A27D8C0E5F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uk-UA" sz="6000" dirty="0"/>
              <a:t>Українські землі у складі імперій в другій половині ХІХ ст.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2C0D93B6-5B23-1A9C-0D92-07DB1E93F1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8915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8AE99-7866-1BCC-7E1E-07F1E13DF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Розширений зміст попередньої лекції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DDB8981D-BEC9-6A44-5474-5170E267EA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34660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81FD536B-6253-070C-45ED-0448CF108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Російська імперія, початок ХІХ ст.</a:t>
            </a:r>
          </a:p>
        </p:txBody>
      </p:sp>
      <p:pic>
        <p:nvPicPr>
          <p:cNvPr id="10" name="Місце для вмісту 9">
            <a:extLst>
              <a:ext uri="{FF2B5EF4-FFF2-40B4-BE49-F238E27FC236}">
                <a16:creationId xmlns:a16="http://schemas.microsoft.com/office/drawing/2014/main" id="{E52F625D-B7A6-7D86-9AB3-2976C216591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199" y="2304289"/>
            <a:ext cx="6123801" cy="2941444"/>
          </a:xfrm>
        </p:spPr>
      </p:pic>
      <p:pic>
        <p:nvPicPr>
          <p:cNvPr id="12" name="Місце для вмісту 11">
            <a:extLst>
              <a:ext uri="{FF2B5EF4-FFF2-40B4-BE49-F238E27FC236}">
                <a16:creationId xmlns:a16="http://schemas.microsoft.com/office/drawing/2014/main" id="{157D3BE4-1600-D650-D9EF-1909EEA49A9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536005" y="2084832"/>
            <a:ext cx="3113564" cy="4022725"/>
          </a:xfrm>
        </p:spPr>
      </p:pic>
    </p:spTree>
    <p:extLst>
      <p:ext uri="{BB962C8B-B14F-4D97-AF65-F5344CB8AC3E}">
        <p14:creationId xmlns:p14="http://schemas.microsoft.com/office/powerpoint/2010/main" val="366980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A9362C-1F93-B1E0-9DE1-E17018276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Україна</a:t>
            </a:r>
            <a:r>
              <a:rPr lang="ru-RU" dirty="0"/>
              <a:t> 6 </a:t>
            </a:r>
            <a:r>
              <a:rPr lang="ru-RU" dirty="0" err="1"/>
              <a:t>системі</a:t>
            </a:r>
            <a:r>
              <a:rPr lang="ru-RU" dirty="0"/>
              <a:t> </a:t>
            </a:r>
            <a:r>
              <a:rPr lang="ru-RU" dirty="0" err="1"/>
              <a:t>міжнародник</a:t>
            </a:r>
            <a:r>
              <a:rPr lang="ru-RU" dirty="0"/>
              <a:t> </a:t>
            </a:r>
            <a:r>
              <a:rPr lang="ru-RU" dirty="0" err="1"/>
              <a:t>відносин</a:t>
            </a:r>
            <a:r>
              <a:rPr lang="ru-RU" dirty="0"/>
              <a:t> на початку XIX </a:t>
            </a:r>
            <a:r>
              <a:rPr lang="ru-RU" dirty="0" err="1"/>
              <a:t>ст</a:t>
            </a:r>
            <a:endParaRPr lang="uk-UA" dirty="0"/>
          </a:p>
        </p:txBody>
      </p:sp>
      <p:pic>
        <p:nvPicPr>
          <p:cNvPr id="6" name="Місце для вмісту 5">
            <a:extLst>
              <a:ext uri="{FF2B5EF4-FFF2-40B4-BE49-F238E27FC236}">
                <a16:creationId xmlns:a16="http://schemas.microsoft.com/office/drawing/2014/main" id="{1FC4E687-0594-AA46-0327-B4264739400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43000" y="2491314"/>
            <a:ext cx="4754563" cy="3154897"/>
          </a:xfrm>
        </p:spPr>
      </p:pic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035A6F6A-7CA4-10B0-EB4D-7885F114152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91633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997EB2-B485-33F4-822F-F4599BE20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Початок українського національного відродження</a:t>
            </a:r>
          </a:p>
        </p:txBody>
      </p:sp>
      <p:pic>
        <p:nvPicPr>
          <p:cNvPr id="10" name="Місце для вмісту 9">
            <a:extLst>
              <a:ext uri="{FF2B5EF4-FFF2-40B4-BE49-F238E27FC236}">
                <a16:creationId xmlns:a16="http://schemas.microsoft.com/office/drawing/2014/main" id="{3F27EF03-0AA4-DF14-118D-54F1A9F9302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43000" y="2426426"/>
            <a:ext cx="4754563" cy="3284672"/>
          </a:xfrm>
        </p:spPr>
      </p:pic>
      <p:pic>
        <p:nvPicPr>
          <p:cNvPr id="12" name="Місце для вмісту 11">
            <a:extLst>
              <a:ext uri="{FF2B5EF4-FFF2-40B4-BE49-F238E27FC236}">
                <a16:creationId xmlns:a16="http://schemas.microsoft.com/office/drawing/2014/main" id="{5ED521E5-5963-BAD1-F651-D37FAA616A9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548899" y="2678168"/>
            <a:ext cx="2690226" cy="3032930"/>
          </a:xfr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D194575-706F-5827-8AB9-4361E9DEEE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8203" y="1910093"/>
            <a:ext cx="2638793" cy="3801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736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0C1AA0-C1E4-51D5-363B-3F4CA8A1A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 так </a:t>
            </a:r>
            <a:r>
              <a:rPr lang="ru-RU" dirty="0" err="1"/>
              <a:t>міністр</a:t>
            </a:r>
            <a:r>
              <a:rPr lang="ru-RU" dirty="0"/>
              <a:t> </a:t>
            </a:r>
            <a:r>
              <a:rPr lang="ru-RU" dirty="0" err="1"/>
              <a:t>освіти</a:t>
            </a:r>
            <a:r>
              <a:rPr lang="ru-RU" dirty="0"/>
              <a:t> </a:t>
            </a:r>
            <a:r>
              <a:rPr lang="ru-RU" dirty="0" err="1"/>
              <a:t>Російської</a:t>
            </a:r>
            <a:r>
              <a:rPr lang="ru-RU" dirty="0"/>
              <a:t> </a:t>
            </a:r>
            <a:r>
              <a:rPr lang="ru-RU" dirty="0" err="1"/>
              <a:t>імперії</a:t>
            </a:r>
            <a:r>
              <a:rPr lang="ru-RU" dirty="0"/>
              <a:t> С. Уваров писав про </a:t>
            </a:r>
            <a:r>
              <a:rPr lang="ru-RU" dirty="0" err="1"/>
              <a:t>завдання</a:t>
            </a:r>
            <a:r>
              <a:rPr lang="ru-RU" dirty="0"/>
              <a:t> </a:t>
            </a:r>
            <a:r>
              <a:rPr lang="ru-RU" dirty="0" err="1"/>
              <a:t>університету</a:t>
            </a:r>
            <a:endParaRPr lang="uk-UA" dirty="0"/>
          </a:p>
        </p:txBody>
      </p:sp>
      <p:pic>
        <p:nvPicPr>
          <p:cNvPr id="6" name="Місце для вмісту 5">
            <a:extLst>
              <a:ext uri="{FF2B5EF4-FFF2-40B4-BE49-F238E27FC236}">
                <a16:creationId xmlns:a16="http://schemas.microsoft.com/office/drawing/2014/main" id="{85CB708B-8A92-94F1-64EA-6AC9C39FD4D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062753" y="2720787"/>
            <a:ext cx="2915057" cy="2695951"/>
          </a:xfrm>
        </p:spPr>
      </p:pic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1ADE71C3-EEC8-7D23-AF01-BA9E7DBA0D9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uk-UA" i="1" dirty="0"/>
              <a:t>«Університет […] – моє творіння. Але я першим ліквідую його, якщо він не виконуватиме своєї мети поширювати російську освіту й російську національність в ополяченому краю Західної Росії»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53907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0BCFED-8F93-52B7-AA7D-E17EFD649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Кирило-Мефодіївське товариство. 1846-1847 рр.</a:t>
            </a:r>
          </a:p>
        </p:txBody>
      </p:sp>
      <p:pic>
        <p:nvPicPr>
          <p:cNvPr id="7" name="Місце для вмісту 6">
            <a:extLst>
              <a:ext uri="{FF2B5EF4-FFF2-40B4-BE49-F238E27FC236}">
                <a16:creationId xmlns:a16="http://schemas.microsoft.com/office/drawing/2014/main" id="{AA01FA8D-5E92-4FC9-F8CB-12EC38ED322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l="2845" t="3794"/>
          <a:stretch/>
        </p:blipFill>
        <p:spPr>
          <a:xfrm>
            <a:off x="1642533" y="1907145"/>
            <a:ext cx="2568459" cy="2010856"/>
          </a:xfrm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94321FB-8F3E-3FE4-9D54-9DB8AE15514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95161197"/>
              </p:ext>
            </p:extLst>
          </p:nvPr>
        </p:nvGraphicFramePr>
        <p:xfrm>
          <a:off x="6267612" y="20574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0C8729A-5F7A-1800-A18E-E0A00324A26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4152"/>
          <a:stretch/>
        </p:blipFill>
        <p:spPr>
          <a:xfrm>
            <a:off x="541866" y="4108507"/>
            <a:ext cx="2201333" cy="221407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DF25B62-7671-C9BD-34F5-3A70CDE587F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40988" y="4048969"/>
            <a:ext cx="1940007" cy="2234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377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5AC167-ABCF-5BA0-EF32-299D73B63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Значення КМТ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9158B5F-A242-0971-851B-D579F0B6982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dirty="0"/>
              <a:t>1. Уперше розробили політичну програму українського національного руху.</a:t>
            </a:r>
          </a:p>
          <a:p>
            <a:r>
              <a:rPr lang="uk-UA" dirty="0"/>
              <a:t>2. Висловили ідею всеслов’янської єдності.</a:t>
            </a:r>
          </a:p>
          <a:p>
            <a:r>
              <a:rPr lang="uk-UA" dirty="0"/>
              <a:t>3. Сповідували загальнолюдські та християнські ідеали, заперечували насильство як засіб досягнення мети.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AC1F1AC5-EE90-B792-31D3-0D7DBCEE90A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r>
              <a:rPr lang="uk-UA" sz="3200" b="0" i="1" dirty="0"/>
              <a:t>«…політичне об’єднання слов’ян є тією справжньою метою, до якої вони повинні прагнути. …при об’єднанні вони [українці, росіяни, білоруси] повинні мати свою самостійність».</a:t>
            </a:r>
            <a:endParaRPr lang="uk-UA" sz="3200" dirty="0"/>
          </a:p>
          <a:p>
            <a:endParaRPr lang="uk-UA" sz="3200" dirty="0"/>
          </a:p>
        </p:txBody>
      </p:sp>
    </p:spTree>
    <p:extLst>
      <p:ext uri="{BB962C8B-B14F-4D97-AF65-F5344CB8AC3E}">
        <p14:creationId xmlns:p14="http://schemas.microsoft.com/office/powerpoint/2010/main" val="2151724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2C6701-6173-B5A5-1221-C0691D47D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uk-UA" dirty="0" err="1"/>
              <a:t>Будителі</a:t>
            </a:r>
            <a:endParaRPr lang="uk-UA" dirty="0"/>
          </a:p>
        </p:txBody>
      </p:sp>
      <p:pic>
        <p:nvPicPr>
          <p:cNvPr id="8" name="Місце для вмісту 7">
            <a:extLst>
              <a:ext uri="{FF2B5EF4-FFF2-40B4-BE49-F238E27FC236}">
                <a16:creationId xmlns:a16="http://schemas.microsoft.com/office/drawing/2014/main" id="{707D01C0-4378-B474-ACA1-8EDC8531215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258043" y="2230181"/>
            <a:ext cx="2524477" cy="3677163"/>
          </a:xfrm>
        </p:spPr>
      </p:pic>
      <p:pic>
        <p:nvPicPr>
          <p:cNvPr id="6" name="Місце для вмісту 5">
            <a:extLst>
              <a:ext uri="{FF2B5EF4-FFF2-40B4-BE49-F238E27FC236}">
                <a16:creationId xmlns:a16="http://schemas.microsoft.com/office/drawing/2014/main" id="{44CD4E08-50EC-0EAB-87DE-B475B08D049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267450" y="2196155"/>
            <a:ext cx="4754563" cy="3745214"/>
          </a:xfrm>
        </p:spPr>
      </p:pic>
    </p:spTree>
    <p:extLst>
      <p:ext uri="{BB962C8B-B14F-4D97-AF65-F5344CB8AC3E}">
        <p14:creationId xmlns:p14="http://schemas.microsoft.com/office/powerpoint/2010/main" val="3551721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E7CD35-8BF0-253A-E879-B168E8A08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Боротьбі</a:t>
            </a:r>
            <a:r>
              <a:rPr lang="ru-RU" dirty="0"/>
              <a:t> </a:t>
            </a:r>
            <a:r>
              <a:rPr lang="ru-RU" dirty="0" err="1"/>
              <a:t>західних</a:t>
            </a:r>
            <a:r>
              <a:rPr lang="ru-RU" dirty="0"/>
              <a:t> </a:t>
            </a:r>
            <a:r>
              <a:rPr lang="ru-RU" dirty="0" err="1"/>
              <a:t>українців</a:t>
            </a:r>
            <a:r>
              <a:rPr lang="ru-RU" dirty="0"/>
              <a:t> </a:t>
            </a:r>
            <a:r>
              <a:rPr lang="ru-RU" dirty="0" err="1"/>
              <a:t>проти</a:t>
            </a:r>
            <a:r>
              <a:rPr lang="ru-RU" dirty="0"/>
              <a:t> </a:t>
            </a:r>
            <a:r>
              <a:rPr lang="ru-RU" dirty="0" err="1"/>
              <a:t>соціального</a:t>
            </a:r>
            <a:r>
              <a:rPr lang="ru-RU" dirty="0"/>
              <a:t> </a:t>
            </a:r>
            <a:r>
              <a:rPr lang="ru-RU" dirty="0" err="1"/>
              <a:t>гноблення</a:t>
            </a:r>
            <a:endParaRPr lang="uk-UA" dirty="0"/>
          </a:p>
        </p:txBody>
      </p:sp>
      <p:pic>
        <p:nvPicPr>
          <p:cNvPr id="6" name="Місце для вмісту 5">
            <a:extLst>
              <a:ext uri="{FF2B5EF4-FFF2-40B4-BE49-F238E27FC236}">
                <a16:creationId xmlns:a16="http://schemas.microsoft.com/office/drawing/2014/main" id="{31233F25-BE2E-7D63-2633-AE018E9BE5D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53068" y="2296865"/>
            <a:ext cx="4134427" cy="3543795"/>
          </a:xfrm>
        </p:spPr>
      </p:pic>
      <p:pic>
        <p:nvPicPr>
          <p:cNvPr id="8" name="Місце для вмісту 7">
            <a:extLst>
              <a:ext uri="{FF2B5EF4-FFF2-40B4-BE49-F238E27FC236}">
                <a16:creationId xmlns:a16="http://schemas.microsoft.com/office/drawing/2014/main" id="{3E3790D3-6B0C-C846-3CA5-E16C566614F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501307" y="2225418"/>
            <a:ext cx="4286848" cy="3686689"/>
          </a:xfrm>
        </p:spPr>
      </p:pic>
    </p:spTree>
    <p:extLst>
      <p:ext uri="{BB962C8B-B14F-4D97-AF65-F5344CB8AC3E}">
        <p14:creationId xmlns:p14="http://schemas.microsoft.com/office/powerpoint/2010/main" val="509607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FF306A-CC0F-2CDF-3C81-B5AA2C8B9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Європейська</a:t>
            </a:r>
            <a:r>
              <a:rPr lang="ru-RU" dirty="0"/>
              <a:t> </a:t>
            </a:r>
            <a:r>
              <a:rPr lang="ru-RU" dirty="0" err="1"/>
              <a:t>революція</a:t>
            </a:r>
            <a:r>
              <a:rPr lang="ru-RU" dirty="0"/>
              <a:t> 1848-1844 </a:t>
            </a:r>
            <a:r>
              <a:rPr lang="ru-RU" dirty="0" err="1"/>
              <a:t>рр</a:t>
            </a:r>
            <a:r>
              <a:rPr lang="ru-RU" dirty="0"/>
              <a:t>. та </a:t>
            </a:r>
            <a:r>
              <a:rPr lang="ru-RU" dirty="0" err="1"/>
              <a:t>українці</a:t>
            </a:r>
            <a:endParaRPr lang="uk-UA" dirty="0"/>
          </a:p>
        </p:txBody>
      </p:sp>
      <p:pic>
        <p:nvPicPr>
          <p:cNvPr id="6" name="Місце для вмісту 5">
            <a:extLst>
              <a:ext uri="{FF2B5EF4-FFF2-40B4-BE49-F238E27FC236}">
                <a16:creationId xmlns:a16="http://schemas.microsoft.com/office/drawing/2014/main" id="{DEE04CEE-18B9-67C9-FCC8-CDD8163CEBD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01168" y="2057400"/>
            <a:ext cx="4238227" cy="4022725"/>
          </a:xfrm>
        </p:spPr>
      </p:pic>
      <p:pic>
        <p:nvPicPr>
          <p:cNvPr id="8" name="Місце для вмісту 7">
            <a:extLst>
              <a:ext uri="{FF2B5EF4-FFF2-40B4-BE49-F238E27FC236}">
                <a16:creationId xmlns:a16="http://schemas.microsoft.com/office/drawing/2014/main" id="{C07DDAA4-0210-5A1A-4CE8-8FE6057AFDB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461250" y="2065867"/>
            <a:ext cx="3279495" cy="4022725"/>
          </a:xfr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07128C4-3EF3-A703-DBBE-56E5C315C5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9395" y="2094920"/>
            <a:ext cx="2886478" cy="415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4786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68A460-F70C-6EA7-F3EA-E001E840E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Перші політичні організації</a:t>
            </a:r>
          </a:p>
        </p:txBody>
      </p:sp>
      <p:pic>
        <p:nvPicPr>
          <p:cNvPr id="6" name="Місце для вмісту 5">
            <a:extLst>
              <a:ext uri="{FF2B5EF4-FFF2-40B4-BE49-F238E27FC236}">
                <a16:creationId xmlns:a16="http://schemas.microsoft.com/office/drawing/2014/main" id="{6C06E004-A947-6487-091A-88E31F95304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06875" y="2361955"/>
            <a:ext cx="2310144" cy="3278628"/>
          </a:xfr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9D9B8BB-9584-5238-2DEB-91BE0FB4A1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3141" y="2290874"/>
            <a:ext cx="2265718" cy="3420790"/>
          </a:xfrm>
          <a:prstGeom prst="rect">
            <a:avLst/>
          </a:prstGeom>
        </p:spPr>
      </p:pic>
      <p:sp>
        <p:nvSpPr>
          <p:cNvPr id="12" name="Місце для вмісту 11">
            <a:extLst>
              <a:ext uri="{FF2B5EF4-FFF2-40B4-BE49-F238E27FC236}">
                <a16:creationId xmlns:a16="http://schemas.microsoft.com/office/drawing/2014/main" id="{C939AB8F-03CC-DB3A-3C2B-4A8016830F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75965" y="1989589"/>
            <a:ext cx="4754880" cy="4023360"/>
          </a:xfrm>
        </p:spPr>
        <p:txBody>
          <a:bodyPr>
            <a:normAutofit lnSpcReduction="10000"/>
          </a:bodyPr>
          <a:lstStyle/>
          <a:p>
            <a:pPr marL="502920" indent="-457200">
              <a:buFont typeface="+mj-lt"/>
              <a:buAutoNum type="arabicPeriod"/>
            </a:pPr>
            <a:r>
              <a:rPr lang="uk-UA" dirty="0"/>
              <a:t>1847 р. Північна Буковина отримала статус окремого коронного краю на чолі з президентом.</a:t>
            </a:r>
          </a:p>
          <a:p>
            <a:pPr marL="502920" indent="-457200">
              <a:buFont typeface="+mj-lt"/>
              <a:buAutoNum type="arabicPeriod"/>
            </a:pPr>
            <a:r>
              <a:rPr lang="uk-UA" dirty="0"/>
              <a:t>1851 р. Австрійська влада розпустила Головну руську раду.</a:t>
            </a:r>
          </a:p>
          <a:p>
            <a:pPr marL="502920" indent="-457200">
              <a:buFont typeface="+mj-lt"/>
              <a:buAutoNum type="arabicPeriod"/>
            </a:pPr>
            <a:r>
              <a:rPr lang="uk-UA" dirty="0"/>
              <a:t>1861 р. Галичина отримала автономію і власний сейм.</a:t>
            </a:r>
          </a:p>
          <a:p>
            <a:pPr marL="502920" indent="-457200">
              <a:buFont typeface="+mj-lt"/>
              <a:buAutoNum type="arabicPeriod"/>
            </a:pPr>
            <a:r>
              <a:rPr lang="uk-UA" dirty="0"/>
              <a:t>Русини Закарпаття, які так і не отримали автономії від Угорщини, зберігали відданість австрійській владі.</a:t>
            </a:r>
          </a:p>
        </p:txBody>
      </p:sp>
      <p:pic>
        <p:nvPicPr>
          <p:cNvPr id="13" name="Місце для вмісту 7">
            <a:extLst>
              <a:ext uri="{FF2B5EF4-FFF2-40B4-BE49-F238E27FC236}">
                <a16:creationId xmlns:a16="http://schemas.microsoft.com/office/drawing/2014/main" id="{00B9B0D1-DF69-E303-7AE9-5FC9A049E4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7019" y="2361955"/>
            <a:ext cx="2487847" cy="319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2961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36C678-4F74-9B26-0722-FD177468A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Культура </a:t>
            </a:r>
            <a:r>
              <a:rPr lang="ru-RU" sz="4000" dirty="0" err="1"/>
              <a:t>України</a:t>
            </a:r>
            <a:r>
              <a:rPr lang="ru-RU" sz="4000" dirty="0"/>
              <a:t> в </a:t>
            </a:r>
            <a:r>
              <a:rPr lang="ru-RU" sz="4000" dirty="0" err="1"/>
              <a:t>першій</a:t>
            </a:r>
            <a:r>
              <a:rPr lang="ru-RU" sz="4000" dirty="0"/>
              <a:t> </a:t>
            </a:r>
            <a:r>
              <a:rPr lang="ru-RU" sz="4000" dirty="0" err="1"/>
              <a:t>половині</a:t>
            </a:r>
            <a:r>
              <a:rPr lang="ru-RU" sz="4000" dirty="0"/>
              <a:t> XIX </a:t>
            </a:r>
            <a:r>
              <a:rPr lang="ru-RU" sz="4000" dirty="0" err="1"/>
              <a:t>cт</a:t>
            </a:r>
            <a:r>
              <a:rPr lang="ru-RU" sz="4000" dirty="0"/>
              <a:t>.</a:t>
            </a:r>
            <a:endParaRPr lang="uk-UA" sz="40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CE9274C-A5A9-A34A-DB49-49CE8D69358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747734804"/>
              </p:ext>
            </p:extLst>
          </p:nvPr>
        </p:nvGraphicFramePr>
        <p:xfrm>
          <a:off x="1143000" y="2057399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Місце для вмісту 6">
            <a:extLst>
              <a:ext uri="{FF2B5EF4-FFF2-40B4-BE49-F238E27FC236}">
                <a16:creationId xmlns:a16="http://schemas.microsoft.com/office/drawing/2014/main" id="{01FB64BE-B15F-5A85-1AA6-DE6B7342B0D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6294122" y="2154476"/>
            <a:ext cx="5419291" cy="1726086"/>
          </a:xfr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8AFEF1F-8DA8-3016-F00F-9C646D40DE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4122" y="4069079"/>
            <a:ext cx="5234280" cy="1977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3021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47B9E1-002D-1CA7-665C-25C2A9F22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 </a:t>
            </a:r>
            <a:r>
              <a:rPr lang="ru-RU" dirty="0" err="1"/>
              <a:t>результаті</a:t>
            </a:r>
            <a:r>
              <a:rPr lang="ru-RU" dirty="0"/>
              <a:t> </a:t>
            </a:r>
            <a:r>
              <a:rPr lang="ru-RU" dirty="0" err="1"/>
              <a:t>Кримської</a:t>
            </a:r>
            <a:r>
              <a:rPr lang="ru-RU" dirty="0"/>
              <a:t> </a:t>
            </a:r>
            <a:r>
              <a:rPr lang="ru-RU" dirty="0" err="1"/>
              <a:t>війни</a:t>
            </a:r>
            <a:r>
              <a:rPr lang="ru-RU" dirty="0"/>
              <a:t> (1853–1856 </a:t>
            </a:r>
            <a:r>
              <a:rPr lang="ru-RU" dirty="0" err="1"/>
              <a:t>рр</a:t>
            </a:r>
            <a:r>
              <a:rPr lang="ru-RU" dirty="0"/>
              <a:t>.) </a:t>
            </a:r>
            <a:r>
              <a:rPr lang="ru-RU" dirty="0" err="1"/>
              <a:t>Російська</a:t>
            </a:r>
            <a:r>
              <a:rPr lang="ru-RU" dirty="0"/>
              <a:t> </a:t>
            </a:r>
            <a:r>
              <a:rPr lang="ru-RU" dirty="0" err="1"/>
              <a:t>імперія</a:t>
            </a:r>
            <a:r>
              <a:rPr lang="ru-RU" dirty="0"/>
              <a:t> </a:t>
            </a:r>
            <a:r>
              <a:rPr lang="ru-RU" dirty="0" err="1"/>
              <a:t>втратила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ADE9665-1044-94CF-2BC4-FC1C1D66223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C95E4E6-781F-D060-0DD2-3901CC438D5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80568350"/>
              </p:ext>
            </p:extLst>
          </p:nvPr>
        </p:nvGraphicFramePr>
        <p:xfrm>
          <a:off x="6267612" y="20574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857821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005426-3DED-CA13-41F4-9B80A675B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Якому</a:t>
            </a:r>
            <a:r>
              <a:rPr lang="ru-RU" dirty="0"/>
              <a:t> </a:t>
            </a:r>
            <a:r>
              <a:rPr lang="ru-RU" dirty="0" err="1"/>
              <a:t>діячеві</a:t>
            </a:r>
            <a:r>
              <a:rPr lang="ru-RU" dirty="0"/>
              <a:t> </a:t>
            </a:r>
            <a:r>
              <a:rPr lang="ru-RU" dirty="0" err="1"/>
              <a:t>громадівського</a:t>
            </a:r>
            <a:r>
              <a:rPr lang="ru-RU" dirty="0"/>
              <a:t> руху належать </a:t>
            </a:r>
            <a:r>
              <a:rPr lang="ru-RU" dirty="0" err="1"/>
              <a:t>цитовані</a:t>
            </a:r>
            <a:r>
              <a:rPr lang="ru-RU" dirty="0"/>
              <a:t> </a:t>
            </a:r>
            <a:r>
              <a:rPr lang="ru-RU" dirty="0" err="1"/>
              <a:t>нижче</a:t>
            </a:r>
            <a:r>
              <a:rPr lang="ru-RU" dirty="0"/>
              <a:t> </a:t>
            </a:r>
            <a:r>
              <a:rPr lang="ru-RU" dirty="0" err="1"/>
              <a:t>спомини</a:t>
            </a:r>
            <a:r>
              <a:rPr lang="ru-RU" dirty="0"/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8BA7636-062F-4DDF-F07A-2F1E12814CB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i="1" dirty="0"/>
              <a:t>«Я </a:t>
            </a:r>
            <a:r>
              <a:rPr lang="ru-RU" i="1" dirty="0" err="1"/>
              <a:t>заявився</a:t>
            </a:r>
            <a:r>
              <a:rPr lang="ru-RU" i="1" dirty="0"/>
              <a:t> до </a:t>
            </a:r>
            <a:r>
              <a:rPr lang="ru-RU" i="1" dirty="0" err="1"/>
              <a:t>київського</a:t>
            </a:r>
            <a:r>
              <a:rPr lang="ru-RU" i="1" dirty="0"/>
              <a:t> генерал-губернатора Дундукова-Корсакова, просив паспорт за кордон… Через три </a:t>
            </a:r>
            <a:r>
              <a:rPr lang="ru-RU" i="1" dirty="0" err="1"/>
              <a:t>дні</a:t>
            </a:r>
            <a:r>
              <a:rPr lang="ru-RU" i="1" dirty="0"/>
              <a:t> </a:t>
            </a:r>
            <a:r>
              <a:rPr lang="ru-RU" i="1" dirty="0" err="1"/>
              <a:t>дозвіл</a:t>
            </a:r>
            <a:r>
              <a:rPr lang="ru-RU" i="1" dirty="0"/>
              <a:t> </a:t>
            </a:r>
            <a:r>
              <a:rPr lang="ru-RU" i="1" dirty="0" err="1"/>
              <a:t>було</a:t>
            </a:r>
            <a:r>
              <a:rPr lang="ru-RU" i="1" dirty="0"/>
              <a:t> одержано і я </a:t>
            </a:r>
            <a:r>
              <a:rPr lang="ru-RU" i="1" dirty="0" err="1"/>
              <a:t>виїхав</a:t>
            </a:r>
            <a:r>
              <a:rPr lang="ru-RU" i="1" dirty="0"/>
              <a:t> через Галичину й </a:t>
            </a:r>
            <a:r>
              <a:rPr lang="ru-RU" i="1" dirty="0" err="1"/>
              <a:t>Угорщину</a:t>
            </a:r>
            <a:r>
              <a:rPr lang="ru-RU" i="1" dirty="0"/>
              <a:t> до </a:t>
            </a:r>
            <a:r>
              <a:rPr lang="ru-RU" i="1" dirty="0" err="1"/>
              <a:t>Відня</a:t>
            </a:r>
            <a:r>
              <a:rPr lang="ru-RU" i="1" dirty="0"/>
              <a:t>, де почав </a:t>
            </a:r>
            <a:r>
              <a:rPr lang="ru-RU" i="1" dirty="0" err="1"/>
              <a:t>готуватися</a:t>
            </a:r>
            <a:r>
              <a:rPr lang="ru-RU" i="1" dirty="0"/>
              <a:t> до </a:t>
            </a:r>
            <a:r>
              <a:rPr lang="ru-RU" i="1" dirty="0" err="1"/>
              <a:t>видання</a:t>
            </a:r>
            <a:r>
              <a:rPr lang="ru-RU" i="1" dirty="0"/>
              <a:t> </a:t>
            </a:r>
            <a:r>
              <a:rPr lang="ru-RU" i="1" dirty="0" err="1"/>
              <a:t>збірника</a:t>
            </a:r>
            <a:r>
              <a:rPr lang="ru-RU" i="1" dirty="0"/>
              <a:t> «Громада». </a:t>
            </a:r>
            <a:r>
              <a:rPr lang="ru-RU" i="1" dirty="0" err="1"/>
              <a:t>Водночас</a:t>
            </a:r>
            <a:r>
              <a:rPr lang="ru-RU" i="1" dirty="0"/>
              <a:t> уряд почав </a:t>
            </a:r>
            <a:r>
              <a:rPr lang="ru-RU" i="1" dirty="0" err="1"/>
              <a:t>конфісковувати</a:t>
            </a:r>
            <a:r>
              <a:rPr lang="ru-RU" i="1" dirty="0"/>
              <a:t> </a:t>
            </a:r>
            <a:r>
              <a:rPr lang="ru-RU" i="1" dirty="0" err="1"/>
              <a:t>брошури</a:t>
            </a:r>
            <a:r>
              <a:rPr lang="ru-RU" i="1" dirty="0"/>
              <a:t> </a:t>
            </a:r>
            <a:r>
              <a:rPr lang="ru-RU" i="1" dirty="0" err="1"/>
              <a:t>соціал</a:t>
            </a:r>
            <a:r>
              <a:rPr lang="ru-RU" i="1" dirty="0"/>
              <a:t>-демократичного </a:t>
            </a:r>
            <a:r>
              <a:rPr lang="ru-RU" i="1" dirty="0" err="1"/>
              <a:t>змісту</a:t>
            </a:r>
            <a:r>
              <a:rPr lang="ru-RU" i="1" dirty="0"/>
              <a:t>, а тому </a:t>
            </a:r>
            <a:r>
              <a:rPr lang="ru-RU" i="1" dirty="0" err="1"/>
              <a:t>вирішив</a:t>
            </a:r>
            <a:r>
              <a:rPr lang="ru-RU" i="1" dirty="0"/>
              <a:t> перенести </a:t>
            </a:r>
            <a:r>
              <a:rPr lang="ru-RU" i="1" dirty="0" err="1"/>
              <a:t>видання</a:t>
            </a:r>
            <a:r>
              <a:rPr lang="ru-RU" i="1" dirty="0"/>
              <a:t> «</a:t>
            </a:r>
            <a:r>
              <a:rPr lang="ru-RU" i="1" dirty="0" err="1"/>
              <a:t>Громади</a:t>
            </a:r>
            <a:r>
              <a:rPr lang="ru-RU" i="1" dirty="0"/>
              <a:t>» до </a:t>
            </a:r>
            <a:r>
              <a:rPr lang="ru-RU" i="1" dirty="0" err="1"/>
              <a:t>Женеви</a:t>
            </a:r>
            <a:r>
              <a:rPr lang="ru-RU" i="1" dirty="0"/>
              <a:t>…»</a:t>
            </a:r>
            <a:endParaRPr lang="uk-UA" i="1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CD00BA2-D8A3-DBAD-FBE8-F7B00A0ACF1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50724830"/>
              </p:ext>
            </p:extLst>
          </p:nvPr>
        </p:nvGraphicFramePr>
        <p:xfrm>
          <a:off x="5558303" y="196596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0C3D397-FC1A-BE54-D809-0C0FC76F83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73606" y="2702050"/>
            <a:ext cx="1829055" cy="273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4227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9C6B2E-DD93-3ACD-355F-05DFCB730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3200" dirty="0"/>
              <a:t>Укажіть головну відмінність «молодих громад» від «старої громади», що існували в Наддніпрянській Україні у другій половині ХІХ ст.?</a:t>
            </a:r>
          </a:p>
        </p:txBody>
      </p:sp>
      <p:pic>
        <p:nvPicPr>
          <p:cNvPr id="7" name="Місце для вмісту 6">
            <a:extLst>
              <a:ext uri="{FF2B5EF4-FFF2-40B4-BE49-F238E27FC236}">
                <a16:creationId xmlns:a16="http://schemas.microsoft.com/office/drawing/2014/main" id="{E2A2E8CD-2292-3406-0134-047C5344787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t="5837"/>
          <a:stretch/>
        </p:blipFill>
        <p:spPr>
          <a:xfrm>
            <a:off x="1169509" y="2132789"/>
            <a:ext cx="4394956" cy="3776944"/>
          </a:xfrm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5DFA6C6-F3D9-C5DD-B49D-D1CF84CC5CE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03989858"/>
              </p:ext>
            </p:extLst>
          </p:nvPr>
        </p:nvGraphicFramePr>
        <p:xfrm>
          <a:off x="6267612" y="20574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984546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A440D8-5F2C-132F-FF05-E9C9AAEC2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3200" dirty="0"/>
              <a:t>Таємне розпорядження міністра внутрішніх справ Російської імперії, що увійшло в історію під назвою «Валуєвський циркуляр», видано</a:t>
            </a:r>
          </a:p>
        </p:txBody>
      </p:sp>
      <p:graphicFrame>
        <p:nvGraphicFramePr>
          <p:cNvPr id="9" name="Місце для вмісту 8">
            <a:extLst>
              <a:ext uri="{FF2B5EF4-FFF2-40B4-BE49-F238E27FC236}">
                <a16:creationId xmlns:a16="http://schemas.microsoft.com/office/drawing/2014/main" id="{AC9A89F7-D355-2155-D20F-67ED915761D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51870964"/>
              </p:ext>
            </p:extLst>
          </p:nvPr>
        </p:nvGraphicFramePr>
        <p:xfrm>
          <a:off x="6267612" y="20574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" name="Місце для вмісту 9">
            <a:extLst>
              <a:ext uri="{FF2B5EF4-FFF2-40B4-BE49-F238E27FC236}">
                <a16:creationId xmlns:a16="http://schemas.microsoft.com/office/drawing/2014/main" id="{25AB7833-E1B0-EEC5-5A3C-C1E424B68F2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7"/>
          <a:stretch>
            <a:fillRect/>
          </a:stretch>
        </p:blipFill>
        <p:spPr>
          <a:xfrm>
            <a:off x="1811868" y="2269067"/>
            <a:ext cx="3092796" cy="4020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682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C5B00E-4560-DDB6-7A42-01EEDAAFC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Це одна з вимог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12A59CB-C187-81F4-B342-6A70A689508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i="1" dirty="0"/>
              <a:t>«</a:t>
            </a:r>
            <a:r>
              <a:rPr lang="ru-RU" i="1" dirty="0" err="1"/>
              <a:t>Негайно</a:t>
            </a:r>
            <a:r>
              <a:rPr lang="ru-RU" i="1" dirty="0"/>
              <a:t> </a:t>
            </a:r>
            <a:r>
              <a:rPr lang="ru-RU" i="1" dirty="0" err="1"/>
              <a:t>вислати</a:t>
            </a:r>
            <a:r>
              <a:rPr lang="ru-RU" i="1" dirty="0"/>
              <a:t> з краю Драгоманова і </a:t>
            </a:r>
            <a:r>
              <a:rPr lang="ru-RU" i="1" dirty="0" err="1"/>
              <a:t>Чубинського</a:t>
            </a:r>
            <a:r>
              <a:rPr lang="ru-RU" i="1" dirty="0"/>
              <a:t> як </a:t>
            </a:r>
            <a:r>
              <a:rPr lang="ru-RU" i="1" dirty="0" err="1"/>
              <a:t>невиправних</a:t>
            </a:r>
            <a:r>
              <a:rPr lang="ru-RU" i="1" dirty="0"/>
              <a:t> й однозначно </a:t>
            </a:r>
            <a:r>
              <a:rPr lang="ru-RU" i="1" dirty="0" err="1"/>
              <a:t>небезпечних</a:t>
            </a:r>
            <a:r>
              <a:rPr lang="ru-RU" i="1" dirty="0"/>
              <a:t> для краю </a:t>
            </a:r>
            <a:r>
              <a:rPr lang="ru-RU" i="1" dirty="0" err="1"/>
              <a:t>агітаторів</a:t>
            </a:r>
            <a:r>
              <a:rPr lang="ru-RU" i="1" dirty="0"/>
              <a:t>» </a:t>
            </a:r>
            <a:endParaRPr lang="uk-UA" i="1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A2886A1-942F-82EB-ABA9-0D735F90AF7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25853468"/>
              </p:ext>
            </p:extLst>
          </p:nvPr>
        </p:nvGraphicFramePr>
        <p:xfrm>
          <a:off x="6267612" y="20574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C1B764F-7C3A-6129-4B54-6FD009FC53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8442" y="3492364"/>
            <a:ext cx="2843692" cy="3007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4255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1ACA40-5A6C-9DBF-F9F1-F1B64E935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Під</a:t>
            </a:r>
            <a:r>
              <a:rPr lang="ru-RU" dirty="0"/>
              <a:t> час </a:t>
            </a:r>
            <a:r>
              <a:rPr lang="ru-RU" dirty="0" err="1"/>
              <a:t>правління</a:t>
            </a:r>
            <a:r>
              <a:rPr lang="ru-RU" dirty="0"/>
              <a:t> </a:t>
            </a:r>
            <a:r>
              <a:rPr lang="ru-RU" dirty="0" err="1"/>
              <a:t>якого</a:t>
            </a:r>
            <a:r>
              <a:rPr lang="ru-RU" dirty="0"/>
              <a:t> </a:t>
            </a:r>
            <a:r>
              <a:rPr lang="ru-RU" dirty="0" err="1"/>
              <a:t>російського</a:t>
            </a:r>
            <a:r>
              <a:rPr lang="ru-RU" dirty="0"/>
              <a:t> </a:t>
            </a:r>
            <a:r>
              <a:rPr lang="ru-RU" dirty="0" err="1"/>
              <a:t>імператора</a:t>
            </a:r>
            <a:r>
              <a:rPr lang="ru-RU" dirty="0"/>
              <a:t> </a:t>
            </a:r>
            <a:r>
              <a:rPr lang="ru-RU" dirty="0" err="1"/>
              <a:t>запроваджено</a:t>
            </a:r>
            <a:r>
              <a:rPr lang="ru-RU" dirty="0"/>
              <a:t> </a:t>
            </a:r>
            <a:r>
              <a:rPr lang="ru-RU" dirty="0" err="1"/>
              <a:t>такі</a:t>
            </a:r>
            <a:r>
              <a:rPr lang="ru-RU" dirty="0"/>
              <a:t> заборони: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2FC21EA-F01D-4BBB-68DE-C55C952FAB6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i="1" dirty="0"/>
              <a:t>«Не </a:t>
            </a:r>
            <a:r>
              <a:rPr lang="ru-RU" i="1" dirty="0" err="1"/>
              <a:t>допускати</a:t>
            </a:r>
            <a:r>
              <a:rPr lang="ru-RU" i="1" dirty="0"/>
              <a:t> ввозу в </a:t>
            </a:r>
            <a:r>
              <a:rPr lang="ru-RU" i="1" dirty="0" err="1"/>
              <a:t>межі</a:t>
            </a:r>
            <a:r>
              <a:rPr lang="ru-RU" i="1" dirty="0"/>
              <a:t> </a:t>
            </a:r>
            <a:r>
              <a:rPr lang="ru-RU" i="1" dirty="0" err="1"/>
              <a:t>імперіі</a:t>
            </a:r>
            <a:r>
              <a:rPr lang="ru-RU" i="1" dirty="0"/>
              <a:t>̈... </a:t>
            </a:r>
            <a:r>
              <a:rPr lang="ru-RU" i="1" dirty="0" err="1"/>
              <a:t>яких</a:t>
            </a:r>
            <a:r>
              <a:rPr lang="ru-RU" i="1" dirty="0"/>
              <a:t> би то не </a:t>
            </a:r>
            <a:r>
              <a:rPr lang="ru-RU" i="1" dirty="0" err="1"/>
              <a:t>було</a:t>
            </a:r>
            <a:r>
              <a:rPr lang="ru-RU" i="1" dirty="0"/>
              <a:t> книг і </a:t>
            </a:r>
            <a:r>
              <a:rPr lang="ru-RU" i="1" dirty="0" err="1"/>
              <a:t>брошур</a:t>
            </a:r>
            <a:r>
              <a:rPr lang="ru-RU" i="1" dirty="0"/>
              <a:t>, </a:t>
            </a:r>
            <a:r>
              <a:rPr lang="ru-RU" i="1" dirty="0" err="1"/>
              <a:t>що</a:t>
            </a:r>
            <a:r>
              <a:rPr lang="ru-RU" i="1" dirty="0"/>
              <a:t> </a:t>
            </a:r>
            <a:r>
              <a:rPr lang="ru-RU" i="1" dirty="0" err="1"/>
              <a:t>видаються</a:t>
            </a:r>
            <a:r>
              <a:rPr lang="ru-RU" i="1" dirty="0"/>
              <a:t> за кордоном на </a:t>
            </a:r>
            <a:r>
              <a:rPr lang="ru-RU" i="1" dirty="0" err="1"/>
              <a:t>малоросійському</a:t>
            </a:r>
            <a:r>
              <a:rPr lang="ru-RU" i="1" dirty="0"/>
              <a:t> </a:t>
            </a:r>
            <a:r>
              <a:rPr lang="ru-RU" i="1" dirty="0" err="1"/>
              <a:t>наріччі</a:t>
            </a:r>
            <a:r>
              <a:rPr lang="ru-RU" i="1" dirty="0"/>
              <a:t>. </a:t>
            </a:r>
            <a:r>
              <a:rPr lang="ru-RU" i="1" dirty="0" err="1"/>
              <a:t>Друкування</a:t>
            </a:r>
            <a:r>
              <a:rPr lang="ru-RU" i="1" dirty="0"/>
              <a:t> і </a:t>
            </a:r>
            <a:r>
              <a:rPr lang="ru-RU" i="1" dirty="0" err="1"/>
              <a:t>видавання</a:t>
            </a:r>
            <a:r>
              <a:rPr lang="ru-RU" i="1" dirty="0"/>
              <a:t> в </a:t>
            </a:r>
            <a:r>
              <a:rPr lang="ru-RU" i="1" dirty="0" err="1"/>
              <a:t>Імперіі</a:t>
            </a:r>
            <a:r>
              <a:rPr lang="ru-RU" i="1" dirty="0"/>
              <a:t>̈ </a:t>
            </a:r>
            <a:r>
              <a:rPr lang="ru-RU" i="1" dirty="0" err="1"/>
              <a:t>оригінальних</a:t>
            </a:r>
            <a:r>
              <a:rPr lang="ru-RU" i="1" dirty="0"/>
              <a:t> </a:t>
            </a:r>
            <a:r>
              <a:rPr lang="ru-RU" i="1" dirty="0" err="1"/>
              <a:t>творів</a:t>
            </a:r>
            <a:r>
              <a:rPr lang="ru-RU" i="1" dirty="0"/>
              <a:t> і </a:t>
            </a:r>
            <a:r>
              <a:rPr lang="ru-RU" i="1" dirty="0" err="1"/>
              <a:t>перекладів</a:t>
            </a:r>
            <a:r>
              <a:rPr lang="ru-RU" i="1" dirty="0"/>
              <a:t> на тому ж </a:t>
            </a:r>
            <a:r>
              <a:rPr lang="ru-RU" i="1" dirty="0" err="1"/>
              <a:t>наріччі</a:t>
            </a:r>
            <a:r>
              <a:rPr lang="ru-RU" i="1" dirty="0"/>
              <a:t> </a:t>
            </a:r>
            <a:r>
              <a:rPr lang="ru-RU" i="1" dirty="0" err="1"/>
              <a:t>заборонити</a:t>
            </a:r>
            <a:r>
              <a:rPr lang="ru-RU" i="1" dirty="0"/>
              <a:t>, за </a:t>
            </a:r>
            <a:r>
              <a:rPr lang="ru-RU" i="1" dirty="0" err="1"/>
              <a:t>винятком</a:t>
            </a:r>
            <a:r>
              <a:rPr lang="ru-RU" i="1" dirty="0"/>
              <a:t> </a:t>
            </a:r>
            <a:r>
              <a:rPr lang="ru-RU" i="1" dirty="0" err="1"/>
              <a:t>історичних</a:t>
            </a:r>
            <a:r>
              <a:rPr lang="ru-RU" i="1" dirty="0"/>
              <a:t> </a:t>
            </a:r>
            <a:r>
              <a:rPr lang="ru-RU" i="1" dirty="0" err="1"/>
              <a:t>документів</a:t>
            </a:r>
            <a:r>
              <a:rPr lang="ru-RU" i="1" dirty="0"/>
              <a:t>...»</a:t>
            </a:r>
            <a:endParaRPr lang="uk-UA" i="1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37FC827-D177-A3FC-5754-0DFC2169C93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00815998"/>
              </p:ext>
            </p:extLst>
          </p:nvPr>
        </p:nvGraphicFramePr>
        <p:xfrm>
          <a:off x="6267612" y="20574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485772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D072C4-9CB1-3E67-3375-5BC30DD08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Яке </a:t>
            </a:r>
            <a:r>
              <a:rPr lang="ru-RU" dirty="0" err="1"/>
              <a:t>розпорядження</a:t>
            </a:r>
            <a:r>
              <a:rPr lang="ru-RU" dirty="0"/>
              <a:t> </a:t>
            </a:r>
            <a:r>
              <a:rPr lang="ru-RU" dirty="0" err="1"/>
              <a:t>царського</a:t>
            </a:r>
            <a:r>
              <a:rPr lang="ru-RU" dirty="0"/>
              <a:t> уряду </a:t>
            </a:r>
            <a:r>
              <a:rPr lang="ru-RU" dirty="0" err="1"/>
              <a:t>викликало</a:t>
            </a:r>
            <a:r>
              <a:rPr lang="ru-RU" dirty="0"/>
              <a:t> </a:t>
            </a:r>
            <a:r>
              <a:rPr lang="ru-RU" dirty="0" err="1"/>
              <a:t>такий</a:t>
            </a:r>
            <a:r>
              <a:rPr lang="ru-RU" dirty="0"/>
              <a:t> </a:t>
            </a:r>
            <a:r>
              <a:rPr lang="ru-RU" dirty="0" err="1"/>
              <a:t>коментар</a:t>
            </a:r>
            <a:r>
              <a:rPr lang="ru-RU" dirty="0"/>
              <a:t> </a:t>
            </a:r>
            <a:r>
              <a:rPr lang="ru-RU" dirty="0" err="1"/>
              <a:t>сучасника</a:t>
            </a:r>
            <a:r>
              <a:rPr lang="ru-RU" dirty="0"/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BF037CD-6DB2-E6A4-6B19-F8A2F526F0C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i="1" dirty="0"/>
              <a:t>«Усі чесні люди кожної цивілізованої нації вважають справу російського уряду відняти в 24 мільйонів українців їхню мову, заборонити друкувати українські газети, виголошувати промови на ювілеях українських поетів, найдурнішим документом, який можна було прийняти у сфері духовного життя...»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5CD5D37-77FE-4796-86F5-F962C505D00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657606798"/>
              </p:ext>
            </p:extLst>
          </p:nvPr>
        </p:nvGraphicFramePr>
        <p:xfrm>
          <a:off x="6267612" y="20574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223839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34E01A-88D3-55B2-10B1-E9A34377D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Яка з </a:t>
            </a:r>
            <a:r>
              <a:rPr lang="ru-RU" dirty="0" err="1"/>
              <a:t>указаних</a:t>
            </a:r>
            <a:r>
              <a:rPr lang="ru-RU" dirty="0"/>
              <a:t> </a:t>
            </a:r>
            <a:r>
              <a:rPr lang="ru-RU" dirty="0" err="1"/>
              <a:t>ознак</a:t>
            </a:r>
            <a:r>
              <a:rPr lang="ru-RU" dirty="0"/>
              <a:t> є головною у </a:t>
            </a:r>
            <a:r>
              <a:rPr lang="ru-RU" dirty="0" err="1"/>
              <a:t>визначенні</a:t>
            </a:r>
            <a:r>
              <a:rPr lang="ru-RU" dirty="0"/>
              <a:t> </a:t>
            </a:r>
            <a:r>
              <a:rPr lang="ru-RU" dirty="0" err="1"/>
              <a:t>поняття</a:t>
            </a:r>
            <a:r>
              <a:rPr lang="ru-RU" dirty="0"/>
              <a:t> «</a:t>
            </a:r>
            <a:r>
              <a:rPr lang="ru-RU" dirty="0" err="1"/>
              <a:t>кріпацтво</a:t>
            </a:r>
            <a:r>
              <a:rPr lang="ru-RU" dirty="0"/>
              <a:t>»?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71D2321-C41D-C297-DFCE-0A47111569E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1ADE91A-2F76-5047-D7BB-4811B62B054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294657746"/>
              </p:ext>
            </p:extLst>
          </p:nvPr>
        </p:nvGraphicFramePr>
        <p:xfrm>
          <a:off x="6267612" y="20574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959747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16EE05-88AE-B050-4F34-03D8B7DC0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Активний</a:t>
            </a:r>
            <a:r>
              <a:rPr lang="ru-RU" dirty="0"/>
              <a:t> </a:t>
            </a:r>
            <a:r>
              <a:rPr lang="ru-RU" dirty="0" err="1"/>
              <a:t>розвиток</a:t>
            </a:r>
            <a:r>
              <a:rPr lang="ru-RU" dirty="0"/>
              <a:t> </a:t>
            </a:r>
            <a:r>
              <a:rPr lang="ru-RU" dirty="0" err="1"/>
              <a:t>сільського</a:t>
            </a:r>
            <a:r>
              <a:rPr lang="ru-RU" dirty="0"/>
              <a:t> </a:t>
            </a:r>
            <a:r>
              <a:rPr lang="ru-RU" dirty="0" err="1"/>
              <a:t>господарства</a:t>
            </a:r>
            <a:r>
              <a:rPr lang="ru-RU" dirty="0"/>
              <a:t> в </a:t>
            </a:r>
            <a:r>
              <a:rPr lang="ru-RU" dirty="0" err="1"/>
              <a:t>Наддніпрянській</a:t>
            </a:r>
            <a:r>
              <a:rPr lang="ru-RU" dirty="0"/>
              <a:t> </a:t>
            </a:r>
            <a:r>
              <a:rPr lang="ru-RU" dirty="0" err="1"/>
              <a:t>Україні</a:t>
            </a:r>
            <a:r>
              <a:rPr lang="ru-RU" dirty="0"/>
              <a:t> в 70–90-х </a:t>
            </a:r>
            <a:r>
              <a:rPr lang="ru-RU" dirty="0" err="1"/>
              <a:t>рр</a:t>
            </a:r>
            <a:r>
              <a:rPr lang="ru-RU" dirty="0"/>
              <a:t>. ХІХ ст. </a:t>
            </a:r>
            <a:r>
              <a:rPr lang="ru-RU" dirty="0" err="1"/>
              <a:t>стримувався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C56CBB8-C28C-45A9-A6C2-EC0BB74300F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FDCB5EF-03F5-9B8F-6175-4ABD935E34F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020787197"/>
              </p:ext>
            </p:extLst>
          </p:nvPr>
        </p:nvGraphicFramePr>
        <p:xfrm>
          <a:off x="6267612" y="20574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876327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EB3B5B-4DD5-03AF-BDD6-8A29398A1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Укажіть</a:t>
            </a:r>
            <a:r>
              <a:rPr lang="ru-RU" dirty="0"/>
              <a:t> причини аграрного </a:t>
            </a:r>
            <a:r>
              <a:rPr lang="ru-RU" dirty="0" err="1"/>
              <a:t>перенаселення</a:t>
            </a:r>
            <a:r>
              <a:rPr lang="ru-RU" dirty="0"/>
              <a:t> </a:t>
            </a:r>
            <a:r>
              <a:rPr lang="ru-RU" dirty="0" err="1"/>
              <a:t>Наддніпрянської</a:t>
            </a:r>
            <a:r>
              <a:rPr lang="ru-RU" dirty="0"/>
              <a:t> </a:t>
            </a:r>
            <a:r>
              <a:rPr lang="ru-RU" dirty="0" err="1"/>
              <a:t>України</a:t>
            </a:r>
            <a:r>
              <a:rPr lang="ru-RU" dirty="0"/>
              <a:t> </a:t>
            </a:r>
            <a:r>
              <a:rPr lang="ru-RU" dirty="0" err="1"/>
              <a:t>наприкінці</a:t>
            </a:r>
            <a:r>
              <a:rPr lang="ru-RU" dirty="0"/>
              <a:t> XIX ст.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3C5F883-5C6E-F27D-44F4-C5D56CD7D55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988621332"/>
              </p:ext>
            </p:extLst>
          </p:nvPr>
        </p:nvGraphicFramePr>
        <p:xfrm>
          <a:off x="1143000" y="2057399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27B2D4D2-CF3E-99C6-A18E-9571030A26A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054369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C0D59F-D418-28F5-7A0D-B7CD9EB34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факторів</a:t>
            </a:r>
            <a:r>
              <a:rPr lang="ru-RU" dirty="0"/>
              <a:t> </a:t>
            </a:r>
            <a:r>
              <a:rPr lang="ru-RU" dirty="0" err="1"/>
              <a:t>відіграв</a:t>
            </a:r>
            <a:r>
              <a:rPr lang="ru-RU" dirty="0"/>
              <a:t> </a:t>
            </a:r>
            <a:r>
              <a:rPr lang="ru-RU" dirty="0" err="1"/>
              <a:t>вирішальну</a:t>
            </a:r>
            <a:r>
              <a:rPr lang="ru-RU" dirty="0"/>
              <a:t> роль у </a:t>
            </a:r>
            <a:r>
              <a:rPr lang="ru-RU" dirty="0" err="1"/>
              <a:t>стрімкому</a:t>
            </a:r>
            <a:r>
              <a:rPr lang="ru-RU" dirty="0"/>
              <a:t> </a:t>
            </a:r>
            <a:r>
              <a:rPr lang="ru-RU" dirty="0" err="1"/>
              <a:t>економічному</a:t>
            </a:r>
            <a:r>
              <a:rPr lang="ru-RU" dirty="0"/>
              <a:t> </a:t>
            </a:r>
            <a:r>
              <a:rPr lang="ru-RU" dirty="0" err="1"/>
              <a:t>розвитку</a:t>
            </a:r>
            <a:r>
              <a:rPr lang="ru-RU" dirty="0"/>
              <a:t> </a:t>
            </a:r>
            <a:r>
              <a:rPr lang="ru-RU" dirty="0" err="1"/>
              <a:t>Донбасу</a:t>
            </a:r>
            <a:r>
              <a:rPr lang="ru-RU" dirty="0"/>
              <a:t> в </a:t>
            </a:r>
            <a:r>
              <a:rPr lang="ru-RU" dirty="0" err="1"/>
              <a:t>другій</a:t>
            </a:r>
            <a:r>
              <a:rPr lang="ru-RU" dirty="0"/>
              <a:t> </a:t>
            </a:r>
            <a:r>
              <a:rPr lang="ru-RU" dirty="0" err="1"/>
              <a:t>половині</a:t>
            </a:r>
            <a:r>
              <a:rPr lang="ru-RU" dirty="0"/>
              <a:t> ХІХ ст.?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A13635E-B486-340A-49C8-D1C058CD836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D0C60B1-A240-35BF-6FB7-EEFA76A2DD9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137930695"/>
              </p:ext>
            </p:extLst>
          </p:nvPr>
        </p:nvGraphicFramePr>
        <p:xfrm>
          <a:off x="6267612" y="20574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403955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3E5380-7E34-5677-1381-B7CC6A02C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>
                <a:solidFill>
                  <a:srgbClr val="000000"/>
                </a:solidFill>
                <a:latin typeface="Century Gothic" panose="020B0502020202020204" pitchFamily="34" charset="0"/>
              </a:rPr>
              <a:t>Реформи 60 — 70-х років ХІХ ст. на </a:t>
            </a:r>
            <a:r>
              <a:rPr lang="uk-UA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Наддніпрянськіи</a:t>
            </a:r>
            <a:r>
              <a:rPr lang="uk-UA" dirty="0">
                <a:solidFill>
                  <a:srgbClr val="000000"/>
                </a:solidFill>
                <a:latin typeface="Century Gothic" panose="020B0502020202020204" pitchFamily="34" charset="0"/>
              </a:rPr>
              <a:t>̆ </a:t>
            </a:r>
            <a:r>
              <a:rPr lang="uk-UA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Україні</a:t>
            </a:r>
            <a:r>
              <a:rPr lang="uk-UA" dirty="0">
                <a:solidFill>
                  <a:srgbClr val="000000"/>
                </a:solidFill>
                <a:latin typeface="Century Gothic" panose="020B0502020202020204" pitchFamily="34" charset="0"/>
              </a:rPr>
              <a:t> сприяли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7AB1E5F-758C-FA4E-C792-5B92AA41556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dirty="0"/>
              <a:t>У ХІХ — на початку ХХ ст. розвиток </a:t>
            </a:r>
            <a:r>
              <a:rPr lang="uk-UA" dirty="0" err="1"/>
              <a:t>машинноі</a:t>
            </a:r>
            <a:r>
              <a:rPr lang="uk-UA" dirty="0"/>
              <a:t>̈ </a:t>
            </a:r>
            <a:r>
              <a:rPr lang="uk-UA" dirty="0" err="1"/>
              <a:t>індустріі</a:t>
            </a:r>
            <a:r>
              <a:rPr lang="uk-UA" dirty="0"/>
              <a:t>̈ </a:t>
            </a:r>
            <a:r>
              <a:rPr lang="uk-UA" dirty="0" err="1"/>
              <a:t>пройшов</a:t>
            </a:r>
            <a:r>
              <a:rPr lang="uk-UA" dirty="0"/>
              <a:t> такі </a:t>
            </a:r>
            <a:r>
              <a:rPr lang="uk-UA" dirty="0" err="1"/>
              <a:t>стадіі</a:t>
            </a:r>
            <a:r>
              <a:rPr lang="uk-UA" dirty="0"/>
              <a:t>̈ розвитку: </a:t>
            </a:r>
            <a:r>
              <a:rPr lang="uk-UA" i="1" dirty="0" err="1"/>
              <a:t>промисловии</a:t>
            </a:r>
            <a:r>
              <a:rPr lang="uk-UA" i="1" dirty="0"/>
              <a:t>̆ переворот — індустріалізація — монополізація.</a:t>
            </a:r>
            <a:br>
              <a:rPr lang="uk-UA" dirty="0"/>
            </a:b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B73D4CD-8A21-0787-D5AA-1F657673F66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08684813"/>
              </p:ext>
            </p:extLst>
          </p:nvPr>
        </p:nvGraphicFramePr>
        <p:xfrm>
          <a:off x="6267612" y="20574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124821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53CF41-F7ED-F0D3-3AFD-D75CA381D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Реформи 1860-1870-х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F73AA7A2-FAC1-D720-D1A5-1E2C85904A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570276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F88BAE3C-1574-D5B5-796A-60C05C889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здійснення</a:t>
            </a:r>
            <a:r>
              <a:rPr lang="ru-RU" dirty="0"/>
              <a:t> реформ 1860 — 1870-х </a:t>
            </a:r>
            <a:r>
              <a:rPr lang="ru-RU" dirty="0" err="1"/>
              <a:t>рр</a:t>
            </a:r>
            <a:r>
              <a:rPr lang="ru-RU" dirty="0"/>
              <a:t>. у </a:t>
            </a:r>
            <a:r>
              <a:rPr lang="ru-RU" dirty="0" err="1"/>
              <a:t>Російській</a:t>
            </a:r>
            <a:r>
              <a:rPr lang="ru-RU" dirty="0"/>
              <a:t> </a:t>
            </a:r>
            <a:r>
              <a:rPr lang="ru-RU" dirty="0" err="1"/>
              <a:t>імперії</a:t>
            </a:r>
            <a:endParaRPr lang="uk-UA" dirty="0"/>
          </a:p>
        </p:txBody>
      </p:sp>
      <p:graphicFrame>
        <p:nvGraphicFramePr>
          <p:cNvPr id="9" name="Місце для вмісту 8">
            <a:extLst>
              <a:ext uri="{FF2B5EF4-FFF2-40B4-BE49-F238E27FC236}">
                <a16:creationId xmlns:a16="http://schemas.microsoft.com/office/drawing/2014/main" id="{14F3B8E4-F470-CE83-0EE2-6962EF25ECD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263037366"/>
              </p:ext>
            </p:extLst>
          </p:nvPr>
        </p:nvGraphicFramePr>
        <p:xfrm>
          <a:off x="1143000" y="2057399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1" name="Місце для вмісту 10">
            <a:extLst>
              <a:ext uri="{FF2B5EF4-FFF2-40B4-BE49-F238E27FC236}">
                <a16:creationId xmlns:a16="http://schemas.microsoft.com/office/drawing/2014/main" id="{07321949-FD5C-943A-27EC-4CB946F2FF3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7034782" y="1819103"/>
            <a:ext cx="3219899" cy="2467319"/>
          </a:xfr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A381342-12C7-3118-9824-108BAF34F7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10939" y="4381344"/>
            <a:ext cx="3467584" cy="222916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4" name="Рукописні дані 13">
                <a:extLst>
                  <a:ext uri="{FF2B5EF4-FFF2-40B4-BE49-F238E27FC236}">
                    <a16:creationId xmlns:a16="http://schemas.microsoft.com/office/drawing/2014/main" id="{38771BC1-C9E0-7426-5975-B53105E1DC96}"/>
                  </a:ext>
                </a:extLst>
              </p14:cNvPr>
              <p14:cNvContentPartPr/>
              <p14:nvPr/>
            </p14:nvContentPartPr>
            <p14:xfrm>
              <a:off x="8770080" y="3446293"/>
              <a:ext cx="412920" cy="98640"/>
            </p14:xfrm>
          </p:contentPart>
        </mc:Choice>
        <mc:Fallback>
          <p:pic>
            <p:nvPicPr>
              <p:cNvPr id="14" name="Рукописні дані 13">
                <a:extLst>
                  <a:ext uri="{FF2B5EF4-FFF2-40B4-BE49-F238E27FC236}">
                    <a16:creationId xmlns:a16="http://schemas.microsoft.com/office/drawing/2014/main" id="{38771BC1-C9E0-7426-5975-B53105E1DC9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761440" y="3437653"/>
                <a:ext cx="430560" cy="11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6" name="Рукописні дані 15">
                <a:extLst>
                  <a:ext uri="{FF2B5EF4-FFF2-40B4-BE49-F238E27FC236}">
                    <a16:creationId xmlns:a16="http://schemas.microsoft.com/office/drawing/2014/main" id="{383E13B6-1B40-704C-5063-F9D5F64599B8}"/>
                  </a:ext>
                </a:extLst>
              </p14:cNvPr>
              <p14:cNvContentPartPr/>
              <p14:nvPr/>
            </p14:nvContentPartPr>
            <p14:xfrm>
              <a:off x="732720" y="3277813"/>
              <a:ext cx="369000" cy="569160"/>
            </p14:xfrm>
          </p:contentPart>
        </mc:Choice>
        <mc:Fallback>
          <p:pic>
            <p:nvPicPr>
              <p:cNvPr id="16" name="Рукописні дані 15">
                <a:extLst>
                  <a:ext uri="{FF2B5EF4-FFF2-40B4-BE49-F238E27FC236}">
                    <a16:creationId xmlns:a16="http://schemas.microsoft.com/office/drawing/2014/main" id="{383E13B6-1B40-704C-5063-F9D5F64599B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97080" y="3241813"/>
                <a:ext cx="440640" cy="64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7" name="Рукописні дані 16">
                <a:extLst>
                  <a:ext uri="{FF2B5EF4-FFF2-40B4-BE49-F238E27FC236}">
                    <a16:creationId xmlns:a16="http://schemas.microsoft.com/office/drawing/2014/main" id="{82D1300D-95B7-B407-4566-17F546A61453}"/>
                  </a:ext>
                </a:extLst>
              </p14:cNvPr>
              <p14:cNvContentPartPr/>
              <p14:nvPr/>
            </p14:nvContentPartPr>
            <p14:xfrm>
              <a:off x="488280" y="4202293"/>
              <a:ext cx="717120" cy="592200"/>
            </p14:xfrm>
          </p:contentPart>
        </mc:Choice>
        <mc:Fallback>
          <p:pic>
            <p:nvPicPr>
              <p:cNvPr id="17" name="Рукописні дані 16">
                <a:extLst>
                  <a:ext uri="{FF2B5EF4-FFF2-40B4-BE49-F238E27FC236}">
                    <a16:creationId xmlns:a16="http://schemas.microsoft.com/office/drawing/2014/main" id="{82D1300D-95B7-B407-4566-17F546A6145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52640" y="4166293"/>
                <a:ext cx="788760" cy="66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8" name="Рукописні дані 17">
                <a:extLst>
                  <a:ext uri="{FF2B5EF4-FFF2-40B4-BE49-F238E27FC236}">
                    <a16:creationId xmlns:a16="http://schemas.microsoft.com/office/drawing/2014/main" id="{B0E7D624-AADB-E0F4-5535-4DD1B7FF2AEB}"/>
                  </a:ext>
                </a:extLst>
              </p14:cNvPr>
              <p14:cNvContentPartPr/>
              <p14:nvPr/>
            </p14:nvContentPartPr>
            <p14:xfrm>
              <a:off x="532920" y="2412733"/>
              <a:ext cx="431640" cy="492480"/>
            </p14:xfrm>
          </p:contentPart>
        </mc:Choice>
        <mc:Fallback>
          <p:pic>
            <p:nvPicPr>
              <p:cNvPr id="18" name="Рукописні дані 17">
                <a:extLst>
                  <a:ext uri="{FF2B5EF4-FFF2-40B4-BE49-F238E27FC236}">
                    <a16:creationId xmlns:a16="http://schemas.microsoft.com/office/drawing/2014/main" id="{B0E7D624-AADB-E0F4-5535-4DD1B7FF2AE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96920" y="2377093"/>
                <a:ext cx="503280" cy="564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Групувати 20">
            <a:extLst>
              <a:ext uri="{FF2B5EF4-FFF2-40B4-BE49-F238E27FC236}">
                <a16:creationId xmlns:a16="http://schemas.microsoft.com/office/drawing/2014/main" id="{1F46A6B0-20FE-2E34-7E28-164D50587180}"/>
              </a:ext>
            </a:extLst>
          </p:cNvPr>
          <p:cNvGrpSpPr/>
          <p:nvPr/>
        </p:nvGrpSpPr>
        <p:grpSpPr>
          <a:xfrm>
            <a:off x="651000" y="5130373"/>
            <a:ext cx="469800" cy="597960"/>
            <a:chOff x="651000" y="5130373"/>
            <a:chExt cx="469800" cy="59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9" name="Рукописні дані 18">
                  <a:extLst>
                    <a:ext uri="{FF2B5EF4-FFF2-40B4-BE49-F238E27FC236}">
                      <a16:creationId xmlns:a16="http://schemas.microsoft.com/office/drawing/2014/main" id="{369AE8C1-CAA4-F3F1-69FC-D90CFA660662}"/>
                    </a:ext>
                  </a:extLst>
                </p14:cNvPr>
                <p14:cNvContentPartPr/>
                <p14:nvPr/>
              </p14:nvContentPartPr>
              <p14:xfrm>
                <a:off x="651000" y="5130373"/>
                <a:ext cx="457200" cy="344880"/>
              </p14:xfrm>
            </p:contentPart>
          </mc:Choice>
          <mc:Fallback>
            <p:pic>
              <p:nvPicPr>
                <p:cNvPr id="19" name="Рукописні дані 18">
                  <a:extLst>
                    <a:ext uri="{FF2B5EF4-FFF2-40B4-BE49-F238E27FC236}">
                      <a16:creationId xmlns:a16="http://schemas.microsoft.com/office/drawing/2014/main" id="{369AE8C1-CAA4-F3F1-69FC-D90CFA66066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15000" y="5094733"/>
                  <a:ext cx="52884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0" name="Рукописні дані 19">
                  <a:extLst>
                    <a:ext uri="{FF2B5EF4-FFF2-40B4-BE49-F238E27FC236}">
                      <a16:creationId xmlns:a16="http://schemas.microsoft.com/office/drawing/2014/main" id="{7D20DA1C-D258-9D03-6D10-4D7C2F9DE645}"/>
                    </a:ext>
                  </a:extLst>
                </p14:cNvPr>
                <p14:cNvContentPartPr/>
                <p14:nvPr/>
              </p14:nvContentPartPr>
              <p14:xfrm>
                <a:off x="951600" y="5207773"/>
                <a:ext cx="169200" cy="520560"/>
              </p14:xfrm>
            </p:contentPart>
          </mc:Choice>
          <mc:Fallback>
            <p:pic>
              <p:nvPicPr>
                <p:cNvPr id="20" name="Рукописні дані 19">
                  <a:extLst>
                    <a:ext uri="{FF2B5EF4-FFF2-40B4-BE49-F238E27FC236}">
                      <a16:creationId xmlns:a16="http://schemas.microsoft.com/office/drawing/2014/main" id="{7D20DA1C-D258-9D03-6D10-4D7C2F9DE64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15960" y="5171773"/>
                  <a:ext cx="240840" cy="592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932415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DC44952-74F9-FD32-3008-7ABD62601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суспільно-політичних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 в </a:t>
            </a:r>
            <a:r>
              <a:rPr lang="ru-RU" dirty="0" err="1"/>
              <a:t>Російській</a:t>
            </a:r>
            <a:r>
              <a:rPr lang="ru-RU" dirty="0"/>
              <a:t> </a:t>
            </a:r>
            <a:r>
              <a:rPr lang="ru-RU" dirty="0" err="1"/>
              <a:t>імперії</a:t>
            </a:r>
            <a:r>
              <a:rPr lang="ru-RU" dirty="0"/>
              <a:t> в </a:t>
            </a:r>
            <a:r>
              <a:rPr lang="ru-RU" dirty="0" err="1"/>
              <a:t>другій</a:t>
            </a:r>
            <a:r>
              <a:rPr lang="ru-RU" dirty="0"/>
              <a:t> </a:t>
            </a:r>
            <a:r>
              <a:rPr lang="ru-RU" dirty="0" err="1"/>
              <a:t>половині</a:t>
            </a:r>
            <a:r>
              <a:rPr lang="ru-RU" dirty="0"/>
              <a:t> ХІХ ст.</a:t>
            </a:r>
            <a:endParaRPr lang="uk-UA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AC08C67E-6B2F-EFDE-BFB9-C9F7A176E7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4952833"/>
              </p:ext>
            </p:extLst>
          </p:nvPr>
        </p:nvGraphicFramePr>
        <p:xfrm>
          <a:off x="1143000" y="2057400"/>
          <a:ext cx="9872871" cy="40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106002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E76663-55EA-CF83-2545-0CE93289B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Реформи</a:t>
            </a:r>
            <a:r>
              <a:rPr lang="ru-RU" dirty="0"/>
              <a:t> 1860–1870-х </a:t>
            </a:r>
            <a:r>
              <a:rPr lang="ru-RU" dirty="0" err="1"/>
              <a:t>рр</a:t>
            </a:r>
            <a:r>
              <a:rPr lang="ru-RU" dirty="0"/>
              <a:t>. у </a:t>
            </a:r>
            <a:r>
              <a:rPr lang="ru-RU" dirty="0" err="1"/>
              <a:t>Російській</a:t>
            </a:r>
            <a:r>
              <a:rPr lang="ru-RU" dirty="0"/>
              <a:t> </a:t>
            </a:r>
            <a:r>
              <a:rPr lang="ru-RU" dirty="0" err="1"/>
              <a:t>імперії</a:t>
            </a:r>
            <a:r>
              <a:rPr lang="ru-RU" dirty="0"/>
              <a:t> </a:t>
            </a:r>
            <a:r>
              <a:rPr lang="ru-RU" dirty="0" err="1"/>
              <a:t>сприяли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6C310F1-81CB-80EE-AEED-1B6A4B8C45A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921922769"/>
              </p:ext>
            </p:extLst>
          </p:nvPr>
        </p:nvGraphicFramePr>
        <p:xfrm>
          <a:off x="1143000" y="2057399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B6FE6D05-F8E2-F16C-AD85-4BD0D2D11F8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170783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980810-65DD-0BF2-E1CB-ABA0FFD75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 err="1"/>
              <a:t>Скасування</a:t>
            </a:r>
            <a:r>
              <a:rPr lang="ru-RU" sz="3200" dirty="0"/>
              <a:t> </a:t>
            </a:r>
            <a:r>
              <a:rPr lang="ru-RU" sz="3200" dirty="0" err="1"/>
              <a:t>кріпосного</a:t>
            </a:r>
            <a:r>
              <a:rPr lang="ru-RU" sz="3200" dirty="0"/>
              <a:t> права, </a:t>
            </a:r>
            <a:r>
              <a:rPr lang="ru-RU" sz="3200" dirty="0" err="1"/>
              <a:t>наділення</a:t>
            </a:r>
            <a:r>
              <a:rPr lang="ru-RU" sz="3200" dirty="0"/>
              <a:t> селян </a:t>
            </a:r>
            <a:r>
              <a:rPr lang="ru-RU" sz="3200" dirty="0" err="1"/>
              <a:t>земельними</a:t>
            </a:r>
            <a:r>
              <a:rPr lang="ru-RU" sz="3200" dirty="0"/>
              <a:t> </a:t>
            </a:r>
            <a:r>
              <a:rPr lang="ru-RU" sz="3200" dirty="0" err="1"/>
              <a:t>ділянками</a:t>
            </a:r>
            <a:r>
              <a:rPr lang="ru-RU" sz="3200" dirty="0"/>
              <a:t> за </a:t>
            </a:r>
            <a:r>
              <a:rPr lang="ru-RU" sz="3200" dirty="0" err="1"/>
              <a:t>викуп</a:t>
            </a:r>
            <a:r>
              <a:rPr lang="ru-RU" sz="3200" dirty="0"/>
              <a:t>, </a:t>
            </a:r>
            <a:r>
              <a:rPr lang="ru-RU" sz="3200" dirty="0" err="1"/>
              <a:t>переведення</a:t>
            </a:r>
            <a:r>
              <a:rPr lang="ru-RU" sz="3200" dirty="0"/>
              <a:t> </a:t>
            </a:r>
            <a:r>
              <a:rPr lang="ru-RU" sz="3200" dirty="0" err="1"/>
              <a:t>їх</a:t>
            </a:r>
            <a:r>
              <a:rPr lang="ru-RU" sz="3200" dirty="0"/>
              <a:t> у стан </a:t>
            </a:r>
            <a:r>
              <a:rPr lang="ru-RU" sz="3200" dirty="0" err="1"/>
              <a:t>тимчасовозобов’язаних</a:t>
            </a:r>
            <a:r>
              <a:rPr lang="ru-RU" sz="3200" dirty="0"/>
              <a:t> — </a:t>
            </a:r>
            <a:r>
              <a:rPr lang="ru-RU" sz="3200" dirty="0" err="1"/>
              <a:t>це</a:t>
            </a:r>
            <a:r>
              <a:rPr lang="ru-RU" sz="3200" dirty="0"/>
              <a:t> </a:t>
            </a:r>
            <a:r>
              <a:rPr lang="ru-RU" sz="3200" dirty="0" err="1"/>
              <a:t>основні</a:t>
            </a:r>
            <a:r>
              <a:rPr lang="ru-RU" sz="3200" dirty="0"/>
              <a:t> </a:t>
            </a:r>
            <a:r>
              <a:rPr lang="ru-RU" sz="3200" dirty="0" err="1"/>
              <a:t>положення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1B85EB3-5F94-60C0-DEAC-D9A9976C397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753113991"/>
              </p:ext>
            </p:extLst>
          </p:nvPr>
        </p:nvGraphicFramePr>
        <p:xfrm>
          <a:off x="618066" y="2057400"/>
          <a:ext cx="5173133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Місце для вмісту 6">
            <a:extLst>
              <a:ext uri="{FF2B5EF4-FFF2-40B4-BE49-F238E27FC236}">
                <a16:creationId xmlns:a16="http://schemas.microsoft.com/office/drawing/2014/main" id="{F18C943A-E3BA-5353-7D3B-8F2CA51CC0D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rcRect t="9214"/>
          <a:stretch/>
        </p:blipFill>
        <p:spPr>
          <a:xfrm>
            <a:off x="5830607" y="2330630"/>
            <a:ext cx="5743327" cy="3494437"/>
          </a:xfrm>
        </p:spPr>
      </p:pic>
    </p:spTree>
    <p:extLst>
      <p:ext uri="{BB962C8B-B14F-4D97-AF65-F5344CB8AC3E}">
        <p14:creationId xmlns:p14="http://schemas.microsoft.com/office/powerpoint/2010/main" val="42440814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E6AA2D-41F5-5FCA-3C3F-DC20F70D3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400" dirty="0" err="1"/>
              <a:t>Скасування</a:t>
            </a:r>
            <a:r>
              <a:rPr lang="ru-RU" sz="4400" dirty="0"/>
              <a:t> </a:t>
            </a:r>
            <a:r>
              <a:rPr lang="ru-RU" sz="4400" dirty="0" err="1"/>
              <a:t>кріпосного</a:t>
            </a:r>
            <a:r>
              <a:rPr lang="ru-RU" sz="4400" dirty="0"/>
              <a:t> права</a:t>
            </a:r>
            <a:endParaRPr lang="uk-UA" dirty="0"/>
          </a:p>
        </p:txBody>
      </p:sp>
      <p:pic>
        <p:nvPicPr>
          <p:cNvPr id="6" name="Місце для вмісту 5">
            <a:extLst>
              <a:ext uri="{FF2B5EF4-FFF2-40B4-BE49-F238E27FC236}">
                <a16:creationId xmlns:a16="http://schemas.microsoft.com/office/drawing/2014/main" id="{84F3FF64-812A-A401-71A0-35891D38913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42831" y="2201333"/>
            <a:ext cx="5405224" cy="3879425"/>
          </a:xfrm>
        </p:spPr>
      </p:pic>
      <p:pic>
        <p:nvPicPr>
          <p:cNvPr id="7" name="Місце для вмісту 6">
            <a:extLst>
              <a:ext uri="{FF2B5EF4-FFF2-40B4-BE49-F238E27FC236}">
                <a16:creationId xmlns:a16="http://schemas.microsoft.com/office/drawing/2014/main" id="{4893F211-D3CC-8E2C-8460-3B69F6CAA41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t="9214"/>
          <a:stretch/>
        </p:blipFill>
        <p:spPr>
          <a:xfrm>
            <a:off x="1715042" y="2970393"/>
            <a:ext cx="3610479" cy="2196738"/>
          </a:xfrm>
        </p:spPr>
      </p:pic>
    </p:spTree>
    <p:extLst>
      <p:ext uri="{BB962C8B-B14F-4D97-AF65-F5344CB8AC3E}">
        <p14:creationId xmlns:p14="http://schemas.microsoft.com/office/powerpoint/2010/main" val="15568899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FA6E47-6BFB-993A-4DEB-880CAC023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 яку </a:t>
            </a:r>
            <a:r>
              <a:rPr lang="ru-RU" dirty="0" err="1"/>
              <a:t>організацію</a:t>
            </a:r>
            <a:r>
              <a:rPr lang="ru-RU" dirty="0"/>
              <a:t> </a:t>
            </a:r>
            <a:r>
              <a:rPr lang="ru-RU" dirty="0" err="1"/>
              <a:t>йдеться</a:t>
            </a:r>
            <a:r>
              <a:rPr lang="ru-RU" dirty="0"/>
              <a:t> в </a:t>
            </a:r>
            <a:r>
              <a:rPr lang="ru-RU" dirty="0" err="1"/>
              <a:t>уривку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E5F36AB-A495-BB55-9418-EF112377BCB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i="1" dirty="0"/>
              <a:t>«...Переважно досліджує губернії Київського освітнього округу в усіх тих аспектах, що є предметом занять Товариства, і особливо дослідження зі статистики та етнографії... відшукує й доводить до відома вже зібрані й ті, що зберігаються в місцевих архівах, відомості про край, розглядає їх, вирішує, як їх використати для науки...»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CED9EE7-B867-7883-7D9D-28BFFEAAE7D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751020594"/>
              </p:ext>
            </p:extLst>
          </p:nvPr>
        </p:nvGraphicFramePr>
        <p:xfrm>
          <a:off x="6267612" y="20574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557020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C03B5C-23C5-C569-C314-13B954DF0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відповідність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</a:t>
            </a:r>
            <a:r>
              <a:rPr lang="ru-RU" dirty="0" err="1"/>
              <a:t>назвами</a:t>
            </a:r>
            <a:r>
              <a:rPr lang="ru-RU" dirty="0"/>
              <a:t> </a:t>
            </a:r>
            <a:r>
              <a:rPr lang="ru-RU" dirty="0" err="1"/>
              <a:t>організацій</a:t>
            </a:r>
            <a:r>
              <a:rPr lang="ru-RU" dirty="0"/>
              <a:t> і </a:t>
            </a:r>
            <a:r>
              <a:rPr lang="ru-RU" dirty="0" err="1"/>
              <a:t>прізвищами</a:t>
            </a:r>
            <a:r>
              <a:rPr lang="ru-RU" dirty="0"/>
              <a:t> </a:t>
            </a:r>
            <a:r>
              <a:rPr lang="ru-RU" dirty="0" err="1"/>
              <a:t>діячів</a:t>
            </a:r>
            <a:r>
              <a:rPr lang="ru-RU" dirty="0"/>
              <a:t>, </a:t>
            </a:r>
            <a:r>
              <a:rPr lang="ru-RU" dirty="0" err="1"/>
              <a:t>причетних</a:t>
            </a:r>
            <a:r>
              <a:rPr lang="ru-RU" dirty="0"/>
              <a:t> до </a:t>
            </a:r>
            <a:r>
              <a:rPr lang="ru-RU" dirty="0" err="1"/>
              <a:t>їхнього</a:t>
            </a:r>
            <a:r>
              <a:rPr lang="ru-RU" dirty="0"/>
              <a:t> </a:t>
            </a:r>
            <a:r>
              <a:rPr lang="ru-RU" dirty="0" err="1"/>
              <a:t>створення</a:t>
            </a:r>
            <a:endParaRPr lang="uk-UA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809D4EE5-7DF7-B0C4-C869-3B9F4879EBB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576644253"/>
              </p:ext>
            </p:extLst>
          </p:nvPr>
        </p:nvGraphicFramePr>
        <p:xfrm>
          <a:off x="1143000" y="2057399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D287380-3230-FFC5-59B2-226D9F0FE0D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35730549"/>
              </p:ext>
            </p:extLst>
          </p:nvPr>
        </p:nvGraphicFramePr>
        <p:xfrm>
          <a:off x="6267612" y="20574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cxnSp>
        <p:nvCxnSpPr>
          <p:cNvPr id="8" name="Пряма зі стрілкою 7">
            <a:extLst>
              <a:ext uri="{FF2B5EF4-FFF2-40B4-BE49-F238E27FC236}">
                <a16:creationId xmlns:a16="http://schemas.microsoft.com/office/drawing/2014/main" id="{00FA3EBD-8379-007C-DED3-998EC0CAA479}"/>
              </a:ext>
            </a:extLst>
          </p:cNvPr>
          <p:cNvCxnSpPr>
            <a:cxnSpLocks/>
          </p:cNvCxnSpPr>
          <p:nvPr/>
        </p:nvCxnSpPr>
        <p:spPr>
          <a:xfrm>
            <a:off x="5897880" y="2709333"/>
            <a:ext cx="369732" cy="30141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Пряма зі стрілкою 9">
            <a:extLst>
              <a:ext uri="{FF2B5EF4-FFF2-40B4-BE49-F238E27FC236}">
                <a16:creationId xmlns:a16="http://schemas.microsoft.com/office/drawing/2014/main" id="{1B5B22BF-F266-AC89-7F1E-676598419A0F}"/>
              </a:ext>
            </a:extLst>
          </p:cNvPr>
          <p:cNvCxnSpPr>
            <a:cxnSpLocks/>
          </p:cNvCxnSpPr>
          <p:nvPr/>
        </p:nvCxnSpPr>
        <p:spPr>
          <a:xfrm flipV="1">
            <a:off x="5897880" y="2540000"/>
            <a:ext cx="570653" cy="10498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Пряма зі стрілкою 11">
            <a:extLst>
              <a:ext uri="{FF2B5EF4-FFF2-40B4-BE49-F238E27FC236}">
                <a16:creationId xmlns:a16="http://schemas.microsoft.com/office/drawing/2014/main" id="{CE47360F-CAB3-62DB-328D-5D303E809971}"/>
              </a:ext>
            </a:extLst>
          </p:cNvPr>
          <p:cNvCxnSpPr>
            <a:cxnSpLocks/>
          </p:cNvCxnSpPr>
          <p:nvPr/>
        </p:nvCxnSpPr>
        <p:spPr>
          <a:xfrm>
            <a:off x="5897880" y="4572000"/>
            <a:ext cx="396242" cy="45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Пряма зі стрілкою 13">
            <a:extLst>
              <a:ext uri="{FF2B5EF4-FFF2-40B4-BE49-F238E27FC236}">
                <a16:creationId xmlns:a16="http://schemas.microsoft.com/office/drawing/2014/main" id="{C0B063F9-AA78-CFF2-0185-3B6D078CFED8}"/>
              </a:ext>
            </a:extLst>
          </p:cNvPr>
          <p:cNvCxnSpPr>
            <a:cxnSpLocks/>
          </p:cNvCxnSpPr>
          <p:nvPr/>
        </p:nvCxnSpPr>
        <p:spPr>
          <a:xfrm flipV="1">
            <a:off x="5897880" y="3429000"/>
            <a:ext cx="396242" cy="2159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07899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9AEA5A-1BF6-5AAF-ECA9-2CB2451FD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Унаслідок яких подій стало можливе представництво українців у парламентах Австрійської та Російської імперій?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B649814-A0D6-E7B2-10CB-506F99DB031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630053529"/>
              </p:ext>
            </p:extLst>
          </p:nvPr>
        </p:nvGraphicFramePr>
        <p:xfrm>
          <a:off x="1143000" y="2057399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4">
            <a:extLst>
              <a:ext uri="{FF2B5EF4-FFF2-40B4-BE49-F238E27FC236}">
                <a16:creationId xmlns:a16="http://schemas.microsoft.com/office/drawing/2014/main" id="{C8EE065D-A34A-7E71-1B46-8233FEE906D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06310343"/>
              </p:ext>
            </p:extLst>
          </p:nvPr>
        </p:nvGraphicFramePr>
        <p:xfrm>
          <a:off x="6267450" y="2057400"/>
          <a:ext cx="4754563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0376732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87FF0-B4DB-800A-2AE6-3B6E68075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Соціально-економічний розвиток</a:t>
            </a:r>
          </a:p>
        </p:txBody>
      </p:sp>
      <p:pic>
        <p:nvPicPr>
          <p:cNvPr id="8" name="Місце для вмісту 7">
            <a:extLst>
              <a:ext uri="{FF2B5EF4-FFF2-40B4-BE49-F238E27FC236}">
                <a16:creationId xmlns:a16="http://schemas.microsoft.com/office/drawing/2014/main" id="{39E88583-01D5-6DF5-77B5-3DED4E8D95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4933" y="2082813"/>
            <a:ext cx="11311467" cy="4060528"/>
          </a:xfrm>
        </p:spPr>
      </p:pic>
    </p:spTree>
    <p:extLst>
      <p:ext uri="{BB962C8B-B14F-4D97-AF65-F5344CB8AC3E}">
        <p14:creationId xmlns:p14="http://schemas.microsoft.com/office/powerpoint/2010/main" val="41382232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11F3BF-953C-28E3-BAA2-B6B09EC9D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Особливості розвитку промисловості</a:t>
            </a:r>
          </a:p>
        </p:txBody>
      </p:sp>
      <p:pic>
        <p:nvPicPr>
          <p:cNvPr id="5" name="Місце для вмісту 4">
            <a:extLst>
              <a:ext uri="{FF2B5EF4-FFF2-40B4-BE49-F238E27FC236}">
                <a16:creationId xmlns:a16="http://schemas.microsoft.com/office/drawing/2014/main" id="{A211CC02-D3B7-6A89-62FF-A35E383588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1671" y="2501375"/>
            <a:ext cx="11088657" cy="3425292"/>
          </a:xfrm>
        </p:spPr>
      </p:pic>
    </p:spTree>
    <p:extLst>
      <p:ext uri="{BB962C8B-B14F-4D97-AF65-F5344CB8AC3E}">
        <p14:creationId xmlns:p14="http://schemas.microsoft.com/office/powerpoint/2010/main" val="16155454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AC9531B-D9C3-3FEE-EE18-3ECEDF4AD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1" y="2016899"/>
            <a:ext cx="3168502" cy="402336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1B7140-5C23-3844-CB92-643ABB279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Сільське господарство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2C1ED1C-F768-053A-2EEF-409AC761D15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808729989"/>
              </p:ext>
            </p:extLst>
          </p:nvPr>
        </p:nvGraphicFramePr>
        <p:xfrm>
          <a:off x="452361" y="1734199"/>
          <a:ext cx="3885936" cy="51238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Місце для вмісту 6">
            <a:extLst>
              <a:ext uri="{FF2B5EF4-FFF2-40B4-BE49-F238E27FC236}">
                <a16:creationId xmlns:a16="http://schemas.microsoft.com/office/drawing/2014/main" id="{7B0B4588-ABC6-1116-4F61-3CD36AAFBCF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8"/>
          <a:stretch>
            <a:fillRect/>
          </a:stretch>
        </p:blipFill>
        <p:spPr>
          <a:xfrm>
            <a:off x="6833009" y="1734199"/>
            <a:ext cx="4054893" cy="2291436"/>
          </a:xfr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AA89122-819F-B669-C4A7-F2E6FA45A0A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01965" y="3978083"/>
            <a:ext cx="3885937" cy="2270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792180"/>
      </p:ext>
    </p:extLst>
  </p:cSld>
  <p:clrMapOvr>
    <a:masterClrMapping/>
  </p:clrMapOvr>
</p:sld>
</file>

<file path=ppt/theme/theme1.xml><?xml version="1.0" encoding="utf-8"?>
<a:theme xmlns:a="http://schemas.openxmlformats.org/drawingml/2006/main" name="Основа">
  <a:themeElements>
    <a:clrScheme name="Основа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Основа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Основа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D9D01AC2-EE7D-4E49-99EE-8E62E4E7E8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Основа</Template>
  <TotalTime>139</TotalTime>
  <Words>1486</Words>
  <Application>Microsoft Office PowerPoint</Application>
  <PresentationFormat>Широкий екран</PresentationFormat>
  <Paragraphs>147</Paragraphs>
  <Slides>37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37</vt:i4>
      </vt:variant>
    </vt:vector>
  </HeadingPairs>
  <TitlesOfParts>
    <vt:vector size="40" baseType="lpstr">
      <vt:lpstr>Century Gothic</vt:lpstr>
      <vt:lpstr>Corbel</vt:lpstr>
      <vt:lpstr>Основа</vt:lpstr>
      <vt:lpstr>Українські землі у складі імперій в другій половині ХІХ ст.</vt:lpstr>
      <vt:lpstr>Розширений зміст попередньої лекції</vt:lpstr>
      <vt:lpstr>Російська імперія, початок ХІХ ст.</vt:lpstr>
      <vt:lpstr>Україна 6 системі міжнародник відносин на початку XIX ст</vt:lpstr>
      <vt:lpstr>Початок українського національного відродження</vt:lpstr>
      <vt:lpstr> так міністр освіти Російської імперії С. Уваров писав про завдання університету</vt:lpstr>
      <vt:lpstr>Кирило-Мефодіївське товариство. 1846-1847 рр.</vt:lpstr>
      <vt:lpstr>Значення КМТ</vt:lpstr>
      <vt:lpstr>Будителі</vt:lpstr>
      <vt:lpstr>Боротьбі західних українців проти соціального гноблення</vt:lpstr>
      <vt:lpstr>Європейська революція 1848-1844 рр. та українці</vt:lpstr>
      <vt:lpstr>Перші політичні організації</vt:lpstr>
      <vt:lpstr>Культура України в першій половині XIX cт.</vt:lpstr>
      <vt:lpstr>У результаті Кримської війни (1853–1856 рр.) Російська імперія втратила</vt:lpstr>
      <vt:lpstr>Якому діячеві громадівського руху належать цитовані нижче спомини?</vt:lpstr>
      <vt:lpstr>Укажіть головну відмінність «молодих громад» від «старої громади», що існували в Наддніпрянській Україні у другій половині ХІХ ст.?</vt:lpstr>
      <vt:lpstr>Таємне розпорядження міністра внутрішніх справ Російської імперії, що увійшло в історію під назвою «Валуєвський циркуляр», видано</vt:lpstr>
      <vt:lpstr>Це одна з вимог</vt:lpstr>
      <vt:lpstr>Під час правління якого російського імператора запроваджено такі заборони:</vt:lpstr>
      <vt:lpstr>Яке розпорядження царського уряду викликало такий коментар сучасника:</vt:lpstr>
      <vt:lpstr>Яка з указаних ознак є головною у визначенні поняття «кріпацтво»?</vt:lpstr>
      <vt:lpstr>Активний розвиток сільського господарства в Наддніпрянській Україні в 70–90-х рр. ХІХ ст. стримувався</vt:lpstr>
      <vt:lpstr>Укажіть причини аграрного перенаселення Наддніпрянської України наприкінці XIX ст.</vt:lpstr>
      <vt:lpstr>Який із факторів відіграв вирішальну роль у стрімкому економічному розвитку Донбасу в другій половині ХІХ ст.?</vt:lpstr>
      <vt:lpstr>Реформи 60 — 70-х років ХІХ ст. на Наддніпрянській Україні сприяли</vt:lpstr>
      <vt:lpstr>Реформи 1860-1870-х</vt:lpstr>
      <vt:lpstr>Установіть послідовність здійснення реформ 1860 — 1870-х рр. у Російській імперії</vt:lpstr>
      <vt:lpstr>Установіть послідовність суспільно-політичних подій в Російській імперії в другій половині ХІХ ст.</vt:lpstr>
      <vt:lpstr>Реформи 1860–1870-х рр. у Російській імперії сприяли</vt:lpstr>
      <vt:lpstr>Скасування кріпосного права, наділення селян земельними ділянками за викуп, переведення їх у стан тимчасовозобов’язаних — це основні положення</vt:lpstr>
      <vt:lpstr>Скасування кріпосного права</vt:lpstr>
      <vt:lpstr>Про яку організацію йдеться в уривку з історичного джерела:</vt:lpstr>
      <vt:lpstr>Установіть відповідність між назвами організацій і прізвищами діячів, причетних до їхнього створення</vt:lpstr>
      <vt:lpstr>Унаслідок яких подій стало можливе представництво українців у парламентах Австрійської та Російської імперій?</vt:lpstr>
      <vt:lpstr>Соціально-економічний розвиток</vt:lpstr>
      <vt:lpstr>Особливості розвитку промисловості</vt:lpstr>
      <vt:lpstr>Сільське господарство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Сергей Корниенко</dc:creator>
  <cp:lastModifiedBy>Сергей Корниенко</cp:lastModifiedBy>
  <cp:revision>7</cp:revision>
  <dcterms:created xsi:type="dcterms:W3CDTF">2024-12-27T11:11:12Z</dcterms:created>
  <dcterms:modified xsi:type="dcterms:W3CDTF">2024-12-27T17:00:32Z</dcterms:modified>
</cp:coreProperties>
</file>