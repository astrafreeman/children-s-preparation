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8" r:id="rId3"/>
    <p:sldId id="259" r:id="rId4"/>
    <p:sldId id="315" r:id="rId5"/>
    <p:sldId id="317" r:id="rId6"/>
    <p:sldId id="267" r:id="rId7"/>
    <p:sldId id="297" r:id="rId8"/>
    <p:sldId id="323" r:id="rId9"/>
    <p:sldId id="309" r:id="rId10"/>
    <p:sldId id="316" r:id="rId11"/>
    <p:sldId id="261" r:id="rId12"/>
    <p:sldId id="268" r:id="rId13"/>
    <p:sldId id="257" r:id="rId14"/>
    <p:sldId id="260" r:id="rId15"/>
    <p:sldId id="264" r:id="rId16"/>
    <p:sldId id="279" r:id="rId17"/>
    <p:sldId id="321" r:id="rId18"/>
    <p:sldId id="273" r:id="rId19"/>
    <p:sldId id="262" r:id="rId20"/>
    <p:sldId id="291" r:id="rId21"/>
    <p:sldId id="284" r:id="rId22"/>
    <p:sldId id="275" r:id="rId23"/>
    <p:sldId id="278" r:id="rId24"/>
    <p:sldId id="299" r:id="rId25"/>
    <p:sldId id="294" r:id="rId26"/>
    <p:sldId id="295" r:id="rId27"/>
    <p:sldId id="296" r:id="rId28"/>
    <p:sldId id="300" r:id="rId29"/>
    <p:sldId id="301" r:id="rId30"/>
    <p:sldId id="302" r:id="rId31"/>
    <p:sldId id="263" r:id="rId32"/>
    <p:sldId id="288" r:id="rId33"/>
    <p:sldId id="285" r:id="rId34"/>
    <p:sldId id="265" r:id="rId35"/>
    <p:sldId id="293" r:id="rId36"/>
    <p:sldId id="282" r:id="rId37"/>
    <p:sldId id="277" r:id="rId38"/>
    <p:sldId id="283" r:id="rId39"/>
    <p:sldId id="305" r:id="rId40"/>
    <p:sldId id="306" r:id="rId41"/>
    <p:sldId id="307" r:id="rId42"/>
    <p:sldId id="274" r:id="rId43"/>
    <p:sldId id="290" r:id="rId44"/>
    <p:sldId id="303" r:id="rId45"/>
    <p:sldId id="312" r:id="rId46"/>
    <p:sldId id="314" r:id="rId47"/>
    <p:sldId id="318" r:id="rId48"/>
    <p:sldId id="320" r:id="rId49"/>
    <p:sldId id="322" r:id="rId50"/>
    <p:sldId id="271" r:id="rId51"/>
    <p:sldId id="313" r:id="rId52"/>
    <p:sldId id="272" r:id="rId53"/>
    <p:sldId id="281" r:id="rId54"/>
    <p:sldId id="292" r:id="rId55"/>
    <p:sldId id="311" r:id="rId56"/>
    <p:sldId id="308" r:id="rId57"/>
    <p:sldId id="324" r:id="rId58"/>
    <p:sldId id="319" r:id="rId59"/>
    <p:sldId id="276" r:id="rId60"/>
    <p:sldId id="286" r:id="rId61"/>
    <p:sldId id="287" r:id="rId62"/>
    <p:sldId id="298" r:id="rId63"/>
    <p:sldId id="269" r:id="rId64"/>
    <p:sldId id="266" r:id="rId65"/>
    <p:sldId id="280" r:id="rId66"/>
    <p:sldId id="310" r:id="rId67"/>
    <p:sldId id="289" r:id="rId68"/>
    <p:sldId id="304" r:id="rId69"/>
    <p:sldId id="270" r:id="rId70"/>
    <p:sldId id="325"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0EA7B367-02CC-4C10-B612-BA3A8640EB06}">
          <p14:sldIdLst>
            <p14:sldId id="256"/>
            <p14:sldId id="258"/>
            <p14:sldId id="259"/>
            <p14:sldId id="315"/>
            <p14:sldId id="317"/>
            <p14:sldId id="267"/>
            <p14:sldId id="297"/>
            <p14:sldId id="323"/>
            <p14:sldId id="309"/>
            <p14:sldId id="316"/>
          </p14:sldIdLst>
        </p14:section>
        <p14:section name="Розділ без заголовка" id="{652DB0A0-BE68-47CF-AC4A-73CD8D28855B}">
          <p14:sldIdLst>
            <p14:sldId id="261"/>
            <p14:sldId id="268"/>
            <p14:sldId id="257"/>
            <p14:sldId id="260"/>
            <p14:sldId id="264"/>
            <p14:sldId id="279"/>
            <p14:sldId id="321"/>
            <p14:sldId id="273"/>
          </p14:sldIdLst>
        </p14:section>
        <p14:section name="Політичні процеси" id="{68FA19EC-EEC4-4B89-B781-39BD227E1E49}">
          <p14:sldIdLst>
            <p14:sldId id="262"/>
            <p14:sldId id="291"/>
            <p14:sldId id="284"/>
            <p14:sldId id="275"/>
            <p14:sldId id="278"/>
            <p14:sldId id="299"/>
            <p14:sldId id="294"/>
            <p14:sldId id="295"/>
            <p14:sldId id="296"/>
            <p14:sldId id="300"/>
            <p14:sldId id="301"/>
            <p14:sldId id="302"/>
            <p14:sldId id="263"/>
            <p14:sldId id="288"/>
            <p14:sldId id="285"/>
            <p14:sldId id="265"/>
            <p14:sldId id="293"/>
            <p14:sldId id="282"/>
            <p14:sldId id="277"/>
            <p14:sldId id="283"/>
            <p14:sldId id="305"/>
            <p14:sldId id="306"/>
            <p14:sldId id="307"/>
            <p14:sldId id="274"/>
            <p14:sldId id="290"/>
            <p14:sldId id="303"/>
            <p14:sldId id="312"/>
            <p14:sldId id="314"/>
            <p14:sldId id="318"/>
            <p14:sldId id="320"/>
            <p14:sldId id="322"/>
          </p14:sldIdLst>
        </p14:section>
        <p14:section name="Економіка" id="{0B7FCFC6-97D2-462C-90E5-BC9C5479B3AF}">
          <p14:sldIdLst>
            <p14:sldId id="271"/>
            <p14:sldId id="313"/>
            <p14:sldId id="272"/>
            <p14:sldId id="281"/>
            <p14:sldId id="292"/>
            <p14:sldId id="311"/>
            <p14:sldId id="308"/>
            <p14:sldId id="324"/>
            <p14:sldId id="319"/>
            <p14:sldId id="276"/>
            <p14:sldId id="286"/>
            <p14:sldId id="287"/>
            <p14:sldId id="298"/>
          </p14:sldIdLst>
        </p14:section>
        <p14:section name="Культура" id="{ABFD1E7D-295A-4D02-8FAC-136D3965C032}">
          <p14:sldIdLst>
            <p14:sldId id="269"/>
            <p14:sldId id="266"/>
            <p14:sldId id="280"/>
            <p14:sldId id="310"/>
            <p14:sldId id="289"/>
            <p14:sldId id="304"/>
            <p14:sldId id="270"/>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11166-BF46-4E88-BFD4-43D21791C3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530C9E6-3FB2-4C99-B8C1-58CA2AC1F35B}">
      <dgm:prSet/>
      <dgm:spPr/>
      <dgm:t>
        <a:bodyPr/>
        <a:lstStyle/>
        <a:p>
          <a:r>
            <a:rPr lang="ru-RU" b="0" i="0"/>
            <a:t>Л. М. Кравчука</a:t>
          </a:r>
          <a:endParaRPr lang="uk-UA"/>
        </a:p>
      </dgm:t>
    </dgm:pt>
    <dgm:pt modelId="{78A800F2-171A-455B-865F-3C3DF6FDB5D1}" type="parTrans" cxnId="{1FB50859-CBC9-455C-80C4-45862BA3FA2E}">
      <dgm:prSet/>
      <dgm:spPr/>
      <dgm:t>
        <a:bodyPr/>
        <a:lstStyle/>
        <a:p>
          <a:endParaRPr lang="uk-UA"/>
        </a:p>
      </dgm:t>
    </dgm:pt>
    <dgm:pt modelId="{6A8E0E9E-8DC9-4CE1-99A8-65038CF8269A}" type="sibTrans" cxnId="{1FB50859-CBC9-455C-80C4-45862BA3FA2E}">
      <dgm:prSet/>
      <dgm:spPr/>
      <dgm:t>
        <a:bodyPr/>
        <a:lstStyle/>
        <a:p>
          <a:endParaRPr lang="uk-UA"/>
        </a:p>
      </dgm:t>
    </dgm:pt>
    <dgm:pt modelId="{E86DD773-BDE9-4EAD-B0A7-6C744CF6374A}">
      <dgm:prSet/>
      <dgm:spPr/>
      <dgm:t>
        <a:bodyPr/>
        <a:lstStyle/>
        <a:p>
          <a:r>
            <a:rPr lang="ru-RU" b="0" i="0"/>
            <a:t>Л. Д. Кучми</a:t>
          </a:r>
          <a:endParaRPr lang="uk-UA"/>
        </a:p>
      </dgm:t>
    </dgm:pt>
    <dgm:pt modelId="{13FD7F1F-C8A6-4A80-8FA8-EA48A35A1FBD}" type="parTrans" cxnId="{81B3C0D8-B8E5-4EED-9C1C-79908F3DD647}">
      <dgm:prSet/>
      <dgm:spPr/>
      <dgm:t>
        <a:bodyPr/>
        <a:lstStyle/>
        <a:p>
          <a:endParaRPr lang="uk-UA"/>
        </a:p>
      </dgm:t>
    </dgm:pt>
    <dgm:pt modelId="{ACEC22CA-AB44-4138-AAD7-1D7DA593ED83}" type="sibTrans" cxnId="{81B3C0D8-B8E5-4EED-9C1C-79908F3DD647}">
      <dgm:prSet/>
      <dgm:spPr/>
      <dgm:t>
        <a:bodyPr/>
        <a:lstStyle/>
        <a:p>
          <a:endParaRPr lang="uk-UA"/>
        </a:p>
      </dgm:t>
    </dgm:pt>
    <dgm:pt modelId="{09B21590-3FFC-4F4E-A6B1-09E028EC24EC}">
      <dgm:prSet/>
      <dgm:spPr/>
      <dgm:t>
        <a:bodyPr/>
        <a:lstStyle/>
        <a:p>
          <a:r>
            <a:rPr lang="ru-RU" b="0" i="0"/>
            <a:t>В. А. Ющенка</a:t>
          </a:r>
          <a:endParaRPr lang="uk-UA"/>
        </a:p>
      </dgm:t>
    </dgm:pt>
    <dgm:pt modelId="{EC0E4336-D477-4774-B965-487FDB2EC738}" type="parTrans" cxnId="{2842315B-DD30-481A-9357-EAAD59379C0B}">
      <dgm:prSet/>
      <dgm:spPr/>
      <dgm:t>
        <a:bodyPr/>
        <a:lstStyle/>
        <a:p>
          <a:endParaRPr lang="uk-UA"/>
        </a:p>
      </dgm:t>
    </dgm:pt>
    <dgm:pt modelId="{CA5C5185-8AAC-4203-97E8-C8D20B97DE89}" type="sibTrans" cxnId="{2842315B-DD30-481A-9357-EAAD59379C0B}">
      <dgm:prSet/>
      <dgm:spPr/>
      <dgm:t>
        <a:bodyPr/>
        <a:lstStyle/>
        <a:p>
          <a:endParaRPr lang="uk-UA"/>
        </a:p>
      </dgm:t>
    </dgm:pt>
    <dgm:pt modelId="{19FCA3B1-B28E-404E-BF31-845226E3FD0D}">
      <dgm:prSet/>
      <dgm:spPr/>
      <dgm:t>
        <a:bodyPr/>
        <a:lstStyle/>
        <a:p>
          <a:r>
            <a:rPr lang="ru-RU" b="0" i="0"/>
            <a:t>В. Ф. Януковича</a:t>
          </a:r>
          <a:endParaRPr lang="uk-UA"/>
        </a:p>
      </dgm:t>
    </dgm:pt>
    <dgm:pt modelId="{82A70CF7-42AF-434F-A449-5B9EF1CB0F49}" type="parTrans" cxnId="{E54D5CB1-2B82-40EE-A3D3-0A3A1CC7EC6C}">
      <dgm:prSet/>
      <dgm:spPr/>
      <dgm:t>
        <a:bodyPr/>
        <a:lstStyle/>
        <a:p>
          <a:endParaRPr lang="uk-UA"/>
        </a:p>
      </dgm:t>
    </dgm:pt>
    <dgm:pt modelId="{45EE35AE-07B6-4EC2-9A26-04E0AE1C3002}" type="sibTrans" cxnId="{E54D5CB1-2B82-40EE-A3D3-0A3A1CC7EC6C}">
      <dgm:prSet/>
      <dgm:spPr/>
      <dgm:t>
        <a:bodyPr/>
        <a:lstStyle/>
        <a:p>
          <a:endParaRPr lang="uk-UA"/>
        </a:p>
      </dgm:t>
    </dgm:pt>
    <dgm:pt modelId="{E941ECDA-6229-4A66-8AE3-23CE79F15C91}" type="pres">
      <dgm:prSet presAssocID="{B5311166-BF46-4E88-BFD4-43D21791C3F2}" presName="linear" presStyleCnt="0">
        <dgm:presLayoutVars>
          <dgm:animLvl val="lvl"/>
          <dgm:resizeHandles val="exact"/>
        </dgm:presLayoutVars>
      </dgm:prSet>
      <dgm:spPr/>
    </dgm:pt>
    <dgm:pt modelId="{47C8CB85-DAAE-4515-9BCC-7368A970AFB3}" type="pres">
      <dgm:prSet presAssocID="{B530C9E6-3FB2-4C99-B8C1-58CA2AC1F35B}" presName="parentText" presStyleLbl="node1" presStyleIdx="0" presStyleCnt="4">
        <dgm:presLayoutVars>
          <dgm:chMax val="0"/>
          <dgm:bulletEnabled val="1"/>
        </dgm:presLayoutVars>
      </dgm:prSet>
      <dgm:spPr/>
    </dgm:pt>
    <dgm:pt modelId="{FFAAC4DE-91B2-437C-99C3-14CD50A957E8}" type="pres">
      <dgm:prSet presAssocID="{6A8E0E9E-8DC9-4CE1-99A8-65038CF8269A}" presName="spacer" presStyleCnt="0"/>
      <dgm:spPr/>
    </dgm:pt>
    <dgm:pt modelId="{2A3B132F-BFB4-4491-8627-7EC52FBB0BA8}" type="pres">
      <dgm:prSet presAssocID="{E86DD773-BDE9-4EAD-B0A7-6C744CF6374A}" presName="parentText" presStyleLbl="node1" presStyleIdx="1" presStyleCnt="4">
        <dgm:presLayoutVars>
          <dgm:chMax val="0"/>
          <dgm:bulletEnabled val="1"/>
        </dgm:presLayoutVars>
      </dgm:prSet>
      <dgm:spPr/>
    </dgm:pt>
    <dgm:pt modelId="{28C8CD20-3C9E-4DFB-9E72-2060E59F515F}" type="pres">
      <dgm:prSet presAssocID="{ACEC22CA-AB44-4138-AAD7-1D7DA593ED83}" presName="spacer" presStyleCnt="0"/>
      <dgm:spPr/>
    </dgm:pt>
    <dgm:pt modelId="{8446696F-C7BB-480C-B44C-1A42B273166F}" type="pres">
      <dgm:prSet presAssocID="{09B21590-3FFC-4F4E-A6B1-09E028EC24EC}" presName="parentText" presStyleLbl="node1" presStyleIdx="2" presStyleCnt="4">
        <dgm:presLayoutVars>
          <dgm:chMax val="0"/>
          <dgm:bulletEnabled val="1"/>
        </dgm:presLayoutVars>
      </dgm:prSet>
      <dgm:spPr/>
    </dgm:pt>
    <dgm:pt modelId="{91A54013-E006-40C3-A2C3-5A5426E719E0}" type="pres">
      <dgm:prSet presAssocID="{CA5C5185-8AAC-4203-97E8-C8D20B97DE89}" presName="spacer" presStyleCnt="0"/>
      <dgm:spPr/>
    </dgm:pt>
    <dgm:pt modelId="{AB1DE219-16E5-4192-96E6-1650C06B1096}" type="pres">
      <dgm:prSet presAssocID="{19FCA3B1-B28E-404E-BF31-845226E3FD0D}" presName="parentText" presStyleLbl="node1" presStyleIdx="3" presStyleCnt="4">
        <dgm:presLayoutVars>
          <dgm:chMax val="0"/>
          <dgm:bulletEnabled val="1"/>
        </dgm:presLayoutVars>
      </dgm:prSet>
      <dgm:spPr/>
    </dgm:pt>
  </dgm:ptLst>
  <dgm:cxnLst>
    <dgm:cxn modelId="{17B8A60C-9DF8-427C-A7FD-72E322321AA4}" type="presOf" srcId="{E86DD773-BDE9-4EAD-B0A7-6C744CF6374A}" destId="{2A3B132F-BFB4-4491-8627-7EC52FBB0BA8}" srcOrd="0" destOrd="0" presId="urn:microsoft.com/office/officeart/2005/8/layout/vList2"/>
    <dgm:cxn modelId="{B4777218-2C95-4EAC-BD6A-6EC4A21CDBEE}" type="presOf" srcId="{09B21590-3FFC-4F4E-A6B1-09E028EC24EC}" destId="{8446696F-C7BB-480C-B44C-1A42B273166F}" srcOrd="0" destOrd="0" presId="urn:microsoft.com/office/officeart/2005/8/layout/vList2"/>
    <dgm:cxn modelId="{129B8718-B2A9-4C38-9005-528E56ADE576}" type="presOf" srcId="{B530C9E6-3FB2-4C99-B8C1-58CA2AC1F35B}" destId="{47C8CB85-DAAE-4515-9BCC-7368A970AFB3}" srcOrd="0" destOrd="0" presId="urn:microsoft.com/office/officeart/2005/8/layout/vList2"/>
    <dgm:cxn modelId="{2842315B-DD30-481A-9357-EAAD59379C0B}" srcId="{B5311166-BF46-4E88-BFD4-43D21791C3F2}" destId="{09B21590-3FFC-4F4E-A6B1-09E028EC24EC}" srcOrd="2" destOrd="0" parTransId="{EC0E4336-D477-4774-B965-487FDB2EC738}" sibTransId="{CA5C5185-8AAC-4203-97E8-C8D20B97DE89}"/>
    <dgm:cxn modelId="{1FB50859-CBC9-455C-80C4-45862BA3FA2E}" srcId="{B5311166-BF46-4E88-BFD4-43D21791C3F2}" destId="{B530C9E6-3FB2-4C99-B8C1-58CA2AC1F35B}" srcOrd="0" destOrd="0" parTransId="{78A800F2-171A-455B-865F-3C3DF6FDB5D1}" sibTransId="{6A8E0E9E-8DC9-4CE1-99A8-65038CF8269A}"/>
    <dgm:cxn modelId="{F9A67BAC-4D8C-46E1-A839-3B501D1911AF}" type="presOf" srcId="{B5311166-BF46-4E88-BFD4-43D21791C3F2}" destId="{E941ECDA-6229-4A66-8AE3-23CE79F15C91}" srcOrd="0" destOrd="0" presId="urn:microsoft.com/office/officeart/2005/8/layout/vList2"/>
    <dgm:cxn modelId="{E54D5CB1-2B82-40EE-A3D3-0A3A1CC7EC6C}" srcId="{B5311166-BF46-4E88-BFD4-43D21791C3F2}" destId="{19FCA3B1-B28E-404E-BF31-845226E3FD0D}" srcOrd="3" destOrd="0" parTransId="{82A70CF7-42AF-434F-A449-5B9EF1CB0F49}" sibTransId="{45EE35AE-07B6-4EC2-9A26-04E0AE1C3002}"/>
    <dgm:cxn modelId="{81B3C0D8-B8E5-4EED-9C1C-79908F3DD647}" srcId="{B5311166-BF46-4E88-BFD4-43D21791C3F2}" destId="{E86DD773-BDE9-4EAD-B0A7-6C744CF6374A}" srcOrd="1" destOrd="0" parTransId="{13FD7F1F-C8A6-4A80-8FA8-EA48A35A1FBD}" sibTransId="{ACEC22CA-AB44-4138-AAD7-1D7DA593ED83}"/>
    <dgm:cxn modelId="{8CF525E9-5623-414F-8914-C4CC2B25E5A9}" type="presOf" srcId="{19FCA3B1-B28E-404E-BF31-845226E3FD0D}" destId="{AB1DE219-16E5-4192-96E6-1650C06B1096}" srcOrd="0" destOrd="0" presId="urn:microsoft.com/office/officeart/2005/8/layout/vList2"/>
    <dgm:cxn modelId="{268ADDB5-9C2C-4AE6-8416-85750F1CAD6F}" type="presParOf" srcId="{E941ECDA-6229-4A66-8AE3-23CE79F15C91}" destId="{47C8CB85-DAAE-4515-9BCC-7368A970AFB3}" srcOrd="0" destOrd="0" presId="urn:microsoft.com/office/officeart/2005/8/layout/vList2"/>
    <dgm:cxn modelId="{31A4477E-793D-41F4-B1A6-4030C0CD0882}" type="presParOf" srcId="{E941ECDA-6229-4A66-8AE3-23CE79F15C91}" destId="{FFAAC4DE-91B2-437C-99C3-14CD50A957E8}" srcOrd="1" destOrd="0" presId="urn:microsoft.com/office/officeart/2005/8/layout/vList2"/>
    <dgm:cxn modelId="{A0F30B90-A5C8-4534-9039-F61FE41E0353}" type="presParOf" srcId="{E941ECDA-6229-4A66-8AE3-23CE79F15C91}" destId="{2A3B132F-BFB4-4491-8627-7EC52FBB0BA8}" srcOrd="2" destOrd="0" presId="urn:microsoft.com/office/officeart/2005/8/layout/vList2"/>
    <dgm:cxn modelId="{8F931BE7-BF47-41D5-B01C-617822EDAD69}" type="presParOf" srcId="{E941ECDA-6229-4A66-8AE3-23CE79F15C91}" destId="{28C8CD20-3C9E-4DFB-9E72-2060E59F515F}" srcOrd="3" destOrd="0" presId="urn:microsoft.com/office/officeart/2005/8/layout/vList2"/>
    <dgm:cxn modelId="{C332DAD2-2A47-4124-B7DB-11EECE93F669}" type="presParOf" srcId="{E941ECDA-6229-4A66-8AE3-23CE79F15C91}" destId="{8446696F-C7BB-480C-B44C-1A42B273166F}" srcOrd="4" destOrd="0" presId="urn:microsoft.com/office/officeart/2005/8/layout/vList2"/>
    <dgm:cxn modelId="{4B4B2EC8-5C3C-455A-9B0B-7BF810106C6B}" type="presParOf" srcId="{E941ECDA-6229-4A66-8AE3-23CE79F15C91}" destId="{91A54013-E006-40C3-A2C3-5A5426E719E0}" srcOrd="5" destOrd="0" presId="urn:microsoft.com/office/officeart/2005/8/layout/vList2"/>
    <dgm:cxn modelId="{AE775FCA-AF47-4793-8DF8-129741516F4B}" type="presParOf" srcId="{E941ECDA-6229-4A66-8AE3-23CE79F15C91}" destId="{AB1DE219-16E5-4192-96E6-1650C06B109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4469E0-F4F7-4688-AC2E-B1D1274BBE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9F50B31-D4CD-4FF3-A614-03713DA54ADF}">
      <dgm:prSet/>
      <dgm:spPr/>
      <dgm:t>
        <a:bodyPr/>
        <a:lstStyle/>
        <a:p>
          <a:r>
            <a:rPr lang="uk-UA" b="0" i="0"/>
            <a:t>«Помаранчевої революції».</a:t>
          </a:r>
          <a:endParaRPr lang="uk-UA"/>
        </a:p>
      </dgm:t>
    </dgm:pt>
    <dgm:pt modelId="{E5055797-7C83-4A90-829E-F96BB2E83043}" type="parTrans" cxnId="{45C859E4-7CBE-4D47-8791-D797B7340E05}">
      <dgm:prSet/>
      <dgm:spPr/>
      <dgm:t>
        <a:bodyPr/>
        <a:lstStyle/>
        <a:p>
          <a:endParaRPr lang="uk-UA"/>
        </a:p>
      </dgm:t>
    </dgm:pt>
    <dgm:pt modelId="{ADDA1A79-C904-4201-A77E-EEF081700117}" type="sibTrans" cxnId="{45C859E4-7CBE-4D47-8791-D797B7340E05}">
      <dgm:prSet/>
      <dgm:spPr/>
      <dgm:t>
        <a:bodyPr/>
        <a:lstStyle/>
        <a:p>
          <a:endParaRPr lang="uk-UA"/>
        </a:p>
      </dgm:t>
    </dgm:pt>
    <dgm:pt modelId="{5EC7CC95-8806-4D09-AA75-D7E8259EC84C}">
      <dgm:prSet/>
      <dgm:spPr/>
      <dgm:t>
        <a:bodyPr/>
        <a:lstStyle/>
        <a:p>
          <a:r>
            <a:rPr lang="uk-UA" b="0" i="0"/>
            <a:t>«культурної революції».</a:t>
          </a:r>
          <a:endParaRPr lang="uk-UA"/>
        </a:p>
      </dgm:t>
    </dgm:pt>
    <dgm:pt modelId="{B4036042-CAD9-47B0-A35F-85C4174F84D6}" type="parTrans" cxnId="{3291C028-0B72-4FF1-8183-670B885C6CF2}">
      <dgm:prSet/>
      <dgm:spPr/>
      <dgm:t>
        <a:bodyPr/>
        <a:lstStyle/>
        <a:p>
          <a:endParaRPr lang="uk-UA"/>
        </a:p>
      </dgm:t>
    </dgm:pt>
    <dgm:pt modelId="{735152B4-90E7-456E-8739-B7C0C86DF887}" type="sibTrans" cxnId="{3291C028-0B72-4FF1-8183-670B885C6CF2}">
      <dgm:prSet/>
      <dgm:spPr/>
      <dgm:t>
        <a:bodyPr/>
        <a:lstStyle/>
        <a:p>
          <a:endParaRPr lang="uk-UA"/>
        </a:p>
      </dgm:t>
    </dgm:pt>
    <dgm:pt modelId="{0EC84859-8125-468A-A9BE-A4E98855C4A8}">
      <dgm:prSet/>
      <dgm:spPr/>
      <dgm:t>
        <a:bodyPr/>
        <a:lstStyle/>
        <a:p>
          <a:r>
            <a:rPr lang="uk-UA" b="0" i="0"/>
            <a:t>«революції на граніті».</a:t>
          </a:r>
          <a:endParaRPr lang="uk-UA"/>
        </a:p>
      </dgm:t>
    </dgm:pt>
    <dgm:pt modelId="{8792D1E5-25B3-49C0-A159-2FF6176A8D4E}" type="parTrans" cxnId="{BC637D79-E0C2-4370-8239-A6D9B7273435}">
      <dgm:prSet/>
      <dgm:spPr/>
      <dgm:t>
        <a:bodyPr/>
        <a:lstStyle/>
        <a:p>
          <a:endParaRPr lang="uk-UA"/>
        </a:p>
      </dgm:t>
    </dgm:pt>
    <dgm:pt modelId="{B17AFE42-7280-4AC6-B0E3-42E762E8529C}" type="sibTrans" cxnId="{BC637D79-E0C2-4370-8239-A6D9B7273435}">
      <dgm:prSet/>
      <dgm:spPr/>
      <dgm:t>
        <a:bodyPr/>
        <a:lstStyle/>
        <a:p>
          <a:endParaRPr lang="uk-UA"/>
        </a:p>
      </dgm:t>
    </dgm:pt>
    <dgm:pt modelId="{DFB5D5E4-FD01-4B3C-A792-875B0AAD9F3C}">
      <dgm:prSet/>
      <dgm:spPr/>
      <dgm:t>
        <a:bodyPr/>
        <a:lstStyle/>
        <a:p>
          <a:r>
            <a:rPr lang="uk-UA" b="0" i="0" dirty="0"/>
            <a:t>«революції Гідності».</a:t>
          </a:r>
          <a:endParaRPr lang="uk-UA" dirty="0"/>
        </a:p>
      </dgm:t>
    </dgm:pt>
    <dgm:pt modelId="{19DE3108-44A2-4975-8EDE-700E9AF73600}" type="parTrans" cxnId="{735393A9-9989-47D0-B3DF-B4590EEF277E}">
      <dgm:prSet/>
      <dgm:spPr/>
      <dgm:t>
        <a:bodyPr/>
        <a:lstStyle/>
        <a:p>
          <a:endParaRPr lang="uk-UA"/>
        </a:p>
      </dgm:t>
    </dgm:pt>
    <dgm:pt modelId="{236F09E6-419D-4D4E-90EF-D188736C5E4B}" type="sibTrans" cxnId="{735393A9-9989-47D0-B3DF-B4590EEF277E}">
      <dgm:prSet/>
      <dgm:spPr/>
      <dgm:t>
        <a:bodyPr/>
        <a:lstStyle/>
        <a:p>
          <a:endParaRPr lang="uk-UA"/>
        </a:p>
      </dgm:t>
    </dgm:pt>
    <dgm:pt modelId="{876E03CA-8612-4E32-955A-C0BC88B9AE88}" type="pres">
      <dgm:prSet presAssocID="{164469E0-F4F7-4688-AC2E-B1D1274BBEB8}" presName="linear" presStyleCnt="0">
        <dgm:presLayoutVars>
          <dgm:animLvl val="lvl"/>
          <dgm:resizeHandles val="exact"/>
        </dgm:presLayoutVars>
      </dgm:prSet>
      <dgm:spPr/>
    </dgm:pt>
    <dgm:pt modelId="{71B41451-E21E-48D0-8B71-1386BB1404D1}" type="pres">
      <dgm:prSet presAssocID="{29F50B31-D4CD-4FF3-A614-03713DA54ADF}" presName="parentText" presStyleLbl="node1" presStyleIdx="0" presStyleCnt="4">
        <dgm:presLayoutVars>
          <dgm:chMax val="0"/>
          <dgm:bulletEnabled val="1"/>
        </dgm:presLayoutVars>
      </dgm:prSet>
      <dgm:spPr/>
    </dgm:pt>
    <dgm:pt modelId="{480B36C3-A873-49C6-9D98-ED4797786044}" type="pres">
      <dgm:prSet presAssocID="{ADDA1A79-C904-4201-A77E-EEF081700117}" presName="spacer" presStyleCnt="0"/>
      <dgm:spPr/>
    </dgm:pt>
    <dgm:pt modelId="{9E545038-4263-4B5E-B6B9-220A7CE6659A}" type="pres">
      <dgm:prSet presAssocID="{5EC7CC95-8806-4D09-AA75-D7E8259EC84C}" presName="parentText" presStyleLbl="node1" presStyleIdx="1" presStyleCnt="4">
        <dgm:presLayoutVars>
          <dgm:chMax val="0"/>
          <dgm:bulletEnabled val="1"/>
        </dgm:presLayoutVars>
      </dgm:prSet>
      <dgm:spPr/>
    </dgm:pt>
    <dgm:pt modelId="{1447FE37-2346-4C23-8CC3-AE07C87B8CC1}" type="pres">
      <dgm:prSet presAssocID="{735152B4-90E7-456E-8739-B7C0C86DF887}" presName="spacer" presStyleCnt="0"/>
      <dgm:spPr/>
    </dgm:pt>
    <dgm:pt modelId="{0F22B0B5-8CBE-4CF1-8B70-BD5FD401EB36}" type="pres">
      <dgm:prSet presAssocID="{0EC84859-8125-468A-A9BE-A4E98855C4A8}" presName="parentText" presStyleLbl="node1" presStyleIdx="2" presStyleCnt="4">
        <dgm:presLayoutVars>
          <dgm:chMax val="0"/>
          <dgm:bulletEnabled val="1"/>
        </dgm:presLayoutVars>
      </dgm:prSet>
      <dgm:spPr/>
    </dgm:pt>
    <dgm:pt modelId="{2FA8731D-F90F-4A06-8635-6CF7448C4766}" type="pres">
      <dgm:prSet presAssocID="{B17AFE42-7280-4AC6-B0E3-42E762E8529C}" presName="spacer" presStyleCnt="0"/>
      <dgm:spPr/>
    </dgm:pt>
    <dgm:pt modelId="{A9F204DB-518D-4511-8037-22E91955E004}" type="pres">
      <dgm:prSet presAssocID="{DFB5D5E4-FD01-4B3C-A792-875B0AAD9F3C}" presName="parentText" presStyleLbl="node1" presStyleIdx="3" presStyleCnt="4">
        <dgm:presLayoutVars>
          <dgm:chMax val="0"/>
          <dgm:bulletEnabled val="1"/>
        </dgm:presLayoutVars>
      </dgm:prSet>
      <dgm:spPr/>
    </dgm:pt>
  </dgm:ptLst>
  <dgm:cxnLst>
    <dgm:cxn modelId="{6E817C11-9761-4678-8940-B7C12EB1746F}" type="presOf" srcId="{0EC84859-8125-468A-A9BE-A4E98855C4A8}" destId="{0F22B0B5-8CBE-4CF1-8B70-BD5FD401EB36}" srcOrd="0" destOrd="0" presId="urn:microsoft.com/office/officeart/2005/8/layout/vList2"/>
    <dgm:cxn modelId="{3291C028-0B72-4FF1-8183-670B885C6CF2}" srcId="{164469E0-F4F7-4688-AC2E-B1D1274BBEB8}" destId="{5EC7CC95-8806-4D09-AA75-D7E8259EC84C}" srcOrd="1" destOrd="0" parTransId="{B4036042-CAD9-47B0-A35F-85C4174F84D6}" sibTransId="{735152B4-90E7-456E-8739-B7C0C86DF887}"/>
    <dgm:cxn modelId="{97599A6A-D571-49BA-A0B3-A8CB7DAA6B7C}" type="presOf" srcId="{DFB5D5E4-FD01-4B3C-A792-875B0AAD9F3C}" destId="{A9F204DB-518D-4511-8037-22E91955E004}" srcOrd="0" destOrd="0" presId="urn:microsoft.com/office/officeart/2005/8/layout/vList2"/>
    <dgm:cxn modelId="{2B2A2F50-BD3B-456E-AE95-D811D601AF71}" type="presOf" srcId="{5EC7CC95-8806-4D09-AA75-D7E8259EC84C}" destId="{9E545038-4263-4B5E-B6B9-220A7CE6659A}" srcOrd="0" destOrd="0" presId="urn:microsoft.com/office/officeart/2005/8/layout/vList2"/>
    <dgm:cxn modelId="{BC637D79-E0C2-4370-8239-A6D9B7273435}" srcId="{164469E0-F4F7-4688-AC2E-B1D1274BBEB8}" destId="{0EC84859-8125-468A-A9BE-A4E98855C4A8}" srcOrd="2" destOrd="0" parTransId="{8792D1E5-25B3-49C0-A159-2FF6176A8D4E}" sibTransId="{B17AFE42-7280-4AC6-B0E3-42E762E8529C}"/>
    <dgm:cxn modelId="{735393A9-9989-47D0-B3DF-B4590EEF277E}" srcId="{164469E0-F4F7-4688-AC2E-B1D1274BBEB8}" destId="{DFB5D5E4-FD01-4B3C-A792-875B0AAD9F3C}" srcOrd="3" destOrd="0" parTransId="{19DE3108-44A2-4975-8EDE-700E9AF73600}" sibTransId="{236F09E6-419D-4D4E-90EF-D188736C5E4B}"/>
    <dgm:cxn modelId="{0269C4C5-6C06-4ED8-9179-6E1C01E61018}" type="presOf" srcId="{164469E0-F4F7-4688-AC2E-B1D1274BBEB8}" destId="{876E03CA-8612-4E32-955A-C0BC88B9AE88}" srcOrd="0" destOrd="0" presId="urn:microsoft.com/office/officeart/2005/8/layout/vList2"/>
    <dgm:cxn modelId="{45C859E4-7CBE-4D47-8791-D797B7340E05}" srcId="{164469E0-F4F7-4688-AC2E-B1D1274BBEB8}" destId="{29F50B31-D4CD-4FF3-A614-03713DA54ADF}" srcOrd="0" destOrd="0" parTransId="{E5055797-7C83-4A90-829E-F96BB2E83043}" sibTransId="{ADDA1A79-C904-4201-A77E-EEF081700117}"/>
    <dgm:cxn modelId="{37B609FB-F2D3-4351-830A-4BE1DFA83AF9}" type="presOf" srcId="{29F50B31-D4CD-4FF3-A614-03713DA54ADF}" destId="{71B41451-E21E-48D0-8B71-1386BB1404D1}" srcOrd="0" destOrd="0" presId="urn:microsoft.com/office/officeart/2005/8/layout/vList2"/>
    <dgm:cxn modelId="{CF38303F-7FE1-463A-854E-2B58CA64DAC0}" type="presParOf" srcId="{876E03CA-8612-4E32-955A-C0BC88B9AE88}" destId="{71B41451-E21E-48D0-8B71-1386BB1404D1}" srcOrd="0" destOrd="0" presId="urn:microsoft.com/office/officeart/2005/8/layout/vList2"/>
    <dgm:cxn modelId="{77F755C2-BBA7-4606-AF03-5D884F46F24F}" type="presParOf" srcId="{876E03CA-8612-4E32-955A-C0BC88B9AE88}" destId="{480B36C3-A873-49C6-9D98-ED4797786044}" srcOrd="1" destOrd="0" presId="urn:microsoft.com/office/officeart/2005/8/layout/vList2"/>
    <dgm:cxn modelId="{2D6360B9-58A3-46DF-9D6F-8EAFFDF90F19}" type="presParOf" srcId="{876E03CA-8612-4E32-955A-C0BC88B9AE88}" destId="{9E545038-4263-4B5E-B6B9-220A7CE6659A}" srcOrd="2" destOrd="0" presId="urn:microsoft.com/office/officeart/2005/8/layout/vList2"/>
    <dgm:cxn modelId="{96EABD54-6D42-4188-8B6F-0BE04AD75BE8}" type="presParOf" srcId="{876E03CA-8612-4E32-955A-C0BC88B9AE88}" destId="{1447FE37-2346-4C23-8CC3-AE07C87B8CC1}" srcOrd="3" destOrd="0" presId="urn:microsoft.com/office/officeart/2005/8/layout/vList2"/>
    <dgm:cxn modelId="{159B21BC-9EA5-48E6-9448-953384C46693}" type="presParOf" srcId="{876E03CA-8612-4E32-955A-C0BC88B9AE88}" destId="{0F22B0B5-8CBE-4CF1-8B70-BD5FD401EB36}" srcOrd="4" destOrd="0" presId="urn:microsoft.com/office/officeart/2005/8/layout/vList2"/>
    <dgm:cxn modelId="{6A339792-3867-4B22-8420-BB822C686838}" type="presParOf" srcId="{876E03CA-8612-4E32-955A-C0BC88B9AE88}" destId="{2FA8731D-F90F-4A06-8635-6CF7448C4766}" srcOrd="5" destOrd="0" presId="urn:microsoft.com/office/officeart/2005/8/layout/vList2"/>
    <dgm:cxn modelId="{A077865D-9E26-4880-8A57-B43CC6B1990A}" type="presParOf" srcId="{876E03CA-8612-4E32-955A-C0BC88B9AE88}" destId="{A9F204DB-518D-4511-8037-22E91955E00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0B06E1-9E5C-43DE-A1DB-DF7A2E3F569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DEB51614-C33A-4A4C-BBA8-127FB8391C1B}">
      <dgm:prSet/>
      <dgm:spPr/>
      <dgm:t>
        <a:bodyPr/>
        <a:lstStyle/>
        <a:p>
          <a:r>
            <a:rPr lang="ru-RU" b="0" i="0"/>
            <a:t>Відлига (1953–1964 рр.)</a:t>
          </a:r>
          <a:endParaRPr lang="uk-UA"/>
        </a:p>
      </dgm:t>
    </dgm:pt>
    <dgm:pt modelId="{6146C8C7-2C7D-4C67-AF26-EA3C42F3D0FC}" type="parTrans" cxnId="{F0619556-7027-4604-BE8B-C8A2DE156BA9}">
      <dgm:prSet/>
      <dgm:spPr/>
      <dgm:t>
        <a:bodyPr/>
        <a:lstStyle/>
        <a:p>
          <a:endParaRPr lang="uk-UA"/>
        </a:p>
      </dgm:t>
    </dgm:pt>
    <dgm:pt modelId="{6CFE705F-EAC4-4915-BC97-0A10492D06F1}" type="sibTrans" cxnId="{F0619556-7027-4604-BE8B-C8A2DE156BA9}">
      <dgm:prSet/>
      <dgm:spPr/>
      <dgm:t>
        <a:bodyPr/>
        <a:lstStyle/>
        <a:p>
          <a:endParaRPr lang="uk-UA"/>
        </a:p>
      </dgm:t>
    </dgm:pt>
    <dgm:pt modelId="{1DBCB514-CEA3-486C-8EB3-B029808315AE}">
      <dgm:prSet/>
      <dgm:spPr/>
      <dgm:t>
        <a:bodyPr/>
        <a:lstStyle/>
        <a:p>
          <a:r>
            <a:rPr lang="ru-RU" b="0" i="0"/>
            <a:t>Застій (середина 1960 — початок 1980-х рр.)</a:t>
          </a:r>
          <a:endParaRPr lang="uk-UA"/>
        </a:p>
      </dgm:t>
    </dgm:pt>
    <dgm:pt modelId="{9A6E6D65-325B-4A2B-9A6D-8D8343483006}" type="parTrans" cxnId="{47062CBA-4552-4C18-B546-C10D0DFDEE74}">
      <dgm:prSet/>
      <dgm:spPr/>
      <dgm:t>
        <a:bodyPr/>
        <a:lstStyle/>
        <a:p>
          <a:endParaRPr lang="uk-UA"/>
        </a:p>
      </dgm:t>
    </dgm:pt>
    <dgm:pt modelId="{8E12ED0B-6597-4B8F-91DC-37DBFF721B35}" type="sibTrans" cxnId="{47062CBA-4552-4C18-B546-C10D0DFDEE74}">
      <dgm:prSet/>
      <dgm:spPr/>
      <dgm:t>
        <a:bodyPr/>
        <a:lstStyle/>
        <a:p>
          <a:endParaRPr lang="uk-UA"/>
        </a:p>
      </dgm:t>
    </dgm:pt>
    <dgm:pt modelId="{4A360565-A3EB-469B-B9D9-4941C405D2D3}">
      <dgm:prSet/>
      <dgm:spPr/>
      <dgm:t>
        <a:bodyPr/>
        <a:lstStyle/>
        <a:p>
          <a:r>
            <a:rPr lang="ru-RU" b="0" i="0"/>
            <a:t>Перебудова (1985–1991 рр.)</a:t>
          </a:r>
          <a:endParaRPr lang="uk-UA"/>
        </a:p>
      </dgm:t>
    </dgm:pt>
    <dgm:pt modelId="{FD4E5D46-9126-47D1-A8CA-75240790F75A}" type="parTrans" cxnId="{B9CA7AFE-C861-4F19-8CA3-8391252D5B5C}">
      <dgm:prSet/>
      <dgm:spPr/>
      <dgm:t>
        <a:bodyPr/>
        <a:lstStyle/>
        <a:p>
          <a:endParaRPr lang="uk-UA"/>
        </a:p>
      </dgm:t>
    </dgm:pt>
    <dgm:pt modelId="{37F92E4A-8B3E-4D83-B2CB-627C15DEA743}" type="sibTrans" cxnId="{B9CA7AFE-C861-4F19-8CA3-8391252D5B5C}">
      <dgm:prSet/>
      <dgm:spPr/>
      <dgm:t>
        <a:bodyPr/>
        <a:lstStyle/>
        <a:p>
          <a:endParaRPr lang="uk-UA"/>
        </a:p>
      </dgm:t>
    </dgm:pt>
    <dgm:pt modelId="{24E3784E-85B6-44FE-BDEF-D8575EBD42E3}">
      <dgm:prSet/>
      <dgm:spPr/>
      <dgm:t>
        <a:bodyPr/>
        <a:lstStyle/>
        <a:p>
          <a:r>
            <a:rPr lang="ru-RU" b="0" i="0"/>
            <a:t>Незалежність (1991 — початок XXI ст.)</a:t>
          </a:r>
          <a:endParaRPr lang="uk-UA"/>
        </a:p>
      </dgm:t>
    </dgm:pt>
    <dgm:pt modelId="{72A02B5E-3589-4AB9-A111-73CD3DADA32D}" type="parTrans" cxnId="{843993CD-6ED6-495D-A919-2AA2EC7138C5}">
      <dgm:prSet/>
      <dgm:spPr/>
      <dgm:t>
        <a:bodyPr/>
        <a:lstStyle/>
        <a:p>
          <a:endParaRPr lang="uk-UA"/>
        </a:p>
      </dgm:t>
    </dgm:pt>
    <dgm:pt modelId="{A8F5CF0E-198C-453F-BF8D-6B1330070C34}" type="sibTrans" cxnId="{843993CD-6ED6-495D-A919-2AA2EC7138C5}">
      <dgm:prSet/>
      <dgm:spPr/>
      <dgm:t>
        <a:bodyPr/>
        <a:lstStyle/>
        <a:p>
          <a:endParaRPr lang="uk-UA"/>
        </a:p>
      </dgm:t>
    </dgm:pt>
    <dgm:pt modelId="{6E05D991-5B0A-4A10-A308-49B8E9E1692B}" type="pres">
      <dgm:prSet presAssocID="{E80B06E1-9E5C-43DE-A1DB-DF7A2E3F569F}" presName="linearFlow" presStyleCnt="0">
        <dgm:presLayoutVars>
          <dgm:dir/>
          <dgm:resizeHandles val="exact"/>
        </dgm:presLayoutVars>
      </dgm:prSet>
      <dgm:spPr/>
    </dgm:pt>
    <dgm:pt modelId="{6A9A0DF3-6E0D-4AF7-9051-9CA4867ED4F3}" type="pres">
      <dgm:prSet presAssocID="{DEB51614-C33A-4A4C-BBA8-127FB8391C1B}" presName="composite" presStyleCnt="0"/>
      <dgm:spPr/>
    </dgm:pt>
    <dgm:pt modelId="{33548A32-4E93-4F5B-A49A-F13E0F88C198}" type="pres">
      <dgm:prSet presAssocID="{DEB51614-C33A-4A4C-BBA8-127FB8391C1B}" presName="imgShp" presStyleLbl="fgImgPlace1" presStyleIdx="0" presStyleCnt="4"/>
      <dgm:spPr/>
    </dgm:pt>
    <dgm:pt modelId="{17439162-134E-42D2-B040-23B5866E3F9B}" type="pres">
      <dgm:prSet presAssocID="{DEB51614-C33A-4A4C-BBA8-127FB8391C1B}" presName="txShp" presStyleLbl="node1" presStyleIdx="0" presStyleCnt="4">
        <dgm:presLayoutVars>
          <dgm:bulletEnabled val="1"/>
        </dgm:presLayoutVars>
      </dgm:prSet>
      <dgm:spPr/>
    </dgm:pt>
    <dgm:pt modelId="{FFF8E3D6-956C-4F61-8930-499DDA948C5D}" type="pres">
      <dgm:prSet presAssocID="{6CFE705F-EAC4-4915-BC97-0A10492D06F1}" presName="spacing" presStyleCnt="0"/>
      <dgm:spPr/>
    </dgm:pt>
    <dgm:pt modelId="{A2DD17D9-113E-4505-A84B-E7929DD04C13}" type="pres">
      <dgm:prSet presAssocID="{1DBCB514-CEA3-486C-8EB3-B029808315AE}" presName="composite" presStyleCnt="0"/>
      <dgm:spPr/>
    </dgm:pt>
    <dgm:pt modelId="{14827563-CE77-4D0D-BCE8-66932B8C1A67}" type="pres">
      <dgm:prSet presAssocID="{1DBCB514-CEA3-486C-8EB3-B029808315AE}" presName="imgShp" presStyleLbl="fgImgPlace1" presStyleIdx="1" presStyleCnt="4"/>
      <dgm:spPr/>
    </dgm:pt>
    <dgm:pt modelId="{EF27AEAE-2307-41EB-96D5-87E7A35E3990}" type="pres">
      <dgm:prSet presAssocID="{1DBCB514-CEA3-486C-8EB3-B029808315AE}" presName="txShp" presStyleLbl="node1" presStyleIdx="1" presStyleCnt="4">
        <dgm:presLayoutVars>
          <dgm:bulletEnabled val="1"/>
        </dgm:presLayoutVars>
      </dgm:prSet>
      <dgm:spPr/>
    </dgm:pt>
    <dgm:pt modelId="{B1450D74-E03D-45FC-8DC0-1227895A7740}" type="pres">
      <dgm:prSet presAssocID="{8E12ED0B-6597-4B8F-91DC-37DBFF721B35}" presName="spacing" presStyleCnt="0"/>
      <dgm:spPr/>
    </dgm:pt>
    <dgm:pt modelId="{846B2CCF-952D-457E-9681-7CC60381F14D}" type="pres">
      <dgm:prSet presAssocID="{4A360565-A3EB-469B-B9D9-4941C405D2D3}" presName="composite" presStyleCnt="0"/>
      <dgm:spPr/>
    </dgm:pt>
    <dgm:pt modelId="{0954E3F8-861D-409A-B615-E45EDCF8F8D5}" type="pres">
      <dgm:prSet presAssocID="{4A360565-A3EB-469B-B9D9-4941C405D2D3}" presName="imgShp" presStyleLbl="fgImgPlace1" presStyleIdx="2" presStyleCnt="4"/>
      <dgm:spPr/>
    </dgm:pt>
    <dgm:pt modelId="{CC7E5F59-63DA-45B3-9B04-B336CDA5B7FB}" type="pres">
      <dgm:prSet presAssocID="{4A360565-A3EB-469B-B9D9-4941C405D2D3}" presName="txShp" presStyleLbl="node1" presStyleIdx="2" presStyleCnt="4">
        <dgm:presLayoutVars>
          <dgm:bulletEnabled val="1"/>
        </dgm:presLayoutVars>
      </dgm:prSet>
      <dgm:spPr/>
    </dgm:pt>
    <dgm:pt modelId="{2B2F65D4-4B90-4302-9BF9-A65D2B667359}" type="pres">
      <dgm:prSet presAssocID="{37F92E4A-8B3E-4D83-B2CB-627C15DEA743}" presName="spacing" presStyleCnt="0"/>
      <dgm:spPr/>
    </dgm:pt>
    <dgm:pt modelId="{62EFD8E4-2302-45C9-B3EE-FDB3C534674D}" type="pres">
      <dgm:prSet presAssocID="{24E3784E-85B6-44FE-BDEF-D8575EBD42E3}" presName="composite" presStyleCnt="0"/>
      <dgm:spPr/>
    </dgm:pt>
    <dgm:pt modelId="{66E00F1C-323B-45A6-BEE5-A9061F5F8CEC}" type="pres">
      <dgm:prSet presAssocID="{24E3784E-85B6-44FE-BDEF-D8575EBD42E3}" presName="imgShp" presStyleLbl="fgImgPlace1" presStyleIdx="3" presStyleCnt="4"/>
      <dgm:spPr/>
    </dgm:pt>
    <dgm:pt modelId="{90830DFC-75AC-4003-A06F-B5296637DE0F}" type="pres">
      <dgm:prSet presAssocID="{24E3784E-85B6-44FE-BDEF-D8575EBD42E3}" presName="txShp" presStyleLbl="node1" presStyleIdx="3" presStyleCnt="4">
        <dgm:presLayoutVars>
          <dgm:bulletEnabled val="1"/>
        </dgm:presLayoutVars>
      </dgm:prSet>
      <dgm:spPr/>
    </dgm:pt>
  </dgm:ptLst>
  <dgm:cxnLst>
    <dgm:cxn modelId="{66BC853D-63FF-47F0-AA1F-AB997C61915A}" type="presOf" srcId="{DEB51614-C33A-4A4C-BBA8-127FB8391C1B}" destId="{17439162-134E-42D2-B040-23B5866E3F9B}" srcOrd="0" destOrd="0" presId="urn:microsoft.com/office/officeart/2005/8/layout/vList3"/>
    <dgm:cxn modelId="{F0619556-7027-4604-BE8B-C8A2DE156BA9}" srcId="{E80B06E1-9E5C-43DE-A1DB-DF7A2E3F569F}" destId="{DEB51614-C33A-4A4C-BBA8-127FB8391C1B}" srcOrd="0" destOrd="0" parTransId="{6146C8C7-2C7D-4C67-AF26-EA3C42F3D0FC}" sibTransId="{6CFE705F-EAC4-4915-BC97-0A10492D06F1}"/>
    <dgm:cxn modelId="{0A055B78-BCCB-4C85-8FAE-6BD3517937CC}" type="presOf" srcId="{1DBCB514-CEA3-486C-8EB3-B029808315AE}" destId="{EF27AEAE-2307-41EB-96D5-87E7A35E3990}" srcOrd="0" destOrd="0" presId="urn:microsoft.com/office/officeart/2005/8/layout/vList3"/>
    <dgm:cxn modelId="{5411C69A-2E27-43BA-9ECF-EA70A28AE9CB}" type="presOf" srcId="{E80B06E1-9E5C-43DE-A1DB-DF7A2E3F569F}" destId="{6E05D991-5B0A-4A10-A308-49B8E9E1692B}" srcOrd="0" destOrd="0" presId="urn:microsoft.com/office/officeart/2005/8/layout/vList3"/>
    <dgm:cxn modelId="{47062CBA-4552-4C18-B546-C10D0DFDEE74}" srcId="{E80B06E1-9E5C-43DE-A1DB-DF7A2E3F569F}" destId="{1DBCB514-CEA3-486C-8EB3-B029808315AE}" srcOrd="1" destOrd="0" parTransId="{9A6E6D65-325B-4A2B-9A6D-8D8343483006}" sibTransId="{8E12ED0B-6597-4B8F-91DC-37DBFF721B35}"/>
    <dgm:cxn modelId="{843993CD-6ED6-495D-A919-2AA2EC7138C5}" srcId="{E80B06E1-9E5C-43DE-A1DB-DF7A2E3F569F}" destId="{24E3784E-85B6-44FE-BDEF-D8575EBD42E3}" srcOrd="3" destOrd="0" parTransId="{72A02B5E-3589-4AB9-A111-73CD3DADA32D}" sibTransId="{A8F5CF0E-198C-453F-BF8D-6B1330070C34}"/>
    <dgm:cxn modelId="{070BEEF1-11AC-45F8-8200-C369FFE19110}" type="presOf" srcId="{24E3784E-85B6-44FE-BDEF-D8575EBD42E3}" destId="{90830DFC-75AC-4003-A06F-B5296637DE0F}" srcOrd="0" destOrd="0" presId="urn:microsoft.com/office/officeart/2005/8/layout/vList3"/>
    <dgm:cxn modelId="{29A7C1FB-7C66-41D7-841D-E0C408643001}" type="presOf" srcId="{4A360565-A3EB-469B-B9D9-4941C405D2D3}" destId="{CC7E5F59-63DA-45B3-9B04-B336CDA5B7FB}" srcOrd="0" destOrd="0" presId="urn:microsoft.com/office/officeart/2005/8/layout/vList3"/>
    <dgm:cxn modelId="{B9CA7AFE-C861-4F19-8CA3-8391252D5B5C}" srcId="{E80B06E1-9E5C-43DE-A1DB-DF7A2E3F569F}" destId="{4A360565-A3EB-469B-B9D9-4941C405D2D3}" srcOrd="2" destOrd="0" parTransId="{FD4E5D46-9126-47D1-A8CA-75240790F75A}" sibTransId="{37F92E4A-8B3E-4D83-B2CB-627C15DEA743}"/>
    <dgm:cxn modelId="{3C02227A-F228-4F84-81F2-891BCDA540BB}" type="presParOf" srcId="{6E05D991-5B0A-4A10-A308-49B8E9E1692B}" destId="{6A9A0DF3-6E0D-4AF7-9051-9CA4867ED4F3}" srcOrd="0" destOrd="0" presId="urn:microsoft.com/office/officeart/2005/8/layout/vList3"/>
    <dgm:cxn modelId="{4358639F-AD11-4635-B26F-3A29A6A32DE3}" type="presParOf" srcId="{6A9A0DF3-6E0D-4AF7-9051-9CA4867ED4F3}" destId="{33548A32-4E93-4F5B-A49A-F13E0F88C198}" srcOrd="0" destOrd="0" presId="urn:microsoft.com/office/officeart/2005/8/layout/vList3"/>
    <dgm:cxn modelId="{3377D4D1-C74B-4C1B-91D1-351DA92222F4}" type="presParOf" srcId="{6A9A0DF3-6E0D-4AF7-9051-9CA4867ED4F3}" destId="{17439162-134E-42D2-B040-23B5866E3F9B}" srcOrd="1" destOrd="0" presId="urn:microsoft.com/office/officeart/2005/8/layout/vList3"/>
    <dgm:cxn modelId="{3C2224A1-EC84-477B-9DA6-B9ECC57AEBFD}" type="presParOf" srcId="{6E05D991-5B0A-4A10-A308-49B8E9E1692B}" destId="{FFF8E3D6-956C-4F61-8930-499DDA948C5D}" srcOrd="1" destOrd="0" presId="urn:microsoft.com/office/officeart/2005/8/layout/vList3"/>
    <dgm:cxn modelId="{6D34C580-9683-41B5-8899-DCB792808F53}" type="presParOf" srcId="{6E05D991-5B0A-4A10-A308-49B8E9E1692B}" destId="{A2DD17D9-113E-4505-A84B-E7929DD04C13}" srcOrd="2" destOrd="0" presId="urn:microsoft.com/office/officeart/2005/8/layout/vList3"/>
    <dgm:cxn modelId="{0DE9C356-8517-4BE9-A9AC-E1E4A5B56489}" type="presParOf" srcId="{A2DD17D9-113E-4505-A84B-E7929DD04C13}" destId="{14827563-CE77-4D0D-BCE8-66932B8C1A67}" srcOrd="0" destOrd="0" presId="urn:microsoft.com/office/officeart/2005/8/layout/vList3"/>
    <dgm:cxn modelId="{14E150E1-00A7-4E83-BEF0-0378DBB48DAD}" type="presParOf" srcId="{A2DD17D9-113E-4505-A84B-E7929DD04C13}" destId="{EF27AEAE-2307-41EB-96D5-87E7A35E3990}" srcOrd="1" destOrd="0" presId="urn:microsoft.com/office/officeart/2005/8/layout/vList3"/>
    <dgm:cxn modelId="{D98F7150-7B93-404A-8B05-C08826DE00FD}" type="presParOf" srcId="{6E05D991-5B0A-4A10-A308-49B8E9E1692B}" destId="{B1450D74-E03D-45FC-8DC0-1227895A7740}" srcOrd="3" destOrd="0" presId="urn:microsoft.com/office/officeart/2005/8/layout/vList3"/>
    <dgm:cxn modelId="{E08AFF65-45A1-4346-9354-5E7734C62E01}" type="presParOf" srcId="{6E05D991-5B0A-4A10-A308-49B8E9E1692B}" destId="{846B2CCF-952D-457E-9681-7CC60381F14D}" srcOrd="4" destOrd="0" presId="urn:microsoft.com/office/officeart/2005/8/layout/vList3"/>
    <dgm:cxn modelId="{47F30869-EFA9-4FE6-98C2-699B5F4B155C}" type="presParOf" srcId="{846B2CCF-952D-457E-9681-7CC60381F14D}" destId="{0954E3F8-861D-409A-B615-E45EDCF8F8D5}" srcOrd="0" destOrd="0" presId="urn:microsoft.com/office/officeart/2005/8/layout/vList3"/>
    <dgm:cxn modelId="{46109AB2-0DA0-4115-AC49-C0853D7F9F07}" type="presParOf" srcId="{846B2CCF-952D-457E-9681-7CC60381F14D}" destId="{CC7E5F59-63DA-45B3-9B04-B336CDA5B7FB}" srcOrd="1" destOrd="0" presId="urn:microsoft.com/office/officeart/2005/8/layout/vList3"/>
    <dgm:cxn modelId="{4B197D60-EEE7-4C97-98C9-4A55FAA878A8}" type="presParOf" srcId="{6E05D991-5B0A-4A10-A308-49B8E9E1692B}" destId="{2B2F65D4-4B90-4302-9BF9-A65D2B667359}" srcOrd="5" destOrd="0" presId="urn:microsoft.com/office/officeart/2005/8/layout/vList3"/>
    <dgm:cxn modelId="{B3127710-9A57-4F02-BD42-9C8CE12FAF06}" type="presParOf" srcId="{6E05D991-5B0A-4A10-A308-49B8E9E1692B}" destId="{62EFD8E4-2302-45C9-B3EE-FDB3C534674D}" srcOrd="6" destOrd="0" presId="urn:microsoft.com/office/officeart/2005/8/layout/vList3"/>
    <dgm:cxn modelId="{915FCAA0-CF2C-4CB8-A0CB-60B0DA5B428D}" type="presParOf" srcId="{62EFD8E4-2302-45C9-B3EE-FDB3C534674D}" destId="{66E00F1C-323B-45A6-BEE5-A9061F5F8CEC}" srcOrd="0" destOrd="0" presId="urn:microsoft.com/office/officeart/2005/8/layout/vList3"/>
    <dgm:cxn modelId="{151442C6-7841-4ED0-A325-4EDD35AAD2B7}" type="presParOf" srcId="{62EFD8E4-2302-45C9-B3EE-FDB3C534674D}" destId="{90830DFC-75AC-4003-A06F-B5296637DE0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E25B00-DC5F-4CEB-8719-3FD9FC01C05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59FE7D52-C023-4640-A52F-8994C38D1DF6}">
      <dgm:prSet/>
      <dgm:spPr/>
      <dgm:t>
        <a:bodyPr/>
        <a:lstStyle/>
        <a:p>
          <a:r>
            <a:rPr lang="uk-UA" b="0" i="0"/>
            <a:t>«...Засідання рекомендує, щоб Українська Радянська Соціалістична Республіка і Білоруська Радянська Соціалістична Республіка були запрошені стати членами — засновниками пропонованої міжнародної організації...»</a:t>
          </a:r>
          <a:endParaRPr lang="uk-UA"/>
        </a:p>
      </dgm:t>
    </dgm:pt>
    <dgm:pt modelId="{694F3CB4-A8C9-4552-AE8C-C9C459E482C9}" type="parTrans" cxnId="{425ECFF2-4B6D-4A23-BDB1-365996A61677}">
      <dgm:prSet/>
      <dgm:spPr/>
      <dgm:t>
        <a:bodyPr/>
        <a:lstStyle/>
        <a:p>
          <a:endParaRPr lang="uk-UA"/>
        </a:p>
      </dgm:t>
    </dgm:pt>
    <dgm:pt modelId="{919627DB-58CD-4A59-B37D-D21C38A2D83F}" type="sibTrans" cxnId="{425ECFF2-4B6D-4A23-BDB1-365996A61677}">
      <dgm:prSet/>
      <dgm:spPr/>
      <dgm:t>
        <a:bodyPr/>
        <a:lstStyle/>
        <a:p>
          <a:endParaRPr lang="uk-UA"/>
        </a:p>
      </dgm:t>
    </dgm:pt>
    <dgm:pt modelId="{AE286B5F-6A4C-4F6E-9DC6-5B4B3FFBB4BB}">
      <dgm:prSet/>
      <dgm:spPr/>
      <dgm:t>
        <a:bodyPr/>
        <a:lstStyle/>
        <a:p>
          <a:r>
            <a:rPr lang="uk-UA" b="0" i="0"/>
            <a:t>«Понад мільйон осіб, винних у порушенні антиалкогольного законодавства, зазнали адміністративних стягнень. У Закарпатті та в Криму знищили виноградники унікальних сортів. Цукор став гостродефіцитним продуктом...»</a:t>
          </a:r>
          <a:endParaRPr lang="uk-UA"/>
        </a:p>
      </dgm:t>
    </dgm:pt>
    <dgm:pt modelId="{40F96774-D31C-41AD-8B40-A8876EACE24F}" type="parTrans" cxnId="{02A6FCD5-9B8C-4979-A8E0-123E1BAA29CF}">
      <dgm:prSet/>
      <dgm:spPr/>
      <dgm:t>
        <a:bodyPr/>
        <a:lstStyle/>
        <a:p>
          <a:endParaRPr lang="uk-UA"/>
        </a:p>
      </dgm:t>
    </dgm:pt>
    <dgm:pt modelId="{6D2A250E-9D6D-423F-8EC0-A9829EF16ADF}" type="sibTrans" cxnId="{02A6FCD5-9B8C-4979-A8E0-123E1BAA29CF}">
      <dgm:prSet/>
      <dgm:spPr/>
      <dgm:t>
        <a:bodyPr/>
        <a:lstStyle/>
        <a:p>
          <a:endParaRPr lang="uk-UA"/>
        </a:p>
      </dgm:t>
    </dgm:pt>
    <dgm:pt modelId="{79E7FB1D-30A3-4071-905F-DE5488530F1A}">
      <dgm:prSet/>
      <dgm:spPr/>
      <dgm:t>
        <a:bodyPr/>
        <a:lstStyle/>
        <a:p>
          <a:r>
            <a:rPr lang="uk-UA" b="0" i="0"/>
            <a:t>«В оголошенні про утворення Української Гельсінської групи її засновники підписалися справжніми прізвищами і навіть вказали свої адреси. Вони мали намір діяти виключно на легальних засадах...»</a:t>
          </a:r>
          <a:endParaRPr lang="uk-UA"/>
        </a:p>
      </dgm:t>
    </dgm:pt>
    <dgm:pt modelId="{83A31CED-A43D-4906-A321-27F368855200}" type="parTrans" cxnId="{D74B01D2-1356-4E9D-8D7E-A00BCC2A225E}">
      <dgm:prSet/>
      <dgm:spPr/>
      <dgm:t>
        <a:bodyPr/>
        <a:lstStyle/>
        <a:p>
          <a:endParaRPr lang="uk-UA"/>
        </a:p>
      </dgm:t>
    </dgm:pt>
    <dgm:pt modelId="{5CDDD4C7-8594-4E8D-B981-0F695A8E69A7}" type="sibTrans" cxnId="{D74B01D2-1356-4E9D-8D7E-A00BCC2A225E}">
      <dgm:prSet/>
      <dgm:spPr/>
      <dgm:t>
        <a:bodyPr/>
        <a:lstStyle/>
        <a:p>
          <a:endParaRPr lang="uk-UA"/>
        </a:p>
      </dgm:t>
    </dgm:pt>
    <dgm:pt modelId="{62BA3D53-5987-443A-A7DD-9B6D69DD423B}">
      <dgm:prSet/>
      <dgm:spPr/>
      <dgm:t>
        <a:bodyPr/>
        <a:lstStyle/>
        <a:p>
          <a:r>
            <a:rPr lang="uk-UA" b="0" i="0"/>
            <a:t>«Нарешті ми сіли за стіл переговорів. Єльцин представляв на зустрічі Росію, Фокін — Україну, Шушкевич — Білорусь… На зустрічі було сформульовано принципи майбутньої співдружності…»</a:t>
          </a:r>
          <a:endParaRPr lang="uk-UA"/>
        </a:p>
      </dgm:t>
    </dgm:pt>
    <dgm:pt modelId="{D628C7B8-81F2-44CF-A581-87E9C5254A71}" type="parTrans" cxnId="{365A8141-BDCA-4FE8-9341-7BEA4057CD86}">
      <dgm:prSet/>
      <dgm:spPr/>
      <dgm:t>
        <a:bodyPr/>
        <a:lstStyle/>
        <a:p>
          <a:endParaRPr lang="uk-UA"/>
        </a:p>
      </dgm:t>
    </dgm:pt>
    <dgm:pt modelId="{90D451C2-08D3-437D-8976-91FE398755EB}" type="sibTrans" cxnId="{365A8141-BDCA-4FE8-9341-7BEA4057CD86}">
      <dgm:prSet/>
      <dgm:spPr/>
      <dgm:t>
        <a:bodyPr/>
        <a:lstStyle/>
        <a:p>
          <a:endParaRPr lang="uk-UA"/>
        </a:p>
      </dgm:t>
    </dgm:pt>
    <dgm:pt modelId="{14AEC0AE-F540-4430-85E9-D09C00DF6523}">
      <dgm:prSet/>
      <dgm:spPr/>
      <dgm:t>
        <a:bodyPr/>
        <a:lstStyle/>
        <a:p>
          <a:r>
            <a:rPr lang="uk-UA" b="0" i="0"/>
            <a:t>«У рік святкування 300-річчя возз’єднання України з Росією Президія Верховної Ради СРСР прийняла Постанову "Про передачу Кримської області зі складу РРФСР до складу УРСР"».</a:t>
          </a:r>
          <a:endParaRPr lang="uk-UA"/>
        </a:p>
      </dgm:t>
    </dgm:pt>
    <dgm:pt modelId="{35FCF56F-8498-4A3D-A378-1DC155FEFA3E}" type="parTrans" cxnId="{F88D625C-66C3-4043-9B5A-E413D233656F}">
      <dgm:prSet/>
      <dgm:spPr/>
      <dgm:t>
        <a:bodyPr/>
        <a:lstStyle/>
        <a:p>
          <a:endParaRPr lang="uk-UA"/>
        </a:p>
      </dgm:t>
    </dgm:pt>
    <dgm:pt modelId="{0E022DB7-E410-44D0-A92F-6A7E02FF4F8C}" type="sibTrans" cxnId="{F88D625C-66C3-4043-9B5A-E413D233656F}">
      <dgm:prSet/>
      <dgm:spPr/>
      <dgm:t>
        <a:bodyPr/>
        <a:lstStyle/>
        <a:p>
          <a:endParaRPr lang="uk-UA"/>
        </a:p>
      </dgm:t>
    </dgm:pt>
    <dgm:pt modelId="{CDF8D034-9968-418A-BE1B-BF0D042DC1EF}" type="pres">
      <dgm:prSet presAssocID="{59E25B00-DC5F-4CEB-8719-3FD9FC01C051}" presName="vert0" presStyleCnt="0">
        <dgm:presLayoutVars>
          <dgm:dir/>
          <dgm:animOne val="branch"/>
          <dgm:animLvl val="lvl"/>
        </dgm:presLayoutVars>
      </dgm:prSet>
      <dgm:spPr/>
    </dgm:pt>
    <dgm:pt modelId="{61128239-6AC5-47E6-9C28-CCC254D5ABA4}" type="pres">
      <dgm:prSet presAssocID="{59FE7D52-C023-4640-A52F-8994C38D1DF6}" presName="thickLine" presStyleLbl="alignNode1" presStyleIdx="0" presStyleCnt="5"/>
      <dgm:spPr/>
    </dgm:pt>
    <dgm:pt modelId="{A2EF9833-1DC6-4754-AEDE-34E6FB7388B2}" type="pres">
      <dgm:prSet presAssocID="{59FE7D52-C023-4640-A52F-8994C38D1DF6}" presName="horz1" presStyleCnt="0"/>
      <dgm:spPr/>
    </dgm:pt>
    <dgm:pt modelId="{5694BEF3-8798-4B8B-A097-C3A452648381}" type="pres">
      <dgm:prSet presAssocID="{59FE7D52-C023-4640-A52F-8994C38D1DF6}" presName="tx1" presStyleLbl="revTx" presStyleIdx="0" presStyleCnt="5"/>
      <dgm:spPr/>
    </dgm:pt>
    <dgm:pt modelId="{EB131C47-0E48-45FE-A649-D86821EC1E3C}" type="pres">
      <dgm:prSet presAssocID="{59FE7D52-C023-4640-A52F-8994C38D1DF6}" presName="vert1" presStyleCnt="0"/>
      <dgm:spPr/>
    </dgm:pt>
    <dgm:pt modelId="{7140DB36-CA49-458F-9E55-32D9B2BAB4A6}" type="pres">
      <dgm:prSet presAssocID="{AE286B5F-6A4C-4F6E-9DC6-5B4B3FFBB4BB}" presName="thickLine" presStyleLbl="alignNode1" presStyleIdx="1" presStyleCnt="5"/>
      <dgm:spPr/>
    </dgm:pt>
    <dgm:pt modelId="{F91A3AFC-B574-4B67-A860-40C25C84EFFB}" type="pres">
      <dgm:prSet presAssocID="{AE286B5F-6A4C-4F6E-9DC6-5B4B3FFBB4BB}" presName="horz1" presStyleCnt="0"/>
      <dgm:spPr/>
    </dgm:pt>
    <dgm:pt modelId="{3CBC862D-2EF7-40E8-A825-293EEDE34DD2}" type="pres">
      <dgm:prSet presAssocID="{AE286B5F-6A4C-4F6E-9DC6-5B4B3FFBB4BB}" presName="tx1" presStyleLbl="revTx" presStyleIdx="1" presStyleCnt="5"/>
      <dgm:spPr/>
    </dgm:pt>
    <dgm:pt modelId="{C189CECD-AB31-4F3B-9778-E09714421BB5}" type="pres">
      <dgm:prSet presAssocID="{AE286B5F-6A4C-4F6E-9DC6-5B4B3FFBB4BB}" presName="vert1" presStyleCnt="0"/>
      <dgm:spPr/>
    </dgm:pt>
    <dgm:pt modelId="{88C0A4F0-EE0F-4E74-AE67-B72AFA165E01}" type="pres">
      <dgm:prSet presAssocID="{79E7FB1D-30A3-4071-905F-DE5488530F1A}" presName="thickLine" presStyleLbl="alignNode1" presStyleIdx="2" presStyleCnt="5"/>
      <dgm:spPr/>
    </dgm:pt>
    <dgm:pt modelId="{CED46DDB-49BB-4E86-B94C-05DD12FC7209}" type="pres">
      <dgm:prSet presAssocID="{79E7FB1D-30A3-4071-905F-DE5488530F1A}" presName="horz1" presStyleCnt="0"/>
      <dgm:spPr/>
    </dgm:pt>
    <dgm:pt modelId="{A04F0669-31F8-47E1-A6FE-0A0D73F786E8}" type="pres">
      <dgm:prSet presAssocID="{79E7FB1D-30A3-4071-905F-DE5488530F1A}" presName="tx1" presStyleLbl="revTx" presStyleIdx="2" presStyleCnt="5"/>
      <dgm:spPr/>
    </dgm:pt>
    <dgm:pt modelId="{3F65F0A9-71B9-443B-B06A-7366C8FBD8DE}" type="pres">
      <dgm:prSet presAssocID="{79E7FB1D-30A3-4071-905F-DE5488530F1A}" presName="vert1" presStyleCnt="0"/>
      <dgm:spPr/>
    </dgm:pt>
    <dgm:pt modelId="{0E1D0C75-730D-4610-B1E2-4D4B3DDFD589}" type="pres">
      <dgm:prSet presAssocID="{62BA3D53-5987-443A-A7DD-9B6D69DD423B}" presName="thickLine" presStyleLbl="alignNode1" presStyleIdx="3" presStyleCnt="5"/>
      <dgm:spPr/>
    </dgm:pt>
    <dgm:pt modelId="{EBF7661F-29D7-42A1-AE37-B8DE3CEFEA32}" type="pres">
      <dgm:prSet presAssocID="{62BA3D53-5987-443A-A7DD-9B6D69DD423B}" presName="horz1" presStyleCnt="0"/>
      <dgm:spPr/>
    </dgm:pt>
    <dgm:pt modelId="{2D23EF74-A930-4FE9-A680-EE3264144199}" type="pres">
      <dgm:prSet presAssocID="{62BA3D53-5987-443A-A7DD-9B6D69DD423B}" presName="tx1" presStyleLbl="revTx" presStyleIdx="3" presStyleCnt="5"/>
      <dgm:spPr/>
    </dgm:pt>
    <dgm:pt modelId="{1F17E5F8-03F8-4463-A1DC-0636C3609622}" type="pres">
      <dgm:prSet presAssocID="{62BA3D53-5987-443A-A7DD-9B6D69DD423B}" presName="vert1" presStyleCnt="0"/>
      <dgm:spPr/>
    </dgm:pt>
    <dgm:pt modelId="{52A884A5-20D9-48CA-A646-3D72FA6AD583}" type="pres">
      <dgm:prSet presAssocID="{14AEC0AE-F540-4430-85E9-D09C00DF6523}" presName="thickLine" presStyleLbl="alignNode1" presStyleIdx="4" presStyleCnt="5"/>
      <dgm:spPr/>
    </dgm:pt>
    <dgm:pt modelId="{372A2D03-A21C-4CDC-9D40-DE3414DB58FD}" type="pres">
      <dgm:prSet presAssocID="{14AEC0AE-F540-4430-85E9-D09C00DF6523}" presName="horz1" presStyleCnt="0"/>
      <dgm:spPr/>
    </dgm:pt>
    <dgm:pt modelId="{8396D923-172F-4C8E-9F2A-01E2689C2222}" type="pres">
      <dgm:prSet presAssocID="{14AEC0AE-F540-4430-85E9-D09C00DF6523}" presName="tx1" presStyleLbl="revTx" presStyleIdx="4" presStyleCnt="5"/>
      <dgm:spPr/>
    </dgm:pt>
    <dgm:pt modelId="{4B901D8C-8505-4616-814F-75A6383E76A5}" type="pres">
      <dgm:prSet presAssocID="{14AEC0AE-F540-4430-85E9-D09C00DF6523}" presName="vert1" presStyleCnt="0"/>
      <dgm:spPr/>
    </dgm:pt>
  </dgm:ptLst>
  <dgm:cxnLst>
    <dgm:cxn modelId="{24835800-0D05-4A56-8BD4-7C0CF8B14F2D}" type="presOf" srcId="{AE286B5F-6A4C-4F6E-9DC6-5B4B3FFBB4BB}" destId="{3CBC862D-2EF7-40E8-A825-293EEDE34DD2}" srcOrd="0" destOrd="0" presId="urn:microsoft.com/office/officeart/2008/layout/LinedList"/>
    <dgm:cxn modelId="{3EBC4802-AE76-474B-9CB8-B3963A7A032C}" type="presOf" srcId="{14AEC0AE-F540-4430-85E9-D09C00DF6523}" destId="{8396D923-172F-4C8E-9F2A-01E2689C2222}" srcOrd="0" destOrd="0" presId="urn:microsoft.com/office/officeart/2008/layout/LinedList"/>
    <dgm:cxn modelId="{6DE45D25-1DD0-4CE3-859B-B87C8354FFBA}" type="presOf" srcId="{59FE7D52-C023-4640-A52F-8994C38D1DF6}" destId="{5694BEF3-8798-4B8B-A097-C3A452648381}" srcOrd="0" destOrd="0" presId="urn:microsoft.com/office/officeart/2008/layout/LinedList"/>
    <dgm:cxn modelId="{F88D625C-66C3-4043-9B5A-E413D233656F}" srcId="{59E25B00-DC5F-4CEB-8719-3FD9FC01C051}" destId="{14AEC0AE-F540-4430-85E9-D09C00DF6523}" srcOrd="4" destOrd="0" parTransId="{35FCF56F-8498-4A3D-A378-1DC155FEFA3E}" sibTransId="{0E022DB7-E410-44D0-A92F-6A7E02FF4F8C}"/>
    <dgm:cxn modelId="{365A8141-BDCA-4FE8-9341-7BEA4057CD86}" srcId="{59E25B00-DC5F-4CEB-8719-3FD9FC01C051}" destId="{62BA3D53-5987-443A-A7DD-9B6D69DD423B}" srcOrd="3" destOrd="0" parTransId="{D628C7B8-81F2-44CF-A581-87E9C5254A71}" sibTransId="{90D451C2-08D3-437D-8976-91FE398755EB}"/>
    <dgm:cxn modelId="{CEC3DECD-721C-45A3-8624-979A43F18C44}" type="presOf" srcId="{79E7FB1D-30A3-4071-905F-DE5488530F1A}" destId="{A04F0669-31F8-47E1-A6FE-0A0D73F786E8}" srcOrd="0" destOrd="0" presId="urn:microsoft.com/office/officeart/2008/layout/LinedList"/>
    <dgm:cxn modelId="{D74B01D2-1356-4E9D-8D7E-A00BCC2A225E}" srcId="{59E25B00-DC5F-4CEB-8719-3FD9FC01C051}" destId="{79E7FB1D-30A3-4071-905F-DE5488530F1A}" srcOrd="2" destOrd="0" parTransId="{83A31CED-A43D-4906-A321-27F368855200}" sibTransId="{5CDDD4C7-8594-4E8D-B981-0F695A8E69A7}"/>
    <dgm:cxn modelId="{02A6FCD5-9B8C-4979-A8E0-123E1BAA29CF}" srcId="{59E25B00-DC5F-4CEB-8719-3FD9FC01C051}" destId="{AE286B5F-6A4C-4F6E-9DC6-5B4B3FFBB4BB}" srcOrd="1" destOrd="0" parTransId="{40F96774-D31C-41AD-8B40-A8876EACE24F}" sibTransId="{6D2A250E-9D6D-423F-8EC0-A9829EF16ADF}"/>
    <dgm:cxn modelId="{6574DDDB-8559-4585-94A4-CD752793D428}" type="presOf" srcId="{62BA3D53-5987-443A-A7DD-9B6D69DD423B}" destId="{2D23EF74-A930-4FE9-A680-EE3264144199}" srcOrd="0" destOrd="0" presId="urn:microsoft.com/office/officeart/2008/layout/LinedList"/>
    <dgm:cxn modelId="{3A4028DF-5555-471B-B208-F1382D1302E1}" type="presOf" srcId="{59E25B00-DC5F-4CEB-8719-3FD9FC01C051}" destId="{CDF8D034-9968-418A-BE1B-BF0D042DC1EF}" srcOrd="0" destOrd="0" presId="urn:microsoft.com/office/officeart/2008/layout/LinedList"/>
    <dgm:cxn modelId="{425ECFF2-4B6D-4A23-BDB1-365996A61677}" srcId="{59E25B00-DC5F-4CEB-8719-3FD9FC01C051}" destId="{59FE7D52-C023-4640-A52F-8994C38D1DF6}" srcOrd="0" destOrd="0" parTransId="{694F3CB4-A8C9-4552-AE8C-C9C459E482C9}" sibTransId="{919627DB-58CD-4A59-B37D-D21C38A2D83F}"/>
    <dgm:cxn modelId="{FD14C8D1-4D61-4098-890C-EAA6129E80F2}" type="presParOf" srcId="{CDF8D034-9968-418A-BE1B-BF0D042DC1EF}" destId="{61128239-6AC5-47E6-9C28-CCC254D5ABA4}" srcOrd="0" destOrd="0" presId="urn:microsoft.com/office/officeart/2008/layout/LinedList"/>
    <dgm:cxn modelId="{7EB313DC-AF33-43A5-B522-555412CAD621}" type="presParOf" srcId="{CDF8D034-9968-418A-BE1B-BF0D042DC1EF}" destId="{A2EF9833-1DC6-4754-AEDE-34E6FB7388B2}" srcOrd="1" destOrd="0" presId="urn:microsoft.com/office/officeart/2008/layout/LinedList"/>
    <dgm:cxn modelId="{4C9B602F-E76D-4E57-B8EC-57B5C35F18B0}" type="presParOf" srcId="{A2EF9833-1DC6-4754-AEDE-34E6FB7388B2}" destId="{5694BEF3-8798-4B8B-A097-C3A452648381}" srcOrd="0" destOrd="0" presId="urn:microsoft.com/office/officeart/2008/layout/LinedList"/>
    <dgm:cxn modelId="{44233F20-E5EC-4720-AB29-77043E624B93}" type="presParOf" srcId="{A2EF9833-1DC6-4754-AEDE-34E6FB7388B2}" destId="{EB131C47-0E48-45FE-A649-D86821EC1E3C}" srcOrd="1" destOrd="0" presId="urn:microsoft.com/office/officeart/2008/layout/LinedList"/>
    <dgm:cxn modelId="{6AB31A29-2554-4D91-8992-F8ED88F3993D}" type="presParOf" srcId="{CDF8D034-9968-418A-BE1B-BF0D042DC1EF}" destId="{7140DB36-CA49-458F-9E55-32D9B2BAB4A6}" srcOrd="2" destOrd="0" presId="urn:microsoft.com/office/officeart/2008/layout/LinedList"/>
    <dgm:cxn modelId="{29F80798-C894-4FEE-B438-FB98A4A1EA18}" type="presParOf" srcId="{CDF8D034-9968-418A-BE1B-BF0D042DC1EF}" destId="{F91A3AFC-B574-4B67-A860-40C25C84EFFB}" srcOrd="3" destOrd="0" presId="urn:microsoft.com/office/officeart/2008/layout/LinedList"/>
    <dgm:cxn modelId="{B55AC48A-6D0D-447F-A61E-0296A6EF4A7E}" type="presParOf" srcId="{F91A3AFC-B574-4B67-A860-40C25C84EFFB}" destId="{3CBC862D-2EF7-40E8-A825-293EEDE34DD2}" srcOrd="0" destOrd="0" presId="urn:microsoft.com/office/officeart/2008/layout/LinedList"/>
    <dgm:cxn modelId="{00744848-6FDF-4547-B11B-7B87AC67A0C1}" type="presParOf" srcId="{F91A3AFC-B574-4B67-A860-40C25C84EFFB}" destId="{C189CECD-AB31-4F3B-9778-E09714421BB5}" srcOrd="1" destOrd="0" presId="urn:microsoft.com/office/officeart/2008/layout/LinedList"/>
    <dgm:cxn modelId="{8E8DAC9C-D5F1-45C9-86FD-0A4C4F0C11EF}" type="presParOf" srcId="{CDF8D034-9968-418A-BE1B-BF0D042DC1EF}" destId="{88C0A4F0-EE0F-4E74-AE67-B72AFA165E01}" srcOrd="4" destOrd="0" presId="urn:microsoft.com/office/officeart/2008/layout/LinedList"/>
    <dgm:cxn modelId="{74E0BED2-A18B-4673-B5C7-7F86B510AB78}" type="presParOf" srcId="{CDF8D034-9968-418A-BE1B-BF0D042DC1EF}" destId="{CED46DDB-49BB-4E86-B94C-05DD12FC7209}" srcOrd="5" destOrd="0" presId="urn:microsoft.com/office/officeart/2008/layout/LinedList"/>
    <dgm:cxn modelId="{C1AD8B7A-CCD9-4627-A063-826977A2A5D3}" type="presParOf" srcId="{CED46DDB-49BB-4E86-B94C-05DD12FC7209}" destId="{A04F0669-31F8-47E1-A6FE-0A0D73F786E8}" srcOrd="0" destOrd="0" presId="urn:microsoft.com/office/officeart/2008/layout/LinedList"/>
    <dgm:cxn modelId="{11A70275-10F9-4A05-8C43-2219B8BE4B0F}" type="presParOf" srcId="{CED46DDB-49BB-4E86-B94C-05DD12FC7209}" destId="{3F65F0A9-71B9-443B-B06A-7366C8FBD8DE}" srcOrd="1" destOrd="0" presId="urn:microsoft.com/office/officeart/2008/layout/LinedList"/>
    <dgm:cxn modelId="{16F385D0-D97D-46CF-AE51-C94737162359}" type="presParOf" srcId="{CDF8D034-9968-418A-BE1B-BF0D042DC1EF}" destId="{0E1D0C75-730D-4610-B1E2-4D4B3DDFD589}" srcOrd="6" destOrd="0" presId="urn:microsoft.com/office/officeart/2008/layout/LinedList"/>
    <dgm:cxn modelId="{DB6AF386-9A1C-4CDF-814C-9CCF3BE98E16}" type="presParOf" srcId="{CDF8D034-9968-418A-BE1B-BF0D042DC1EF}" destId="{EBF7661F-29D7-42A1-AE37-B8DE3CEFEA32}" srcOrd="7" destOrd="0" presId="urn:microsoft.com/office/officeart/2008/layout/LinedList"/>
    <dgm:cxn modelId="{476B00F2-E159-41CB-9393-EEDB45FDEE81}" type="presParOf" srcId="{EBF7661F-29D7-42A1-AE37-B8DE3CEFEA32}" destId="{2D23EF74-A930-4FE9-A680-EE3264144199}" srcOrd="0" destOrd="0" presId="urn:microsoft.com/office/officeart/2008/layout/LinedList"/>
    <dgm:cxn modelId="{D2E55C11-5C2E-4EAA-88B4-B89028D59CF5}" type="presParOf" srcId="{EBF7661F-29D7-42A1-AE37-B8DE3CEFEA32}" destId="{1F17E5F8-03F8-4463-A1DC-0636C3609622}" srcOrd="1" destOrd="0" presId="urn:microsoft.com/office/officeart/2008/layout/LinedList"/>
    <dgm:cxn modelId="{5E588E6B-9B15-42BD-914C-74F4CD808EA9}" type="presParOf" srcId="{CDF8D034-9968-418A-BE1B-BF0D042DC1EF}" destId="{52A884A5-20D9-48CA-A646-3D72FA6AD583}" srcOrd="8" destOrd="0" presId="urn:microsoft.com/office/officeart/2008/layout/LinedList"/>
    <dgm:cxn modelId="{315A4A62-D325-477B-91DC-0E3192EA102A}" type="presParOf" srcId="{CDF8D034-9968-418A-BE1B-BF0D042DC1EF}" destId="{372A2D03-A21C-4CDC-9D40-DE3414DB58FD}" srcOrd="9" destOrd="0" presId="urn:microsoft.com/office/officeart/2008/layout/LinedList"/>
    <dgm:cxn modelId="{163756E8-7E34-497D-9CE3-807BD8051B08}" type="presParOf" srcId="{372A2D03-A21C-4CDC-9D40-DE3414DB58FD}" destId="{8396D923-172F-4C8E-9F2A-01E2689C2222}" srcOrd="0" destOrd="0" presId="urn:microsoft.com/office/officeart/2008/layout/LinedList"/>
    <dgm:cxn modelId="{052B8D4B-E28D-4568-8136-E7369B4011A0}" type="presParOf" srcId="{372A2D03-A21C-4CDC-9D40-DE3414DB58FD}" destId="{4B901D8C-8505-4616-814F-75A6383E76A5}"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8DEA24-7116-4C5C-8CFA-1FFA1BDF3D2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B19B324-5166-4A4F-9078-D303C27143A0}">
      <dgm:prSet/>
      <dgm:spPr/>
      <dgm:t>
        <a:bodyPr/>
        <a:lstStyle/>
        <a:p>
          <a:r>
            <a:rPr lang="uk-UA" b="0" i="0"/>
            <a:t>політичні</a:t>
          </a:r>
          <a:endParaRPr lang="uk-UA"/>
        </a:p>
      </dgm:t>
    </dgm:pt>
    <dgm:pt modelId="{6AD2D831-E97E-4A21-B25B-92C92964C1F6}" type="parTrans" cxnId="{B00215EE-9D11-4E35-8D97-A6B142FFE94F}">
      <dgm:prSet/>
      <dgm:spPr/>
      <dgm:t>
        <a:bodyPr/>
        <a:lstStyle/>
        <a:p>
          <a:endParaRPr lang="uk-UA"/>
        </a:p>
      </dgm:t>
    </dgm:pt>
    <dgm:pt modelId="{FC034FB9-3F7B-4654-BB02-7E0901010132}" type="sibTrans" cxnId="{B00215EE-9D11-4E35-8D97-A6B142FFE94F}">
      <dgm:prSet/>
      <dgm:spPr/>
      <dgm:t>
        <a:bodyPr/>
        <a:lstStyle/>
        <a:p>
          <a:endParaRPr lang="uk-UA"/>
        </a:p>
      </dgm:t>
    </dgm:pt>
    <dgm:pt modelId="{7238E8BA-F9E8-4462-B3FF-C0561588F2B0}">
      <dgm:prSet/>
      <dgm:spPr/>
      <dgm:t>
        <a:bodyPr/>
        <a:lstStyle/>
        <a:p>
          <a:r>
            <a:rPr lang="uk-UA" b="0" i="0"/>
            <a:t>соціально-економічні</a:t>
          </a:r>
          <a:endParaRPr lang="uk-UA"/>
        </a:p>
      </dgm:t>
    </dgm:pt>
    <dgm:pt modelId="{88AC1AFC-D239-4216-8429-CE878678ECAC}" type="parTrans" cxnId="{6E73E42D-2C31-44B6-99B2-CA70D4E95B57}">
      <dgm:prSet/>
      <dgm:spPr/>
      <dgm:t>
        <a:bodyPr/>
        <a:lstStyle/>
        <a:p>
          <a:endParaRPr lang="uk-UA"/>
        </a:p>
      </dgm:t>
    </dgm:pt>
    <dgm:pt modelId="{0A45BAC7-5254-4F41-B3C8-0F9B0295F5E2}" type="sibTrans" cxnId="{6E73E42D-2C31-44B6-99B2-CA70D4E95B57}">
      <dgm:prSet/>
      <dgm:spPr/>
      <dgm:t>
        <a:bodyPr/>
        <a:lstStyle/>
        <a:p>
          <a:endParaRPr lang="uk-UA"/>
        </a:p>
      </dgm:t>
    </dgm:pt>
    <dgm:pt modelId="{C8401607-9BA6-4136-8E06-2DE63A5A3235}">
      <dgm:prSet/>
      <dgm:spPr/>
      <dgm:t>
        <a:bodyPr/>
        <a:lstStyle/>
        <a:p>
          <a:r>
            <a:rPr lang="uk-UA" b="0" i="0"/>
            <a:t>культурно-освітні</a:t>
          </a:r>
          <a:endParaRPr lang="uk-UA"/>
        </a:p>
      </dgm:t>
    </dgm:pt>
    <dgm:pt modelId="{A68AFECC-9C57-432D-B496-AB393968793E}" type="parTrans" cxnId="{99271031-198B-4348-89DF-B70C1EAB817A}">
      <dgm:prSet/>
      <dgm:spPr/>
      <dgm:t>
        <a:bodyPr/>
        <a:lstStyle/>
        <a:p>
          <a:endParaRPr lang="uk-UA"/>
        </a:p>
      </dgm:t>
    </dgm:pt>
    <dgm:pt modelId="{FA6F7EE4-3E49-4807-9F50-CC7E1051E687}" type="sibTrans" cxnId="{99271031-198B-4348-89DF-B70C1EAB817A}">
      <dgm:prSet/>
      <dgm:spPr/>
      <dgm:t>
        <a:bodyPr/>
        <a:lstStyle/>
        <a:p>
          <a:endParaRPr lang="uk-UA"/>
        </a:p>
      </dgm:t>
    </dgm:pt>
    <dgm:pt modelId="{DF2A7BB0-378D-4320-9A88-C94425A33660}">
      <dgm:prSet/>
      <dgm:spPr/>
      <dgm:t>
        <a:bodyPr/>
        <a:lstStyle/>
        <a:p>
          <a:r>
            <a:rPr lang="uk-UA" b="0" i="0"/>
            <a:t>релігійні</a:t>
          </a:r>
          <a:endParaRPr lang="uk-UA"/>
        </a:p>
      </dgm:t>
    </dgm:pt>
    <dgm:pt modelId="{4167909B-224D-420C-87F1-A68E50C38938}" type="parTrans" cxnId="{4AA98F7D-CED1-423B-93D9-BB1D0C672530}">
      <dgm:prSet/>
      <dgm:spPr/>
      <dgm:t>
        <a:bodyPr/>
        <a:lstStyle/>
        <a:p>
          <a:endParaRPr lang="uk-UA"/>
        </a:p>
      </dgm:t>
    </dgm:pt>
    <dgm:pt modelId="{3F70139B-E3B5-4F01-A0C2-232A4226AC5B}" type="sibTrans" cxnId="{4AA98F7D-CED1-423B-93D9-BB1D0C672530}">
      <dgm:prSet/>
      <dgm:spPr/>
      <dgm:t>
        <a:bodyPr/>
        <a:lstStyle/>
        <a:p>
          <a:endParaRPr lang="uk-UA"/>
        </a:p>
      </dgm:t>
    </dgm:pt>
    <dgm:pt modelId="{141EFBCB-4B3C-42D0-B48F-C70BA622BA0A}" type="pres">
      <dgm:prSet presAssocID="{978DEA24-7116-4C5C-8CFA-1FFA1BDF3D2A}" presName="linear" presStyleCnt="0">
        <dgm:presLayoutVars>
          <dgm:animLvl val="lvl"/>
          <dgm:resizeHandles val="exact"/>
        </dgm:presLayoutVars>
      </dgm:prSet>
      <dgm:spPr/>
    </dgm:pt>
    <dgm:pt modelId="{4C1E5516-982B-4B70-AD95-9680CBEC3271}" type="pres">
      <dgm:prSet presAssocID="{2B19B324-5166-4A4F-9078-D303C27143A0}" presName="parentText" presStyleLbl="node1" presStyleIdx="0" presStyleCnt="4">
        <dgm:presLayoutVars>
          <dgm:chMax val="0"/>
          <dgm:bulletEnabled val="1"/>
        </dgm:presLayoutVars>
      </dgm:prSet>
      <dgm:spPr/>
    </dgm:pt>
    <dgm:pt modelId="{3E9A3405-BD88-4346-A12B-815288CBF860}" type="pres">
      <dgm:prSet presAssocID="{FC034FB9-3F7B-4654-BB02-7E0901010132}" presName="spacer" presStyleCnt="0"/>
      <dgm:spPr/>
    </dgm:pt>
    <dgm:pt modelId="{484AC593-2B69-4629-92DB-64122D41CF6F}" type="pres">
      <dgm:prSet presAssocID="{7238E8BA-F9E8-4462-B3FF-C0561588F2B0}" presName="parentText" presStyleLbl="node1" presStyleIdx="1" presStyleCnt="4">
        <dgm:presLayoutVars>
          <dgm:chMax val="0"/>
          <dgm:bulletEnabled val="1"/>
        </dgm:presLayoutVars>
      </dgm:prSet>
      <dgm:spPr/>
    </dgm:pt>
    <dgm:pt modelId="{51D18A9D-F114-47A1-BEC4-9ACBC8E0B394}" type="pres">
      <dgm:prSet presAssocID="{0A45BAC7-5254-4F41-B3C8-0F9B0295F5E2}" presName="spacer" presStyleCnt="0"/>
      <dgm:spPr/>
    </dgm:pt>
    <dgm:pt modelId="{65879609-591A-4F1A-B18F-A116A21B4AFD}" type="pres">
      <dgm:prSet presAssocID="{C8401607-9BA6-4136-8E06-2DE63A5A3235}" presName="parentText" presStyleLbl="node1" presStyleIdx="2" presStyleCnt="4">
        <dgm:presLayoutVars>
          <dgm:chMax val="0"/>
          <dgm:bulletEnabled val="1"/>
        </dgm:presLayoutVars>
      </dgm:prSet>
      <dgm:spPr/>
    </dgm:pt>
    <dgm:pt modelId="{F43E4B89-91EF-42E1-BD54-E3A1BDCB60B1}" type="pres">
      <dgm:prSet presAssocID="{FA6F7EE4-3E49-4807-9F50-CC7E1051E687}" presName="spacer" presStyleCnt="0"/>
      <dgm:spPr/>
    </dgm:pt>
    <dgm:pt modelId="{E26E95DF-D98D-4AF7-9BC8-131124722AB7}" type="pres">
      <dgm:prSet presAssocID="{DF2A7BB0-378D-4320-9A88-C94425A33660}" presName="parentText" presStyleLbl="node1" presStyleIdx="3" presStyleCnt="4">
        <dgm:presLayoutVars>
          <dgm:chMax val="0"/>
          <dgm:bulletEnabled val="1"/>
        </dgm:presLayoutVars>
      </dgm:prSet>
      <dgm:spPr/>
    </dgm:pt>
  </dgm:ptLst>
  <dgm:cxnLst>
    <dgm:cxn modelId="{61E8F113-72EE-4DA3-B7A8-EF3F8615F749}" type="presOf" srcId="{7238E8BA-F9E8-4462-B3FF-C0561588F2B0}" destId="{484AC593-2B69-4629-92DB-64122D41CF6F}" srcOrd="0" destOrd="0" presId="urn:microsoft.com/office/officeart/2005/8/layout/vList2"/>
    <dgm:cxn modelId="{6E73E42D-2C31-44B6-99B2-CA70D4E95B57}" srcId="{978DEA24-7116-4C5C-8CFA-1FFA1BDF3D2A}" destId="{7238E8BA-F9E8-4462-B3FF-C0561588F2B0}" srcOrd="1" destOrd="0" parTransId="{88AC1AFC-D239-4216-8429-CE878678ECAC}" sibTransId="{0A45BAC7-5254-4F41-B3C8-0F9B0295F5E2}"/>
    <dgm:cxn modelId="{99271031-198B-4348-89DF-B70C1EAB817A}" srcId="{978DEA24-7116-4C5C-8CFA-1FFA1BDF3D2A}" destId="{C8401607-9BA6-4136-8E06-2DE63A5A3235}" srcOrd="2" destOrd="0" parTransId="{A68AFECC-9C57-432D-B496-AB393968793E}" sibTransId="{FA6F7EE4-3E49-4807-9F50-CC7E1051E687}"/>
    <dgm:cxn modelId="{C927777D-D9D0-43CD-A1BA-9909FD0B52F1}" type="presOf" srcId="{2B19B324-5166-4A4F-9078-D303C27143A0}" destId="{4C1E5516-982B-4B70-AD95-9680CBEC3271}" srcOrd="0" destOrd="0" presId="urn:microsoft.com/office/officeart/2005/8/layout/vList2"/>
    <dgm:cxn modelId="{4AA98F7D-CED1-423B-93D9-BB1D0C672530}" srcId="{978DEA24-7116-4C5C-8CFA-1FFA1BDF3D2A}" destId="{DF2A7BB0-378D-4320-9A88-C94425A33660}" srcOrd="3" destOrd="0" parTransId="{4167909B-224D-420C-87F1-A68E50C38938}" sibTransId="{3F70139B-E3B5-4F01-A0C2-232A4226AC5B}"/>
    <dgm:cxn modelId="{7EAE4AB0-4F7D-43FF-B618-211FACE1D75C}" type="presOf" srcId="{DF2A7BB0-378D-4320-9A88-C94425A33660}" destId="{E26E95DF-D98D-4AF7-9BC8-131124722AB7}" srcOrd="0" destOrd="0" presId="urn:microsoft.com/office/officeart/2005/8/layout/vList2"/>
    <dgm:cxn modelId="{116657C7-E481-448A-A5D0-75A40C45E002}" type="presOf" srcId="{C8401607-9BA6-4136-8E06-2DE63A5A3235}" destId="{65879609-591A-4F1A-B18F-A116A21B4AFD}" srcOrd="0" destOrd="0" presId="urn:microsoft.com/office/officeart/2005/8/layout/vList2"/>
    <dgm:cxn modelId="{FBA7D8DB-EDAA-44A9-92CD-E1994EE547E9}" type="presOf" srcId="{978DEA24-7116-4C5C-8CFA-1FFA1BDF3D2A}" destId="{141EFBCB-4B3C-42D0-B48F-C70BA622BA0A}" srcOrd="0" destOrd="0" presId="urn:microsoft.com/office/officeart/2005/8/layout/vList2"/>
    <dgm:cxn modelId="{B00215EE-9D11-4E35-8D97-A6B142FFE94F}" srcId="{978DEA24-7116-4C5C-8CFA-1FFA1BDF3D2A}" destId="{2B19B324-5166-4A4F-9078-D303C27143A0}" srcOrd="0" destOrd="0" parTransId="{6AD2D831-E97E-4A21-B25B-92C92964C1F6}" sibTransId="{FC034FB9-3F7B-4654-BB02-7E0901010132}"/>
    <dgm:cxn modelId="{5DCD1DC7-E667-446D-A69E-AD044244BBA2}" type="presParOf" srcId="{141EFBCB-4B3C-42D0-B48F-C70BA622BA0A}" destId="{4C1E5516-982B-4B70-AD95-9680CBEC3271}" srcOrd="0" destOrd="0" presId="urn:microsoft.com/office/officeart/2005/8/layout/vList2"/>
    <dgm:cxn modelId="{07DC7486-4109-48D5-94F7-4B727DB13E40}" type="presParOf" srcId="{141EFBCB-4B3C-42D0-B48F-C70BA622BA0A}" destId="{3E9A3405-BD88-4346-A12B-815288CBF860}" srcOrd="1" destOrd="0" presId="urn:microsoft.com/office/officeart/2005/8/layout/vList2"/>
    <dgm:cxn modelId="{FAC7A38A-4D21-4D90-86B3-65A55C911046}" type="presParOf" srcId="{141EFBCB-4B3C-42D0-B48F-C70BA622BA0A}" destId="{484AC593-2B69-4629-92DB-64122D41CF6F}" srcOrd="2" destOrd="0" presId="urn:microsoft.com/office/officeart/2005/8/layout/vList2"/>
    <dgm:cxn modelId="{2B789AEA-9075-406A-8474-89402A5DE743}" type="presParOf" srcId="{141EFBCB-4B3C-42D0-B48F-C70BA622BA0A}" destId="{51D18A9D-F114-47A1-BEC4-9ACBC8E0B394}" srcOrd="3" destOrd="0" presId="urn:microsoft.com/office/officeart/2005/8/layout/vList2"/>
    <dgm:cxn modelId="{C5E8BA9A-4F54-4F61-947E-6C92680B38E2}" type="presParOf" srcId="{141EFBCB-4B3C-42D0-B48F-C70BA622BA0A}" destId="{65879609-591A-4F1A-B18F-A116A21B4AFD}" srcOrd="4" destOrd="0" presId="urn:microsoft.com/office/officeart/2005/8/layout/vList2"/>
    <dgm:cxn modelId="{410A7682-9435-49C5-A3A2-4D2C05D4320A}" type="presParOf" srcId="{141EFBCB-4B3C-42D0-B48F-C70BA622BA0A}" destId="{F43E4B89-91EF-42E1-BD54-E3A1BDCB60B1}" srcOrd="5" destOrd="0" presId="urn:microsoft.com/office/officeart/2005/8/layout/vList2"/>
    <dgm:cxn modelId="{E19FB7DE-3824-422F-8A3A-76BF9ABD250F}" type="presParOf" srcId="{141EFBCB-4B3C-42D0-B48F-C70BA622BA0A}" destId="{E26E95DF-D98D-4AF7-9BC8-131124722AB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3A04B8-F85F-4BDA-934B-7BCE663F21D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EB689AD9-AA14-4150-B06C-0131CEF4C417}">
      <dgm:prSet/>
      <dgm:spPr/>
      <dgm:t>
        <a:bodyPr/>
        <a:lstStyle/>
        <a:p>
          <a:r>
            <a:rPr lang="uk-UA" b="0" i="0"/>
            <a:t>визнання національної символіки – синьо-жовтого прапора та тризуба – як державної</a:t>
          </a:r>
          <a:endParaRPr lang="uk-UA"/>
        </a:p>
      </dgm:t>
    </dgm:pt>
    <dgm:pt modelId="{E78215C8-63FC-44A1-82A7-F4C53D62DEFA}" type="parTrans" cxnId="{88573FCD-965E-4BF5-A086-7840F2C1C3AD}">
      <dgm:prSet/>
      <dgm:spPr/>
      <dgm:t>
        <a:bodyPr/>
        <a:lstStyle/>
        <a:p>
          <a:endParaRPr lang="uk-UA"/>
        </a:p>
      </dgm:t>
    </dgm:pt>
    <dgm:pt modelId="{4C448EB2-9905-4313-9706-00CDDF15AEA4}" type="sibTrans" cxnId="{88573FCD-965E-4BF5-A086-7840F2C1C3AD}">
      <dgm:prSet/>
      <dgm:spPr/>
      <dgm:t>
        <a:bodyPr/>
        <a:lstStyle/>
        <a:p>
          <a:endParaRPr lang="uk-UA"/>
        </a:p>
      </dgm:t>
    </dgm:pt>
    <dgm:pt modelId="{B22F8783-7518-459B-B477-4E9139FDA61D}">
      <dgm:prSet/>
      <dgm:spPr/>
      <dgm:t>
        <a:bodyPr/>
        <a:lstStyle/>
        <a:p>
          <a:r>
            <a:rPr lang="uk-UA" b="0" i="0"/>
            <a:t>запровадження власної національної грошової одиниці – гривні</a:t>
          </a:r>
          <a:endParaRPr lang="uk-UA"/>
        </a:p>
      </dgm:t>
    </dgm:pt>
    <dgm:pt modelId="{78C81C5B-5AEB-4205-B81E-01514F3C9079}" type="parTrans" cxnId="{5E6C74C2-FC1E-4115-83EC-D8CEF4B9134A}">
      <dgm:prSet/>
      <dgm:spPr/>
      <dgm:t>
        <a:bodyPr/>
        <a:lstStyle/>
        <a:p>
          <a:endParaRPr lang="uk-UA"/>
        </a:p>
      </dgm:t>
    </dgm:pt>
    <dgm:pt modelId="{52CBC217-7C58-466A-A648-D038BE63C029}" type="sibTrans" cxnId="{5E6C74C2-FC1E-4115-83EC-D8CEF4B9134A}">
      <dgm:prSet/>
      <dgm:spPr/>
      <dgm:t>
        <a:bodyPr/>
        <a:lstStyle/>
        <a:p>
          <a:endParaRPr lang="uk-UA"/>
        </a:p>
      </dgm:t>
    </dgm:pt>
    <dgm:pt modelId="{D63FD11F-C6AA-4A25-A973-C775BE5A34AC}">
      <dgm:prSet/>
      <dgm:spPr/>
      <dgm:t>
        <a:bodyPr/>
        <a:lstStyle/>
        <a:p>
          <a:r>
            <a:rPr lang="uk-UA" b="0" i="0"/>
            <a:t>заснування Збройних сил України</a:t>
          </a:r>
          <a:endParaRPr lang="uk-UA"/>
        </a:p>
      </dgm:t>
    </dgm:pt>
    <dgm:pt modelId="{4C29DD72-91D4-453B-9B8C-CED180853E67}" type="parTrans" cxnId="{D1AF9686-5291-48A2-AC75-8E150E5642BF}">
      <dgm:prSet/>
      <dgm:spPr/>
      <dgm:t>
        <a:bodyPr/>
        <a:lstStyle/>
        <a:p>
          <a:endParaRPr lang="uk-UA"/>
        </a:p>
      </dgm:t>
    </dgm:pt>
    <dgm:pt modelId="{97AE6B21-53C8-4DAB-8864-7F1AB4152B2E}" type="sibTrans" cxnId="{D1AF9686-5291-48A2-AC75-8E150E5642BF}">
      <dgm:prSet/>
      <dgm:spPr/>
      <dgm:t>
        <a:bodyPr/>
        <a:lstStyle/>
        <a:p>
          <a:endParaRPr lang="uk-UA"/>
        </a:p>
      </dgm:t>
    </dgm:pt>
    <dgm:pt modelId="{573B1246-6D41-4D82-AAD9-2BD5E132E5FF}">
      <dgm:prSet/>
      <dgm:spPr/>
      <dgm:t>
        <a:bodyPr/>
        <a:lstStyle/>
        <a:p>
          <a:r>
            <a:rPr lang="uk-UA" b="0" i="0"/>
            <a:t>вибори першого Президента України</a:t>
          </a:r>
          <a:endParaRPr lang="uk-UA"/>
        </a:p>
      </dgm:t>
    </dgm:pt>
    <dgm:pt modelId="{96CB8662-EEE5-4045-A44A-470A4FFE2A5F}" type="parTrans" cxnId="{72887F54-4904-461E-9F26-CA98A1C3A7A0}">
      <dgm:prSet/>
      <dgm:spPr/>
      <dgm:t>
        <a:bodyPr/>
        <a:lstStyle/>
        <a:p>
          <a:endParaRPr lang="uk-UA"/>
        </a:p>
      </dgm:t>
    </dgm:pt>
    <dgm:pt modelId="{C0CA6D45-8AD2-4C6B-AB4B-D78518AE44CF}" type="sibTrans" cxnId="{72887F54-4904-461E-9F26-CA98A1C3A7A0}">
      <dgm:prSet/>
      <dgm:spPr/>
      <dgm:t>
        <a:bodyPr/>
        <a:lstStyle/>
        <a:p>
          <a:endParaRPr lang="uk-UA"/>
        </a:p>
      </dgm:t>
    </dgm:pt>
    <dgm:pt modelId="{C8822EDB-3B92-43FE-BB45-B98C3B90B84A}" type="pres">
      <dgm:prSet presAssocID="{5A3A04B8-F85F-4BDA-934B-7BCE663F21D2}" presName="vert0" presStyleCnt="0">
        <dgm:presLayoutVars>
          <dgm:dir/>
          <dgm:animOne val="branch"/>
          <dgm:animLvl val="lvl"/>
        </dgm:presLayoutVars>
      </dgm:prSet>
      <dgm:spPr/>
    </dgm:pt>
    <dgm:pt modelId="{311B76F4-A5B9-4639-BD70-22BA3D5D80F1}" type="pres">
      <dgm:prSet presAssocID="{EB689AD9-AA14-4150-B06C-0131CEF4C417}" presName="thickLine" presStyleLbl="alignNode1" presStyleIdx="0" presStyleCnt="4"/>
      <dgm:spPr/>
    </dgm:pt>
    <dgm:pt modelId="{832D1F73-D064-4E06-B1B2-D41535560D06}" type="pres">
      <dgm:prSet presAssocID="{EB689AD9-AA14-4150-B06C-0131CEF4C417}" presName="horz1" presStyleCnt="0"/>
      <dgm:spPr/>
    </dgm:pt>
    <dgm:pt modelId="{91F99322-43DD-4137-828B-CFC2BD701163}" type="pres">
      <dgm:prSet presAssocID="{EB689AD9-AA14-4150-B06C-0131CEF4C417}" presName="tx1" presStyleLbl="revTx" presStyleIdx="0" presStyleCnt="4"/>
      <dgm:spPr/>
    </dgm:pt>
    <dgm:pt modelId="{DDB47E0A-2119-47A3-9C3A-4E4575C204EF}" type="pres">
      <dgm:prSet presAssocID="{EB689AD9-AA14-4150-B06C-0131CEF4C417}" presName="vert1" presStyleCnt="0"/>
      <dgm:spPr/>
    </dgm:pt>
    <dgm:pt modelId="{FF2C03F5-E380-4BE5-829F-07F13F7F00C6}" type="pres">
      <dgm:prSet presAssocID="{B22F8783-7518-459B-B477-4E9139FDA61D}" presName="thickLine" presStyleLbl="alignNode1" presStyleIdx="1" presStyleCnt="4"/>
      <dgm:spPr/>
    </dgm:pt>
    <dgm:pt modelId="{5DD3BFE1-7C70-4EEB-85D3-E25FD6518C69}" type="pres">
      <dgm:prSet presAssocID="{B22F8783-7518-459B-B477-4E9139FDA61D}" presName="horz1" presStyleCnt="0"/>
      <dgm:spPr/>
    </dgm:pt>
    <dgm:pt modelId="{AC75A073-0A5C-467C-AE6F-4F5AC02DE421}" type="pres">
      <dgm:prSet presAssocID="{B22F8783-7518-459B-B477-4E9139FDA61D}" presName="tx1" presStyleLbl="revTx" presStyleIdx="1" presStyleCnt="4"/>
      <dgm:spPr/>
    </dgm:pt>
    <dgm:pt modelId="{959E4445-255B-4E23-8FBD-6CF2708A29AE}" type="pres">
      <dgm:prSet presAssocID="{B22F8783-7518-459B-B477-4E9139FDA61D}" presName="vert1" presStyleCnt="0"/>
      <dgm:spPr/>
    </dgm:pt>
    <dgm:pt modelId="{A1F4509F-4536-45A9-82FE-14AD55BBCC40}" type="pres">
      <dgm:prSet presAssocID="{D63FD11F-C6AA-4A25-A973-C775BE5A34AC}" presName="thickLine" presStyleLbl="alignNode1" presStyleIdx="2" presStyleCnt="4"/>
      <dgm:spPr/>
    </dgm:pt>
    <dgm:pt modelId="{5EB566C6-AEF1-4F9D-9679-486F65FEDBCD}" type="pres">
      <dgm:prSet presAssocID="{D63FD11F-C6AA-4A25-A973-C775BE5A34AC}" presName="horz1" presStyleCnt="0"/>
      <dgm:spPr/>
    </dgm:pt>
    <dgm:pt modelId="{24BEDAFB-745B-474A-87F2-5B43E9DB3A73}" type="pres">
      <dgm:prSet presAssocID="{D63FD11F-C6AA-4A25-A973-C775BE5A34AC}" presName="tx1" presStyleLbl="revTx" presStyleIdx="2" presStyleCnt="4"/>
      <dgm:spPr/>
    </dgm:pt>
    <dgm:pt modelId="{4A4F3192-D1B6-4CA4-B52D-DBFF6C6C5D20}" type="pres">
      <dgm:prSet presAssocID="{D63FD11F-C6AA-4A25-A973-C775BE5A34AC}" presName="vert1" presStyleCnt="0"/>
      <dgm:spPr/>
    </dgm:pt>
    <dgm:pt modelId="{AB8881DE-8327-400B-BDCE-F2C72F36EE36}" type="pres">
      <dgm:prSet presAssocID="{573B1246-6D41-4D82-AAD9-2BD5E132E5FF}" presName="thickLine" presStyleLbl="alignNode1" presStyleIdx="3" presStyleCnt="4"/>
      <dgm:spPr/>
    </dgm:pt>
    <dgm:pt modelId="{B4E7A31A-4058-4557-97D5-7E61D582F6C2}" type="pres">
      <dgm:prSet presAssocID="{573B1246-6D41-4D82-AAD9-2BD5E132E5FF}" presName="horz1" presStyleCnt="0"/>
      <dgm:spPr/>
    </dgm:pt>
    <dgm:pt modelId="{93A49B13-66CC-4F09-B613-6EDC80783AF1}" type="pres">
      <dgm:prSet presAssocID="{573B1246-6D41-4D82-AAD9-2BD5E132E5FF}" presName="tx1" presStyleLbl="revTx" presStyleIdx="3" presStyleCnt="4"/>
      <dgm:spPr/>
    </dgm:pt>
    <dgm:pt modelId="{52E2F854-659D-473C-8A0F-84CAD1C98E16}" type="pres">
      <dgm:prSet presAssocID="{573B1246-6D41-4D82-AAD9-2BD5E132E5FF}" presName="vert1" presStyleCnt="0"/>
      <dgm:spPr/>
    </dgm:pt>
  </dgm:ptLst>
  <dgm:cxnLst>
    <dgm:cxn modelId="{72535F29-3E44-4BF5-BF38-DFA85E0ADF80}" type="presOf" srcId="{5A3A04B8-F85F-4BDA-934B-7BCE663F21D2}" destId="{C8822EDB-3B92-43FE-BB45-B98C3B90B84A}" srcOrd="0" destOrd="0" presId="urn:microsoft.com/office/officeart/2008/layout/LinedList"/>
    <dgm:cxn modelId="{6A749050-CF65-4C62-9072-1A0D172D8FF8}" type="presOf" srcId="{EB689AD9-AA14-4150-B06C-0131CEF4C417}" destId="{91F99322-43DD-4137-828B-CFC2BD701163}" srcOrd="0" destOrd="0" presId="urn:microsoft.com/office/officeart/2008/layout/LinedList"/>
    <dgm:cxn modelId="{72887F54-4904-461E-9F26-CA98A1C3A7A0}" srcId="{5A3A04B8-F85F-4BDA-934B-7BCE663F21D2}" destId="{573B1246-6D41-4D82-AAD9-2BD5E132E5FF}" srcOrd="3" destOrd="0" parTransId="{96CB8662-EEE5-4045-A44A-470A4FFE2A5F}" sibTransId="{C0CA6D45-8AD2-4C6B-AB4B-D78518AE44CF}"/>
    <dgm:cxn modelId="{AACF7B77-92C5-497B-B848-4DB9E6213A19}" type="presOf" srcId="{B22F8783-7518-459B-B477-4E9139FDA61D}" destId="{AC75A073-0A5C-467C-AE6F-4F5AC02DE421}" srcOrd="0" destOrd="0" presId="urn:microsoft.com/office/officeart/2008/layout/LinedList"/>
    <dgm:cxn modelId="{D1AF9686-5291-48A2-AC75-8E150E5642BF}" srcId="{5A3A04B8-F85F-4BDA-934B-7BCE663F21D2}" destId="{D63FD11F-C6AA-4A25-A973-C775BE5A34AC}" srcOrd="2" destOrd="0" parTransId="{4C29DD72-91D4-453B-9B8C-CED180853E67}" sibTransId="{97AE6B21-53C8-4DAB-8864-7F1AB4152B2E}"/>
    <dgm:cxn modelId="{59289294-EBA4-4602-BEF6-C458B9BA3E1A}" type="presOf" srcId="{573B1246-6D41-4D82-AAD9-2BD5E132E5FF}" destId="{93A49B13-66CC-4F09-B613-6EDC80783AF1}" srcOrd="0" destOrd="0" presId="urn:microsoft.com/office/officeart/2008/layout/LinedList"/>
    <dgm:cxn modelId="{5E6C74C2-FC1E-4115-83EC-D8CEF4B9134A}" srcId="{5A3A04B8-F85F-4BDA-934B-7BCE663F21D2}" destId="{B22F8783-7518-459B-B477-4E9139FDA61D}" srcOrd="1" destOrd="0" parTransId="{78C81C5B-5AEB-4205-B81E-01514F3C9079}" sibTransId="{52CBC217-7C58-466A-A648-D038BE63C029}"/>
    <dgm:cxn modelId="{88573FCD-965E-4BF5-A086-7840F2C1C3AD}" srcId="{5A3A04B8-F85F-4BDA-934B-7BCE663F21D2}" destId="{EB689AD9-AA14-4150-B06C-0131CEF4C417}" srcOrd="0" destOrd="0" parTransId="{E78215C8-63FC-44A1-82A7-F4C53D62DEFA}" sibTransId="{4C448EB2-9905-4313-9706-00CDDF15AEA4}"/>
    <dgm:cxn modelId="{2AF505F6-83CC-4447-9A5D-9D50294C288F}" type="presOf" srcId="{D63FD11F-C6AA-4A25-A973-C775BE5A34AC}" destId="{24BEDAFB-745B-474A-87F2-5B43E9DB3A73}" srcOrd="0" destOrd="0" presId="urn:microsoft.com/office/officeart/2008/layout/LinedList"/>
    <dgm:cxn modelId="{44261A9B-458B-4C0D-A458-648761914226}" type="presParOf" srcId="{C8822EDB-3B92-43FE-BB45-B98C3B90B84A}" destId="{311B76F4-A5B9-4639-BD70-22BA3D5D80F1}" srcOrd="0" destOrd="0" presId="urn:microsoft.com/office/officeart/2008/layout/LinedList"/>
    <dgm:cxn modelId="{A9AC9F1E-EECD-45AA-A9A2-68B0E843AD74}" type="presParOf" srcId="{C8822EDB-3B92-43FE-BB45-B98C3B90B84A}" destId="{832D1F73-D064-4E06-B1B2-D41535560D06}" srcOrd="1" destOrd="0" presId="urn:microsoft.com/office/officeart/2008/layout/LinedList"/>
    <dgm:cxn modelId="{27BDB4A6-0A90-4BC5-825D-9284BFB60211}" type="presParOf" srcId="{832D1F73-D064-4E06-B1B2-D41535560D06}" destId="{91F99322-43DD-4137-828B-CFC2BD701163}" srcOrd="0" destOrd="0" presId="urn:microsoft.com/office/officeart/2008/layout/LinedList"/>
    <dgm:cxn modelId="{D83104C2-FBEF-4250-9CC2-B6E6F6305464}" type="presParOf" srcId="{832D1F73-D064-4E06-B1B2-D41535560D06}" destId="{DDB47E0A-2119-47A3-9C3A-4E4575C204EF}" srcOrd="1" destOrd="0" presId="urn:microsoft.com/office/officeart/2008/layout/LinedList"/>
    <dgm:cxn modelId="{B687D6A4-8F70-48BE-A035-B61619E0568B}" type="presParOf" srcId="{C8822EDB-3B92-43FE-BB45-B98C3B90B84A}" destId="{FF2C03F5-E380-4BE5-829F-07F13F7F00C6}" srcOrd="2" destOrd="0" presId="urn:microsoft.com/office/officeart/2008/layout/LinedList"/>
    <dgm:cxn modelId="{AB435DFC-EE37-4390-8AE9-D8A062586FAF}" type="presParOf" srcId="{C8822EDB-3B92-43FE-BB45-B98C3B90B84A}" destId="{5DD3BFE1-7C70-4EEB-85D3-E25FD6518C69}" srcOrd="3" destOrd="0" presId="urn:microsoft.com/office/officeart/2008/layout/LinedList"/>
    <dgm:cxn modelId="{50EA6299-C6D8-4873-AC74-F3530806CEA3}" type="presParOf" srcId="{5DD3BFE1-7C70-4EEB-85D3-E25FD6518C69}" destId="{AC75A073-0A5C-467C-AE6F-4F5AC02DE421}" srcOrd="0" destOrd="0" presId="urn:microsoft.com/office/officeart/2008/layout/LinedList"/>
    <dgm:cxn modelId="{6EF74036-BE2F-4C2D-B5C1-9567BD5F34A2}" type="presParOf" srcId="{5DD3BFE1-7C70-4EEB-85D3-E25FD6518C69}" destId="{959E4445-255B-4E23-8FBD-6CF2708A29AE}" srcOrd="1" destOrd="0" presId="urn:microsoft.com/office/officeart/2008/layout/LinedList"/>
    <dgm:cxn modelId="{09D3FBEA-14FC-4E1D-A9A8-784F7DC5ABA1}" type="presParOf" srcId="{C8822EDB-3B92-43FE-BB45-B98C3B90B84A}" destId="{A1F4509F-4536-45A9-82FE-14AD55BBCC40}" srcOrd="4" destOrd="0" presId="urn:microsoft.com/office/officeart/2008/layout/LinedList"/>
    <dgm:cxn modelId="{6CD3ABCA-A354-43D6-9CF4-AB4EDC971649}" type="presParOf" srcId="{C8822EDB-3B92-43FE-BB45-B98C3B90B84A}" destId="{5EB566C6-AEF1-4F9D-9679-486F65FEDBCD}" srcOrd="5" destOrd="0" presId="urn:microsoft.com/office/officeart/2008/layout/LinedList"/>
    <dgm:cxn modelId="{8AA63956-0023-4E88-9191-4C2EB5C0B2C6}" type="presParOf" srcId="{5EB566C6-AEF1-4F9D-9679-486F65FEDBCD}" destId="{24BEDAFB-745B-474A-87F2-5B43E9DB3A73}" srcOrd="0" destOrd="0" presId="urn:microsoft.com/office/officeart/2008/layout/LinedList"/>
    <dgm:cxn modelId="{9C3F9B89-B5F8-4903-8C3B-4FED7D73ADA6}" type="presParOf" srcId="{5EB566C6-AEF1-4F9D-9679-486F65FEDBCD}" destId="{4A4F3192-D1B6-4CA4-B52D-DBFF6C6C5D20}" srcOrd="1" destOrd="0" presId="urn:microsoft.com/office/officeart/2008/layout/LinedList"/>
    <dgm:cxn modelId="{0A54C4DC-CAC7-486A-9F3A-411C25EB37AF}" type="presParOf" srcId="{C8822EDB-3B92-43FE-BB45-B98C3B90B84A}" destId="{AB8881DE-8327-400B-BDCE-F2C72F36EE36}" srcOrd="6" destOrd="0" presId="urn:microsoft.com/office/officeart/2008/layout/LinedList"/>
    <dgm:cxn modelId="{0DB29AC0-8DAF-4B24-954D-AE2A4164F8CD}" type="presParOf" srcId="{C8822EDB-3B92-43FE-BB45-B98C3B90B84A}" destId="{B4E7A31A-4058-4557-97D5-7E61D582F6C2}" srcOrd="7" destOrd="0" presId="urn:microsoft.com/office/officeart/2008/layout/LinedList"/>
    <dgm:cxn modelId="{491C958D-2ECF-4BDF-811D-5E1F12210E02}" type="presParOf" srcId="{B4E7A31A-4058-4557-97D5-7E61D582F6C2}" destId="{93A49B13-66CC-4F09-B613-6EDC80783AF1}" srcOrd="0" destOrd="0" presId="urn:microsoft.com/office/officeart/2008/layout/LinedList"/>
    <dgm:cxn modelId="{E56141B6-9089-4A8D-8DAC-2C2A2589002B}" type="presParOf" srcId="{B4E7A31A-4058-4557-97D5-7E61D582F6C2}" destId="{52E2F854-659D-473C-8A0F-84CAD1C98E1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03EDD5A-F403-4D6E-874F-698A75637C3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6A9CDB4-6A13-4FE1-B6C1-60AB838BBEB4}">
      <dgm:prSet/>
      <dgm:spPr/>
      <dgm:t>
        <a:bodyPr/>
        <a:lstStyle/>
        <a:p>
          <a:r>
            <a:rPr lang="uk-UA" b="0" i="0"/>
            <a:t>набувши членство в Раді Європи.</a:t>
          </a:r>
          <a:endParaRPr lang="uk-UA"/>
        </a:p>
      </dgm:t>
    </dgm:pt>
    <dgm:pt modelId="{B2BD027E-832F-45D6-862D-2F5847083605}" type="parTrans" cxnId="{DE253051-2B39-4E01-8A1E-10B8E8E25284}">
      <dgm:prSet/>
      <dgm:spPr/>
      <dgm:t>
        <a:bodyPr/>
        <a:lstStyle/>
        <a:p>
          <a:endParaRPr lang="uk-UA"/>
        </a:p>
      </dgm:t>
    </dgm:pt>
    <dgm:pt modelId="{8812A20A-746E-4C0B-A9D3-12E7881DF6E0}" type="sibTrans" cxnId="{DE253051-2B39-4E01-8A1E-10B8E8E25284}">
      <dgm:prSet/>
      <dgm:spPr/>
      <dgm:t>
        <a:bodyPr/>
        <a:lstStyle/>
        <a:p>
          <a:endParaRPr lang="uk-UA"/>
        </a:p>
      </dgm:t>
    </dgm:pt>
    <dgm:pt modelId="{5FEAD65D-3833-470B-B28E-5948716B47B9}">
      <dgm:prSet/>
      <dgm:spPr/>
      <dgm:t>
        <a:bodyPr/>
        <a:lstStyle/>
        <a:p>
          <a:r>
            <a:rPr lang="uk-UA" b="0" i="0"/>
            <a:t>проголосивши Декларацію про державний суверенітет.</a:t>
          </a:r>
          <a:endParaRPr lang="uk-UA"/>
        </a:p>
      </dgm:t>
    </dgm:pt>
    <dgm:pt modelId="{56BACBB0-E55C-48D1-A794-05327D3F59B5}" type="parTrans" cxnId="{0816F8EE-7865-4F05-9769-31D1518CF3C6}">
      <dgm:prSet/>
      <dgm:spPr/>
      <dgm:t>
        <a:bodyPr/>
        <a:lstStyle/>
        <a:p>
          <a:endParaRPr lang="uk-UA"/>
        </a:p>
      </dgm:t>
    </dgm:pt>
    <dgm:pt modelId="{647A0688-8B3F-4645-A643-54DEC03755B0}" type="sibTrans" cxnId="{0816F8EE-7865-4F05-9769-31D1518CF3C6}">
      <dgm:prSet/>
      <dgm:spPr/>
      <dgm:t>
        <a:bodyPr/>
        <a:lstStyle/>
        <a:p>
          <a:endParaRPr lang="uk-UA"/>
        </a:p>
      </dgm:t>
    </dgm:pt>
    <dgm:pt modelId="{6CB884C2-BEE8-4B80-AE74-213F3737F096}">
      <dgm:prSet/>
      <dgm:spPr/>
      <dgm:t>
        <a:bodyPr/>
        <a:lstStyle/>
        <a:p>
          <a:r>
            <a:rPr lang="uk-UA" b="0" i="0"/>
            <a:t>ухваливши Основні напрями зовнішньої політики.</a:t>
          </a:r>
          <a:endParaRPr lang="uk-UA"/>
        </a:p>
      </dgm:t>
    </dgm:pt>
    <dgm:pt modelId="{231A3C89-7962-4326-8E47-AD833DC20D42}" type="parTrans" cxnId="{561C8FCF-5B9A-477A-A7D7-BFB5DFA56116}">
      <dgm:prSet/>
      <dgm:spPr/>
      <dgm:t>
        <a:bodyPr/>
        <a:lstStyle/>
        <a:p>
          <a:endParaRPr lang="uk-UA"/>
        </a:p>
      </dgm:t>
    </dgm:pt>
    <dgm:pt modelId="{196EA63C-E3A4-4F94-A094-935E89A2AE60}" type="sibTrans" cxnId="{561C8FCF-5B9A-477A-A7D7-BFB5DFA56116}">
      <dgm:prSet/>
      <dgm:spPr/>
      <dgm:t>
        <a:bodyPr/>
        <a:lstStyle/>
        <a:p>
          <a:endParaRPr lang="uk-UA"/>
        </a:p>
      </dgm:t>
    </dgm:pt>
    <dgm:pt modelId="{0E04B40B-6218-4D57-892C-B569D7F9E1F4}">
      <dgm:prSet/>
      <dgm:spPr/>
      <dgm:t>
        <a:bodyPr/>
        <a:lstStyle/>
        <a:p>
          <a:r>
            <a:rPr lang="uk-UA" b="0" i="0"/>
            <a:t>здобувши визнання державами світу незалежності країни.</a:t>
          </a:r>
          <a:endParaRPr lang="uk-UA"/>
        </a:p>
      </dgm:t>
    </dgm:pt>
    <dgm:pt modelId="{5CE6950F-E9A0-4428-9954-C4584F636123}" type="parTrans" cxnId="{C93AE69D-44F1-4C2C-AEF4-53B8177D546D}">
      <dgm:prSet/>
      <dgm:spPr/>
      <dgm:t>
        <a:bodyPr/>
        <a:lstStyle/>
        <a:p>
          <a:endParaRPr lang="uk-UA"/>
        </a:p>
      </dgm:t>
    </dgm:pt>
    <dgm:pt modelId="{5EC5A043-16CC-4D2F-87BA-B68234F29E87}" type="sibTrans" cxnId="{C93AE69D-44F1-4C2C-AEF4-53B8177D546D}">
      <dgm:prSet/>
      <dgm:spPr/>
      <dgm:t>
        <a:bodyPr/>
        <a:lstStyle/>
        <a:p>
          <a:endParaRPr lang="uk-UA"/>
        </a:p>
      </dgm:t>
    </dgm:pt>
    <dgm:pt modelId="{4456A2D7-A01A-4475-A5EF-3A09006572D3}" type="pres">
      <dgm:prSet presAssocID="{B03EDD5A-F403-4D6E-874F-698A75637C31}" presName="linear" presStyleCnt="0">
        <dgm:presLayoutVars>
          <dgm:animLvl val="lvl"/>
          <dgm:resizeHandles val="exact"/>
        </dgm:presLayoutVars>
      </dgm:prSet>
      <dgm:spPr/>
    </dgm:pt>
    <dgm:pt modelId="{C09A86E9-00E1-48CF-90DE-03DF79E235D8}" type="pres">
      <dgm:prSet presAssocID="{C6A9CDB4-6A13-4FE1-B6C1-60AB838BBEB4}" presName="parentText" presStyleLbl="node1" presStyleIdx="0" presStyleCnt="4">
        <dgm:presLayoutVars>
          <dgm:chMax val="0"/>
          <dgm:bulletEnabled val="1"/>
        </dgm:presLayoutVars>
      </dgm:prSet>
      <dgm:spPr/>
    </dgm:pt>
    <dgm:pt modelId="{8863C1D9-0B7B-4D31-86A2-6AB979418890}" type="pres">
      <dgm:prSet presAssocID="{8812A20A-746E-4C0B-A9D3-12E7881DF6E0}" presName="spacer" presStyleCnt="0"/>
      <dgm:spPr/>
    </dgm:pt>
    <dgm:pt modelId="{68ABF272-4FDB-4248-9EEE-12FDB9534FD1}" type="pres">
      <dgm:prSet presAssocID="{5FEAD65D-3833-470B-B28E-5948716B47B9}" presName="parentText" presStyleLbl="node1" presStyleIdx="1" presStyleCnt="4">
        <dgm:presLayoutVars>
          <dgm:chMax val="0"/>
          <dgm:bulletEnabled val="1"/>
        </dgm:presLayoutVars>
      </dgm:prSet>
      <dgm:spPr/>
    </dgm:pt>
    <dgm:pt modelId="{76C4CF1A-1069-4652-9D19-11F469834943}" type="pres">
      <dgm:prSet presAssocID="{647A0688-8B3F-4645-A643-54DEC03755B0}" presName="spacer" presStyleCnt="0"/>
      <dgm:spPr/>
    </dgm:pt>
    <dgm:pt modelId="{204C79FE-5EF4-4FC0-A382-CAA14C31D997}" type="pres">
      <dgm:prSet presAssocID="{6CB884C2-BEE8-4B80-AE74-213F3737F096}" presName="parentText" presStyleLbl="node1" presStyleIdx="2" presStyleCnt="4">
        <dgm:presLayoutVars>
          <dgm:chMax val="0"/>
          <dgm:bulletEnabled val="1"/>
        </dgm:presLayoutVars>
      </dgm:prSet>
      <dgm:spPr/>
    </dgm:pt>
    <dgm:pt modelId="{1C12AE8B-737E-4059-A03C-EFCA3B462B42}" type="pres">
      <dgm:prSet presAssocID="{196EA63C-E3A4-4F94-A094-935E89A2AE60}" presName="spacer" presStyleCnt="0"/>
      <dgm:spPr/>
    </dgm:pt>
    <dgm:pt modelId="{732A616F-542F-4549-B6BF-4F70300FD41F}" type="pres">
      <dgm:prSet presAssocID="{0E04B40B-6218-4D57-892C-B569D7F9E1F4}" presName="parentText" presStyleLbl="node1" presStyleIdx="3" presStyleCnt="4">
        <dgm:presLayoutVars>
          <dgm:chMax val="0"/>
          <dgm:bulletEnabled val="1"/>
        </dgm:presLayoutVars>
      </dgm:prSet>
      <dgm:spPr/>
    </dgm:pt>
  </dgm:ptLst>
  <dgm:cxnLst>
    <dgm:cxn modelId="{50CC3D14-22C0-4A1D-B5DB-4805268A447E}" type="presOf" srcId="{B03EDD5A-F403-4D6E-874F-698A75637C31}" destId="{4456A2D7-A01A-4475-A5EF-3A09006572D3}" srcOrd="0" destOrd="0" presId="urn:microsoft.com/office/officeart/2005/8/layout/vList2"/>
    <dgm:cxn modelId="{75C3D52A-46D3-44D1-865D-4E4A5C73CF5D}" type="presOf" srcId="{C6A9CDB4-6A13-4FE1-B6C1-60AB838BBEB4}" destId="{C09A86E9-00E1-48CF-90DE-03DF79E235D8}" srcOrd="0" destOrd="0" presId="urn:microsoft.com/office/officeart/2005/8/layout/vList2"/>
    <dgm:cxn modelId="{2200B55E-EE78-4E58-ABCD-D6CCE7E5DD63}" type="presOf" srcId="{0E04B40B-6218-4D57-892C-B569D7F9E1F4}" destId="{732A616F-542F-4549-B6BF-4F70300FD41F}" srcOrd="0" destOrd="0" presId="urn:microsoft.com/office/officeart/2005/8/layout/vList2"/>
    <dgm:cxn modelId="{DE253051-2B39-4E01-8A1E-10B8E8E25284}" srcId="{B03EDD5A-F403-4D6E-874F-698A75637C31}" destId="{C6A9CDB4-6A13-4FE1-B6C1-60AB838BBEB4}" srcOrd="0" destOrd="0" parTransId="{B2BD027E-832F-45D6-862D-2F5847083605}" sibTransId="{8812A20A-746E-4C0B-A9D3-12E7881DF6E0}"/>
    <dgm:cxn modelId="{84C7D496-3B5B-467D-9701-C52098CDB356}" type="presOf" srcId="{5FEAD65D-3833-470B-B28E-5948716B47B9}" destId="{68ABF272-4FDB-4248-9EEE-12FDB9534FD1}" srcOrd="0" destOrd="0" presId="urn:microsoft.com/office/officeart/2005/8/layout/vList2"/>
    <dgm:cxn modelId="{C93AE69D-44F1-4C2C-AEF4-53B8177D546D}" srcId="{B03EDD5A-F403-4D6E-874F-698A75637C31}" destId="{0E04B40B-6218-4D57-892C-B569D7F9E1F4}" srcOrd="3" destOrd="0" parTransId="{5CE6950F-E9A0-4428-9954-C4584F636123}" sibTransId="{5EC5A043-16CC-4D2F-87BA-B68234F29E87}"/>
    <dgm:cxn modelId="{561C8FCF-5B9A-477A-A7D7-BFB5DFA56116}" srcId="{B03EDD5A-F403-4D6E-874F-698A75637C31}" destId="{6CB884C2-BEE8-4B80-AE74-213F3737F096}" srcOrd="2" destOrd="0" parTransId="{231A3C89-7962-4326-8E47-AD833DC20D42}" sibTransId="{196EA63C-E3A4-4F94-A094-935E89A2AE60}"/>
    <dgm:cxn modelId="{7DE2B0DA-9C56-4171-9027-6F919E4CE9B5}" type="presOf" srcId="{6CB884C2-BEE8-4B80-AE74-213F3737F096}" destId="{204C79FE-5EF4-4FC0-A382-CAA14C31D997}" srcOrd="0" destOrd="0" presId="urn:microsoft.com/office/officeart/2005/8/layout/vList2"/>
    <dgm:cxn modelId="{0816F8EE-7865-4F05-9769-31D1518CF3C6}" srcId="{B03EDD5A-F403-4D6E-874F-698A75637C31}" destId="{5FEAD65D-3833-470B-B28E-5948716B47B9}" srcOrd="1" destOrd="0" parTransId="{56BACBB0-E55C-48D1-A794-05327D3F59B5}" sibTransId="{647A0688-8B3F-4645-A643-54DEC03755B0}"/>
    <dgm:cxn modelId="{40F30ACA-CC3D-487F-B717-20C315DD434C}" type="presParOf" srcId="{4456A2D7-A01A-4475-A5EF-3A09006572D3}" destId="{C09A86E9-00E1-48CF-90DE-03DF79E235D8}" srcOrd="0" destOrd="0" presId="urn:microsoft.com/office/officeart/2005/8/layout/vList2"/>
    <dgm:cxn modelId="{ACA1F6EF-ABD0-4A9C-8060-7A267E68CD93}" type="presParOf" srcId="{4456A2D7-A01A-4475-A5EF-3A09006572D3}" destId="{8863C1D9-0B7B-4D31-86A2-6AB979418890}" srcOrd="1" destOrd="0" presId="urn:microsoft.com/office/officeart/2005/8/layout/vList2"/>
    <dgm:cxn modelId="{2ADBE1D1-E8E9-4436-80EF-5F42C2755206}" type="presParOf" srcId="{4456A2D7-A01A-4475-A5EF-3A09006572D3}" destId="{68ABF272-4FDB-4248-9EEE-12FDB9534FD1}" srcOrd="2" destOrd="0" presId="urn:microsoft.com/office/officeart/2005/8/layout/vList2"/>
    <dgm:cxn modelId="{E4509A10-6F02-4961-8B9E-5AE5DF64E89F}" type="presParOf" srcId="{4456A2D7-A01A-4475-A5EF-3A09006572D3}" destId="{76C4CF1A-1069-4652-9D19-11F469834943}" srcOrd="3" destOrd="0" presId="urn:microsoft.com/office/officeart/2005/8/layout/vList2"/>
    <dgm:cxn modelId="{24C43147-914A-441C-ABF2-90C51D2493D3}" type="presParOf" srcId="{4456A2D7-A01A-4475-A5EF-3A09006572D3}" destId="{204C79FE-5EF4-4FC0-A382-CAA14C31D997}" srcOrd="4" destOrd="0" presId="urn:microsoft.com/office/officeart/2005/8/layout/vList2"/>
    <dgm:cxn modelId="{592F6626-13B6-4008-B913-85E902623BC3}" type="presParOf" srcId="{4456A2D7-A01A-4475-A5EF-3A09006572D3}" destId="{1C12AE8B-737E-4059-A03C-EFCA3B462B42}" srcOrd="5" destOrd="0" presId="urn:microsoft.com/office/officeart/2005/8/layout/vList2"/>
    <dgm:cxn modelId="{9BC38B3D-EE3B-4B24-8A71-EFDC968DB766}" type="presParOf" srcId="{4456A2D7-A01A-4475-A5EF-3A09006572D3}" destId="{732A616F-542F-4549-B6BF-4F70300FD41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F801FBE-BB87-43FD-A9C4-EE6D30BA9B13}"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3271768-CD1B-4161-B57A-1DCB841B1EED}">
      <dgm:prSet/>
      <dgm:spPr/>
      <dgm:t>
        <a:bodyPr/>
        <a:lstStyle/>
        <a:p>
          <a:r>
            <a:rPr lang="ru-RU" b="0" i="0"/>
            <a:t>16 липня 1990 р.</a:t>
          </a:r>
          <a:endParaRPr lang="uk-UA"/>
        </a:p>
      </dgm:t>
    </dgm:pt>
    <dgm:pt modelId="{9EACAC3C-F80A-4CFD-8C8A-270E4ED6695C}" type="parTrans" cxnId="{DAE555EB-10E4-4AC5-A543-350E3E1F41EB}">
      <dgm:prSet/>
      <dgm:spPr/>
      <dgm:t>
        <a:bodyPr/>
        <a:lstStyle/>
        <a:p>
          <a:endParaRPr lang="uk-UA"/>
        </a:p>
      </dgm:t>
    </dgm:pt>
    <dgm:pt modelId="{4AD9378F-B020-42C9-B367-04290861F789}" type="sibTrans" cxnId="{DAE555EB-10E4-4AC5-A543-350E3E1F41EB}">
      <dgm:prSet/>
      <dgm:spPr/>
      <dgm:t>
        <a:bodyPr/>
        <a:lstStyle/>
        <a:p>
          <a:endParaRPr lang="uk-UA"/>
        </a:p>
      </dgm:t>
    </dgm:pt>
    <dgm:pt modelId="{E588093B-CA8E-4E48-B01A-88C6896A6563}">
      <dgm:prSet/>
      <dgm:spPr/>
      <dgm:t>
        <a:bodyPr/>
        <a:lstStyle/>
        <a:p>
          <a:r>
            <a:rPr lang="ru-RU" b="0" i="0"/>
            <a:t>24 серпня 1991 р.</a:t>
          </a:r>
          <a:endParaRPr lang="uk-UA"/>
        </a:p>
      </dgm:t>
    </dgm:pt>
    <dgm:pt modelId="{1F5E7294-BA75-43C7-82A4-6BE881306C26}" type="parTrans" cxnId="{253D0282-6754-4672-9840-848364AE80E9}">
      <dgm:prSet/>
      <dgm:spPr/>
      <dgm:t>
        <a:bodyPr/>
        <a:lstStyle/>
        <a:p>
          <a:endParaRPr lang="uk-UA"/>
        </a:p>
      </dgm:t>
    </dgm:pt>
    <dgm:pt modelId="{3CED1B7F-D57A-4FA0-8EF4-615A99C4CBD4}" type="sibTrans" cxnId="{253D0282-6754-4672-9840-848364AE80E9}">
      <dgm:prSet/>
      <dgm:spPr/>
      <dgm:t>
        <a:bodyPr/>
        <a:lstStyle/>
        <a:p>
          <a:endParaRPr lang="uk-UA"/>
        </a:p>
      </dgm:t>
    </dgm:pt>
    <dgm:pt modelId="{5B23CDC7-87CB-4DBE-B87E-62AB834CF485}">
      <dgm:prSet/>
      <dgm:spPr/>
      <dgm:t>
        <a:bodyPr/>
        <a:lstStyle/>
        <a:p>
          <a:r>
            <a:rPr lang="ru-RU" b="0" i="0"/>
            <a:t>9 листопада 1995 р.</a:t>
          </a:r>
          <a:endParaRPr lang="uk-UA"/>
        </a:p>
      </dgm:t>
    </dgm:pt>
    <dgm:pt modelId="{8897E605-1D2E-4665-A9FC-BD98E99B8685}" type="parTrans" cxnId="{ACDEA8EB-3B56-4A1B-BD68-A8E5CA3C6D3C}">
      <dgm:prSet/>
      <dgm:spPr/>
      <dgm:t>
        <a:bodyPr/>
        <a:lstStyle/>
        <a:p>
          <a:endParaRPr lang="uk-UA"/>
        </a:p>
      </dgm:t>
    </dgm:pt>
    <dgm:pt modelId="{E1F99BCE-1EB6-477F-ADC0-DB21C61D926E}" type="sibTrans" cxnId="{ACDEA8EB-3B56-4A1B-BD68-A8E5CA3C6D3C}">
      <dgm:prSet/>
      <dgm:spPr/>
      <dgm:t>
        <a:bodyPr/>
        <a:lstStyle/>
        <a:p>
          <a:endParaRPr lang="uk-UA"/>
        </a:p>
      </dgm:t>
    </dgm:pt>
    <dgm:pt modelId="{91E26DB0-5CD6-4023-A31F-99DB63DB51B4}">
      <dgm:prSet/>
      <dgm:spPr/>
      <dgm:t>
        <a:bodyPr/>
        <a:lstStyle/>
        <a:p>
          <a:r>
            <a:rPr lang="ru-RU" b="0" i="0"/>
            <a:t>28 червня 1996 р.</a:t>
          </a:r>
          <a:endParaRPr lang="uk-UA"/>
        </a:p>
      </dgm:t>
    </dgm:pt>
    <dgm:pt modelId="{A42CF8DC-DDE4-4482-BB53-8432805F2EDB}" type="parTrans" cxnId="{3DF0640F-9A63-4AE7-A8F0-D8BEFA4D0852}">
      <dgm:prSet/>
      <dgm:spPr/>
      <dgm:t>
        <a:bodyPr/>
        <a:lstStyle/>
        <a:p>
          <a:endParaRPr lang="uk-UA"/>
        </a:p>
      </dgm:t>
    </dgm:pt>
    <dgm:pt modelId="{5FE83B0F-232B-4E85-9E24-99E51E98DAA9}" type="sibTrans" cxnId="{3DF0640F-9A63-4AE7-A8F0-D8BEFA4D0852}">
      <dgm:prSet/>
      <dgm:spPr/>
      <dgm:t>
        <a:bodyPr/>
        <a:lstStyle/>
        <a:p>
          <a:endParaRPr lang="uk-UA"/>
        </a:p>
      </dgm:t>
    </dgm:pt>
    <dgm:pt modelId="{3F3652D3-7D04-4642-8A51-4C5F79AA78AB}" type="pres">
      <dgm:prSet presAssocID="{8F801FBE-BB87-43FD-A9C4-EE6D30BA9B13}" presName="linearFlow" presStyleCnt="0">
        <dgm:presLayoutVars>
          <dgm:dir/>
          <dgm:resizeHandles val="exact"/>
        </dgm:presLayoutVars>
      </dgm:prSet>
      <dgm:spPr/>
    </dgm:pt>
    <dgm:pt modelId="{B834B9BD-6215-4857-879A-0DCDA3DF3702}" type="pres">
      <dgm:prSet presAssocID="{23271768-CD1B-4161-B57A-1DCB841B1EED}" presName="composite" presStyleCnt="0"/>
      <dgm:spPr/>
    </dgm:pt>
    <dgm:pt modelId="{C28A09EE-73F9-4244-AC88-5838B84559CC}" type="pres">
      <dgm:prSet presAssocID="{23271768-CD1B-4161-B57A-1DCB841B1EED}" presName="imgShp" presStyleLbl="fgImgPlace1" presStyleIdx="0" presStyleCnt="4"/>
      <dgm:spPr/>
    </dgm:pt>
    <dgm:pt modelId="{7D6C3539-678F-4292-8EE6-89815338AD67}" type="pres">
      <dgm:prSet presAssocID="{23271768-CD1B-4161-B57A-1DCB841B1EED}" presName="txShp" presStyleLbl="node1" presStyleIdx="0" presStyleCnt="4">
        <dgm:presLayoutVars>
          <dgm:bulletEnabled val="1"/>
        </dgm:presLayoutVars>
      </dgm:prSet>
      <dgm:spPr/>
    </dgm:pt>
    <dgm:pt modelId="{E0CEAF78-686F-435D-AA7B-D8A5E30FC3BD}" type="pres">
      <dgm:prSet presAssocID="{4AD9378F-B020-42C9-B367-04290861F789}" presName="spacing" presStyleCnt="0"/>
      <dgm:spPr/>
    </dgm:pt>
    <dgm:pt modelId="{A86F63DF-0E0D-44FA-BD71-B2F932AC0B3E}" type="pres">
      <dgm:prSet presAssocID="{E588093B-CA8E-4E48-B01A-88C6896A6563}" presName="composite" presStyleCnt="0"/>
      <dgm:spPr/>
    </dgm:pt>
    <dgm:pt modelId="{282FB8F2-FBEE-4C54-8036-95703D2FF2F4}" type="pres">
      <dgm:prSet presAssocID="{E588093B-CA8E-4E48-B01A-88C6896A6563}" presName="imgShp" presStyleLbl="fgImgPlace1" presStyleIdx="1" presStyleCnt="4"/>
      <dgm:spPr/>
    </dgm:pt>
    <dgm:pt modelId="{6CFB59CD-A005-499F-8967-E5E0613EF645}" type="pres">
      <dgm:prSet presAssocID="{E588093B-CA8E-4E48-B01A-88C6896A6563}" presName="txShp" presStyleLbl="node1" presStyleIdx="1" presStyleCnt="4">
        <dgm:presLayoutVars>
          <dgm:bulletEnabled val="1"/>
        </dgm:presLayoutVars>
      </dgm:prSet>
      <dgm:spPr/>
    </dgm:pt>
    <dgm:pt modelId="{13A0727E-5D7E-4C4A-B212-B6857B5A7198}" type="pres">
      <dgm:prSet presAssocID="{3CED1B7F-D57A-4FA0-8EF4-615A99C4CBD4}" presName="spacing" presStyleCnt="0"/>
      <dgm:spPr/>
    </dgm:pt>
    <dgm:pt modelId="{0A977538-E0DC-4C8D-9629-ABC6ABEDE946}" type="pres">
      <dgm:prSet presAssocID="{5B23CDC7-87CB-4DBE-B87E-62AB834CF485}" presName="composite" presStyleCnt="0"/>
      <dgm:spPr/>
    </dgm:pt>
    <dgm:pt modelId="{A86943ED-C3CC-447B-9F21-818C06A9D54F}" type="pres">
      <dgm:prSet presAssocID="{5B23CDC7-87CB-4DBE-B87E-62AB834CF485}" presName="imgShp" presStyleLbl="fgImgPlace1" presStyleIdx="2" presStyleCnt="4"/>
      <dgm:spPr/>
    </dgm:pt>
    <dgm:pt modelId="{707ED9DD-B3EF-4096-85FE-BB92D7EAFD13}" type="pres">
      <dgm:prSet presAssocID="{5B23CDC7-87CB-4DBE-B87E-62AB834CF485}" presName="txShp" presStyleLbl="node1" presStyleIdx="2" presStyleCnt="4">
        <dgm:presLayoutVars>
          <dgm:bulletEnabled val="1"/>
        </dgm:presLayoutVars>
      </dgm:prSet>
      <dgm:spPr/>
    </dgm:pt>
    <dgm:pt modelId="{B4E5545D-0B29-421E-B436-EB35AD0192A5}" type="pres">
      <dgm:prSet presAssocID="{E1F99BCE-1EB6-477F-ADC0-DB21C61D926E}" presName="spacing" presStyleCnt="0"/>
      <dgm:spPr/>
    </dgm:pt>
    <dgm:pt modelId="{41D74399-E2A6-4A36-927E-510CB371FE8E}" type="pres">
      <dgm:prSet presAssocID="{91E26DB0-5CD6-4023-A31F-99DB63DB51B4}" presName="composite" presStyleCnt="0"/>
      <dgm:spPr/>
    </dgm:pt>
    <dgm:pt modelId="{41EEB079-E447-473E-93DF-AD8E3E523684}" type="pres">
      <dgm:prSet presAssocID="{91E26DB0-5CD6-4023-A31F-99DB63DB51B4}" presName="imgShp" presStyleLbl="fgImgPlace1" presStyleIdx="3" presStyleCnt="4"/>
      <dgm:spPr/>
    </dgm:pt>
    <dgm:pt modelId="{C4F71252-61DA-4823-B0A3-06D340317761}" type="pres">
      <dgm:prSet presAssocID="{91E26DB0-5CD6-4023-A31F-99DB63DB51B4}" presName="txShp" presStyleLbl="node1" presStyleIdx="3" presStyleCnt="4">
        <dgm:presLayoutVars>
          <dgm:bulletEnabled val="1"/>
        </dgm:presLayoutVars>
      </dgm:prSet>
      <dgm:spPr/>
    </dgm:pt>
  </dgm:ptLst>
  <dgm:cxnLst>
    <dgm:cxn modelId="{3DF0640F-9A63-4AE7-A8F0-D8BEFA4D0852}" srcId="{8F801FBE-BB87-43FD-A9C4-EE6D30BA9B13}" destId="{91E26DB0-5CD6-4023-A31F-99DB63DB51B4}" srcOrd="3" destOrd="0" parTransId="{A42CF8DC-DDE4-4482-BB53-8432805F2EDB}" sibTransId="{5FE83B0F-232B-4E85-9E24-99E51E98DAA9}"/>
    <dgm:cxn modelId="{CF72C979-3A9E-4D7C-856F-83BDD8F0D181}" type="presOf" srcId="{23271768-CD1B-4161-B57A-1DCB841B1EED}" destId="{7D6C3539-678F-4292-8EE6-89815338AD67}" srcOrd="0" destOrd="0" presId="urn:microsoft.com/office/officeart/2005/8/layout/vList3"/>
    <dgm:cxn modelId="{253D0282-6754-4672-9840-848364AE80E9}" srcId="{8F801FBE-BB87-43FD-A9C4-EE6D30BA9B13}" destId="{E588093B-CA8E-4E48-B01A-88C6896A6563}" srcOrd="1" destOrd="0" parTransId="{1F5E7294-BA75-43C7-82A4-6BE881306C26}" sibTransId="{3CED1B7F-D57A-4FA0-8EF4-615A99C4CBD4}"/>
    <dgm:cxn modelId="{37F2A7A7-4211-478F-A897-AE3A23C74E0E}" type="presOf" srcId="{8F801FBE-BB87-43FD-A9C4-EE6D30BA9B13}" destId="{3F3652D3-7D04-4642-8A51-4C5F79AA78AB}" srcOrd="0" destOrd="0" presId="urn:microsoft.com/office/officeart/2005/8/layout/vList3"/>
    <dgm:cxn modelId="{529231E1-5F3A-4054-9677-038BD651BFA7}" type="presOf" srcId="{91E26DB0-5CD6-4023-A31F-99DB63DB51B4}" destId="{C4F71252-61DA-4823-B0A3-06D340317761}" srcOrd="0" destOrd="0" presId="urn:microsoft.com/office/officeart/2005/8/layout/vList3"/>
    <dgm:cxn modelId="{DAE555EB-10E4-4AC5-A543-350E3E1F41EB}" srcId="{8F801FBE-BB87-43FD-A9C4-EE6D30BA9B13}" destId="{23271768-CD1B-4161-B57A-1DCB841B1EED}" srcOrd="0" destOrd="0" parTransId="{9EACAC3C-F80A-4CFD-8C8A-270E4ED6695C}" sibTransId="{4AD9378F-B020-42C9-B367-04290861F789}"/>
    <dgm:cxn modelId="{ACDEA8EB-3B56-4A1B-BD68-A8E5CA3C6D3C}" srcId="{8F801FBE-BB87-43FD-A9C4-EE6D30BA9B13}" destId="{5B23CDC7-87CB-4DBE-B87E-62AB834CF485}" srcOrd="2" destOrd="0" parTransId="{8897E605-1D2E-4665-A9FC-BD98E99B8685}" sibTransId="{E1F99BCE-1EB6-477F-ADC0-DB21C61D926E}"/>
    <dgm:cxn modelId="{061DF9F4-B8F0-48E1-9984-1A59C54C520E}" type="presOf" srcId="{E588093B-CA8E-4E48-B01A-88C6896A6563}" destId="{6CFB59CD-A005-499F-8967-E5E0613EF645}" srcOrd="0" destOrd="0" presId="urn:microsoft.com/office/officeart/2005/8/layout/vList3"/>
    <dgm:cxn modelId="{D3E1BFFB-C5DB-45C9-8C3B-3426665596B4}" type="presOf" srcId="{5B23CDC7-87CB-4DBE-B87E-62AB834CF485}" destId="{707ED9DD-B3EF-4096-85FE-BB92D7EAFD13}" srcOrd="0" destOrd="0" presId="urn:microsoft.com/office/officeart/2005/8/layout/vList3"/>
    <dgm:cxn modelId="{9CEF3643-F7A0-4C8E-99B8-A8CA809215F6}" type="presParOf" srcId="{3F3652D3-7D04-4642-8A51-4C5F79AA78AB}" destId="{B834B9BD-6215-4857-879A-0DCDA3DF3702}" srcOrd="0" destOrd="0" presId="urn:microsoft.com/office/officeart/2005/8/layout/vList3"/>
    <dgm:cxn modelId="{930645DB-392D-4F4B-8F72-4A1F1401B144}" type="presParOf" srcId="{B834B9BD-6215-4857-879A-0DCDA3DF3702}" destId="{C28A09EE-73F9-4244-AC88-5838B84559CC}" srcOrd="0" destOrd="0" presId="urn:microsoft.com/office/officeart/2005/8/layout/vList3"/>
    <dgm:cxn modelId="{6998A7B8-AB57-4F6A-8FE4-935A48B7A67B}" type="presParOf" srcId="{B834B9BD-6215-4857-879A-0DCDA3DF3702}" destId="{7D6C3539-678F-4292-8EE6-89815338AD67}" srcOrd="1" destOrd="0" presId="urn:microsoft.com/office/officeart/2005/8/layout/vList3"/>
    <dgm:cxn modelId="{10818E3B-52C0-4E68-BA51-6F0746424EBE}" type="presParOf" srcId="{3F3652D3-7D04-4642-8A51-4C5F79AA78AB}" destId="{E0CEAF78-686F-435D-AA7B-D8A5E30FC3BD}" srcOrd="1" destOrd="0" presId="urn:microsoft.com/office/officeart/2005/8/layout/vList3"/>
    <dgm:cxn modelId="{3F8A8484-DE5D-4B0E-A8CC-F181648DD11B}" type="presParOf" srcId="{3F3652D3-7D04-4642-8A51-4C5F79AA78AB}" destId="{A86F63DF-0E0D-44FA-BD71-B2F932AC0B3E}" srcOrd="2" destOrd="0" presId="urn:microsoft.com/office/officeart/2005/8/layout/vList3"/>
    <dgm:cxn modelId="{F502CA05-D5D1-4E6F-B2E4-EE43C7F330A0}" type="presParOf" srcId="{A86F63DF-0E0D-44FA-BD71-B2F932AC0B3E}" destId="{282FB8F2-FBEE-4C54-8036-95703D2FF2F4}" srcOrd="0" destOrd="0" presId="urn:microsoft.com/office/officeart/2005/8/layout/vList3"/>
    <dgm:cxn modelId="{D1E10986-BD70-445C-99F2-95675AE454DC}" type="presParOf" srcId="{A86F63DF-0E0D-44FA-BD71-B2F932AC0B3E}" destId="{6CFB59CD-A005-499F-8967-E5E0613EF645}" srcOrd="1" destOrd="0" presId="urn:microsoft.com/office/officeart/2005/8/layout/vList3"/>
    <dgm:cxn modelId="{A3ED85D7-FB2F-437E-A734-3D34D194F680}" type="presParOf" srcId="{3F3652D3-7D04-4642-8A51-4C5F79AA78AB}" destId="{13A0727E-5D7E-4C4A-B212-B6857B5A7198}" srcOrd="3" destOrd="0" presId="urn:microsoft.com/office/officeart/2005/8/layout/vList3"/>
    <dgm:cxn modelId="{BCE7747A-E8A8-407A-B40E-59CF4E1DB9BC}" type="presParOf" srcId="{3F3652D3-7D04-4642-8A51-4C5F79AA78AB}" destId="{0A977538-E0DC-4C8D-9629-ABC6ABEDE946}" srcOrd="4" destOrd="0" presId="urn:microsoft.com/office/officeart/2005/8/layout/vList3"/>
    <dgm:cxn modelId="{96F5CC5B-A9ED-4722-92B5-0AFB0318958B}" type="presParOf" srcId="{0A977538-E0DC-4C8D-9629-ABC6ABEDE946}" destId="{A86943ED-C3CC-447B-9F21-818C06A9D54F}" srcOrd="0" destOrd="0" presId="urn:microsoft.com/office/officeart/2005/8/layout/vList3"/>
    <dgm:cxn modelId="{5AE47BCF-75B3-444C-B500-8E95F73A202D}" type="presParOf" srcId="{0A977538-E0DC-4C8D-9629-ABC6ABEDE946}" destId="{707ED9DD-B3EF-4096-85FE-BB92D7EAFD13}" srcOrd="1" destOrd="0" presId="urn:microsoft.com/office/officeart/2005/8/layout/vList3"/>
    <dgm:cxn modelId="{388D4F9F-E29F-491F-ACD1-F32BB6595970}" type="presParOf" srcId="{3F3652D3-7D04-4642-8A51-4C5F79AA78AB}" destId="{B4E5545D-0B29-421E-B436-EB35AD0192A5}" srcOrd="5" destOrd="0" presId="urn:microsoft.com/office/officeart/2005/8/layout/vList3"/>
    <dgm:cxn modelId="{119EC8E8-AC64-4FB5-8223-C64097B82452}" type="presParOf" srcId="{3F3652D3-7D04-4642-8A51-4C5F79AA78AB}" destId="{41D74399-E2A6-4A36-927E-510CB371FE8E}" srcOrd="6" destOrd="0" presId="urn:microsoft.com/office/officeart/2005/8/layout/vList3"/>
    <dgm:cxn modelId="{32CE658B-B986-4E0D-B341-2F55B101BA07}" type="presParOf" srcId="{41D74399-E2A6-4A36-927E-510CB371FE8E}" destId="{41EEB079-E447-473E-93DF-AD8E3E523684}" srcOrd="0" destOrd="0" presId="urn:microsoft.com/office/officeart/2005/8/layout/vList3"/>
    <dgm:cxn modelId="{C9AC2F2C-25E5-43ED-8F1A-DFE923261C5E}" type="presParOf" srcId="{41D74399-E2A6-4A36-927E-510CB371FE8E}" destId="{C4F71252-61DA-4823-B0A3-06D34031776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572AB06-D592-4290-930B-3F485AE98BC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4EA35AB-EECF-4AC0-96A1-E832314A95D2}">
      <dgm:prSet/>
      <dgm:spPr/>
      <dgm:t>
        <a:bodyPr/>
        <a:lstStyle/>
        <a:p>
          <a:r>
            <a:rPr lang="uk-UA" b="0" i="0"/>
            <a:t>проведення перших альтернативних виборів до Верховної Ради УРСР</a:t>
          </a:r>
          <a:endParaRPr lang="uk-UA"/>
        </a:p>
      </dgm:t>
    </dgm:pt>
    <dgm:pt modelId="{85E29CA2-CDCE-445F-BDE4-5C3FE75B484C}" type="parTrans" cxnId="{F6FB976D-64FE-4DC7-9FF3-4FF5AC2F5539}">
      <dgm:prSet/>
      <dgm:spPr/>
      <dgm:t>
        <a:bodyPr/>
        <a:lstStyle/>
        <a:p>
          <a:endParaRPr lang="uk-UA"/>
        </a:p>
      </dgm:t>
    </dgm:pt>
    <dgm:pt modelId="{5578CAA0-2E6F-4803-AC3F-5DC9FCF4A8E1}" type="sibTrans" cxnId="{F6FB976D-64FE-4DC7-9FF3-4FF5AC2F5539}">
      <dgm:prSet/>
      <dgm:spPr/>
      <dgm:t>
        <a:bodyPr/>
        <a:lstStyle/>
        <a:p>
          <a:endParaRPr lang="uk-UA"/>
        </a:p>
      </dgm:t>
    </dgm:pt>
    <dgm:pt modelId="{B8ECDCBC-5BEF-48CC-9DDE-30FD3245AFA7}">
      <dgm:prSet/>
      <dgm:spPr/>
      <dgm:t>
        <a:bodyPr/>
        <a:lstStyle/>
        <a:p>
          <a:r>
            <a:rPr lang="uk-UA" b="0" i="0"/>
            <a:t>прийняття Акта проголошення незалежності України</a:t>
          </a:r>
          <a:endParaRPr lang="uk-UA"/>
        </a:p>
      </dgm:t>
    </dgm:pt>
    <dgm:pt modelId="{2584E844-13FC-490D-97E2-F689B0ED8090}" type="parTrans" cxnId="{9EC4D44D-9526-4B72-A990-63B65ED0A91E}">
      <dgm:prSet/>
      <dgm:spPr/>
      <dgm:t>
        <a:bodyPr/>
        <a:lstStyle/>
        <a:p>
          <a:endParaRPr lang="uk-UA"/>
        </a:p>
      </dgm:t>
    </dgm:pt>
    <dgm:pt modelId="{8C2FF8BD-8213-4AB3-8F6D-DAC104DA3F1F}" type="sibTrans" cxnId="{9EC4D44D-9526-4B72-A990-63B65ED0A91E}">
      <dgm:prSet/>
      <dgm:spPr/>
      <dgm:t>
        <a:bodyPr/>
        <a:lstStyle/>
        <a:p>
          <a:endParaRPr lang="uk-UA"/>
        </a:p>
      </dgm:t>
    </dgm:pt>
    <dgm:pt modelId="{8BA78920-6448-418D-8925-E7270889A0AE}">
      <dgm:prSet/>
      <dgm:spPr/>
      <dgm:t>
        <a:bodyPr/>
        <a:lstStyle/>
        <a:p>
          <a:r>
            <a:rPr lang="uk-UA" b="0" i="0"/>
            <a:t>схвалення Декларації про державний суверенітет України</a:t>
          </a:r>
          <a:endParaRPr lang="uk-UA"/>
        </a:p>
      </dgm:t>
    </dgm:pt>
    <dgm:pt modelId="{DC694BBC-A763-4270-83A9-805F48888F20}" type="parTrans" cxnId="{F89475C1-1947-45B6-8C46-1D22A51EFA1A}">
      <dgm:prSet/>
      <dgm:spPr/>
      <dgm:t>
        <a:bodyPr/>
        <a:lstStyle/>
        <a:p>
          <a:endParaRPr lang="uk-UA"/>
        </a:p>
      </dgm:t>
    </dgm:pt>
    <dgm:pt modelId="{EA633500-AC46-4008-818E-19B141738754}" type="sibTrans" cxnId="{F89475C1-1947-45B6-8C46-1D22A51EFA1A}">
      <dgm:prSet/>
      <dgm:spPr/>
      <dgm:t>
        <a:bodyPr/>
        <a:lstStyle/>
        <a:p>
          <a:endParaRPr lang="uk-UA"/>
        </a:p>
      </dgm:t>
    </dgm:pt>
    <dgm:pt modelId="{77176E78-B1FE-4496-8C63-0155D2C139E3}">
      <dgm:prSet/>
      <dgm:spPr/>
      <dgm:t>
        <a:bodyPr/>
        <a:lstStyle/>
        <a:p>
          <a:r>
            <a:rPr lang="uk-UA" b="0" i="0"/>
            <a:t>прийняття Конституції України</a:t>
          </a:r>
          <a:endParaRPr lang="uk-UA"/>
        </a:p>
      </dgm:t>
    </dgm:pt>
    <dgm:pt modelId="{3AFCB945-62D0-42F9-BEE7-8BD8E8107104}" type="parTrans" cxnId="{08AC948C-98B5-4258-821C-9301F0E66E4A}">
      <dgm:prSet/>
      <dgm:spPr/>
      <dgm:t>
        <a:bodyPr/>
        <a:lstStyle/>
        <a:p>
          <a:endParaRPr lang="uk-UA"/>
        </a:p>
      </dgm:t>
    </dgm:pt>
    <dgm:pt modelId="{3106864C-AA7C-46E5-AC87-11835B477405}" type="sibTrans" cxnId="{08AC948C-98B5-4258-821C-9301F0E66E4A}">
      <dgm:prSet/>
      <dgm:spPr/>
      <dgm:t>
        <a:bodyPr/>
        <a:lstStyle/>
        <a:p>
          <a:endParaRPr lang="uk-UA"/>
        </a:p>
      </dgm:t>
    </dgm:pt>
    <dgm:pt modelId="{921B4234-D228-4E94-B284-619F9917E89E}">
      <dgm:prSet/>
      <dgm:spPr/>
      <dgm:t>
        <a:bodyPr/>
        <a:lstStyle/>
        <a:p>
          <a:r>
            <a:rPr lang="uk-UA" b="0" i="0"/>
            <a:t>урочиста церемонія вступу України до Ради Європи</a:t>
          </a:r>
          <a:endParaRPr lang="uk-UA"/>
        </a:p>
      </dgm:t>
    </dgm:pt>
    <dgm:pt modelId="{4D8CFE9B-4981-4AFA-BE60-034198E22460}" type="parTrans" cxnId="{375EE4D8-A578-4565-B64D-EABFD485B536}">
      <dgm:prSet/>
      <dgm:spPr/>
      <dgm:t>
        <a:bodyPr/>
        <a:lstStyle/>
        <a:p>
          <a:endParaRPr lang="uk-UA"/>
        </a:p>
      </dgm:t>
    </dgm:pt>
    <dgm:pt modelId="{568BBDE5-9F69-43BC-BBA4-62374377C4B7}" type="sibTrans" cxnId="{375EE4D8-A578-4565-B64D-EABFD485B536}">
      <dgm:prSet/>
      <dgm:spPr/>
      <dgm:t>
        <a:bodyPr/>
        <a:lstStyle/>
        <a:p>
          <a:endParaRPr lang="uk-UA"/>
        </a:p>
      </dgm:t>
    </dgm:pt>
    <dgm:pt modelId="{3AB26934-E482-49F1-B1ED-F2AA98BE667E}" type="pres">
      <dgm:prSet presAssocID="{2572AB06-D592-4290-930B-3F485AE98BCB}" presName="linear" presStyleCnt="0">
        <dgm:presLayoutVars>
          <dgm:animLvl val="lvl"/>
          <dgm:resizeHandles val="exact"/>
        </dgm:presLayoutVars>
      </dgm:prSet>
      <dgm:spPr/>
    </dgm:pt>
    <dgm:pt modelId="{0E2896EC-6135-4073-AAB1-820CFF706B36}" type="pres">
      <dgm:prSet presAssocID="{B4EA35AB-EECF-4AC0-96A1-E832314A95D2}" presName="parentText" presStyleLbl="node1" presStyleIdx="0" presStyleCnt="5">
        <dgm:presLayoutVars>
          <dgm:chMax val="0"/>
          <dgm:bulletEnabled val="1"/>
        </dgm:presLayoutVars>
      </dgm:prSet>
      <dgm:spPr/>
    </dgm:pt>
    <dgm:pt modelId="{9AB337D5-D9EC-4CA0-B42B-E8F1D9844F48}" type="pres">
      <dgm:prSet presAssocID="{5578CAA0-2E6F-4803-AC3F-5DC9FCF4A8E1}" presName="spacer" presStyleCnt="0"/>
      <dgm:spPr/>
    </dgm:pt>
    <dgm:pt modelId="{7B90917C-8D9B-4CFD-9D1D-4A808A6061B1}" type="pres">
      <dgm:prSet presAssocID="{B8ECDCBC-5BEF-48CC-9DDE-30FD3245AFA7}" presName="parentText" presStyleLbl="node1" presStyleIdx="1" presStyleCnt="5">
        <dgm:presLayoutVars>
          <dgm:chMax val="0"/>
          <dgm:bulletEnabled val="1"/>
        </dgm:presLayoutVars>
      </dgm:prSet>
      <dgm:spPr/>
    </dgm:pt>
    <dgm:pt modelId="{7393C561-7417-42DD-9CB0-FD37F92242BD}" type="pres">
      <dgm:prSet presAssocID="{8C2FF8BD-8213-4AB3-8F6D-DAC104DA3F1F}" presName="spacer" presStyleCnt="0"/>
      <dgm:spPr/>
    </dgm:pt>
    <dgm:pt modelId="{61B3050B-0EB0-4967-83E3-967275CE296F}" type="pres">
      <dgm:prSet presAssocID="{8BA78920-6448-418D-8925-E7270889A0AE}" presName="parentText" presStyleLbl="node1" presStyleIdx="2" presStyleCnt="5">
        <dgm:presLayoutVars>
          <dgm:chMax val="0"/>
          <dgm:bulletEnabled val="1"/>
        </dgm:presLayoutVars>
      </dgm:prSet>
      <dgm:spPr/>
    </dgm:pt>
    <dgm:pt modelId="{ACC40BE7-953A-4606-98B8-BFA47A139E6B}" type="pres">
      <dgm:prSet presAssocID="{EA633500-AC46-4008-818E-19B141738754}" presName="spacer" presStyleCnt="0"/>
      <dgm:spPr/>
    </dgm:pt>
    <dgm:pt modelId="{41D069B2-3932-4D0A-BA0B-C525E9880FBB}" type="pres">
      <dgm:prSet presAssocID="{77176E78-B1FE-4496-8C63-0155D2C139E3}" presName="parentText" presStyleLbl="node1" presStyleIdx="3" presStyleCnt="5">
        <dgm:presLayoutVars>
          <dgm:chMax val="0"/>
          <dgm:bulletEnabled val="1"/>
        </dgm:presLayoutVars>
      </dgm:prSet>
      <dgm:spPr/>
    </dgm:pt>
    <dgm:pt modelId="{E224E50B-8049-4640-8BE6-D26CF4F34D3A}" type="pres">
      <dgm:prSet presAssocID="{3106864C-AA7C-46E5-AC87-11835B477405}" presName="spacer" presStyleCnt="0"/>
      <dgm:spPr/>
    </dgm:pt>
    <dgm:pt modelId="{5504C8AC-A987-4F76-9B4A-B9C5F2071703}" type="pres">
      <dgm:prSet presAssocID="{921B4234-D228-4E94-B284-619F9917E89E}" presName="parentText" presStyleLbl="node1" presStyleIdx="4" presStyleCnt="5">
        <dgm:presLayoutVars>
          <dgm:chMax val="0"/>
          <dgm:bulletEnabled val="1"/>
        </dgm:presLayoutVars>
      </dgm:prSet>
      <dgm:spPr/>
    </dgm:pt>
  </dgm:ptLst>
  <dgm:cxnLst>
    <dgm:cxn modelId="{F6FB976D-64FE-4DC7-9FF3-4FF5AC2F5539}" srcId="{2572AB06-D592-4290-930B-3F485AE98BCB}" destId="{B4EA35AB-EECF-4AC0-96A1-E832314A95D2}" srcOrd="0" destOrd="0" parTransId="{85E29CA2-CDCE-445F-BDE4-5C3FE75B484C}" sibTransId="{5578CAA0-2E6F-4803-AC3F-5DC9FCF4A8E1}"/>
    <dgm:cxn modelId="{9EC4D44D-9526-4B72-A990-63B65ED0A91E}" srcId="{2572AB06-D592-4290-930B-3F485AE98BCB}" destId="{B8ECDCBC-5BEF-48CC-9DDE-30FD3245AFA7}" srcOrd="1" destOrd="0" parTransId="{2584E844-13FC-490D-97E2-F689B0ED8090}" sibTransId="{8C2FF8BD-8213-4AB3-8F6D-DAC104DA3F1F}"/>
    <dgm:cxn modelId="{D5E6E95A-A5CF-441A-94EA-FE96B436C640}" type="presOf" srcId="{B8ECDCBC-5BEF-48CC-9DDE-30FD3245AFA7}" destId="{7B90917C-8D9B-4CFD-9D1D-4A808A6061B1}" srcOrd="0" destOrd="0" presId="urn:microsoft.com/office/officeart/2005/8/layout/vList2"/>
    <dgm:cxn modelId="{43AF6E7B-03F6-42FB-8CAA-B662124C8C87}" type="presOf" srcId="{921B4234-D228-4E94-B284-619F9917E89E}" destId="{5504C8AC-A987-4F76-9B4A-B9C5F2071703}" srcOrd="0" destOrd="0" presId="urn:microsoft.com/office/officeart/2005/8/layout/vList2"/>
    <dgm:cxn modelId="{08AC948C-98B5-4258-821C-9301F0E66E4A}" srcId="{2572AB06-D592-4290-930B-3F485AE98BCB}" destId="{77176E78-B1FE-4496-8C63-0155D2C139E3}" srcOrd="3" destOrd="0" parTransId="{3AFCB945-62D0-42F9-BEE7-8BD8E8107104}" sibTransId="{3106864C-AA7C-46E5-AC87-11835B477405}"/>
    <dgm:cxn modelId="{24118DBE-09A8-4BE5-8353-15B2F969E35D}" type="presOf" srcId="{77176E78-B1FE-4496-8C63-0155D2C139E3}" destId="{41D069B2-3932-4D0A-BA0B-C525E9880FBB}" srcOrd="0" destOrd="0" presId="urn:microsoft.com/office/officeart/2005/8/layout/vList2"/>
    <dgm:cxn modelId="{F89475C1-1947-45B6-8C46-1D22A51EFA1A}" srcId="{2572AB06-D592-4290-930B-3F485AE98BCB}" destId="{8BA78920-6448-418D-8925-E7270889A0AE}" srcOrd="2" destOrd="0" parTransId="{DC694BBC-A763-4270-83A9-805F48888F20}" sibTransId="{EA633500-AC46-4008-818E-19B141738754}"/>
    <dgm:cxn modelId="{B0C28AC2-196F-426A-B612-19BF75000C9C}" type="presOf" srcId="{8BA78920-6448-418D-8925-E7270889A0AE}" destId="{61B3050B-0EB0-4967-83E3-967275CE296F}" srcOrd="0" destOrd="0" presId="urn:microsoft.com/office/officeart/2005/8/layout/vList2"/>
    <dgm:cxn modelId="{C0F5B2CA-4FF5-4FE7-914B-EB117080D320}" type="presOf" srcId="{B4EA35AB-EECF-4AC0-96A1-E832314A95D2}" destId="{0E2896EC-6135-4073-AAB1-820CFF706B36}" srcOrd="0" destOrd="0" presId="urn:microsoft.com/office/officeart/2005/8/layout/vList2"/>
    <dgm:cxn modelId="{375EE4D8-A578-4565-B64D-EABFD485B536}" srcId="{2572AB06-D592-4290-930B-3F485AE98BCB}" destId="{921B4234-D228-4E94-B284-619F9917E89E}" srcOrd="4" destOrd="0" parTransId="{4D8CFE9B-4981-4AFA-BE60-034198E22460}" sibTransId="{568BBDE5-9F69-43BC-BBA4-62374377C4B7}"/>
    <dgm:cxn modelId="{EDA19AED-3811-4017-8AA6-83A901E81B9C}" type="presOf" srcId="{2572AB06-D592-4290-930B-3F485AE98BCB}" destId="{3AB26934-E482-49F1-B1ED-F2AA98BE667E}" srcOrd="0" destOrd="0" presId="urn:microsoft.com/office/officeart/2005/8/layout/vList2"/>
    <dgm:cxn modelId="{40D09D41-A869-417D-AD88-2982C3C73EB0}" type="presParOf" srcId="{3AB26934-E482-49F1-B1ED-F2AA98BE667E}" destId="{0E2896EC-6135-4073-AAB1-820CFF706B36}" srcOrd="0" destOrd="0" presId="urn:microsoft.com/office/officeart/2005/8/layout/vList2"/>
    <dgm:cxn modelId="{359BCD9D-F17A-4D87-A286-C0FE9F283C3A}" type="presParOf" srcId="{3AB26934-E482-49F1-B1ED-F2AA98BE667E}" destId="{9AB337D5-D9EC-4CA0-B42B-E8F1D9844F48}" srcOrd="1" destOrd="0" presId="urn:microsoft.com/office/officeart/2005/8/layout/vList2"/>
    <dgm:cxn modelId="{19B95C97-76A0-41F7-B751-5D7D2404D473}" type="presParOf" srcId="{3AB26934-E482-49F1-B1ED-F2AA98BE667E}" destId="{7B90917C-8D9B-4CFD-9D1D-4A808A6061B1}" srcOrd="2" destOrd="0" presId="urn:microsoft.com/office/officeart/2005/8/layout/vList2"/>
    <dgm:cxn modelId="{46A6C49C-282D-48A2-9F36-106CAB6E4D38}" type="presParOf" srcId="{3AB26934-E482-49F1-B1ED-F2AA98BE667E}" destId="{7393C561-7417-42DD-9CB0-FD37F92242BD}" srcOrd="3" destOrd="0" presId="urn:microsoft.com/office/officeart/2005/8/layout/vList2"/>
    <dgm:cxn modelId="{3EEEB127-A8CE-458D-B81B-C29E17283118}" type="presParOf" srcId="{3AB26934-E482-49F1-B1ED-F2AA98BE667E}" destId="{61B3050B-0EB0-4967-83E3-967275CE296F}" srcOrd="4" destOrd="0" presId="urn:microsoft.com/office/officeart/2005/8/layout/vList2"/>
    <dgm:cxn modelId="{1EE0AA30-4A13-4FF3-933C-6CCA9CF4C8A0}" type="presParOf" srcId="{3AB26934-E482-49F1-B1ED-F2AA98BE667E}" destId="{ACC40BE7-953A-4606-98B8-BFA47A139E6B}" srcOrd="5" destOrd="0" presId="urn:microsoft.com/office/officeart/2005/8/layout/vList2"/>
    <dgm:cxn modelId="{77CB5522-E149-4DC0-B5CA-64FC465A6B7A}" type="presParOf" srcId="{3AB26934-E482-49F1-B1ED-F2AA98BE667E}" destId="{41D069B2-3932-4D0A-BA0B-C525E9880FBB}" srcOrd="6" destOrd="0" presId="urn:microsoft.com/office/officeart/2005/8/layout/vList2"/>
    <dgm:cxn modelId="{134DAB4C-8419-4FDD-BACB-8B0EA676D4C0}" type="presParOf" srcId="{3AB26934-E482-49F1-B1ED-F2AA98BE667E}" destId="{E224E50B-8049-4640-8BE6-D26CF4F34D3A}" srcOrd="7" destOrd="0" presId="urn:microsoft.com/office/officeart/2005/8/layout/vList2"/>
    <dgm:cxn modelId="{19419CA9-ECBE-4567-BBB8-3E0A7FF33F49}" type="presParOf" srcId="{3AB26934-E482-49F1-B1ED-F2AA98BE667E}" destId="{5504C8AC-A987-4F76-9B4A-B9C5F2071703}"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465EF80-3ED5-45F7-BB78-A4697236EAC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C320D3A-80D5-429A-8D7E-7216B250D074}">
      <dgm:prSet/>
      <dgm:spPr/>
      <dgm:t>
        <a:bodyPr/>
        <a:lstStyle/>
        <a:p>
          <a:r>
            <a:rPr lang="ru-RU" b="0" i="0"/>
            <a:t>прийняття Декларації про державний суверенітет України (16 липня 1990 р.)</a:t>
          </a:r>
          <a:endParaRPr lang="uk-UA"/>
        </a:p>
      </dgm:t>
    </dgm:pt>
    <dgm:pt modelId="{229387D0-F040-4F2E-9CC7-14B95A761D0C}" type="parTrans" cxnId="{7D686567-4E3B-4D16-995A-127F79174D27}">
      <dgm:prSet/>
      <dgm:spPr/>
      <dgm:t>
        <a:bodyPr/>
        <a:lstStyle/>
        <a:p>
          <a:endParaRPr lang="uk-UA"/>
        </a:p>
      </dgm:t>
    </dgm:pt>
    <dgm:pt modelId="{06D65D8F-ED3E-47FB-9F5C-4B3D6C20E56B}" type="sibTrans" cxnId="{7D686567-4E3B-4D16-995A-127F79174D27}">
      <dgm:prSet/>
      <dgm:spPr/>
      <dgm:t>
        <a:bodyPr/>
        <a:lstStyle/>
        <a:p>
          <a:endParaRPr lang="uk-UA"/>
        </a:p>
      </dgm:t>
    </dgm:pt>
    <dgm:pt modelId="{40B1AD51-7A32-42A0-BDA8-5668DFC24BAE}">
      <dgm:prSet/>
      <dgm:spPr/>
      <dgm:t>
        <a:bodyPr/>
        <a:lstStyle/>
        <a:p>
          <a:r>
            <a:rPr lang="ru-RU" b="0" i="0"/>
            <a:t>схвалення Акта проголошення незалежності України (24 серпня 1991 р.)</a:t>
          </a:r>
          <a:endParaRPr lang="uk-UA"/>
        </a:p>
      </dgm:t>
    </dgm:pt>
    <dgm:pt modelId="{E07F5A40-3FAA-4615-8B98-321203A22D47}" type="parTrans" cxnId="{1DB9C7C6-0512-4106-BB59-B5C67C0B19BB}">
      <dgm:prSet/>
      <dgm:spPr/>
      <dgm:t>
        <a:bodyPr/>
        <a:lstStyle/>
        <a:p>
          <a:endParaRPr lang="uk-UA"/>
        </a:p>
      </dgm:t>
    </dgm:pt>
    <dgm:pt modelId="{81CFA9B9-EDAE-4A86-BA94-C92AF342889C}" type="sibTrans" cxnId="{1DB9C7C6-0512-4106-BB59-B5C67C0B19BB}">
      <dgm:prSet/>
      <dgm:spPr/>
      <dgm:t>
        <a:bodyPr/>
        <a:lstStyle/>
        <a:p>
          <a:endParaRPr lang="uk-UA"/>
        </a:p>
      </dgm:t>
    </dgm:pt>
    <dgm:pt modelId="{7A17E693-1215-43C6-8442-72156DE19C37}">
      <dgm:prSet/>
      <dgm:spPr/>
      <dgm:t>
        <a:bodyPr/>
        <a:lstStyle/>
        <a:p>
          <a:r>
            <a:rPr lang="ru-RU" b="0" i="0"/>
            <a:t>проведення Всеукраїнського референдуму (1 грудня 1991 р.)</a:t>
          </a:r>
          <a:endParaRPr lang="uk-UA"/>
        </a:p>
      </dgm:t>
    </dgm:pt>
    <dgm:pt modelId="{EFF82BA2-336C-454B-9E9D-5989AA527097}" type="parTrans" cxnId="{86EDE36B-07DF-48BE-A114-CAFF76C19912}">
      <dgm:prSet/>
      <dgm:spPr/>
      <dgm:t>
        <a:bodyPr/>
        <a:lstStyle/>
        <a:p>
          <a:endParaRPr lang="uk-UA"/>
        </a:p>
      </dgm:t>
    </dgm:pt>
    <dgm:pt modelId="{150D4C77-9703-420A-85D0-160904BB3A71}" type="sibTrans" cxnId="{86EDE36B-07DF-48BE-A114-CAFF76C19912}">
      <dgm:prSet/>
      <dgm:spPr/>
      <dgm:t>
        <a:bodyPr/>
        <a:lstStyle/>
        <a:p>
          <a:endParaRPr lang="uk-UA"/>
        </a:p>
      </dgm:t>
    </dgm:pt>
    <dgm:pt modelId="{B81A0F12-BA08-416E-9318-69B193C2C479}">
      <dgm:prSet/>
      <dgm:spPr/>
      <dgm:t>
        <a:bodyPr/>
        <a:lstStyle/>
        <a:p>
          <a:r>
            <a:rPr lang="ru-RU" b="0" i="0"/>
            <a:t>утворення Співдружності Незалежних Держав (8 грудня 1991 р.)</a:t>
          </a:r>
          <a:endParaRPr lang="uk-UA"/>
        </a:p>
      </dgm:t>
    </dgm:pt>
    <dgm:pt modelId="{52FE9771-9BE3-40B2-8F4D-02BE78F8A823}" type="parTrans" cxnId="{519B664A-CC63-4862-A545-C44D83BA8EFD}">
      <dgm:prSet/>
      <dgm:spPr/>
      <dgm:t>
        <a:bodyPr/>
        <a:lstStyle/>
        <a:p>
          <a:endParaRPr lang="uk-UA"/>
        </a:p>
      </dgm:t>
    </dgm:pt>
    <dgm:pt modelId="{2987D791-4FAC-4E44-B979-26FFED50B2A9}" type="sibTrans" cxnId="{519B664A-CC63-4862-A545-C44D83BA8EFD}">
      <dgm:prSet/>
      <dgm:spPr/>
      <dgm:t>
        <a:bodyPr/>
        <a:lstStyle/>
        <a:p>
          <a:endParaRPr lang="uk-UA"/>
        </a:p>
      </dgm:t>
    </dgm:pt>
    <dgm:pt modelId="{77F18B83-60CE-4078-9246-BA73B01D4102}" type="pres">
      <dgm:prSet presAssocID="{2465EF80-3ED5-45F7-BB78-A4697236EAC3}" presName="linear" presStyleCnt="0">
        <dgm:presLayoutVars>
          <dgm:animLvl val="lvl"/>
          <dgm:resizeHandles val="exact"/>
        </dgm:presLayoutVars>
      </dgm:prSet>
      <dgm:spPr/>
    </dgm:pt>
    <dgm:pt modelId="{BCB907D4-1042-4CCB-8664-934BE217634D}" type="pres">
      <dgm:prSet presAssocID="{7C320D3A-80D5-429A-8D7E-7216B250D074}" presName="parentText" presStyleLbl="node1" presStyleIdx="0" presStyleCnt="4">
        <dgm:presLayoutVars>
          <dgm:chMax val="0"/>
          <dgm:bulletEnabled val="1"/>
        </dgm:presLayoutVars>
      </dgm:prSet>
      <dgm:spPr/>
    </dgm:pt>
    <dgm:pt modelId="{A488BDD0-D08B-448A-ABFA-D6C8657A870D}" type="pres">
      <dgm:prSet presAssocID="{06D65D8F-ED3E-47FB-9F5C-4B3D6C20E56B}" presName="spacer" presStyleCnt="0"/>
      <dgm:spPr/>
    </dgm:pt>
    <dgm:pt modelId="{E2274613-7473-4DF2-862B-1275EAD33E85}" type="pres">
      <dgm:prSet presAssocID="{40B1AD51-7A32-42A0-BDA8-5668DFC24BAE}" presName="parentText" presStyleLbl="node1" presStyleIdx="1" presStyleCnt="4">
        <dgm:presLayoutVars>
          <dgm:chMax val="0"/>
          <dgm:bulletEnabled val="1"/>
        </dgm:presLayoutVars>
      </dgm:prSet>
      <dgm:spPr/>
    </dgm:pt>
    <dgm:pt modelId="{1AB30925-1370-49B1-98A8-3811DC08ED01}" type="pres">
      <dgm:prSet presAssocID="{81CFA9B9-EDAE-4A86-BA94-C92AF342889C}" presName="spacer" presStyleCnt="0"/>
      <dgm:spPr/>
    </dgm:pt>
    <dgm:pt modelId="{ADAF0551-75AF-468B-B0C9-DB2BC4187027}" type="pres">
      <dgm:prSet presAssocID="{7A17E693-1215-43C6-8442-72156DE19C37}" presName="parentText" presStyleLbl="node1" presStyleIdx="2" presStyleCnt="4">
        <dgm:presLayoutVars>
          <dgm:chMax val="0"/>
          <dgm:bulletEnabled val="1"/>
        </dgm:presLayoutVars>
      </dgm:prSet>
      <dgm:spPr/>
    </dgm:pt>
    <dgm:pt modelId="{30573EE8-66C3-4EC7-8E03-2D51B3FEC750}" type="pres">
      <dgm:prSet presAssocID="{150D4C77-9703-420A-85D0-160904BB3A71}" presName="spacer" presStyleCnt="0"/>
      <dgm:spPr/>
    </dgm:pt>
    <dgm:pt modelId="{D6BBE889-EB53-43B6-9E97-F611D9A94622}" type="pres">
      <dgm:prSet presAssocID="{B81A0F12-BA08-416E-9318-69B193C2C479}" presName="parentText" presStyleLbl="node1" presStyleIdx="3" presStyleCnt="4">
        <dgm:presLayoutVars>
          <dgm:chMax val="0"/>
          <dgm:bulletEnabled val="1"/>
        </dgm:presLayoutVars>
      </dgm:prSet>
      <dgm:spPr/>
    </dgm:pt>
  </dgm:ptLst>
  <dgm:cxnLst>
    <dgm:cxn modelId="{9FA2ED04-BAD4-44B3-81B2-56BA42D59729}" type="presOf" srcId="{2465EF80-3ED5-45F7-BB78-A4697236EAC3}" destId="{77F18B83-60CE-4078-9246-BA73B01D4102}" srcOrd="0" destOrd="0" presId="urn:microsoft.com/office/officeart/2005/8/layout/vList2"/>
    <dgm:cxn modelId="{984C432A-7D44-44E6-8906-1BFC7E1D7EAF}" type="presOf" srcId="{7A17E693-1215-43C6-8442-72156DE19C37}" destId="{ADAF0551-75AF-468B-B0C9-DB2BC4187027}" srcOrd="0" destOrd="0" presId="urn:microsoft.com/office/officeart/2005/8/layout/vList2"/>
    <dgm:cxn modelId="{7D686567-4E3B-4D16-995A-127F79174D27}" srcId="{2465EF80-3ED5-45F7-BB78-A4697236EAC3}" destId="{7C320D3A-80D5-429A-8D7E-7216B250D074}" srcOrd="0" destOrd="0" parTransId="{229387D0-F040-4F2E-9CC7-14B95A761D0C}" sibTransId="{06D65D8F-ED3E-47FB-9F5C-4B3D6C20E56B}"/>
    <dgm:cxn modelId="{519B664A-CC63-4862-A545-C44D83BA8EFD}" srcId="{2465EF80-3ED5-45F7-BB78-A4697236EAC3}" destId="{B81A0F12-BA08-416E-9318-69B193C2C479}" srcOrd="3" destOrd="0" parTransId="{52FE9771-9BE3-40B2-8F4D-02BE78F8A823}" sibTransId="{2987D791-4FAC-4E44-B979-26FFED50B2A9}"/>
    <dgm:cxn modelId="{86EDE36B-07DF-48BE-A114-CAFF76C19912}" srcId="{2465EF80-3ED5-45F7-BB78-A4697236EAC3}" destId="{7A17E693-1215-43C6-8442-72156DE19C37}" srcOrd="2" destOrd="0" parTransId="{EFF82BA2-336C-454B-9E9D-5989AA527097}" sibTransId="{150D4C77-9703-420A-85D0-160904BB3A71}"/>
    <dgm:cxn modelId="{679B644E-65AA-4EF3-BAB0-B72DF79624F2}" type="presOf" srcId="{7C320D3A-80D5-429A-8D7E-7216B250D074}" destId="{BCB907D4-1042-4CCB-8664-934BE217634D}" srcOrd="0" destOrd="0" presId="urn:microsoft.com/office/officeart/2005/8/layout/vList2"/>
    <dgm:cxn modelId="{D0637C8B-AA18-4778-9949-C70FBFC3F8D6}" type="presOf" srcId="{B81A0F12-BA08-416E-9318-69B193C2C479}" destId="{D6BBE889-EB53-43B6-9E97-F611D9A94622}" srcOrd="0" destOrd="0" presId="urn:microsoft.com/office/officeart/2005/8/layout/vList2"/>
    <dgm:cxn modelId="{1DB9C7C6-0512-4106-BB59-B5C67C0B19BB}" srcId="{2465EF80-3ED5-45F7-BB78-A4697236EAC3}" destId="{40B1AD51-7A32-42A0-BDA8-5668DFC24BAE}" srcOrd="1" destOrd="0" parTransId="{E07F5A40-3FAA-4615-8B98-321203A22D47}" sibTransId="{81CFA9B9-EDAE-4A86-BA94-C92AF342889C}"/>
    <dgm:cxn modelId="{B3FBE4D7-8E52-46D0-A9B3-D44FE6936287}" type="presOf" srcId="{40B1AD51-7A32-42A0-BDA8-5668DFC24BAE}" destId="{E2274613-7473-4DF2-862B-1275EAD33E85}" srcOrd="0" destOrd="0" presId="urn:microsoft.com/office/officeart/2005/8/layout/vList2"/>
    <dgm:cxn modelId="{FE3D1704-59B1-4B50-84F6-B8B04B46D585}" type="presParOf" srcId="{77F18B83-60CE-4078-9246-BA73B01D4102}" destId="{BCB907D4-1042-4CCB-8664-934BE217634D}" srcOrd="0" destOrd="0" presId="urn:microsoft.com/office/officeart/2005/8/layout/vList2"/>
    <dgm:cxn modelId="{EF544211-46CB-4E91-9B00-F21F7BD49A36}" type="presParOf" srcId="{77F18B83-60CE-4078-9246-BA73B01D4102}" destId="{A488BDD0-D08B-448A-ABFA-D6C8657A870D}" srcOrd="1" destOrd="0" presId="urn:microsoft.com/office/officeart/2005/8/layout/vList2"/>
    <dgm:cxn modelId="{AABFC096-06B7-4D54-AD20-BE4DC2AA71DC}" type="presParOf" srcId="{77F18B83-60CE-4078-9246-BA73B01D4102}" destId="{E2274613-7473-4DF2-862B-1275EAD33E85}" srcOrd="2" destOrd="0" presId="urn:microsoft.com/office/officeart/2005/8/layout/vList2"/>
    <dgm:cxn modelId="{0748063C-3939-45C5-B302-AA9BA8BED8D8}" type="presParOf" srcId="{77F18B83-60CE-4078-9246-BA73B01D4102}" destId="{1AB30925-1370-49B1-98A8-3811DC08ED01}" srcOrd="3" destOrd="0" presId="urn:microsoft.com/office/officeart/2005/8/layout/vList2"/>
    <dgm:cxn modelId="{4B064F08-0ECE-4BE2-A072-35A0D037B178}" type="presParOf" srcId="{77F18B83-60CE-4078-9246-BA73B01D4102}" destId="{ADAF0551-75AF-468B-B0C9-DB2BC4187027}" srcOrd="4" destOrd="0" presId="urn:microsoft.com/office/officeart/2005/8/layout/vList2"/>
    <dgm:cxn modelId="{03B8F95F-A7D1-43E7-A1A1-85154AFC401F}" type="presParOf" srcId="{77F18B83-60CE-4078-9246-BA73B01D4102}" destId="{30573EE8-66C3-4EC7-8E03-2D51B3FEC750}" srcOrd="5" destOrd="0" presId="urn:microsoft.com/office/officeart/2005/8/layout/vList2"/>
    <dgm:cxn modelId="{6782F738-9CFF-4F2A-866B-3A9FB70E6B82}" type="presParOf" srcId="{77F18B83-60CE-4078-9246-BA73B01D4102}" destId="{D6BBE889-EB53-43B6-9E97-F611D9A9462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CBB18E5-09FB-4C7A-98D3-AB322275DA9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D81B9329-253D-47E7-87AB-0FB10062A2CE}">
      <dgm:prSet/>
      <dgm:spPr/>
      <dgm:t>
        <a:bodyPr/>
        <a:lstStyle/>
        <a:p>
          <a:r>
            <a:rPr lang="ru-RU" b="0" i="0"/>
            <a:t>набуття Україною членства в Раді Європи.</a:t>
          </a:r>
          <a:endParaRPr lang="uk-UA"/>
        </a:p>
      </dgm:t>
    </dgm:pt>
    <dgm:pt modelId="{179C10EB-885E-4347-B398-33B2C111E567}" type="parTrans" cxnId="{378D27EA-AD30-4471-8F90-DB37E4E35E86}">
      <dgm:prSet/>
      <dgm:spPr/>
      <dgm:t>
        <a:bodyPr/>
        <a:lstStyle/>
        <a:p>
          <a:endParaRPr lang="uk-UA"/>
        </a:p>
      </dgm:t>
    </dgm:pt>
    <dgm:pt modelId="{F3A01355-CE78-4766-BCDC-C0AC686898A2}" type="sibTrans" cxnId="{378D27EA-AD30-4471-8F90-DB37E4E35E86}">
      <dgm:prSet/>
      <dgm:spPr/>
      <dgm:t>
        <a:bodyPr/>
        <a:lstStyle/>
        <a:p>
          <a:endParaRPr lang="uk-UA"/>
        </a:p>
      </dgm:t>
    </dgm:pt>
    <dgm:pt modelId="{B6DCAB27-9B3B-427C-B63E-E4CAE24F8075}">
      <dgm:prSet/>
      <dgm:spPr/>
      <dgm:t>
        <a:bodyPr/>
        <a:lstStyle/>
        <a:p>
          <a:r>
            <a:rPr lang="ru-RU" b="0" i="0"/>
            <a:t>обрання першого Президента України.</a:t>
          </a:r>
          <a:endParaRPr lang="uk-UA"/>
        </a:p>
      </dgm:t>
    </dgm:pt>
    <dgm:pt modelId="{20DEC7FB-A888-4050-B1CE-090226BF4A32}" type="parTrans" cxnId="{7B9CE72A-947B-43E3-9018-DBC7FEA3B816}">
      <dgm:prSet/>
      <dgm:spPr/>
      <dgm:t>
        <a:bodyPr/>
        <a:lstStyle/>
        <a:p>
          <a:endParaRPr lang="uk-UA"/>
        </a:p>
      </dgm:t>
    </dgm:pt>
    <dgm:pt modelId="{F24282BE-5CAC-472A-B849-21AAD1B10F93}" type="sibTrans" cxnId="{7B9CE72A-947B-43E3-9018-DBC7FEA3B816}">
      <dgm:prSet/>
      <dgm:spPr/>
      <dgm:t>
        <a:bodyPr/>
        <a:lstStyle/>
        <a:p>
          <a:endParaRPr lang="uk-UA"/>
        </a:p>
      </dgm:t>
    </dgm:pt>
    <dgm:pt modelId="{E58CE666-A8DF-423E-9E13-4888141D4D3F}">
      <dgm:prSet/>
      <dgm:spPr/>
      <dgm:t>
        <a:bodyPr/>
        <a:lstStyle/>
        <a:p>
          <a:r>
            <a:rPr lang="ru-RU" b="0" i="0"/>
            <a:t>ухвалення Конституції України.</a:t>
          </a:r>
          <a:endParaRPr lang="uk-UA"/>
        </a:p>
      </dgm:t>
    </dgm:pt>
    <dgm:pt modelId="{A7752C15-64AB-4637-BC79-1BBF53136B55}" type="parTrans" cxnId="{7703CF91-AE3F-4C9A-B9CF-9C1FBCCCC1A6}">
      <dgm:prSet/>
      <dgm:spPr/>
      <dgm:t>
        <a:bodyPr/>
        <a:lstStyle/>
        <a:p>
          <a:endParaRPr lang="uk-UA"/>
        </a:p>
      </dgm:t>
    </dgm:pt>
    <dgm:pt modelId="{0053CF10-0C9F-4E3C-A4A9-7D336FA38742}" type="sibTrans" cxnId="{7703CF91-AE3F-4C9A-B9CF-9C1FBCCCC1A6}">
      <dgm:prSet/>
      <dgm:spPr/>
      <dgm:t>
        <a:bodyPr/>
        <a:lstStyle/>
        <a:p>
          <a:endParaRPr lang="uk-UA"/>
        </a:p>
      </dgm:t>
    </dgm:pt>
    <dgm:pt modelId="{24400F17-D418-4A21-83B8-C0C416D6C0B0}">
      <dgm:prSet/>
      <dgm:spPr/>
      <dgm:t>
        <a:bodyPr/>
        <a:lstStyle/>
        <a:p>
          <a:r>
            <a:rPr lang="ru-RU" b="0" i="0"/>
            <a:t>заснування Збройних Сил України.</a:t>
          </a:r>
          <a:endParaRPr lang="uk-UA"/>
        </a:p>
      </dgm:t>
    </dgm:pt>
    <dgm:pt modelId="{A9A04CC0-C87C-4087-8C3E-6FD400E6D587}" type="parTrans" cxnId="{D012A9D8-8D03-44CD-B0E1-30CA9526A420}">
      <dgm:prSet/>
      <dgm:spPr/>
      <dgm:t>
        <a:bodyPr/>
        <a:lstStyle/>
        <a:p>
          <a:endParaRPr lang="uk-UA"/>
        </a:p>
      </dgm:t>
    </dgm:pt>
    <dgm:pt modelId="{9D484B64-8156-4BAB-999B-C3A6FC9E5CE1}" type="sibTrans" cxnId="{D012A9D8-8D03-44CD-B0E1-30CA9526A420}">
      <dgm:prSet/>
      <dgm:spPr/>
      <dgm:t>
        <a:bodyPr/>
        <a:lstStyle/>
        <a:p>
          <a:endParaRPr lang="uk-UA"/>
        </a:p>
      </dgm:t>
    </dgm:pt>
    <dgm:pt modelId="{0628938D-8860-43D8-96D6-C01F179E25DE}" type="pres">
      <dgm:prSet presAssocID="{ECBB18E5-09FB-4C7A-98D3-AB322275DA96}" presName="linear" presStyleCnt="0">
        <dgm:presLayoutVars>
          <dgm:animLvl val="lvl"/>
          <dgm:resizeHandles val="exact"/>
        </dgm:presLayoutVars>
      </dgm:prSet>
      <dgm:spPr/>
    </dgm:pt>
    <dgm:pt modelId="{33207BF4-AB59-42E7-BB05-CF0EF21C7686}" type="pres">
      <dgm:prSet presAssocID="{D81B9329-253D-47E7-87AB-0FB10062A2CE}" presName="parentText" presStyleLbl="node1" presStyleIdx="0" presStyleCnt="4">
        <dgm:presLayoutVars>
          <dgm:chMax val="0"/>
          <dgm:bulletEnabled val="1"/>
        </dgm:presLayoutVars>
      </dgm:prSet>
      <dgm:spPr/>
    </dgm:pt>
    <dgm:pt modelId="{434B3D1A-0878-4BA2-A37B-3DF082CE5D20}" type="pres">
      <dgm:prSet presAssocID="{F3A01355-CE78-4766-BCDC-C0AC686898A2}" presName="spacer" presStyleCnt="0"/>
      <dgm:spPr/>
    </dgm:pt>
    <dgm:pt modelId="{828AC26D-F5B7-4D17-AECD-013CB338E7F9}" type="pres">
      <dgm:prSet presAssocID="{B6DCAB27-9B3B-427C-B63E-E4CAE24F8075}" presName="parentText" presStyleLbl="node1" presStyleIdx="1" presStyleCnt="4">
        <dgm:presLayoutVars>
          <dgm:chMax val="0"/>
          <dgm:bulletEnabled val="1"/>
        </dgm:presLayoutVars>
      </dgm:prSet>
      <dgm:spPr/>
    </dgm:pt>
    <dgm:pt modelId="{55F734B6-ECE5-4CD5-92E4-16420238148A}" type="pres">
      <dgm:prSet presAssocID="{F24282BE-5CAC-472A-B849-21AAD1B10F93}" presName="spacer" presStyleCnt="0"/>
      <dgm:spPr/>
    </dgm:pt>
    <dgm:pt modelId="{218C9B8A-9E27-4124-B934-9997AC5CABEF}" type="pres">
      <dgm:prSet presAssocID="{E58CE666-A8DF-423E-9E13-4888141D4D3F}" presName="parentText" presStyleLbl="node1" presStyleIdx="2" presStyleCnt="4">
        <dgm:presLayoutVars>
          <dgm:chMax val="0"/>
          <dgm:bulletEnabled val="1"/>
        </dgm:presLayoutVars>
      </dgm:prSet>
      <dgm:spPr/>
    </dgm:pt>
    <dgm:pt modelId="{AA0A0280-5912-4C6B-85BF-32D2DB7FA0F7}" type="pres">
      <dgm:prSet presAssocID="{0053CF10-0C9F-4E3C-A4A9-7D336FA38742}" presName="spacer" presStyleCnt="0"/>
      <dgm:spPr/>
    </dgm:pt>
    <dgm:pt modelId="{ACF93587-F824-4738-8D21-AC639884F91D}" type="pres">
      <dgm:prSet presAssocID="{24400F17-D418-4A21-83B8-C0C416D6C0B0}" presName="parentText" presStyleLbl="node1" presStyleIdx="3" presStyleCnt="4">
        <dgm:presLayoutVars>
          <dgm:chMax val="0"/>
          <dgm:bulletEnabled val="1"/>
        </dgm:presLayoutVars>
      </dgm:prSet>
      <dgm:spPr/>
    </dgm:pt>
  </dgm:ptLst>
  <dgm:cxnLst>
    <dgm:cxn modelId="{C1F0021C-60F0-4B47-BD48-7C40F66C2E10}" type="presOf" srcId="{D81B9329-253D-47E7-87AB-0FB10062A2CE}" destId="{33207BF4-AB59-42E7-BB05-CF0EF21C7686}" srcOrd="0" destOrd="0" presId="urn:microsoft.com/office/officeart/2005/8/layout/vList2"/>
    <dgm:cxn modelId="{48900423-7A2B-4DDB-9608-B81AD86CD97D}" type="presOf" srcId="{24400F17-D418-4A21-83B8-C0C416D6C0B0}" destId="{ACF93587-F824-4738-8D21-AC639884F91D}" srcOrd="0" destOrd="0" presId="urn:microsoft.com/office/officeart/2005/8/layout/vList2"/>
    <dgm:cxn modelId="{7B9CE72A-947B-43E3-9018-DBC7FEA3B816}" srcId="{ECBB18E5-09FB-4C7A-98D3-AB322275DA96}" destId="{B6DCAB27-9B3B-427C-B63E-E4CAE24F8075}" srcOrd="1" destOrd="0" parTransId="{20DEC7FB-A888-4050-B1CE-090226BF4A32}" sibTransId="{F24282BE-5CAC-472A-B849-21AAD1B10F93}"/>
    <dgm:cxn modelId="{03DAB230-83D0-4B11-A253-91ADD737618C}" type="presOf" srcId="{B6DCAB27-9B3B-427C-B63E-E4CAE24F8075}" destId="{828AC26D-F5B7-4D17-AECD-013CB338E7F9}" srcOrd="0" destOrd="0" presId="urn:microsoft.com/office/officeart/2005/8/layout/vList2"/>
    <dgm:cxn modelId="{7703CF91-AE3F-4C9A-B9CF-9C1FBCCCC1A6}" srcId="{ECBB18E5-09FB-4C7A-98D3-AB322275DA96}" destId="{E58CE666-A8DF-423E-9E13-4888141D4D3F}" srcOrd="2" destOrd="0" parTransId="{A7752C15-64AB-4637-BC79-1BBF53136B55}" sibTransId="{0053CF10-0C9F-4E3C-A4A9-7D336FA38742}"/>
    <dgm:cxn modelId="{02532C92-8911-4738-A385-0301D914C34D}" type="presOf" srcId="{E58CE666-A8DF-423E-9E13-4888141D4D3F}" destId="{218C9B8A-9E27-4124-B934-9997AC5CABEF}" srcOrd="0" destOrd="0" presId="urn:microsoft.com/office/officeart/2005/8/layout/vList2"/>
    <dgm:cxn modelId="{BAF021AB-7C8B-4633-9DA8-ED14E1621F19}" type="presOf" srcId="{ECBB18E5-09FB-4C7A-98D3-AB322275DA96}" destId="{0628938D-8860-43D8-96D6-C01F179E25DE}" srcOrd="0" destOrd="0" presId="urn:microsoft.com/office/officeart/2005/8/layout/vList2"/>
    <dgm:cxn modelId="{D012A9D8-8D03-44CD-B0E1-30CA9526A420}" srcId="{ECBB18E5-09FB-4C7A-98D3-AB322275DA96}" destId="{24400F17-D418-4A21-83B8-C0C416D6C0B0}" srcOrd="3" destOrd="0" parTransId="{A9A04CC0-C87C-4087-8C3E-6FD400E6D587}" sibTransId="{9D484B64-8156-4BAB-999B-C3A6FC9E5CE1}"/>
    <dgm:cxn modelId="{378D27EA-AD30-4471-8F90-DB37E4E35E86}" srcId="{ECBB18E5-09FB-4C7A-98D3-AB322275DA96}" destId="{D81B9329-253D-47E7-87AB-0FB10062A2CE}" srcOrd="0" destOrd="0" parTransId="{179C10EB-885E-4347-B398-33B2C111E567}" sibTransId="{F3A01355-CE78-4766-BCDC-C0AC686898A2}"/>
    <dgm:cxn modelId="{FC18FC1E-3D4C-4550-AC7F-354D0B9D2D76}" type="presParOf" srcId="{0628938D-8860-43D8-96D6-C01F179E25DE}" destId="{33207BF4-AB59-42E7-BB05-CF0EF21C7686}" srcOrd="0" destOrd="0" presId="urn:microsoft.com/office/officeart/2005/8/layout/vList2"/>
    <dgm:cxn modelId="{595576A5-C939-4973-9009-9A9ADFD357BA}" type="presParOf" srcId="{0628938D-8860-43D8-96D6-C01F179E25DE}" destId="{434B3D1A-0878-4BA2-A37B-3DF082CE5D20}" srcOrd="1" destOrd="0" presId="urn:microsoft.com/office/officeart/2005/8/layout/vList2"/>
    <dgm:cxn modelId="{49A397BA-D281-4ACB-8930-8E4D8541F61B}" type="presParOf" srcId="{0628938D-8860-43D8-96D6-C01F179E25DE}" destId="{828AC26D-F5B7-4D17-AECD-013CB338E7F9}" srcOrd="2" destOrd="0" presId="urn:microsoft.com/office/officeart/2005/8/layout/vList2"/>
    <dgm:cxn modelId="{4CA825DD-88BB-4E1C-B0D4-C82552D4F826}" type="presParOf" srcId="{0628938D-8860-43D8-96D6-C01F179E25DE}" destId="{55F734B6-ECE5-4CD5-92E4-16420238148A}" srcOrd="3" destOrd="0" presId="urn:microsoft.com/office/officeart/2005/8/layout/vList2"/>
    <dgm:cxn modelId="{2B0D6204-E6EC-49FB-9BE7-604B3F10D774}" type="presParOf" srcId="{0628938D-8860-43D8-96D6-C01F179E25DE}" destId="{218C9B8A-9E27-4124-B934-9997AC5CABEF}" srcOrd="4" destOrd="0" presId="urn:microsoft.com/office/officeart/2005/8/layout/vList2"/>
    <dgm:cxn modelId="{75243395-9EAD-4F6E-9B8B-A54DC9C4740C}" type="presParOf" srcId="{0628938D-8860-43D8-96D6-C01F179E25DE}" destId="{AA0A0280-5912-4C6B-85BF-32D2DB7FA0F7}" srcOrd="5" destOrd="0" presId="urn:microsoft.com/office/officeart/2005/8/layout/vList2"/>
    <dgm:cxn modelId="{6112CF9B-100E-40E3-B50D-72D242CCFC67}" type="presParOf" srcId="{0628938D-8860-43D8-96D6-C01F179E25DE}" destId="{ACF93587-F824-4738-8D21-AC639884F91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F06CB7F-0203-49F2-AF4B-6EC6BA83020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6026B2F9-C199-4844-A404-E8E1803478AF}">
      <dgm:prSet/>
      <dgm:spPr/>
      <dgm:t>
        <a:bodyPr/>
        <a:lstStyle/>
        <a:p>
          <a:r>
            <a:rPr lang="ru-RU" b="0" i="0"/>
            <a:t>1985 р.</a:t>
          </a:r>
          <a:endParaRPr lang="uk-UA"/>
        </a:p>
      </dgm:t>
    </dgm:pt>
    <dgm:pt modelId="{01EA9955-E8BD-4980-8C54-A81D16A9DE41}" type="parTrans" cxnId="{A4D4B9E0-4CCA-4134-863B-C93F4AB2B19C}">
      <dgm:prSet/>
      <dgm:spPr/>
      <dgm:t>
        <a:bodyPr/>
        <a:lstStyle/>
        <a:p>
          <a:endParaRPr lang="uk-UA"/>
        </a:p>
      </dgm:t>
    </dgm:pt>
    <dgm:pt modelId="{B55527D5-A9B2-4A7F-BD9D-D7358EF38A07}" type="sibTrans" cxnId="{A4D4B9E0-4CCA-4134-863B-C93F4AB2B19C}">
      <dgm:prSet/>
      <dgm:spPr/>
      <dgm:t>
        <a:bodyPr/>
        <a:lstStyle/>
        <a:p>
          <a:endParaRPr lang="uk-UA"/>
        </a:p>
      </dgm:t>
    </dgm:pt>
    <dgm:pt modelId="{45A9F419-E084-4A0E-ADCE-2788A2DEF2E9}">
      <dgm:prSet/>
      <dgm:spPr/>
      <dgm:t>
        <a:bodyPr/>
        <a:lstStyle/>
        <a:p>
          <a:r>
            <a:rPr lang="ru-RU" b="0" i="0"/>
            <a:t>1991 р.</a:t>
          </a:r>
          <a:endParaRPr lang="uk-UA"/>
        </a:p>
      </dgm:t>
    </dgm:pt>
    <dgm:pt modelId="{2D4290FB-6967-4890-A7E9-274085DEC535}" type="parTrans" cxnId="{0B089CB4-38E4-405E-BC4B-022D8EA0A0F9}">
      <dgm:prSet/>
      <dgm:spPr/>
      <dgm:t>
        <a:bodyPr/>
        <a:lstStyle/>
        <a:p>
          <a:endParaRPr lang="uk-UA"/>
        </a:p>
      </dgm:t>
    </dgm:pt>
    <dgm:pt modelId="{92356369-A563-4799-BA11-D7BA5EAA33E4}" type="sibTrans" cxnId="{0B089CB4-38E4-405E-BC4B-022D8EA0A0F9}">
      <dgm:prSet/>
      <dgm:spPr/>
      <dgm:t>
        <a:bodyPr/>
        <a:lstStyle/>
        <a:p>
          <a:endParaRPr lang="uk-UA"/>
        </a:p>
      </dgm:t>
    </dgm:pt>
    <dgm:pt modelId="{A332F248-DA2F-4490-B62C-4F933FDC6313}">
      <dgm:prSet/>
      <dgm:spPr/>
      <dgm:t>
        <a:bodyPr/>
        <a:lstStyle/>
        <a:p>
          <a:r>
            <a:rPr lang="ru-RU" b="0" i="0"/>
            <a:t>1996 р.</a:t>
          </a:r>
          <a:endParaRPr lang="uk-UA"/>
        </a:p>
      </dgm:t>
    </dgm:pt>
    <dgm:pt modelId="{3EF555F9-70D0-45A5-8B72-9F9D50010A3E}" type="parTrans" cxnId="{A8870366-4ACE-4DD8-8429-225460E486C8}">
      <dgm:prSet/>
      <dgm:spPr/>
      <dgm:t>
        <a:bodyPr/>
        <a:lstStyle/>
        <a:p>
          <a:endParaRPr lang="uk-UA"/>
        </a:p>
      </dgm:t>
    </dgm:pt>
    <dgm:pt modelId="{4BC04673-BB99-4DC7-8833-E980A305EB8B}" type="sibTrans" cxnId="{A8870366-4ACE-4DD8-8429-225460E486C8}">
      <dgm:prSet/>
      <dgm:spPr/>
      <dgm:t>
        <a:bodyPr/>
        <a:lstStyle/>
        <a:p>
          <a:endParaRPr lang="uk-UA"/>
        </a:p>
      </dgm:t>
    </dgm:pt>
    <dgm:pt modelId="{F41FD64F-B46E-47A9-832A-78362EE9748E}">
      <dgm:prSet/>
      <dgm:spPr/>
      <dgm:t>
        <a:bodyPr/>
        <a:lstStyle/>
        <a:p>
          <a:r>
            <a:rPr lang="ru-RU" b="0" i="0"/>
            <a:t>2004 р.</a:t>
          </a:r>
          <a:endParaRPr lang="uk-UA"/>
        </a:p>
      </dgm:t>
    </dgm:pt>
    <dgm:pt modelId="{C8E00228-05F3-4FA7-8C20-1E851571C72B}" type="parTrans" cxnId="{D9E4B116-B749-411E-87CC-45801E031BDF}">
      <dgm:prSet/>
      <dgm:spPr/>
      <dgm:t>
        <a:bodyPr/>
        <a:lstStyle/>
        <a:p>
          <a:endParaRPr lang="uk-UA"/>
        </a:p>
      </dgm:t>
    </dgm:pt>
    <dgm:pt modelId="{0F6FCD4B-6EE4-4D05-BB1E-321EB340505E}" type="sibTrans" cxnId="{D9E4B116-B749-411E-87CC-45801E031BDF}">
      <dgm:prSet/>
      <dgm:spPr/>
      <dgm:t>
        <a:bodyPr/>
        <a:lstStyle/>
        <a:p>
          <a:endParaRPr lang="uk-UA"/>
        </a:p>
      </dgm:t>
    </dgm:pt>
    <dgm:pt modelId="{0C7BF0DC-4392-4704-BC9B-7350278643BF}" type="pres">
      <dgm:prSet presAssocID="{0F06CB7F-0203-49F2-AF4B-6EC6BA83020F}" presName="matrix" presStyleCnt="0">
        <dgm:presLayoutVars>
          <dgm:chMax val="1"/>
          <dgm:dir/>
          <dgm:resizeHandles val="exact"/>
        </dgm:presLayoutVars>
      </dgm:prSet>
      <dgm:spPr/>
    </dgm:pt>
    <dgm:pt modelId="{4832863B-7119-4662-AF5A-4A510FE96770}" type="pres">
      <dgm:prSet presAssocID="{0F06CB7F-0203-49F2-AF4B-6EC6BA83020F}" presName="diamond" presStyleLbl="bgShp" presStyleIdx="0" presStyleCnt="1"/>
      <dgm:spPr/>
    </dgm:pt>
    <dgm:pt modelId="{FEB336ED-3BB3-49C0-8C9B-284D0283EC0B}" type="pres">
      <dgm:prSet presAssocID="{0F06CB7F-0203-49F2-AF4B-6EC6BA83020F}" presName="quad1" presStyleLbl="node1" presStyleIdx="0" presStyleCnt="4">
        <dgm:presLayoutVars>
          <dgm:chMax val="0"/>
          <dgm:chPref val="0"/>
          <dgm:bulletEnabled val="1"/>
        </dgm:presLayoutVars>
      </dgm:prSet>
      <dgm:spPr/>
    </dgm:pt>
    <dgm:pt modelId="{33E123FF-DBE5-4610-B2F7-F8559912E6E0}" type="pres">
      <dgm:prSet presAssocID="{0F06CB7F-0203-49F2-AF4B-6EC6BA83020F}" presName="quad2" presStyleLbl="node1" presStyleIdx="1" presStyleCnt="4">
        <dgm:presLayoutVars>
          <dgm:chMax val="0"/>
          <dgm:chPref val="0"/>
          <dgm:bulletEnabled val="1"/>
        </dgm:presLayoutVars>
      </dgm:prSet>
      <dgm:spPr/>
    </dgm:pt>
    <dgm:pt modelId="{AC01DEC0-2789-4BCD-88CD-3346B977029A}" type="pres">
      <dgm:prSet presAssocID="{0F06CB7F-0203-49F2-AF4B-6EC6BA83020F}" presName="quad3" presStyleLbl="node1" presStyleIdx="2" presStyleCnt="4">
        <dgm:presLayoutVars>
          <dgm:chMax val="0"/>
          <dgm:chPref val="0"/>
          <dgm:bulletEnabled val="1"/>
        </dgm:presLayoutVars>
      </dgm:prSet>
      <dgm:spPr/>
    </dgm:pt>
    <dgm:pt modelId="{96DB63BB-0005-4777-AEC2-BABF791B4683}" type="pres">
      <dgm:prSet presAssocID="{0F06CB7F-0203-49F2-AF4B-6EC6BA83020F}" presName="quad4" presStyleLbl="node1" presStyleIdx="3" presStyleCnt="4">
        <dgm:presLayoutVars>
          <dgm:chMax val="0"/>
          <dgm:chPref val="0"/>
          <dgm:bulletEnabled val="1"/>
        </dgm:presLayoutVars>
      </dgm:prSet>
      <dgm:spPr/>
    </dgm:pt>
  </dgm:ptLst>
  <dgm:cxnLst>
    <dgm:cxn modelId="{F0B39D02-8FC9-4430-B2E3-286998B30886}" type="presOf" srcId="{A332F248-DA2F-4490-B62C-4F933FDC6313}" destId="{AC01DEC0-2789-4BCD-88CD-3346B977029A}" srcOrd="0" destOrd="0" presId="urn:microsoft.com/office/officeart/2005/8/layout/matrix3"/>
    <dgm:cxn modelId="{D9E4B116-B749-411E-87CC-45801E031BDF}" srcId="{0F06CB7F-0203-49F2-AF4B-6EC6BA83020F}" destId="{F41FD64F-B46E-47A9-832A-78362EE9748E}" srcOrd="3" destOrd="0" parTransId="{C8E00228-05F3-4FA7-8C20-1E851571C72B}" sibTransId="{0F6FCD4B-6EE4-4D05-BB1E-321EB340505E}"/>
    <dgm:cxn modelId="{0E51E618-E6A7-426C-B624-89CAFCE0DB81}" type="presOf" srcId="{45A9F419-E084-4A0E-ADCE-2788A2DEF2E9}" destId="{33E123FF-DBE5-4610-B2F7-F8559912E6E0}" srcOrd="0" destOrd="0" presId="urn:microsoft.com/office/officeart/2005/8/layout/matrix3"/>
    <dgm:cxn modelId="{A8870366-4ACE-4DD8-8429-225460E486C8}" srcId="{0F06CB7F-0203-49F2-AF4B-6EC6BA83020F}" destId="{A332F248-DA2F-4490-B62C-4F933FDC6313}" srcOrd="2" destOrd="0" parTransId="{3EF555F9-70D0-45A5-8B72-9F9D50010A3E}" sibTransId="{4BC04673-BB99-4DC7-8833-E980A305EB8B}"/>
    <dgm:cxn modelId="{CFAE946A-9989-48EB-B875-96B70674C1E8}" type="presOf" srcId="{F41FD64F-B46E-47A9-832A-78362EE9748E}" destId="{96DB63BB-0005-4777-AEC2-BABF791B4683}" srcOrd="0" destOrd="0" presId="urn:microsoft.com/office/officeart/2005/8/layout/matrix3"/>
    <dgm:cxn modelId="{8667EBAE-4454-45AE-AE48-E2448F8AA52D}" type="presOf" srcId="{0F06CB7F-0203-49F2-AF4B-6EC6BA83020F}" destId="{0C7BF0DC-4392-4704-BC9B-7350278643BF}" srcOrd="0" destOrd="0" presId="urn:microsoft.com/office/officeart/2005/8/layout/matrix3"/>
    <dgm:cxn modelId="{0B089CB4-38E4-405E-BC4B-022D8EA0A0F9}" srcId="{0F06CB7F-0203-49F2-AF4B-6EC6BA83020F}" destId="{45A9F419-E084-4A0E-ADCE-2788A2DEF2E9}" srcOrd="1" destOrd="0" parTransId="{2D4290FB-6967-4890-A7E9-274085DEC535}" sibTransId="{92356369-A563-4799-BA11-D7BA5EAA33E4}"/>
    <dgm:cxn modelId="{96A1FEDE-E28B-4534-A436-F291470DEF7D}" type="presOf" srcId="{6026B2F9-C199-4844-A404-E8E1803478AF}" destId="{FEB336ED-3BB3-49C0-8C9B-284D0283EC0B}" srcOrd="0" destOrd="0" presId="urn:microsoft.com/office/officeart/2005/8/layout/matrix3"/>
    <dgm:cxn modelId="{A4D4B9E0-4CCA-4134-863B-C93F4AB2B19C}" srcId="{0F06CB7F-0203-49F2-AF4B-6EC6BA83020F}" destId="{6026B2F9-C199-4844-A404-E8E1803478AF}" srcOrd="0" destOrd="0" parTransId="{01EA9955-E8BD-4980-8C54-A81D16A9DE41}" sibTransId="{B55527D5-A9B2-4A7F-BD9D-D7358EF38A07}"/>
    <dgm:cxn modelId="{8538E107-9D95-4A83-B891-464B0555E02F}" type="presParOf" srcId="{0C7BF0DC-4392-4704-BC9B-7350278643BF}" destId="{4832863B-7119-4662-AF5A-4A510FE96770}" srcOrd="0" destOrd="0" presId="urn:microsoft.com/office/officeart/2005/8/layout/matrix3"/>
    <dgm:cxn modelId="{6DB6EB0D-0F9D-44B9-A189-D6CC26995C67}" type="presParOf" srcId="{0C7BF0DC-4392-4704-BC9B-7350278643BF}" destId="{FEB336ED-3BB3-49C0-8C9B-284D0283EC0B}" srcOrd="1" destOrd="0" presId="urn:microsoft.com/office/officeart/2005/8/layout/matrix3"/>
    <dgm:cxn modelId="{67780AF5-829C-4E59-A971-D29684FC52E7}" type="presParOf" srcId="{0C7BF0DC-4392-4704-BC9B-7350278643BF}" destId="{33E123FF-DBE5-4610-B2F7-F8559912E6E0}" srcOrd="2" destOrd="0" presId="urn:microsoft.com/office/officeart/2005/8/layout/matrix3"/>
    <dgm:cxn modelId="{2CB82D41-B469-4DB9-A850-EA3265CF2DDF}" type="presParOf" srcId="{0C7BF0DC-4392-4704-BC9B-7350278643BF}" destId="{AC01DEC0-2789-4BCD-88CD-3346B977029A}" srcOrd="3" destOrd="0" presId="urn:microsoft.com/office/officeart/2005/8/layout/matrix3"/>
    <dgm:cxn modelId="{0AFA2A27-DD52-436A-B023-BFA0B8BC35CF}" type="presParOf" srcId="{0C7BF0DC-4392-4704-BC9B-7350278643BF}" destId="{96DB63BB-0005-4777-AEC2-BABF791B468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319A327-7BE1-4D17-A76C-C1269EC578C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A617DAB-2A71-4192-9271-36E39832DAF2}">
      <dgm:prSet/>
      <dgm:spPr/>
      <dgm:t>
        <a:bodyPr/>
        <a:lstStyle/>
        <a:p>
          <a:r>
            <a:rPr lang="uk-UA" b="0" i="0"/>
            <a:t>Вступ України до Ради Європи.</a:t>
          </a:r>
          <a:endParaRPr lang="uk-UA"/>
        </a:p>
      </dgm:t>
    </dgm:pt>
    <dgm:pt modelId="{0C836932-6FA4-43C7-8A04-9276EF0D56A1}" type="parTrans" cxnId="{BFFE9CC1-95F0-4E3F-A836-803E34C8C8FE}">
      <dgm:prSet/>
      <dgm:spPr/>
      <dgm:t>
        <a:bodyPr/>
        <a:lstStyle/>
        <a:p>
          <a:endParaRPr lang="uk-UA"/>
        </a:p>
      </dgm:t>
    </dgm:pt>
    <dgm:pt modelId="{B4BBEE9A-AB32-402E-869A-A081D4B424E4}" type="sibTrans" cxnId="{BFFE9CC1-95F0-4E3F-A836-803E34C8C8FE}">
      <dgm:prSet/>
      <dgm:spPr/>
      <dgm:t>
        <a:bodyPr/>
        <a:lstStyle/>
        <a:p>
          <a:endParaRPr lang="uk-UA"/>
        </a:p>
      </dgm:t>
    </dgm:pt>
    <dgm:pt modelId="{5B2C5189-34C6-442D-92D7-BC50578E470D}">
      <dgm:prSet/>
      <dgm:spPr/>
      <dgm:t>
        <a:bodyPr/>
        <a:lstStyle/>
        <a:p>
          <a:r>
            <a:rPr lang="uk-UA" b="0" i="0"/>
            <a:t>Запровадження національної валюти — гривні</a:t>
          </a:r>
          <a:endParaRPr lang="uk-UA"/>
        </a:p>
      </dgm:t>
    </dgm:pt>
    <dgm:pt modelId="{0DA2FE0D-7F49-4A92-A131-09422F29ABF6}" type="parTrans" cxnId="{687F1CD5-95FC-4E06-92CB-6EF16CE0537A}">
      <dgm:prSet/>
      <dgm:spPr/>
      <dgm:t>
        <a:bodyPr/>
        <a:lstStyle/>
        <a:p>
          <a:endParaRPr lang="uk-UA"/>
        </a:p>
      </dgm:t>
    </dgm:pt>
    <dgm:pt modelId="{A4265F73-2BE0-46E6-8670-2DB08A5ABA6B}" type="sibTrans" cxnId="{687F1CD5-95FC-4E06-92CB-6EF16CE0537A}">
      <dgm:prSet/>
      <dgm:spPr/>
      <dgm:t>
        <a:bodyPr/>
        <a:lstStyle/>
        <a:p>
          <a:endParaRPr lang="uk-UA"/>
        </a:p>
      </dgm:t>
    </dgm:pt>
    <dgm:pt modelId="{E9C29684-C32D-4E10-8F95-F06489A964E0}">
      <dgm:prSet/>
      <dgm:spPr/>
      <dgm:t>
        <a:bodyPr/>
        <a:lstStyle/>
        <a:p>
          <a:r>
            <a:rPr lang="uk-UA" b="0" i="0"/>
            <a:t>Політ у космос першого космонавта України Л. Каденюка.</a:t>
          </a:r>
          <a:endParaRPr lang="uk-UA"/>
        </a:p>
      </dgm:t>
    </dgm:pt>
    <dgm:pt modelId="{7AA36B39-1E93-4CB3-83BD-46FBD9A54B01}" type="parTrans" cxnId="{7B51C7ED-7C13-4790-AEF2-5CD4B87F76C2}">
      <dgm:prSet/>
      <dgm:spPr/>
      <dgm:t>
        <a:bodyPr/>
        <a:lstStyle/>
        <a:p>
          <a:endParaRPr lang="uk-UA"/>
        </a:p>
      </dgm:t>
    </dgm:pt>
    <dgm:pt modelId="{215409A5-9CE3-4D1A-B021-85E6DE67FAE7}" type="sibTrans" cxnId="{7B51C7ED-7C13-4790-AEF2-5CD4B87F76C2}">
      <dgm:prSet/>
      <dgm:spPr/>
      <dgm:t>
        <a:bodyPr/>
        <a:lstStyle/>
        <a:p>
          <a:endParaRPr lang="uk-UA"/>
        </a:p>
      </dgm:t>
    </dgm:pt>
    <dgm:pt modelId="{DED6B7D8-26C1-4FBA-8733-8E70A71401BF}">
      <dgm:prSet/>
      <dgm:spPr/>
      <dgm:t>
        <a:bodyPr/>
        <a:lstStyle/>
        <a:p>
          <a:r>
            <a:rPr lang="uk-UA" b="0" i="0"/>
            <a:t>Отримання Україною статусу країни з ринковою економікою.</a:t>
          </a:r>
          <a:endParaRPr lang="uk-UA"/>
        </a:p>
      </dgm:t>
    </dgm:pt>
    <dgm:pt modelId="{49C3EA5B-4E93-4EEC-8CB8-F582192A6DBB}" type="parTrans" cxnId="{71B1CB34-BE6C-41DB-B928-144DB99966C1}">
      <dgm:prSet/>
      <dgm:spPr/>
      <dgm:t>
        <a:bodyPr/>
        <a:lstStyle/>
        <a:p>
          <a:endParaRPr lang="uk-UA"/>
        </a:p>
      </dgm:t>
    </dgm:pt>
    <dgm:pt modelId="{7D0C9647-AA92-414A-9836-458B74FC64F3}" type="sibTrans" cxnId="{71B1CB34-BE6C-41DB-B928-144DB99966C1}">
      <dgm:prSet/>
      <dgm:spPr/>
      <dgm:t>
        <a:bodyPr/>
        <a:lstStyle/>
        <a:p>
          <a:endParaRPr lang="uk-UA"/>
        </a:p>
      </dgm:t>
    </dgm:pt>
    <dgm:pt modelId="{0B790AA3-A15B-4DC8-96FE-FBC0CBD9DA83}" type="pres">
      <dgm:prSet presAssocID="{5319A327-7BE1-4D17-A76C-C1269EC578C3}" presName="linear" presStyleCnt="0">
        <dgm:presLayoutVars>
          <dgm:animLvl val="lvl"/>
          <dgm:resizeHandles val="exact"/>
        </dgm:presLayoutVars>
      </dgm:prSet>
      <dgm:spPr/>
    </dgm:pt>
    <dgm:pt modelId="{31ACA80C-445F-4648-8F32-D3B71C3DC7DC}" type="pres">
      <dgm:prSet presAssocID="{BA617DAB-2A71-4192-9271-36E39832DAF2}" presName="parentText" presStyleLbl="node1" presStyleIdx="0" presStyleCnt="4">
        <dgm:presLayoutVars>
          <dgm:chMax val="0"/>
          <dgm:bulletEnabled val="1"/>
        </dgm:presLayoutVars>
      </dgm:prSet>
      <dgm:spPr/>
    </dgm:pt>
    <dgm:pt modelId="{479802DA-6384-4BE0-994A-93E5E84A8E13}" type="pres">
      <dgm:prSet presAssocID="{B4BBEE9A-AB32-402E-869A-A081D4B424E4}" presName="spacer" presStyleCnt="0"/>
      <dgm:spPr/>
    </dgm:pt>
    <dgm:pt modelId="{E6903C2F-B308-40C8-B042-748010DA1EEE}" type="pres">
      <dgm:prSet presAssocID="{5B2C5189-34C6-442D-92D7-BC50578E470D}" presName="parentText" presStyleLbl="node1" presStyleIdx="1" presStyleCnt="4">
        <dgm:presLayoutVars>
          <dgm:chMax val="0"/>
          <dgm:bulletEnabled val="1"/>
        </dgm:presLayoutVars>
      </dgm:prSet>
      <dgm:spPr/>
    </dgm:pt>
    <dgm:pt modelId="{7509D2D6-2C04-4D60-B2CC-2A7DACEBFF88}" type="pres">
      <dgm:prSet presAssocID="{A4265F73-2BE0-46E6-8670-2DB08A5ABA6B}" presName="spacer" presStyleCnt="0"/>
      <dgm:spPr/>
    </dgm:pt>
    <dgm:pt modelId="{B36402F1-C5F9-4844-BE77-079F13315AE3}" type="pres">
      <dgm:prSet presAssocID="{E9C29684-C32D-4E10-8F95-F06489A964E0}" presName="parentText" presStyleLbl="node1" presStyleIdx="2" presStyleCnt="4">
        <dgm:presLayoutVars>
          <dgm:chMax val="0"/>
          <dgm:bulletEnabled val="1"/>
        </dgm:presLayoutVars>
      </dgm:prSet>
      <dgm:spPr/>
    </dgm:pt>
    <dgm:pt modelId="{46B36AE7-A4AF-4E7D-910F-4A3760F41E42}" type="pres">
      <dgm:prSet presAssocID="{215409A5-9CE3-4D1A-B021-85E6DE67FAE7}" presName="spacer" presStyleCnt="0"/>
      <dgm:spPr/>
    </dgm:pt>
    <dgm:pt modelId="{CF3FA2D5-089E-4E4A-996C-BAA0832478A4}" type="pres">
      <dgm:prSet presAssocID="{DED6B7D8-26C1-4FBA-8733-8E70A71401BF}" presName="parentText" presStyleLbl="node1" presStyleIdx="3" presStyleCnt="4">
        <dgm:presLayoutVars>
          <dgm:chMax val="0"/>
          <dgm:bulletEnabled val="1"/>
        </dgm:presLayoutVars>
      </dgm:prSet>
      <dgm:spPr/>
    </dgm:pt>
  </dgm:ptLst>
  <dgm:cxnLst>
    <dgm:cxn modelId="{2F275814-26F2-428D-BF6B-05575384D139}" type="presOf" srcId="{5319A327-7BE1-4D17-A76C-C1269EC578C3}" destId="{0B790AA3-A15B-4DC8-96FE-FBC0CBD9DA83}" srcOrd="0" destOrd="0" presId="urn:microsoft.com/office/officeart/2005/8/layout/vList2"/>
    <dgm:cxn modelId="{1ED41717-A9B2-4CD0-AA1A-16BD0AB8C219}" type="presOf" srcId="{5B2C5189-34C6-442D-92D7-BC50578E470D}" destId="{E6903C2F-B308-40C8-B042-748010DA1EEE}" srcOrd="0" destOrd="0" presId="urn:microsoft.com/office/officeart/2005/8/layout/vList2"/>
    <dgm:cxn modelId="{71B1CB34-BE6C-41DB-B928-144DB99966C1}" srcId="{5319A327-7BE1-4D17-A76C-C1269EC578C3}" destId="{DED6B7D8-26C1-4FBA-8733-8E70A71401BF}" srcOrd="3" destOrd="0" parTransId="{49C3EA5B-4E93-4EEC-8CB8-F582192A6DBB}" sibTransId="{7D0C9647-AA92-414A-9836-458B74FC64F3}"/>
    <dgm:cxn modelId="{55AD7D69-22B7-4918-99CD-3FACE67903EF}" type="presOf" srcId="{E9C29684-C32D-4E10-8F95-F06489A964E0}" destId="{B36402F1-C5F9-4844-BE77-079F13315AE3}" srcOrd="0" destOrd="0" presId="urn:microsoft.com/office/officeart/2005/8/layout/vList2"/>
    <dgm:cxn modelId="{BFFE9CC1-95F0-4E3F-A836-803E34C8C8FE}" srcId="{5319A327-7BE1-4D17-A76C-C1269EC578C3}" destId="{BA617DAB-2A71-4192-9271-36E39832DAF2}" srcOrd="0" destOrd="0" parTransId="{0C836932-6FA4-43C7-8A04-9276EF0D56A1}" sibTransId="{B4BBEE9A-AB32-402E-869A-A081D4B424E4}"/>
    <dgm:cxn modelId="{6CFCACCD-439E-4BE5-93AC-737212A7F180}" type="presOf" srcId="{BA617DAB-2A71-4192-9271-36E39832DAF2}" destId="{31ACA80C-445F-4648-8F32-D3B71C3DC7DC}" srcOrd="0" destOrd="0" presId="urn:microsoft.com/office/officeart/2005/8/layout/vList2"/>
    <dgm:cxn modelId="{687F1CD5-95FC-4E06-92CB-6EF16CE0537A}" srcId="{5319A327-7BE1-4D17-A76C-C1269EC578C3}" destId="{5B2C5189-34C6-442D-92D7-BC50578E470D}" srcOrd="1" destOrd="0" parTransId="{0DA2FE0D-7F49-4A92-A131-09422F29ABF6}" sibTransId="{A4265F73-2BE0-46E6-8670-2DB08A5ABA6B}"/>
    <dgm:cxn modelId="{7B51C7ED-7C13-4790-AEF2-5CD4B87F76C2}" srcId="{5319A327-7BE1-4D17-A76C-C1269EC578C3}" destId="{E9C29684-C32D-4E10-8F95-F06489A964E0}" srcOrd="2" destOrd="0" parTransId="{7AA36B39-1E93-4CB3-83BD-46FBD9A54B01}" sibTransId="{215409A5-9CE3-4D1A-B021-85E6DE67FAE7}"/>
    <dgm:cxn modelId="{8E2AF1FA-0A44-44C4-B655-C4A18C3A717F}" type="presOf" srcId="{DED6B7D8-26C1-4FBA-8733-8E70A71401BF}" destId="{CF3FA2D5-089E-4E4A-996C-BAA0832478A4}" srcOrd="0" destOrd="0" presId="urn:microsoft.com/office/officeart/2005/8/layout/vList2"/>
    <dgm:cxn modelId="{33CA138A-6630-4958-871C-388D20B805AF}" type="presParOf" srcId="{0B790AA3-A15B-4DC8-96FE-FBC0CBD9DA83}" destId="{31ACA80C-445F-4648-8F32-D3B71C3DC7DC}" srcOrd="0" destOrd="0" presId="urn:microsoft.com/office/officeart/2005/8/layout/vList2"/>
    <dgm:cxn modelId="{53792AD9-BA3F-4993-BB52-5E1A26DFF37D}" type="presParOf" srcId="{0B790AA3-A15B-4DC8-96FE-FBC0CBD9DA83}" destId="{479802DA-6384-4BE0-994A-93E5E84A8E13}" srcOrd="1" destOrd="0" presId="urn:microsoft.com/office/officeart/2005/8/layout/vList2"/>
    <dgm:cxn modelId="{55A884FA-5F42-4A18-A0FB-6D95A5E2B7BC}" type="presParOf" srcId="{0B790AA3-A15B-4DC8-96FE-FBC0CBD9DA83}" destId="{E6903C2F-B308-40C8-B042-748010DA1EEE}" srcOrd="2" destOrd="0" presId="urn:microsoft.com/office/officeart/2005/8/layout/vList2"/>
    <dgm:cxn modelId="{157BA97E-9078-4E11-A6FB-95BAC8F979EA}" type="presParOf" srcId="{0B790AA3-A15B-4DC8-96FE-FBC0CBD9DA83}" destId="{7509D2D6-2C04-4D60-B2CC-2A7DACEBFF88}" srcOrd="3" destOrd="0" presId="urn:microsoft.com/office/officeart/2005/8/layout/vList2"/>
    <dgm:cxn modelId="{6FA2BD36-B150-4321-A46C-7052BAADB59A}" type="presParOf" srcId="{0B790AA3-A15B-4DC8-96FE-FBC0CBD9DA83}" destId="{B36402F1-C5F9-4844-BE77-079F13315AE3}" srcOrd="4" destOrd="0" presId="urn:microsoft.com/office/officeart/2005/8/layout/vList2"/>
    <dgm:cxn modelId="{8D1E0E4B-84A8-49B9-8BC5-B462A3327A88}" type="presParOf" srcId="{0B790AA3-A15B-4DC8-96FE-FBC0CBD9DA83}" destId="{46B36AE7-A4AF-4E7D-910F-4A3760F41E42}" srcOrd="5" destOrd="0" presId="urn:microsoft.com/office/officeart/2005/8/layout/vList2"/>
    <dgm:cxn modelId="{215363A3-DBFD-4A2C-9974-B3291A25576B}" type="presParOf" srcId="{0B790AA3-A15B-4DC8-96FE-FBC0CBD9DA83}" destId="{CF3FA2D5-089E-4E4A-996C-BAA0832478A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A36B497-8AB4-469F-9A4D-51D1A5F132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5D51DE9-D305-415D-A3A6-EE4C28AEB371}">
      <dgm:prSet/>
      <dgm:spPr/>
      <dgm:t>
        <a:bodyPr/>
        <a:lstStyle/>
        <a:p>
          <a:r>
            <a:rPr lang="ru-RU" b="0" i="0"/>
            <a:t>16 липня 1990 р.</a:t>
          </a:r>
          <a:endParaRPr lang="uk-UA"/>
        </a:p>
      </dgm:t>
    </dgm:pt>
    <dgm:pt modelId="{D2D29CC6-C5C8-421E-8DFD-E58C164C19F3}" type="parTrans" cxnId="{1E8069CD-7833-4222-BD68-B120DEDC63D6}">
      <dgm:prSet/>
      <dgm:spPr/>
      <dgm:t>
        <a:bodyPr/>
        <a:lstStyle/>
        <a:p>
          <a:endParaRPr lang="uk-UA"/>
        </a:p>
      </dgm:t>
    </dgm:pt>
    <dgm:pt modelId="{6A8F7C3B-7630-4257-B45F-B138E7AE912E}" type="sibTrans" cxnId="{1E8069CD-7833-4222-BD68-B120DEDC63D6}">
      <dgm:prSet/>
      <dgm:spPr/>
      <dgm:t>
        <a:bodyPr/>
        <a:lstStyle/>
        <a:p>
          <a:endParaRPr lang="uk-UA"/>
        </a:p>
      </dgm:t>
    </dgm:pt>
    <dgm:pt modelId="{14E0AC8F-B439-46E4-96C7-999C05CD5B66}">
      <dgm:prSet/>
      <dgm:spPr/>
      <dgm:t>
        <a:bodyPr/>
        <a:lstStyle/>
        <a:p>
          <a:r>
            <a:rPr lang="ru-RU" b="0" i="0"/>
            <a:t>24 серпня 1991 р.</a:t>
          </a:r>
          <a:endParaRPr lang="uk-UA"/>
        </a:p>
      </dgm:t>
    </dgm:pt>
    <dgm:pt modelId="{3532B73C-19F0-4EF2-8608-DE22499CF52A}" type="parTrans" cxnId="{C7A2FE8C-531B-4B9F-AC66-DC7ED565495C}">
      <dgm:prSet/>
      <dgm:spPr/>
      <dgm:t>
        <a:bodyPr/>
        <a:lstStyle/>
        <a:p>
          <a:endParaRPr lang="uk-UA"/>
        </a:p>
      </dgm:t>
    </dgm:pt>
    <dgm:pt modelId="{92C6926E-BA68-41B2-9161-FEE5B21AD1A9}" type="sibTrans" cxnId="{C7A2FE8C-531B-4B9F-AC66-DC7ED565495C}">
      <dgm:prSet/>
      <dgm:spPr/>
      <dgm:t>
        <a:bodyPr/>
        <a:lstStyle/>
        <a:p>
          <a:endParaRPr lang="uk-UA"/>
        </a:p>
      </dgm:t>
    </dgm:pt>
    <dgm:pt modelId="{C9A84946-BE6A-4785-A7F1-7AD72B8E9ACC}">
      <dgm:prSet/>
      <dgm:spPr/>
      <dgm:t>
        <a:bodyPr/>
        <a:lstStyle/>
        <a:p>
          <a:r>
            <a:rPr lang="ru-RU" b="0" i="0"/>
            <a:t>19 липня 1994 р.</a:t>
          </a:r>
          <a:endParaRPr lang="uk-UA"/>
        </a:p>
      </dgm:t>
    </dgm:pt>
    <dgm:pt modelId="{4A184994-D70D-4144-9B82-E717BB714B80}" type="parTrans" cxnId="{3DB057B4-0A59-4E85-8494-7AC1BE3B9258}">
      <dgm:prSet/>
      <dgm:spPr/>
      <dgm:t>
        <a:bodyPr/>
        <a:lstStyle/>
        <a:p>
          <a:endParaRPr lang="uk-UA"/>
        </a:p>
      </dgm:t>
    </dgm:pt>
    <dgm:pt modelId="{8F208F67-ACB3-4128-BE7A-676BD137F909}" type="sibTrans" cxnId="{3DB057B4-0A59-4E85-8494-7AC1BE3B9258}">
      <dgm:prSet/>
      <dgm:spPr/>
      <dgm:t>
        <a:bodyPr/>
        <a:lstStyle/>
        <a:p>
          <a:endParaRPr lang="uk-UA"/>
        </a:p>
      </dgm:t>
    </dgm:pt>
    <dgm:pt modelId="{6ACE96FE-956E-4AEF-A289-C9DDDEA0C61C}">
      <dgm:prSet/>
      <dgm:spPr/>
      <dgm:t>
        <a:bodyPr/>
        <a:lstStyle/>
        <a:p>
          <a:r>
            <a:rPr lang="ru-RU" b="0" i="0"/>
            <a:t>28 червня 1996 р.</a:t>
          </a:r>
          <a:endParaRPr lang="uk-UA"/>
        </a:p>
      </dgm:t>
    </dgm:pt>
    <dgm:pt modelId="{29B5C323-EF0F-4AF8-B63C-7F2CAC141C12}" type="parTrans" cxnId="{3EFC231F-06E0-46F7-800D-19BCB9016DE1}">
      <dgm:prSet/>
      <dgm:spPr/>
      <dgm:t>
        <a:bodyPr/>
        <a:lstStyle/>
        <a:p>
          <a:endParaRPr lang="uk-UA"/>
        </a:p>
      </dgm:t>
    </dgm:pt>
    <dgm:pt modelId="{8C614A70-5F14-4B54-81FD-326ED822EA1D}" type="sibTrans" cxnId="{3EFC231F-06E0-46F7-800D-19BCB9016DE1}">
      <dgm:prSet/>
      <dgm:spPr/>
      <dgm:t>
        <a:bodyPr/>
        <a:lstStyle/>
        <a:p>
          <a:endParaRPr lang="uk-UA"/>
        </a:p>
      </dgm:t>
    </dgm:pt>
    <dgm:pt modelId="{014AEEF7-A076-4D8A-B973-9E6BB4996CD7}" type="pres">
      <dgm:prSet presAssocID="{6A36B497-8AB4-469F-9A4D-51D1A5F1322D}" presName="linear" presStyleCnt="0">
        <dgm:presLayoutVars>
          <dgm:animLvl val="lvl"/>
          <dgm:resizeHandles val="exact"/>
        </dgm:presLayoutVars>
      </dgm:prSet>
      <dgm:spPr/>
    </dgm:pt>
    <dgm:pt modelId="{57A865E9-A1BD-462D-9563-140BC729030B}" type="pres">
      <dgm:prSet presAssocID="{F5D51DE9-D305-415D-A3A6-EE4C28AEB371}" presName="parentText" presStyleLbl="node1" presStyleIdx="0" presStyleCnt="4">
        <dgm:presLayoutVars>
          <dgm:chMax val="0"/>
          <dgm:bulletEnabled val="1"/>
        </dgm:presLayoutVars>
      </dgm:prSet>
      <dgm:spPr/>
    </dgm:pt>
    <dgm:pt modelId="{8A8C4A72-7058-4D27-AA72-6F1E25A7CD89}" type="pres">
      <dgm:prSet presAssocID="{6A8F7C3B-7630-4257-B45F-B138E7AE912E}" presName="spacer" presStyleCnt="0"/>
      <dgm:spPr/>
    </dgm:pt>
    <dgm:pt modelId="{9DAD03D6-7734-484A-A970-DAB4B510165F}" type="pres">
      <dgm:prSet presAssocID="{14E0AC8F-B439-46E4-96C7-999C05CD5B66}" presName="parentText" presStyleLbl="node1" presStyleIdx="1" presStyleCnt="4">
        <dgm:presLayoutVars>
          <dgm:chMax val="0"/>
          <dgm:bulletEnabled val="1"/>
        </dgm:presLayoutVars>
      </dgm:prSet>
      <dgm:spPr/>
    </dgm:pt>
    <dgm:pt modelId="{732B3CDC-F8E0-4691-9062-15D9288D0E4C}" type="pres">
      <dgm:prSet presAssocID="{92C6926E-BA68-41B2-9161-FEE5B21AD1A9}" presName="spacer" presStyleCnt="0"/>
      <dgm:spPr/>
    </dgm:pt>
    <dgm:pt modelId="{31FA8EBA-9341-47B6-B0F1-B1E702AFEA0F}" type="pres">
      <dgm:prSet presAssocID="{C9A84946-BE6A-4785-A7F1-7AD72B8E9ACC}" presName="parentText" presStyleLbl="node1" presStyleIdx="2" presStyleCnt="4">
        <dgm:presLayoutVars>
          <dgm:chMax val="0"/>
          <dgm:bulletEnabled val="1"/>
        </dgm:presLayoutVars>
      </dgm:prSet>
      <dgm:spPr/>
    </dgm:pt>
    <dgm:pt modelId="{9875F9DF-317D-4CDB-A47E-14CF58231A3F}" type="pres">
      <dgm:prSet presAssocID="{8F208F67-ACB3-4128-BE7A-676BD137F909}" presName="spacer" presStyleCnt="0"/>
      <dgm:spPr/>
    </dgm:pt>
    <dgm:pt modelId="{782D24D7-851E-412C-8A39-02CA8D6874C3}" type="pres">
      <dgm:prSet presAssocID="{6ACE96FE-956E-4AEF-A289-C9DDDEA0C61C}" presName="parentText" presStyleLbl="node1" presStyleIdx="3" presStyleCnt="4">
        <dgm:presLayoutVars>
          <dgm:chMax val="0"/>
          <dgm:bulletEnabled val="1"/>
        </dgm:presLayoutVars>
      </dgm:prSet>
      <dgm:spPr/>
    </dgm:pt>
  </dgm:ptLst>
  <dgm:cxnLst>
    <dgm:cxn modelId="{3EFC231F-06E0-46F7-800D-19BCB9016DE1}" srcId="{6A36B497-8AB4-469F-9A4D-51D1A5F1322D}" destId="{6ACE96FE-956E-4AEF-A289-C9DDDEA0C61C}" srcOrd="3" destOrd="0" parTransId="{29B5C323-EF0F-4AF8-B63C-7F2CAC141C12}" sibTransId="{8C614A70-5F14-4B54-81FD-326ED822EA1D}"/>
    <dgm:cxn modelId="{195BEB65-2BD7-4B1F-92F0-584E99D85561}" type="presOf" srcId="{6A36B497-8AB4-469F-9A4D-51D1A5F1322D}" destId="{014AEEF7-A076-4D8A-B973-9E6BB4996CD7}" srcOrd="0" destOrd="0" presId="urn:microsoft.com/office/officeart/2005/8/layout/vList2"/>
    <dgm:cxn modelId="{727A8D86-C211-4ECC-8FDF-7EAA0664F6DF}" type="presOf" srcId="{14E0AC8F-B439-46E4-96C7-999C05CD5B66}" destId="{9DAD03D6-7734-484A-A970-DAB4B510165F}" srcOrd="0" destOrd="0" presId="urn:microsoft.com/office/officeart/2005/8/layout/vList2"/>
    <dgm:cxn modelId="{8E676388-F9AE-4E32-AAB0-C431A8457C74}" type="presOf" srcId="{6ACE96FE-956E-4AEF-A289-C9DDDEA0C61C}" destId="{782D24D7-851E-412C-8A39-02CA8D6874C3}" srcOrd="0" destOrd="0" presId="urn:microsoft.com/office/officeart/2005/8/layout/vList2"/>
    <dgm:cxn modelId="{C7A2FE8C-531B-4B9F-AC66-DC7ED565495C}" srcId="{6A36B497-8AB4-469F-9A4D-51D1A5F1322D}" destId="{14E0AC8F-B439-46E4-96C7-999C05CD5B66}" srcOrd="1" destOrd="0" parTransId="{3532B73C-19F0-4EF2-8608-DE22499CF52A}" sibTransId="{92C6926E-BA68-41B2-9161-FEE5B21AD1A9}"/>
    <dgm:cxn modelId="{3DB057B4-0A59-4E85-8494-7AC1BE3B9258}" srcId="{6A36B497-8AB4-469F-9A4D-51D1A5F1322D}" destId="{C9A84946-BE6A-4785-A7F1-7AD72B8E9ACC}" srcOrd="2" destOrd="0" parTransId="{4A184994-D70D-4144-9B82-E717BB714B80}" sibTransId="{8F208F67-ACB3-4128-BE7A-676BD137F909}"/>
    <dgm:cxn modelId="{F2E296BE-7EA7-4469-9DA3-B15FA64586FD}" type="presOf" srcId="{F5D51DE9-D305-415D-A3A6-EE4C28AEB371}" destId="{57A865E9-A1BD-462D-9563-140BC729030B}" srcOrd="0" destOrd="0" presId="urn:microsoft.com/office/officeart/2005/8/layout/vList2"/>
    <dgm:cxn modelId="{1E8069CD-7833-4222-BD68-B120DEDC63D6}" srcId="{6A36B497-8AB4-469F-9A4D-51D1A5F1322D}" destId="{F5D51DE9-D305-415D-A3A6-EE4C28AEB371}" srcOrd="0" destOrd="0" parTransId="{D2D29CC6-C5C8-421E-8DFD-E58C164C19F3}" sibTransId="{6A8F7C3B-7630-4257-B45F-B138E7AE912E}"/>
    <dgm:cxn modelId="{644B5FFE-8F7A-4AC0-9B9F-1151B51FA2FF}" type="presOf" srcId="{C9A84946-BE6A-4785-A7F1-7AD72B8E9ACC}" destId="{31FA8EBA-9341-47B6-B0F1-B1E702AFEA0F}" srcOrd="0" destOrd="0" presId="urn:microsoft.com/office/officeart/2005/8/layout/vList2"/>
    <dgm:cxn modelId="{76E9C1EB-D894-472D-849E-DF33643D019A}" type="presParOf" srcId="{014AEEF7-A076-4D8A-B973-9E6BB4996CD7}" destId="{57A865E9-A1BD-462D-9563-140BC729030B}" srcOrd="0" destOrd="0" presId="urn:microsoft.com/office/officeart/2005/8/layout/vList2"/>
    <dgm:cxn modelId="{3F683519-F27C-4AFE-8B84-A1E4AA829F94}" type="presParOf" srcId="{014AEEF7-A076-4D8A-B973-9E6BB4996CD7}" destId="{8A8C4A72-7058-4D27-AA72-6F1E25A7CD89}" srcOrd="1" destOrd="0" presId="urn:microsoft.com/office/officeart/2005/8/layout/vList2"/>
    <dgm:cxn modelId="{219BEF82-5959-4F1D-A469-9E704EE214C2}" type="presParOf" srcId="{014AEEF7-A076-4D8A-B973-9E6BB4996CD7}" destId="{9DAD03D6-7734-484A-A970-DAB4B510165F}" srcOrd="2" destOrd="0" presId="urn:microsoft.com/office/officeart/2005/8/layout/vList2"/>
    <dgm:cxn modelId="{74E04411-1C0B-4E52-BE58-911110869D63}" type="presParOf" srcId="{014AEEF7-A076-4D8A-B973-9E6BB4996CD7}" destId="{732B3CDC-F8E0-4691-9062-15D9288D0E4C}" srcOrd="3" destOrd="0" presId="urn:microsoft.com/office/officeart/2005/8/layout/vList2"/>
    <dgm:cxn modelId="{667BF320-CDDE-46E8-ACF3-48D7B9DFA894}" type="presParOf" srcId="{014AEEF7-A076-4D8A-B973-9E6BB4996CD7}" destId="{31FA8EBA-9341-47B6-B0F1-B1E702AFEA0F}" srcOrd="4" destOrd="0" presId="urn:microsoft.com/office/officeart/2005/8/layout/vList2"/>
    <dgm:cxn modelId="{D8D50450-4E4B-4BC7-990F-ED02277ED239}" type="presParOf" srcId="{014AEEF7-A076-4D8A-B973-9E6BB4996CD7}" destId="{9875F9DF-317D-4CDB-A47E-14CF58231A3F}" srcOrd="5" destOrd="0" presId="urn:microsoft.com/office/officeart/2005/8/layout/vList2"/>
    <dgm:cxn modelId="{4417B07D-6994-4EEF-ACAF-CC0E5B575AA7}" type="presParOf" srcId="{014AEEF7-A076-4D8A-B973-9E6BB4996CD7}" destId="{782D24D7-851E-412C-8A39-02CA8D6874C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75F8E47-EECE-4EB4-9045-A1A9728C35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B455A18-5C8C-4106-87DD-C225A2129AB9}">
      <dgm:prSet/>
      <dgm:spPr/>
      <dgm:t>
        <a:bodyPr/>
        <a:lstStyle/>
        <a:p>
          <a:r>
            <a:rPr lang="uk-UA" b="0" i="0"/>
            <a:t>Прийняття Акта проголошення державної незалежності України.</a:t>
          </a:r>
          <a:endParaRPr lang="uk-UA"/>
        </a:p>
      </dgm:t>
    </dgm:pt>
    <dgm:pt modelId="{F64D334E-1027-4334-A885-51DFD0C9B3EF}" type="parTrans" cxnId="{20B09BDD-5309-4B17-9653-DE273713D4AB}">
      <dgm:prSet/>
      <dgm:spPr/>
      <dgm:t>
        <a:bodyPr/>
        <a:lstStyle/>
        <a:p>
          <a:endParaRPr lang="uk-UA"/>
        </a:p>
      </dgm:t>
    </dgm:pt>
    <dgm:pt modelId="{16B4735D-5CA8-4EB0-A92D-8D3F64E3C613}" type="sibTrans" cxnId="{20B09BDD-5309-4B17-9653-DE273713D4AB}">
      <dgm:prSet/>
      <dgm:spPr/>
      <dgm:t>
        <a:bodyPr/>
        <a:lstStyle/>
        <a:p>
          <a:endParaRPr lang="uk-UA"/>
        </a:p>
      </dgm:t>
    </dgm:pt>
    <dgm:pt modelId="{F01EEDA7-DEF0-4104-B3ED-280065EA020B}">
      <dgm:prSet/>
      <dgm:spPr/>
      <dgm:t>
        <a:bodyPr/>
        <a:lstStyle/>
        <a:p>
          <a:r>
            <a:rPr lang="uk-UA" b="0" i="0"/>
            <a:t>Схвалення Декларації про державний суверенітет України.</a:t>
          </a:r>
          <a:endParaRPr lang="uk-UA"/>
        </a:p>
      </dgm:t>
    </dgm:pt>
    <dgm:pt modelId="{0A3C96EA-EC6A-438A-992B-921491CFC141}" type="parTrans" cxnId="{ACBFDC26-CAEB-4C57-81CC-E0AD1FE4B6E4}">
      <dgm:prSet/>
      <dgm:spPr/>
      <dgm:t>
        <a:bodyPr/>
        <a:lstStyle/>
        <a:p>
          <a:endParaRPr lang="uk-UA"/>
        </a:p>
      </dgm:t>
    </dgm:pt>
    <dgm:pt modelId="{B9B33FBA-5559-4423-9B43-31E5C230B270}" type="sibTrans" cxnId="{ACBFDC26-CAEB-4C57-81CC-E0AD1FE4B6E4}">
      <dgm:prSet/>
      <dgm:spPr/>
      <dgm:t>
        <a:bodyPr/>
        <a:lstStyle/>
        <a:p>
          <a:endParaRPr lang="uk-UA"/>
        </a:p>
      </dgm:t>
    </dgm:pt>
    <dgm:pt modelId="{BE2C96D7-750E-4FF1-944A-F220A4796D59}">
      <dgm:prSet/>
      <dgm:spPr/>
      <dgm:t>
        <a:bodyPr/>
        <a:lstStyle/>
        <a:p>
          <a:r>
            <a:rPr lang="uk-UA" b="0" i="0"/>
            <a:t>Всеукраїнський референдум і вибори Президента України.</a:t>
          </a:r>
          <a:endParaRPr lang="uk-UA"/>
        </a:p>
      </dgm:t>
    </dgm:pt>
    <dgm:pt modelId="{6738B95D-9321-4407-BAE4-975DB7A15093}" type="parTrans" cxnId="{B620AF53-0271-4160-BBB2-2EF508583192}">
      <dgm:prSet/>
      <dgm:spPr/>
      <dgm:t>
        <a:bodyPr/>
        <a:lstStyle/>
        <a:p>
          <a:endParaRPr lang="uk-UA"/>
        </a:p>
      </dgm:t>
    </dgm:pt>
    <dgm:pt modelId="{F0798F88-82FF-4D69-8F89-B78EB19D7AEB}" type="sibTrans" cxnId="{B620AF53-0271-4160-BBB2-2EF508583192}">
      <dgm:prSet/>
      <dgm:spPr/>
      <dgm:t>
        <a:bodyPr/>
        <a:lstStyle/>
        <a:p>
          <a:endParaRPr lang="uk-UA"/>
        </a:p>
      </dgm:t>
    </dgm:pt>
    <dgm:pt modelId="{245CAF68-D099-4885-A7D7-3ED0D8A35A5E}">
      <dgm:prSet/>
      <dgm:spPr/>
      <dgm:t>
        <a:bodyPr/>
        <a:lstStyle/>
        <a:p>
          <a:r>
            <a:rPr lang="uk-UA" b="0" i="0"/>
            <a:t>Прийняття Конституції України.</a:t>
          </a:r>
          <a:endParaRPr lang="uk-UA"/>
        </a:p>
      </dgm:t>
    </dgm:pt>
    <dgm:pt modelId="{E00320D1-8252-4531-9DC2-7A4D2CDDEF93}" type="parTrans" cxnId="{F28B5092-A05F-45BA-942D-3D727201E5A2}">
      <dgm:prSet/>
      <dgm:spPr/>
      <dgm:t>
        <a:bodyPr/>
        <a:lstStyle/>
        <a:p>
          <a:endParaRPr lang="uk-UA"/>
        </a:p>
      </dgm:t>
    </dgm:pt>
    <dgm:pt modelId="{D912CF74-C25F-4239-BE4A-D28120027626}" type="sibTrans" cxnId="{F28B5092-A05F-45BA-942D-3D727201E5A2}">
      <dgm:prSet/>
      <dgm:spPr/>
      <dgm:t>
        <a:bodyPr/>
        <a:lstStyle/>
        <a:p>
          <a:endParaRPr lang="uk-UA"/>
        </a:p>
      </dgm:t>
    </dgm:pt>
    <dgm:pt modelId="{6954FA80-7554-4488-A41F-450C6086D819}" type="pres">
      <dgm:prSet presAssocID="{175F8E47-EECE-4EB4-9045-A1A9728C356A}" presName="linear" presStyleCnt="0">
        <dgm:presLayoutVars>
          <dgm:animLvl val="lvl"/>
          <dgm:resizeHandles val="exact"/>
        </dgm:presLayoutVars>
      </dgm:prSet>
      <dgm:spPr/>
    </dgm:pt>
    <dgm:pt modelId="{06A884E1-D7FE-43D0-9AD5-2CF6B57D8DF6}" type="pres">
      <dgm:prSet presAssocID="{3B455A18-5C8C-4106-87DD-C225A2129AB9}" presName="parentText" presStyleLbl="node1" presStyleIdx="0" presStyleCnt="4">
        <dgm:presLayoutVars>
          <dgm:chMax val="0"/>
          <dgm:bulletEnabled val="1"/>
        </dgm:presLayoutVars>
      </dgm:prSet>
      <dgm:spPr/>
    </dgm:pt>
    <dgm:pt modelId="{2489A204-00C3-4E98-952D-2ABC079364F8}" type="pres">
      <dgm:prSet presAssocID="{16B4735D-5CA8-4EB0-A92D-8D3F64E3C613}" presName="spacer" presStyleCnt="0"/>
      <dgm:spPr/>
    </dgm:pt>
    <dgm:pt modelId="{A531530A-CE00-4E96-84B8-618937F30D4F}" type="pres">
      <dgm:prSet presAssocID="{F01EEDA7-DEF0-4104-B3ED-280065EA020B}" presName="parentText" presStyleLbl="node1" presStyleIdx="1" presStyleCnt="4">
        <dgm:presLayoutVars>
          <dgm:chMax val="0"/>
          <dgm:bulletEnabled val="1"/>
        </dgm:presLayoutVars>
      </dgm:prSet>
      <dgm:spPr/>
    </dgm:pt>
    <dgm:pt modelId="{2F2FE7BE-F7A2-4DED-ACCB-62FD10BC6583}" type="pres">
      <dgm:prSet presAssocID="{B9B33FBA-5559-4423-9B43-31E5C230B270}" presName="spacer" presStyleCnt="0"/>
      <dgm:spPr/>
    </dgm:pt>
    <dgm:pt modelId="{35B8926E-F308-40BC-BE61-8EA8B9875BB4}" type="pres">
      <dgm:prSet presAssocID="{BE2C96D7-750E-4FF1-944A-F220A4796D59}" presName="parentText" presStyleLbl="node1" presStyleIdx="2" presStyleCnt="4">
        <dgm:presLayoutVars>
          <dgm:chMax val="0"/>
          <dgm:bulletEnabled val="1"/>
        </dgm:presLayoutVars>
      </dgm:prSet>
      <dgm:spPr/>
    </dgm:pt>
    <dgm:pt modelId="{3A36A599-409B-40F7-AD5F-C2E496968CCE}" type="pres">
      <dgm:prSet presAssocID="{F0798F88-82FF-4D69-8F89-B78EB19D7AEB}" presName="spacer" presStyleCnt="0"/>
      <dgm:spPr/>
    </dgm:pt>
    <dgm:pt modelId="{682F5E48-710E-468A-B228-0B2271648269}" type="pres">
      <dgm:prSet presAssocID="{245CAF68-D099-4885-A7D7-3ED0D8A35A5E}" presName="parentText" presStyleLbl="node1" presStyleIdx="3" presStyleCnt="4">
        <dgm:presLayoutVars>
          <dgm:chMax val="0"/>
          <dgm:bulletEnabled val="1"/>
        </dgm:presLayoutVars>
      </dgm:prSet>
      <dgm:spPr/>
    </dgm:pt>
  </dgm:ptLst>
  <dgm:cxnLst>
    <dgm:cxn modelId="{9CEE3A20-2DD9-4D23-83EC-8588F4C221F7}" type="presOf" srcId="{175F8E47-EECE-4EB4-9045-A1A9728C356A}" destId="{6954FA80-7554-4488-A41F-450C6086D819}" srcOrd="0" destOrd="0" presId="urn:microsoft.com/office/officeart/2005/8/layout/vList2"/>
    <dgm:cxn modelId="{ACBFDC26-CAEB-4C57-81CC-E0AD1FE4B6E4}" srcId="{175F8E47-EECE-4EB4-9045-A1A9728C356A}" destId="{F01EEDA7-DEF0-4104-B3ED-280065EA020B}" srcOrd="1" destOrd="0" parTransId="{0A3C96EA-EC6A-438A-992B-921491CFC141}" sibTransId="{B9B33FBA-5559-4423-9B43-31E5C230B270}"/>
    <dgm:cxn modelId="{F273AE4A-00E6-4712-82F8-4EAC8BD5D229}" type="presOf" srcId="{3B455A18-5C8C-4106-87DD-C225A2129AB9}" destId="{06A884E1-D7FE-43D0-9AD5-2CF6B57D8DF6}" srcOrd="0" destOrd="0" presId="urn:microsoft.com/office/officeart/2005/8/layout/vList2"/>
    <dgm:cxn modelId="{0D555272-F3B0-490D-BFF4-F4035489C920}" type="presOf" srcId="{245CAF68-D099-4885-A7D7-3ED0D8A35A5E}" destId="{682F5E48-710E-468A-B228-0B2271648269}" srcOrd="0" destOrd="0" presId="urn:microsoft.com/office/officeart/2005/8/layout/vList2"/>
    <dgm:cxn modelId="{B620AF53-0271-4160-BBB2-2EF508583192}" srcId="{175F8E47-EECE-4EB4-9045-A1A9728C356A}" destId="{BE2C96D7-750E-4FF1-944A-F220A4796D59}" srcOrd="2" destOrd="0" parTransId="{6738B95D-9321-4407-BAE4-975DB7A15093}" sibTransId="{F0798F88-82FF-4D69-8F89-B78EB19D7AEB}"/>
    <dgm:cxn modelId="{F28B5092-A05F-45BA-942D-3D727201E5A2}" srcId="{175F8E47-EECE-4EB4-9045-A1A9728C356A}" destId="{245CAF68-D099-4885-A7D7-3ED0D8A35A5E}" srcOrd="3" destOrd="0" parTransId="{E00320D1-8252-4531-9DC2-7A4D2CDDEF93}" sibTransId="{D912CF74-C25F-4239-BE4A-D28120027626}"/>
    <dgm:cxn modelId="{D0F9E1B2-CDD0-4DCA-BD29-C25E25D4B057}" type="presOf" srcId="{BE2C96D7-750E-4FF1-944A-F220A4796D59}" destId="{35B8926E-F308-40BC-BE61-8EA8B9875BB4}" srcOrd="0" destOrd="0" presId="urn:microsoft.com/office/officeart/2005/8/layout/vList2"/>
    <dgm:cxn modelId="{20B09BDD-5309-4B17-9653-DE273713D4AB}" srcId="{175F8E47-EECE-4EB4-9045-A1A9728C356A}" destId="{3B455A18-5C8C-4106-87DD-C225A2129AB9}" srcOrd="0" destOrd="0" parTransId="{F64D334E-1027-4334-A885-51DFD0C9B3EF}" sibTransId="{16B4735D-5CA8-4EB0-A92D-8D3F64E3C613}"/>
    <dgm:cxn modelId="{DCCA1EF3-8C24-47CB-9AB0-E29E9DCC571C}" type="presOf" srcId="{F01EEDA7-DEF0-4104-B3ED-280065EA020B}" destId="{A531530A-CE00-4E96-84B8-618937F30D4F}" srcOrd="0" destOrd="0" presId="urn:microsoft.com/office/officeart/2005/8/layout/vList2"/>
    <dgm:cxn modelId="{3535D4F1-D0D2-4AE6-AAD2-2C98C2236AA3}" type="presParOf" srcId="{6954FA80-7554-4488-A41F-450C6086D819}" destId="{06A884E1-D7FE-43D0-9AD5-2CF6B57D8DF6}" srcOrd="0" destOrd="0" presId="urn:microsoft.com/office/officeart/2005/8/layout/vList2"/>
    <dgm:cxn modelId="{F05B88A6-AB07-4845-8F47-AFE9A7D51094}" type="presParOf" srcId="{6954FA80-7554-4488-A41F-450C6086D819}" destId="{2489A204-00C3-4E98-952D-2ABC079364F8}" srcOrd="1" destOrd="0" presId="urn:microsoft.com/office/officeart/2005/8/layout/vList2"/>
    <dgm:cxn modelId="{B545BEC3-ACE2-4EA7-A4E8-7C30E9FB8444}" type="presParOf" srcId="{6954FA80-7554-4488-A41F-450C6086D819}" destId="{A531530A-CE00-4E96-84B8-618937F30D4F}" srcOrd="2" destOrd="0" presId="urn:microsoft.com/office/officeart/2005/8/layout/vList2"/>
    <dgm:cxn modelId="{E1662FF2-4BB5-465C-856B-4C466FBF7D5B}" type="presParOf" srcId="{6954FA80-7554-4488-A41F-450C6086D819}" destId="{2F2FE7BE-F7A2-4DED-ACCB-62FD10BC6583}" srcOrd="3" destOrd="0" presId="urn:microsoft.com/office/officeart/2005/8/layout/vList2"/>
    <dgm:cxn modelId="{23380A72-0147-4F72-9149-8C0456B86326}" type="presParOf" srcId="{6954FA80-7554-4488-A41F-450C6086D819}" destId="{35B8926E-F308-40BC-BE61-8EA8B9875BB4}" srcOrd="4" destOrd="0" presId="urn:microsoft.com/office/officeart/2005/8/layout/vList2"/>
    <dgm:cxn modelId="{D5893950-F97C-43AC-B044-09F2F2BF7AA4}" type="presParOf" srcId="{6954FA80-7554-4488-A41F-450C6086D819}" destId="{3A36A599-409B-40F7-AD5F-C2E496968CCE}" srcOrd="5" destOrd="0" presId="urn:microsoft.com/office/officeart/2005/8/layout/vList2"/>
    <dgm:cxn modelId="{F9B3A436-B3B8-436F-A7DB-A270EA49E71F}" type="presParOf" srcId="{6954FA80-7554-4488-A41F-450C6086D819}" destId="{682F5E48-710E-468A-B228-0B227164826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2EB1ED0-B8CE-42F6-8446-09D3C2CEE96D}"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C61B0CE7-2B2E-4921-8FE6-C96766337761}">
      <dgm:prSet/>
      <dgm:spPr/>
      <dgm:t>
        <a:bodyPr/>
        <a:lstStyle/>
        <a:p>
          <a:r>
            <a:rPr lang="ru-RU" b="0" i="0"/>
            <a:t>26 квітня 1986 р.</a:t>
          </a:r>
          <a:endParaRPr lang="uk-UA"/>
        </a:p>
      </dgm:t>
    </dgm:pt>
    <dgm:pt modelId="{2497B273-9362-489D-8D07-3BEBD26A676C}" type="parTrans" cxnId="{F5C4C4B3-E787-4F31-972C-DAA5CB139EB8}">
      <dgm:prSet/>
      <dgm:spPr/>
      <dgm:t>
        <a:bodyPr/>
        <a:lstStyle/>
        <a:p>
          <a:endParaRPr lang="uk-UA"/>
        </a:p>
      </dgm:t>
    </dgm:pt>
    <dgm:pt modelId="{ACB73037-56A0-4C10-847D-5FA3864227BE}" type="sibTrans" cxnId="{F5C4C4B3-E787-4F31-972C-DAA5CB139EB8}">
      <dgm:prSet/>
      <dgm:spPr/>
      <dgm:t>
        <a:bodyPr/>
        <a:lstStyle/>
        <a:p>
          <a:endParaRPr lang="uk-UA"/>
        </a:p>
      </dgm:t>
    </dgm:pt>
    <dgm:pt modelId="{94FA951E-0CCC-4C31-9000-441165DDBA06}">
      <dgm:prSet/>
      <dgm:spPr/>
      <dgm:t>
        <a:bodyPr/>
        <a:lstStyle/>
        <a:p>
          <a:r>
            <a:rPr lang="ru-RU" b="0" i="0"/>
            <a:t>16 липня 1990 р.</a:t>
          </a:r>
          <a:endParaRPr lang="uk-UA"/>
        </a:p>
      </dgm:t>
    </dgm:pt>
    <dgm:pt modelId="{EF88920B-D288-4460-84F5-0A81D2D9FC48}" type="parTrans" cxnId="{CE246D52-421F-457E-BEBB-6540E4936469}">
      <dgm:prSet/>
      <dgm:spPr/>
      <dgm:t>
        <a:bodyPr/>
        <a:lstStyle/>
        <a:p>
          <a:endParaRPr lang="uk-UA"/>
        </a:p>
      </dgm:t>
    </dgm:pt>
    <dgm:pt modelId="{2C9E0078-D17A-4014-A1E3-6F04E8ED64BE}" type="sibTrans" cxnId="{CE246D52-421F-457E-BEBB-6540E4936469}">
      <dgm:prSet/>
      <dgm:spPr/>
      <dgm:t>
        <a:bodyPr/>
        <a:lstStyle/>
        <a:p>
          <a:endParaRPr lang="uk-UA"/>
        </a:p>
      </dgm:t>
    </dgm:pt>
    <dgm:pt modelId="{0FF12B03-ED85-4C53-8559-3CA35A58A775}">
      <dgm:prSet/>
      <dgm:spPr/>
      <dgm:t>
        <a:bodyPr/>
        <a:lstStyle/>
        <a:p>
          <a:r>
            <a:rPr lang="ru-RU" b="0" i="0"/>
            <a:t>24 серпня 1991 р.</a:t>
          </a:r>
          <a:endParaRPr lang="uk-UA"/>
        </a:p>
      </dgm:t>
    </dgm:pt>
    <dgm:pt modelId="{E191BCA3-EC22-4210-B3BF-F1B62EE946B9}" type="parTrans" cxnId="{3F599051-3EF9-428D-A124-AF0C2B2D3CC6}">
      <dgm:prSet/>
      <dgm:spPr/>
      <dgm:t>
        <a:bodyPr/>
        <a:lstStyle/>
        <a:p>
          <a:endParaRPr lang="uk-UA"/>
        </a:p>
      </dgm:t>
    </dgm:pt>
    <dgm:pt modelId="{1AAB8419-72F8-4EF4-A84D-5022CF5E919C}" type="sibTrans" cxnId="{3F599051-3EF9-428D-A124-AF0C2B2D3CC6}">
      <dgm:prSet/>
      <dgm:spPr/>
      <dgm:t>
        <a:bodyPr/>
        <a:lstStyle/>
        <a:p>
          <a:endParaRPr lang="uk-UA"/>
        </a:p>
      </dgm:t>
    </dgm:pt>
    <dgm:pt modelId="{6CBFE510-B30F-482F-8B58-64A4B4425FBA}">
      <dgm:prSet/>
      <dgm:spPr/>
      <dgm:t>
        <a:bodyPr/>
        <a:lstStyle/>
        <a:p>
          <a:r>
            <a:rPr lang="ru-RU" b="0" i="0"/>
            <a:t>1 грудня 1991 р.</a:t>
          </a:r>
          <a:endParaRPr lang="uk-UA"/>
        </a:p>
      </dgm:t>
    </dgm:pt>
    <dgm:pt modelId="{5E0C00A6-C3E8-4D0B-ACAE-A0C753BCCAA2}" type="parTrans" cxnId="{42BB1197-AB83-4CD8-9311-81365F461AB9}">
      <dgm:prSet/>
      <dgm:spPr/>
      <dgm:t>
        <a:bodyPr/>
        <a:lstStyle/>
        <a:p>
          <a:endParaRPr lang="uk-UA"/>
        </a:p>
      </dgm:t>
    </dgm:pt>
    <dgm:pt modelId="{C1EC4756-A4BF-49D4-8F1C-E8C84CD2F380}" type="sibTrans" cxnId="{42BB1197-AB83-4CD8-9311-81365F461AB9}">
      <dgm:prSet/>
      <dgm:spPr/>
      <dgm:t>
        <a:bodyPr/>
        <a:lstStyle/>
        <a:p>
          <a:endParaRPr lang="uk-UA"/>
        </a:p>
      </dgm:t>
    </dgm:pt>
    <dgm:pt modelId="{003ECC9A-CB5A-4727-A4BD-EBFA7EFFE966}">
      <dgm:prSet/>
      <dgm:spPr/>
      <dgm:t>
        <a:bodyPr/>
        <a:lstStyle/>
        <a:p>
          <a:r>
            <a:rPr lang="ru-RU" b="0" i="0"/>
            <a:t>28 червня 1996 р.</a:t>
          </a:r>
          <a:endParaRPr lang="uk-UA"/>
        </a:p>
      </dgm:t>
    </dgm:pt>
    <dgm:pt modelId="{D6363628-BD6B-48F9-9079-90DBD6AE3E0D}" type="parTrans" cxnId="{F235907E-1578-4045-9CF5-9B4367283CC6}">
      <dgm:prSet/>
      <dgm:spPr/>
      <dgm:t>
        <a:bodyPr/>
        <a:lstStyle/>
        <a:p>
          <a:endParaRPr lang="uk-UA"/>
        </a:p>
      </dgm:t>
    </dgm:pt>
    <dgm:pt modelId="{61FA7CAD-F209-49C6-8720-2A28C25F3D56}" type="sibTrans" cxnId="{F235907E-1578-4045-9CF5-9B4367283CC6}">
      <dgm:prSet/>
      <dgm:spPr/>
      <dgm:t>
        <a:bodyPr/>
        <a:lstStyle/>
        <a:p>
          <a:endParaRPr lang="uk-UA"/>
        </a:p>
      </dgm:t>
    </dgm:pt>
    <dgm:pt modelId="{252338D9-91E4-447B-9497-815CA97E7884}" type="pres">
      <dgm:prSet presAssocID="{D2EB1ED0-B8CE-42F6-8446-09D3C2CEE96D}" presName="linearFlow" presStyleCnt="0">
        <dgm:presLayoutVars>
          <dgm:dir/>
          <dgm:resizeHandles val="exact"/>
        </dgm:presLayoutVars>
      </dgm:prSet>
      <dgm:spPr/>
    </dgm:pt>
    <dgm:pt modelId="{D30E1607-21B6-4941-AFFC-A3E6D35CA0A5}" type="pres">
      <dgm:prSet presAssocID="{C61B0CE7-2B2E-4921-8FE6-C96766337761}" presName="composite" presStyleCnt="0"/>
      <dgm:spPr/>
    </dgm:pt>
    <dgm:pt modelId="{542CB3EC-9FDA-406E-9825-58A3EB601B54}" type="pres">
      <dgm:prSet presAssocID="{C61B0CE7-2B2E-4921-8FE6-C96766337761}" presName="imgShp" presStyleLbl="fgImgPlace1" presStyleIdx="0" presStyleCnt="5"/>
      <dgm:spPr/>
    </dgm:pt>
    <dgm:pt modelId="{EF6F5763-CA5E-4385-BE40-525B0A722686}" type="pres">
      <dgm:prSet presAssocID="{C61B0CE7-2B2E-4921-8FE6-C96766337761}" presName="txShp" presStyleLbl="node1" presStyleIdx="0" presStyleCnt="5">
        <dgm:presLayoutVars>
          <dgm:bulletEnabled val="1"/>
        </dgm:presLayoutVars>
      </dgm:prSet>
      <dgm:spPr/>
    </dgm:pt>
    <dgm:pt modelId="{85A4C04A-FE69-478D-ABC5-821DC67A38AB}" type="pres">
      <dgm:prSet presAssocID="{ACB73037-56A0-4C10-847D-5FA3864227BE}" presName="spacing" presStyleCnt="0"/>
      <dgm:spPr/>
    </dgm:pt>
    <dgm:pt modelId="{1BBB1AF2-C43F-49BE-8254-C43A2A8E5FC8}" type="pres">
      <dgm:prSet presAssocID="{94FA951E-0CCC-4C31-9000-441165DDBA06}" presName="composite" presStyleCnt="0"/>
      <dgm:spPr/>
    </dgm:pt>
    <dgm:pt modelId="{69F10247-08B0-4FE0-8690-071563F51BB5}" type="pres">
      <dgm:prSet presAssocID="{94FA951E-0CCC-4C31-9000-441165DDBA06}" presName="imgShp" presStyleLbl="fgImgPlace1" presStyleIdx="1" presStyleCnt="5"/>
      <dgm:spPr/>
    </dgm:pt>
    <dgm:pt modelId="{2D52881C-FB45-4589-B9A0-FDF3ADB710EF}" type="pres">
      <dgm:prSet presAssocID="{94FA951E-0CCC-4C31-9000-441165DDBA06}" presName="txShp" presStyleLbl="node1" presStyleIdx="1" presStyleCnt="5">
        <dgm:presLayoutVars>
          <dgm:bulletEnabled val="1"/>
        </dgm:presLayoutVars>
      </dgm:prSet>
      <dgm:spPr/>
    </dgm:pt>
    <dgm:pt modelId="{F474886A-6167-41CF-9ECF-FDE7B2659639}" type="pres">
      <dgm:prSet presAssocID="{2C9E0078-D17A-4014-A1E3-6F04E8ED64BE}" presName="spacing" presStyleCnt="0"/>
      <dgm:spPr/>
    </dgm:pt>
    <dgm:pt modelId="{721026B0-A339-4BEC-8D95-994DEA2A259A}" type="pres">
      <dgm:prSet presAssocID="{0FF12B03-ED85-4C53-8559-3CA35A58A775}" presName="composite" presStyleCnt="0"/>
      <dgm:spPr/>
    </dgm:pt>
    <dgm:pt modelId="{9AE42DBA-51A6-4C86-9ADD-7EEADF1E38B0}" type="pres">
      <dgm:prSet presAssocID="{0FF12B03-ED85-4C53-8559-3CA35A58A775}" presName="imgShp" presStyleLbl="fgImgPlace1" presStyleIdx="2" presStyleCnt="5"/>
      <dgm:spPr/>
    </dgm:pt>
    <dgm:pt modelId="{D8F3D54F-E1D2-4A04-8208-593B200753C7}" type="pres">
      <dgm:prSet presAssocID="{0FF12B03-ED85-4C53-8559-3CA35A58A775}" presName="txShp" presStyleLbl="node1" presStyleIdx="2" presStyleCnt="5">
        <dgm:presLayoutVars>
          <dgm:bulletEnabled val="1"/>
        </dgm:presLayoutVars>
      </dgm:prSet>
      <dgm:spPr/>
    </dgm:pt>
    <dgm:pt modelId="{5D30F394-2BA7-44B8-BBA5-4E1F6E18B555}" type="pres">
      <dgm:prSet presAssocID="{1AAB8419-72F8-4EF4-A84D-5022CF5E919C}" presName="spacing" presStyleCnt="0"/>
      <dgm:spPr/>
    </dgm:pt>
    <dgm:pt modelId="{AE392E5B-B7DF-4B8D-A736-C7843922831C}" type="pres">
      <dgm:prSet presAssocID="{6CBFE510-B30F-482F-8B58-64A4B4425FBA}" presName="composite" presStyleCnt="0"/>
      <dgm:spPr/>
    </dgm:pt>
    <dgm:pt modelId="{C78EC3BB-6219-45B0-984D-037D1B7AEEE9}" type="pres">
      <dgm:prSet presAssocID="{6CBFE510-B30F-482F-8B58-64A4B4425FBA}" presName="imgShp" presStyleLbl="fgImgPlace1" presStyleIdx="3" presStyleCnt="5"/>
      <dgm:spPr/>
    </dgm:pt>
    <dgm:pt modelId="{08912F93-1518-4C6E-B290-1FE8B99CC6BF}" type="pres">
      <dgm:prSet presAssocID="{6CBFE510-B30F-482F-8B58-64A4B4425FBA}" presName="txShp" presStyleLbl="node1" presStyleIdx="3" presStyleCnt="5">
        <dgm:presLayoutVars>
          <dgm:bulletEnabled val="1"/>
        </dgm:presLayoutVars>
      </dgm:prSet>
      <dgm:spPr/>
    </dgm:pt>
    <dgm:pt modelId="{5221D089-3E00-494A-B876-6F811A7DC643}" type="pres">
      <dgm:prSet presAssocID="{C1EC4756-A4BF-49D4-8F1C-E8C84CD2F380}" presName="spacing" presStyleCnt="0"/>
      <dgm:spPr/>
    </dgm:pt>
    <dgm:pt modelId="{33B29AD4-47D6-49F7-B06C-7C010FE1AFF4}" type="pres">
      <dgm:prSet presAssocID="{003ECC9A-CB5A-4727-A4BD-EBFA7EFFE966}" presName="composite" presStyleCnt="0"/>
      <dgm:spPr/>
    </dgm:pt>
    <dgm:pt modelId="{D3B2F601-7D4D-4AD2-B533-C2AB321069F0}" type="pres">
      <dgm:prSet presAssocID="{003ECC9A-CB5A-4727-A4BD-EBFA7EFFE966}" presName="imgShp" presStyleLbl="fgImgPlace1" presStyleIdx="4" presStyleCnt="5"/>
      <dgm:spPr/>
    </dgm:pt>
    <dgm:pt modelId="{FBCBEFAB-0588-4DC0-BB1D-8487F5EC411D}" type="pres">
      <dgm:prSet presAssocID="{003ECC9A-CB5A-4727-A4BD-EBFA7EFFE966}" presName="txShp" presStyleLbl="node1" presStyleIdx="4" presStyleCnt="5">
        <dgm:presLayoutVars>
          <dgm:bulletEnabled val="1"/>
        </dgm:presLayoutVars>
      </dgm:prSet>
      <dgm:spPr/>
    </dgm:pt>
  </dgm:ptLst>
  <dgm:cxnLst>
    <dgm:cxn modelId="{43498601-FD23-4225-AD7F-C161EC78011D}" type="presOf" srcId="{6CBFE510-B30F-482F-8B58-64A4B4425FBA}" destId="{08912F93-1518-4C6E-B290-1FE8B99CC6BF}" srcOrd="0" destOrd="0" presId="urn:microsoft.com/office/officeart/2005/8/layout/vList3"/>
    <dgm:cxn modelId="{79F5AA17-4F87-498C-865A-C299C5BAABC3}" type="presOf" srcId="{94FA951E-0CCC-4C31-9000-441165DDBA06}" destId="{2D52881C-FB45-4589-B9A0-FDF3ADB710EF}" srcOrd="0" destOrd="0" presId="urn:microsoft.com/office/officeart/2005/8/layout/vList3"/>
    <dgm:cxn modelId="{72F7FA38-A125-4A9F-B5F3-C8AC20AEFCF2}" type="presOf" srcId="{D2EB1ED0-B8CE-42F6-8446-09D3C2CEE96D}" destId="{252338D9-91E4-447B-9497-815CA97E7884}" srcOrd="0" destOrd="0" presId="urn:microsoft.com/office/officeart/2005/8/layout/vList3"/>
    <dgm:cxn modelId="{3F599051-3EF9-428D-A124-AF0C2B2D3CC6}" srcId="{D2EB1ED0-B8CE-42F6-8446-09D3C2CEE96D}" destId="{0FF12B03-ED85-4C53-8559-3CA35A58A775}" srcOrd="2" destOrd="0" parTransId="{E191BCA3-EC22-4210-B3BF-F1B62EE946B9}" sibTransId="{1AAB8419-72F8-4EF4-A84D-5022CF5E919C}"/>
    <dgm:cxn modelId="{CE246D52-421F-457E-BEBB-6540E4936469}" srcId="{D2EB1ED0-B8CE-42F6-8446-09D3C2CEE96D}" destId="{94FA951E-0CCC-4C31-9000-441165DDBA06}" srcOrd="1" destOrd="0" parTransId="{EF88920B-D288-4460-84F5-0A81D2D9FC48}" sibTransId="{2C9E0078-D17A-4014-A1E3-6F04E8ED64BE}"/>
    <dgm:cxn modelId="{B8BC8D56-9F56-4C34-AA66-7BDE950EBB75}" type="presOf" srcId="{0FF12B03-ED85-4C53-8559-3CA35A58A775}" destId="{D8F3D54F-E1D2-4A04-8208-593B200753C7}" srcOrd="0" destOrd="0" presId="urn:microsoft.com/office/officeart/2005/8/layout/vList3"/>
    <dgm:cxn modelId="{F235907E-1578-4045-9CF5-9B4367283CC6}" srcId="{D2EB1ED0-B8CE-42F6-8446-09D3C2CEE96D}" destId="{003ECC9A-CB5A-4727-A4BD-EBFA7EFFE966}" srcOrd="4" destOrd="0" parTransId="{D6363628-BD6B-48F9-9079-90DBD6AE3E0D}" sibTransId="{61FA7CAD-F209-49C6-8720-2A28C25F3D56}"/>
    <dgm:cxn modelId="{4B3E5188-7FAF-4185-846C-10C0C8564E25}" type="presOf" srcId="{003ECC9A-CB5A-4727-A4BD-EBFA7EFFE966}" destId="{FBCBEFAB-0588-4DC0-BB1D-8487F5EC411D}" srcOrd="0" destOrd="0" presId="urn:microsoft.com/office/officeart/2005/8/layout/vList3"/>
    <dgm:cxn modelId="{42BB1197-AB83-4CD8-9311-81365F461AB9}" srcId="{D2EB1ED0-B8CE-42F6-8446-09D3C2CEE96D}" destId="{6CBFE510-B30F-482F-8B58-64A4B4425FBA}" srcOrd="3" destOrd="0" parTransId="{5E0C00A6-C3E8-4D0B-ACAE-A0C753BCCAA2}" sibTransId="{C1EC4756-A4BF-49D4-8F1C-E8C84CD2F380}"/>
    <dgm:cxn modelId="{F5C4C4B3-E787-4F31-972C-DAA5CB139EB8}" srcId="{D2EB1ED0-B8CE-42F6-8446-09D3C2CEE96D}" destId="{C61B0CE7-2B2E-4921-8FE6-C96766337761}" srcOrd="0" destOrd="0" parTransId="{2497B273-9362-489D-8D07-3BEBD26A676C}" sibTransId="{ACB73037-56A0-4C10-847D-5FA3864227BE}"/>
    <dgm:cxn modelId="{0A994FEC-9086-4C48-A994-FC8329E01612}" type="presOf" srcId="{C61B0CE7-2B2E-4921-8FE6-C96766337761}" destId="{EF6F5763-CA5E-4385-BE40-525B0A722686}" srcOrd="0" destOrd="0" presId="urn:microsoft.com/office/officeart/2005/8/layout/vList3"/>
    <dgm:cxn modelId="{0BFCBEC9-03D9-4B58-96EF-9A534544F627}" type="presParOf" srcId="{252338D9-91E4-447B-9497-815CA97E7884}" destId="{D30E1607-21B6-4941-AFFC-A3E6D35CA0A5}" srcOrd="0" destOrd="0" presId="urn:microsoft.com/office/officeart/2005/8/layout/vList3"/>
    <dgm:cxn modelId="{16E110B4-57A6-4BBF-8899-DB778A2A5821}" type="presParOf" srcId="{D30E1607-21B6-4941-AFFC-A3E6D35CA0A5}" destId="{542CB3EC-9FDA-406E-9825-58A3EB601B54}" srcOrd="0" destOrd="0" presId="urn:microsoft.com/office/officeart/2005/8/layout/vList3"/>
    <dgm:cxn modelId="{1EDE2761-D494-4437-802A-A2CCDD21514E}" type="presParOf" srcId="{D30E1607-21B6-4941-AFFC-A3E6D35CA0A5}" destId="{EF6F5763-CA5E-4385-BE40-525B0A722686}" srcOrd="1" destOrd="0" presId="urn:microsoft.com/office/officeart/2005/8/layout/vList3"/>
    <dgm:cxn modelId="{A640601B-DC4C-4D8E-8CF2-E376C9EC7657}" type="presParOf" srcId="{252338D9-91E4-447B-9497-815CA97E7884}" destId="{85A4C04A-FE69-478D-ABC5-821DC67A38AB}" srcOrd="1" destOrd="0" presId="urn:microsoft.com/office/officeart/2005/8/layout/vList3"/>
    <dgm:cxn modelId="{1A8D14A9-502D-474D-B851-EB4B764322C4}" type="presParOf" srcId="{252338D9-91E4-447B-9497-815CA97E7884}" destId="{1BBB1AF2-C43F-49BE-8254-C43A2A8E5FC8}" srcOrd="2" destOrd="0" presId="urn:microsoft.com/office/officeart/2005/8/layout/vList3"/>
    <dgm:cxn modelId="{F88E1901-CC14-42AC-9DFC-F6CA3E8FA526}" type="presParOf" srcId="{1BBB1AF2-C43F-49BE-8254-C43A2A8E5FC8}" destId="{69F10247-08B0-4FE0-8690-071563F51BB5}" srcOrd="0" destOrd="0" presId="urn:microsoft.com/office/officeart/2005/8/layout/vList3"/>
    <dgm:cxn modelId="{3E4F47B0-A9E6-4BB6-BBB5-22F82EB1462C}" type="presParOf" srcId="{1BBB1AF2-C43F-49BE-8254-C43A2A8E5FC8}" destId="{2D52881C-FB45-4589-B9A0-FDF3ADB710EF}" srcOrd="1" destOrd="0" presId="urn:microsoft.com/office/officeart/2005/8/layout/vList3"/>
    <dgm:cxn modelId="{20FB2CA8-9046-458C-9376-DAE865BA184B}" type="presParOf" srcId="{252338D9-91E4-447B-9497-815CA97E7884}" destId="{F474886A-6167-41CF-9ECF-FDE7B2659639}" srcOrd="3" destOrd="0" presId="urn:microsoft.com/office/officeart/2005/8/layout/vList3"/>
    <dgm:cxn modelId="{AB66B0F1-2B01-428A-9A08-BBD715CC8680}" type="presParOf" srcId="{252338D9-91E4-447B-9497-815CA97E7884}" destId="{721026B0-A339-4BEC-8D95-994DEA2A259A}" srcOrd="4" destOrd="0" presId="urn:microsoft.com/office/officeart/2005/8/layout/vList3"/>
    <dgm:cxn modelId="{A0A3E0C8-8FC6-4948-A1E1-E3AA9A95057E}" type="presParOf" srcId="{721026B0-A339-4BEC-8D95-994DEA2A259A}" destId="{9AE42DBA-51A6-4C86-9ADD-7EEADF1E38B0}" srcOrd="0" destOrd="0" presId="urn:microsoft.com/office/officeart/2005/8/layout/vList3"/>
    <dgm:cxn modelId="{D8F65872-2E18-4CA3-A97F-254630F36D14}" type="presParOf" srcId="{721026B0-A339-4BEC-8D95-994DEA2A259A}" destId="{D8F3D54F-E1D2-4A04-8208-593B200753C7}" srcOrd="1" destOrd="0" presId="urn:microsoft.com/office/officeart/2005/8/layout/vList3"/>
    <dgm:cxn modelId="{13F57D59-3969-4658-8390-963C31CD515B}" type="presParOf" srcId="{252338D9-91E4-447B-9497-815CA97E7884}" destId="{5D30F394-2BA7-44B8-BBA5-4E1F6E18B555}" srcOrd="5" destOrd="0" presId="urn:microsoft.com/office/officeart/2005/8/layout/vList3"/>
    <dgm:cxn modelId="{45E57271-C6F1-4851-9921-4AB80349C206}" type="presParOf" srcId="{252338D9-91E4-447B-9497-815CA97E7884}" destId="{AE392E5B-B7DF-4B8D-A736-C7843922831C}" srcOrd="6" destOrd="0" presId="urn:microsoft.com/office/officeart/2005/8/layout/vList3"/>
    <dgm:cxn modelId="{BCB3CED0-B862-492C-B5E7-4DFCC8539C29}" type="presParOf" srcId="{AE392E5B-B7DF-4B8D-A736-C7843922831C}" destId="{C78EC3BB-6219-45B0-984D-037D1B7AEEE9}" srcOrd="0" destOrd="0" presId="urn:microsoft.com/office/officeart/2005/8/layout/vList3"/>
    <dgm:cxn modelId="{5891D5E5-25EC-48D4-8921-EBA6D6A7BEB4}" type="presParOf" srcId="{AE392E5B-B7DF-4B8D-A736-C7843922831C}" destId="{08912F93-1518-4C6E-B290-1FE8B99CC6BF}" srcOrd="1" destOrd="0" presId="urn:microsoft.com/office/officeart/2005/8/layout/vList3"/>
    <dgm:cxn modelId="{B6353109-D8C7-4C09-863A-1CA439375CF7}" type="presParOf" srcId="{252338D9-91E4-447B-9497-815CA97E7884}" destId="{5221D089-3E00-494A-B876-6F811A7DC643}" srcOrd="7" destOrd="0" presId="urn:microsoft.com/office/officeart/2005/8/layout/vList3"/>
    <dgm:cxn modelId="{BC9C2A79-7BA5-41FF-ACD5-0B07C41FDE2F}" type="presParOf" srcId="{252338D9-91E4-447B-9497-815CA97E7884}" destId="{33B29AD4-47D6-49F7-B06C-7C010FE1AFF4}" srcOrd="8" destOrd="0" presId="urn:microsoft.com/office/officeart/2005/8/layout/vList3"/>
    <dgm:cxn modelId="{0159EA73-68AC-4B53-BE75-986087E26DF7}" type="presParOf" srcId="{33B29AD4-47D6-49F7-B06C-7C010FE1AFF4}" destId="{D3B2F601-7D4D-4AD2-B533-C2AB321069F0}" srcOrd="0" destOrd="0" presId="urn:microsoft.com/office/officeart/2005/8/layout/vList3"/>
    <dgm:cxn modelId="{4E3C8B2F-94B0-46A6-AD02-08AB2890F955}" type="presParOf" srcId="{33B29AD4-47D6-49F7-B06C-7C010FE1AFF4}" destId="{FBCBEFAB-0588-4DC0-BB1D-8487F5EC411D}"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D34AEFF-2D24-4F22-81C9-CE9044A8D7C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81B3721-4DDA-461C-9F4A-8D2A1C3BCFAB}">
      <dgm:prSet/>
      <dgm:spPr/>
      <dgm:t>
        <a:bodyPr/>
        <a:lstStyle/>
        <a:p>
          <a:r>
            <a:rPr lang="ru-RU" b="0" i="0"/>
            <a:t>Верховна Рада України</a:t>
          </a:r>
          <a:endParaRPr lang="uk-UA"/>
        </a:p>
      </dgm:t>
    </dgm:pt>
    <dgm:pt modelId="{E3FF887D-F831-4413-8A0D-739C8231ADBE}" type="parTrans" cxnId="{5B81DD01-7ED6-4957-94D9-83EC3782920B}">
      <dgm:prSet/>
      <dgm:spPr/>
      <dgm:t>
        <a:bodyPr/>
        <a:lstStyle/>
        <a:p>
          <a:endParaRPr lang="uk-UA"/>
        </a:p>
      </dgm:t>
    </dgm:pt>
    <dgm:pt modelId="{CC1344A2-B16B-4C4E-859B-64024E4804E4}" type="sibTrans" cxnId="{5B81DD01-7ED6-4957-94D9-83EC3782920B}">
      <dgm:prSet/>
      <dgm:spPr/>
      <dgm:t>
        <a:bodyPr/>
        <a:lstStyle/>
        <a:p>
          <a:endParaRPr lang="uk-UA"/>
        </a:p>
      </dgm:t>
    </dgm:pt>
    <dgm:pt modelId="{3FBEF129-0E7B-4B48-9ECC-709C9A7DB538}">
      <dgm:prSet/>
      <dgm:spPr/>
      <dgm:t>
        <a:bodyPr/>
        <a:lstStyle/>
        <a:p>
          <a:r>
            <a:rPr lang="ru-RU" b="0" i="0"/>
            <a:t>Президент України</a:t>
          </a:r>
          <a:endParaRPr lang="uk-UA"/>
        </a:p>
      </dgm:t>
    </dgm:pt>
    <dgm:pt modelId="{2DE44B5F-8094-442D-9E00-CCFA0E23F793}" type="parTrans" cxnId="{F549FE50-B3D5-4964-9BD5-2A54DF4B1328}">
      <dgm:prSet/>
      <dgm:spPr/>
      <dgm:t>
        <a:bodyPr/>
        <a:lstStyle/>
        <a:p>
          <a:endParaRPr lang="uk-UA"/>
        </a:p>
      </dgm:t>
    </dgm:pt>
    <dgm:pt modelId="{DDA8DA23-D7EC-4099-885C-9C8FA06E4B52}" type="sibTrans" cxnId="{F549FE50-B3D5-4964-9BD5-2A54DF4B1328}">
      <dgm:prSet/>
      <dgm:spPr/>
      <dgm:t>
        <a:bodyPr/>
        <a:lstStyle/>
        <a:p>
          <a:endParaRPr lang="uk-UA"/>
        </a:p>
      </dgm:t>
    </dgm:pt>
    <dgm:pt modelId="{652237B5-818E-40F2-A250-34199F6C5C29}">
      <dgm:prSet/>
      <dgm:spPr/>
      <dgm:t>
        <a:bodyPr/>
        <a:lstStyle/>
        <a:p>
          <a:r>
            <a:rPr lang="ru-RU" b="0" i="0"/>
            <a:t>Кабінет Міністрів України</a:t>
          </a:r>
          <a:endParaRPr lang="uk-UA"/>
        </a:p>
      </dgm:t>
    </dgm:pt>
    <dgm:pt modelId="{821FE65B-0A5D-4957-924A-B86473ED1015}" type="parTrans" cxnId="{68DEA6F7-150D-46D7-AD28-25DAC57C475F}">
      <dgm:prSet/>
      <dgm:spPr/>
      <dgm:t>
        <a:bodyPr/>
        <a:lstStyle/>
        <a:p>
          <a:endParaRPr lang="uk-UA"/>
        </a:p>
      </dgm:t>
    </dgm:pt>
    <dgm:pt modelId="{DBB93549-677B-4D05-B986-07C50D9A3BD6}" type="sibTrans" cxnId="{68DEA6F7-150D-46D7-AD28-25DAC57C475F}">
      <dgm:prSet/>
      <dgm:spPr/>
      <dgm:t>
        <a:bodyPr/>
        <a:lstStyle/>
        <a:p>
          <a:endParaRPr lang="uk-UA"/>
        </a:p>
      </dgm:t>
    </dgm:pt>
    <dgm:pt modelId="{B602960F-38D5-45CF-9915-EC73568B0E47}">
      <dgm:prSet/>
      <dgm:spPr/>
      <dgm:t>
        <a:bodyPr/>
        <a:lstStyle/>
        <a:p>
          <a:r>
            <a:rPr lang="ru-RU" b="0" i="0"/>
            <a:t>Конституційний Суд України</a:t>
          </a:r>
          <a:endParaRPr lang="uk-UA"/>
        </a:p>
      </dgm:t>
    </dgm:pt>
    <dgm:pt modelId="{C08E08B1-CAFC-447A-A237-D3BB7D949F4C}" type="parTrans" cxnId="{1F8CC1DD-9F26-4975-B60D-70ECB1DFAADA}">
      <dgm:prSet/>
      <dgm:spPr/>
      <dgm:t>
        <a:bodyPr/>
        <a:lstStyle/>
        <a:p>
          <a:endParaRPr lang="uk-UA"/>
        </a:p>
      </dgm:t>
    </dgm:pt>
    <dgm:pt modelId="{1F68D025-D142-45B4-B2D9-C89C405BB2C6}" type="sibTrans" cxnId="{1F8CC1DD-9F26-4975-B60D-70ECB1DFAADA}">
      <dgm:prSet/>
      <dgm:spPr/>
      <dgm:t>
        <a:bodyPr/>
        <a:lstStyle/>
        <a:p>
          <a:endParaRPr lang="uk-UA"/>
        </a:p>
      </dgm:t>
    </dgm:pt>
    <dgm:pt modelId="{81BCDF23-A90D-47D3-9DCF-9559DA070B51}" type="pres">
      <dgm:prSet presAssocID="{4D34AEFF-2D24-4F22-81C9-CE9044A8D7CC}" presName="linear" presStyleCnt="0">
        <dgm:presLayoutVars>
          <dgm:animLvl val="lvl"/>
          <dgm:resizeHandles val="exact"/>
        </dgm:presLayoutVars>
      </dgm:prSet>
      <dgm:spPr/>
    </dgm:pt>
    <dgm:pt modelId="{28A68821-2A74-45EB-AAA1-C036BAF4DAA5}" type="pres">
      <dgm:prSet presAssocID="{681B3721-4DDA-461C-9F4A-8D2A1C3BCFAB}" presName="parentText" presStyleLbl="node1" presStyleIdx="0" presStyleCnt="4">
        <dgm:presLayoutVars>
          <dgm:chMax val="0"/>
          <dgm:bulletEnabled val="1"/>
        </dgm:presLayoutVars>
      </dgm:prSet>
      <dgm:spPr/>
    </dgm:pt>
    <dgm:pt modelId="{92C25470-EDD6-4EC3-88C4-EE3746A3CD7D}" type="pres">
      <dgm:prSet presAssocID="{CC1344A2-B16B-4C4E-859B-64024E4804E4}" presName="spacer" presStyleCnt="0"/>
      <dgm:spPr/>
    </dgm:pt>
    <dgm:pt modelId="{4CED2769-0850-4B25-87EB-78BD098E46B1}" type="pres">
      <dgm:prSet presAssocID="{3FBEF129-0E7B-4B48-9ECC-709C9A7DB538}" presName="parentText" presStyleLbl="node1" presStyleIdx="1" presStyleCnt="4">
        <dgm:presLayoutVars>
          <dgm:chMax val="0"/>
          <dgm:bulletEnabled val="1"/>
        </dgm:presLayoutVars>
      </dgm:prSet>
      <dgm:spPr/>
    </dgm:pt>
    <dgm:pt modelId="{DAFB1D4B-BCB8-448F-80F5-4CF83D3FB11C}" type="pres">
      <dgm:prSet presAssocID="{DDA8DA23-D7EC-4099-885C-9C8FA06E4B52}" presName="spacer" presStyleCnt="0"/>
      <dgm:spPr/>
    </dgm:pt>
    <dgm:pt modelId="{ACA1B32F-2E04-496C-BA2B-F28883460AFB}" type="pres">
      <dgm:prSet presAssocID="{652237B5-818E-40F2-A250-34199F6C5C29}" presName="parentText" presStyleLbl="node1" presStyleIdx="2" presStyleCnt="4">
        <dgm:presLayoutVars>
          <dgm:chMax val="0"/>
          <dgm:bulletEnabled val="1"/>
        </dgm:presLayoutVars>
      </dgm:prSet>
      <dgm:spPr/>
    </dgm:pt>
    <dgm:pt modelId="{587C8B3C-7D7E-432E-B941-079E2F9BA80A}" type="pres">
      <dgm:prSet presAssocID="{DBB93549-677B-4D05-B986-07C50D9A3BD6}" presName="spacer" presStyleCnt="0"/>
      <dgm:spPr/>
    </dgm:pt>
    <dgm:pt modelId="{B6E822EF-A0C9-4363-A649-3CBBC3B37A8A}" type="pres">
      <dgm:prSet presAssocID="{B602960F-38D5-45CF-9915-EC73568B0E47}" presName="parentText" presStyleLbl="node1" presStyleIdx="3" presStyleCnt="4">
        <dgm:presLayoutVars>
          <dgm:chMax val="0"/>
          <dgm:bulletEnabled val="1"/>
        </dgm:presLayoutVars>
      </dgm:prSet>
      <dgm:spPr/>
    </dgm:pt>
  </dgm:ptLst>
  <dgm:cxnLst>
    <dgm:cxn modelId="{5B81DD01-7ED6-4957-94D9-83EC3782920B}" srcId="{4D34AEFF-2D24-4F22-81C9-CE9044A8D7CC}" destId="{681B3721-4DDA-461C-9F4A-8D2A1C3BCFAB}" srcOrd="0" destOrd="0" parTransId="{E3FF887D-F831-4413-8A0D-739C8231ADBE}" sibTransId="{CC1344A2-B16B-4C4E-859B-64024E4804E4}"/>
    <dgm:cxn modelId="{D923F449-CC7D-486F-B6A6-653CA1C0D2CD}" type="presOf" srcId="{681B3721-4DDA-461C-9F4A-8D2A1C3BCFAB}" destId="{28A68821-2A74-45EB-AAA1-C036BAF4DAA5}" srcOrd="0" destOrd="0" presId="urn:microsoft.com/office/officeart/2005/8/layout/vList2"/>
    <dgm:cxn modelId="{F549FE50-B3D5-4964-9BD5-2A54DF4B1328}" srcId="{4D34AEFF-2D24-4F22-81C9-CE9044A8D7CC}" destId="{3FBEF129-0E7B-4B48-9ECC-709C9A7DB538}" srcOrd="1" destOrd="0" parTransId="{2DE44B5F-8094-442D-9E00-CCFA0E23F793}" sibTransId="{DDA8DA23-D7EC-4099-885C-9C8FA06E4B52}"/>
    <dgm:cxn modelId="{499BBE95-23AB-4BAC-BC6A-BC7630CD731A}" type="presOf" srcId="{4D34AEFF-2D24-4F22-81C9-CE9044A8D7CC}" destId="{81BCDF23-A90D-47D3-9DCF-9559DA070B51}" srcOrd="0" destOrd="0" presId="urn:microsoft.com/office/officeart/2005/8/layout/vList2"/>
    <dgm:cxn modelId="{963E71B7-82C4-49A0-8575-DCCE64765C88}" type="presOf" srcId="{B602960F-38D5-45CF-9915-EC73568B0E47}" destId="{B6E822EF-A0C9-4363-A649-3CBBC3B37A8A}" srcOrd="0" destOrd="0" presId="urn:microsoft.com/office/officeart/2005/8/layout/vList2"/>
    <dgm:cxn modelId="{14C11DC0-5F56-48FB-9726-FC0BA182C527}" type="presOf" srcId="{3FBEF129-0E7B-4B48-9ECC-709C9A7DB538}" destId="{4CED2769-0850-4B25-87EB-78BD098E46B1}" srcOrd="0" destOrd="0" presId="urn:microsoft.com/office/officeart/2005/8/layout/vList2"/>
    <dgm:cxn modelId="{1F8CC1DD-9F26-4975-B60D-70ECB1DFAADA}" srcId="{4D34AEFF-2D24-4F22-81C9-CE9044A8D7CC}" destId="{B602960F-38D5-45CF-9915-EC73568B0E47}" srcOrd="3" destOrd="0" parTransId="{C08E08B1-CAFC-447A-A237-D3BB7D949F4C}" sibTransId="{1F68D025-D142-45B4-B2D9-C89C405BB2C6}"/>
    <dgm:cxn modelId="{E9195CF2-CF3F-4DD8-B601-47BDEFD37DA8}" type="presOf" srcId="{652237B5-818E-40F2-A250-34199F6C5C29}" destId="{ACA1B32F-2E04-496C-BA2B-F28883460AFB}" srcOrd="0" destOrd="0" presId="urn:microsoft.com/office/officeart/2005/8/layout/vList2"/>
    <dgm:cxn modelId="{68DEA6F7-150D-46D7-AD28-25DAC57C475F}" srcId="{4D34AEFF-2D24-4F22-81C9-CE9044A8D7CC}" destId="{652237B5-818E-40F2-A250-34199F6C5C29}" srcOrd="2" destOrd="0" parTransId="{821FE65B-0A5D-4957-924A-B86473ED1015}" sibTransId="{DBB93549-677B-4D05-B986-07C50D9A3BD6}"/>
    <dgm:cxn modelId="{85D1F2F3-BD3D-4095-980D-37A425E6A7A5}" type="presParOf" srcId="{81BCDF23-A90D-47D3-9DCF-9559DA070B51}" destId="{28A68821-2A74-45EB-AAA1-C036BAF4DAA5}" srcOrd="0" destOrd="0" presId="urn:microsoft.com/office/officeart/2005/8/layout/vList2"/>
    <dgm:cxn modelId="{70C00D4F-CC91-4790-B736-1BF2C7A92FE5}" type="presParOf" srcId="{81BCDF23-A90D-47D3-9DCF-9559DA070B51}" destId="{92C25470-EDD6-4EC3-88C4-EE3746A3CD7D}" srcOrd="1" destOrd="0" presId="urn:microsoft.com/office/officeart/2005/8/layout/vList2"/>
    <dgm:cxn modelId="{BF039F2E-7EA1-4D10-A44F-7EDCA42DD2C0}" type="presParOf" srcId="{81BCDF23-A90D-47D3-9DCF-9559DA070B51}" destId="{4CED2769-0850-4B25-87EB-78BD098E46B1}" srcOrd="2" destOrd="0" presId="urn:microsoft.com/office/officeart/2005/8/layout/vList2"/>
    <dgm:cxn modelId="{5FD9FB46-49AA-4B26-8E39-D0180699BA85}" type="presParOf" srcId="{81BCDF23-A90D-47D3-9DCF-9559DA070B51}" destId="{DAFB1D4B-BCB8-448F-80F5-4CF83D3FB11C}" srcOrd="3" destOrd="0" presId="urn:microsoft.com/office/officeart/2005/8/layout/vList2"/>
    <dgm:cxn modelId="{C896082E-8F91-4B43-8E01-AEED7AC663BC}" type="presParOf" srcId="{81BCDF23-A90D-47D3-9DCF-9559DA070B51}" destId="{ACA1B32F-2E04-496C-BA2B-F28883460AFB}" srcOrd="4" destOrd="0" presId="urn:microsoft.com/office/officeart/2005/8/layout/vList2"/>
    <dgm:cxn modelId="{7389CC79-F538-402C-A33F-BAEE06B4E023}" type="presParOf" srcId="{81BCDF23-A90D-47D3-9DCF-9559DA070B51}" destId="{587C8B3C-7D7E-432E-B941-079E2F9BA80A}" srcOrd="5" destOrd="0" presId="urn:microsoft.com/office/officeart/2005/8/layout/vList2"/>
    <dgm:cxn modelId="{4F0E9C81-6DC8-4B3A-8FDE-CF08F6293754}" type="presParOf" srcId="{81BCDF23-A90D-47D3-9DCF-9559DA070B51}" destId="{B6E822EF-A0C9-4363-A649-3CBBC3B37A8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69EF649-7F5F-4EDE-B015-CC9A31AFB23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C2504FFD-20BE-42A6-9241-9AC2A1811AD4}">
      <dgm:prSet/>
      <dgm:spPr/>
      <dgm:t>
        <a:bodyPr/>
        <a:lstStyle/>
        <a:p>
          <a:r>
            <a:rPr lang="ru-RU" b="0" i="0"/>
            <a:t>«Група 239»</a:t>
          </a:r>
          <a:endParaRPr lang="uk-UA"/>
        </a:p>
      </dgm:t>
    </dgm:pt>
    <dgm:pt modelId="{7BD91686-3341-4EC6-B797-0837ABFDE008}" type="parTrans" cxnId="{73D59A39-8879-4D23-81B8-108D0875D917}">
      <dgm:prSet/>
      <dgm:spPr/>
      <dgm:t>
        <a:bodyPr/>
        <a:lstStyle/>
        <a:p>
          <a:endParaRPr lang="uk-UA"/>
        </a:p>
      </dgm:t>
    </dgm:pt>
    <dgm:pt modelId="{01CC968A-D2D2-48BD-A416-F79198A3A70D}" type="sibTrans" cxnId="{73D59A39-8879-4D23-81B8-108D0875D917}">
      <dgm:prSet/>
      <dgm:spPr/>
      <dgm:t>
        <a:bodyPr/>
        <a:lstStyle/>
        <a:p>
          <a:endParaRPr lang="uk-UA"/>
        </a:p>
      </dgm:t>
    </dgm:pt>
    <dgm:pt modelId="{43B7A77F-A635-42CD-9C9F-8B03ABA63EAE}">
      <dgm:prSet/>
      <dgm:spPr/>
      <dgm:t>
        <a:bodyPr/>
        <a:lstStyle/>
        <a:p>
          <a:r>
            <a:rPr lang="ru-RU" b="0" i="0"/>
            <a:t>Народна Рада</a:t>
          </a:r>
          <a:endParaRPr lang="uk-UA"/>
        </a:p>
      </dgm:t>
    </dgm:pt>
    <dgm:pt modelId="{C9C4160B-5B14-49EA-B68D-85C0FFA8EFA4}" type="parTrans" cxnId="{57152162-F394-4AB0-B42A-D0F0A36A7C00}">
      <dgm:prSet/>
      <dgm:spPr/>
      <dgm:t>
        <a:bodyPr/>
        <a:lstStyle/>
        <a:p>
          <a:endParaRPr lang="uk-UA"/>
        </a:p>
      </dgm:t>
    </dgm:pt>
    <dgm:pt modelId="{96367D45-85F0-450E-A8B2-7FDA050C3429}" type="sibTrans" cxnId="{57152162-F394-4AB0-B42A-D0F0A36A7C00}">
      <dgm:prSet/>
      <dgm:spPr/>
      <dgm:t>
        <a:bodyPr/>
        <a:lstStyle/>
        <a:p>
          <a:endParaRPr lang="uk-UA"/>
        </a:p>
      </dgm:t>
    </dgm:pt>
    <dgm:pt modelId="{07DA4456-E2C5-4D06-B566-C866E51A6C5C}">
      <dgm:prSet/>
      <dgm:spPr/>
      <dgm:t>
        <a:bodyPr/>
        <a:lstStyle/>
        <a:p>
          <a:r>
            <a:rPr lang="ru-RU" b="0" i="0"/>
            <a:t>Українська Гельсінська група</a:t>
          </a:r>
          <a:endParaRPr lang="uk-UA"/>
        </a:p>
      </dgm:t>
    </dgm:pt>
    <dgm:pt modelId="{8FB8EFA1-3304-400F-94B2-066031E5021F}" type="parTrans" cxnId="{E9017D8E-F35E-4D60-9B66-94DCB3EC5B96}">
      <dgm:prSet/>
      <dgm:spPr/>
      <dgm:t>
        <a:bodyPr/>
        <a:lstStyle/>
        <a:p>
          <a:endParaRPr lang="uk-UA"/>
        </a:p>
      </dgm:t>
    </dgm:pt>
    <dgm:pt modelId="{B68C75F2-11A2-4810-93F4-21A974703814}" type="sibTrans" cxnId="{E9017D8E-F35E-4D60-9B66-94DCB3EC5B96}">
      <dgm:prSet/>
      <dgm:spPr/>
      <dgm:t>
        <a:bodyPr/>
        <a:lstStyle/>
        <a:p>
          <a:endParaRPr lang="uk-UA"/>
        </a:p>
      </dgm:t>
    </dgm:pt>
    <dgm:pt modelId="{3AE94846-60C9-4D06-A006-029074D45C8E}">
      <dgm:prSet/>
      <dgm:spPr/>
      <dgm:t>
        <a:bodyPr/>
        <a:lstStyle/>
        <a:p>
          <a:r>
            <a:rPr lang="ru-RU" b="0" i="0"/>
            <a:t>Народний рух України</a:t>
          </a:r>
          <a:endParaRPr lang="uk-UA"/>
        </a:p>
      </dgm:t>
    </dgm:pt>
    <dgm:pt modelId="{FEC3F722-32D1-4FC1-82D8-BA29530B98D9}" type="parTrans" cxnId="{4F3650F2-A743-48DB-A39C-6FEBFE83B2B4}">
      <dgm:prSet/>
      <dgm:spPr/>
      <dgm:t>
        <a:bodyPr/>
        <a:lstStyle/>
        <a:p>
          <a:endParaRPr lang="uk-UA"/>
        </a:p>
      </dgm:t>
    </dgm:pt>
    <dgm:pt modelId="{AD9D3815-A50C-44C0-9706-568A207B968E}" type="sibTrans" cxnId="{4F3650F2-A743-48DB-A39C-6FEBFE83B2B4}">
      <dgm:prSet/>
      <dgm:spPr/>
      <dgm:t>
        <a:bodyPr/>
        <a:lstStyle/>
        <a:p>
          <a:endParaRPr lang="uk-UA"/>
        </a:p>
      </dgm:t>
    </dgm:pt>
    <dgm:pt modelId="{E1DE3729-4667-4EC2-9984-47D60894B0ED}" type="pres">
      <dgm:prSet presAssocID="{A69EF649-7F5F-4EDE-B015-CC9A31AFB23A}" presName="linearFlow" presStyleCnt="0">
        <dgm:presLayoutVars>
          <dgm:dir/>
          <dgm:resizeHandles val="exact"/>
        </dgm:presLayoutVars>
      </dgm:prSet>
      <dgm:spPr/>
    </dgm:pt>
    <dgm:pt modelId="{DA5A934E-7418-47B5-B350-2A3BCA71CDCD}" type="pres">
      <dgm:prSet presAssocID="{C2504FFD-20BE-42A6-9241-9AC2A1811AD4}" presName="composite" presStyleCnt="0"/>
      <dgm:spPr/>
    </dgm:pt>
    <dgm:pt modelId="{4FFA3033-A274-4884-B2BE-E120F5AB3B17}" type="pres">
      <dgm:prSet presAssocID="{C2504FFD-20BE-42A6-9241-9AC2A1811AD4}" presName="imgShp" presStyleLbl="fgImgPlace1" presStyleIdx="0" presStyleCnt="4"/>
      <dgm:spPr/>
    </dgm:pt>
    <dgm:pt modelId="{E467C69B-09B7-4A60-8114-D9677E0C9F15}" type="pres">
      <dgm:prSet presAssocID="{C2504FFD-20BE-42A6-9241-9AC2A1811AD4}" presName="txShp" presStyleLbl="node1" presStyleIdx="0" presStyleCnt="4">
        <dgm:presLayoutVars>
          <dgm:bulletEnabled val="1"/>
        </dgm:presLayoutVars>
      </dgm:prSet>
      <dgm:spPr/>
    </dgm:pt>
    <dgm:pt modelId="{1E050B06-478D-4CDB-8917-CBDC12F51925}" type="pres">
      <dgm:prSet presAssocID="{01CC968A-D2D2-48BD-A416-F79198A3A70D}" presName="spacing" presStyleCnt="0"/>
      <dgm:spPr/>
    </dgm:pt>
    <dgm:pt modelId="{84E52CDC-738B-4E74-9B73-FF9C5B9CC669}" type="pres">
      <dgm:prSet presAssocID="{43B7A77F-A635-42CD-9C9F-8B03ABA63EAE}" presName="composite" presStyleCnt="0"/>
      <dgm:spPr/>
    </dgm:pt>
    <dgm:pt modelId="{514C9ADA-0A74-424C-9DF6-330917C7371F}" type="pres">
      <dgm:prSet presAssocID="{43B7A77F-A635-42CD-9C9F-8B03ABA63EAE}" presName="imgShp" presStyleLbl="fgImgPlace1" presStyleIdx="1" presStyleCnt="4"/>
      <dgm:spPr/>
    </dgm:pt>
    <dgm:pt modelId="{7D4866B9-1375-4735-9514-0AACCFD22952}" type="pres">
      <dgm:prSet presAssocID="{43B7A77F-A635-42CD-9C9F-8B03ABA63EAE}" presName="txShp" presStyleLbl="node1" presStyleIdx="1" presStyleCnt="4">
        <dgm:presLayoutVars>
          <dgm:bulletEnabled val="1"/>
        </dgm:presLayoutVars>
      </dgm:prSet>
      <dgm:spPr/>
    </dgm:pt>
    <dgm:pt modelId="{E1E37466-5A13-4BEE-BDF3-AC9FAD7A6667}" type="pres">
      <dgm:prSet presAssocID="{96367D45-85F0-450E-A8B2-7FDA050C3429}" presName="spacing" presStyleCnt="0"/>
      <dgm:spPr/>
    </dgm:pt>
    <dgm:pt modelId="{DC369E73-546E-446C-8A51-7638D3EAD53C}" type="pres">
      <dgm:prSet presAssocID="{07DA4456-E2C5-4D06-B566-C866E51A6C5C}" presName="composite" presStyleCnt="0"/>
      <dgm:spPr/>
    </dgm:pt>
    <dgm:pt modelId="{CB6D7BBE-0641-47A4-9173-0C4ACB672AE1}" type="pres">
      <dgm:prSet presAssocID="{07DA4456-E2C5-4D06-B566-C866E51A6C5C}" presName="imgShp" presStyleLbl="fgImgPlace1" presStyleIdx="2" presStyleCnt="4"/>
      <dgm:spPr/>
    </dgm:pt>
    <dgm:pt modelId="{12E280CA-22D6-4131-9966-06FB9BCE3708}" type="pres">
      <dgm:prSet presAssocID="{07DA4456-E2C5-4D06-B566-C866E51A6C5C}" presName="txShp" presStyleLbl="node1" presStyleIdx="2" presStyleCnt="4">
        <dgm:presLayoutVars>
          <dgm:bulletEnabled val="1"/>
        </dgm:presLayoutVars>
      </dgm:prSet>
      <dgm:spPr/>
    </dgm:pt>
    <dgm:pt modelId="{41548758-BD8A-40B0-8600-12F9D2EBF802}" type="pres">
      <dgm:prSet presAssocID="{B68C75F2-11A2-4810-93F4-21A974703814}" presName="spacing" presStyleCnt="0"/>
      <dgm:spPr/>
    </dgm:pt>
    <dgm:pt modelId="{61087D52-C707-4962-ACAE-E3EDD81F9824}" type="pres">
      <dgm:prSet presAssocID="{3AE94846-60C9-4D06-A006-029074D45C8E}" presName="composite" presStyleCnt="0"/>
      <dgm:spPr/>
    </dgm:pt>
    <dgm:pt modelId="{87E7A316-87D3-454E-AC49-974FA74AF406}" type="pres">
      <dgm:prSet presAssocID="{3AE94846-60C9-4D06-A006-029074D45C8E}" presName="imgShp" presStyleLbl="fgImgPlace1" presStyleIdx="3" presStyleCnt="4"/>
      <dgm:spPr/>
    </dgm:pt>
    <dgm:pt modelId="{291BA9D9-FFA4-4511-88BE-6EAF9984B458}" type="pres">
      <dgm:prSet presAssocID="{3AE94846-60C9-4D06-A006-029074D45C8E}" presName="txShp" presStyleLbl="node1" presStyleIdx="3" presStyleCnt="4">
        <dgm:presLayoutVars>
          <dgm:bulletEnabled val="1"/>
        </dgm:presLayoutVars>
      </dgm:prSet>
      <dgm:spPr/>
    </dgm:pt>
  </dgm:ptLst>
  <dgm:cxnLst>
    <dgm:cxn modelId="{2F934702-C9BF-4E39-A188-509225E723C4}" type="presOf" srcId="{C2504FFD-20BE-42A6-9241-9AC2A1811AD4}" destId="{E467C69B-09B7-4A60-8114-D9677E0C9F15}" srcOrd="0" destOrd="0" presId="urn:microsoft.com/office/officeart/2005/8/layout/vList3"/>
    <dgm:cxn modelId="{6B875B34-7CDA-4698-887F-F359FEF4797C}" type="presOf" srcId="{07DA4456-E2C5-4D06-B566-C866E51A6C5C}" destId="{12E280CA-22D6-4131-9966-06FB9BCE3708}" srcOrd="0" destOrd="0" presId="urn:microsoft.com/office/officeart/2005/8/layout/vList3"/>
    <dgm:cxn modelId="{73D59A39-8879-4D23-81B8-108D0875D917}" srcId="{A69EF649-7F5F-4EDE-B015-CC9A31AFB23A}" destId="{C2504FFD-20BE-42A6-9241-9AC2A1811AD4}" srcOrd="0" destOrd="0" parTransId="{7BD91686-3341-4EC6-B797-0837ABFDE008}" sibTransId="{01CC968A-D2D2-48BD-A416-F79198A3A70D}"/>
    <dgm:cxn modelId="{57152162-F394-4AB0-B42A-D0F0A36A7C00}" srcId="{A69EF649-7F5F-4EDE-B015-CC9A31AFB23A}" destId="{43B7A77F-A635-42CD-9C9F-8B03ABA63EAE}" srcOrd="1" destOrd="0" parTransId="{C9C4160B-5B14-49EA-B68D-85C0FFA8EFA4}" sibTransId="{96367D45-85F0-450E-A8B2-7FDA050C3429}"/>
    <dgm:cxn modelId="{D049AC81-0CF6-4EAF-994E-9066964E70AE}" type="presOf" srcId="{3AE94846-60C9-4D06-A006-029074D45C8E}" destId="{291BA9D9-FFA4-4511-88BE-6EAF9984B458}" srcOrd="0" destOrd="0" presId="urn:microsoft.com/office/officeart/2005/8/layout/vList3"/>
    <dgm:cxn modelId="{E9017D8E-F35E-4D60-9B66-94DCB3EC5B96}" srcId="{A69EF649-7F5F-4EDE-B015-CC9A31AFB23A}" destId="{07DA4456-E2C5-4D06-B566-C866E51A6C5C}" srcOrd="2" destOrd="0" parTransId="{8FB8EFA1-3304-400F-94B2-066031E5021F}" sibTransId="{B68C75F2-11A2-4810-93F4-21A974703814}"/>
    <dgm:cxn modelId="{1C540099-3B1E-4D98-ADB6-CE28C8AE945A}" type="presOf" srcId="{43B7A77F-A635-42CD-9C9F-8B03ABA63EAE}" destId="{7D4866B9-1375-4735-9514-0AACCFD22952}" srcOrd="0" destOrd="0" presId="urn:microsoft.com/office/officeart/2005/8/layout/vList3"/>
    <dgm:cxn modelId="{DC3269B7-72D5-4493-93ED-9E894C6BF566}" type="presOf" srcId="{A69EF649-7F5F-4EDE-B015-CC9A31AFB23A}" destId="{E1DE3729-4667-4EC2-9984-47D60894B0ED}" srcOrd="0" destOrd="0" presId="urn:microsoft.com/office/officeart/2005/8/layout/vList3"/>
    <dgm:cxn modelId="{4F3650F2-A743-48DB-A39C-6FEBFE83B2B4}" srcId="{A69EF649-7F5F-4EDE-B015-CC9A31AFB23A}" destId="{3AE94846-60C9-4D06-A006-029074D45C8E}" srcOrd="3" destOrd="0" parTransId="{FEC3F722-32D1-4FC1-82D8-BA29530B98D9}" sibTransId="{AD9D3815-A50C-44C0-9706-568A207B968E}"/>
    <dgm:cxn modelId="{1F08D14B-EB0D-41C2-9D92-2B2E0827BED5}" type="presParOf" srcId="{E1DE3729-4667-4EC2-9984-47D60894B0ED}" destId="{DA5A934E-7418-47B5-B350-2A3BCA71CDCD}" srcOrd="0" destOrd="0" presId="urn:microsoft.com/office/officeart/2005/8/layout/vList3"/>
    <dgm:cxn modelId="{B73423F3-5B32-4CEA-BB2C-CC4E79212F5C}" type="presParOf" srcId="{DA5A934E-7418-47B5-B350-2A3BCA71CDCD}" destId="{4FFA3033-A274-4884-B2BE-E120F5AB3B17}" srcOrd="0" destOrd="0" presId="urn:microsoft.com/office/officeart/2005/8/layout/vList3"/>
    <dgm:cxn modelId="{1E479DD1-5250-4361-91DE-E7137C0B1DB6}" type="presParOf" srcId="{DA5A934E-7418-47B5-B350-2A3BCA71CDCD}" destId="{E467C69B-09B7-4A60-8114-D9677E0C9F15}" srcOrd="1" destOrd="0" presId="urn:microsoft.com/office/officeart/2005/8/layout/vList3"/>
    <dgm:cxn modelId="{4AE5BBA6-FDA9-4344-9CCE-48438844E82B}" type="presParOf" srcId="{E1DE3729-4667-4EC2-9984-47D60894B0ED}" destId="{1E050B06-478D-4CDB-8917-CBDC12F51925}" srcOrd="1" destOrd="0" presId="urn:microsoft.com/office/officeart/2005/8/layout/vList3"/>
    <dgm:cxn modelId="{0AE25E37-5F1A-49A6-8A92-10F572357011}" type="presParOf" srcId="{E1DE3729-4667-4EC2-9984-47D60894B0ED}" destId="{84E52CDC-738B-4E74-9B73-FF9C5B9CC669}" srcOrd="2" destOrd="0" presId="urn:microsoft.com/office/officeart/2005/8/layout/vList3"/>
    <dgm:cxn modelId="{57BBB6D1-D744-4F7D-9A37-83E65E1EA06A}" type="presParOf" srcId="{84E52CDC-738B-4E74-9B73-FF9C5B9CC669}" destId="{514C9ADA-0A74-424C-9DF6-330917C7371F}" srcOrd="0" destOrd="0" presId="urn:microsoft.com/office/officeart/2005/8/layout/vList3"/>
    <dgm:cxn modelId="{7D75D55B-BD25-4426-9A80-0E7ED4200B7F}" type="presParOf" srcId="{84E52CDC-738B-4E74-9B73-FF9C5B9CC669}" destId="{7D4866B9-1375-4735-9514-0AACCFD22952}" srcOrd="1" destOrd="0" presId="urn:microsoft.com/office/officeart/2005/8/layout/vList3"/>
    <dgm:cxn modelId="{D0E9BB49-2F94-48DE-A35A-4F7FE629F53C}" type="presParOf" srcId="{E1DE3729-4667-4EC2-9984-47D60894B0ED}" destId="{E1E37466-5A13-4BEE-BDF3-AC9FAD7A6667}" srcOrd="3" destOrd="0" presId="urn:microsoft.com/office/officeart/2005/8/layout/vList3"/>
    <dgm:cxn modelId="{14D252E2-1868-4F66-8588-C62AE0BD16DC}" type="presParOf" srcId="{E1DE3729-4667-4EC2-9984-47D60894B0ED}" destId="{DC369E73-546E-446C-8A51-7638D3EAD53C}" srcOrd="4" destOrd="0" presId="urn:microsoft.com/office/officeart/2005/8/layout/vList3"/>
    <dgm:cxn modelId="{93C14186-BCC6-4A8C-A7D6-80C2969BBE17}" type="presParOf" srcId="{DC369E73-546E-446C-8A51-7638D3EAD53C}" destId="{CB6D7BBE-0641-47A4-9173-0C4ACB672AE1}" srcOrd="0" destOrd="0" presId="urn:microsoft.com/office/officeart/2005/8/layout/vList3"/>
    <dgm:cxn modelId="{B9987075-6917-4AC1-9F9F-0CB67C60320B}" type="presParOf" srcId="{DC369E73-546E-446C-8A51-7638D3EAD53C}" destId="{12E280CA-22D6-4131-9966-06FB9BCE3708}" srcOrd="1" destOrd="0" presId="urn:microsoft.com/office/officeart/2005/8/layout/vList3"/>
    <dgm:cxn modelId="{D817073A-B6BD-40FC-AA62-01CAB06D7933}" type="presParOf" srcId="{E1DE3729-4667-4EC2-9984-47D60894B0ED}" destId="{41548758-BD8A-40B0-8600-12F9D2EBF802}" srcOrd="5" destOrd="0" presId="urn:microsoft.com/office/officeart/2005/8/layout/vList3"/>
    <dgm:cxn modelId="{5FF0F769-DF69-4006-A471-55A971D00788}" type="presParOf" srcId="{E1DE3729-4667-4EC2-9984-47D60894B0ED}" destId="{61087D52-C707-4962-ACAE-E3EDD81F9824}" srcOrd="6" destOrd="0" presId="urn:microsoft.com/office/officeart/2005/8/layout/vList3"/>
    <dgm:cxn modelId="{50DFB575-DDE7-4B0C-958D-A1A0C7444606}" type="presParOf" srcId="{61087D52-C707-4962-ACAE-E3EDD81F9824}" destId="{87E7A316-87D3-454E-AC49-974FA74AF406}" srcOrd="0" destOrd="0" presId="urn:microsoft.com/office/officeart/2005/8/layout/vList3"/>
    <dgm:cxn modelId="{9BCF83F6-1135-4546-9F33-0CDFB9A6699C}" type="presParOf" srcId="{61087D52-C707-4962-ACAE-E3EDD81F9824}" destId="{291BA9D9-FFA4-4511-88BE-6EAF9984B45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28B0C37-187A-4491-9798-C35DF163B6A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06CA6E2-92B2-4DE5-8535-FF8F27CC9B2B}">
      <dgm:prSet/>
      <dgm:spPr/>
      <dgm:t>
        <a:bodyPr/>
        <a:lstStyle/>
        <a:p>
          <a:r>
            <a:rPr lang="ru-RU" b="0" i="0"/>
            <a:t>побудовано соціально орієнтовану ринкову економіку</a:t>
          </a:r>
          <a:endParaRPr lang="uk-UA"/>
        </a:p>
      </dgm:t>
    </dgm:pt>
    <dgm:pt modelId="{3EF0A414-BF7B-494E-B37B-EB4C7372390F}" type="parTrans" cxnId="{3ECCCF0B-0D26-467A-A93D-E3599085B31B}">
      <dgm:prSet/>
      <dgm:spPr/>
      <dgm:t>
        <a:bodyPr/>
        <a:lstStyle/>
        <a:p>
          <a:endParaRPr lang="uk-UA"/>
        </a:p>
      </dgm:t>
    </dgm:pt>
    <dgm:pt modelId="{B0643511-0679-45C6-9334-306CAE271BED}" type="sibTrans" cxnId="{3ECCCF0B-0D26-467A-A93D-E3599085B31B}">
      <dgm:prSet/>
      <dgm:spPr/>
      <dgm:t>
        <a:bodyPr/>
        <a:lstStyle/>
        <a:p>
          <a:endParaRPr lang="uk-UA"/>
        </a:p>
      </dgm:t>
    </dgm:pt>
    <dgm:pt modelId="{AB482101-3EDE-4DAD-B90F-D4E3EE170096}">
      <dgm:prSet/>
      <dgm:spPr/>
      <dgm:t>
        <a:bodyPr/>
        <a:lstStyle/>
        <a:p>
          <a:r>
            <a:rPr lang="ru-RU" b="0" i="0"/>
            <a:t>визначено державні кордони, регламентовано режим і порядок їх охорони</a:t>
          </a:r>
          <a:endParaRPr lang="uk-UA"/>
        </a:p>
      </dgm:t>
    </dgm:pt>
    <dgm:pt modelId="{DC628D68-C9FF-4BE6-B003-54A4D9FAFEE2}" type="parTrans" cxnId="{A6FDDE91-D147-411B-BDFC-690EF4A6BAAE}">
      <dgm:prSet/>
      <dgm:spPr/>
      <dgm:t>
        <a:bodyPr/>
        <a:lstStyle/>
        <a:p>
          <a:endParaRPr lang="uk-UA"/>
        </a:p>
      </dgm:t>
    </dgm:pt>
    <dgm:pt modelId="{7758B2BD-6572-4922-A163-F0C922C306FD}" type="sibTrans" cxnId="{A6FDDE91-D147-411B-BDFC-690EF4A6BAAE}">
      <dgm:prSet/>
      <dgm:spPr/>
      <dgm:t>
        <a:bodyPr/>
        <a:lstStyle/>
        <a:p>
          <a:endParaRPr lang="uk-UA"/>
        </a:p>
      </dgm:t>
    </dgm:pt>
    <dgm:pt modelId="{4E299C14-0691-4518-A1E0-5F98BE0DFD3B}">
      <dgm:prSet/>
      <dgm:spPr/>
      <dgm:t>
        <a:bodyPr/>
        <a:lstStyle/>
        <a:p>
          <a:r>
            <a:rPr lang="ru-RU" b="0" i="0"/>
            <a:t>інтегровано українську економіку в європейські та світові економічні структури</a:t>
          </a:r>
          <a:endParaRPr lang="uk-UA"/>
        </a:p>
      </dgm:t>
    </dgm:pt>
    <dgm:pt modelId="{B05167C4-E9AF-4EA8-919C-E066B3575A72}" type="parTrans" cxnId="{8F65DED5-F29D-4846-AA81-EDAFFA25F846}">
      <dgm:prSet/>
      <dgm:spPr/>
      <dgm:t>
        <a:bodyPr/>
        <a:lstStyle/>
        <a:p>
          <a:endParaRPr lang="uk-UA"/>
        </a:p>
      </dgm:t>
    </dgm:pt>
    <dgm:pt modelId="{AA3F5C81-DEA5-4269-B90B-BED90FA217B6}" type="sibTrans" cxnId="{8F65DED5-F29D-4846-AA81-EDAFFA25F846}">
      <dgm:prSet/>
      <dgm:spPr/>
      <dgm:t>
        <a:bodyPr/>
        <a:lstStyle/>
        <a:p>
          <a:endParaRPr lang="uk-UA"/>
        </a:p>
      </dgm:t>
    </dgm:pt>
    <dgm:pt modelId="{3DFD19F4-52B4-4997-AB07-6EF1796D31ED}" type="pres">
      <dgm:prSet presAssocID="{428B0C37-187A-4491-9798-C35DF163B6AB}" presName="linear" presStyleCnt="0">
        <dgm:presLayoutVars>
          <dgm:animLvl val="lvl"/>
          <dgm:resizeHandles val="exact"/>
        </dgm:presLayoutVars>
      </dgm:prSet>
      <dgm:spPr/>
    </dgm:pt>
    <dgm:pt modelId="{EDB487F0-711D-489A-AC10-684929539DC3}" type="pres">
      <dgm:prSet presAssocID="{C06CA6E2-92B2-4DE5-8535-FF8F27CC9B2B}" presName="parentText" presStyleLbl="node1" presStyleIdx="0" presStyleCnt="3">
        <dgm:presLayoutVars>
          <dgm:chMax val="0"/>
          <dgm:bulletEnabled val="1"/>
        </dgm:presLayoutVars>
      </dgm:prSet>
      <dgm:spPr/>
    </dgm:pt>
    <dgm:pt modelId="{56EE70DE-62F5-4193-A33C-76B967F08D60}" type="pres">
      <dgm:prSet presAssocID="{B0643511-0679-45C6-9334-306CAE271BED}" presName="spacer" presStyleCnt="0"/>
      <dgm:spPr/>
    </dgm:pt>
    <dgm:pt modelId="{39CDC344-4AE0-42DE-A584-F8818DF74074}" type="pres">
      <dgm:prSet presAssocID="{AB482101-3EDE-4DAD-B90F-D4E3EE170096}" presName="parentText" presStyleLbl="node1" presStyleIdx="1" presStyleCnt="3">
        <dgm:presLayoutVars>
          <dgm:chMax val="0"/>
          <dgm:bulletEnabled val="1"/>
        </dgm:presLayoutVars>
      </dgm:prSet>
      <dgm:spPr/>
    </dgm:pt>
    <dgm:pt modelId="{1FB259D6-6F7C-4794-986E-2189655BDDA3}" type="pres">
      <dgm:prSet presAssocID="{7758B2BD-6572-4922-A163-F0C922C306FD}" presName="spacer" presStyleCnt="0"/>
      <dgm:spPr/>
    </dgm:pt>
    <dgm:pt modelId="{618C01AB-B79C-456E-83F5-3B6A2C99DF48}" type="pres">
      <dgm:prSet presAssocID="{4E299C14-0691-4518-A1E0-5F98BE0DFD3B}" presName="parentText" presStyleLbl="node1" presStyleIdx="2" presStyleCnt="3">
        <dgm:presLayoutVars>
          <dgm:chMax val="0"/>
          <dgm:bulletEnabled val="1"/>
        </dgm:presLayoutVars>
      </dgm:prSet>
      <dgm:spPr/>
    </dgm:pt>
  </dgm:ptLst>
  <dgm:cxnLst>
    <dgm:cxn modelId="{3ECCCF0B-0D26-467A-A93D-E3599085B31B}" srcId="{428B0C37-187A-4491-9798-C35DF163B6AB}" destId="{C06CA6E2-92B2-4DE5-8535-FF8F27CC9B2B}" srcOrd="0" destOrd="0" parTransId="{3EF0A414-BF7B-494E-B37B-EB4C7372390F}" sibTransId="{B0643511-0679-45C6-9334-306CAE271BED}"/>
    <dgm:cxn modelId="{A10A4322-13E6-427D-9787-9992B37907BA}" type="presOf" srcId="{4E299C14-0691-4518-A1E0-5F98BE0DFD3B}" destId="{618C01AB-B79C-456E-83F5-3B6A2C99DF48}" srcOrd="0" destOrd="0" presId="urn:microsoft.com/office/officeart/2005/8/layout/vList2"/>
    <dgm:cxn modelId="{5A85EF4B-AF76-44B9-B8CD-D1532C07A512}" type="presOf" srcId="{C06CA6E2-92B2-4DE5-8535-FF8F27CC9B2B}" destId="{EDB487F0-711D-489A-AC10-684929539DC3}" srcOrd="0" destOrd="0" presId="urn:microsoft.com/office/officeart/2005/8/layout/vList2"/>
    <dgm:cxn modelId="{DA21088A-ACCA-48D7-90E2-8E16DBEB2AB0}" type="presOf" srcId="{428B0C37-187A-4491-9798-C35DF163B6AB}" destId="{3DFD19F4-52B4-4997-AB07-6EF1796D31ED}" srcOrd="0" destOrd="0" presId="urn:microsoft.com/office/officeart/2005/8/layout/vList2"/>
    <dgm:cxn modelId="{A6FDDE91-D147-411B-BDFC-690EF4A6BAAE}" srcId="{428B0C37-187A-4491-9798-C35DF163B6AB}" destId="{AB482101-3EDE-4DAD-B90F-D4E3EE170096}" srcOrd="1" destOrd="0" parTransId="{DC628D68-C9FF-4BE6-B003-54A4D9FAFEE2}" sibTransId="{7758B2BD-6572-4922-A163-F0C922C306FD}"/>
    <dgm:cxn modelId="{68485DC7-A3E6-4239-9D67-2C2B14352A49}" type="presOf" srcId="{AB482101-3EDE-4DAD-B90F-D4E3EE170096}" destId="{39CDC344-4AE0-42DE-A584-F8818DF74074}" srcOrd="0" destOrd="0" presId="urn:microsoft.com/office/officeart/2005/8/layout/vList2"/>
    <dgm:cxn modelId="{8F65DED5-F29D-4846-AA81-EDAFFA25F846}" srcId="{428B0C37-187A-4491-9798-C35DF163B6AB}" destId="{4E299C14-0691-4518-A1E0-5F98BE0DFD3B}" srcOrd="2" destOrd="0" parTransId="{B05167C4-E9AF-4EA8-919C-E066B3575A72}" sibTransId="{AA3F5C81-DEA5-4269-B90B-BED90FA217B6}"/>
    <dgm:cxn modelId="{ACF86E8B-7786-445E-854E-2DA09CA244FB}" type="presParOf" srcId="{3DFD19F4-52B4-4997-AB07-6EF1796D31ED}" destId="{EDB487F0-711D-489A-AC10-684929539DC3}" srcOrd="0" destOrd="0" presId="urn:microsoft.com/office/officeart/2005/8/layout/vList2"/>
    <dgm:cxn modelId="{E33FE3DD-F687-44CD-8B96-681847D5CCBD}" type="presParOf" srcId="{3DFD19F4-52B4-4997-AB07-6EF1796D31ED}" destId="{56EE70DE-62F5-4193-A33C-76B967F08D60}" srcOrd="1" destOrd="0" presId="urn:microsoft.com/office/officeart/2005/8/layout/vList2"/>
    <dgm:cxn modelId="{DA096F27-E0D4-4177-9B75-D664A8A8BD79}" type="presParOf" srcId="{3DFD19F4-52B4-4997-AB07-6EF1796D31ED}" destId="{39CDC344-4AE0-42DE-A584-F8818DF74074}" srcOrd="2" destOrd="0" presId="urn:microsoft.com/office/officeart/2005/8/layout/vList2"/>
    <dgm:cxn modelId="{2EA33640-ADDB-4819-A2DA-74EB134EC74D}" type="presParOf" srcId="{3DFD19F4-52B4-4997-AB07-6EF1796D31ED}" destId="{1FB259D6-6F7C-4794-986E-2189655BDDA3}" srcOrd="3" destOrd="0" presId="urn:microsoft.com/office/officeart/2005/8/layout/vList2"/>
    <dgm:cxn modelId="{059BCDEF-6930-493A-B129-39BB9476B973}" type="presParOf" srcId="{3DFD19F4-52B4-4997-AB07-6EF1796D31ED}" destId="{618C01AB-B79C-456E-83F5-3B6A2C99DF4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131BA74-5850-49DB-B751-AF5C627B14F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B00C8DE-A4E7-454B-BAE8-1688368A93A1}">
      <dgm:prSet/>
      <dgm:spPr/>
      <dgm:t>
        <a:bodyPr/>
        <a:lstStyle/>
        <a:p>
          <a:r>
            <a:rPr lang="ru-RU"/>
            <a:t>створено власні Збройні сили, організовано органи безпеки та правопорядку</a:t>
          </a:r>
          <a:endParaRPr lang="uk-UA"/>
        </a:p>
      </dgm:t>
    </dgm:pt>
    <dgm:pt modelId="{1042548A-D45B-4356-8367-FA4D41DDFCE8}" type="parTrans" cxnId="{016BCD6C-B255-4A9F-8471-7F37A45C9EF6}">
      <dgm:prSet/>
      <dgm:spPr/>
      <dgm:t>
        <a:bodyPr/>
        <a:lstStyle/>
        <a:p>
          <a:endParaRPr lang="uk-UA"/>
        </a:p>
      </dgm:t>
    </dgm:pt>
    <dgm:pt modelId="{672FC09D-6CCC-489F-AB03-EF835EC67FB0}" type="sibTrans" cxnId="{016BCD6C-B255-4A9F-8471-7F37A45C9EF6}">
      <dgm:prSet/>
      <dgm:spPr/>
      <dgm:t>
        <a:bodyPr/>
        <a:lstStyle/>
        <a:p>
          <a:endParaRPr lang="uk-UA"/>
        </a:p>
      </dgm:t>
    </dgm:pt>
    <dgm:pt modelId="{1765FCBC-E65E-4A41-9505-6EB4865F03B7}">
      <dgm:prSet/>
      <dgm:spPr/>
      <dgm:t>
        <a:bodyPr/>
        <a:lstStyle/>
        <a:p>
          <a:r>
            <a:rPr lang="ru-RU"/>
            <a:t>прийнято Конституцію незалежної України</a:t>
          </a:r>
          <a:endParaRPr lang="uk-UA"/>
        </a:p>
      </dgm:t>
    </dgm:pt>
    <dgm:pt modelId="{CD51BFBC-65FE-4977-9770-42B3FAB76292}" type="parTrans" cxnId="{1C9B1A8D-7F8D-45BF-A875-52B739349214}">
      <dgm:prSet/>
      <dgm:spPr/>
      <dgm:t>
        <a:bodyPr/>
        <a:lstStyle/>
        <a:p>
          <a:endParaRPr lang="uk-UA"/>
        </a:p>
      </dgm:t>
    </dgm:pt>
    <dgm:pt modelId="{0283EAE3-9F36-445B-92A6-F84B003A011E}" type="sibTrans" cxnId="{1C9B1A8D-7F8D-45BF-A875-52B739349214}">
      <dgm:prSet/>
      <dgm:spPr/>
      <dgm:t>
        <a:bodyPr/>
        <a:lstStyle/>
        <a:p>
          <a:endParaRPr lang="uk-UA"/>
        </a:p>
      </dgm:t>
    </dgm:pt>
    <dgm:pt modelId="{96DEBEC0-8E8E-477B-93E1-D789E55F7670}">
      <dgm:prSet/>
      <dgm:spPr/>
      <dgm:t>
        <a:bodyPr/>
        <a:lstStyle/>
        <a:p>
          <a:r>
            <a:rPr lang="ru-RU"/>
            <a:t>сформовано інститут громадянства, національну символіку визнано державною</a:t>
          </a:r>
          <a:endParaRPr lang="uk-UA"/>
        </a:p>
      </dgm:t>
    </dgm:pt>
    <dgm:pt modelId="{CD90308E-161E-42AE-9495-7D4D61EC9320}" type="parTrans" cxnId="{B5FE04B1-49F3-4EAE-9B9B-20DBCC68CB0E}">
      <dgm:prSet/>
      <dgm:spPr/>
      <dgm:t>
        <a:bodyPr/>
        <a:lstStyle/>
        <a:p>
          <a:endParaRPr lang="uk-UA"/>
        </a:p>
      </dgm:t>
    </dgm:pt>
    <dgm:pt modelId="{7C7925E6-E0ED-4B36-AD79-B9049FAE8A48}" type="sibTrans" cxnId="{B5FE04B1-49F3-4EAE-9B9B-20DBCC68CB0E}">
      <dgm:prSet/>
      <dgm:spPr/>
      <dgm:t>
        <a:bodyPr/>
        <a:lstStyle/>
        <a:p>
          <a:endParaRPr lang="uk-UA"/>
        </a:p>
      </dgm:t>
    </dgm:pt>
    <dgm:pt modelId="{5DD05C98-2A6A-428A-AB59-18F9B6A30942}" type="pres">
      <dgm:prSet presAssocID="{7131BA74-5850-49DB-B751-AF5C627B14FD}" presName="linear" presStyleCnt="0">
        <dgm:presLayoutVars>
          <dgm:animLvl val="lvl"/>
          <dgm:resizeHandles val="exact"/>
        </dgm:presLayoutVars>
      </dgm:prSet>
      <dgm:spPr/>
    </dgm:pt>
    <dgm:pt modelId="{AD83CB2E-6D24-4958-891F-F467945D97C0}" type="pres">
      <dgm:prSet presAssocID="{AB00C8DE-A4E7-454B-BAE8-1688368A93A1}" presName="parentText" presStyleLbl="node1" presStyleIdx="0" presStyleCnt="3">
        <dgm:presLayoutVars>
          <dgm:chMax val="0"/>
          <dgm:bulletEnabled val="1"/>
        </dgm:presLayoutVars>
      </dgm:prSet>
      <dgm:spPr/>
    </dgm:pt>
    <dgm:pt modelId="{3D57F00A-CF88-4AFC-8F5D-CB9262D3C42B}" type="pres">
      <dgm:prSet presAssocID="{672FC09D-6CCC-489F-AB03-EF835EC67FB0}" presName="spacer" presStyleCnt="0"/>
      <dgm:spPr/>
    </dgm:pt>
    <dgm:pt modelId="{26AD1E90-5CDB-4D5C-A8AA-6B7365242ABA}" type="pres">
      <dgm:prSet presAssocID="{1765FCBC-E65E-4A41-9505-6EB4865F03B7}" presName="parentText" presStyleLbl="node1" presStyleIdx="1" presStyleCnt="3">
        <dgm:presLayoutVars>
          <dgm:chMax val="0"/>
          <dgm:bulletEnabled val="1"/>
        </dgm:presLayoutVars>
      </dgm:prSet>
      <dgm:spPr/>
    </dgm:pt>
    <dgm:pt modelId="{5263EBA9-F613-481A-8863-3A8ADCEA3A8B}" type="pres">
      <dgm:prSet presAssocID="{0283EAE3-9F36-445B-92A6-F84B003A011E}" presName="spacer" presStyleCnt="0"/>
      <dgm:spPr/>
    </dgm:pt>
    <dgm:pt modelId="{5C787137-C100-44EF-B0F7-BE12E9F6F296}" type="pres">
      <dgm:prSet presAssocID="{96DEBEC0-8E8E-477B-93E1-D789E55F7670}" presName="parentText" presStyleLbl="node1" presStyleIdx="2" presStyleCnt="3">
        <dgm:presLayoutVars>
          <dgm:chMax val="0"/>
          <dgm:bulletEnabled val="1"/>
        </dgm:presLayoutVars>
      </dgm:prSet>
      <dgm:spPr/>
    </dgm:pt>
  </dgm:ptLst>
  <dgm:cxnLst>
    <dgm:cxn modelId="{016BCD6C-B255-4A9F-8471-7F37A45C9EF6}" srcId="{7131BA74-5850-49DB-B751-AF5C627B14FD}" destId="{AB00C8DE-A4E7-454B-BAE8-1688368A93A1}" srcOrd="0" destOrd="0" parTransId="{1042548A-D45B-4356-8367-FA4D41DDFCE8}" sibTransId="{672FC09D-6CCC-489F-AB03-EF835EC67FB0}"/>
    <dgm:cxn modelId="{BAB26D7A-1A64-4311-9DD6-3E5EEC354B4B}" type="presOf" srcId="{96DEBEC0-8E8E-477B-93E1-D789E55F7670}" destId="{5C787137-C100-44EF-B0F7-BE12E9F6F296}" srcOrd="0" destOrd="0" presId="urn:microsoft.com/office/officeart/2005/8/layout/vList2"/>
    <dgm:cxn modelId="{92E0267B-C730-4B37-87C9-D29665B0B90D}" type="presOf" srcId="{7131BA74-5850-49DB-B751-AF5C627B14FD}" destId="{5DD05C98-2A6A-428A-AB59-18F9B6A30942}" srcOrd="0" destOrd="0" presId="urn:microsoft.com/office/officeart/2005/8/layout/vList2"/>
    <dgm:cxn modelId="{1C9B1A8D-7F8D-45BF-A875-52B739349214}" srcId="{7131BA74-5850-49DB-B751-AF5C627B14FD}" destId="{1765FCBC-E65E-4A41-9505-6EB4865F03B7}" srcOrd="1" destOrd="0" parTransId="{CD51BFBC-65FE-4977-9770-42B3FAB76292}" sibTransId="{0283EAE3-9F36-445B-92A6-F84B003A011E}"/>
    <dgm:cxn modelId="{EF9F799E-3DCF-4182-8C24-73379F67F5E9}" type="presOf" srcId="{AB00C8DE-A4E7-454B-BAE8-1688368A93A1}" destId="{AD83CB2E-6D24-4958-891F-F467945D97C0}" srcOrd="0" destOrd="0" presId="urn:microsoft.com/office/officeart/2005/8/layout/vList2"/>
    <dgm:cxn modelId="{0E34E3A1-0A07-4B87-99B5-C68FE12443E7}" type="presOf" srcId="{1765FCBC-E65E-4A41-9505-6EB4865F03B7}" destId="{26AD1E90-5CDB-4D5C-A8AA-6B7365242ABA}" srcOrd="0" destOrd="0" presId="urn:microsoft.com/office/officeart/2005/8/layout/vList2"/>
    <dgm:cxn modelId="{B5FE04B1-49F3-4EAE-9B9B-20DBCC68CB0E}" srcId="{7131BA74-5850-49DB-B751-AF5C627B14FD}" destId="{96DEBEC0-8E8E-477B-93E1-D789E55F7670}" srcOrd="2" destOrd="0" parTransId="{CD90308E-161E-42AE-9495-7D4D61EC9320}" sibTransId="{7C7925E6-E0ED-4B36-AD79-B9049FAE8A48}"/>
    <dgm:cxn modelId="{D6AA4811-ADC2-46FB-9931-BED92EEBFF41}" type="presParOf" srcId="{5DD05C98-2A6A-428A-AB59-18F9B6A30942}" destId="{AD83CB2E-6D24-4958-891F-F467945D97C0}" srcOrd="0" destOrd="0" presId="urn:microsoft.com/office/officeart/2005/8/layout/vList2"/>
    <dgm:cxn modelId="{A8A2E3F1-21CD-433F-BF07-D5AC699C5436}" type="presParOf" srcId="{5DD05C98-2A6A-428A-AB59-18F9B6A30942}" destId="{3D57F00A-CF88-4AFC-8F5D-CB9262D3C42B}" srcOrd="1" destOrd="0" presId="urn:microsoft.com/office/officeart/2005/8/layout/vList2"/>
    <dgm:cxn modelId="{5F944CA9-563E-4607-94A1-A5F5DEDB25DF}" type="presParOf" srcId="{5DD05C98-2A6A-428A-AB59-18F9B6A30942}" destId="{26AD1E90-5CDB-4D5C-A8AA-6B7365242ABA}" srcOrd="2" destOrd="0" presId="urn:microsoft.com/office/officeart/2005/8/layout/vList2"/>
    <dgm:cxn modelId="{5FEF8630-16FC-4E22-9D86-94AE8D52ACE6}" type="presParOf" srcId="{5DD05C98-2A6A-428A-AB59-18F9B6A30942}" destId="{5263EBA9-F613-481A-8863-3A8ADCEA3A8B}" srcOrd="3" destOrd="0" presId="urn:microsoft.com/office/officeart/2005/8/layout/vList2"/>
    <dgm:cxn modelId="{0FF42DFD-710A-4DC8-8585-8E8EE8FAC171}" type="presParOf" srcId="{5DD05C98-2A6A-428A-AB59-18F9B6A30942}" destId="{5C787137-C100-44EF-B0F7-BE12E9F6F296}"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7B33C69-39C6-4775-B9FE-68FBC71DAB1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058920CC-7C76-4184-9F71-6AB785556652}">
      <dgm:prSet/>
      <dgm:spPr/>
      <dgm:t>
        <a:bodyPr/>
        <a:lstStyle/>
        <a:p>
          <a:r>
            <a:rPr lang="ru-RU" b="0" i="0"/>
            <a:t>Декларація прав національностей України</a:t>
          </a:r>
          <a:endParaRPr lang="uk-UA"/>
        </a:p>
      </dgm:t>
    </dgm:pt>
    <dgm:pt modelId="{1C77AAE2-FCCC-4D64-9C18-3F057AA81357}" type="parTrans" cxnId="{717BF911-D773-4098-A8C5-3478F0924FF0}">
      <dgm:prSet/>
      <dgm:spPr/>
      <dgm:t>
        <a:bodyPr/>
        <a:lstStyle/>
        <a:p>
          <a:endParaRPr lang="uk-UA"/>
        </a:p>
      </dgm:t>
    </dgm:pt>
    <dgm:pt modelId="{ED57A170-E5A3-4DCD-8864-0F8AD68350B5}" type="sibTrans" cxnId="{717BF911-D773-4098-A8C5-3478F0924FF0}">
      <dgm:prSet/>
      <dgm:spPr/>
      <dgm:t>
        <a:bodyPr/>
        <a:lstStyle/>
        <a:p>
          <a:endParaRPr lang="uk-UA"/>
        </a:p>
      </dgm:t>
    </dgm:pt>
    <dgm:pt modelId="{18567F67-645C-4FD4-AD0A-218061F02E2A}">
      <dgm:prSet/>
      <dgm:spPr/>
      <dgm:t>
        <a:bodyPr/>
        <a:lstStyle/>
        <a:p>
          <a:r>
            <a:rPr lang="ru-RU" b="0" i="0"/>
            <a:t>Конституція України</a:t>
          </a:r>
          <a:endParaRPr lang="uk-UA"/>
        </a:p>
      </dgm:t>
    </dgm:pt>
    <dgm:pt modelId="{9265B4D8-1F26-48AE-BDA0-A4EA70C20AF3}" type="parTrans" cxnId="{DC6DBD77-B0B2-4525-97D4-79E4157878D0}">
      <dgm:prSet/>
      <dgm:spPr/>
      <dgm:t>
        <a:bodyPr/>
        <a:lstStyle/>
        <a:p>
          <a:endParaRPr lang="uk-UA"/>
        </a:p>
      </dgm:t>
    </dgm:pt>
    <dgm:pt modelId="{8B582BA4-0216-433A-A83C-606BF67F9AD2}" type="sibTrans" cxnId="{DC6DBD77-B0B2-4525-97D4-79E4157878D0}">
      <dgm:prSet/>
      <dgm:spPr/>
      <dgm:t>
        <a:bodyPr/>
        <a:lstStyle/>
        <a:p>
          <a:endParaRPr lang="uk-UA"/>
        </a:p>
      </dgm:t>
    </dgm:pt>
    <dgm:pt modelId="{00A12A62-FA3F-4C33-8AF6-FEC4E0E3D1E9}">
      <dgm:prSet/>
      <dgm:spPr/>
      <dgm:t>
        <a:bodyPr/>
        <a:lstStyle/>
        <a:p>
          <a:r>
            <a:rPr lang="ru-RU" b="0" i="0"/>
            <a:t>Акт проголошення незалежності України</a:t>
          </a:r>
          <a:endParaRPr lang="uk-UA"/>
        </a:p>
      </dgm:t>
    </dgm:pt>
    <dgm:pt modelId="{2D5F6F30-B9D3-49C7-B9BF-02E8536A23BC}" type="parTrans" cxnId="{A208C579-4D5B-4C47-A7F7-156FB16D1296}">
      <dgm:prSet/>
      <dgm:spPr/>
      <dgm:t>
        <a:bodyPr/>
        <a:lstStyle/>
        <a:p>
          <a:endParaRPr lang="uk-UA"/>
        </a:p>
      </dgm:t>
    </dgm:pt>
    <dgm:pt modelId="{C633047D-9905-4660-BF26-CA72833E4E5F}" type="sibTrans" cxnId="{A208C579-4D5B-4C47-A7F7-156FB16D1296}">
      <dgm:prSet/>
      <dgm:spPr/>
      <dgm:t>
        <a:bodyPr/>
        <a:lstStyle/>
        <a:p>
          <a:endParaRPr lang="uk-UA"/>
        </a:p>
      </dgm:t>
    </dgm:pt>
    <dgm:pt modelId="{CE5CCAAB-C72E-4CBE-9445-6F7C2939CBBF}">
      <dgm:prSet/>
      <dgm:spPr/>
      <dgm:t>
        <a:bodyPr/>
        <a:lstStyle/>
        <a:p>
          <a:r>
            <a:rPr lang="ru-RU" b="0" i="0"/>
            <a:t>Декларація про державний суверенітет України</a:t>
          </a:r>
          <a:endParaRPr lang="uk-UA"/>
        </a:p>
      </dgm:t>
    </dgm:pt>
    <dgm:pt modelId="{AB5E6BFB-2397-4CC4-8336-6DF3375B89BD}" type="parTrans" cxnId="{33472D75-0C5A-4B7C-A84B-1E74EF10C0A2}">
      <dgm:prSet/>
      <dgm:spPr/>
      <dgm:t>
        <a:bodyPr/>
        <a:lstStyle/>
        <a:p>
          <a:endParaRPr lang="uk-UA"/>
        </a:p>
      </dgm:t>
    </dgm:pt>
    <dgm:pt modelId="{40C99E60-A6B4-4D29-82AB-7FF18FF45007}" type="sibTrans" cxnId="{33472D75-0C5A-4B7C-A84B-1E74EF10C0A2}">
      <dgm:prSet/>
      <dgm:spPr/>
      <dgm:t>
        <a:bodyPr/>
        <a:lstStyle/>
        <a:p>
          <a:endParaRPr lang="uk-UA"/>
        </a:p>
      </dgm:t>
    </dgm:pt>
    <dgm:pt modelId="{7CD1346C-ADB2-4F7A-8BC2-E4C982B1220F}" type="pres">
      <dgm:prSet presAssocID="{47B33C69-39C6-4775-B9FE-68FBC71DAB15}" presName="linearFlow" presStyleCnt="0">
        <dgm:presLayoutVars>
          <dgm:dir/>
          <dgm:resizeHandles val="exact"/>
        </dgm:presLayoutVars>
      </dgm:prSet>
      <dgm:spPr/>
    </dgm:pt>
    <dgm:pt modelId="{D8741ED4-1927-474A-9A03-AC65F8F45D21}" type="pres">
      <dgm:prSet presAssocID="{058920CC-7C76-4184-9F71-6AB785556652}" presName="composite" presStyleCnt="0"/>
      <dgm:spPr/>
    </dgm:pt>
    <dgm:pt modelId="{D72BD2BA-D2B5-484A-A266-BBA9F23470F7}" type="pres">
      <dgm:prSet presAssocID="{058920CC-7C76-4184-9F71-6AB785556652}" presName="imgShp" presStyleLbl="fgImgPlace1" presStyleIdx="0" presStyleCnt="4"/>
      <dgm:spPr/>
    </dgm:pt>
    <dgm:pt modelId="{87DC9AFB-9001-462F-8EB5-9F78F8DCE56C}" type="pres">
      <dgm:prSet presAssocID="{058920CC-7C76-4184-9F71-6AB785556652}" presName="txShp" presStyleLbl="node1" presStyleIdx="0" presStyleCnt="4">
        <dgm:presLayoutVars>
          <dgm:bulletEnabled val="1"/>
        </dgm:presLayoutVars>
      </dgm:prSet>
      <dgm:spPr/>
    </dgm:pt>
    <dgm:pt modelId="{0438E494-FFE9-48A7-970D-3C7CF582619B}" type="pres">
      <dgm:prSet presAssocID="{ED57A170-E5A3-4DCD-8864-0F8AD68350B5}" presName="spacing" presStyleCnt="0"/>
      <dgm:spPr/>
    </dgm:pt>
    <dgm:pt modelId="{2070C1A5-338A-422E-BD0F-6CB128FC13ED}" type="pres">
      <dgm:prSet presAssocID="{18567F67-645C-4FD4-AD0A-218061F02E2A}" presName="composite" presStyleCnt="0"/>
      <dgm:spPr/>
    </dgm:pt>
    <dgm:pt modelId="{03E9A5A6-15AE-45FF-8898-B7A200E3880F}" type="pres">
      <dgm:prSet presAssocID="{18567F67-645C-4FD4-AD0A-218061F02E2A}" presName="imgShp" presStyleLbl="fgImgPlace1" presStyleIdx="1" presStyleCnt="4"/>
      <dgm:spPr/>
    </dgm:pt>
    <dgm:pt modelId="{F5A1F44F-827B-4DE4-801F-C680000757C0}" type="pres">
      <dgm:prSet presAssocID="{18567F67-645C-4FD4-AD0A-218061F02E2A}" presName="txShp" presStyleLbl="node1" presStyleIdx="1" presStyleCnt="4">
        <dgm:presLayoutVars>
          <dgm:bulletEnabled val="1"/>
        </dgm:presLayoutVars>
      </dgm:prSet>
      <dgm:spPr/>
    </dgm:pt>
    <dgm:pt modelId="{17B9045F-3807-4C57-ABE3-296B8A5D26C8}" type="pres">
      <dgm:prSet presAssocID="{8B582BA4-0216-433A-A83C-606BF67F9AD2}" presName="spacing" presStyleCnt="0"/>
      <dgm:spPr/>
    </dgm:pt>
    <dgm:pt modelId="{68407463-9B4E-498A-9E61-BD9C70FD026A}" type="pres">
      <dgm:prSet presAssocID="{00A12A62-FA3F-4C33-8AF6-FEC4E0E3D1E9}" presName="composite" presStyleCnt="0"/>
      <dgm:spPr/>
    </dgm:pt>
    <dgm:pt modelId="{6EB809C8-3650-4035-8C03-411EC3F48F4E}" type="pres">
      <dgm:prSet presAssocID="{00A12A62-FA3F-4C33-8AF6-FEC4E0E3D1E9}" presName="imgShp" presStyleLbl="fgImgPlace1" presStyleIdx="2" presStyleCnt="4"/>
      <dgm:spPr/>
    </dgm:pt>
    <dgm:pt modelId="{7BF8C144-CA14-438F-995C-E25C49AE9880}" type="pres">
      <dgm:prSet presAssocID="{00A12A62-FA3F-4C33-8AF6-FEC4E0E3D1E9}" presName="txShp" presStyleLbl="node1" presStyleIdx="2" presStyleCnt="4">
        <dgm:presLayoutVars>
          <dgm:bulletEnabled val="1"/>
        </dgm:presLayoutVars>
      </dgm:prSet>
      <dgm:spPr/>
    </dgm:pt>
    <dgm:pt modelId="{922C6A87-7300-4CEB-8139-6D2C04BB92A9}" type="pres">
      <dgm:prSet presAssocID="{C633047D-9905-4660-BF26-CA72833E4E5F}" presName="spacing" presStyleCnt="0"/>
      <dgm:spPr/>
    </dgm:pt>
    <dgm:pt modelId="{E5D36FA2-B969-4450-AE4A-F12EA1F683AB}" type="pres">
      <dgm:prSet presAssocID="{CE5CCAAB-C72E-4CBE-9445-6F7C2939CBBF}" presName="composite" presStyleCnt="0"/>
      <dgm:spPr/>
    </dgm:pt>
    <dgm:pt modelId="{BFA37925-8E43-43BB-A12A-3A92AC04D0A8}" type="pres">
      <dgm:prSet presAssocID="{CE5CCAAB-C72E-4CBE-9445-6F7C2939CBBF}" presName="imgShp" presStyleLbl="fgImgPlace1" presStyleIdx="3" presStyleCnt="4"/>
      <dgm:spPr/>
    </dgm:pt>
    <dgm:pt modelId="{CE68C4D6-F7EA-48F0-A650-332C4FF2D934}" type="pres">
      <dgm:prSet presAssocID="{CE5CCAAB-C72E-4CBE-9445-6F7C2939CBBF}" presName="txShp" presStyleLbl="node1" presStyleIdx="3" presStyleCnt="4">
        <dgm:presLayoutVars>
          <dgm:bulletEnabled val="1"/>
        </dgm:presLayoutVars>
      </dgm:prSet>
      <dgm:spPr/>
    </dgm:pt>
  </dgm:ptLst>
  <dgm:cxnLst>
    <dgm:cxn modelId="{3715C409-7A27-4380-89DB-EF37A8EFA62C}" type="presOf" srcId="{00A12A62-FA3F-4C33-8AF6-FEC4E0E3D1E9}" destId="{7BF8C144-CA14-438F-995C-E25C49AE9880}" srcOrd="0" destOrd="0" presId="urn:microsoft.com/office/officeart/2005/8/layout/vList3"/>
    <dgm:cxn modelId="{717BF911-D773-4098-A8C5-3478F0924FF0}" srcId="{47B33C69-39C6-4775-B9FE-68FBC71DAB15}" destId="{058920CC-7C76-4184-9F71-6AB785556652}" srcOrd="0" destOrd="0" parTransId="{1C77AAE2-FCCC-4D64-9C18-3F057AA81357}" sibTransId="{ED57A170-E5A3-4DCD-8864-0F8AD68350B5}"/>
    <dgm:cxn modelId="{C92A182C-84B6-4A35-AB2F-1486F665C8C6}" type="presOf" srcId="{058920CC-7C76-4184-9F71-6AB785556652}" destId="{87DC9AFB-9001-462F-8EB5-9F78F8DCE56C}" srcOrd="0" destOrd="0" presId="urn:microsoft.com/office/officeart/2005/8/layout/vList3"/>
    <dgm:cxn modelId="{1BA87935-B456-412C-B737-487F4B6BFB96}" type="presOf" srcId="{CE5CCAAB-C72E-4CBE-9445-6F7C2939CBBF}" destId="{CE68C4D6-F7EA-48F0-A650-332C4FF2D934}" srcOrd="0" destOrd="0" presId="urn:microsoft.com/office/officeart/2005/8/layout/vList3"/>
    <dgm:cxn modelId="{33472D75-0C5A-4B7C-A84B-1E74EF10C0A2}" srcId="{47B33C69-39C6-4775-B9FE-68FBC71DAB15}" destId="{CE5CCAAB-C72E-4CBE-9445-6F7C2939CBBF}" srcOrd="3" destOrd="0" parTransId="{AB5E6BFB-2397-4CC4-8336-6DF3375B89BD}" sibTransId="{40C99E60-A6B4-4D29-82AB-7FF18FF45007}"/>
    <dgm:cxn modelId="{DC6DBD77-B0B2-4525-97D4-79E4157878D0}" srcId="{47B33C69-39C6-4775-B9FE-68FBC71DAB15}" destId="{18567F67-645C-4FD4-AD0A-218061F02E2A}" srcOrd="1" destOrd="0" parTransId="{9265B4D8-1F26-48AE-BDA0-A4EA70C20AF3}" sibTransId="{8B582BA4-0216-433A-A83C-606BF67F9AD2}"/>
    <dgm:cxn modelId="{A208C579-4D5B-4C47-A7F7-156FB16D1296}" srcId="{47B33C69-39C6-4775-B9FE-68FBC71DAB15}" destId="{00A12A62-FA3F-4C33-8AF6-FEC4E0E3D1E9}" srcOrd="2" destOrd="0" parTransId="{2D5F6F30-B9D3-49C7-B9BF-02E8536A23BC}" sibTransId="{C633047D-9905-4660-BF26-CA72833E4E5F}"/>
    <dgm:cxn modelId="{0D053CC2-FFD4-4431-AEDF-38C26B50CED2}" type="presOf" srcId="{18567F67-645C-4FD4-AD0A-218061F02E2A}" destId="{F5A1F44F-827B-4DE4-801F-C680000757C0}" srcOrd="0" destOrd="0" presId="urn:microsoft.com/office/officeart/2005/8/layout/vList3"/>
    <dgm:cxn modelId="{B1C01CCF-E08C-41CC-BBFC-07D119275983}" type="presOf" srcId="{47B33C69-39C6-4775-B9FE-68FBC71DAB15}" destId="{7CD1346C-ADB2-4F7A-8BC2-E4C982B1220F}" srcOrd="0" destOrd="0" presId="urn:microsoft.com/office/officeart/2005/8/layout/vList3"/>
    <dgm:cxn modelId="{228C05BF-C9A4-4D58-9693-374B6718958D}" type="presParOf" srcId="{7CD1346C-ADB2-4F7A-8BC2-E4C982B1220F}" destId="{D8741ED4-1927-474A-9A03-AC65F8F45D21}" srcOrd="0" destOrd="0" presId="urn:microsoft.com/office/officeart/2005/8/layout/vList3"/>
    <dgm:cxn modelId="{A37E86F5-7671-487A-A7F7-DA13C36D30C7}" type="presParOf" srcId="{D8741ED4-1927-474A-9A03-AC65F8F45D21}" destId="{D72BD2BA-D2B5-484A-A266-BBA9F23470F7}" srcOrd="0" destOrd="0" presId="urn:microsoft.com/office/officeart/2005/8/layout/vList3"/>
    <dgm:cxn modelId="{424B239D-3941-4DD3-A3C7-E177DF29739F}" type="presParOf" srcId="{D8741ED4-1927-474A-9A03-AC65F8F45D21}" destId="{87DC9AFB-9001-462F-8EB5-9F78F8DCE56C}" srcOrd="1" destOrd="0" presId="urn:microsoft.com/office/officeart/2005/8/layout/vList3"/>
    <dgm:cxn modelId="{CD948CA4-F83B-4F20-B155-9C7F2E94C412}" type="presParOf" srcId="{7CD1346C-ADB2-4F7A-8BC2-E4C982B1220F}" destId="{0438E494-FFE9-48A7-970D-3C7CF582619B}" srcOrd="1" destOrd="0" presId="urn:microsoft.com/office/officeart/2005/8/layout/vList3"/>
    <dgm:cxn modelId="{7666FB59-8429-41E8-82D3-12A355FE3D3B}" type="presParOf" srcId="{7CD1346C-ADB2-4F7A-8BC2-E4C982B1220F}" destId="{2070C1A5-338A-422E-BD0F-6CB128FC13ED}" srcOrd="2" destOrd="0" presId="urn:microsoft.com/office/officeart/2005/8/layout/vList3"/>
    <dgm:cxn modelId="{9CAD4569-011C-4425-AC46-6D3A522089E8}" type="presParOf" srcId="{2070C1A5-338A-422E-BD0F-6CB128FC13ED}" destId="{03E9A5A6-15AE-45FF-8898-B7A200E3880F}" srcOrd="0" destOrd="0" presId="urn:microsoft.com/office/officeart/2005/8/layout/vList3"/>
    <dgm:cxn modelId="{DC68825F-BCC5-4A20-BBD8-3C491DC18CEB}" type="presParOf" srcId="{2070C1A5-338A-422E-BD0F-6CB128FC13ED}" destId="{F5A1F44F-827B-4DE4-801F-C680000757C0}" srcOrd="1" destOrd="0" presId="urn:microsoft.com/office/officeart/2005/8/layout/vList3"/>
    <dgm:cxn modelId="{280BCC2B-979D-4F19-9A31-D0694F92D15F}" type="presParOf" srcId="{7CD1346C-ADB2-4F7A-8BC2-E4C982B1220F}" destId="{17B9045F-3807-4C57-ABE3-296B8A5D26C8}" srcOrd="3" destOrd="0" presId="urn:microsoft.com/office/officeart/2005/8/layout/vList3"/>
    <dgm:cxn modelId="{4F47697B-B46F-4ECA-B153-69C4C08E6D94}" type="presParOf" srcId="{7CD1346C-ADB2-4F7A-8BC2-E4C982B1220F}" destId="{68407463-9B4E-498A-9E61-BD9C70FD026A}" srcOrd="4" destOrd="0" presId="urn:microsoft.com/office/officeart/2005/8/layout/vList3"/>
    <dgm:cxn modelId="{E1C1907C-45C6-4AFC-ADDC-10C757437632}" type="presParOf" srcId="{68407463-9B4E-498A-9E61-BD9C70FD026A}" destId="{6EB809C8-3650-4035-8C03-411EC3F48F4E}" srcOrd="0" destOrd="0" presId="urn:microsoft.com/office/officeart/2005/8/layout/vList3"/>
    <dgm:cxn modelId="{3FD9A5B2-4738-43A1-AA76-216E15F5C7C0}" type="presParOf" srcId="{68407463-9B4E-498A-9E61-BD9C70FD026A}" destId="{7BF8C144-CA14-438F-995C-E25C49AE9880}" srcOrd="1" destOrd="0" presId="urn:microsoft.com/office/officeart/2005/8/layout/vList3"/>
    <dgm:cxn modelId="{35F5BE19-9811-4213-A2A8-F277AD734E82}" type="presParOf" srcId="{7CD1346C-ADB2-4F7A-8BC2-E4C982B1220F}" destId="{922C6A87-7300-4CEB-8139-6D2C04BB92A9}" srcOrd="5" destOrd="0" presId="urn:microsoft.com/office/officeart/2005/8/layout/vList3"/>
    <dgm:cxn modelId="{0E19BCCA-6A51-4DD0-A9D3-471B80B36B2B}" type="presParOf" srcId="{7CD1346C-ADB2-4F7A-8BC2-E4C982B1220F}" destId="{E5D36FA2-B969-4450-AE4A-F12EA1F683AB}" srcOrd="6" destOrd="0" presId="urn:microsoft.com/office/officeart/2005/8/layout/vList3"/>
    <dgm:cxn modelId="{B2B29773-FFAB-4787-A88A-59E59D7C55B2}" type="presParOf" srcId="{E5D36FA2-B969-4450-AE4A-F12EA1F683AB}" destId="{BFA37925-8E43-43BB-A12A-3A92AC04D0A8}" srcOrd="0" destOrd="0" presId="urn:microsoft.com/office/officeart/2005/8/layout/vList3"/>
    <dgm:cxn modelId="{EAD1838C-8248-472C-85CD-CEA2DAAFA383}" type="presParOf" srcId="{E5D36FA2-B969-4450-AE4A-F12EA1F683AB}" destId="{CE68C4D6-F7EA-48F0-A650-332C4FF2D93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72FA609-CB37-4366-9DE4-E9500F9BB6A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CCD1884-1C49-4649-A816-7610F1374922}">
      <dgm:prSet/>
      <dgm:spPr/>
      <dgm:t>
        <a:bodyPr/>
        <a:lstStyle/>
        <a:p>
          <a:r>
            <a:rPr lang="ru-RU" b="0" i="0"/>
            <a:t>Конституції України</a:t>
          </a:r>
          <a:endParaRPr lang="uk-UA"/>
        </a:p>
      </dgm:t>
    </dgm:pt>
    <dgm:pt modelId="{F9D7CBA9-CC1D-4054-8050-0E7970F1FE76}" type="parTrans" cxnId="{2D38D591-EA8D-439E-A09B-D0F7627B3B66}">
      <dgm:prSet/>
      <dgm:spPr/>
      <dgm:t>
        <a:bodyPr/>
        <a:lstStyle/>
        <a:p>
          <a:endParaRPr lang="uk-UA"/>
        </a:p>
      </dgm:t>
    </dgm:pt>
    <dgm:pt modelId="{408FD364-6D54-4325-B206-3DEDA53263B7}" type="sibTrans" cxnId="{2D38D591-EA8D-439E-A09B-D0F7627B3B66}">
      <dgm:prSet/>
      <dgm:spPr/>
      <dgm:t>
        <a:bodyPr/>
        <a:lstStyle/>
        <a:p>
          <a:endParaRPr lang="uk-UA"/>
        </a:p>
      </dgm:t>
    </dgm:pt>
    <dgm:pt modelId="{24413E0F-35D3-446B-9CEF-0BA643071B5E}">
      <dgm:prSet/>
      <dgm:spPr/>
      <dgm:t>
        <a:bodyPr/>
        <a:lstStyle/>
        <a:p>
          <a:r>
            <a:rPr lang="ru-RU" b="0" i="0"/>
            <a:t>Акті проголошення незалежності України</a:t>
          </a:r>
          <a:endParaRPr lang="uk-UA"/>
        </a:p>
      </dgm:t>
    </dgm:pt>
    <dgm:pt modelId="{8C3602ED-4FC5-4AD4-9207-ACDDEA100896}" type="parTrans" cxnId="{4D42BE0A-B422-4249-9E8C-748A94B59EAE}">
      <dgm:prSet/>
      <dgm:spPr/>
      <dgm:t>
        <a:bodyPr/>
        <a:lstStyle/>
        <a:p>
          <a:endParaRPr lang="uk-UA"/>
        </a:p>
      </dgm:t>
    </dgm:pt>
    <dgm:pt modelId="{36A2DD90-EB93-46A6-8AB3-8F5120CF8AAD}" type="sibTrans" cxnId="{4D42BE0A-B422-4249-9E8C-748A94B59EAE}">
      <dgm:prSet/>
      <dgm:spPr/>
      <dgm:t>
        <a:bodyPr/>
        <a:lstStyle/>
        <a:p>
          <a:endParaRPr lang="uk-UA"/>
        </a:p>
      </dgm:t>
    </dgm:pt>
    <dgm:pt modelId="{86A784B9-EEF4-4718-A157-A0EC36C9754F}">
      <dgm:prSet/>
      <dgm:spPr/>
      <dgm:t>
        <a:bodyPr/>
        <a:lstStyle/>
        <a:p>
          <a:r>
            <a:rPr lang="ru-RU" b="0" i="0"/>
            <a:t>Законі України «Про громадянство України»</a:t>
          </a:r>
          <a:endParaRPr lang="uk-UA"/>
        </a:p>
      </dgm:t>
    </dgm:pt>
    <dgm:pt modelId="{5EAB5C2E-67FD-4CED-9976-5C211BA3C449}" type="parTrans" cxnId="{A22CB1D5-DCD7-4119-BB56-A1E81E186C75}">
      <dgm:prSet/>
      <dgm:spPr/>
      <dgm:t>
        <a:bodyPr/>
        <a:lstStyle/>
        <a:p>
          <a:endParaRPr lang="uk-UA"/>
        </a:p>
      </dgm:t>
    </dgm:pt>
    <dgm:pt modelId="{F2A296AB-A76F-4BEE-8E1C-A316796FECD6}" type="sibTrans" cxnId="{A22CB1D5-DCD7-4119-BB56-A1E81E186C75}">
      <dgm:prSet/>
      <dgm:spPr/>
      <dgm:t>
        <a:bodyPr/>
        <a:lstStyle/>
        <a:p>
          <a:endParaRPr lang="uk-UA"/>
        </a:p>
      </dgm:t>
    </dgm:pt>
    <dgm:pt modelId="{DC24D0F7-03FC-4F0E-A46A-61A3150375F8}">
      <dgm:prSet/>
      <dgm:spPr/>
      <dgm:t>
        <a:bodyPr/>
        <a:lstStyle/>
        <a:p>
          <a:r>
            <a:rPr lang="ru-RU" b="0" i="0"/>
            <a:t>Декларації про державний суверенітет України</a:t>
          </a:r>
          <a:endParaRPr lang="uk-UA"/>
        </a:p>
      </dgm:t>
    </dgm:pt>
    <dgm:pt modelId="{EC98648A-7CC5-4681-9418-19E68F8F2460}" type="parTrans" cxnId="{0AE9D356-1F1B-4A44-BB1D-3B454EC223B5}">
      <dgm:prSet/>
      <dgm:spPr/>
      <dgm:t>
        <a:bodyPr/>
        <a:lstStyle/>
        <a:p>
          <a:endParaRPr lang="uk-UA"/>
        </a:p>
      </dgm:t>
    </dgm:pt>
    <dgm:pt modelId="{E6007660-DD5D-46C0-9992-7C652A2811B6}" type="sibTrans" cxnId="{0AE9D356-1F1B-4A44-BB1D-3B454EC223B5}">
      <dgm:prSet/>
      <dgm:spPr/>
      <dgm:t>
        <a:bodyPr/>
        <a:lstStyle/>
        <a:p>
          <a:endParaRPr lang="uk-UA"/>
        </a:p>
      </dgm:t>
    </dgm:pt>
    <dgm:pt modelId="{58FF523F-A64B-4070-945B-DB7E05AD40F2}" type="pres">
      <dgm:prSet presAssocID="{C72FA609-CB37-4366-9DE4-E9500F9BB6A4}" presName="linear" presStyleCnt="0">
        <dgm:presLayoutVars>
          <dgm:animLvl val="lvl"/>
          <dgm:resizeHandles val="exact"/>
        </dgm:presLayoutVars>
      </dgm:prSet>
      <dgm:spPr/>
    </dgm:pt>
    <dgm:pt modelId="{1F069586-C10F-4C6A-8978-8C5B0AB4C872}" type="pres">
      <dgm:prSet presAssocID="{9CCD1884-1C49-4649-A816-7610F1374922}" presName="parentText" presStyleLbl="node1" presStyleIdx="0" presStyleCnt="4">
        <dgm:presLayoutVars>
          <dgm:chMax val="0"/>
          <dgm:bulletEnabled val="1"/>
        </dgm:presLayoutVars>
      </dgm:prSet>
      <dgm:spPr/>
    </dgm:pt>
    <dgm:pt modelId="{EB852E7D-44D0-4BAD-A6EB-866F9636B131}" type="pres">
      <dgm:prSet presAssocID="{408FD364-6D54-4325-B206-3DEDA53263B7}" presName="spacer" presStyleCnt="0"/>
      <dgm:spPr/>
    </dgm:pt>
    <dgm:pt modelId="{27C68D4C-9B0F-44FB-845D-3B8C8184CFE7}" type="pres">
      <dgm:prSet presAssocID="{24413E0F-35D3-446B-9CEF-0BA643071B5E}" presName="parentText" presStyleLbl="node1" presStyleIdx="1" presStyleCnt="4">
        <dgm:presLayoutVars>
          <dgm:chMax val="0"/>
          <dgm:bulletEnabled val="1"/>
        </dgm:presLayoutVars>
      </dgm:prSet>
      <dgm:spPr/>
    </dgm:pt>
    <dgm:pt modelId="{D560BA6C-9F5B-4EF7-8E3F-BC79249459EA}" type="pres">
      <dgm:prSet presAssocID="{36A2DD90-EB93-46A6-8AB3-8F5120CF8AAD}" presName="spacer" presStyleCnt="0"/>
      <dgm:spPr/>
    </dgm:pt>
    <dgm:pt modelId="{BE22A8B8-094D-4714-8130-E39E134D2A51}" type="pres">
      <dgm:prSet presAssocID="{86A784B9-EEF4-4718-A157-A0EC36C9754F}" presName="parentText" presStyleLbl="node1" presStyleIdx="2" presStyleCnt="4">
        <dgm:presLayoutVars>
          <dgm:chMax val="0"/>
          <dgm:bulletEnabled val="1"/>
        </dgm:presLayoutVars>
      </dgm:prSet>
      <dgm:spPr/>
    </dgm:pt>
    <dgm:pt modelId="{2BBA7440-830B-41A6-B65B-61852C340EEE}" type="pres">
      <dgm:prSet presAssocID="{F2A296AB-A76F-4BEE-8E1C-A316796FECD6}" presName="spacer" presStyleCnt="0"/>
      <dgm:spPr/>
    </dgm:pt>
    <dgm:pt modelId="{F3D1B7D6-6AA1-40AE-88DE-2577B2D750E8}" type="pres">
      <dgm:prSet presAssocID="{DC24D0F7-03FC-4F0E-A46A-61A3150375F8}" presName="parentText" presStyleLbl="node1" presStyleIdx="3" presStyleCnt="4">
        <dgm:presLayoutVars>
          <dgm:chMax val="0"/>
          <dgm:bulletEnabled val="1"/>
        </dgm:presLayoutVars>
      </dgm:prSet>
      <dgm:spPr/>
    </dgm:pt>
  </dgm:ptLst>
  <dgm:cxnLst>
    <dgm:cxn modelId="{4D42BE0A-B422-4249-9E8C-748A94B59EAE}" srcId="{C72FA609-CB37-4366-9DE4-E9500F9BB6A4}" destId="{24413E0F-35D3-446B-9CEF-0BA643071B5E}" srcOrd="1" destOrd="0" parTransId="{8C3602ED-4FC5-4AD4-9207-ACDDEA100896}" sibTransId="{36A2DD90-EB93-46A6-8AB3-8F5120CF8AAD}"/>
    <dgm:cxn modelId="{6627D365-D980-4213-8ACC-EBB0CA4ADB1C}" type="presOf" srcId="{24413E0F-35D3-446B-9CEF-0BA643071B5E}" destId="{27C68D4C-9B0F-44FB-845D-3B8C8184CFE7}" srcOrd="0" destOrd="0" presId="urn:microsoft.com/office/officeart/2005/8/layout/vList2"/>
    <dgm:cxn modelId="{84E97848-275C-4D4A-BC05-DFDE3AE4B936}" type="presOf" srcId="{86A784B9-EEF4-4718-A157-A0EC36C9754F}" destId="{BE22A8B8-094D-4714-8130-E39E134D2A51}" srcOrd="0" destOrd="0" presId="urn:microsoft.com/office/officeart/2005/8/layout/vList2"/>
    <dgm:cxn modelId="{51E48470-8CEC-4B2D-A2DA-17344AA8A129}" type="presOf" srcId="{9CCD1884-1C49-4649-A816-7610F1374922}" destId="{1F069586-C10F-4C6A-8978-8C5B0AB4C872}" srcOrd="0" destOrd="0" presId="urn:microsoft.com/office/officeart/2005/8/layout/vList2"/>
    <dgm:cxn modelId="{0AE9D356-1F1B-4A44-BB1D-3B454EC223B5}" srcId="{C72FA609-CB37-4366-9DE4-E9500F9BB6A4}" destId="{DC24D0F7-03FC-4F0E-A46A-61A3150375F8}" srcOrd="3" destOrd="0" parTransId="{EC98648A-7CC5-4681-9418-19E68F8F2460}" sibTransId="{E6007660-DD5D-46C0-9992-7C652A2811B6}"/>
    <dgm:cxn modelId="{2D38D591-EA8D-439E-A09B-D0F7627B3B66}" srcId="{C72FA609-CB37-4366-9DE4-E9500F9BB6A4}" destId="{9CCD1884-1C49-4649-A816-7610F1374922}" srcOrd="0" destOrd="0" parTransId="{F9D7CBA9-CC1D-4054-8050-0E7970F1FE76}" sibTransId="{408FD364-6D54-4325-B206-3DEDA53263B7}"/>
    <dgm:cxn modelId="{528E69B1-DD7C-4EC1-BA85-F15AB584BBE9}" type="presOf" srcId="{DC24D0F7-03FC-4F0E-A46A-61A3150375F8}" destId="{F3D1B7D6-6AA1-40AE-88DE-2577B2D750E8}" srcOrd="0" destOrd="0" presId="urn:microsoft.com/office/officeart/2005/8/layout/vList2"/>
    <dgm:cxn modelId="{5392A5B4-4242-47C7-90EB-9D14DF3BAE80}" type="presOf" srcId="{C72FA609-CB37-4366-9DE4-E9500F9BB6A4}" destId="{58FF523F-A64B-4070-945B-DB7E05AD40F2}" srcOrd="0" destOrd="0" presId="urn:microsoft.com/office/officeart/2005/8/layout/vList2"/>
    <dgm:cxn modelId="{A22CB1D5-DCD7-4119-BB56-A1E81E186C75}" srcId="{C72FA609-CB37-4366-9DE4-E9500F9BB6A4}" destId="{86A784B9-EEF4-4718-A157-A0EC36C9754F}" srcOrd="2" destOrd="0" parTransId="{5EAB5C2E-67FD-4CED-9976-5C211BA3C449}" sibTransId="{F2A296AB-A76F-4BEE-8E1C-A316796FECD6}"/>
    <dgm:cxn modelId="{BAA60B39-FBD4-4E99-909D-2FC9ECE68874}" type="presParOf" srcId="{58FF523F-A64B-4070-945B-DB7E05AD40F2}" destId="{1F069586-C10F-4C6A-8978-8C5B0AB4C872}" srcOrd="0" destOrd="0" presId="urn:microsoft.com/office/officeart/2005/8/layout/vList2"/>
    <dgm:cxn modelId="{A182C98E-2811-45CD-8A18-A20D18C7E95F}" type="presParOf" srcId="{58FF523F-A64B-4070-945B-DB7E05AD40F2}" destId="{EB852E7D-44D0-4BAD-A6EB-866F9636B131}" srcOrd="1" destOrd="0" presId="urn:microsoft.com/office/officeart/2005/8/layout/vList2"/>
    <dgm:cxn modelId="{60DD279F-1218-4EBC-B801-77389163F721}" type="presParOf" srcId="{58FF523F-A64B-4070-945B-DB7E05AD40F2}" destId="{27C68D4C-9B0F-44FB-845D-3B8C8184CFE7}" srcOrd="2" destOrd="0" presId="urn:microsoft.com/office/officeart/2005/8/layout/vList2"/>
    <dgm:cxn modelId="{7CCDCB09-16DA-4DB5-9C8F-C70F5F317B1F}" type="presParOf" srcId="{58FF523F-A64B-4070-945B-DB7E05AD40F2}" destId="{D560BA6C-9F5B-4EF7-8E3F-BC79249459EA}" srcOrd="3" destOrd="0" presId="urn:microsoft.com/office/officeart/2005/8/layout/vList2"/>
    <dgm:cxn modelId="{D1251445-2C83-4037-9919-F7EE67F0555A}" type="presParOf" srcId="{58FF523F-A64B-4070-945B-DB7E05AD40F2}" destId="{BE22A8B8-094D-4714-8130-E39E134D2A51}" srcOrd="4" destOrd="0" presId="urn:microsoft.com/office/officeart/2005/8/layout/vList2"/>
    <dgm:cxn modelId="{2988F11D-ED37-47A8-BE76-295BACAF0182}" type="presParOf" srcId="{58FF523F-A64B-4070-945B-DB7E05AD40F2}" destId="{2BBA7440-830B-41A6-B65B-61852C340EEE}" srcOrd="5" destOrd="0" presId="urn:microsoft.com/office/officeart/2005/8/layout/vList2"/>
    <dgm:cxn modelId="{B6DB6558-6C3A-4586-B601-9F673B16C300}" type="presParOf" srcId="{58FF523F-A64B-4070-945B-DB7E05AD40F2}" destId="{F3D1B7D6-6AA1-40AE-88DE-2577B2D750E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9B413EA-34F2-4E1F-8A66-1B357443873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606C670-365B-4ACE-AE26-A04733CBE7BC}">
      <dgm:prSet/>
      <dgm:spPr/>
      <dgm:t>
        <a:bodyPr/>
        <a:lstStyle/>
        <a:p>
          <a:r>
            <a:rPr lang="ru-RU" b="0" i="0"/>
            <a:t>була на той час єдиним легітимним вищим органом влади.</a:t>
          </a:r>
          <a:endParaRPr lang="uk-UA"/>
        </a:p>
      </dgm:t>
    </dgm:pt>
    <dgm:pt modelId="{2F42150D-51E2-4585-B1CA-A80A9715BA6B}" type="parTrans" cxnId="{A49B582A-1FDF-4859-90A1-C2FF6211F142}">
      <dgm:prSet/>
      <dgm:spPr/>
      <dgm:t>
        <a:bodyPr/>
        <a:lstStyle/>
        <a:p>
          <a:endParaRPr lang="uk-UA"/>
        </a:p>
      </dgm:t>
    </dgm:pt>
    <dgm:pt modelId="{3780A923-59B5-4339-BC85-05B6458F106C}" type="sibTrans" cxnId="{A49B582A-1FDF-4859-90A1-C2FF6211F142}">
      <dgm:prSet/>
      <dgm:spPr/>
      <dgm:t>
        <a:bodyPr/>
        <a:lstStyle/>
        <a:p>
          <a:endParaRPr lang="uk-UA"/>
        </a:p>
      </dgm:t>
    </dgm:pt>
    <dgm:pt modelId="{B9B6B17A-45B4-4B8C-B692-350B57860378}">
      <dgm:prSet/>
      <dgm:spPr/>
      <dgm:t>
        <a:bodyPr/>
        <a:lstStyle/>
        <a:p>
          <a:r>
            <a:rPr lang="ru-RU" b="0" i="0"/>
            <a:t>існувала небезпека встановлення військової диктатури.</a:t>
          </a:r>
          <a:endParaRPr lang="uk-UA"/>
        </a:p>
      </dgm:t>
    </dgm:pt>
    <dgm:pt modelId="{B55C493E-449A-43F6-AB5F-A29B5941ED2F}" type="parTrans" cxnId="{3406C917-E3BF-4ED1-B6F3-C411F96A5659}">
      <dgm:prSet/>
      <dgm:spPr/>
      <dgm:t>
        <a:bodyPr/>
        <a:lstStyle/>
        <a:p>
          <a:endParaRPr lang="uk-UA"/>
        </a:p>
      </dgm:t>
    </dgm:pt>
    <dgm:pt modelId="{E58938C4-6C12-45F6-9036-B2A5FAF932FD}" type="sibTrans" cxnId="{3406C917-E3BF-4ED1-B6F3-C411F96A5659}">
      <dgm:prSet/>
      <dgm:spPr/>
      <dgm:t>
        <a:bodyPr/>
        <a:lstStyle/>
        <a:p>
          <a:endParaRPr lang="uk-UA"/>
        </a:p>
      </dgm:t>
    </dgm:pt>
    <dgm:pt modelId="{A049D0C6-E584-43D9-94BD-9609EA59DA30}">
      <dgm:prSet/>
      <dgm:spPr/>
      <dgm:t>
        <a:bodyPr/>
        <a:lstStyle/>
        <a:p>
          <a:r>
            <a:rPr lang="ru-RU" b="0" i="0"/>
            <a:t>утвердилася парламентська форма правління.</a:t>
          </a:r>
          <a:endParaRPr lang="uk-UA"/>
        </a:p>
      </dgm:t>
    </dgm:pt>
    <dgm:pt modelId="{E5A1AF08-9358-4F6B-A6FF-C15A7F182DA6}" type="parTrans" cxnId="{4EA84E9F-85CE-452D-9E7C-73D92CEA0547}">
      <dgm:prSet/>
      <dgm:spPr/>
      <dgm:t>
        <a:bodyPr/>
        <a:lstStyle/>
        <a:p>
          <a:endParaRPr lang="uk-UA"/>
        </a:p>
      </dgm:t>
    </dgm:pt>
    <dgm:pt modelId="{0F26242C-9B26-43BD-B017-D0149F2A1908}" type="sibTrans" cxnId="{4EA84E9F-85CE-452D-9E7C-73D92CEA0547}">
      <dgm:prSet/>
      <dgm:spPr/>
      <dgm:t>
        <a:bodyPr/>
        <a:lstStyle/>
        <a:p>
          <a:endParaRPr lang="uk-UA"/>
        </a:p>
      </dgm:t>
    </dgm:pt>
    <dgm:pt modelId="{DBCCFC2C-8634-432A-9C0C-48B2E1D3D1BE}">
      <dgm:prSet/>
      <dgm:spPr/>
      <dgm:t>
        <a:bodyPr/>
        <a:lstStyle/>
        <a:p>
          <a:r>
            <a:rPr lang="ru-RU" b="0" i="0"/>
            <a:t>існувала необхідність переозброєння військових формувань.</a:t>
          </a:r>
          <a:endParaRPr lang="uk-UA"/>
        </a:p>
      </dgm:t>
    </dgm:pt>
    <dgm:pt modelId="{AAB99C6D-C841-4844-8EE3-5E21A6F7476D}" type="parTrans" cxnId="{2C73979E-847E-49CD-8097-5330FA810B16}">
      <dgm:prSet/>
      <dgm:spPr/>
      <dgm:t>
        <a:bodyPr/>
        <a:lstStyle/>
        <a:p>
          <a:endParaRPr lang="uk-UA"/>
        </a:p>
      </dgm:t>
    </dgm:pt>
    <dgm:pt modelId="{5019913C-BCA0-4846-8C4E-B51515EEA5C0}" type="sibTrans" cxnId="{2C73979E-847E-49CD-8097-5330FA810B16}">
      <dgm:prSet/>
      <dgm:spPr/>
      <dgm:t>
        <a:bodyPr/>
        <a:lstStyle/>
        <a:p>
          <a:endParaRPr lang="uk-UA"/>
        </a:p>
      </dgm:t>
    </dgm:pt>
    <dgm:pt modelId="{8CE843A0-6D2C-4FC0-ACB4-74062A48EFB2}" type="pres">
      <dgm:prSet presAssocID="{29B413EA-34F2-4E1F-8A66-1B3574438738}" presName="linear" presStyleCnt="0">
        <dgm:presLayoutVars>
          <dgm:animLvl val="lvl"/>
          <dgm:resizeHandles val="exact"/>
        </dgm:presLayoutVars>
      </dgm:prSet>
      <dgm:spPr/>
    </dgm:pt>
    <dgm:pt modelId="{E38F69EA-F644-4D52-A598-091F733006CC}" type="pres">
      <dgm:prSet presAssocID="{F606C670-365B-4ACE-AE26-A04733CBE7BC}" presName="parentText" presStyleLbl="node1" presStyleIdx="0" presStyleCnt="4">
        <dgm:presLayoutVars>
          <dgm:chMax val="0"/>
          <dgm:bulletEnabled val="1"/>
        </dgm:presLayoutVars>
      </dgm:prSet>
      <dgm:spPr/>
    </dgm:pt>
    <dgm:pt modelId="{6EC352E6-5DA9-4699-8857-EDCEB5D8AA01}" type="pres">
      <dgm:prSet presAssocID="{3780A923-59B5-4339-BC85-05B6458F106C}" presName="spacer" presStyleCnt="0"/>
      <dgm:spPr/>
    </dgm:pt>
    <dgm:pt modelId="{00868F35-403E-4113-BFE5-7BA6CAC1E743}" type="pres">
      <dgm:prSet presAssocID="{B9B6B17A-45B4-4B8C-B692-350B57860378}" presName="parentText" presStyleLbl="node1" presStyleIdx="1" presStyleCnt="4">
        <dgm:presLayoutVars>
          <dgm:chMax val="0"/>
          <dgm:bulletEnabled val="1"/>
        </dgm:presLayoutVars>
      </dgm:prSet>
      <dgm:spPr/>
    </dgm:pt>
    <dgm:pt modelId="{47911259-51A7-41F3-98B4-D5EB85A03B3C}" type="pres">
      <dgm:prSet presAssocID="{E58938C4-6C12-45F6-9036-B2A5FAF932FD}" presName="spacer" presStyleCnt="0"/>
      <dgm:spPr/>
    </dgm:pt>
    <dgm:pt modelId="{054ED0EA-7112-40E4-BA51-6CB674A07EFC}" type="pres">
      <dgm:prSet presAssocID="{A049D0C6-E584-43D9-94BD-9609EA59DA30}" presName="parentText" presStyleLbl="node1" presStyleIdx="2" presStyleCnt="4">
        <dgm:presLayoutVars>
          <dgm:chMax val="0"/>
          <dgm:bulletEnabled val="1"/>
        </dgm:presLayoutVars>
      </dgm:prSet>
      <dgm:spPr/>
    </dgm:pt>
    <dgm:pt modelId="{149E113D-3F2A-4C0E-9EC7-720AE4FD0A7B}" type="pres">
      <dgm:prSet presAssocID="{0F26242C-9B26-43BD-B017-D0149F2A1908}" presName="spacer" presStyleCnt="0"/>
      <dgm:spPr/>
    </dgm:pt>
    <dgm:pt modelId="{D2776ADF-A374-4760-893C-A28D154A480C}" type="pres">
      <dgm:prSet presAssocID="{DBCCFC2C-8634-432A-9C0C-48B2E1D3D1BE}" presName="parentText" presStyleLbl="node1" presStyleIdx="3" presStyleCnt="4">
        <dgm:presLayoutVars>
          <dgm:chMax val="0"/>
          <dgm:bulletEnabled val="1"/>
        </dgm:presLayoutVars>
      </dgm:prSet>
      <dgm:spPr/>
    </dgm:pt>
  </dgm:ptLst>
  <dgm:cxnLst>
    <dgm:cxn modelId="{3406C917-E3BF-4ED1-B6F3-C411F96A5659}" srcId="{29B413EA-34F2-4E1F-8A66-1B3574438738}" destId="{B9B6B17A-45B4-4B8C-B692-350B57860378}" srcOrd="1" destOrd="0" parTransId="{B55C493E-449A-43F6-AB5F-A29B5941ED2F}" sibTransId="{E58938C4-6C12-45F6-9036-B2A5FAF932FD}"/>
    <dgm:cxn modelId="{A49B582A-1FDF-4859-90A1-C2FF6211F142}" srcId="{29B413EA-34F2-4E1F-8A66-1B3574438738}" destId="{F606C670-365B-4ACE-AE26-A04733CBE7BC}" srcOrd="0" destOrd="0" parTransId="{2F42150D-51E2-4585-B1CA-A80A9715BA6B}" sibTransId="{3780A923-59B5-4339-BC85-05B6458F106C}"/>
    <dgm:cxn modelId="{BFFE8234-E963-46D2-8CEC-F2D9F9BA2F71}" type="presOf" srcId="{29B413EA-34F2-4E1F-8A66-1B3574438738}" destId="{8CE843A0-6D2C-4FC0-ACB4-74062A48EFB2}" srcOrd="0" destOrd="0" presId="urn:microsoft.com/office/officeart/2005/8/layout/vList2"/>
    <dgm:cxn modelId="{7CF3DB6B-73AB-4AC7-9657-152F8F1FD97E}" type="presOf" srcId="{B9B6B17A-45B4-4B8C-B692-350B57860378}" destId="{00868F35-403E-4113-BFE5-7BA6CAC1E743}" srcOrd="0" destOrd="0" presId="urn:microsoft.com/office/officeart/2005/8/layout/vList2"/>
    <dgm:cxn modelId="{4926614C-F248-4F2B-A2D0-4CB33BD178D9}" type="presOf" srcId="{DBCCFC2C-8634-432A-9C0C-48B2E1D3D1BE}" destId="{D2776ADF-A374-4760-893C-A28D154A480C}" srcOrd="0" destOrd="0" presId="urn:microsoft.com/office/officeart/2005/8/layout/vList2"/>
    <dgm:cxn modelId="{31101999-8AC7-4221-909D-860C081EE55D}" type="presOf" srcId="{F606C670-365B-4ACE-AE26-A04733CBE7BC}" destId="{E38F69EA-F644-4D52-A598-091F733006CC}" srcOrd="0" destOrd="0" presId="urn:microsoft.com/office/officeart/2005/8/layout/vList2"/>
    <dgm:cxn modelId="{2C73979E-847E-49CD-8097-5330FA810B16}" srcId="{29B413EA-34F2-4E1F-8A66-1B3574438738}" destId="{DBCCFC2C-8634-432A-9C0C-48B2E1D3D1BE}" srcOrd="3" destOrd="0" parTransId="{AAB99C6D-C841-4844-8EE3-5E21A6F7476D}" sibTransId="{5019913C-BCA0-4846-8C4E-B51515EEA5C0}"/>
    <dgm:cxn modelId="{4EA84E9F-85CE-452D-9E7C-73D92CEA0547}" srcId="{29B413EA-34F2-4E1F-8A66-1B3574438738}" destId="{A049D0C6-E584-43D9-94BD-9609EA59DA30}" srcOrd="2" destOrd="0" parTransId="{E5A1AF08-9358-4F6B-A6FF-C15A7F182DA6}" sibTransId="{0F26242C-9B26-43BD-B017-D0149F2A1908}"/>
    <dgm:cxn modelId="{3A6EEADF-FFF9-4038-BC0D-B7FBEEE82839}" type="presOf" srcId="{A049D0C6-E584-43D9-94BD-9609EA59DA30}" destId="{054ED0EA-7112-40E4-BA51-6CB674A07EFC}" srcOrd="0" destOrd="0" presId="urn:microsoft.com/office/officeart/2005/8/layout/vList2"/>
    <dgm:cxn modelId="{CEF79057-F4BE-4DF3-8879-29D036E40D51}" type="presParOf" srcId="{8CE843A0-6D2C-4FC0-ACB4-74062A48EFB2}" destId="{E38F69EA-F644-4D52-A598-091F733006CC}" srcOrd="0" destOrd="0" presId="urn:microsoft.com/office/officeart/2005/8/layout/vList2"/>
    <dgm:cxn modelId="{00EE2238-C1DE-4C45-8885-63E8200381EA}" type="presParOf" srcId="{8CE843A0-6D2C-4FC0-ACB4-74062A48EFB2}" destId="{6EC352E6-5DA9-4699-8857-EDCEB5D8AA01}" srcOrd="1" destOrd="0" presId="urn:microsoft.com/office/officeart/2005/8/layout/vList2"/>
    <dgm:cxn modelId="{315F5C21-3F95-40D0-B40D-C4BC98397B55}" type="presParOf" srcId="{8CE843A0-6D2C-4FC0-ACB4-74062A48EFB2}" destId="{00868F35-403E-4113-BFE5-7BA6CAC1E743}" srcOrd="2" destOrd="0" presId="urn:microsoft.com/office/officeart/2005/8/layout/vList2"/>
    <dgm:cxn modelId="{C0B5DE7D-6A86-4EEE-B161-C5BC6DB8246C}" type="presParOf" srcId="{8CE843A0-6D2C-4FC0-ACB4-74062A48EFB2}" destId="{47911259-51A7-41F3-98B4-D5EB85A03B3C}" srcOrd="3" destOrd="0" presId="urn:microsoft.com/office/officeart/2005/8/layout/vList2"/>
    <dgm:cxn modelId="{AF4FBFE9-1E99-43D6-ADC6-00685B92E894}" type="presParOf" srcId="{8CE843A0-6D2C-4FC0-ACB4-74062A48EFB2}" destId="{054ED0EA-7112-40E4-BA51-6CB674A07EFC}" srcOrd="4" destOrd="0" presId="urn:microsoft.com/office/officeart/2005/8/layout/vList2"/>
    <dgm:cxn modelId="{BB36B830-624F-481B-A62D-9570568D2E2C}" type="presParOf" srcId="{8CE843A0-6D2C-4FC0-ACB4-74062A48EFB2}" destId="{149E113D-3F2A-4C0E-9EC7-720AE4FD0A7B}" srcOrd="5" destOrd="0" presId="urn:microsoft.com/office/officeart/2005/8/layout/vList2"/>
    <dgm:cxn modelId="{DD6CC27D-49CF-4933-A930-C655272EB827}" type="presParOf" srcId="{8CE843A0-6D2C-4FC0-ACB4-74062A48EFB2}" destId="{D2776ADF-A374-4760-893C-A28D154A480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7BE60F7-5DF5-4915-8D4E-BCA217311E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AD4657F-7FD9-4D4D-9F1C-D1EBA8A17626}">
      <dgm:prSet/>
      <dgm:spPr/>
      <dgm:t>
        <a:bodyPr/>
        <a:lstStyle/>
        <a:p>
          <a:r>
            <a:rPr lang="uk-UA" b="0" i="0"/>
            <a:t>реалізацією курсу на вступ України до НАТО.</a:t>
          </a:r>
          <a:endParaRPr lang="uk-UA"/>
        </a:p>
      </dgm:t>
    </dgm:pt>
    <dgm:pt modelId="{FADC55AE-8650-4F3B-BF15-CBA14E36D2BD}" type="parTrans" cxnId="{3385F52F-3217-4140-B1E2-08D2EB73B0E7}">
      <dgm:prSet/>
      <dgm:spPr/>
      <dgm:t>
        <a:bodyPr/>
        <a:lstStyle/>
        <a:p>
          <a:endParaRPr lang="uk-UA"/>
        </a:p>
      </dgm:t>
    </dgm:pt>
    <dgm:pt modelId="{20E3DDA3-4265-4033-AFEE-B7C3B1FDC20A}" type="sibTrans" cxnId="{3385F52F-3217-4140-B1E2-08D2EB73B0E7}">
      <dgm:prSet/>
      <dgm:spPr/>
      <dgm:t>
        <a:bodyPr/>
        <a:lstStyle/>
        <a:p>
          <a:endParaRPr lang="uk-UA"/>
        </a:p>
      </dgm:t>
    </dgm:pt>
    <dgm:pt modelId="{F5A695A1-87A6-4C2A-B8BF-116E47138D8A}">
      <dgm:prSet/>
      <dgm:spPr/>
      <dgm:t>
        <a:bodyPr/>
        <a:lstStyle/>
        <a:p>
          <a:r>
            <a:rPr lang="uk-UA" b="0" i="0"/>
            <a:t>проголошенням незалежності України.</a:t>
          </a:r>
          <a:endParaRPr lang="uk-UA"/>
        </a:p>
      </dgm:t>
    </dgm:pt>
    <dgm:pt modelId="{FB9DA52F-94D4-4AC3-89C9-0BB0E01EDB4C}" type="parTrans" cxnId="{FD44D993-335C-4E99-9946-C211B740081D}">
      <dgm:prSet/>
      <dgm:spPr/>
      <dgm:t>
        <a:bodyPr/>
        <a:lstStyle/>
        <a:p>
          <a:endParaRPr lang="uk-UA"/>
        </a:p>
      </dgm:t>
    </dgm:pt>
    <dgm:pt modelId="{48283E39-DD89-4307-A9C8-5BEC4DC48BEF}" type="sibTrans" cxnId="{FD44D993-335C-4E99-9946-C211B740081D}">
      <dgm:prSet/>
      <dgm:spPr/>
      <dgm:t>
        <a:bodyPr/>
        <a:lstStyle/>
        <a:p>
          <a:endParaRPr lang="uk-UA"/>
        </a:p>
      </dgm:t>
    </dgm:pt>
    <dgm:pt modelId="{F3ECAB3D-64C3-4068-B215-B3EDD27A59AB}">
      <dgm:prSet/>
      <dgm:spPr/>
      <dgm:t>
        <a:bodyPr/>
        <a:lstStyle/>
        <a:p>
          <a:r>
            <a:rPr lang="uk-UA" b="0" i="0"/>
            <a:t>втіленням політики ядерного роззброєння України.</a:t>
          </a:r>
          <a:endParaRPr lang="uk-UA"/>
        </a:p>
      </dgm:t>
    </dgm:pt>
    <dgm:pt modelId="{9772A292-BA42-48E4-8592-A59413AC61B7}" type="parTrans" cxnId="{F81657FB-37D0-4D54-8228-AD0245DA5805}">
      <dgm:prSet/>
      <dgm:spPr/>
      <dgm:t>
        <a:bodyPr/>
        <a:lstStyle/>
        <a:p>
          <a:endParaRPr lang="uk-UA"/>
        </a:p>
      </dgm:t>
    </dgm:pt>
    <dgm:pt modelId="{BC7C6203-7B0C-44AB-A863-E1AE95899BA5}" type="sibTrans" cxnId="{F81657FB-37D0-4D54-8228-AD0245DA5805}">
      <dgm:prSet/>
      <dgm:spPr/>
      <dgm:t>
        <a:bodyPr/>
        <a:lstStyle/>
        <a:p>
          <a:endParaRPr lang="uk-UA"/>
        </a:p>
      </dgm:t>
    </dgm:pt>
    <dgm:pt modelId="{982EA6FA-8FC1-43AB-81EA-84788D013E5F}">
      <dgm:prSet/>
      <dgm:spPr/>
      <dgm:t>
        <a:bodyPr/>
        <a:lstStyle/>
        <a:p>
          <a:r>
            <a:rPr lang="uk-UA" b="0" i="0"/>
            <a:t>ухваленням Конституції України.</a:t>
          </a:r>
          <a:endParaRPr lang="uk-UA"/>
        </a:p>
      </dgm:t>
    </dgm:pt>
    <dgm:pt modelId="{E103F0A5-237D-46D9-AD54-F4EE63CEAE9A}" type="parTrans" cxnId="{B020F14F-D120-454C-A14A-196C3A724A62}">
      <dgm:prSet/>
      <dgm:spPr/>
      <dgm:t>
        <a:bodyPr/>
        <a:lstStyle/>
        <a:p>
          <a:endParaRPr lang="uk-UA"/>
        </a:p>
      </dgm:t>
    </dgm:pt>
    <dgm:pt modelId="{12451BBC-3406-411A-95B6-D3D32861DEF5}" type="sibTrans" cxnId="{B020F14F-D120-454C-A14A-196C3A724A62}">
      <dgm:prSet/>
      <dgm:spPr/>
      <dgm:t>
        <a:bodyPr/>
        <a:lstStyle/>
        <a:p>
          <a:endParaRPr lang="uk-UA"/>
        </a:p>
      </dgm:t>
    </dgm:pt>
    <dgm:pt modelId="{52C8F34F-F8B6-4FCA-B7CA-C128B110C07F}" type="pres">
      <dgm:prSet presAssocID="{E7BE60F7-5DF5-4915-8D4E-BCA217311E98}" presName="linear" presStyleCnt="0">
        <dgm:presLayoutVars>
          <dgm:animLvl val="lvl"/>
          <dgm:resizeHandles val="exact"/>
        </dgm:presLayoutVars>
      </dgm:prSet>
      <dgm:spPr/>
    </dgm:pt>
    <dgm:pt modelId="{D2BE02AC-28EA-4729-8671-D29D6346AE96}" type="pres">
      <dgm:prSet presAssocID="{5AD4657F-7FD9-4D4D-9F1C-D1EBA8A17626}" presName="parentText" presStyleLbl="node1" presStyleIdx="0" presStyleCnt="4">
        <dgm:presLayoutVars>
          <dgm:chMax val="0"/>
          <dgm:bulletEnabled val="1"/>
        </dgm:presLayoutVars>
      </dgm:prSet>
      <dgm:spPr/>
    </dgm:pt>
    <dgm:pt modelId="{0304180C-FAD7-4034-8052-08350418AB83}" type="pres">
      <dgm:prSet presAssocID="{20E3DDA3-4265-4033-AFEE-B7C3B1FDC20A}" presName="spacer" presStyleCnt="0"/>
      <dgm:spPr/>
    </dgm:pt>
    <dgm:pt modelId="{19131BE9-19FC-41CF-B82A-2ECD4E6EDC79}" type="pres">
      <dgm:prSet presAssocID="{F5A695A1-87A6-4C2A-B8BF-116E47138D8A}" presName="parentText" presStyleLbl="node1" presStyleIdx="1" presStyleCnt="4">
        <dgm:presLayoutVars>
          <dgm:chMax val="0"/>
          <dgm:bulletEnabled val="1"/>
        </dgm:presLayoutVars>
      </dgm:prSet>
      <dgm:spPr/>
    </dgm:pt>
    <dgm:pt modelId="{D4EC4E48-2AD8-4133-BA09-3EFECC4A5D05}" type="pres">
      <dgm:prSet presAssocID="{48283E39-DD89-4307-A9C8-5BEC4DC48BEF}" presName="spacer" presStyleCnt="0"/>
      <dgm:spPr/>
    </dgm:pt>
    <dgm:pt modelId="{72B9F8CC-83A9-4040-A4AF-795C56559976}" type="pres">
      <dgm:prSet presAssocID="{F3ECAB3D-64C3-4068-B215-B3EDD27A59AB}" presName="parentText" presStyleLbl="node1" presStyleIdx="2" presStyleCnt="4">
        <dgm:presLayoutVars>
          <dgm:chMax val="0"/>
          <dgm:bulletEnabled val="1"/>
        </dgm:presLayoutVars>
      </dgm:prSet>
      <dgm:spPr/>
    </dgm:pt>
    <dgm:pt modelId="{D3DBC610-E6D7-41BD-8A5D-90E6071F8AE8}" type="pres">
      <dgm:prSet presAssocID="{BC7C6203-7B0C-44AB-A863-E1AE95899BA5}" presName="spacer" presStyleCnt="0"/>
      <dgm:spPr/>
    </dgm:pt>
    <dgm:pt modelId="{1900827E-6BB5-4808-A788-942D9988796C}" type="pres">
      <dgm:prSet presAssocID="{982EA6FA-8FC1-43AB-81EA-84788D013E5F}" presName="parentText" presStyleLbl="node1" presStyleIdx="3" presStyleCnt="4">
        <dgm:presLayoutVars>
          <dgm:chMax val="0"/>
          <dgm:bulletEnabled val="1"/>
        </dgm:presLayoutVars>
      </dgm:prSet>
      <dgm:spPr/>
    </dgm:pt>
  </dgm:ptLst>
  <dgm:cxnLst>
    <dgm:cxn modelId="{3915720F-579D-4262-9A00-2D740CAC2752}" type="presOf" srcId="{E7BE60F7-5DF5-4915-8D4E-BCA217311E98}" destId="{52C8F34F-F8B6-4FCA-B7CA-C128B110C07F}" srcOrd="0" destOrd="0" presId="urn:microsoft.com/office/officeart/2005/8/layout/vList2"/>
    <dgm:cxn modelId="{3385F52F-3217-4140-B1E2-08D2EB73B0E7}" srcId="{E7BE60F7-5DF5-4915-8D4E-BCA217311E98}" destId="{5AD4657F-7FD9-4D4D-9F1C-D1EBA8A17626}" srcOrd="0" destOrd="0" parTransId="{FADC55AE-8650-4F3B-BF15-CBA14E36D2BD}" sibTransId="{20E3DDA3-4265-4033-AFEE-B7C3B1FDC20A}"/>
    <dgm:cxn modelId="{B020F14F-D120-454C-A14A-196C3A724A62}" srcId="{E7BE60F7-5DF5-4915-8D4E-BCA217311E98}" destId="{982EA6FA-8FC1-43AB-81EA-84788D013E5F}" srcOrd="3" destOrd="0" parTransId="{E103F0A5-237D-46D9-AD54-F4EE63CEAE9A}" sibTransId="{12451BBC-3406-411A-95B6-D3D32861DEF5}"/>
    <dgm:cxn modelId="{FD44D993-335C-4E99-9946-C211B740081D}" srcId="{E7BE60F7-5DF5-4915-8D4E-BCA217311E98}" destId="{F5A695A1-87A6-4C2A-B8BF-116E47138D8A}" srcOrd="1" destOrd="0" parTransId="{FB9DA52F-94D4-4AC3-89C9-0BB0E01EDB4C}" sibTransId="{48283E39-DD89-4307-A9C8-5BEC4DC48BEF}"/>
    <dgm:cxn modelId="{910DB89B-6172-4E6B-86B5-8D6115A0FC58}" type="presOf" srcId="{5AD4657F-7FD9-4D4D-9F1C-D1EBA8A17626}" destId="{D2BE02AC-28EA-4729-8671-D29D6346AE96}" srcOrd="0" destOrd="0" presId="urn:microsoft.com/office/officeart/2005/8/layout/vList2"/>
    <dgm:cxn modelId="{CE47C8A0-2C83-42D5-A639-055800565BBF}" type="presOf" srcId="{982EA6FA-8FC1-43AB-81EA-84788D013E5F}" destId="{1900827E-6BB5-4808-A788-942D9988796C}" srcOrd="0" destOrd="0" presId="urn:microsoft.com/office/officeart/2005/8/layout/vList2"/>
    <dgm:cxn modelId="{1F52D9CC-E150-473A-82CF-8992F40CB1BB}" type="presOf" srcId="{F5A695A1-87A6-4C2A-B8BF-116E47138D8A}" destId="{19131BE9-19FC-41CF-B82A-2ECD4E6EDC79}" srcOrd="0" destOrd="0" presId="urn:microsoft.com/office/officeart/2005/8/layout/vList2"/>
    <dgm:cxn modelId="{C12140CD-0AE7-4950-986C-FA1AAC84EB2B}" type="presOf" srcId="{F3ECAB3D-64C3-4068-B215-B3EDD27A59AB}" destId="{72B9F8CC-83A9-4040-A4AF-795C56559976}" srcOrd="0" destOrd="0" presId="urn:microsoft.com/office/officeart/2005/8/layout/vList2"/>
    <dgm:cxn modelId="{F81657FB-37D0-4D54-8228-AD0245DA5805}" srcId="{E7BE60F7-5DF5-4915-8D4E-BCA217311E98}" destId="{F3ECAB3D-64C3-4068-B215-B3EDD27A59AB}" srcOrd="2" destOrd="0" parTransId="{9772A292-BA42-48E4-8592-A59413AC61B7}" sibTransId="{BC7C6203-7B0C-44AB-A863-E1AE95899BA5}"/>
    <dgm:cxn modelId="{FF455AAB-9B82-4ED3-825F-06A930477A8D}" type="presParOf" srcId="{52C8F34F-F8B6-4FCA-B7CA-C128B110C07F}" destId="{D2BE02AC-28EA-4729-8671-D29D6346AE96}" srcOrd="0" destOrd="0" presId="urn:microsoft.com/office/officeart/2005/8/layout/vList2"/>
    <dgm:cxn modelId="{A21CDEBF-DA58-40F7-ACAF-6FB5670E0985}" type="presParOf" srcId="{52C8F34F-F8B6-4FCA-B7CA-C128B110C07F}" destId="{0304180C-FAD7-4034-8052-08350418AB83}" srcOrd="1" destOrd="0" presId="urn:microsoft.com/office/officeart/2005/8/layout/vList2"/>
    <dgm:cxn modelId="{66349768-1588-4CFF-B2A3-23C57C9EACD8}" type="presParOf" srcId="{52C8F34F-F8B6-4FCA-B7CA-C128B110C07F}" destId="{19131BE9-19FC-41CF-B82A-2ECD4E6EDC79}" srcOrd="2" destOrd="0" presId="urn:microsoft.com/office/officeart/2005/8/layout/vList2"/>
    <dgm:cxn modelId="{31FBC4FF-D4BC-437A-9777-29F9A0E2A558}" type="presParOf" srcId="{52C8F34F-F8B6-4FCA-B7CA-C128B110C07F}" destId="{D4EC4E48-2AD8-4133-BA09-3EFECC4A5D05}" srcOrd="3" destOrd="0" presId="urn:microsoft.com/office/officeart/2005/8/layout/vList2"/>
    <dgm:cxn modelId="{B790A19B-C922-44A7-9069-4EEE23CAF0F7}" type="presParOf" srcId="{52C8F34F-F8B6-4FCA-B7CA-C128B110C07F}" destId="{72B9F8CC-83A9-4040-A4AF-795C56559976}" srcOrd="4" destOrd="0" presId="urn:microsoft.com/office/officeart/2005/8/layout/vList2"/>
    <dgm:cxn modelId="{E4004FB5-2F2E-48FF-A72A-549E14793F63}" type="presParOf" srcId="{52C8F34F-F8B6-4FCA-B7CA-C128B110C07F}" destId="{D3DBC610-E6D7-41BD-8A5D-90E6071F8AE8}" srcOrd="5" destOrd="0" presId="urn:microsoft.com/office/officeart/2005/8/layout/vList2"/>
    <dgm:cxn modelId="{2AB36871-9915-4D34-9AB4-5EF6811C3354}" type="presParOf" srcId="{52C8F34F-F8B6-4FCA-B7CA-C128B110C07F}" destId="{1900827E-6BB5-4808-A788-942D9988796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065A4718-6224-4887-A192-2694ED33C43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C3427C8-00EB-42CB-9A32-EE311B7D2F16}">
      <dgm:prSet/>
      <dgm:spPr/>
      <dgm:t>
        <a:bodyPr/>
        <a:lstStyle/>
        <a:p>
          <a:r>
            <a:rPr lang="uk-UA" b="0" i="0"/>
            <a:t>люстрації.</a:t>
          </a:r>
          <a:endParaRPr lang="uk-UA"/>
        </a:p>
      </dgm:t>
    </dgm:pt>
    <dgm:pt modelId="{9A2DB6B3-7044-45CD-9BDA-42FE438A9F43}" type="parTrans" cxnId="{7B21E1C5-FF62-42C6-8ADB-85FAE116D294}">
      <dgm:prSet/>
      <dgm:spPr/>
      <dgm:t>
        <a:bodyPr/>
        <a:lstStyle/>
        <a:p>
          <a:endParaRPr lang="uk-UA"/>
        </a:p>
      </dgm:t>
    </dgm:pt>
    <dgm:pt modelId="{A179752F-5E84-49E9-BB8E-2AC8EA18A846}" type="sibTrans" cxnId="{7B21E1C5-FF62-42C6-8ADB-85FAE116D294}">
      <dgm:prSet/>
      <dgm:spPr/>
      <dgm:t>
        <a:bodyPr/>
        <a:lstStyle/>
        <a:p>
          <a:endParaRPr lang="uk-UA"/>
        </a:p>
      </dgm:t>
    </dgm:pt>
    <dgm:pt modelId="{C96D9433-7B40-4A4A-81A4-1EBA8EC6269E}">
      <dgm:prSet/>
      <dgm:spPr/>
      <dgm:t>
        <a:bodyPr/>
        <a:lstStyle/>
        <a:p>
          <a:r>
            <a:rPr lang="uk-UA" b="0" i="0"/>
            <a:t>мілітаризації.</a:t>
          </a:r>
          <a:endParaRPr lang="uk-UA"/>
        </a:p>
      </dgm:t>
    </dgm:pt>
    <dgm:pt modelId="{47235BA8-5CED-4A7F-AB05-AF31095A24B7}" type="parTrans" cxnId="{62625368-B6CB-4EE5-8C13-E241A12937B1}">
      <dgm:prSet/>
      <dgm:spPr/>
      <dgm:t>
        <a:bodyPr/>
        <a:lstStyle/>
        <a:p>
          <a:endParaRPr lang="uk-UA"/>
        </a:p>
      </dgm:t>
    </dgm:pt>
    <dgm:pt modelId="{C48ACBA3-26C4-4482-90A8-979B00CD02CD}" type="sibTrans" cxnId="{62625368-B6CB-4EE5-8C13-E241A12937B1}">
      <dgm:prSet/>
      <dgm:spPr/>
      <dgm:t>
        <a:bodyPr/>
        <a:lstStyle/>
        <a:p>
          <a:endParaRPr lang="uk-UA"/>
        </a:p>
      </dgm:t>
    </dgm:pt>
    <dgm:pt modelId="{EDE0B33B-1C31-405A-9B8F-2191D366C1F0}">
      <dgm:prSet/>
      <dgm:spPr/>
      <dgm:t>
        <a:bodyPr/>
        <a:lstStyle/>
        <a:p>
          <a:r>
            <a:rPr lang="uk-UA" b="0" i="0"/>
            <a:t>декомунізації.</a:t>
          </a:r>
          <a:endParaRPr lang="uk-UA"/>
        </a:p>
      </dgm:t>
    </dgm:pt>
    <dgm:pt modelId="{AA39D9EB-C877-4617-8160-213D51A1F00B}" type="parTrans" cxnId="{7CC03379-5C06-41F1-9C99-774149D34647}">
      <dgm:prSet/>
      <dgm:spPr/>
      <dgm:t>
        <a:bodyPr/>
        <a:lstStyle/>
        <a:p>
          <a:endParaRPr lang="uk-UA"/>
        </a:p>
      </dgm:t>
    </dgm:pt>
    <dgm:pt modelId="{0AF5FF3C-A5F5-4440-838C-1BBE631EF905}" type="sibTrans" cxnId="{7CC03379-5C06-41F1-9C99-774149D34647}">
      <dgm:prSet/>
      <dgm:spPr/>
      <dgm:t>
        <a:bodyPr/>
        <a:lstStyle/>
        <a:p>
          <a:endParaRPr lang="uk-UA"/>
        </a:p>
      </dgm:t>
    </dgm:pt>
    <dgm:pt modelId="{7EC27948-93EA-490A-A9D4-6D88697AEDC1}">
      <dgm:prSet/>
      <dgm:spPr/>
      <dgm:t>
        <a:bodyPr/>
        <a:lstStyle/>
        <a:p>
          <a:r>
            <a:rPr lang="uk-UA" b="0" i="0"/>
            <a:t>державотворення.</a:t>
          </a:r>
          <a:endParaRPr lang="uk-UA"/>
        </a:p>
      </dgm:t>
    </dgm:pt>
    <dgm:pt modelId="{7BCB7310-DE6F-4F30-BB01-C448CC9A9653}" type="parTrans" cxnId="{E8E7D883-692C-44F0-9067-C1C60CB2E164}">
      <dgm:prSet/>
      <dgm:spPr/>
      <dgm:t>
        <a:bodyPr/>
        <a:lstStyle/>
        <a:p>
          <a:endParaRPr lang="uk-UA"/>
        </a:p>
      </dgm:t>
    </dgm:pt>
    <dgm:pt modelId="{CED7F488-FEC8-45E2-BF94-C9B140669A74}" type="sibTrans" cxnId="{E8E7D883-692C-44F0-9067-C1C60CB2E164}">
      <dgm:prSet/>
      <dgm:spPr/>
      <dgm:t>
        <a:bodyPr/>
        <a:lstStyle/>
        <a:p>
          <a:endParaRPr lang="uk-UA"/>
        </a:p>
      </dgm:t>
    </dgm:pt>
    <dgm:pt modelId="{978FC1AF-CA82-4C7F-A52E-374960B248F5}" type="pres">
      <dgm:prSet presAssocID="{065A4718-6224-4887-A192-2694ED33C431}" presName="linear" presStyleCnt="0">
        <dgm:presLayoutVars>
          <dgm:animLvl val="lvl"/>
          <dgm:resizeHandles val="exact"/>
        </dgm:presLayoutVars>
      </dgm:prSet>
      <dgm:spPr/>
    </dgm:pt>
    <dgm:pt modelId="{55E176C3-43F6-4A01-8D9F-35FA6B4202E7}" type="pres">
      <dgm:prSet presAssocID="{2C3427C8-00EB-42CB-9A32-EE311B7D2F16}" presName="parentText" presStyleLbl="node1" presStyleIdx="0" presStyleCnt="4">
        <dgm:presLayoutVars>
          <dgm:chMax val="0"/>
          <dgm:bulletEnabled val="1"/>
        </dgm:presLayoutVars>
      </dgm:prSet>
      <dgm:spPr/>
    </dgm:pt>
    <dgm:pt modelId="{0DA3C6B7-CD9B-42CE-A611-86200A685205}" type="pres">
      <dgm:prSet presAssocID="{A179752F-5E84-49E9-BB8E-2AC8EA18A846}" presName="spacer" presStyleCnt="0"/>
      <dgm:spPr/>
    </dgm:pt>
    <dgm:pt modelId="{F2BDF3D3-09B4-4BC1-BB0F-4066600ED11C}" type="pres">
      <dgm:prSet presAssocID="{C96D9433-7B40-4A4A-81A4-1EBA8EC6269E}" presName="parentText" presStyleLbl="node1" presStyleIdx="1" presStyleCnt="4">
        <dgm:presLayoutVars>
          <dgm:chMax val="0"/>
          <dgm:bulletEnabled val="1"/>
        </dgm:presLayoutVars>
      </dgm:prSet>
      <dgm:spPr/>
    </dgm:pt>
    <dgm:pt modelId="{C7F28B3D-15A1-4784-9EE1-442914E9E97E}" type="pres">
      <dgm:prSet presAssocID="{C48ACBA3-26C4-4482-90A8-979B00CD02CD}" presName="spacer" presStyleCnt="0"/>
      <dgm:spPr/>
    </dgm:pt>
    <dgm:pt modelId="{84CE38B2-BC6A-4B8B-A0EE-C2FE71CABE57}" type="pres">
      <dgm:prSet presAssocID="{EDE0B33B-1C31-405A-9B8F-2191D366C1F0}" presName="parentText" presStyleLbl="node1" presStyleIdx="2" presStyleCnt="4">
        <dgm:presLayoutVars>
          <dgm:chMax val="0"/>
          <dgm:bulletEnabled val="1"/>
        </dgm:presLayoutVars>
      </dgm:prSet>
      <dgm:spPr/>
    </dgm:pt>
    <dgm:pt modelId="{9F0C2393-6935-4B71-ACDC-8FED9CCFEF1E}" type="pres">
      <dgm:prSet presAssocID="{0AF5FF3C-A5F5-4440-838C-1BBE631EF905}" presName="spacer" presStyleCnt="0"/>
      <dgm:spPr/>
    </dgm:pt>
    <dgm:pt modelId="{AC8CBC91-6920-4CD1-8B41-F3D8D597A728}" type="pres">
      <dgm:prSet presAssocID="{7EC27948-93EA-490A-A9D4-6D88697AEDC1}" presName="parentText" presStyleLbl="node1" presStyleIdx="3" presStyleCnt="4">
        <dgm:presLayoutVars>
          <dgm:chMax val="0"/>
          <dgm:bulletEnabled val="1"/>
        </dgm:presLayoutVars>
      </dgm:prSet>
      <dgm:spPr/>
    </dgm:pt>
  </dgm:ptLst>
  <dgm:cxnLst>
    <dgm:cxn modelId="{8775800E-B054-4AA6-B9F2-F56FBC6889C5}" type="presOf" srcId="{7EC27948-93EA-490A-A9D4-6D88697AEDC1}" destId="{AC8CBC91-6920-4CD1-8B41-F3D8D597A728}" srcOrd="0" destOrd="0" presId="urn:microsoft.com/office/officeart/2005/8/layout/vList2"/>
    <dgm:cxn modelId="{62625368-B6CB-4EE5-8C13-E241A12937B1}" srcId="{065A4718-6224-4887-A192-2694ED33C431}" destId="{C96D9433-7B40-4A4A-81A4-1EBA8EC6269E}" srcOrd="1" destOrd="0" parTransId="{47235BA8-5CED-4A7F-AB05-AF31095A24B7}" sibTransId="{C48ACBA3-26C4-4482-90A8-979B00CD02CD}"/>
    <dgm:cxn modelId="{E8800849-9591-48A8-A20C-C82189C2D287}" type="presOf" srcId="{C96D9433-7B40-4A4A-81A4-1EBA8EC6269E}" destId="{F2BDF3D3-09B4-4BC1-BB0F-4066600ED11C}" srcOrd="0" destOrd="0" presId="urn:microsoft.com/office/officeart/2005/8/layout/vList2"/>
    <dgm:cxn modelId="{7CC03379-5C06-41F1-9C99-774149D34647}" srcId="{065A4718-6224-4887-A192-2694ED33C431}" destId="{EDE0B33B-1C31-405A-9B8F-2191D366C1F0}" srcOrd="2" destOrd="0" parTransId="{AA39D9EB-C877-4617-8160-213D51A1F00B}" sibTransId="{0AF5FF3C-A5F5-4440-838C-1BBE631EF905}"/>
    <dgm:cxn modelId="{E8E7D883-692C-44F0-9067-C1C60CB2E164}" srcId="{065A4718-6224-4887-A192-2694ED33C431}" destId="{7EC27948-93EA-490A-A9D4-6D88697AEDC1}" srcOrd="3" destOrd="0" parTransId="{7BCB7310-DE6F-4F30-BB01-C448CC9A9653}" sibTransId="{CED7F488-FEC8-45E2-BF94-C9B140669A74}"/>
    <dgm:cxn modelId="{2E6A149D-FDEA-4159-9240-0024E0E88CA6}" type="presOf" srcId="{2C3427C8-00EB-42CB-9A32-EE311B7D2F16}" destId="{55E176C3-43F6-4A01-8D9F-35FA6B4202E7}" srcOrd="0" destOrd="0" presId="urn:microsoft.com/office/officeart/2005/8/layout/vList2"/>
    <dgm:cxn modelId="{E063D1B8-29A0-43CC-8DD2-A6A7B6A3E47E}" type="presOf" srcId="{EDE0B33B-1C31-405A-9B8F-2191D366C1F0}" destId="{84CE38B2-BC6A-4B8B-A0EE-C2FE71CABE57}" srcOrd="0" destOrd="0" presId="urn:microsoft.com/office/officeart/2005/8/layout/vList2"/>
    <dgm:cxn modelId="{7B21E1C5-FF62-42C6-8ADB-85FAE116D294}" srcId="{065A4718-6224-4887-A192-2694ED33C431}" destId="{2C3427C8-00EB-42CB-9A32-EE311B7D2F16}" srcOrd="0" destOrd="0" parTransId="{9A2DB6B3-7044-45CD-9BDA-42FE438A9F43}" sibTransId="{A179752F-5E84-49E9-BB8E-2AC8EA18A846}"/>
    <dgm:cxn modelId="{ED3E76ED-AF96-4C55-AF85-3EA4D5768BF0}" type="presOf" srcId="{065A4718-6224-4887-A192-2694ED33C431}" destId="{978FC1AF-CA82-4C7F-A52E-374960B248F5}" srcOrd="0" destOrd="0" presId="urn:microsoft.com/office/officeart/2005/8/layout/vList2"/>
    <dgm:cxn modelId="{7379AFE8-2FE9-4821-B607-E0575FA502B6}" type="presParOf" srcId="{978FC1AF-CA82-4C7F-A52E-374960B248F5}" destId="{55E176C3-43F6-4A01-8D9F-35FA6B4202E7}" srcOrd="0" destOrd="0" presId="urn:microsoft.com/office/officeart/2005/8/layout/vList2"/>
    <dgm:cxn modelId="{320A3D4E-587F-4B8A-B2F5-9615B889AF2A}" type="presParOf" srcId="{978FC1AF-CA82-4C7F-A52E-374960B248F5}" destId="{0DA3C6B7-CD9B-42CE-A611-86200A685205}" srcOrd="1" destOrd="0" presId="urn:microsoft.com/office/officeart/2005/8/layout/vList2"/>
    <dgm:cxn modelId="{0009985D-0016-48CE-AA3F-E770268214C1}" type="presParOf" srcId="{978FC1AF-CA82-4C7F-A52E-374960B248F5}" destId="{F2BDF3D3-09B4-4BC1-BB0F-4066600ED11C}" srcOrd="2" destOrd="0" presId="urn:microsoft.com/office/officeart/2005/8/layout/vList2"/>
    <dgm:cxn modelId="{218F029E-E10A-4B48-8068-56F01DD29716}" type="presParOf" srcId="{978FC1AF-CA82-4C7F-A52E-374960B248F5}" destId="{C7F28B3D-15A1-4784-9EE1-442914E9E97E}" srcOrd="3" destOrd="0" presId="urn:microsoft.com/office/officeart/2005/8/layout/vList2"/>
    <dgm:cxn modelId="{DB201D15-5E60-455A-943B-902713A47943}" type="presParOf" srcId="{978FC1AF-CA82-4C7F-A52E-374960B248F5}" destId="{84CE38B2-BC6A-4B8B-A0EE-C2FE71CABE57}" srcOrd="4" destOrd="0" presId="urn:microsoft.com/office/officeart/2005/8/layout/vList2"/>
    <dgm:cxn modelId="{92204045-63E1-4009-8D76-162CF6279A24}" type="presParOf" srcId="{978FC1AF-CA82-4C7F-A52E-374960B248F5}" destId="{9F0C2393-6935-4B71-ACDC-8FED9CCFEF1E}" srcOrd="5" destOrd="0" presId="urn:microsoft.com/office/officeart/2005/8/layout/vList2"/>
    <dgm:cxn modelId="{9F47D727-AB06-4D72-B67A-44E46BFFCFE5}" type="presParOf" srcId="{978FC1AF-CA82-4C7F-A52E-374960B248F5}" destId="{AC8CBC91-6920-4CD1-8B41-F3D8D597A72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911130E2-A39A-4F3C-B866-534105FC9D7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1D3A842-A634-417B-9436-80860A60DAE3}">
      <dgm:prSet/>
      <dgm:spPr/>
      <dgm:t>
        <a:bodyPr/>
        <a:lstStyle/>
        <a:p>
          <a:r>
            <a:rPr lang="uk-UA" b="0" i="0"/>
            <a:t>вступ України до Ради Європи</a:t>
          </a:r>
          <a:endParaRPr lang="uk-UA"/>
        </a:p>
      </dgm:t>
    </dgm:pt>
    <dgm:pt modelId="{DDEF8554-20EC-4D83-8351-B0D243E9F42B}" type="parTrans" cxnId="{695B4729-D402-4E3B-8C83-E24782EB31E4}">
      <dgm:prSet/>
      <dgm:spPr/>
      <dgm:t>
        <a:bodyPr/>
        <a:lstStyle/>
        <a:p>
          <a:endParaRPr lang="uk-UA"/>
        </a:p>
      </dgm:t>
    </dgm:pt>
    <dgm:pt modelId="{6E4A5F25-8C98-43A8-A427-A0B1AE84C64D}" type="sibTrans" cxnId="{695B4729-D402-4E3B-8C83-E24782EB31E4}">
      <dgm:prSet/>
      <dgm:spPr/>
      <dgm:t>
        <a:bodyPr/>
        <a:lstStyle/>
        <a:p>
          <a:endParaRPr lang="uk-UA"/>
        </a:p>
      </dgm:t>
    </dgm:pt>
    <dgm:pt modelId="{95EC3519-4967-44DF-88BF-7518C5783C1A}">
      <dgm:prSet/>
      <dgm:spPr/>
      <dgm:t>
        <a:bodyPr/>
        <a:lstStyle/>
        <a:p>
          <a:r>
            <a:rPr lang="uk-UA" b="0" i="0"/>
            <a:t>відмова України від ядерної зброї</a:t>
          </a:r>
          <a:endParaRPr lang="uk-UA"/>
        </a:p>
      </dgm:t>
    </dgm:pt>
    <dgm:pt modelId="{76C9E3FC-6C50-4BBE-A26B-B5DE346DF1A1}" type="parTrans" cxnId="{19A329D9-9845-4E0E-9B05-AA18E15E3CE2}">
      <dgm:prSet/>
      <dgm:spPr/>
      <dgm:t>
        <a:bodyPr/>
        <a:lstStyle/>
        <a:p>
          <a:endParaRPr lang="uk-UA"/>
        </a:p>
      </dgm:t>
    </dgm:pt>
    <dgm:pt modelId="{185EE831-A8B9-4C9F-AA60-E93695AF726B}" type="sibTrans" cxnId="{19A329D9-9845-4E0E-9B05-AA18E15E3CE2}">
      <dgm:prSet/>
      <dgm:spPr/>
      <dgm:t>
        <a:bodyPr/>
        <a:lstStyle/>
        <a:p>
          <a:endParaRPr lang="uk-UA"/>
        </a:p>
      </dgm:t>
    </dgm:pt>
    <dgm:pt modelId="{FC0D028B-338B-42EB-8870-CACB1C23CBF5}">
      <dgm:prSet/>
      <dgm:spPr/>
      <dgm:t>
        <a:bodyPr/>
        <a:lstStyle/>
        <a:p>
          <a:r>
            <a:rPr lang="uk-UA" b="0" i="0"/>
            <a:t>входження України до Світової організації торгівлі</a:t>
          </a:r>
          <a:endParaRPr lang="uk-UA"/>
        </a:p>
      </dgm:t>
    </dgm:pt>
    <dgm:pt modelId="{0300B76F-6F37-4B7B-878E-62C635E6C1BE}" type="parTrans" cxnId="{562DD6B0-90FE-482F-A04B-79CE11E770BE}">
      <dgm:prSet/>
      <dgm:spPr/>
      <dgm:t>
        <a:bodyPr/>
        <a:lstStyle/>
        <a:p>
          <a:endParaRPr lang="uk-UA"/>
        </a:p>
      </dgm:t>
    </dgm:pt>
    <dgm:pt modelId="{43CE3EE7-B31F-4C86-918A-35D41B0CA45E}" type="sibTrans" cxnId="{562DD6B0-90FE-482F-A04B-79CE11E770BE}">
      <dgm:prSet/>
      <dgm:spPr/>
      <dgm:t>
        <a:bodyPr/>
        <a:lstStyle/>
        <a:p>
          <a:endParaRPr lang="uk-UA"/>
        </a:p>
      </dgm:t>
    </dgm:pt>
    <dgm:pt modelId="{2D7E11AF-171C-49E8-9672-62D584198257}">
      <dgm:prSet/>
      <dgm:spPr/>
      <dgm:t>
        <a:bodyPr/>
        <a:lstStyle/>
        <a:p>
          <a:r>
            <a:rPr lang="uk-UA" b="0" i="0"/>
            <a:t>проведення Всеукраїнського референдуму на підтвердження Акта проголошення незалежності України</a:t>
          </a:r>
          <a:endParaRPr lang="uk-UA"/>
        </a:p>
      </dgm:t>
    </dgm:pt>
    <dgm:pt modelId="{CE94CE73-6DC0-411A-AC4B-25C489830371}" type="parTrans" cxnId="{3F562BE1-FD70-4617-BF19-AEB964F7B28A}">
      <dgm:prSet/>
      <dgm:spPr/>
      <dgm:t>
        <a:bodyPr/>
        <a:lstStyle/>
        <a:p>
          <a:endParaRPr lang="uk-UA"/>
        </a:p>
      </dgm:t>
    </dgm:pt>
    <dgm:pt modelId="{0738C13D-39BB-4A91-8B10-71F5D17303A1}" type="sibTrans" cxnId="{3F562BE1-FD70-4617-BF19-AEB964F7B28A}">
      <dgm:prSet/>
      <dgm:spPr/>
      <dgm:t>
        <a:bodyPr/>
        <a:lstStyle/>
        <a:p>
          <a:endParaRPr lang="uk-UA"/>
        </a:p>
      </dgm:t>
    </dgm:pt>
    <dgm:pt modelId="{756177DF-4D0D-4A87-9C3B-BF682BDDA1C5}" type="pres">
      <dgm:prSet presAssocID="{911130E2-A39A-4F3C-B866-534105FC9D77}" presName="linear" presStyleCnt="0">
        <dgm:presLayoutVars>
          <dgm:animLvl val="lvl"/>
          <dgm:resizeHandles val="exact"/>
        </dgm:presLayoutVars>
      </dgm:prSet>
      <dgm:spPr/>
    </dgm:pt>
    <dgm:pt modelId="{8B42E823-935C-4EE9-A04E-71424CABB541}" type="pres">
      <dgm:prSet presAssocID="{B1D3A842-A634-417B-9436-80860A60DAE3}" presName="parentText" presStyleLbl="node1" presStyleIdx="0" presStyleCnt="4">
        <dgm:presLayoutVars>
          <dgm:chMax val="0"/>
          <dgm:bulletEnabled val="1"/>
        </dgm:presLayoutVars>
      </dgm:prSet>
      <dgm:spPr/>
    </dgm:pt>
    <dgm:pt modelId="{DA221BCF-BE3F-4105-9EFE-DE010CB03129}" type="pres">
      <dgm:prSet presAssocID="{6E4A5F25-8C98-43A8-A427-A0B1AE84C64D}" presName="spacer" presStyleCnt="0"/>
      <dgm:spPr/>
    </dgm:pt>
    <dgm:pt modelId="{BB0FAE57-8CD5-4EB8-8292-CDB349C7BFB0}" type="pres">
      <dgm:prSet presAssocID="{95EC3519-4967-44DF-88BF-7518C5783C1A}" presName="parentText" presStyleLbl="node1" presStyleIdx="1" presStyleCnt="4">
        <dgm:presLayoutVars>
          <dgm:chMax val="0"/>
          <dgm:bulletEnabled val="1"/>
        </dgm:presLayoutVars>
      </dgm:prSet>
      <dgm:spPr/>
    </dgm:pt>
    <dgm:pt modelId="{8C138E42-2496-47C3-BC51-C0B4B40813B2}" type="pres">
      <dgm:prSet presAssocID="{185EE831-A8B9-4C9F-AA60-E93695AF726B}" presName="spacer" presStyleCnt="0"/>
      <dgm:spPr/>
    </dgm:pt>
    <dgm:pt modelId="{DF2A0FC4-3C89-4688-94FA-574954AEB9C4}" type="pres">
      <dgm:prSet presAssocID="{FC0D028B-338B-42EB-8870-CACB1C23CBF5}" presName="parentText" presStyleLbl="node1" presStyleIdx="2" presStyleCnt="4">
        <dgm:presLayoutVars>
          <dgm:chMax val="0"/>
          <dgm:bulletEnabled val="1"/>
        </dgm:presLayoutVars>
      </dgm:prSet>
      <dgm:spPr/>
    </dgm:pt>
    <dgm:pt modelId="{A2688C64-1F1B-4C79-B248-FCF3BA511E86}" type="pres">
      <dgm:prSet presAssocID="{43CE3EE7-B31F-4C86-918A-35D41B0CA45E}" presName="spacer" presStyleCnt="0"/>
      <dgm:spPr/>
    </dgm:pt>
    <dgm:pt modelId="{0B9A4530-F4A8-463E-B743-094F381D63FC}" type="pres">
      <dgm:prSet presAssocID="{2D7E11AF-171C-49E8-9672-62D584198257}" presName="parentText" presStyleLbl="node1" presStyleIdx="3" presStyleCnt="4">
        <dgm:presLayoutVars>
          <dgm:chMax val="0"/>
          <dgm:bulletEnabled val="1"/>
        </dgm:presLayoutVars>
      </dgm:prSet>
      <dgm:spPr/>
    </dgm:pt>
  </dgm:ptLst>
  <dgm:cxnLst>
    <dgm:cxn modelId="{8983840D-6F29-408E-ADE2-6186DB2ED5AB}" type="presOf" srcId="{95EC3519-4967-44DF-88BF-7518C5783C1A}" destId="{BB0FAE57-8CD5-4EB8-8292-CDB349C7BFB0}" srcOrd="0" destOrd="0" presId="urn:microsoft.com/office/officeart/2005/8/layout/vList2"/>
    <dgm:cxn modelId="{1AD97C0F-DB43-4B36-A89F-0400BB6D0829}" type="presOf" srcId="{2D7E11AF-171C-49E8-9672-62D584198257}" destId="{0B9A4530-F4A8-463E-B743-094F381D63FC}" srcOrd="0" destOrd="0" presId="urn:microsoft.com/office/officeart/2005/8/layout/vList2"/>
    <dgm:cxn modelId="{695B4729-D402-4E3B-8C83-E24782EB31E4}" srcId="{911130E2-A39A-4F3C-B866-534105FC9D77}" destId="{B1D3A842-A634-417B-9436-80860A60DAE3}" srcOrd="0" destOrd="0" parTransId="{DDEF8554-20EC-4D83-8351-B0D243E9F42B}" sibTransId="{6E4A5F25-8C98-43A8-A427-A0B1AE84C64D}"/>
    <dgm:cxn modelId="{26F60E71-DE3C-49B0-9221-36D5E09A5133}" type="presOf" srcId="{B1D3A842-A634-417B-9436-80860A60DAE3}" destId="{8B42E823-935C-4EE9-A04E-71424CABB541}" srcOrd="0" destOrd="0" presId="urn:microsoft.com/office/officeart/2005/8/layout/vList2"/>
    <dgm:cxn modelId="{8AD2775A-0A79-4906-9073-2C5ED551C5AE}" type="presOf" srcId="{911130E2-A39A-4F3C-B866-534105FC9D77}" destId="{756177DF-4D0D-4A87-9C3B-BF682BDDA1C5}" srcOrd="0" destOrd="0" presId="urn:microsoft.com/office/officeart/2005/8/layout/vList2"/>
    <dgm:cxn modelId="{4E4BFE91-A49D-450C-8D8B-AB7A669DF79C}" type="presOf" srcId="{FC0D028B-338B-42EB-8870-CACB1C23CBF5}" destId="{DF2A0FC4-3C89-4688-94FA-574954AEB9C4}" srcOrd="0" destOrd="0" presId="urn:microsoft.com/office/officeart/2005/8/layout/vList2"/>
    <dgm:cxn modelId="{562DD6B0-90FE-482F-A04B-79CE11E770BE}" srcId="{911130E2-A39A-4F3C-B866-534105FC9D77}" destId="{FC0D028B-338B-42EB-8870-CACB1C23CBF5}" srcOrd="2" destOrd="0" parTransId="{0300B76F-6F37-4B7B-878E-62C635E6C1BE}" sibTransId="{43CE3EE7-B31F-4C86-918A-35D41B0CA45E}"/>
    <dgm:cxn modelId="{19A329D9-9845-4E0E-9B05-AA18E15E3CE2}" srcId="{911130E2-A39A-4F3C-B866-534105FC9D77}" destId="{95EC3519-4967-44DF-88BF-7518C5783C1A}" srcOrd="1" destOrd="0" parTransId="{76C9E3FC-6C50-4BBE-A26B-B5DE346DF1A1}" sibTransId="{185EE831-A8B9-4C9F-AA60-E93695AF726B}"/>
    <dgm:cxn modelId="{3F562BE1-FD70-4617-BF19-AEB964F7B28A}" srcId="{911130E2-A39A-4F3C-B866-534105FC9D77}" destId="{2D7E11AF-171C-49E8-9672-62D584198257}" srcOrd="3" destOrd="0" parTransId="{CE94CE73-6DC0-411A-AC4B-25C489830371}" sibTransId="{0738C13D-39BB-4A91-8B10-71F5D17303A1}"/>
    <dgm:cxn modelId="{5BD10823-A1E4-4306-87B2-C762A99B96E1}" type="presParOf" srcId="{756177DF-4D0D-4A87-9C3B-BF682BDDA1C5}" destId="{8B42E823-935C-4EE9-A04E-71424CABB541}" srcOrd="0" destOrd="0" presId="urn:microsoft.com/office/officeart/2005/8/layout/vList2"/>
    <dgm:cxn modelId="{2192E7BA-FD3D-4EBE-967F-45572B9AB9DF}" type="presParOf" srcId="{756177DF-4D0D-4A87-9C3B-BF682BDDA1C5}" destId="{DA221BCF-BE3F-4105-9EFE-DE010CB03129}" srcOrd="1" destOrd="0" presId="urn:microsoft.com/office/officeart/2005/8/layout/vList2"/>
    <dgm:cxn modelId="{B649EEDB-B1F8-4C06-B624-BF85EB572D5C}" type="presParOf" srcId="{756177DF-4D0D-4A87-9C3B-BF682BDDA1C5}" destId="{BB0FAE57-8CD5-4EB8-8292-CDB349C7BFB0}" srcOrd="2" destOrd="0" presId="urn:microsoft.com/office/officeart/2005/8/layout/vList2"/>
    <dgm:cxn modelId="{CB5049B3-636B-4FF2-8295-8317893F0377}" type="presParOf" srcId="{756177DF-4D0D-4A87-9C3B-BF682BDDA1C5}" destId="{8C138E42-2496-47C3-BC51-C0B4B40813B2}" srcOrd="3" destOrd="0" presId="urn:microsoft.com/office/officeart/2005/8/layout/vList2"/>
    <dgm:cxn modelId="{CB13ED20-65E1-4BD3-A5F9-2D3A9E242CCC}" type="presParOf" srcId="{756177DF-4D0D-4A87-9C3B-BF682BDDA1C5}" destId="{DF2A0FC4-3C89-4688-94FA-574954AEB9C4}" srcOrd="4" destOrd="0" presId="urn:microsoft.com/office/officeart/2005/8/layout/vList2"/>
    <dgm:cxn modelId="{8511B555-B3FC-433A-A016-4319D1A4788B}" type="presParOf" srcId="{756177DF-4D0D-4A87-9C3B-BF682BDDA1C5}" destId="{A2688C64-1F1B-4C79-B248-FCF3BA511E86}" srcOrd="5" destOrd="0" presId="urn:microsoft.com/office/officeart/2005/8/layout/vList2"/>
    <dgm:cxn modelId="{43DB1CBB-9949-4934-96E2-4EED5B34BFF2}" type="presParOf" srcId="{756177DF-4D0D-4A87-9C3B-BF682BDDA1C5}" destId="{0B9A4530-F4A8-463E-B743-094F381D63F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749D1B0F-A990-41C0-9FFF-21094782E1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1635290-AC9B-454C-9E26-A43735707755}">
      <dgm:prSet/>
      <dgm:spPr/>
      <dgm:t>
        <a:bodyPr/>
        <a:lstStyle/>
        <a:p>
          <a:r>
            <a:rPr lang="ru-RU" b="0" i="0"/>
            <a:t>Л. Кравчук</a:t>
          </a:r>
          <a:endParaRPr lang="uk-UA"/>
        </a:p>
      </dgm:t>
    </dgm:pt>
    <dgm:pt modelId="{1B025094-F228-4BC6-B018-96E659D8D640}" type="parTrans" cxnId="{E4E7276F-3F60-45CE-B95C-C382C8BC6905}">
      <dgm:prSet/>
      <dgm:spPr/>
      <dgm:t>
        <a:bodyPr/>
        <a:lstStyle/>
        <a:p>
          <a:endParaRPr lang="uk-UA"/>
        </a:p>
      </dgm:t>
    </dgm:pt>
    <dgm:pt modelId="{DEF477C2-46C6-4028-B983-F57DED5A0D9D}" type="sibTrans" cxnId="{E4E7276F-3F60-45CE-B95C-C382C8BC6905}">
      <dgm:prSet/>
      <dgm:spPr/>
      <dgm:t>
        <a:bodyPr/>
        <a:lstStyle/>
        <a:p>
          <a:endParaRPr lang="uk-UA"/>
        </a:p>
      </dgm:t>
    </dgm:pt>
    <dgm:pt modelId="{171D675B-F7DD-407A-8EB9-9A132800B290}">
      <dgm:prSet/>
      <dgm:spPr/>
      <dgm:t>
        <a:bodyPr/>
        <a:lstStyle/>
        <a:p>
          <a:r>
            <a:rPr lang="ru-RU" b="0" i="0"/>
            <a:t>Л. Кучма</a:t>
          </a:r>
          <a:endParaRPr lang="uk-UA"/>
        </a:p>
      </dgm:t>
    </dgm:pt>
    <dgm:pt modelId="{1CD3DFC5-950E-4621-8C0E-8D2FB244EA5D}" type="parTrans" cxnId="{EC05D9BC-AC6D-443F-A6E7-E58F2BD375E1}">
      <dgm:prSet/>
      <dgm:spPr/>
      <dgm:t>
        <a:bodyPr/>
        <a:lstStyle/>
        <a:p>
          <a:endParaRPr lang="uk-UA"/>
        </a:p>
      </dgm:t>
    </dgm:pt>
    <dgm:pt modelId="{B18FDD07-7FF0-4868-833F-8680FBF566C4}" type="sibTrans" cxnId="{EC05D9BC-AC6D-443F-A6E7-E58F2BD375E1}">
      <dgm:prSet/>
      <dgm:spPr/>
      <dgm:t>
        <a:bodyPr/>
        <a:lstStyle/>
        <a:p>
          <a:endParaRPr lang="uk-UA"/>
        </a:p>
      </dgm:t>
    </dgm:pt>
    <dgm:pt modelId="{0779108F-8458-466A-886D-D07A607BC26C}">
      <dgm:prSet/>
      <dgm:spPr/>
      <dgm:t>
        <a:bodyPr/>
        <a:lstStyle/>
        <a:p>
          <a:r>
            <a:rPr lang="ru-RU" b="0" i="0"/>
            <a:t>В. Ющенко</a:t>
          </a:r>
          <a:endParaRPr lang="uk-UA"/>
        </a:p>
      </dgm:t>
    </dgm:pt>
    <dgm:pt modelId="{A269545F-DDC7-4160-9E02-DF8ED36C3460}" type="parTrans" cxnId="{8A0106F3-E1ED-4C6D-A207-E79C6C8B3222}">
      <dgm:prSet/>
      <dgm:spPr/>
      <dgm:t>
        <a:bodyPr/>
        <a:lstStyle/>
        <a:p>
          <a:endParaRPr lang="uk-UA"/>
        </a:p>
      </dgm:t>
    </dgm:pt>
    <dgm:pt modelId="{00F902E3-7395-48C6-8906-CD46C14A90AF}" type="sibTrans" cxnId="{8A0106F3-E1ED-4C6D-A207-E79C6C8B3222}">
      <dgm:prSet/>
      <dgm:spPr/>
      <dgm:t>
        <a:bodyPr/>
        <a:lstStyle/>
        <a:p>
          <a:endParaRPr lang="uk-UA"/>
        </a:p>
      </dgm:t>
    </dgm:pt>
    <dgm:pt modelId="{AAE8D8D8-0C85-41BB-8826-F7A43A39E26E}">
      <dgm:prSet/>
      <dgm:spPr/>
      <dgm:t>
        <a:bodyPr/>
        <a:lstStyle/>
        <a:p>
          <a:r>
            <a:rPr lang="ru-RU" b="0" i="0"/>
            <a:t>В. Янукович</a:t>
          </a:r>
          <a:endParaRPr lang="uk-UA"/>
        </a:p>
      </dgm:t>
    </dgm:pt>
    <dgm:pt modelId="{02A8E996-C0E8-4FC9-83B2-64ED857C284D}" type="parTrans" cxnId="{72B0EC85-FB1C-4DAA-B373-54BC989762F6}">
      <dgm:prSet/>
      <dgm:spPr/>
      <dgm:t>
        <a:bodyPr/>
        <a:lstStyle/>
        <a:p>
          <a:endParaRPr lang="uk-UA"/>
        </a:p>
      </dgm:t>
    </dgm:pt>
    <dgm:pt modelId="{4A9C1A23-D7F6-400D-8B10-7791CBF20E3E}" type="sibTrans" cxnId="{72B0EC85-FB1C-4DAA-B373-54BC989762F6}">
      <dgm:prSet/>
      <dgm:spPr/>
      <dgm:t>
        <a:bodyPr/>
        <a:lstStyle/>
        <a:p>
          <a:endParaRPr lang="uk-UA"/>
        </a:p>
      </dgm:t>
    </dgm:pt>
    <dgm:pt modelId="{2AE16688-B72D-41D0-8D4E-271C3A7A3C3C}" type="pres">
      <dgm:prSet presAssocID="{749D1B0F-A990-41C0-9FFF-21094782E157}" presName="linear" presStyleCnt="0">
        <dgm:presLayoutVars>
          <dgm:animLvl val="lvl"/>
          <dgm:resizeHandles val="exact"/>
        </dgm:presLayoutVars>
      </dgm:prSet>
      <dgm:spPr/>
    </dgm:pt>
    <dgm:pt modelId="{DA5BB7A9-0B8F-4C6A-B213-316CD564D089}" type="pres">
      <dgm:prSet presAssocID="{81635290-AC9B-454C-9E26-A43735707755}" presName="parentText" presStyleLbl="node1" presStyleIdx="0" presStyleCnt="4">
        <dgm:presLayoutVars>
          <dgm:chMax val="0"/>
          <dgm:bulletEnabled val="1"/>
        </dgm:presLayoutVars>
      </dgm:prSet>
      <dgm:spPr/>
    </dgm:pt>
    <dgm:pt modelId="{D68AA7DA-507D-4F1E-B61E-6326A9FE6705}" type="pres">
      <dgm:prSet presAssocID="{DEF477C2-46C6-4028-B983-F57DED5A0D9D}" presName="spacer" presStyleCnt="0"/>
      <dgm:spPr/>
    </dgm:pt>
    <dgm:pt modelId="{3CC235FF-488B-4F75-ACB7-C97F56A98D12}" type="pres">
      <dgm:prSet presAssocID="{171D675B-F7DD-407A-8EB9-9A132800B290}" presName="parentText" presStyleLbl="node1" presStyleIdx="1" presStyleCnt="4">
        <dgm:presLayoutVars>
          <dgm:chMax val="0"/>
          <dgm:bulletEnabled val="1"/>
        </dgm:presLayoutVars>
      </dgm:prSet>
      <dgm:spPr/>
    </dgm:pt>
    <dgm:pt modelId="{E78CA6BB-22D8-44B5-98EC-90A0A7B11906}" type="pres">
      <dgm:prSet presAssocID="{B18FDD07-7FF0-4868-833F-8680FBF566C4}" presName="spacer" presStyleCnt="0"/>
      <dgm:spPr/>
    </dgm:pt>
    <dgm:pt modelId="{799C87C5-362A-493D-AEF4-C41F190B38E8}" type="pres">
      <dgm:prSet presAssocID="{0779108F-8458-466A-886D-D07A607BC26C}" presName="parentText" presStyleLbl="node1" presStyleIdx="2" presStyleCnt="4">
        <dgm:presLayoutVars>
          <dgm:chMax val="0"/>
          <dgm:bulletEnabled val="1"/>
        </dgm:presLayoutVars>
      </dgm:prSet>
      <dgm:spPr/>
    </dgm:pt>
    <dgm:pt modelId="{19C42C9D-F8D5-4211-8BF3-41515007C1B2}" type="pres">
      <dgm:prSet presAssocID="{00F902E3-7395-48C6-8906-CD46C14A90AF}" presName="spacer" presStyleCnt="0"/>
      <dgm:spPr/>
    </dgm:pt>
    <dgm:pt modelId="{A22434B6-9501-42EB-9ACE-032995075E7E}" type="pres">
      <dgm:prSet presAssocID="{AAE8D8D8-0C85-41BB-8826-F7A43A39E26E}" presName="parentText" presStyleLbl="node1" presStyleIdx="3" presStyleCnt="4">
        <dgm:presLayoutVars>
          <dgm:chMax val="0"/>
          <dgm:bulletEnabled val="1"/>
        </dgm:presLayoutVars>
      </dgm:prSet>
      <dgm:spPr/>
    </dgm:pt>
  </dgm:ptLst>
  <dgm:cxnLst>
    <dgm:cxn modelId="{1A80AB00-C32E-4F71-80A3-143EB27AC6B3}" type="presOf" srcId="{AAE8D8D8-0C85-41BB-8826-F7A43A39E26E}" destId="{A22434B6-9501-42EB-9ACE-032995075E7E}" srcOrd="0" destOrd="0" presId="urn:microsoft.com/office/officeart/2005/8/layout/vList2"/>
    <dgm:cxn modelId="{EBE44E3E-C0AB-422C-8269-07721250CEF4}" type="presOf" srcId="{171D675B-F7DD-407A-8EB9-9A132800B290}" destId="{3CC235FF-488B-4F75-ACB7-C97F56A98D12}" srcOrd="0" destOrd="0" presId="urn:microsoft.com/office/officeart/2005/8/layout/vList2"/>
    <dgm:cxn modelId="{E4E7276F-3F60-45CE-B95C-C382C8BC6905}" srcId="{749D1B0F-A990-41C0-9FFF-21094782E157}" destId="{81635290-AC9B-454C-9E26-A43735707755}" srcOrd="0" destOrd="0" parTransId="{1B025094-F228-4BC6-B018-96E659D8D640}" sibTransId="{DEF477C2-46C6-4028-B983-F57DED5A0D9D}"/>
    <dgm:cxn modelId="{72B0EC85-FB1C-4DAA-B373-54BC989762F6}" srcId="{749D1B0F-A990-41C0-9FFF-21094782E157}" destId="{AAE8D8D8-0C85-41BB-8826-F7A43A39E26E}" srcOrd="3" destOrd="0" parTransId="{02A8E996-C0E8-4FC9-83B2-64ED857C284D}" sibTransId="{4A9C1A23-D7F6-400D-8B10-7791CBF20E3E}"/>
    <dgm:cxn modelId="{361F869C-BCCD-4F41-A809-9F78E6A7EF50}" type="presOf" srcId="{0779108F-8458-466A-886D-D07A607BC26C}" destId="{799C87C5-362A-493D-AEF4-C41F190B38E8}" srcOrd="0" destOrd="0" presId="urn:microsoft.com/office/officeart/2005/8/layout/vList2"/>
    <dgm:cxn modelId="{8DE41CBC-338D-47EB-93E8-0874BE0031D7}" type="presOf" srcId="{81635290-AC9B-454C-9E26-A43735707755}" destId="{DA5BB7A9-0B8F-4C6A-B213-316CD564D089}" srcOrd="0" destOrd="0" presId="urn:microsoft.com/office/officeart/2005/8/layout/vList2"/>
    <dgm:cxn modelId="{EC05D9BC-AC6D-443F-A6E7-E58F2BD375E1}" srcId="{749D1B0F-A990-41C0-9FFF-21094782E157}" destId="{171D675B-F7DD-407A-8EB9-9A132800B290}" srcOrd="1" destOrd="0" parTransId="{1CD3DFC5-950E-4621-8C0E-8D2FB244EA5D}" sibTransId="{B18FDD07-7FF0-4868-833F-8680FBF566C4}"/>
    <dgm:cxn modelId="{1D25F4CD-5C2F-4836-82FE-A3B28616CE80}" type="presOf" srcId="{749D1B0F-A990-41C0-9FFF-21094782E157}" destId="{2AE16688-B72D-41D0-8D4E-271C3A7A3C3C}" srcOrd="0" destOrd="0" presId="urn:microsoft.com/office/officeart/2005/8/layout/vList2"/>
    <dgm:cxn modelId="{8A0106F3-E1ED-4C6D-A207-E79C6C8B3222}" srcId="{749D1B0F-A990-41C0-9FFF-21094782E157}" destId="{0779108F-8458-466A-886D-D07A607BC26C}" srcOrd="2" destOrd="0" parTransId="{A269545F-DDC7-4160-9E02-DF8ED36C3460}" sibTransId="{00F902E3-7395-48C6-8906-CD46C14A90AF}"/>
    <dgm:cxn modelId="{728D4521-0EF8-404E-9D00-C2B408B76064}" type="presParOf" srcId="{2AE16688-B72D-41D0-8D4E-271C3A7A3C3C}" destId="{DA5BB7A9-0B8F-4C6A-B213-316CD564D089}" srcOrd="0" destOrd="0" presId="urn:microsoft.com/office/officeart/2005/8/layout/vList2"/>
    <dgm:cxn modelId="{1B3C43BF-925C-42E2-9C7E-2882EC8ED7CD}" type="presParOf" srcId="{2AE16688-B72D-41D0-8D4E-271C3A7A3C3C}" destId="{D68AA7DA-507D-4F1E-B61E-6326A9FE6705}" srcOrd="1" destOrd="0" presId="urn:microsoft.com/office/officeart/2005/8/layout/vList2"/>
    <dgm:cxn modelId="{DA6C7CA5-3BA1-4055-9851-0D8506B935A9}" type="presParOf" srcId="{2AE16688-B72D-41D0-8D4E-271C3A7A3C3C}" destId="{3CC235FF-488B-4F75-ACB7-C97F56A98D12}" srcOrd="2" destOrd="0" presId="urn:microsoft.com/office/officeart/2005/8/layout/vList2"/>
    <dgm:cxn modelId="{5C18024F-5C48-4231-A4B2-1AB339D17780}" type="presParOf" srcId="{2AE16688-B72D-41D0-8D4E-271C3A7A3C3C}" destId="{E78CA6BB-22D8-44B5-98EC-90A0A7B11906}" srcOrd="3" destOrd="0" presId="urn:microsoft.com/office/officeart/2005/8/layout/vList2"/>
    <dgm:cxn modelId="{A06D8683-729F-4073-85AA-457CD848B7A4}" type="presParOf" srcId="{2AE16688-B72D-41D0-8D4E-271C3A7A3C3C}" destId="{799C87C5-362A-493D-AEF4-C41F190B38E8}" srcOrd="4" destOrd="0" presId="urn:microsoft.com/office/officeart/2005/8/layout/vList2"/>
    <dgm:cxn modelId="{F9EC33D0-D08A-48E8-B51B-F22BE24A94DF}" type="presParOf" srcId="{2AE16688-B72D-41D0-8D4E-271C3A7A3C3C}" destId="{19C42C9D-F8D5-4211-8BF3-41515007C1B2}" srcOrd="5" destOrd="0" presId="urn:microsoft.com/office/officeart/2005/8/layout/vList2"/>
    <dgm:cxn modelId="{783028EE-F753-43BA-8001-9C38A32075C1}" type="presParOf" srcId="{2AE16688-B72D-41D0-8D4E-271C3A7A3C3C}" destId="{A22434B6-9501-42EB-9ACE-032995075E7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F36DD7D-60F5-4740-A52C-8EEF0A3249E0}" type="doc">
      <dgm:prSet loTypeId="urn:microsoft.com/office/officeart/2008/layout/VerticalCircleList" loCatId="list" qsTypeId="urn:microsoft.com/office/officeart/2005/8/quickstyle/simple1" qsCatId="simple" csTypeId="urn:microsoft.com/office/officeart/2005/8/colors/accent1_2" csCatId="accent1"/>
      <dgm:spPr/>
      <dgm:t>
        <a:bodyPr/>
        <a:lstStyle/>
        <a:p>
          <a:endParaRPr lang="uk-UA"/>
        </a:p>
      </dgm:t>
    </dgm:pt>
    <dgm:pt modelId="{F69D2CE7-138E-4FDB-BCD8-E404C49BE487}">
      <dgm:prSet/>
      <dgm:spPr/>
      <dgm:t>
        <a:bodyPr/>
        <a:lstStyle/>
        <a:p>
          <a:r>
            <a:rPr lang="ru-RU" b="0" i="0"/>
            <a:t>1996 р.</a:t>
          </a:r>
          <a:endParaRPr lang="uk-UA"/>
        </a:p>
      </dgm:t>
    </dgm:pt>
    <dgm:pt modelId="{5360AD5B-24D6-43A1-9F65-B70F5C18419A}" type="parTrans" cxnId="{644D65EB-1AFB-4689-83A0-5AEF782E6370}">
      <dgm:prSet/>
      <dgm:spPr/>
      <dgm:t>
        <a:bodyPr/>
        <a:lstStyle/>
        <a:p>
          <a:endParaRPr lang="uk-UA"/>
        </a:p>
      </dgm:t>
    </dgm:pt>
    <dgm:pt modelId="{EB594465-5084-4968-B703-5E1B013331A9}" type="sibTrans" cxnId="{644D65EB-1AFB-4689-83A0-5AEF782E6370}">
      <dgm:prSet/>
      <dgm:spPr/>
      <dgm:t>
        <a:bodyPr/>
        <a:lstStyle/>
        <a:p>
          <a:endParaRPr lang="uk-UA"/>
        </a:p>
      </dgm:t>
    </dgm:pt>
    <dgm:pt modelId="{85847657-6D20-4085-96F6-563B6FFAA6AF}">
      <dgm:prSet/>
      <dgm:spPr/>
      <dgm:t>
        <a:bodyPr/>
        <a:lstStyle/>
        <a:p>
          <a:r>
            <a:rPr lang="ru-RU" b="0" i="0"/>
            <a:t>1998 р.</a:t>
          </a:r>
          <a:endParaRPr lang="uk-UA"/>
        </a:p>
      </dgm:t>
    </dgm:pt>
    <dgm:pt modelId="{442D5356-B138-4E1F-9E8A-CBE80C419559}" type="parTrans" cxnId="{3B7FE497-BBE6-4AA7-86C1-73A3526CBD83}">
      <dgm:prSet/>
      <dgm:spPr/>
      <dgm:t>
        <a:bodyPr/>
        <a:lstStyle/>
        <a:p>
          <a:endParaRPr lang="uk-UA"/>
        </a:p>
      </dgm:t>
    </dgm:pt>
    <dgm:pt modelId="{BDD5CB54-B9AE-45CC-9430-B626E74F9D4B}" type="sibTrans" cxnId="{3B7FE497-BBE6-4AA7-86C1-73A3526CBD83}">
      <dgm:prSet/>
      <dgm:spPr/>
      <dgm:t>
        <a:bodyPr/>
        <a:lstStyle/>
        <a:p>
          <a:endParaRPr lang="uk-UA"/>
        </a:p>
      </dgm:t>
    </dgm:pt>
    <dgm:pt modelId="{80A63F35-4978-4831-8588-0B0934353F92}">
      <dgm:prSet/>
      <dgm:spPr/>
      <dgm:t>
        <a:bodyPr/>
        <a:lstStyle/>
        <a:p>
          <a:r>
            <a:rPr lang="ru-RU" b="0" i="0"/>
            <a:t>2003 р.</a:t>
          </a:r>
          <a:endParaRPr lang="uk-UA"/>
        </a:p>
      </dgm:t>
    </dgm:pt>
    <dgm:pt modelId="{E874E8E8-0EBE-4729-B1BF-2DB04D6C3A78}" type="parTrans" cxnId="{111A46D2-1D0E-4479-B9EE-0ABDF8EDAFAE}">
      <dgm:prSet/>
      <dgm:spPr/>
      <dgm:t>
        <a:bodyPr/>
        <a:lstStyle/>
        <a:p>
          <a:endParaRPr lang="uk-UA"/>
        </a:p>
      </dgm:t>
    </dgm:pt>
    <dgm:pt modelId="{F5F59454-9ED3-46F5-BF06-D9D4A22F0AE1}" type="sibTrans" cxnId="{111A46D2-1D0E-4479-B9EE-0ABDF8EDAFAE}">
      <dgm:prSet/>
      <dgm:spPr/>
      <dgm:t>
        <a:bodyPr/>
        <a:lstStyle/>
        <a:p>
          <a:endParaRPr lang="uk-UA"/>
        </a:p>
      </dgm:t>
    </dgm:pt>
    <dgm:pt modelId="{127A06D8-2508-4B27-9848-671B93B15564}">
      <dgm:prSet/>
      <dgm:spPr/>
      <dgm:t>
        <a:bodyPr/>
        <a:lstStyle/>
        <a:p>
          <a:r>
            <a:rPr lang="ru-RU" b="0" i="0"/>
            <a:t>2014 р.</a:t>
          </a:r>
          <a:endParaRPr lang="uk-UA"/>
        </a:p>
      </dgm:t>
    </dgm:pt>
    <dgm:pt modelId="{49CD4817-9498-4828-BCC2-2E3C8016A4B8}" type="parTrans" cxnId="{73E463C8-F588-4882-9D60-763A52D6C11C}">
      <dgm:prSet/>
      <dgm:spPr/>
      <dgm:t>
        <a:bodyPr/>
        <a:lstStyle/>
        <a:p>
          <a:endParaRPr lang="uk-UA"/>
        </a:p>
      </dgm:t>
    </dgm:pt>
    <dgm:pt modelId="{426DB7E6-362F-4E88-A91F-466D85650279}" type="sibTrans" cxnId="{73E463C8-F588-4882-9D60-763A52D6C11C}">
      <dgm:prSet/>
      <dgm:spPr/>
      <dgm:t>
        <a:bodyPr/>
        <a:lstStyle/>
        <a:p>
          <a:endParaRPr lang="uk-UA"/>
        </a:p>
      </dgm:t>
    </dgm:pt>
    <dgm:pt modelId="{6DC7CEA2-8436-4ACF-A906-8984ED7702E0}" type="pres">
      <dgm:prSet presAssocID="{BF36DD7D-60F5-4740-A52C-8EEF0A3249E0}" presName="Name0" presStyleCnt="0">
        <dgm:presLayoutVars>
          <dgm:dir/>
        </dgm:presLayoutVars>
      </dgm:prSet>
      <dgm:spPr/>
    </dgm:pt>
    <dgm:pt modelId="{15BD3CB0-A0CA-4D34-946E-627CDD4E7CBD}" type="pres">
      <dgm:prSet presAssocID="{F69D2CE7-138E-4FDB-BCD8-E404C49BE487}" presName="noChildren" presStyleCnt="0"/>
      <dgm:spPr/>
    </dgm:pt>
    <dgm:pt modelId="{2736DE37-FF14-41B4-B15D-4E2790AB24C3}" type="pres">
      <dgm:prSet presAssocID="{F69D2CE7-138E-4FDB-BCD8-E404C49BE487}" presName="gap" presStyleCnt="0"/>
      <dgm:spPr/>
    </dgm:pt>
    <dgm:pt modelId="{B919F3B2-067F-49B0-BEE8-FCBE3B76ADC7}" type="pres">
      <dgm:prSet presAssocID="{F69D2CE7-138E-4FDB-BCD8-E404C49BE487}" presName="medCircle2" presStyleLbl="vennNode1" presStyleIdx="0" presStyleCnt="4"/>
      <dgm:spPr/>
    </dgm:pt>
    <dgm:pt modelId="{90561D99-2BD9-4C74-9396-101DA821D923}" type="pres">
      <dgm:prSet presAssocID="{F69D2CE7-138E-4FDB-BCD8-E404C49BE487}" presName="txLvlOnly1" presStyleLbl="revTx" presStyleIdx="0" presStyleCnt="4"/>
      <dgm:spPr/>
    </dgm:pt>
    <dgm:pt modelId="{CE43F8B7-C5A1-4975-8A5C-4478941EF903}" type="pres">
      <dgm:prSet presAssocID="{85847657-6D20-4085-96F6-563B6FFAA6AF}" presName="noChildren" presStyleCnt="0"/>
      <dgm:spPr/>
    </dgm:pt>
    <dgm:pt modelId="{EEB78F5D-A68D-4E42-8A6F-77887AE2F57C}" type="pres">
      <dgm:prSet presAssocID="{85847657-6D20-4085-96F6-563B6FFAA6AF}" presName="gap" presStyleCnt="0"/>
      <dgm:spPr/>
    </dgm:pt>
    <dgm:pt modelId="{AF81AC93-60AD-4044-B8B2-899098B91FD8}" type="pres">
      <dgm:prSet presAssocID="{85847657-6D20-4085-96F6-563B6FFAA6AF}" presName="medCircle2" presStyleLbl="vennNode1" presStyleIdx="1" presStyleCnt="4"/>
      <dgm:spPr/>
    </dgm:pt>
    <dgm:pt modelId="{F7B708C4-F2D9-490A-A130-B2E5589868DB}" type="pres">
      <dgm:prSet presAssocID="{85847657-6D20-4085-96F6-563B6FFAA6AF}" presName="txLvlOnly1" presStyleLbl="revTx" presStyleIdx="1" presStyleCnt="4"/>
      <dgm:spPr/>
    </dgm:pt>
    <dgm:pt modelId="{26179B85-F143-41AA-9A8D-891C62C7EE49}" type="pres">
      <dgm:prSet presAssocID="{80A63F35-4978-4831-8588-0B0934353F92}" presName="noChildren" presStyleCnt="0"/>
      <dgm:spPr/>
    </dgm:pt>
    <dgm:pt modelId="{2C5A7DE7-29F1-4A6B-94A6-27A3C43D1A82}" type="pres">
      <dgm:prSet presAssocID="{80A63F35-4978-4831-8588-0B0934353F92}" presName="gap" presStyleCnt="0"/>
      <dgm:spPr/>
    </dgm:pt>
    <dgm:pt modelId="{441A9D26-EFB0-47F4-94EA-6C1F96EED0D0}" type="pres">
      <dgm:prSet presAssocID="{80A63F35-4978-4831-8588-0B0934353F92}" presName="medCircle2" presStyleLbl="vennNode1" presStyleIdx="2" presStyleCnt="4"/>
      <dgm:spPr/>
    </dgm:pt>
    <dgm:pt modelId="{3F75C295-1FCD-4C7E-90EE-EC2CC4E23386}" type="pres">
      <dgm:prSet presAssocID="{80A63F35-4978-4831-8588-0B0934353F92}" presName="txLvlOnly1" presStyleLbl="revTx" presStyleIdx="2" presStyleCnt="4"/>
      <dgm:spPr/>
    </dgm:pt>
    <dgm:pt modelId="{9597D814-E3F0-4F23-8A57-364D8102EF90}" type="pres">
      <dgm:prSet presAssocID="{127A06D8-2508-4B27-9848-671B93B15564}" presName="noChildren" presStyleCnt="0"/>
      <dgm:spPr/>
    </dgm:pt>
    <dgm:pt modelId="{CBA029EA-9114-4412-BF02-91DF4571F30D}" type="pres">
      <dgm:prSet presAssocID="{127A06D8-2508-4B27-9848-671B93B15564}" presName="gap" presStyleCnt="0"/>
      <dgm:spPr/>
    </dgm:pt>
    <dgm:pt modelId="{A4F900B1-FADD-479D-B05E-CFD71E7BC9CF}" type="pres">
      <dgm:prSet presAssocID="{127A06D8-2508-4B27-9848-671B93B15564}" presName="medCircle2" presStyleLbl="vennNode1" presStyleIdx="3" presStyleCnt="4"/>
      <dgm:spPr/>
    </dgm:pt>
    <dgm:pt modelId="{14A71D5B-E4BE-49DE-9A4F-DEF36705EA29}" type="pres">
      <dgm:prSet presAssocID="{127A06D8-2508-4B27-9848-671B93B15564}" presName="txLvlOnly1" presStyleLbl="revTx" presStyleIdx="3" presStyleCnt="4"/>
      <dgm:spPr/>
    </dgm:pt>
  </dgm:ptLst>
  <dgm:cxnLst>
    <dgm:cxn modelId="{8135A127-FCAB-46D6-A7FB-1C1B85A0729A}" type="presOf" srcId="{85847657-6D20-4085-96F6-563B6FFAA6AF}" destId="{F7B708C4-F2D9-490A-A130-B2E5589868DB}" srcOrd="0" destOrd="0" presId="urn:microsoft.com/office/officeart/2008/layout/VerticalCircleList"/>
    <dgm:cxn modelId="{FC37623F-EB90-48F2-83CB-C091C417F9C0}" type="presOf" srcId="{BF36DD7D-60F5-4740-A52C-8EEF0A3249E0}" destId="{6DC7CEA2-8436-4ACF-A906-8984ED7702E0}" srcOrd="0" destOrd="0" presId="urn:microsoft.com/office/officeart/2008/layout/VerticalCircleList"/>
    <dgm:cxn modelId="{C782BC56-4649-465D-B421-8B4AA53D5770}" type="presOf" srcId="{F69D2CE7-138E-4FDB-BCD8-E404C49BE487}" destId="{90561D99-2BD9-4C74-9396-101DA821D923}" srcOrd="0" destOrd="0" presId="urn:microsoft.com/office/officeart/2008/layout/VerticalCircleList"/>
    <dgm:cxn modelId="{0262518E-DDC6-42C3-9302-AA410D6E5D6E}" type="presOf" srcId="{80A63F35-4978-4831-8588-0B0934353F92}" destId="{3F75C295-1FCD-4C7E-90EE-EC2CC4E23386}" srcOrd="0" destOrd="0" presId="urn:microsoft.com/office/officeart/2008/layout/VerticalCircleList"/>
    <dgm:cxn modelId="{3B7FE497-BBE6-4AA7-86C1-73A3526CBD83}" srcId="{BF36DD7D-60F5-4740-A52C-8EEF0A3249E0}" destId="{85847657-6D20-4085-96F6-563B6FFAA6AF}" srcOrd="1" destOrd="0" parTransId="{442D5356-B138-4E1F-9E8A-CBE80C419559}" sibTransId="{BDD5CB54-B9AE-45CC-9430-B626E74F9D4B}"/>
    <dgm:cxn modelId="{253E0799-F84E-4DAE-B23C-8E7B883E2814}" type="presOf" srcId="{127A06D8-2508-4B27-9848-671B93B15564}" destId="{14A71D5B-E4BE-49DE-9A4F-DEF36705EA29}" srcOrd="0" destOrd="0" presId="urn:microsoft.com/office/officeart/2008/layout/VerticalCircleList"/>
    <dgm:cxn modelId="{73E463C8-F588-4882-9D60-763A52D6C11C}" srcId="{BF36DD7D-60F5-4740-A52C-8EEF0A3249E0}" destId="{127A06D8-2508-4B27-9848-671B93B15564}" srcOrd="3" destOrd="0" parTransId="{49CD4817-9498-4828-BCC2-2E3C8016A4B8}" sibTransId="{426DB7E6-362F-4E88-A91F-466D85650279}"/>
    <dgm:cxn modelId="{111A46D2-1D0E-4479-B9EE-0ABDF8EDAFAE}" srcId="{BF36DD7D-60F5-4740-A52C-8EEF0A3249E0}" destId="{80A63F35-4978-4831-8588-0B0934353F92}" srcOrd="2" destOrd="0" parTransId="{E874E8E8-0EBE-4729-B1BF-2DB04D6C3A78}" sibTransId="{F5F59454-9ED3-46F5-BF06-D9D4A22F0AE1}"/>
    <dgm:cxn modelId="{644D65EB-1AFB-4689-83A0-5AEF782E6370}" srcId="{BF36DD7D-60F5-4740-A52C-8EEF0A3249E0}" destId="{F69D2CE7-138E-4FDB-BCD8-E404C49BE487}" srcOrd="0" destOrd="0" parTransId="{5360AD5B-24D6-43A1-9F65-B70F5C18419A}" sibTransId="{EB594465-5084-4968-B703-5E1B013331A9}"/>
    <dgm:cxn modelId="{CD1A82C4-F216-4B8C-AC50-2FBFB20E6A3C}" type="presParOf" srcId="{6DC7CEA2-8436-4ACF-A906-8984ED7702E0}" destId="{15BD3CB0-A0CA-4D34-946E-627CDD4E7CBD}" srcOrd="0" destOrd="0" presId="urn:microsoft.com/office/officeart/2008/layout/VerticalCircleList"/>
    <dgm:cxn modelId="{49FDED37-D357-43A3-BC50-71A31E55D11E}" type="presParOf" srcId="{15BD3CB0-A0CA-4D34-946E-627CDD4E7CBD}" destId="{2736DE37-FF14-41B4-B15D-4E2790AB24C3}" srcOrd="0" destOrd="0" presId="urn:microsoft.com/office/officeart/2008/layout/VerticalCircleList"/>
    <dgm:cxn modelId="{D11A69E5-287A-405E-9FC7-EBB5DFD2D3A7}" type="presParOf" srcId="{15BD3CB0-A0CA-4D34-946E-627CDD4E7CBD}" destId="{B919F3B2-067F-49B0-BEE8-FCBE3B76ADC7}" srcOrd="1" destOrd="0" presId="urn:microsoft.com/office/officeart/2008/layout/VerticalCircleList"/>
    <dgm:cxn modelId="{73978F37-18FF-4E50-8ED9-E1C47C38B50E}" type="presParOf" srcId="{15BD3CB0-A0CA-4D34-946E-627CDD4E7CBD}" destId="{90561D99-2BD9-4C74-9396-101DA821D923}" srcOrd="2" destOrd="0" presId="urn:microsoft.com/office/officeart/2008/layout/VerticalCircleList"/>
    <dgm:cxn modelId="{D4B1B003-2C93-45BB-A3E8-64D2D034F428}" type="presParOf" srcId="{6DC7CEA2-8436-4ACF-A906-8984ED7702E0}" destId="{CE43F8B7-C5A1-4975-8A5C-4478941EF903}" srcOrd="1" destOrd="0" presId="urn:microsoft.com/office/officeart/2008/layout/VerticalCircleList"/>
    <dgm:cxn modelId="{03A13F98-1307-4F34-9B24-64124E87087D}" type="presParOf" srcId="{CE43F8B7-C5A1-4975-8A5C-4478941EF903}" destId="{EEB78F5D-A68D-4E42-8A6F-77887AE2F57C}" srcOrd="0" destOrd="0" presId="urn:microsoft.com/office/officeart/2008/layout/VerticalCircleList"/>
    <dgm:cxn modelId="{C7CBBA88-518B-44E5-AC3A-FCEBAC15E2E2}" type="presParOf" srcId="{CE43F8B7-C5A1-4975-8A5C-4478941EF903}" destId="{AF81AC93-60AD-4044-B8B2-899098B91FD8}" srcOrd="1" destOrd="0" presId="urn:microsoft.com/office/officeart/2008/layout/VerticalCircleList"/>
    <dgm:cxn modelId="{FE52CEC0-2840-45A9-9FFD-88ADC67D920D}" type="presParOf" srcId="{CE43F8B7-C5A1-4975-8A5C-4478941EF903}" destId="{F7B708C4-F2D9-490A-A130-B2E5589868DB}" srcOrd="2" destOrd="0" presId="urn:microsoft.com/office/officeart/2008/layout/VerticalCircleList"/>
    <dgm:cxn modelId="{B5929436-51E6-4B13-A852-C154E02AB4B6}" type="presParOf" srcId="{6DC7CEA2-8436-4ACF-A906-8984ED7702E0}" destId="{26179B85-F143-41AA-9A8D-891C62C7EE49}" srcOrd="2" destOrd="0" presId="urn:microsoft.com/office/officeart/2008/layout/VerticalCircleList"/>
    <dgm:cxn modelId="{34FFC56C-06CE-4933-8AB7-EC916C4FE2F0}" type="presParOf" srcId="{26179B85-F143-41AA-9A8D-891C62C7EE49}" destId="{2C5A7DE7-29F1-4A6B-94A6-27A3C43D1A82}" srcOrd="0" destOrd="0" presId="urn:microsoft.com/office/officeart/2008/layout/VerticalCircleList"/>
    <dgm:cxn modelId="{10FAA809-EF42-4A12-A640-085A31BEBFC7}" type="presParOf" srcId="{26179B85-F143-41AA-9A8D-891C62C7EE49}" destId="{441A9D26-EFB0-47F4-94EA-6C1F96EED0D0}" srcOrd="1" destOrd="0" presId="urn:microsoft.com/office/officeart/2008/layout/VerticalCircleList"/>
    <dgm:cxn modelId="{EC2909C8-9290-42E5-BF38-68A0FA85596D}" type="presParOf" srcId="{26179B85-F143-41AA-9A8D-891C62C7EE49}" destId="{3F75C295-1FCD-4C7E-90EE-EC2CC4E23386}" srcOrd="2" destOrd="0" presId="urn:microsoft.com/office/officeart/2008/layout/VerticalCircleList"/>
    <dgm:cxn modelId="{87C639F9-BBC1-49BB-8447-73951E0DAAE2}" type="presParOf" srcId="{6DC7CEA2-8436-4ACF-A906-8984ED7702E0}" destId="{9597D814-E3F0-4F23-8A57-364D8102EF90}" srcOrd="3" destOrd="0" presId="urn:microsoft.com/office/officeart/2008/layout/VerticalCircleList"/>
    <dgm:cxn modelId="{8D57FB1E-B868-4E4D-9417-736FA6AFF877}" type="presParOf" srcId="{9597D814-E3F0-4F23-8A57-364D8102EF90}" destId="{CBA029EA-9114-4412-BF02-91DF4571F30D}" srcOrd="0" destOrd="0" presId="urn:microsoft.com/office/officeart/2008/layout/VerticalCircleList"/>
    <dgm:cxn modelId="{0B561217-553E-40F8-BE9D-137AF4A7DBEB}" type="presParOf" srcId="{9597D814-E3F0-4F23-8A57-364D8102EF90}" destId="{A4F900B1-FADD-479D-B05E-CFD71E7BC9CF}" srcOrd="1" destOrd="0" presId="urn:microsoft.com/office/officeart/2008/layout/VerticalCircleList"/>
    <dgm:cxn modelId="{7DAC45AF-93D8-4EEA-B9E4-7BB1587C6A70}" type="presParOf" srcId="{9597D814-E3F0-4F23-8A57-364D8102EF90}" destId="{14A71D5B-E4BE-49DE-9A4F-DEF36705EA29}"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76DE6C7C-8C53-432E-88B7-A306C5D1F8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0208E38-183E-4BE5-B09F-FB7C2F94FBBD}">
      <dgm:prSet/>
      <dgm:spPr/>
      <dgm:t>
        <a:bodyPr/>
        <a:lstStyle/>
        <a:p>
          <a:r>
            <a:rPr lang="uk-UA" b="0" i="0"/>
            <a:t>оголошення імпічменту діючому президенту</a:t>
          </a:r>
          <a:endParaRPr lang="uk-UA"/>
        </a:p>
      </dgm:t>
    </dgm:pt>
    <dgm:pt modelId="{FD1D61FA-A98D-4852-85A6-7DB86209D0BB}" type="parTrans" cxnId="{853B4997-B716-4394-88F4-43A4BF82F189}">
      <dgm:prSet/>
      <dgm:spPr/>
      <dgm:t>
        <a:bodyPr/>
        <a:lstStyle/>
        <a:p>
          <a:endParaRPr lang="uk-UA"/>
        </a:p>
      </dgm:t>
    </dgm:pt>
    <dgm:pt modelId="{462CE906-D85D-49DF-B91C-9B61F041B31A}" type="sibTrans" cxnId="{853B4997-B716-4394-88F4-43A4BF82F189}">
      <dgm:prSet/>
      <dgm:spPr/>
      <dgm:t>
        <a:bodyPr/>
        <a:lstStyle/>
        <a:p>
          <a:endParaRPr lang="uk-UA"/>
        </a:p>
      </dgm:t>
    </dgm:pt>
    <dgm:pt modelId="{83B58F35-A920-492C-887D-920137498126}">
      <dgm:prSet/>
      <dgm:spPr/>
      <dgm:t>
        <a:bodyPr/>
        <a:lstStyle/>
        <a:p>
          <a:r>
            <a:rPr lang="uk-UA" b="0" i="0"/>
            <a:t>загострення політичної та економічної кризи</a:t>
          </a:r>
          <a:endParaRPr lang="uk-UA"/>
        </a:p>
      </dgm:t>
    </dgm:pt>
    <dgm:pt modelId="{F8ACC511-2B72-4EB9-ADF8-0B17448E00C4}" type="parTrans" cxnId="{837E05BC-960D-41DC-868C-1FAB1649AAFC}">
      <dgm:prSet/>
      <dgm:spPr/>
      <dgm:t>
        <a:bodyPr/>
        <a:lstStyle/>
        <a:p>
          <a:endParaRPr lang="uk-UA"/>
        </a:p>
      </dgm:t>
    </dgm:pt>
    <dgm:pt modelId="{42D1FA2D-AAF4-4DA1-A42F-0CC0923E4968}" type="sibTrans" cxnId="{837E05BC-960D-41DC-868C-1FAB1649AAFC}">
      <dgm:prSet/>
      <dgm:spPr/>
      <dgm:t>
        <a:bodyPr/>
        <a:lstStyle/>
        <a:p>
          <a:endParaRPr lang="uk-UA"/>
        </a:p>
      </dgm:t>
    </dgm:pt>
    <dgm:pt modelId="{6ED3D37E-C4D5-4278-B2AB-89EFA1AB2E39}">
      <dgm:prSet/>
      <dgm:spPr/>
      <dgm:t>
        <a:bodyPr/>
        <a:lstStyle/>
        <a:p>
          <a:r>
            <a:rPr lang="uk-UA" b="0" i="0"/>
            <a:t>ухвалення нової Конституції незалежної України</a:t>
          </a:r>
          <a:endParaRPr lang="uk-UA"/>
        </a:p>
      </dgm:t>
    </dgm:pt>
    <dgm:pt modelId="{57EEA8AC-1E59-49B2-81E3-AED5E73F3DD9}" type="parTrans" cxnId="{34D6DF6F-DE03-45FD-9F0B-089036EBECD8}">
      <dgm:prSet/>
      <dgm:spPr/>
      <dgm:t>
        <a:bodyPr/>
        <a:lstStyle/>
        <a:p>
          <a:endParaRPr lang="uk-UA"/>
        </a:p>
      </dgm:t>
    </dgm:pt>
    <dgm:pt modelId="{4292BD19-6BDB-4FF0-B7DB-C678D16A46B5}" type="sibTrans" cxnId="{34D6DF6F-DE03-45FD-9F0B-089036EBECD8}">
      <dgm:prSet/>
      <dgm:spPr/>
      <dgm:t>
        <a:bodyPr/>
        <a:lstStyle/>
        <a:p>
          <a:endParaRPr lang="uk-UA"/>
        </a:p>
      </dgm:t>
    </dgm:pt>
    <dgm:pt modelId="{AE173DAF-F1E9-40A2-9E4B-929D2EB8A4D2}">
      <dgm:prSet/>
      <dgm:spPr/>
      <dgm:t>
        <a:bodyPr/>
        <a:lstStyle/>
        <a:p>
          <a:r>
            <a:rPr lang="uk-UA" b="0" i="0"/>
            <a:t>добровільна відставка глави держави</a:t>
          </a:r>
          <a:endParaRPr lang="uk-UA"/>
        </a:p>
      </dgm:t>
    </dgm:pt>
    <dgm:pt modelId="{B938EC57-1519-4359-82B9-FD201A756EEB}" type="parTrans" cxnId="{1AC67256-9370-4A42-987F-B4A96866FED9}">
      <dgm:prSet/>
      <dgm:spPr/>
      <dgm:t>
        <a:bodyPr/>
        <a:lstStyle/>
        <a:p>
          <a:endParaRPr lang="uk-UA"/>
        </a:p>
      </dgm:t>
    </dgm:pt>
    <dgm:pt modelId="{D78156DA-A491-417C-A4A0-A817CDA306B0}" type="sibTrans" cxnId="{1AC67256-9370-4A42-987F-B4A96866FED9}">
      <dgm:prSet/>
      <dgm:spPr/>
      <dgm:t>
        <a:bodyPr/>
        <a:lstStyle/>
        <a:p>
          <a:endParaRPr lang="uk-UA"/>
        </a:p>
      </dgm:t>
    </dgm:pt>
    <dgm:pt modelId="{28566D86-4B5D-4B4C-9FBA-1DD55861CB48}" type="pres">
      <dgm:prSet presAssocID="{76DE6C7C-8C53-432E-88B7-A306C5D1F8DE}" presName="linear" presStyleCnt="0">
        <dgm:presLayoutVars>
          <dgm:animLvl val="lvl"/>
          <dgm:resizeHandles val="exact"/>
        </dgm:presLayoutVars>
      </dgm:prSet>
      <dgm:spPr/>
    </dgm:pt>
    <dgm:pt modelId="{2971968B-A94D-44BD-97C8-F335B37570A6}" type="pres">
      <dgm:prSet presAssocID="{10208E38-183E-4BE5-B09F-FB7C2F94FBBD}" presName="parentText" presStyleLbl="node1" presStyleIdx="0" presStyleCnt="4">
        <dgm:presLayoutVars>
          <dgm:chMax val="0"/>
          <dgm:bulletEnabled val="1"/>
        </dgm:presLayoutVars>
      </dgm:prSet>
      <dgm:spPr/>
    </dgm:pt>
    <dgm:pt modelId="{82B0E547-259E-47D3-934B-07FDE81E660C}" type="pres">
      <dgm:prSet presAssocID="{462CE906-D85D-49DF-B91C-9B61F041B31A}" presName="spacer" presStyleCnt="0"/>
      <dgm:spPr/>
    </dgm:pt>
    <dgm:pt modelId="{4EF23E2B-001C-4851-A08F-5930A1C47A5A}" type="pres">
      <dgm:prSet presAssocID="{83B58F35-A920-492C-887D-920137498126}" presName="parentText" presStyleLbl="node1" presStyleIdx="1" presStyleCnt="4">
        <dgm:presLayoutVars>
          <dgm:chMax val="0"/>
          <dgm:bulletEnabled val="1"/>
        </dgm:presLayoutVars>
      </dgm:prSet>
      <dgm:spPr/>
    </dgm:pt>
    <dgm:pt modelId="{4D288226-DCA2-4D04-B57C-A5F7A7803A8F}" type="pres">
      <dgm:prSet presAssocID="{42D1FA2D-AAF4-4DA1-A42F-0CC0923E4968}" presName="spacer" presStyleCnt="0"/>
      <dgm:spPr/>
    </dgm:pt>
    <dgm:pt modelId="{29A9BA1F-D406-4E67-8CFD-BDD685315E6F}" type="pres">
      <dgm:prSet presAssocID="{6ED3D37E-C4D5-4278-B2AB-89EFA1AB2E39}" presName="parentText" presStyleLbl="node1" presStyleIdx="2" presStyleCnt="4">
        <dgm:presLayoutVars>
          <dgm:chMax val="0"/>
          <dgm:bulletEnabled val="1"/>
        </dgm:presLayoutVars>
      </dgm:prSet>
      <dgm:spPr/>
    </dgm:pt>
    <dgm:pt modelId="{C5C90EEF-AB79-455C-A52C-867F42952314}" type="pres">
      <dgm:prSet presAssocID="{4292BD19-6BDB-4FF0-B7DB-C678D16A46B5}" presName="spacer" presStyleCnt="0"/>
      <dgm:spPr/>
    </dgm:pt>
    <dgm:pt modelId="{3DC4A1A2-6645-49D9-BA82-0D4669613001}" type="pres">
      <dgm:prSet presAssocID="{AE173DAF-F1E9-40A2-9E4B-929D2EB8A4D2}" presName="parentText" presStyleLbl="node1" presStyleIdx="3" presStyleCnt="4">
        <dgm:presLayoutVars>
          <dgm:chMax val="0"/>
          <dgm:bulletEnabled val="1"/>
        </dgm:presLayoutVars>
      </dgm:prSet>
      <dgm:spPr/>
    </dgm:pt>
  </dgm:ptLst>
  <dgm:cxnLst>
    <dgm:cxn modelId="{927B5D27-1F2B-4589-BC9D-622BD34B261B}" type="presOf" srcId="{83B58F35-A920-492C-887D-920137498126}" destId="{4EF23E2B-001C-4851-A08F-5930A1C47A5A}" srcOrd="0" destOrd="0" presId="urn:microsoft.com/office/officeart/2005/8/layout/vList2"/>
    <dgm:cxn modelId="{501B105C-ED9C-43D2-B7E3-AB320E06E07D}" type="presOf" srcId="{76DE6C7C-8C53-432E-88B7-A306C5D1F8DE}" destId="{28566D86-4B5D-4B4C-9FBA-1DD55861CB48}" srcOrd="0" destOrd="0" presId="urn:microsoft.com/office/officeart/2005/8/layout/vList2"/>
    <dgm:cxn modelId="{34D6DF6F-DE03-45FD-9F0B-089036EBECD8}" srcId="{76DE6C7C-8C53-432E-88B7-A306C5D1F8DE}" destId="{6ED3D37E-C4D5-4278-B2AB-89EFA1AB2E39}" srcOrd="2" destOrd="0" parTransId="{57EEA8AC-1E59-49B2-81E3-AED5E73F3DD9}" sibTransId="{4292BD19-6BDB-4FF0-B7DB-C678D16A46B5}"/>
    <dgm:cxn modelId="{1AC67256-9370-4A42-987F-B4A96866FED9}" srcId="{76DE6C7C-8C53-432E-88B7-A306C5D1F8DE}" destId="{AE173DAF-F1E9-40A2-9E4B-929D2EB8A4D2}" srcOrd="3" destOrd="0" parTransId="{B938EC57-1519-4359-82B9-FD201A756EEB}" sibTransId="{D78156DA-A491-417C-A4A0-A817CDA306B0}"/>
    <dgm:cxn modelId="{853B4997-B716-4394-88F4-43A4BF82F189}" srcId="{76DE6C7C-8C53-432E-88B7-A306C5D1F8DE}" destId="{10208E38-183E-4BE5-B09F-FB7C2F94FBBD}" srcOrd="0" destOrd="0" parTransId="{FD1D61FA-A98D-4852-85A6-7DB86209D0BB}" sibTransId="{462CE906-D85D-49DF-B91C-9B61F041B31A}"/>
    <dgm:cxn modelId="{837E05BC-960D-41DC-868C-1FAB1649AAFC}" srcId="{76DE6C7C-8C53-432E-88B7-A306C5D1F8DE}" destId="{83B58F35-A920-492C-887D-920137498126}" srcOrd="1" destOrd="0" parTransId="{F8ACC511-2B72-4EB9-ADF8-0B17448E00C4}" sibTransId="{42D1FA2D-AAF4-4DA1-A42F-0CC0923E4968}"/>
    <dgm:cxn modelId="{C44036CD-243D-4E1E-9377-3FE7E2EB4385}" type="presOf" srcId="{6ED3D37E-C4D5-4278-B2AB-89EFA1AB2E39}" destId="{29A9BA1F-D406-4E67-8CFD-BDD685315E6F}" srcOrd="0" destOrd="0" presId="urn:microsoft.com/office/officeart/2005/8/layout/vList2"/>
    <dgm:cxn modelId="{AC1394D5-6E3E-40D8-AD84-20BB8800F65D}" type="presOf" srcId="{AE173DAF-F1E9-40A2-9E4B-929D2EB8A4D2}" destId="{3DC4A1A2-6645-49D9-BA82-0D4669613001}" srcOrd="0" destOrd="0" presId="urn:microsoft.com/office/officeart/2005/8/layout/vList2"/>
    <dgm:cxn modelId="{801D45EE-E2FD-4DE5-A466-2B5D457432B8}" type="presOf" srcId="{10208E38-183E-4BE5-B09F-FB7C2F94FBBD}" destId="{2971968B-A94D-44BD-97C8-F335B37570A6}" srcOrd="0" destOrd="0" presId="urn:microsoft.com/office/officeart/2005/8/layout/vList2"/>
    <dgm:cxn modelId="{C5149312-48F5-40BB-A510-F70209B97D90}" type="presParOf" srcId="{28566D86-4B5D-4B4C-9FBA-1DD55861CB48}" destId="{2971968B-A94D-44BD-97C8-F335B37570A6}" srcOrd="0" destOrd="0" presId="urn:microsoft.com/office/officeart/2005/8/layout/vList2"/>
    <dgm:cxn modelId="{1235C01F-1EF2-4526-BFE0-B509E5E18E58}" type="presParOf" srcId="{28566D86-4B5D-4B4C-9FBA-1DD55861CB48}" destId="{82B0E547-259E-47D3-934B-07FDE81E660C}" srcOrd="1" destOrd="0" presId="urn:microsoft.com/office/officeart/2005/8/layout/vList2"/>
    <dgm:cxn modelId="{1DB47289-F4C9-4761-90E2-35947B3A8816}" type="presParOf" srcId="{28566D86-4B5D-4B4C-9FBA-1DD55861CB48}" destId="{4EF23E2B-001C-4851-A08F-5930A1C47A5A}" srcOrd="2" destOrd="0" presId="urn:microsoft.com/office/officeart/2005/8/layout/vList2"/>
    <dgm:cxn modelId="{9840C66F-B25B-4676-A78C-C264608AB658}" type="presParOf" srcId="{28566D86-4B5D-4B4C-9FBA-1DD55861CB48}" destId="{4D288226-DCA2-4D04-B57C-A5F7A7803A8F}" srcOrd="3" destOrd="0" presId="urn:microsoft.com/office/officeart/2005/8/layout/vList2"/>
    <dgm:cxn modelId="{E1584619-E354-497C-9726-D16917F13DD3}" type="presParOf" srcId="{28566D86-4B5D-4B4C-9FBA-1DD55861CB48}" destId="{29A9BA1F-D406-4E67-8CFD-BDD685315E6F}" srcOrd="4" destOrd="0" presId="urn:microsoft.com/office/officeart/2005/8/layout/vList2"/>
    <dgm:cxn modelId="{A4963D9A-754C-47C4-A9C3-BE4BF702E320}" type="presParOf" srcId="{28566D86-4B5D-4B4C-9FBA-1DD55861CB48}" destId="{C5C90EEF-AB79-455C-A52C-867F42952314}" srcOrd="5" destOrd="0" presId="urn:microsoft.com/office/officeart/2005/8/layout/vList2"/>
    <dgm:cxn modelId="{23AA7ECC-6AAF-47AB-B17A-91924B7705D0}" type="presParOf" srcId="{28566D86-4B5D-4B4C-9FBA-1DD55861CB48}" destId="{3DC4A1A2-6645-49D9-BA82-0D466961300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B76F4158-54A5-4A20-ACF6-F4E710404A1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6AEF6C7B-E044-4BA0-BAE9-B31998ADE45B}">
      <dgm:prSet/>
      <dgm:spPr/>
      <dgm:t>
        <a:bodyPr/>
        <a:lstStyle/>
        <a:p>
          <a:r>
            <a:rPr lang="uk-UA" b="0" i="0"/>
            <a:t>бойкот і саботаж Компартією України другого туру виборів до Верховної Ради України у березні 1990 р.</a:t>
          </a:r>
          <a:endParaRPr lang="uk-UA"/>
        </a:p>
      </dgm:t>
    </dgm:pt>
    <dgm:pt modelId="{6C4912C5-1F4B-4060-B90C-4A04B9D71050}" type="parTrans" cxnId="{10BE5D84-0D8C-4A8D-BF10-054EAA66CE0F}">
      <dgm:prSet/>
      <dgm:spPr/>
      <dgm:t>
        <a:bodyPr/>
        <a:lstStyle/>
        <a:p>
          <a:endParaRPr lang="uk-UA"/>
        </a:p>
      </dgm:t>
    </dgm:pt>
    <dgm:pt modelId="{587C15D2-E4BF-4619-AE55-1394E9D39F06}" type="sibTrans" cxnId="{10BE5D84-0D8C-4A8D-BF10-054EAA66CE0F}">
      <dgm:prSet/>
      <dgm:spPr/>
      <dgm:t>
        <a:bodyPr/>
        <a:lstStyle/>
        <a:p>
          <a:endParaRPr lang="uk-UA"/>
        </a:p>
      </dgm:t>
    </dgm:pt>
    <dgm:pt modelId="{BBE7A6FF-96F8-4F04-AB8D-E740A841528B}">
      <dgm:prSet/>
      <dgm:spPr/>
      <dgm:t>
        <a:bodyPr/>
        <a:lstStyle/>
        <a:p>
          <a:r>
            <a:rPr lang="uk-UA" b="0" i="0"/>
            <a:t>підтримка керівництвом Компартії України спроби державного перевороту 19–21 серпня 1991 р. та сприяння його здійсненню в Україні</a:t>
          </a:r>
          <a:endParaRPr lang="uk-UA"/>
        </a:p>
      </dgm:t>
    </dgm:pt>
    <dgm:pt modelId="{44F8EFE7-49AB-4989-8515-D061D38081C3}" type="parTrans" cxnId="{56456B75-A9F2-43E4-8497-6B2F6035AB6D}">
      <dgm:prSet/>
      <dgm:spPr/>
      <dgm:t>
        <a:bodyPr/>
        <a:lstStyle/>
        <a:p>
          <a:endParaRPr lang="uk-UA"/>
        </a:p>
      </dgm:t>
    </dgm:pt>
    <dgm:pt modelId="{514F469B-A31C-4EC2-988B-B5DE9E7DF8B3}" type="sibTrans" cxnId="{56456B75-A9F2-43E4-8497-6B2F6035AB6D}">
      <dgm:prSet/>
      <dgm:spPr/>
      <dgm:t>
        <a:bodyPr/>
        <a:lstStyle/>
        <a:p>
          <a:endParaRPr lang="uk-UA"/>
        </a:p>
      </dgm:t>
    </dgm:pt>
    <dgm:pt modelId="{5795573A-69A6-4FAF-9AFF-6B91D9EA1ED1}">
      <dgm:prSet/>
      <dgm:spPr/>
      <dgm:t>
        <a:bodyPr/>
        <a:lstStyle/>
        <a:p>
          <a:r>
            <a:rPr lang="uk-UA" b="0" i="0"/>
            <a:t>засудження вищим партійним керівництвом республіки Акта проголошення незалежності України 24 серпня 1991 р.</a:t>
          </a:r>
          <a:endParaRPr lang="uk-UA"/>
        </a:p>
      </dgm:t>
    </dgm:pt>
    <dgm:pt modelId="{005317E8-B6F4-4FD1-8C3B-C8AF78619739}" type="parTrans" cxnId="{3FCE7CFE-F62C-43F5-8B9D-6E25F8BF6B83}">
      <dgm:prSet/>
      <dgm:spPr/>
      <dgm:t>
        <a:bodyPr/>
        <a:lstStyle/>
        <a:p>
          <a:endParaRPr lang="uk-UA"/>
        </a:p>
      </dgm:t>
    </dgm:pt>
    <dgm:pt modelId="{AB085297-C7C1-4F71-B32C-371FCFB7C5FB}" type="sibTrans" cxnId="{3FCE7CFE-F62C-43F5-8B9D-6E25F8BF6B83}">
      <dgm:prSet/>
      <dgm:spPr/>
      <dgm:t>
        <a:bodyPr/>
        <a:lstStyle/>
        <a:p>
          <a:endParaRPr lang="uk-UA"/>
        </a:p>
      </dgm:t>
    </dgm:pt>
    <dgm:pt modelId="{6C14B9CF-E0AF-44A3-959D-48A1344BA40F}">
      <dgm:prSet/>
      <dgm:spPr/>
      <dgm:t>
        <a:bodyPr/>
        <a:lstStyle/>
        <a:p>
          <a:r>
            <a:rPr lang="uk-UA" b="0" i="0"/>
            <a:t>блокування місцевими партійними органами республіки підготовки до всеукраїнського референдуму 1 грудня 1991 р.</a:t>
          </a:r>
          <a:endParaRPr lang="uk-UA"/>
        </a:p>
      </dgm:t>
    </dgm:pt>
    <dgm:pt modelId="{C1492F44-DD48-4704-9B1A-ACA5D62474FC}" type="parTrans" cxnId="{CE1D9E4C-0EE2-4E3D-9594-2BFDCD5C3B67}">
      <dgm:prSet/>
      <dgm:spPr/>
      <dgm:t>
        <a:bodyPr/>
        <a:lstStyle/>
        <a:p>
          <a:endParaRPr lang="uk-UA"/>
        </a:p>
      </dgm:t>
    </dgm:pt>
    <dgm:pt modelId="{4201FCAA-0995-4675-9993-9E9F80439A2C}" type="sibTrans" cxnId="{CE1D9E4C-0EE2-4E3D-9594-2BFDCD5C3B67}">
      <dgm:prSet/>
      <dgm:spPr/>
      <dgm:t>
        <a:bodyPr/>
        <a:lstStyle/>
        <a:p>
          <a:endParaRPr lang="uk-UA"/>
        </a:p>
      </dgm:t>
    </dgm:pt>
    <dgm:pt modelId="{C371209E-C503-4516-B61C-70F07DE76B64}" type="pres">
      <dgm:prSet presAssocID="{B76F4158-54A5-4A20-ACF6-F4E710404A13}" presName="vert0" presStyleCnt="0">
        <dgm:presLayoutVars>
          <dgm:dir/>
          <dgm:animOne val="branch"/>
          <dgm:animLvl val="lvl"/>
        </dgm:presLayoutVars>
      </dgm:prSet>
      <dgm:spPr/>
    </dgm:pt>
    <dgm:pt modelId="{C82B688D-B210-4197-B92A-1160152E9F29}" type="pres">
      <dgm:prSet presAssocID="{6AEF6C7B-E044-4BA0-BAE9-B31998ADE45B}" presName="thickLine" presStyleLbl="alignNode1" presStyleIdx="0" presStyleCnt="4"/>
      <dgm:spPr/>
    </dgm:pt>
    <dgm:pt modelId="{78528583-1D10-435B-88C5-5C85486B2E3A}" type="pres">
      <dgm:prSet presAssocID="{6AEF6C7B-E044-4BA0-BAE9-B31998ADE45B}" presName="horz1" presStyleCnt="0"/>
      <dgm:spPr/>
    </dgm:pt>
    <dgm:pt modelId="{96E2A2A2-F7CB-4190-9FBA-2C482DDB9D57}" type="pres">
      <dgm:prSet presAssocID="{6AEF6C7B-E044-4BA0-BAE9-B31998ADE45B}" presName="tx1" presStyleLbl="revTx" presStyleIdx="0" presStyleCnt="4"/>
      <dgm:spPr/>
    </dgm:pt>
    <dgm:pt modelId="{FB81E9B1-D8F6-4A94-A893-563F43AB1120}" type="pres">
      <dgm:prSet presAssocID="{6AEF6C7B-E044-4BA0-BAE9-B31998ADE45B}" presName="vert1" presStyleCnt="0"/>
      <dgm:spPr/>
    </dgm:pt>
    <dgm:pt modelId="{DA4A31FF-7ECF-4362-B505-AE2F2100B356}" type="pres">
      <dgm:prSet presAssocID="{BBE7A6FF-96F8-4F04-AB8D-E740A841528B}" presName="thickLine" presStyleLbl="alignNode1" presStyleIdx="1" presStyleCnt="4"/>
      <dgm:spPr/>
    </dgm:pt>
    <dgm:pt modelId="{EA2C52C2-E783-484C-AF31-EA949F2BB106}" type="pres">
      <dgm:prSet presAssocID="{BBE7A6FF-96F8-4F04-AB8D-E740A841528B}" presName="horz1" presStyleCnt="0"/>
      <dgm:spPr/>
    </dgm:pt>
    <dgm:pt modelId="{B43CA12B-8C1B-42EF-8CA1-C4EAB7B4CB42}" type="pres">
      <dgm:prSet presAssocID="{BBE7A6FF-96F8-4F04-AB8D-E740A841528B}" presName="tx1" presStyleLbl="revTx" presStyleIdx="1" presStyleCnt="4"/>
      <dgm:spPr/>
    </dgm:pt>
    <dgm:pt modelId="{BC9290C3-AA4E-432F-A126-91890DD723FD}" type="pres">
      <dgm:prSet presAssocID="{BBE7A6FF-96F8-4F04-AB8D-E740A841528B}" presName="vert1" presStyleCnt="0"/>
      <dgm:spPr/>
    </dgm:pt>
    <dgm:pt modelId="{9E067C56-59EE-4E36-A7E6-7EA82B45A1CD}" type="pres">
      <dgm:prSet presAssocID="{5795573A-69A6-4FAF-9AFF-6B91D9EA1ED1}" presName="thickLine" presStyleLbl="alignNode1" presStyleIdx="2" presStyleCnt="4"/>
      <dgm:spPr/>
    </dgm:pt>
    <dgm:pt modelId="{7FBC27C0-C78A-4A71-A8B5-60B13D10C4CA}" type="pres">
      <dgm:prSet presAssocID="{5795573A-69A6-4FAF-9AFF-6B91D9EA1ED1}" presName="horz1" presStyleCnt="0"/>
      <dgm:spPr/>
    </dgm:pt>
    <dgm:pt modelId="{A4AB71B9-B021-4ADD-A961-9AAF9F586833}" type="pres">
      <dgm:prSet presAssocID="{5795573A-69A6-4FAF-9AFF-6B91D9EA1ED1}" presName="tx1" presStyleLbl="revTx" presStyleIdx="2" presStyleCnt="4"/>
      <dgm:spPr/>
    </dgm:pt>
    <dgm:pt modelId="{5F174083-9B6B-4075-A517-87CA9C77E5F7}" type="pres">
      <dgm:prSet presAssocID="{5795573A-69A6-4FAF-9AFF-6B91D9EA1ED1}" presName="vert1" presStyleCnt="0"/>
      <dgm:spPr/>
    </dgm:pt>
    <dgm:pt modelId="{FEC12C26-5BB6-42E7-851C-74BC06E1D9CB}" type="pres">
      <dgm:prSet presAssocID="{6C14B9CF-E0AF-44A3-959D-48A1344BA40F}" presName="thickLine" presStyleLbl="alignNode1" presStyleIdx="3" presStyleCnt="4"/>
      <dgm:spPr/>
    </dgm:pt>
    <dgm:pt modelId="{82E26A0A-C4A1-4CAC-9751-EDD540E484DD}" type="pres">
      <dgm:prSet presAssocID="{6C14B9CF-E0AF-44A3-959D-48A1344BA40F}" presName="horz1" presStyleCnt="0"/>
      <dgm:spPr/>
    </dgm:pt>
    <dgm:pt modelId="{8A954DD9-1E5D-45E7-842A-C2F94BE0C483}" type="pres">
      <dgm:prSet presAssocID="{6C14B9CF-E0AF-44A3-959D-48A1344BA40F}" presName="tx1" presStyleLbl="revTx" presStyleIdx="3" presStyleCnt="4"/>
      <dgm:spPr/>
    </dgm:pt>
    <dgm:pt modelId="{A56FADCA-E1FA-4789-85E8-E806D7A10E0A}" type="pres">
      <dgm:prSet presAssocID="{6C14B9CF-E0AF-44A3-959D-48A1344BA40F}" presName="vert1" presStyleCnt="0"/>
      <dgm:spPr/>
    </dgm:pt>
  </dgm:ptLst>
  <dgm:cxnLst>
    <dgm:cxn modelId="{32238939-FB54-485F-824F-6B733BC637AA}" type="presOf" srcId="{BBE7A6FF-96F8-4F04-AB8D-E740A841528B}" destId="{B43CA12B-8C1B-42EF-8CA1-C4EAB7B4CB42}" srcOrd="0" destOrd="0" presId="urn:microsoft.com/office/officeart/2008/layout/LinedList"/>
    <dgm:cxn modelId="{D974D96B-178E-4D3F-B35F-309829933AF9}" type="presOf" srcId="{6C14B9CF-E0AF-44A3-959D-48A1344BA40F}" destId="{8A954DD9-1E5D-45E7-842A-C2F94BE0C483}" srcOrd="0" destOrd="0" presId="urn:microsoft.com/office/officeart/2008/layout/LinedList"/>
    <dgm:cxn modelId="{CE1D9E4C-0EE2-4E3D-9594-2BFDCD5C3B67}" srcId="{B76F4158-54A5-4A20-ACF6-F4E710404A13}" destId="{6C14B9CF-E0AF-44A3-959D-48A1344BA40F}" srcOrd="3" destOrd="0" parTransId="{C1492F44-DD48-4704-9B1A-ACA5D62474FC}" sibTransId="{4201FCAA-0995-4675-9993-9E9F80439A2C}"/>
    <dgm:cxn modelId="{47254773-34E5-44A9-94E7-9D83AA322307}" type="presOf" srcId="{6AEF6C7B-E044-4BA0-BAE9-B31998ADE45B}" destId="{96E2A2A2-F7CB-4190-9FBA-2C482DDB9D57}" srcOrd="0" destOrd="0" presId="urn:microsoft.com/office/officeart/2008/layout/LinedList"/>
    <dgm:cxn modelId="{56456B75-A9F2-43E4-8497-6B2F6035AB6D}" srcId="{B76F4158-54A5-4A20-ACF6-F4E710404A13}" destId="{BBE7A6FF-96F8-4F04-AB8D-E740A841528B}" srcOrd="1" destOrd="0" parTransId="{44F8EFE7-49AB-4989-8515-D061D38081C3}" sibTransId="{514F469B-A31C-4EC2-988B-B5DE9E7DF8B3}"/>
    <dgm:cxn modelId="{10BE5D84-0D8C-4A8D-BF10-054EAA66CE0F}" srcId="{B76F4158-54A5-4A20-ACF6-F4E710404A13}" destId="{6AEF6C7B-E044-4BA0-BAE9-B31998ADE45B}" srcOrd="0" destOrd="0" parTransId="{6C4912C5-1F4B-4060-B90C-4A04B9D71050}" sibTransId="{587C15D2-E4BF-4619-AE55-1394E9D39F06}"/>
    <dgm:cxn modelId="{3B7E4584-84D8-4D81-B9FB-BCE1F9AB7E57}" type="presOf" srcId="{5795573A-69A6-4FAF-9AFF-6B91D9EA1ED1}" destId="{A4AB71B9-B021-4ADD-A961-9AAF9F586833}" srcOrd="0" destOrd="0" presId="urn:microsoft.com/office/officeart/2008/layout/LinedList"/>
    <dgm:cxn modelId="{024A08E8-ECE7-4DDD-81C5-069F70B1D8C3}" type="presOf" srcId="{B76F4158-54A5-4A20-ACF6-F4E710404A13}" destId="{C371209E-C503-4516-B61C-70F07DE76B64}" srcOrd="0" destOrd="0" presId="urn:microsoft.com/office/officeart/2008/layout/LinedList"/>
    <dgm:cxn modelId="{3FCE7CFE-F62C-43F5-8B9D-6E25F8BF6B83}" srcId="{B76F4158-54A5-4A20-ACF6-F4E710404A13}" destId="{5795573A-69A6-4FAF-9AFF-6B91D9EA1ED1}" srcOrd="2" destOrd="0" parTransId="{005317E8-B6F4-4FD1-8C3B-C8AF78619739}" sibTransId="{AB085297-C7C1-4F71-B32C-371FCFB7C5FB}"/>
    <dgm:cxn modelId="{8BA03288-BBD2-4DE7-BB57-842D3E5321F6}" type="presParOf" srcId="{C371209E-C503-4516-B61C-70F07DE76B64}" destId="{C82B688D-B210-4197-B92A-1160152E9F29}" srcOrd="0" destOrd="0" presId="urn:microsoft.com/office/officeart/2008/layout/LinedList"/>
    <dgm:cxn modelId="{42AABFCC-05D3-4F68-89C4-630C5F80BEC3}" type="presParOf" srcId="{C371209E-C503-4516-B61C-70F07DE76B64}" destId="{78528583-1D10-435B-88C5-5C85486B2E3A}" srcOrd="1" destOrd="0" presId="urn:microsoft.com/office/officeart/2008/layout/LinedList"/>
    <dgm:cxn modelId="{FE72D951-75CC-40DA-A1CB-97A1D86405C9}" type="presParOf" srcId="{78528583-1D10-435B-88C5-5C85486B2E3A}" destId="{96E2A2A2-F7CB-4190-9FBA-2C482DDB9D57}" srcOrd="0" destOrd="0" presId="urn:microsoft.com/office/officeart/2008/layout/LinedList"/>
    <dgm:cxn modelId="{99351D40-9DAF-488C-A327-6055748F8A10}" type="presParOf" srcId="{78528583-1D10-435B-88C5-5C85486B2E3A}" destId="{FB81E9B1-D8F6-4A94-A893-563F43AB1120}" srcOrd="1" destOrd="0" presId="urn:microsoft.com/office/officeart/2008/layout/LinedList"/>
    <dgm:cxn modelId="{C6FA4AA9-155B-480E-B316-568B14F599BE}" type="presParOf" srcId="{C371209E-C503-4516-B61C-70F07DE76B64}" destId="{DA4A31FF-7ECF-4362-B505-AE2F2100B356}" srcOrd="2" destOrd="0" presId="urn:microsoft.com/office/officeart/2008/layout/LinedList"/>
    <dgm:cxn modelId="{D2AD37AB-CEEF-4BCD-9A5E-3CE8BE973360}" type="presParOf" srcId="{C371209E-C503-4516-B61C-70F07DE76B64}" destId="{EA2C52C2-E783-484C-AF31-EA949F2BB106}" srcOrd="3" destOrd="0" presId="urn:microsoft.com/office/officeart/2008/layout/LinedList"/>
    <dgm:cxn modelId="{9C19D4C7-D4A0-4EB9-8AA1-F730528239D0}" type="presParOf" srcId="{EA2C52C2-E783-484C-AF31-EA949F2BB106}" destId="{B43CA12B-8C1B-42EF-8CA1-C4EAB7B4CB42}" srcOrd="0" destOrd="0" presId="urn:microsoft.com/office/officeart/2008/layout/LinedList"/>
    <dgm:cxn modelId="{27254012-AE54-444B-8850-5259D0661525}" type="presParOf" srcId="{EA2C52C2-E783-484C-AF31-EA949F2BB106}" destId="{BC9290C3-AA4E-432F-A126-91890DD723FD}" srcOrd="1" destOrd="0" presId="urn:microsoft.com/office/officeart/2008/layout/LinedList"/>
    <dgm:cxn modelId="{1385CF6C-EE6A-402E-8059-39F4E79F5A75}" type="presParOf" srcId="{C371209E-C503-4516-B61C-70F07DE76B64}" destId="{9E067C56-59EE-4E36-A7E6-7EA82B45A1CD}" srcOrd="4" destOrd="0" presId="urn:microsoft.com/office/officeart/2008/layout/LinedList"/>
    <dgm:cxn modelId="{6A5ABB9A-5A90-44E0-8778-EC29A7179094}" type="presParOf" srcId="{C371209E-C503-4516-B61C-70F07DE76B64}" destId="{7FBC27C0-C78A-4A71-A8B5-60B13D10C4CA}" srcOrd="5" destOrd="0" presId="urn:microsoft.com/office/officeart/2008/layout/LinedList"/>
    <dgm:cxn modelId="{B772BD36-F8C3-4964-B615-6BA87DF4F87C}" type="presParOf" srcId="{7FBC27C0-C78A-4A71-A8B5-60B13D10C4CA}" destId="{A4AB71B9-B021-4ADD-A961-9AAF9F586833}" srcOrd="0" destOrd="0" presId="urn:microsoft.com/office/officeart/2008/layout/LinedList"/>
    <dgm:cxn modelId="{61DAD1D1-7189-47E1-A3B6-42E5AF271827}" type="presParOf" srcId="{7FBC27C0-C78A-4A71-A8B5-60B13D10C4CA}" destId="{5F174083-9B6B-4075-A517-87CA9C77E5F7}" srcOrd="1" destOrd="0" presId="urn:microsoft.com/office/officeart/2008/layout/LinedList"/>
    <dgm:cxn modelId="{9B3C82BF-44E3-420A-A60F-0BDCD630EC0A}" type="presParOf" srcId="{C371209E-C503-4516-B61C-70F07DE76B64}" destId="{FEC12C26-5BB6-42E7-851C-74BC06E1D9CB}" srcOrd="6" destOrd="0" presId="urn:microsoft.com/office/officeart/2008/layout/LinedList"/>
    <dgm:cxn modelId="{1D89EFAF-0DA4-44BA-BBE0-3D1B9CF8D466}" type="presParOf" srcId="{C371209E-C503-4516-B61C-70F07DE76B64}" destId="{82E26A0A-C4A1-4CAC-9751-EDD540E484DD}" srcOrd="7" destOrd="0" presId="urn:microsoft.com/office/officeart/2008/layout/LinedList"/>
    <dgm:cxn modelId="{8B6BD3BF-1E23-407C-BEDA-6571881401F4}" type="presParOf" srcId="{82E26A0A-C4A1-4CAC-9751-EDD540E484DD}" destId="{8A954DD9-1E5D-45E7-842A-C2F94BE0C483}" srcOrd="0" destOrd="0" presId="urn:microsoft.com/office/officeart/2008/layout/LinedList"/>
    <dgm:cxn modelId="{5CA62ECF-45F3-4029-933D-03188F578779}" type="presParOf" srcId="{82E26A0A-C4A1-4CAC-9751-EDD540E484DD}" destId="{A56FADCA-E1FA-4789-85E8-E806D7A10E0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BA16AA45-5C7B-43C8-A57C-88FDF96D6B79}"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4343CDBF-F137-483E-A684-682E8943570F}">
      <dgm:prSet/>
      <dgm:spPr/>
      <dgm:t>
        <a:bodyPr/>
        <a:lstStyle/>
        <a:p>
          <a:r>
            <a:rPr lang="ru-RU" b="0" i="0"/>
            <a:t>Л. Кравчук</a:t>
          </a:r>
          <a:endParaRPr lang="uk-UA"/>
        </a:p>
      </dgm:t>
    </dgm:pt>
    <dgm:pt modelId="{EF7A256E-1515-448A-81DE-3B8B87F198DE}" type="parTrans" cxnId="{7CC3B2EE-5FFE-462F-BD99-DB87A93E53B2}">
      <dgm:prSet/>
      <dgm:spPr/>
      <dgm:t>
        <a:bodyPr/>
        <a:lstStyle/>
        <a:p>
          <a:endParaRPr lang="uk-UA"/>
        </a:p>
      </dgm:t>
    </dgm:pt>
    <dgm:pt modelId="{78057ACF-5FC3-485A-ACE2-9F53E2BFCF28}" type="sibTrans" cxnId="{7CC3B2EE-5FFE-462F-BD99-DB87A93E53B2}">
      <dgm:prSet/>
      <dgm:spPr/>
      <dgm:t>
        <a:bodyPr/>
        <a:lstStyle/>
        <a:p>
          <a:endParaRPr lang="uk-UA"/>
        </a:p>
      </dgm:t>
    </dgm:pt>
    <dgm:pt modelId="{04328E63-9195-450E-AF25-4BC77C4CF00B}">
      <dgm:prSet/>
      <dgm:spPr/>
      <dgm:t>
        <a:bodyPr/>
        <a:lstStyle/>
        <a:p>
          <a:r>
            <a:rPr lang="ru-RU" b="0" i="0"/>
            <a:t>В. Чорновіл</a:t>
          </a:r>
          <a:endParaRPr lang="uk-UA"/>
        </a:p>
      </dgm:t>
    </dgm:pt>
    <dgm:pt modelId="{8CC64B20-8B8F-4972-8897-83CE745D910E}" type="parTrans" cxnId="{89E4A0F9-CA4E-4C8D-AF43-93B1D2C926B4}">
      <dgm:prSet/>
      <dgm:spPr/>
      <dgm:t>
        <a:bodyPr/>
        <a:lstStyle/>
        <a:p>
          <a:endParaRPr lang="uk-UA"/>
        </a:p>
      </dgm:t>
    </dgm:pt>
    <dgm:pt modelId="{A651C4FC-FFF4-4E25-BA53-2402A3616064}" type="sibTrans" cxnId="{89E4A0F9-CA4E-4C8D-AF43-93B1D2C926B4}">
      <dgm:prSet/>
      <dgm:spPr/>
      <dgm:t>
        <a:bodyPr/>
        <a:lstStyle/>
        <a:p>
          <a:endParaRPr lang="uk-UA"/>
        </a:p>
      </dgm:t>
    </dgm:pt>
    <dgm:pt modelId="{FB57D4B7-914F-4431-88E3-7803F46F4614}">
      <dgm:prSet/>
      <dgm:spPr/>
      <dgm:t>
        <a:bodyPr/>
        <a:lstStyle/>
        <a:p>
          <a:r>
            <a:rPr lang="ru-RU" b="0" i="0"/>
            <a:t>Л. Кучма</a:t>
          </a:r>
          <a:endParaRPr lang="uk-UA"/>
        </a:p>
      </dgm:t>
    </dgm:pt>
    <dgm:pt modelId="{514F26BD-21DD-4B42-A5B6-6DD5EF6DD669}" type="parTrans" cxnId="{13F4CB47-F427-4EF1-B52B-E669534252E9}">
      <dgm:prSet/>
      <dgm:spPr/>
      <dgm:t>
        <a:bodyPr/>
        <a:lstStyle/>
        <a:p>
          <a:endParaRPr lang="uk-UA"/>
        </a:p>
      </dgm:t>
    </dgm:pt>
    <dgm:pt modelId="{4F92BFA3-E078-475A-B117-4C17E869AF73}" type="sibTrans" cxnId="{13F4CB47-F427-4EF1-B52B-E669534252E9}">
      <dgm:prSet/>
      <dgm:spPr/>
      <dgm:t>
        <a:bodyPr/>
        <a:lstStyle/>
        <a:p>
          <a:endParaRPr lang="uk-UA"/>
        </a:p>
      </dgm:t>
    </dgm:pt>
    <dgm:pt modelId="{591D59EB-4162-463C-BB5C-AF73C4570DF5}">
      <dgm:prSet/>
      <dgm:spPr/>
      <dgm:t>
        <a:bodyPr/>
        <a:lstStyle/>
        <a:p>
          <a:r>
            <a:rPr lang="ru-RU" b="0" i="0"/>
            <a:t>В. Ющенко</a:t>
          </a:r>
          <a:endParaRPr lang="uk-UA"/>
        </a:p>
      </dgm:t>
    </dgm:pt>
    <dgm:pt modelId="{EC045C59-3165-4F2F-8B41-4B5BECE4EA5D}" type="parTrans" cxnId="{E28A71C0-E49F-4652-AE15-E5A9D66B84CA}">
      <dgm:prSet/>
      <dgm:spPr/>
      <dgm:t>
        <a:bodyPr/>
        <a:lstStyle/>
        <a:p>
          <a:endParaRPr lang="uk-UA"/>
        </a:p>
      </dgm:t>
    </dgm:pt>
    <dgm:pt modelId="{166EC3D3-53DA-4DB5-A7E6-5567134EF266}" type="sibTrans" cxnId="{E28A71C0-E49F-4652-AE15-E5A9D66B84CA}">
      <dgm:prSet/>
      <dgm:spPr/>
      <dgm:t>
        <a:bodyPr/>
        <a:lstStyle/>
        <a:p>
          <a:endParaRPr lang="uk-UA"/>
        </a:p>
      </dgm:t>
    </dgm:pt>
    <dgm:pt modelId="{4D43BE0F-52F2-46CA-BA5C-52A2D4F2A0C6}">
      <dgm:prSet/>
      <dgm:spPr/>
      <dgm:t>
        <a:bodyPr/>
        <a:lstStyle/>
        <a:p>
          <a:endParaRPr lang="uk-UA"/>
        </a:p>
      </dgm:t>
    </dgm:pt>
    <dgm:pt modelId="{5A3BC0CB-DC4F-4F08-B01F-06F6C6170AEB}" type="parTrans" cxnId="{54D2F489-D682-47DA-BDA3-2442D9D9C688}">
      <dgm:prSet/>
      <dgm:spPr/>
      <dgm:t>
        <a:bodyPr/>
        <a:lstStyle/>
        <a:p>
          <a:endParaRPr lang="uk-UA"/>
        </a:p>
      </dgm:t>
    </dgm:pt>
    <dgm:pt modelId="{D7245877-D4ED-4B35-AF52-4B1C15BD80DB}" type="sibTrans" cxnId="{54D2F489-D682-47DA-BDA3-2442D9D9C688}">
      <dgm:prSet/>
      <dgm:spPr/>
      <dgm:t>
        <a:bodyPr/>
        <a:lstStyle/>
        <a:p>
          <a:endParaRPr lang="uk-UA"/>
        </a:p>
      </dgm:t>
    </dgm:pt>
    <dgm:pt modelId="{89FAA9A5-0A34-4E44-BBE1-AE23A36DF715}" type="pres">
      <dgm:prSet presAssocID="{BA16AA45-5C7B-43C8-A57C-88FDF96D6B79}" presName="matrix" presStyleCnt="0">
        <dgm:presLayoutVars>
          <dgm:chMax val="1"/>
          <dgm:dir/>
          <dgm:resizeHandles val="exact"/>
        </dgm:presLayoutVars>
      </dgm:prSet>
      <dgm:spPr/>
    </dgm:pt>
    <dgm:pt modelId="{65BA3A59-B99E-4B17-BF0C-F67EACD7AB99}" type="pres">
      <dgm:prSet presAssocID="{BA16AA45-5C7B-43C8-A57C-88FDF96D6B79}" presName="diamond" presStyleLbl="bgShp" presStyleIdx="0" presStyleCnt="1"/>
      <dgm:spPr/>
    </dgm:pt>
    <dgm:pt modelId="{1447E38D-773D-4042-969E-A21880DED020}" type="pres">
      <dgm:prSet presAssocID="{BA16AA45-5C7B-43C8-A57C-88FDF96D6B79}" presName="quad1" presStyleLbl="node1" presStyleIdx="0" presStyleCnt="4">
        <dgm:presLayoutVars>
          <dgm:chMax val="0"/>
          <dgm:chPref val="0"/>
          <dgm:bulletEnabled val="1"/>
        </dgm:presLayoutVars>
      </dgm:prSet>
      <dgm:spPr/>
    </dgm:pt>
    <dgm:pt modelId="{9C69D604-3250-4514-975A-A2ED061EE937}" type="pres">
      <dgm:prSet presAssocID="{BA16AA45-5C7B-43C8-A57C-88FDF96D6B79}" presName="quad2" presStyleLbl="node1" presStyleIdx="1" presStyleCnt="4">
        <dgm:presLayoutVars>
          <dgm:chMax val="0"/>
          <dgm:chPref val="0"/>
          <dgm:bulletEnabled val="1"/>
        </dgm:presLayoutVars>
      </dgm:prSet>
      <dgm:spPr/>
    </dgm:pt>
    <dgm:pt modelId="{48A468A7-1C4A-441F-96E4-87DFF7F8C756}" type="pres">
      <dgm:prSet presAssocID="{BA16AA45-5C7B-43C8-A57C-88FDF96D6B79}" presName="quad3" presStyleLbl="node1" presStyleIdx="2" presStyleCnt="4">
        <dgm:presLayoutVars>
          <dgm:chMax val="0"/>
          <dgm:chPref val="0"/>
          <dgm:bulletEnabled val="1"/>
        </dgm:presLayoutVars>
      </dgm:prSet>
      <dgm:spPr/>
    </dgm:pt>
    <dgm:pt modelId="{BF7AA0A5-0C31-4F17-9CE2-435CEED515BA}" type="pres">
      <dgm:prSet presAssocID="{BA16AA45-5C7B-43C8-A57C-88FDF96D6B79}" presName="quad4" presStyleLbl="node1" presStyleIdx="3" presStyleCnt="4">
        <dgm:presLayoutVars>
          <dgm:chMax val="0"/>
          <dgm:chPref val="0"/>
          <dgm:bulletEnabled val="1"/>
        </dgm:presLayoutVars>
      </dgm:prSet>
      <dgm:spPr/>
    </dgm:pt>
  </dgm:ptLst>
  <dgm:cxnLst>
    <dgm:cxn modelId="{7FB7921A-84F9-4897-8C4B-0D31EEACA90D}" type="presOf" srcId="{591D59EB-4162-463C-BB5C-AF73C4570DF5}" destId="{BF7AA0A5-0C31-4F17-9CE2-435CEED515BA}" srcOrd="0" destOrd="0" presId="urn:microsoft.com/office/officeart/2005/8/layout/matrix3"/>
    <dgm:cxn modelId="{13F4CB47-F427-4EF1-B52B-E669534252E9}" srcId="{BA16AA45-5C7B-43C8-A57C-88FDF96D6B79}" destId="{FB57D4B7-914F-4431-88E3-7803F46F4614}" srcOrd="2" destOrd="0" parTransId="{514F26BD-21DD-4B42-A5B6-6DD5EF6DD669}" sibTransId="{4F92BFA3-E078-475A-B117-4C17E869AF73}"/>
    <dgm:cxn modelId="{55D7C450-346C-4D78-9F57-43AC14AC585F}" type="presOf" srcId="{4343CDBF-F137-483E-A684-682E8943570F}" destId="{1447E38D-773D-4042-969E-A21880DED020}" srcOrd="0" destOrd="0" presId="urn:microsoft.com/office/officeart/2005/8/layout/matrix3"/>
    <dgm:cxn modelId="{92DB215A-EA3A-4F2C-B59A-0881D4AE6E9E}" type="presOf" srcId="{FB57D4B7-914F-4431-88E3-7803F46F4614}" destId="{48A468A7-1C4A-441F-96E4-87DFF7F8C756}" srcOrd="0" destOrd="0" presId="urn:microsoft.com/office/officeart/2005/8/layout/matrix3"/>
    <dgm:cxn modelId="{E3182885-AE52-43C3-AA6B-326DC2FDD2F1}" type="presOf" srcId="{04328E63-9195-450E-AF25-4BC77C4CF00B}" destId="{9C69D604-3250-4514-975A-A2ED061EE937}" srcOrd="0" destOrd="0" presId="urn:microsoft.com/office/officeart/2005/8/layout/matrix3"/>
    <dgm:cxn modelId="{C9D69989-480A-45A1-BD5E-627894DE6228}" type="presOf" srcId="{BA16AA45-5C7B-43C8-A57C-88FDF96D6B79}" destId="{89FAA9A5-0A34-4E44-BBE1-AE23A36DF715}" srcOrd="0" destOrd="0" presId="urn:microsoft.com/office/officeart/2005/8/layout/matrix3"/>
    <dgm:cxn modelId="{54D2F489-D682-47DA-BDA3-2442D9D9C688}" srcId="{BA16AA45-5C7B-43C8-A57C-88FDF96D6B79}" destId="{4D43BE0F-52F2-46CA-BA5C-52A2D4F2A0C6}" srcOrd="4" destOrd="0" parTransId="{5A3BC0CB-DC4F-4F08-B01F-06F6C6170AEB}" sibTransId="{D7245877-D4ED-4B35-AF52-4B1C15BD80DB}"/>
    <dgm:cxn modelId="{E28A71C0-E49F-4652-AE15-E5A9D66B84CA}" srcId="{BA16AA45-5C7B-43C8-A57C-88FDF96D6B79}" destId="{591D59EB-4162-463C-BB5C-AF73C4570DF5}" srcOrd="3" destOrd="0" parTransId="{EC045C59-3165-4F2F-8B41-4B5BECE4EA5D}" sibTransId="{166EC3D3-53DA-4DB5-A7E6-5567134EF266}"/>
    <dgm:cxn modelId="{7CC3B2EE-5FFE-462F-BD99-DB87A93E53B2}" srcId="{BA16AA45-5C7B-43C8-A57C-88FDF96D6B79}" destId="{4343CDBF-F137-483E-A684-682E8943570F}" srcOrd="0" destOrd="0" parTransId="{EF7A256E-1515-448A-81DE-3B8B87F198DE}" sibTransId="{78057ACF-5FC3-485A-ACE2-9F53E2BFCF28}"/>
    <dgm:cxn modelId="{89E4A0F9-CA4E-4C8D-AF43-93B1D2C926B4}" srcId="{BA16AA45-5C7B-43C8-A57C-88FDF96D6B79}" destId="{04328E63-9195-450E-AF25-4BC77C4CF00B}" srcOrd="1" destOrd="0" parTransId="{8CC64B20-8B8F-4972-8897-83CE745D910E}" sibTransId="{A651C4FC-FFF4-4E25-BA53-2402A3616064}"/>
    <dgm:cxn modelId="{7282F1E6-5A91-4CB1-800E-60673C15D9F3}" type="presParOf" srcId="{89FAA9A5-0A34-4E44-BBE1-AE23A36DF715}" destId="{65BA3A59-B99E-4B17-BF0C-F67EACD7AB99}" srcOrd="0" destOrd="0" presId="urn:microsoft.com/office/officeart/2005/8/layout/matrix3"/>
    <dgm:cxn modelId="{19ED9E84-6067-482C-95F1-9619A56ABF7F}" type="presParOf" srcId="{89FAA9A5-0A34-4E44-BBE1-AE23A36DF715}" destId="{1447E38D-773D-4042-969E-A21880DED020}" srcOrd="1" destOrd="0" presId="urn:microsoft.com/office/officeart/2005/8/layout/matrix3"/>
    <dgm:cxn modelId="{9ADD2A56-6B2A-4B15-91E1-49DA23EC0033}" type="presParOf" srcId="{89FAA9A5-0A34-4E44-BBE1-AE23A36DF715}" destId="{9C69D604-3250-4514-975A-A2ED061EE937}" srcOrd="2" destOrd="0" presId="urn:microsoft.com/office/officeart/2005/8/layout/matrix3"/>
    <dgm:cxn modelId="{A1F01982-A8D5-42CA-9DE7-646C6A8ED024}" type="presParOf" srcId="{89FAA9A5-0A34-4E44-BBE1-AE23A36DF715}" destId="{48A468A7-1C4A-441F-96E4-87DFF7F8C756}" srcOrd="3" destOrd="0" presId="urn:microsoft.com/office/officeart/2005/8/layout/matrix3"/>
    <dgm:cxn modelId="{91B37E1A-BE59-4EDA-92BE-AFE70F92660E}" type="presParOf" srcId="{89FAA9A5-0A34-4E44-BBE1-AE23A36DF715}" destId="{BF7AA0A5-0C31-4F17-9CE2-435CEED515B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B987BC8D-F7B1-4A16-A171-862F64AD3CF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26647A7-1DD5-49DD-9805-CCBF2F1273E3}">
      <dgm:prSet/>
      <dgm:spPr/>
      <dgm:t>
        <a:bodyPr/>
        <a:lstStyle/>
        <a:p>
          <a:r>
            <a:rPr lang="ru-RU" b="0" i="0"/>
            <a:t>В. Чорновола.</a:t>
          </a:r>
          <a:endParaRPr lang="uk-UA"/>
        </a:p>
      </dgm:t>
    </dgm:pt>
    <dgm:pt modelId="{055B876F-47E8-4237-AB94-19906A9220BF}" type="parTrans" cxnId="{23264529-147C-495C-B9A0-97546A21B219}">
      <dgm:prSet/>
      <dgm:spPr/>
      <dgm:t>
        <a:bodyPr/>
        <a:lstStyle/>
        <a:p>
          <a:endParaRPr lang="uk-UA"/>
        </a:p>
      </dgm:t>
    </dgm:pt>
    <dgm:pt modelId="{79CA6299-7364-4CE0-AE53-FAA939EC468C}" type="sibTrans" cxnId="{23264529-147C-495C-B9A0-97546A21B219}">
      <dgm:prSet/>
      <dgm:spPr/>
      <dgm:t>
        <a:bodyPr/>
        <a:lstStyle/>
        <a:p>
          <a:endParaRPr lang="uk-UA"/>
        </a:p>
      </dgm:t>
    </dgm:pt>
    <dgm:pt modelId="{1ADBFBB7-1825-4939-B98C-D1C745524123}">
      <dgm:prSet/>
      <dgm:spPr/>
      <dgm:t>
        <a:bodyPr/>
        <a:lstStyle/>
        <a:p>
          <a:r>
            <a:rPr lang="ru-RU" b="0" i="0"/>
            <a:t>Л. Кравчука.</a:t>
          </a:r>
          <a:endParaRPr lang="uk-UA"/>
        </a:p>
      </dgm:t>
    </dgm:pt>
    <dgm:pt modelId="{67149AB7-C0A4-45FF-BBF4-C3F777D28802}" type="parTrans" cxnId="{26657970-2EA3-4EF9-8007-23725A1F038F}">
      <dgm:prSet/>
      <dgm:spPr/>
      <dgm:t>
        <a:bodyPr/>
        <a:lstStyle/>
        <a:p>
          <a:endParaRPr lang="uk-UA"/>
        </a:p>
      </dgm:t>
    </dgm:pt>
    <dgm:pt modelId="{6A5781CB-9108-473B-95CE-F698444B2BC9}" type="sibTrans" cxnId="{26657970-2EA3-4EF9-8007-23725A1F038F}">
      <dgm:prSet/>
      <dgm:spPr/>
      <dgm:t>
        <a:bodyPr/>
        <a:lstStyle/>
        <a:p>
          <a:endParaRPr lang="uk-UA"/>
        </a:p>
      </dgm:t>
    </dgm:pt>
    <dgm:pt modelId="{59711EF5-D111-48EB-856B-2C93647B9470}">
      <dgm:prSet/>
      <dgm:spPr/>
      <dgm:t>
        <a:bodyPr/>
        <a:lstStyle/>
        <a:p>
          <a:r>
            <a:rPr lang="ru-RU" b="0" i="0"/>
            <a:t>О. Мороза.</a:t>
          </a:r>
          <a:endParaRPr lang="uk-UA"/>
        </a:p>
      </dgm:t>
    </dgm:pt>
    <dgm:pt modelId="{2739B199-D593-4F85-A865-1025D3AD0F2F}" type="parTrans" cxnId="{D99C2836-5FEF-41FB-9868-3D0F842D4220}">
      <dgm:prSet/>
      <dgm:spPr/>
      <dgm:t>
        <a:bodyPr/>
        <a:lstStyle/>
        <a:p>
          <a:endParaRPr lang="uk-UA"/>
        </a:p>
      </dgm:t>
    </dgm:pt>
    <dgm:pt modelId="{2064A268-6760-4AB7-A38B-129DA5F66765}" type="sibTrans" cxnId="{D99C2836-5FEF-41FB-9868-3D0F842D4220}">
      <dgm:prSet/>
      <dgm:spPr/>
      <dgm:t>
        <a:bodyPr/>
        <a:lstStyle/>
        <a:p>
          <a:endParaRPr lang="uk-UA"/>
        </a:p>
      </dgm:t>
    </dgm:pt>
    <dgm:pt modelId="{3A3EE56B-6067-4D51-865B-F9689C1FD69B}">
      <dgm:prSet/>
      <dgm:spPr/>
      <dgm:t>
        <a:bodyPr/>
        <a:lstStyle/>
        <a:p>
          <a:r>
            <a:rPr lang="ru-RU" b="0" i="0"/>
            <a:t>Л. Кучму.</a:t>
          </a:r>
          <a:endParaRPr lang="uk-UA"/>
        </a:p>
      </dgm:t>
    </dgm:pt>
    <dgm:pt modelId="{6A913A63-52C3-43F5-AE32-372AE432E164}" type="parTrans" cxnId="{2F4E81A1-B706-4F12-BA58-7F2C0956C033}">
      <dgm:prSet/>
      <dgm:spPr/>
      <dgm:t>
        <a:bodyPr/>
        <a:lstStyle/>
        <a:p>
          <a:endParaRPr lang="uk-UA"/>
        </a:p>
      </dgm:t>
    </dgm:pt>
    <dgm:pt modelId="{1CCDFED0-E45C-43BD-8084-006EB818AD78}" type="sibTrans" cxnId="{2F4E81A1-B706-4F12-BA58-7F2C0956C033}">
      <dgm:prSet/>
      <dgm:spPr/>
      <dgm:t>
        <a:bodyPr/>
        <a:lstStyle/>
        <a:p>
          <a:endParaRPr lang="uk-UA"/>
        </a:p>
      </dgm:t>
    </dgm:pt>
    <dgm:pt modelId="{C04903F1-72F0-43FE-96C2-E427A8F09F37}" type="pres">
      <dgm:prSet presAssocID="{B987BC8D-F7B1-4A16-A171-862F64AD3CFE}" presName="linear" presStyleCnt="0">
        <dgm:presLayoutVars>
          <dgm:animLvl val="lvl"/>
          <dgm:resizeHandles val="exact"/>
        </dgm:presLayoutVars>
      </dgm:prSet>
      <dgm:spPr/>
    </dgm:pt>
    <dgm:pt modelId="{18B67D9F-868D-4177-BD24-B974F2AF719C}" type="pres">
      <dgm:prSet presAssocID="{226647A7-1DD5-49DD-9805-CCBF2F1273E3}" presName="parentText" presStyleLbl="node1" presStyleIdx="0" presStyleCnt="4">
        <dgm:presLayoutVars>
          <dgm:chMax val="0"/>
          <dgm:bulletEnabled val="1"/>
        </dgm:presLayoutVars>
      </dgm:prSet>
      <dgm:spPr/>
    </dgm:pt>
    <dgm:pt modelId="{E95A6A91-9477-432F-B88B-28854B0A078E}" type="pres">
      <dgm:prSet presAssocID="{79CA6299-7364-4CE0-AE53-FAA939EC468C}" presName="spacer" presStyleCnt="0"/>
      <dgm:spPr/>
    </dgm:pt>
    <dgm:pt modelId="{49136BA1-AD44-40F3-8D97-2555B272D11A}" type="pres">
      <dgm:prSet presAssocID="{1ADBFBB7-1825-4939-B98C-D1C745524123}" presName="parentText" presStyleLbl="node1" presStyleIdx="1" presStyleCnt="4">
        <dgm:presLayoutVars>
          <dgm:chMax val="0"/>
          <dgm:bulletEnabled val="1"/>
        </dgm:presLayoutVars>
      </dgm:prSet>
      <dgm:spPr/>
    </dgm:pt>
    <dgm:pt modelId="{2BE72C83-04CD-49FC-B182-68D0702EB530}" type="pres">
      <dgm:prSet presAssocID="{6A5781CB-9108-473B-95CE-F698444B2BC9}" presName="spacer" presStyleCnt="0"/>
      <dgm:spPr/>
    </dgm:pt>
    <dgm:pt modelId="{620684BE-309F-4865-94A6-0AF5ECF31977}" type="pres">
      <dgm:prSet presAssocID="{59711EF5-D111-48EB-856B-2C93647B9470}" presName="parentText" presStyleLbl="node1" presStyleIdx="2" presStyleCnt="4">
        <dgm:presLayoutVars>
          <dgm:chMax val="0"/>
          <dgm:bulletEnabled val="1"/>
        </dgm:presLayoutVars>
      </dgm:prSet>
      <dgm:spPr/>
    </dgm:pt>
    <dgm:pt modelId="{F63C3494-6D6C-4C94-98E0-291DED2DE126}" type="pres">
      <dgm:prSet presAssocID="{2064A268-6760-4AB7-A38B-129DA5F66765}" presName="spacer" presStyleCnt="0"/>
      <dgm:spPr/>
    </dgm:pt>
    <dgm:pt modelId="{CC753BC2-394B-4D2F-AEC2-B2C10FE0986D}" type="pres">
      <dgm:prSet presAssocID="{3A3EE56B-6067-4D51-865B-F9689C1FD69B}" presName="parentText" presStyleLbl="node1" presStyleIdx="3" presStyleCnt="4">
        <dgm:presLayoutVars>
          <dgm:chMax val="0"/>
          <dgm:bulletEnabled val="1"/>
        </dgm:presLayoutVars>
      </dgm:prSet>
      <dgm:spPr/>
    </dgm:pt>
  </dgm:ptLst>
  <dgm:cxnLst>
    <dgm:cxn modelId="{23264529-147C-495C-B9A0-97546A21B219}" srcId="{B987BC8D-F7B1-4A16-A171-862F64AD3CFE}" destId="{226647A7-1DD5-49DD-9805-CCBF2F1273E3}" srcOrd="0" destOrd="0" parTransId="{055B876F-47E8-4237-AB94-19906A9220BF}" sibTransId="{79CA6299-7364-4CE0-AE53-FAA939EC468C}"/>
    <dgm:cxn modelId="{D99C2836-5FEF-41FB-9868-3D0F842D4220}" srcId="{B987BC8D-F7B1-4A16-A171-862F64AD3CFE}" destId="{59711EF5-D111-48EB-856B-2C93647B9470}" srcOrd="2" destOrd="0" parTransId="{2739B199-D593-4F85-A865-1025D3AD0F2F}" sibTransId="{2064A268-6760-4AB7-A38B-129DA5F66765}"/>
    <dgm:cxn modelId="{7EC75A3C-1E9D-4B00-9FE8-90650A0B6CEE}" type="presOf" srcId="{3A3EE56B-6067-4D51-865B-F9689C1FD69B}" destId="{CC753BC2-394B-4D2F-AEC2-B2C10FE0986D}" srcOrd="0" destOrd="0" presId="urn:microsoft.com/office/officeart/2005/8/layout/vList2"/>
    <dgm:cxn modelId="{26657970-2EA3-4EF9-8007-23725A1F038F}" srcId="{B987BC8D-F7B1-4A16-A171-862F64AD3CFE}" destId="{1ADBFBB7-1825-4939-B98C-D1C745524123}" srcOrd="1" destOrd="0" parTransId="{67149AB7-C0A4-45FF-BBF4-C3F777D28802}" sibTransId="{6A5781CB-9108-473B-95CE-F698444B2BC9}"/>
    <dgm:cxn modelId="{D3752756-6E88-4F76-9943-D19852C3D3F6}" type="presOf" srcId="{226647A7-1DD5-49DD-9805-CCBF2F1273E3}" destId="{18B67D9F-868D-4177-BD24-B974F2AF719C}" srcOrd="0" destOrd="0" presId="urn:microsoft.com/office/officeart/2005/8/layout/vList2"/>
    <dgm:cxn modelId="{4811078E-4EEA-4572-B650-F1F5ADD5AC50}" type="presOf" srcId="{59711EF5-D111-48EB-856B-2C93647B9470}" destId="{620684BE-309F-4865-94A6-0AF5ECF31977}" srcOrd="0" destOrd="0" presId="urn:microsoft.com/office/officeart/2005/8/layout/vList2"/>
    <dgm:cxn modelId="{4C162196-383D-40F5-AA75-2B65C0CF5BB7}" type="presOf" srcId="{B987BC8D-F7B1-4A16-A171-862F64AD3CFE}" destId="{C04903F1-72F0-43FE-96C2-E427A8F09F37}" srcOrd="0" destOrd="0" presId="urn:microsoft.com/office/officeart/2005/8/layout/vList2"/>
    <dgm:cxn modelId="{4B10DE98-A5ED-402A-BCDB-25421B2D5483}" type="presOf" srcId="{1ADBFBB7-1825-4939-B98C-D1C745524123}" destId="{49136BA1-AD44-40F3-8D97-2555B272D11A}" srcOrd="0" destOrd="0" presId="urn:microsoft.com/office/officeart/2005/8/layout/vList2"/>
    <dgm:cxn modelId="{2F4E81A1-B706-4F12-BA58-7F2C0956C033}" srcId="{B987BC8D-F7B1-4A16-A171-862F64AD3CFE}" destId="{3A3EE56B-6067-4D51-865B-F9689C1FD69B}" srcOrd="3" destOrd="0" parTransId="{6A913A63-52C3-43F5-AE32-372AE432E164}" sibTransId="{1CCDFED0-E45C-43BD-8084-006EB818AD78}"/>
    <dgm:cxn modelId="{B7611FF6-C8C7-4CB9-8176-F3696FC8B117}" type="presParOf" srcId="{C04903F1-72F0-43FE-96C2-E427A8F09F37}" destId="{18B67D9F-868D-4177-BD24-B974F2AF719C}" srcOrd="0" destOrd="0" presId="urn:microsoft.com/office/officeart/2005/8/layout/vList2"/>
    <dgm:cxn modelId="{1BC1C780-C123-41C5-8481-6BB873E3255D}" type="presParOf" srcId="{C04903F1-72F0-43FE-96C2-E427A8F09F37}" destId="{E95A6A91-9477-432F-B88B-28854B0A078E}" srcOrd="1" destOrd="0" presId="urn:microsoft.com/office/officeart/2005/8/layout/vList2"/>
    <dgm:cxn modelId="{E5F349F4-982F-48CA-9DD1-55B5F389C2DF}" type="presParOf" srcId="{C04903F1-72F0-43FE-96C2-E427A8F09F37}" destId="{49136BA1-AD44-40F3-8D97-2555B272D11A}" srcOrd="2" destOrd="0" presId="urn:microsoft.com/office/officeart/2005/8/layout/vList2"/>
    <dgm:cxn modelId="{9F9650A1-402C-4177-959E-9D3BEA50DEE9}" type="presParOf" srcId="{C04903F1-72F0-43FE-96C2-E427A8F09F37}" destId="{2BE72C83-04CD-49FC-B182-68D0702EB530}" srcOrd="3" destOrd="0" presId="urn:microsoft.com/office/officeart/2005/8/layout/vList2"/>
    <dgm:cxn modelId="{76373D6F-6D9F-4F61-801C-FC3013A91120}" type="presParOf" srcId="{C04903F1-72F0-43FE-96C2-E427A8F09F37}" destId="{620684BE-309F-4865-94A6-0AF5ECF31977}" srcOrd="4" destOrd="0" presId="urn:microsoft.com/office/officeart/2005/8/layout/vList2"/>
    <dgm:cxn modelId="{DFB7F51A-475D-45E2-BCA5-34A4BAC3EB31}" type="presParOf" srcId="{C04903F1-72F0-43FE-96C2-E427A8F09F37}" destId="{F63C3494-6D6C-4C94-98E0-291DED2DE126}" srcOrd="5" destOrd="0" presId="urn:microsoft.com/office/officeart/2005/8/layout/vList2"/>
    <dgm:cxn modelId="{A76AC47B-508B-4CD1-A8FF-CFD1FB069A33}" type="presParOf" srcId="{C04903F1-72F0-43FE-96C2-E427A8F09F37}" destId="{CC753BC2-394B-4D2F-AEC2-B2C10FE0986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906F374-CFF7-4C56-9B2E-92143C787C1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AAA8DBB-1868-48E9-ABFE-3831CCBE978C}">
      <dgm:prSet/>
      <dgm:spPr/>
      <dgm:t>
        <a:bodyPr/>
        <a:lstStyle/>
        <a:p>
          <a:r>
            <a:rPr lang="ru-RU" b="0" i="0"/>
            <a:t>Л. Кучми.</a:t>
          </a:r>
          <a:endParaRPr lang="uk-UA"/>
        </a:p>
      </dgm:t>
    </dgm:pt>
    <dgm:pt modelId="{1F47F3E4-9E19-4E89-8DE2-92124AABABA8}" type="parTrans" cxnId="{F033730D-FB13-41C6-ADF3-879EED88C325}">
      <dgm:prSet/>
      <dgm:spPr/>
      <dgm:t>
        <a:bodyPr/>
        <a:lstStyle/>
        <a:p>
          <a:endParaRPr lang="uk-UA"/>
        </a:p>
      </dgm:t>
    </dgm:pt>
    <dgm:pt modelId="{E19EFCC8-0601-4CBD-B364-502D3CCD5D62}" type="sibTrans" cxnId="{F033730D-FB13-41C6-ADF3-879EED88C325}">
      <dgm:prSet/>
      <dgm:spPr/>
      <dgm:t>
        <a:bodyPr/>
        <a:lstStyle/>
        <a:p>
          <a:endParaRPr lang="uk-UA"/>
        </a:p>
      </dgm:t>
    </dgm:pt>
    <dgm:pt modelId="{359B9589-A1B8-46AC-A12B-CBB0AE4A0B99}">
      <dgm:prSet/>
      <dgm:spPr/>
      <dgm:t>
        <a:bodyPr/>
        <a:lstStyle/>
        <a:p>
          <a:r>
            <a:rPr lang="ru-RU" b="0" i="0"/>
            <a:t>В. Ющенка.</a:t>
          </a:r>
          <a:endParaRPr lang="uk-UA"/>
        </a:p>
      </dgm:t>
    </dgm:pt>
    <dgm:pt modelId="{7BB5739F-D08A-435A-8C5E-D0049A397C05}" type="parTrans" cxnId="{1CBBDB43-5C79-4BB5-9621-772B5C558078}">
      <dgm:prSet/>
      <dgm:spPr/>
      <dgm:t>
        <a:bodyPr/>
        <a:lstStyle/>
        <a:p>
          <a:endParaRPr lang="uk-UA"/>
        </a:p>
      </dgm:t>
    </dgm:pt>
    <dgm:pt modelId="{5CAE6BC0-54E8-4B83-BCC4-644FB928423C}" type="sibTrans" cxnId="{1CBBDB43-5C79-4BB5-9621-772B5C558078}">
      <dgm:prSet/>
      <dgm:spPr/>
      <dgm:t>
        <a:bodyPr/>
        <a:lstStyle/>
        <a:p>
          <a:endParaRPr lang="uk-UA"/>
        </a:p>
      </dgm:t>
    </dgm:pt>
    <dgm:pt modelId="{6BF039C1-C2D7-4AC2-A67B-5BF01078B84C}">
      <dgm:prSet/>
      <dgm:spPr/>
      <dgm:t>
        <a:bodyPr/>
        <a:lstStyle/>
        <a:p>
          <a:r>
            <a:rPr lang="ru-RU" b="0" i="0"/>
            <a:t>Л. Кравчука.</a:t>
          </a:r>
          <a:endParaRPr lang="uk-UA"/>
        </a:p>
      </dgm:t>
    </dgm:pt>
    <dgm:pt modelId="{5BA97EA7-7662-4AC2-9634-324BA2C172AF}" type="parTrans" cxnId="{2F921419-97A2-4C17-B921-EBD5AC9A5124}">
      <dgm:prSet/>
      <dgm:spPr/>
      <dgm:t>
        <a:bodyPr/>
        <a:lstStyle/>
        <a:p>
          <a:endParaRPr lang="uk-UA"/>
        </a:p>
      </dgm:t>
    </dgm:pt>
    <dgm:pt modelId="{6543F2B3-FCB2-48B5-8D07-1F1664A01D76}" type="sibTrans" cxnId="{2F921419-97A2-4C17-B921-EBD5AC9A5124}">
      <dgm:prSet/>
      <dgm:spPr/>
      <dgm:t>
        <a:bodyPr/>
        <a:lstStyle/>
        <a:p>
          <a:endParaRPr lang="uk-UA"/>
        </a:p>
      </dgm:t>
    </dgm:pt>
    <dgm:pt modelId="{90F393E9-66F8-4B26-BA0D-CD0352F58ABC}">
      <dgm:prSet/>
      <dgm:spPr/>
      <dgm:t>
        <a:bodyPr/>
        <a:lstStyle/>
        <a:p>
          <a:r>
            <a:rPr lang="ru-RU" b="0" i="0"/>
            <a:t>П. Порошенка.</a:t>
          </a:r>
          <a:endParaRPr lang="uk-UA"/>
        </a:p>
      </dgm:t>
    </dgm:pt>
    <dgm:pt modelId="{A512B6DB-798A-4F07-A8B1-EFE3E90180F7}" type="parTrans" cxnId="{18B923E8-35F2-4885-B1FF-D4425C288085}">
      <dgm:prSet/>
      <dgm:spPr/>
      <dgm:t>
        <a:bodyPr/>
        <a:lstStyle/>
        <a:p>
          <a:endParaRPr lang="uk-UA"/>
        </a:p>
      </dgm:t>
    </dgm:pt>
    <dgm:pt modelId="{DD590F31-4934-48B7-9F57-EA4D71C03513}" type="sibTrans" cxnId="{18B923E8-35F2-4885-B1FF-D4425C288085}">
      <dgm:prSet/>
      <dgm:spPr/>
      <dgm:t>
        <a:bodyPr/>
        <a:lstStyle/>
        <a:p>
          <a:endParaRPr lang="uk-UA"/>
        </a:p>
      </dgm:t>
    </dgm:pt>
    <dgm:pt modelId="{18C910DE-43DC-4C42-A36F-0ABCE6D41463}" type="pres">
      <dgm:prSet presAssocID="{3906F374-CFF7-4C56-9B2E-92143C787C1B}" presName="linear" presStyleCnt="0">
        <dgm:presLayoutVars>
          <dgm:animLvl val="lvl"/>
          <dgm:resizeHandles val="exact"/>
        </dgm:presLayoutVars>
      </dgm:prSet>
      <dgm:spPr/>
    </dgm:pt>
    <dgm:pt modelId="{1AB6F379-2F08-4586-9B16-F99CEE245A42}" type="pres">
      <dgm:prSet presAssocID="{CAAA8DBB-1868-48E9-ABFE-3831CCBE978C}" presName="parentText" presStyleLbl="node1" presStyleIdx="0" presStyleCnt="4">
        <dgm:presLayoutVars>
          <dgm:chMax val="0"/>
          <dgm:bulletEnabled val="1"/>
        </dgm:presLayoutVars>
      </dgm:prSet>
      <dgm:spPr/>
    </dgm:pt>
    <dgm:pt modelId="{351A3F68-C457-4721-B651-BA914C3BC8E3}" type="pres">
      <dgm:prSet presAssocID="{E19EFCC8-0601-4CBD-B364-502D3CCD5D62}" presName="spacer" presStyleCnt="0"/>
      <dgm:spPr/>
    </dgm:pt>
    <dgm:pt modelId="{4B0B9D43-33ED-4D87-AF15-E5A23E3FCD2A}" type="pres">
      <dgm:prSet presAssocID="{359B9589-A1B8-46AC-A12B-CBB0AE4A0B99}" presName="parentText" presStyleLbl="node1" presStyleIdx="1" presStyleCnt="4">
        <dgm:presLayoutVars>
          <dgm:chMax val="0"/>
          <dgm:bulletEnabled val="1"/>
        </dgm:presLayoutVars>
      </dgm:prSet>
      <dgm:spPr/>
    </dgm:pt>
    <dgm:pt modelId="{E9E8B621-B9D3-4ECF-8B11-FC50FFEFF6B8}" type="pres">
      <dgm:prSet presAssocID="{5CAE6BC0-54E8-4B83-BCC4-644FB928423C}" presName="spacer" presStyleCnt="0"/>
      <dgm:spPr/>
    </dgm:pt>
    <dgm:pt modelId="{BBD837B1-42E1-44D7-BE5A-65F739C65048}" type="pres">
      <dgm:prSet presAssocID="{6BF039C1-C2D7-4AC2-A67B-5BF01078B84C}" presName="parentText" presStyleLbl="node1" presStyleIdx="2" presStyleCnt="4">
        <dgm:presLayoutVars>
          <dgm:chMax val="0"/>
          <dgm:bulletEnabled val="1"/>
        </dgm:presLayoutVars>
      </dgm:prSet>
      <dgm:spPr/>
    </dgm:pt>
    <dgm:pt modelId="{932DEA7F-09ED-47A6-A7AA-03E2AD62A6B4}" type="pres">
      <dgm:prSet presAssocID="{6543F2B3-FCB2-48B5-8D07-1F1664A01D76}" presName="spacer" presStyleCnt="0"/>
      <dgm:spPr/>
    </dgm:pt>
    <dgm:pt modelId="{EA1577CE-D8A1-4423-873D-2D765F164B5A}" type="pres">
      <dgm:prSet presAssocID="{90F393E9-66F8-4B26-BA0D-CD0352F58ABC}" presName="parentText" presStyleLbl="node1" presStyleIdx="3" presStyleCnt="4">
        <dgm:presLayoutVars>
          <dgm:chMax val="0"/>
          <dgm:bulletEnabled val="1"/>
        </dgm:presLayoutVars>
      </dgm:prSet>
      <dgm:spPr/>
    </dgm:pt>
  </dgm:ptLst>
  <dgm:cxnLst>
    <dgm:cxn modelId="{4848A400-CFFE-461D-A022-AB6A7BA628E5}" type="presOf" srcId="{3906F374-CFF7-4C56-9B2E-92143C787C1B}" destId="{18C910DE-43DC-4C42-A36F-0ABCE6D41463}" srcOrd="0" destOrd="0" presId="urn:microsoft.com/office/officeart/2005/8/layout/vList2"/>
    <dgm:cxn modelId="{F033730D-FB13-41C6-ADF3-879EED88C325}" srcId="{3906F374-CFF7-4C56-9B2E-92143C787C1B}" destId="{CAAA8DBB-1868-48E9-ABFE-3831CCBE978C}" srcOrd="0" destOrd="0" parTransId="{1F47F3E4-9E19-4E89-8DE2-92124AABABA8}" sibTransId="{E19EFCC8-0601-4CBD-B364-502D3CCD5D62}"/>
    <dgm:cxn modelId="{2F921419-97A2-4C17-B921-EBD5AC9A5124}" srcId="{3906F374-CFF7-4C56-9B2E-92143C787C1B}" destId="{6BF039C1-C2D7-4AC2-A67B-5BF01078B84C}" srcOrd="2" destOrd="0" parTransId="{5BA97EA7-7662-4AC2-9634-324BA2C172AF}" sibTransId="{6543F2B3-FCB2-48B5-8D07-1F1664A01D76}"/>
    <dgm:cxn modelId="{1CBBDB43-5C79-4BB5-9621-772B5C558078}" srcId="{3906F374-CFF7-4C56-9B2E-92143C787C1B}" destId="{359B9589-A1B8-46AC-A12B-CBB0AE4A0B99}" srcOrd="1" destOrd="0" parTransId="{7BB5739F-D08A-435A-8C5E-D0049A397C05}" sibTransId="{5CAE6BC0-54E8-4B83-BCC4-644FB928423C}"/>
    <dgm:cxn modelId="{3EAC9C73-32BE-473F-BA9D-CF81A9DA2EB7}" type="presOf" srcId="{359B9589-A1B8-46AC-A12B-CBB0AE4A0B99}" destId="{4B0B9D43-33ED-4D87-AF15-E5A23E3FCD2A}" srcOrd="0" destOrd="0" presId="urn:microsoft.com/office/officeart/2005/8/layout/vList2"/>
    <dgm:cxn modelId="{C9AE9F73-1C1A-421E-B17B-83384F0AFB62}" type="presOf" srcId="{6BF039C1-C2D7-4AC2-A67B-5BF01078B84C}" destId="{BBD837B1-42E1-44D7-BE5A-65F739C65048}" srcOrd="0" destOrd="0" presId="urn:microsoft.com/office/officeart/2005/8/layout/vList2"/>
    <dgm:cxn modelId="{3A2771B7-A762-4BCA-B5E8-6642CDB5D050}" type="presOf" srcId="{CAAA8DBB-1868-48E9-ABFE-3831CCBE978C}" destId="{1AB6F379-2F08-4586-9B16-F99CEE245A42}" srcOrd="0" destOrd="0" presId="urn:microsoft.com/office/officeart/2005/8/layout/vList2"/>
    <dgm:cxn modelId="{5F4C4ED6-C53E-489D-9FCC-E6E1AFD84782}" type="presOf" srcId="{90F393E9-66F8-4B26-BA0D-CD0352F58ABC}" destId="{EA1577CE-D8A1-4423-873D-2D765F164B5A}" srcOrd="0" destOrd="0" presId="urn:microsoft.com/office/officeart/2005/8/layout/vList2"/>
    <dgm:cxn modelId="{18B923E8-35F2-4885-B1FF-D4425C288085}" srcId="{3906F374-CFF7-4C56-9B2E-92143C787C1B}" destId="{90F393E9-66F8-4B26-BA0D-CD0352F58ABC}" srcOrd="3" destOrd="0" parTransId="{A512B6DB-798A-4F07-A8B1-EFE3E90180F7}" sibTransId="{DD590F31-4934-48B7-9F57-EA4D71C03513}"/>
    <dgm:cxn modelId="{10CD970D-F953-4B0C-A0E5-72515AD0BFA9}" type="presParOf" srcId="{18C910DE-43DC-4C42-A36F-0ABCE6D41463}" destId="{1AB6F379-2F08-4586-9B16-F99CEE245A42}" srcOrd="0" destOrd="0" presId="urn:microsoft.com/office/officeart/2005/8/layout/vList2"/>
    <dgm:cxn modelId="{A068B178-F008-47CD-904A-4AE2B9122689}" type="presParOf" srcId="{18C910DE-43DC-4C42-A36F-0ABCE6D41463}" destId="{351A3F68-C457-4721-B651-BA914C3BC8E3}" srcOrd="1" destOrd="0" presId="urn:microsoft.com/office/officeart/2005/8/layout/vList2"/>
    <dgm:cxn modelId="{D823DBE9-5C68-4D9E-BD8A-81ACC7B01281}" type="presParOf" srcId="{18C910DE-43DC-4C42-A36F-0ABCE6D41463}" destId="{4B0B9D43-33ED-4D87-AF15-E5A23E3FCD2A}" srcOrd="2" destOrd="0" presId="urn:microsoft.com/office/officeart/2005/8/layout/vList2"/>
    <dgm:cxn modelId="{7B63A64A-4330-442A-8CE3-6AB417750D29}" type="presParOf" srcId="{18C910DE-43DC-4C42-A36F-0ABCE6D41463}" destId="{E9E8B621-B9D3-4ECF-8B11-FC50FFEFF6B8}" srcOrd="3" destOrd="0" presId="urn:microsoft.com/office/officeart/2005/8/layout/vList2"/>
    <dgm:cxn modelId="{5A31D68C-7001-4CA8-B0A3-B910EE9ACC93}" type="presParOf" srcId="{18C910DE-43DC-4C42-A36F-0ABCE6D41463}" destId="{BBD837B1-42E1-44D7-BE5A-65F739C65048}" srcOrd="4" destOrd="0" presId="urn:microsoft.com/office/officeart/2005/8/layout/vList2"/>
    <dgm:cxn modelId="{FFBE54E0-D345-4F28-B279-B63CC08A35C4}" type="presParOf" srcId="{18C910DE-43DC-4C42-A36F-0ABCE6D41463}" destId="{932DEA7F-09ED-47A6-A7AA-03E2AD62A6B4}" srcOrd="5" destOrd="0" presId="urn:microsoft.com/office/officeart/2005/8/layout/vList2"/>
    <dgm:cxn modelId="{FBE20E22-5C9D-48FD-BD50-57816CED378C}" type="presParOf" srcId="{18C910DE-43DC-4C42-A36F-0ABCE6D41463}" destId="{EA1577CE-D8A1-4423-873D-2D765F164B5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DF24F0B9-AA0D-4DA6-98F4-1659B65511AC}"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B005287-1E2C-4033-9C51-C6E35D0E8D1E}">
      <dgm:prSet/>
      <dgm:spPr/>
      <dgm:t>
        <a:bodyPr/>
        <a:lstStyle/>
        <a:p>
          <a:r>
            <a:rPr lang="ru-RU" b="0" i="0"/>
            <a:t>1991 р.</a:t>
          </a:r>
          <a:endParaRPr lang="uk-UA"/>
        </a:p>
      </dgm:t>
    </dgm:pt>
    <dgm:pt modelId="{CFE6AA78-8B30-45EB-B930-6AD83B997E9A}" type="parTrans" cxnId="{8BD1F7A7-24EF-4218-9250-9E3DE7FC401F}">
      <dgm:prSet/>
      <dgm:spPr/>
      <dgm:t>
        <a:bodyPr/>
        <a:lstStyle/>
        <a:p>
          <a:endParaRPr lang="uk-UA"/>
        </a:p>
      </dgm:t>
    </dgm:pt>
    <dgm:pt modelId="{2ED5D78C-F894-4290-82F0-31D8ADA012BF}" type="sibTrans" cxnId="{8BD1F7A7-24EF-4218-9250-9E3DE7FC401F}">
      <dgm:prSet/>
      <dgm:spPr/>
      <dgm:t>
        <a:bodyPr/>
        <a:lstStyle/>
        <a:p>
          <a:endParaRPr lang="uk-UA"/>
        </a:p>
      </dgm:t>
    </dgm:pt>
    <dgm:pt modelId="{25E248C7-F794-4ACD-A607-B0685C6039A8}">
      <dgm:prSet/>
      <dgm:spPr/>
      <dgm:t>
        <a:bodyPr/>
        <a:lstStyle/>
        <a:p>
          <a:r>
            <a:rPr lang="ru-RU" b="0" i="0"/>
            <a:t>1994 р.</a:t>
          </a:r>
          <a:endParaRPr lang="uk-UA"/>
        </a:p>
      </dgm:t>
    </dgm:pt>
    <dgm:pt modelId="{50427F81-CC67-422F-B364-CEBC9D0478F0}" type="parTrans" cxnId="{2182264B-07A4-4C61-8DF8-1D22110AA393}">
      <dgm:prSet/>
      <dgm:spPr/>
      <dgm:t>
        <a:bodyPr/>
        <a:lstStyle/>
        <a:p>
          <a:endParaRPr lang="uk-UA"/>
        </a:p>
      </dgm:t>
    </dgm:pt>
    <dgm:pt modelId="{4E3C32EE-BA81-46A0-B9AB-4ED83BCBD2A9}" type="sibTrans" cxnId="{2182264B-07A4-4C61-8DF8-1D22110AA393}">
      <dgm:prSet/>
      <dgm:spPr/>
      <dgm:t>
        <a:bodyPr/>
        <a:lstStyle/>
        <a:p>
          <a:endParaRPr lang="uk-UA"/>
        </a:p>
      </dgm:t>
    </dgm:pt>
    <dgm:pt modelId="{81A3D493-C3CA-4001-A218-27C24F3678E5}">
      <dgm:prSet/>
      <dgm:spPr/>
      <dgm:t>
        <a:bodyPr/>
        <a:lstStyle/>
        <a:p>
          <a:r>
            <a:rPr lang="ru-RU" b="0" i="0"/>
            <a:t>1999 р.</a:t>
          </a:r>
          <a:endParaRPr lang="uk-UA"/>
        </a:p>
      </dgm:t>
    </dgm:pt>
    <dgm:pt modelId="{7335F2D0-1A8F-4715-A154-9884F74DEE13}" type="parTrans" cxnId="{9F8DB351-937C-4317-A6BD-164160997593}">
      <dgm:prSet/>
      <dgm:spPr/>
      <dgm:t>
        <a:bodyPr/>
        <a:lstStyle/>
        <a:p>
          <a:endParaRPr lang="uk-UA"/>
        </a:p>
      </dgm:t>
    </dgm:pt>
    <dgm:pt modelId="{D88278B6-F942-4465-BDDB-7A32C50BA7D8}" type="sibTrans" cxnId="{9F8DB351-937C-4317-A6BD-164160997593}">
      <dgm:prSet/>
      <dgm:spPr/>
      <dgm:t>
        <a:bodyPr/>
        <a:lstStyle/>
        <a:p>
          <a:endParaRPr lang="uk-UA"/>
        </a:p>
      </dgm:t>
    </dgm:pt>
    <dgm:pt modelId="{33B17EB7-5780-4263-9209-B07E0D53097A}">
      <dgm:prSet/>
      <dgm:spPr/>
      <dgm:t>
        <a:bodyPr/>
        <a:lstStyle/>
        <a:p>
          <a:r>
            <a:rPr lang="ru-RU" b="0" i="0"/>
            <a:t>2004 р.</a:t>
          </a:r>
          <a:endParaRPr lang="uk-UA"/>
        </a:p>
      </dgm:t>
    </dgm:pt>
    <dgm:pt modelId="{D967D92B-70D6-4110-8836-BE1F81B63175}" type="parTrans" cxnId="{235DD5BF-6E7B-4B0D-BC42-E3A5B4C8A470}">
      <dgm:prSet/>
      <dgm:spPr/>
      <dgm:t>
        <a:bodyPr/>
        <a:lstStyle/>
        <a:p>
          <a:endParaRPr lang="uk-UA"/>
        </a:p>
      </dgm:t>
    </dgm:pt>
    <dgm:pt modelId="{B854D483-D4CA-4946-8BFE-AC3CB89E2D8E}" type="sibTrans" cxnId="{235DD5BF-6E7B-4B0D-BC42-E3A5B4C8A470}">
      <dgm:prSet/>
      <dgm:spPr/>
      <dgm:t>
        <a:bodyPr/>
        <a:lstStyle/>
        <a:p>
          <a:endParaRPr lang="uk-UA"/>
        </a:p>
      </dgm:t>
    </dgm:pt>
    <dgm:pt modelId="{8EC31D93-2711-4D77-8E68-B7B4922AFB11}" type="pres">
      <dgm:prSet presAssocID="{DF24F0B9-AA0D-4DA6-98F4-1659B65511AC}" presName="linearFlow" presStyleCnt="0">
        <dgm:presLayoutVars>
          <dgm:dir/>
          <dgm:resizeHandles val="exact"/>
        </dgm:presLayoutVars>
      </dgm:prSet>
      <dgm:spPr/>
    </dgm:pt>
    <dgm:pt modelId="{BD7475B5-ABC5-435D-982A-A6B303B0030E}" type="pres">
      <dgm:prSet presAssocID="{5B005287-1E2C-4033-9C51-C6E35D0E8D1E}" presName="composite" presStyleCnt="0"/>
      <dgm:spPr/>
    </dgm:pt>
    <dgm:pt modelId="{93ADEE0E-607D-4EB3-842C-190E68C1DF1F}" type="pres">
      <dgm:prSet presAssocID="{5B005287-1E2C-4033-9C51-C6E35D0E8D1E}" presName="imgShp" presStyleLbl="fgImgPlace1" presStyleIdx="0" presStyleCnt="4"/>
      <dgm:spPr/>
    </dgm:pt>
    <dgm:pt modelId="{32D2AAC9-DBDB-4980-8306-2E19F68EE620}" type="pres">
      <dgm:prSet presAssocID="{5B005287-1E2C-4033-9C51-C6E35D0E8D1E}" presName="txShp" presStyleLbl="node1" presStyleIdx="0" presStyleCnt="4">
        <dgm:presLayoutVars>
          <dgm:bulletEnabled val="1"/>
        </dgm:presLayoutVars>
      </dgm:prSet>
      <dgm:spPr/>
    </dgm:pt>
    <dgm:pt modelId="{E4C63576-8BF2-496C-97C2-3C314E83B41F}" type="pres">
      <dgm:prSet presAssocID="{2ED5D78C-F894-4290-82F0-31D8ADA012BF}" presName="spacing" presStyleCnt="0"/>
      <dgm:spPr/>
    </dgm:pt>
    <dgm:pt modelId="{13B2F47E-434A-441B-9CE3-315291B17B40}" type="pres">
      <dgm:prSet presAssocID="{25E248C7-F794-4ACD-A607-B0685C6039A8}" presName="composite" presStyleCnt="0"/>
      <dgm:spPr/>
    </dgm:pt>
    <dgm:pt modelId="{A5613854-A849-4D2E-9748-09DE4EB027EA}" type="pres">
      <dgm:prSet presAssocID="{25E248C7-F794-4ACD-A607-B0685C6039A8}" presName="imgShp" presStyleLbl="fgImgPlace1" presStyleIdx="1" presStyleCnt="4"/>
      <dgm:spPr/>
    </dgm:pt>
    <dgm:pt modelId="{9A88890C-0990-46BC-BE8C-590338E3157C}" type="pres">
      <dgm:prSet presAssocID="{25E248C7-F794-4ACD-A607-B0685C6039A8}" presName="txShp" presStyleLbl="node1" presStyleIdx="1" presStyleCnt="4">
        <dgm:presLayoutVars>
          <dgm:bulletEnabled val="1"/>
        </dgm:presLayoutVars>
      </dgm:prSet>
      <dgm:spPr/>
    </dgm:pt>
    <dgm:pt modelId="{CB5F4774-3A53-4426-AFE6-5AAEA981463C}" type="pres">
      <dgm:prSet presAssocID="{4E3C32EE-BA81-46A0-B9AB-4ED83BCBD2A9}" presName="spacing" presStyleCnt="0"/>
      <dgm:spPr/>
    </dgm:pt>
    <dgm:pt modelId="{4D5D04C6-F7CC-4AE8-8B66-88F6B9DD0D16}" type="pres">
      <dgm:prSet presAssocID="{81A3D493-C3CA-4001-A218-27C24F3678E5}" presName="composite" presStyleCnt="0"/>
      <dgm:spPr/>
    </dgm:pt>
    <dgm:pt modelId="{C1DC3868-5305-4170-B5ED-1488DF35E03D}" type="pres">
      <dgm:prSet presAssocID="{81A3D493-C3CA-4001-A218-27C24F3678E5}" presName="imgShp" presStyleLbl="fgImgPlace1" presStyleIdx="2" presStyleCnt="4"/>
      <dgm:spPr/>
    </dgm:pt>
    <dgm:pt modelId="{838A6095-8274-4141-99F9-F05F2292A9FC}" type="pres">
      <dgm:prSet presAssocID="{81A3D493-C3CA-4001-A218-27C24F3678E5}" presName="txShp" presStyleLbl="node1" presStyleIdx="2" presStyleCnt="4">
        <dgm:presLayoutVars>
          <dgm:bulletEnabled val="1"/>
        </dgm:presLayoutVars>
      </dgm:prSet>
      <dgm:spPr/>
    </dgm:pt>
    <dgm:pt modelId="{C7390737-F06D-46B7-9BD8-1D5F7F2F7C61}" type="pres">
      <dgm:prSet presAssocID="{D88278B6-F942-4465-BDDB-7A32C50BA7D8}" presName="spacing" presStyleCnt="0"/>
      <dgm:spPr/>
    </dgm:pt>
    <dgm:pt modelId="{EB88D765-3729-47D0-B901-76165840A0BD}" type="pres">
      <dgm:prSet presAssocID="{33B17EB7-5780-4263-9209-B07E0D53097A}" presName="composite" presStyleCnt="0"/>
      <dgm:spPr/>
    </dgm:pt>
    <dgm:pt modelId="{53DB1394-71B6-497B-9D3A-DAAD6EB4763F}" type="pres">
      <dgm:prSet presAssocID="{33B17EB7-5780-4263-9209-B07E0D53097A}" presName="imgShp" presStyleLbl="fgImgPlace1" presStyleIdx="3" presStyleCnt="4"/>
      <dgm:spPr/>
    </dgm:pt>
    <dgm:pt modelId="{0C8985BC-8044-4468-AD1E-2C70A3C62CEB}" type="pres">
      <dgm:prSet presAssocID="{33B17EB7-5780-4263-9209-B07E0D53097A}" presName="txShp" presStyleLbl="node1" presStyleIdx="3" presStyleCnt="4">
        <dgm:presLayoutVars>
          <dgm:bulletEnabled val="1"/>
        </dgm:presLayoutVars>
      </dgm:prSet>
      <dgm:spPr/>
    </dgm:pt>
  </dgm:ptLst>
  <dgm:cxnLst>
    <dgm:cxn modelId="{7F40A404-8F82-4115-96CF-F6E1B3B75B96}" type="presOf" srcId="{25E248C7-F794-4ACD-A607-B0685C6039A8}" destId="{9A88890C-0990-46BC-BE8C-590338E3157C}" srcOrd="0" destOrd="0" presId="urn:microsoft.com/office/officeart/2005/8/layout/vList3"/>
    <dgm:cxn modelId="{2182264B-07A4-4C61-8DF8-1D22110AA393}" srcId="{DF24F0B9-AA0D-4DA6-98F4-1659B65511AC}" destId="{25E248C7-F794-4ACD-A607-B0685C6039A8}" srcOrd="1" destOrd="0" parTransId="{50427F81-CC67-422F-B364-CEBC9D0478F0}" sibTransId="{4E3C32EE-BA81-46A0-B9AB-4ED83BCBD2A9}"/>
    <dgm:cxn modelId="{9F8DB351-937C-4317-A6BD-164160997593}" srcId="{DF24F0B9-AA0D-4DA6-98F4-1659B65511AC}" destId="{81A3D493-C3CA-4001-A218-27C24F3678E5}" srcOrd="2" destOrd="0" parTransId="{7335F2D0-1A8F-4715-A154-9884F74DEE13}" sibTransId="{D88278B6-F942-4465-BDDB-7A32C50BA7D8}"/>
    <dgm:cxn modelId="{18358C79-A9AB-44B2-8665-A3A10F2E71D6}" type="presOf" srcId="{DF24F0B9-AA0D-4DA6-98F4-1659B65511AC}" destId="{8EC31D93-2711-4D77-8E68-B7B4922AFB11}" srcOrd="0" destOrd="0" presId="urn:microsoft.com/office/officeart/2005/8/layout/vList3"/>
    <dgm:cxn modelId="{EED31497-DDC2-4ED3-84FA-FE37D788C191}" type="presOf" srcId="{33B17EB7-5780-4263-9209-B07E0D53097A}" destId="{0C8985BC-8044-4468-AD1E-2C70A3C62CEB}" srcOrd="0" destOrd="0" presId="urn:microsoft.com/office/officeart/2005/8/layout/vList3"/>
    <dgm:cxn modelId="{8BD1F7A7-24EF-4218-9250-9E3DE7FC401F}" srcId="{DF24F0B9-AA0D-4DA6-98F4-1659B65511AC}" destId="{5B005287-1E2C-4033-9C51-C6E35D0E8D1E}" srcOrd="0" destOrd="0" parTransId="{CFE6AA78-8B30-45EB-B930-6AD83B997E9A}" sibTransId="{2ED5D78C-F894-4290-82F0-31D8ADA012BF}"/>
    <dgm:cxn modelId="{E549AFB6-40C7-44A8-BA3B-49F90395CCEF}" type="presOf" srcId="{5B005287-1E2C-4033-9C51-C6E35D0E8D1E}" destId="{32D2AAC9-DBDB-4980-8306-2E19F68EE620}" srcOrd="0" destOrd="0" presId="urn:microsoft.com/office/officeart/2005/8/layout/vList3"/>
    <dgm:cxn modelId="{235DD5BF-6E7B-4B0D-BC42-E3A5B4C8A470}" srcId="{DF24F0B9-AA0D-4DA6-98F4-1659B65511AC}" destId="{33B17EB7-5780-4263-9209-B07E0D53097A}" srcOrd="3" destOrd="0" parTransId="{D967D92B-70D6-4110-8836-BE1F81B63175}" sibTransId="{B854D483-D4CA-4946-8BFE-AC3CB89E2D8E}"/>
    <dgm:cxn modelId="{A36D31F4-761A-47E2-8023-C04935A085DF}" type="presOf" srcId="{81A3D493-C3CA-4001-A218-27C24F3678E5}" destId="{838A6095-8274-4141-99F9-F05F2292A9FC}" srcOrd="0" destOrd="0" presId="urn:microsoft.com/office/officeart/2005/8/layout/vList3"/>
    <dgm:cxn modelId="{BA258822-F931-47F1-9348-6565370EC80F}" type="presParOf" srcId="{8EC31D93-2711-4D77-8E68-B7B4922AFB11}" destId="{BD7475B5-ABC5-435D-982A-A6B303B0030E}" srcOrd="0" destOrd="0" presId="urn:microsoft.com/office/officeart/2005/8/layout/vList3"/>
    <dgm:cxn modelId="{7CB1124F-6D72-45F1-B59B-4259D9E66039}" type="presParOf" srcId="{BD7475B5-ABC5-435D-982A-A6B303B0030E}" destId="{93ADEE0E-607D-4EB3-842C-190E68C1DF1F}" srcOrd="0" destOrd="0" presId="urn:microsoft.com/office/officeart/2005/8/layout/vList3"/>
    <dgm:cxn modelId="{ED6013D4-B671-4853-9900-487743B5450B}" type="presParOf" srcId="{BD7475B5-ABC5-435D-982A-A6B303B0030E}" destId="{32D2AAC9-DBDB-4980-8306-2E19F68EE620}" srcOrd="1" destOrd="0" presId="urn:microsoft.com/office/officeart/2005/8/layout/vList3"/>
    <dgm:cxn modelId="{28C8E0F1-972B-464D-90DC-21AEAAA7DB9A}" type="presParOf" srcId="{8EC31D93-2711-4D77-8E68-B7B4922AFB11}" destId="{E4C63576-8BF2-496C-97C2-3C314E83B41F}" srcOrd="1" destOrd="0" presId="urn:microsoft.com/office/officeart/2005/8/layout/vList3"/>
    <dgm:cxn modelId="{53776068-EC95-4814-B996-5BF82D3053A5}" type="presParOf" srcId="{8EC31D93-2711-4D77-8E68-B7B4922AFB11}" destId="{13B2F47E-434A-441B-9CE3-315291B17B40}" srcOrd="2" destOrd="0" presId="urn:microsoft.com/office/officeart/2005/8/layout/vList3"/>
    <dgm:cxn modelId="{F4CBF96A-9AA4-4832-BA8A-AE0FC33FA384}" type="presParOf" srcId="{13B2F47E-434A-441B-9CE3-315291B17B40}" destId="{A5613854-A849-4D2E-9748-09DE4EB027EA}" srcOrd="0" destOrd="0" presId="urn:microsoft.com/office/officeart/2005/8/layout/vList3"/>
    <dgm:cxn modelId="{481084D6-E111-4644-83F1-E1259266B1C8}" type="presParOf" srcId="{13B2F47E-434A-441B-9CE3-315291B17B40}" destId="{9A88890C-0990-46BC-BE8C-590338E3157C}" srcOrd="1" destOrd="0" presId="urn:microsoft.com/office/officeart/2005/8/layout/vList3"/>
    <dgm:cxn modelId="{3C1A26D3-FC9B-4E10-A1DE-B04A32037ACD}" type="presParOf" srcId="{8EC31D93-2711-4D77-8E68-B7B4922AFB11}" destId="{CB5F4774-3A53-4426-AFE6-5AAEA981463C}" srcOrd="3" destOrd="0" presId="urn:microsoft.com/office/officeart/2005/8/layout/vList3"/>
    <dgm:cxn modelId="{F1F9B1C6-FCBC-4035-9008-FAEBA9C2DB61}" type="presParOf" srcId="{8EC31D93-2711-4D77-8E68-B7B4922AFB11}" destId="{4D5D04C6-F7CC-4AE8-8B66-88F6B9DD0D16}" srcOrd="4" destOrd="0" presId="urn:microsoft.com/office/officeart/2005/8/layout/vList3"/>
    <dgm:cxn modelId="{204F126C-D530-4457-A75F-F2AB64C42FC0}" type="presParOf" srcId="{4D5D04C6-F7CC-4AE8-8B66-88F6B9DD0D16}" destId="{C1DC3868-5305-4170-B5ED-1488DF35E03D}" srcOrd="0" destOrd="0" presId="urn:microsoft.com/office/officeart/2005/8/layout/vList3"/>
    <dgm:cxn modelId="{840B53E9-331B-4EED-94A8-4A2561F6D3AE}" type="presParOf" srcId="{4D5D04C6-F7CC-4AE8-8B66-88F6B9DD0D16}" destId="{838A6095-8274-4141-99F9-F05F2292A9FC}" srcOrd="1" destOrd="0" presId="urn:microsoft.com/office/officeart/2005/8/layout/vList3"/>
    <dgm:cxn modelId="{715EA110-3B07-4ED6-BA19-09FA7856E7D7}" type="presParOf" srcId="{8EC31D93-2711-4D77-8E68-B7B4922AFB11}" destId="{C7390737-F06D-46B7-9BD8-1D5F7F2F7C61}" srcOrd="5" destOrd="0" presId="urn:microsoft.com/office/officeart/2005/8/layout/vList3"/>
    <dgm:cxn modelId="{2DE0A44A-07B5-44D6-8852-4177F7C865FA}" type="presParOf" srcId="{8EC31D93-2711-4D77-8E68-B7B4922AFB11}" destId="{EB88D765-3729-47D0-B901-76165840A0BD}" srcOrd="6" destOrd="0" presId="urn:microsoft.com/office/officeart/2005/8/layout/vList3"/>
    <dgm:cxn modelId="{8D700D2B-CF52-4DB5-8D88-FBA0C94CBA0E}" type="presParOf" srcId="{EB88D765-3729-47D0-B901-76165840A0BD}" destId="{53DB1394-71B6-497B-9D3A-DAAD6EB4763F}" srcOrd="0" destOrd="0" presId="urn:microsoft.com/office/officeart/2005/8/layout/vList3"/>
    <dgm:cxn modelId="{8CC6F456-27D4-4722-9AD4-B641436D65EE}" type="presParOf" srcId="{EB88D765-3729-47D0-B901-76165840A0BD}" destId="{0C8985BC-8044-4468-AD1E-2C70A3C62CE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43C8EE36-2DBA-4118-91F9-2BC5F058CB63}"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4735CFA0-E977-4052-921C-6FD6907EA43D}">
      <dgm:prSet/>
      <dgm:spPr/>
      <dgm:t>
        <a:bodyPr/>
        <a:lstStyle/>
        <a:p>
          <a:r>
            <a:rPr lang="ru-RU"/>
            <a:t>1</a:t>
          </a:r>
          <a:r>
            <a:rPr lang="ru-RU" b="0" i="0"/>
            <a:t>, 2</a:t>
          </a:r>
          <a:endParaRPr lang="uk-UA"/>
        </a:p>
      </dgm:t>
    </dgm:pt>
    <dgm:pt modelId="{355791A2-FCD1-4256-8270-75062DDBDC26}" type="parTrans" cxnId="{E0923637-B98C-4A15-8B6D-D2E5EA4EE23F}">
      <dgm:prSet/>
      <dgm:spPr/>
      <dgm:t>
        <a:bodyPr/>
        <a:lstStyle/>
        <a:p>
          <a:endParaRPr lang="uk-UA"/>
        </a:p>
      </dgm:t>
    </dgm:pt>
    <dgm:pt modelId="{B04569A6-1979-4E80-9609-F609AD6795E9}" type="sibTrans" cxnId="{E0923637-B98C-4A15-8B6D-D2E5EA4EE23F}">
      <dgm:prSet/>
      <dgm:spPr/>
      <dgm:t>
        <a:bodyPr/>
        <a:lstStyle/>
        <a:p>
          <a:endParaRPr lang="uk-UA"/>
        </a:p>
      </dgm:t>
    </dgm:pt>
    <dgm:pt modelId="{E26F87E6-FFCD-487C-A860-D4931ECAEBB8}">
      <dgm:prSet/>
      <dgm:spPr/>
      <dgm:t>
        <a:bodyPr/>
        <a:lstStyle/>
        <a:p>
          <a:r>
            <a:rPr lang="ru-RU" b="0" i="0"/>
            <a:t>1, 3</a:t>
          </a:r>
          <a:endParaRPr lang="uk-UA"/>
        </a:p>
      </dgm:t>
    </dgm:pt>
    <dgm:pt modelId="{F8111578-7611-4ABA-A55C-66F9E1EB3E8C}" type="parTrans" cxnId="{90484D86-4941-409F-8E07-6B920299B3B4}">
      <dgm:prSet/>
      <dgm:spPr/>
      <dgm:t>
        <a:bodyPr/>
        <a:lstStyle/>
        <a:p>
          <a:endParaRPr lang="uk-UA"/>
        </a:p>
      </dgm:t>
    </dgm:pt>
    <dgm:pt modelId="{8EE95F67-4B64-464D-8672-EC205E1120B2}" type="sibTrans" cxnId="{90484D86-4941-409F-8E07-6B920299B3B4}">
      <dgm:prSet/>
      <dgm:spPr/>
      <dgm:t>
        <a:bodyPr/>
        <a:lstStyle/>
        <a:p>
          <a:endParaRPr lang="uk-UA"/>
        </a:p>
      </dgm:t>
    </dgm:pt>
    <dgm:pt modelId="{DFADC40E-3438-409D-9869-11EA88A8D653}">
      <dgm:prSet/>
      <dgm:spPr/>
      <dgm:t>
        <a:bodyPr/>
        <a:lstStyle/>
        <a:p>
          <a:r>
            <a:rPr lang="ru-RU" b="0" i="0"/>
            <a:t>2, 3</a:t>
          </a:r>
          <a:endParaRPr lang="uk-UA"/>
        </a:p>
      </dgm:t>
    </dgm:pt>
    <dgm:pt modelId="{F85DC374-3CC2-438E-8E3D-88314C0ADAD5}" type="parTrans" cxnId="{2B18DDF4-EC43-436B-A009-CC5E80084916}">
      <dgm:prSet/>
      <dgm:spPr/>
      <dgm:t>
        <a:bodyPr/>
        <a:lstStyle/>
        <a:p>
          <a:endParaRPr lang="uk-UA"/>
        </a:p>
      </dgm:t>
    </dgm:pt>
    <dgm:pt modelId="{99A90407-9E6F-4529-AE3F-09361C7D168D}" type="sibTrans" cxnId="{2B18DDF4-EC43-436B-A009-CC5E80084916}">
      <dgm:prSet/>
      <dgm:spPr/>
      <dgm:t>
        <a:bodyPr/>
        <a:lstStyle/>
        <a:p>
          <a:endParaRPr lang="uk-UA"/>
        </a:p>
      </dgm:t>
    </dgm:pt>
    <dgm:pt modelId="{A9DA4E23-3DAB-4DC5-BAF9-4AAF18D0270F}">
      <dgm:prSet/>
      <dgm:spPr/>
      <dgm:t>
        <a:bodyPr/>
        <a:lstStyle/>
        <a:p>
          <a:r>
            <a:rPr lang="ru-RU" b="0" i="0"/>
            <a:t>1, 2, 3</a:t>
          </a:r>
          <a:endParaRPr lang="uk-UA"/>
        </a:p>
      </dgm:t>
    </dgm:pt>
    <dgm:pt modelId="{AEC6ADBF-3DDE-4E2F-85B7-23642627C092}" type="parTrans" cxnId="{B0BB4735-C164-4BCB-BF3E-F27B193ACADD}">
      <dgm:prSet/>
      <dgm:spPr/>
      <dgm:t>
        <a:bodyPr/>
        <a:lstStyle/>
        <a:p>
          <a:endParaRPr lang="uk-UA"/>
        </a:p>
      </dgm:t>
    </dgm:pt>
    <dgm:pt modelId="{469E27B0-5F58-4C51-93DD-BD32C423786E}" type="sibTrans" cxnId="{B0BB4735-C164-4BCB-BF3E-F27B193ACADD}">
      <dgm:prSet/>
      <dgm:spPr/>
      <dgm:t>
        <a:bodyPr/>
        <a:lstStyle/>
        <a:p>
          <a:endParaRPr lang="uk-UA"/>
        </a:p>
      </dgm:t>
    </dgm:pt>
    <dgm:pt modelId="{18336660-F379-4A79-98B2-957A07014742}" type="pres">
      <dgm:prSet presAssocID="{43C8EE36-2DBA-4118-91F9-2BC5F058CB63}" presName="matrix" presStyleCnt="0">
        <dgm:presLayoutVars>
          <dgm:chMax val="1"/>
          <dgm:dir/>
          <dgm:resizeHandles val="exact"/>
        </dgm:presLayoutVars>
      </dgm:prSet>
      <dgm:spPr/>
    </dgm:pt>
    <dgm:pt modelId="{DB231964-795B-41AB-A9BE-799D76ED27F3}" type="pres">
      <dgm:prSet presAssocID="{43C8EE36-2DBA-4118-91F9-2BC5F058CB63}" presName="diamond" presStyleLbl="bgShp" presStyleIdx="0" presStyleCnt="1"/>
      <dgm:spPr/>
    </dgm:pt>
    <dgm:pt modelId="{5AF73F50-7765-4854-B93B-4F6754F6441F}" type="pres">
      <dgm:prSet presAssocID="{43C8EE36-2DBA-4118-91F9-2BC5F058CB63}" presName="quad1" presStyleLbl="node1" presStyleIdx="0" presStyleCnt="4">
        <dgm:presLayoutVars>
          <dgm:chMax val="0"/>
          <dgm:chPref val="0"/>
          <dgm:bulletEnabled val="1"/>
        </dgm:presLayoutVars>
      </dgm:prSet>
      <dgm:spPr/>
    </dgm:pt>
    <dgm:pt modelId="{D0F44185-E103-43C0-BDAB-35A2985F3A1E}" type="pres">
      <dgm:prSet presAssocID="{43C8EE36-2DBA-4118-91F9-2BC5F058CB63}" presName="quad2" presStyleLbl="node1" presStyleIdx="1" presStyleCnt="4">
        <dgm:presLayoutVars>
          <dgm:chMax val="0"/>
          <dgm:chPref val="0"/>
          <dgm:bulletEnabled val="1"/>
        </dgm:presLayoutVars>
      </dgm:prSet>
      <dgm:spPr/>
    </dgm:pt>
    <dgm:pt modelId="{6949DAA2-0C59-4EC5-ABDC-050F1A890350}" type="pres">
      <dgm:prSet presAssocID="{43C8EE36-2DBA-4118-91F9-2BC5F058CB63}" presName="quad3" presStyleLbl="node1" presStyleIdx="2" presStyleCnt="4">
        <dgm:presLayoutVars>
          <dgm:chMax val="0"/>
          <dgm:chPref val="0"/>
          <dgm:bulletEnabled val="1"/>
        </dgm:presLayoutVars>
      </dgm:prSet>
      <dgm:spPr/>
    </dgm:pt>
    <dgm:pt modelId="{C5168DE2-5C21-4ECC-B2A5-66DAEF4F922A}" type="pres">
      <dgm:prSet presAssocID="{43C8EE36-2DBA-4118-91F9-2BC5F058CB63}" presName="quad4" presStyleLbl="node1" presStyleIdx="3" presStyleCnt="4">
        <dgm:presLayoutVars>
          <dgm:chMax val="0"/>
          <dgm:chPref val="0"/>
          <dgm:bulletEnabled val="1"/>
        </dgm:presLayoutVars>
      </dgm:prSet>
      <dgm:spPr/>
    </dgm:pt>
  </dgm:ptLst>
  <dgm:cxnLst>
    <dgm:cxn modelId="{AC196A1A-AC6C-4387-8FDC-F716F80A459C}" type="presOf" srcId="{A9DA4E23-3DAB-4DC5-BAF9-4AAF18D0270F}" destId="{C5168DE2-5C21-4ECC-B2A5-66DAEF4F922A}" srcOrd="0" destOrd="0" presId="urn:microsoft.com/office/officeart/2005/8/layout/matrix3"/>
    <dgm:cxn modelId="{BCB12A23-ABBB-4EEF-ACB4-0D60361DB1C4}" type="presOf" srcId="{43C8EE36-2DBA-4118-91F9-2BC5F058CB63}" destId="{18336660-F379-4A79-98B2-957A07014742}" srcOrd="0" destOrd="0" presId="urn:microsoft.com/office/officeart/2005/8/layout/matrix3"/>
    <dgm:cxn modelId="{B0BB4735-C164-4BCB-BF3E-F27B193ACADD}" srcId="{43C8EE36-2DBA-4118-91F9-2BC5F058CB63}" destId="{A9DA4E23-3DAB-4DC5-BAF9-4AAF18D0270F}" srcOrd="3" destOrd="0" parTransId="{AEC6ADBF-3DDE-4E2F-85B7-23642627C092}" sibTransId="{469E27B0-5F58-4C51-93DD-BD32C423786E}"/>
    <dgm:cxn modelId="{E0923637-B98C-4A15-8B6D-D2E5EA4EE23F}" srcId="{43C8EE36-2DBA-4118-91F9-2BC5F058CB63}" destId="{4735CFA0-E977-4052-921C-6FD6907EA43D}" srcOrd="0" destOrd="0" parTransId="{355791A2-FCD1-4256-8270-75062DDBDC26}" sibTransId="{B04569A6-1979-4E80-9609-F609AD6795E9}"/>
    <dgm:cxn modelId="{AB09506B-FF6C-4A2B-8301-2C194FFFB5DC}" type="presOf" srcId="{4735CFA0-E977-4052-921C-6FD6907EA43D}" destId="{5AF73F50-7765-4854-B93B-4F6754F6441F}" srcOrd="0" destOrd="0" presId="urn:microsoft.com/office/officeart/2005/8/layout/matrix3"/>
    <dgm:cxn modelId="{9555D154-D2AB-40F3-8CC3-412A9498E0EB}" type="presOf" srcId="{DFADC40E-3438-409D-9869-11EA88A8D653}" destId="{6949DAA2-0C59-4EC5-ABDC-050F1A890350}" srcOrd="0" destOrd="0" presId="urn:microsoft.com/office/officeart/2005/8/layout/matrix3"/>
    <dgm:cxn modelId="{90484D86-4941-409F-8E07-6B920299B3B4}" srcId="{43C8EE36-2DBA-4118-91F9-2BC5F058CB63}" destId="{E26F87E6-FFCD-487C-A860-D4931ECAEBB8}" srcOrd="1" destOrd="0" parTransId="{F8111578-7611-4ABA-A55C-66F9E1EB3E8C}" sibTransId="{8EE95F67-4B64-464D-8672-EC205E1120B2}"/>
    <dgm:cxn modelId="{2B18DDF4-EC43-436B-A009-CC5E80084916}" srcId="{43C8EE36-2DBA-4118-91F9-2BC5F058CB63}" destId="{DFADC40E-3438-409D-9869-11EA88A8D653}" srcOrd="2" destOrd="0" parTransId="{F85DC374-3CC2-438E-8E3D-88314C0ADAD5}" sibTransId="{99A90407-9E6F-4529-AE3F-09361C7D168D}"/>
    <dgm:cxn modelId="{1DAF64F5-F2B5-42EF-B1F9-6A88442D4A62}" type="presOf" srcId="{E26F87E6-FFCD-487C-A860-D4931ECAEBB8}" destId="{D0F44185-E103-43C0-BDAB-35A2985F3A1E}" srcOrd="0" destOrd="0" presId="urn:microsoft.com/office/officeart/2005/8/layout/matrix3"/>
    <dgm:cxn modelId="{D2A7AADC-CBDB-4FAC-904C-0B6712E1A43B}" type="presParOf" srcId="{18336660-F379-4A79-98B2-957A07014742}" destId="{DB231964-795B-41AB-A9BE-799D76ED27F3}" srcOrd="0" destOrd="0" presId="urn:microsoft.com/office/officeart/2005/8/layout/matrix3"/>
    <dgm:cxn modelId="{75948193-2D2D-44BF-AC53-3BB84C5908E8}" type="presParOf" srcId="{18336660-F379-4A79-98B2-957A07014742}" destId="{5AF73F50-7765-4854-B93B-4F6754F6441F}" srcOrd="1" destOrd="0" presId="urn:microsoft.com/office/officeart/2005/8/layout/matrix3"/>
    <dgm:cxn modelId="{E5172ABE-2677-45A8-B19A-F2E7284ED97D}" type="presParOf" srcId="{18336660-F379-4A79-98B2-957A07014742}" destId="{D0F44185-E103-43C0-BDAB-35A2985F3A1E}" srcOrd="2" destOrd="0" presId="urn:microsoft.com/office/officeart/2005/8/layout/matrix3"/>
    <dgm:cxn modelId="{BB3FFDC9-8B9C-4B22-8EE4-859C6E1A8A69}" type="presParOf" srcId="{18336660-F379-4A79-98B2-957A07014742}" destId="{6949DAA2-0C59-4EC5-ABDC-050F1A890350}" srcOrd="3" destOrd="0" presId="urn:microsoft.com/office/officeart/2005/8/layout/matrix3"/>
    <dgm:cxn modelId="{03D034D8-F9D7-4D6F-BF1A-03FFFBC8C24C}" type="presParOf" srcId="{18336660-F379-4A79-98B2-957A07014742}" destId="{C5168DE2-5C21-4ECC-B2A5-66DAEF4F922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A9FE6B40-6A05-4E9D-B8EC-1C23BC85BE2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C857EF1-92E9-4121-B66A-C67A539EED94}">
      <dgm:prSet/>
      <dgm:spPr/>
      <dgm:t>
        <a:bodyPr/>
        <a:lstStyle/>
        <a:p>
          <a:r>
            <a:rPr lang="uk-UA" b="0" i="0"/>
            <a:t>відмова від загальної військової повинності для комплектування армії</a:t>
          </a:r>
          <a:endParaRPr lang="uk-UA"/>
        </a:p>
      </dgm:t>
    </dgm:pt>
    <dgm:pt modelId="{C4201B63-BAE2-428E-9FB0-EBB189FBCC14}" type="parTrans" cxnId="{DD6A1825-D68D-4A14-B188-E2998E969D97}">
      <dgm:prSet/>
      <dgm:spPr/>
      <dgm:t>
        <a:bodyPr/>
        <a:lstStyle/>
        <a:p>
          <a:endParaRPr lang="uk-UA"/>
        </a:p>
      </dgm:t>
    </dgm:pt>
    <dgm:pt modelId="{F24125E6-2206-4F4D-A773-A21EFA1CAEFC}" type="sibTrans" cxnId="{DD6A1825-D68D-4A14-B188-E2998E969D97}">
      <dgm:prSet/>
      <dgm:spPr/>
      <dgm:t>
        <a:bodyPr/>
        <a:lstStyle/>
        <a:p>
          <a:endParaRPr lang="uk-UA"/>
        </a:p>
      </dgm:t>
    </dgm:pt>
    <dgm:pt modelId="{8644358F-4550-4789-823B-F55DE0B3067A}">
      <dgm:prSet/>
      <dgm:spPr/>
      <dgm:t>
        <a:bodyPr/>
        <a:lstStyle/>
        <a:p>
          <a:r>
            <a:rPr lang="uk-UA" b="0" i="0"/>
            <a:t>розміщення на території України військових баз блоку</a:t>
          </a:r>
          <a:endParaRPr lang="uk-UA"/>
        </a:p>
      </dgm:t>
    </dgm:pt>
    <dgm:pt modelId="{56CCAD67-9848-464D-8340-DFE6725FA038}" type="parTrans" cxnId="{B9992D40-D6F9-452D-90E6-1C09E3ADF29F}">
      <dgm:prSet/>
      <dgm:spPr/>
      <dgm:t>
        <a:bodyPr/>
        <a:lstStyle/>
        <a:p>
          <a:endParaRPr lang="uk-UA"/>
        </a:p>
      </dgm:t>
    </dgm:pt>
    <dgm:pt modelId="{BB058EA4-F8CE-495E-B627-FB8F319E9BDD}" type="sibTrans" cxnId="{B9992D40-D6F9-452D-90E6-1C09E3ADF29F}">
      <dgm:prSet/>
      <dgm:spPr/>
      <dgm:t>
        <a:bodyPr/>
        <a:lstStyle/>
        <a:p>
          <a:endParaRPr lang="uk-UA"/>
        </a:p>
      </dgm:t>
    </dgm:pt>
    <dgm:pt modelId="{FF42EFD4-1C8B-4497-863E-F343D5ED5C3B}">
      <dgm:prSet/>
      <dgm:spPr/>
      <dgm:t>
        <a:bodyPr/>
        <a:lstStyle/>
        <a:p>
          <a:r>
            <a:rPr lang="uk-UA" b="0" i="0"/>
            <a:t>проголошення без’ядерного статусу держави</a:t>
          </a:r>
          <a:endParaRPr lang="uk-UA"/>
        </a:p>
      </dgm:t>
    </dgm:pt>
    <dgm:pt modelId="{985AD8B4-5E7E-4C40-B558-E51F1876B803}" type="parTrans" cxnId="{C4837634-5288-48E9-BAE1-9824B6E5E2B7}">
      <dgm:prSet/>
      <dgm:spPr/>
      <dgm:t>
        <a:bodyPr/>
        <a:lstStyle/>
        <a:p>
          <a:endParaRPr lang="uk-UA"/>
        </a:p>
      </dgm:t>
    </dgm:pt>
    <dgm:pt modelId="{47B85495-F0E4-49A0-8E5B-80596875E211}" type="sibTrans" cxnId="{C4837634-5288-48E9-BAE1-9824B6E5E2B7}">
      <dgm:prSet/>
      <dgm:spPr/>
      <dgm:t>
        <a:bodyPr/>
        <a:lstStyle/>
        <a:p>
          <a:endParaRPr lang="uk-UA"/>
        </a:p>
      </dgm:t>
    </dgm:pt>
    <dgm:pt modelId="{61E65846-6D2D-4B34-A493-35FA3A7B85DB}">
      <dgm:prSet/>
      <dgm:spPr/>
      <dgm:t>
        <a:bodyPr/>
        <a:lstStyle/>
        <a:p>
          <a:r>
            <a:rPr lang="uk-UA" b="0" i="0"/>
            <a:t>приєднання до Програми «Партнерство заради миру»</a:t>
          </a:r>
          <a:endParaRPr lang="uk-UA"/>
        </a:p>
      </dgm:t>
    </dgm:pt>
    <dgm:pt modelId="{CDFAA6F2-8D24-418F-A2EF-256641A34CD6}" type="parTrans" cxnId="{F4297B8E-BDCD-4CF2-9001-93482D97E73B}">
      <dgm:prSet/>
      <dgm:spPr/>
      <dgm:t>
        <a:bodyPr/>
        <a:lstStyle/>
        <a:p>
          <a:endParaRPr lang="uk-UA"/>
        </a:p>
      </dgm:t>
    </dgm:pt>
    <dgm:pt modelId="{8AEB19D9-3A95-43C2-A0D9-87E5E2C5E372}" type="sibTrans" cxnId="{F4297B8E-BDCD-4CF2-9001-93482D97E73B}">
      <dgm:prSet/>
      <dgm:spPr/>
      <dgm:t>
        <a:bodyPr/>
        <a:lstStyle/>
        <a:p>
          <a:endParaRPr lang="uk-UA"/>
        </a:p>
      </dgm:t>
    </dgm:pt>
    <dgm:pt modelId="{305FB65D-1A58-4887-9E4C-3B7489526F6D}" type="pres">
      <dgm:prSet presAssocID="{A9FE6B40-6A05-4E9D-B8EC-1C23BC85BE23}" presName="linear" presStyleCnt="0">
        <dgm:presLayoutVars>
          <dgm:animLvl val="lvl"/>
          <dgm:resizeHandles val="exact"/>
        </dgm:presLayoutVars>
      </dgm:prSet>
      <dgm:spPr/>
    </dgm:pt>
    <dgm:pt modelId="{39860E32-36B6-43BE-9732-A7F5D4FBEFE1}" type="pres">
      <dgm:prSet presAssocID="{CC857EF1-92E9-4121-B66A-C67A539EED94}" presName="parentText" presStyleLbl="node1" presStyleIdx="0" presStyleCnt="4">
        <dgm:presLayoutVars>
          <dgm:chMax val="0"/>
          <dgm:bulletEnabled val="1"/>
        </dgm:presLayoutVars>
      </dgm:prSet>
      <dgm:spPr/>
    </dgm:pt>
    <dgm:pt modelId="{5E1169E0-2DD8-4105-9B1D-43F4F40A2227}" type="pres">
      <dgm:prSet presAssocID="{F24125E6-2206-4F4D-A773-A21EFA1CAEFC}" presName="spacer" presStyleCnt="0"/>
      <dgm:spPr/>
    </dgm:pt>
    <dgm:pt modelId="{A7FF04A1-E125-4D66-AFC3-B97EFB3BD1D9}" type="pres">
      <dgm:prSet presAssocID="{8644358F-4550-4789-823B-F55DE0B3067A}" presName="parentText" presStyleLbl="node1" presStyleIdx="1" presStyleCnt="4">
        <dgm:presLayoutVars>
          <dgm:chMax val="0"/>
          <dgm:bulletEnabled val="1"/>
        </dgm:presLayoutVars>
      </dgm:prSet>
      <dgm:spPr/>
    </dgm:pt>
    <dgm:pt modelId="{4CADB8F9-03F4-4239-B7E5-AB45C514346E}" type="pres">
      <dgm:prSet presAssocID="{BB058EA4-F8CE-495E-B627-FB8F319E9BDD}" presName="spacer" presStyleCnt="0"/>
      <dgm:spPr/>
    </dgm:pt>
    <dgm:pt modelId="{C0FB20F9-C382-4015-A1F9-F138566D3AC1}" type="pres">
      <dgm:prSet presAssocID="{FF42EFD4-1C8B-4497-863E-F343D5ED5C3B}" presName="parentText" presStyleLbl="node1" presStyleIdx="2" presStyleCnt="4">
        <dgm:presLayoutVars>
          <dgm:chMax val="0"/>
          <dgm:bulletEnabled val="1"/>
        </dgm:presLayoutVars>
      </dgm:prSet>
      <dgm:spPr/>
    </dgm:pt>
    <dgm:pt modelId="{F15CDF11-D0CE-4115-906C-E5BFFC588978}" type="pres">
      <dgm:prSet presAssocID="{47B85495-F0E4-49A0-8E5B-80596875E211}" presName="spacer" presStyleCnt="0"/>
      <dgm:spPr/>
    </dgm:pt>
    <dgm:pt modelId="{B704DD22-A493-43EC-8130-11AB3CFCD0C0}" type="pres">
      <dgm:prSet presAssocID="{61E65846-6D2D-4B34-A493-35FA3A7B85DB}" presName="parentText" presStyleLbl="node1" presStyleIdx="3" presStyleCnt="4">
        <dgm:presLayoutVars>
          <dgm:chMax val="0"/>
          <dgm:bulletEnabled val="1"/>
        </dgm:presLayoutVars>
      </dgm:prSet>
      <dgm:spPr/>
    </dgm:pt>
  </dgm:ptLst>
  <dgm:cxnLst>
    <dgm:cxn modelId="{54E1791B-A72C-4A26-9F0F-E4A89FA7AF40}" type="presOf" srcId="{A9FE6B40-6A05-4E9D-B8EC-1C23BC85BE23}" destId="{305FB65D-1A58-4887-9E4C-3B7489526F6D}" srcOrd="0" destOrd="0" presId="urn:microsoft.com/office/officeart/2005/8/layout/vList2"/>
    <dgm:cxn modelId="{F8E8671E-5004-4E81-8E31-7E73FA9089E0}" type="presOf" srcId="{8644358F-4550-4789-823B-F55DE0B3067A}" destId="{A7FF04A1-E125-4D66-AFC3-B97EFB3BD1D9}" srcOrd="0" destOrd="0" presId="urn:microsoft.com/office/officeart/2005/8/layout/vList2"/>
    <dgm:cxn modelId="{DD6A1825-D68D-4A14-B188-E2998E969D97}" srcId="{A9FE6B40-6A05-4E9D-B8EC-1C23BC85BE23}" destId="{CC857EF1-92E9-4121-B66A-C67A539EED94}" srcOrd="0" destOrd="0" parTransId="{C4201B63-BAE2-428E-9FB0-EBB189FBCC14}" sibTransId="{F24125E6-2206-4F4D-A773-A21EFA1CAEFC}"/>
    <dgm:cxn modelId="{C4837634-5288-48E9-BAE1-9824B6E5E2B7}" srcId="{A9FE6B40-6A05-4E9D-B8EC-1C23BC85BE23}" destId="{FF42EFD4-1C8B-4497-863E-F343D5ED5C3B}" srcOrd="2" destOrd="0" parTransId="{985AD8B4-5E7E-4C40-B558-E51F1876B803}" sibTransId="{47B85495-F0E4-49A0-8E5B-80596875E211}"/>
    <dgm:cxn modelId="{B9992D40-D6F9-452D-90E6-1C09E3ADF29F}" srcId="{A9FE6B40-6A05-4E9D-B8EC-1C23BC85BE23}" destId="{8644358F-4550-4789-823B-F55DE0B3067A}" srcOrd="1" destOrd="0" parTransId="{56CCAD67-9848-464D-8340-DFE6725FA038}" sibTransId="{BB058EA4-F8CE-495E-B627-FB8F319E9BDD}"/>
    <dgm:cxn modelId="{DB111286-B3D4-4D4E-8C50-D9DC2C6FD554}" type="presOf" srcId="{FF42EFD4-1C8B-4497-863E-F343D5ED5C3B}" destId="{C0FB20F9-C382-4015-A1F9-F138566D3AC1}" srcOrd="0" destOrd="0" presId="urn:microsoft.com/office/officeart/2005/8/layout/vList2"/>
    <dgm:cxn modelId="{0158AC8D-4A68-4492-8F43-98B21F3786FE}" type="presOf" srcId="{61E65846-6D2D-4B34-A493-35FA3A7B85DB}" destId="{B704DD22-A493-43EC-8130-11AB3CFCD0C0}" srcOrd="0" destOrd="0" presId="urn:microsoft.com/office/officeart/2005/8/layout/vList2"/>
    <dgm:cxn modelId="{F4297B8E-BDCD-4CF2-9001-93482D97E73B}" srcId="{A9FE6B40-6A05-4E9D-B8EC-1C23BC85BE23}" destId="{61E65846-6D2D-4B34-A493-35FA3A7B85DB}" srcOrd="3" destOrd="0" parTransId="{CDFAA6F2-8D24-418F-A2EF-256641A34CD6}" sibTransId="{8AEB19D9-3A95-43C2-A0D9-87E5E2C5E372}"/>
    <dgm:cxn modelId="{C7FB42D9-ACF2-4AF4-80D4-7CBE7C8DD8D4}" type="presOf" srcId="{CC857EF1-92E9-4121-B66A-C67A539EED94}" destId="{39860E32-36B6-43BE-9732-A7F5D4FBEFE1}" srcOrd="0" destOrd="0" presId="urn:microsoft.com/office/officeart/2005/8/layout/vList2"/>
    <dgm:cxn modelId="{6FEA6191-9943-4C73-A5A1-8DABF3E1B37C}" type="presParOf" srcId="{305FB65D-1A58-4887-9E4C-3B7489526F6D}" destId="{39860E32-36B6-43BE-9732-A7F5D4FBEFE1}" srcOrd="0" destOrd="0" presId="urn:microsoft.com/office/officeart/2005/8/layout/vList2"/>
    <dgm:cxn modelId="{69016381-1702-4337-83C0-BFB963E69E48}" type="presParOf" srcId="{305FB65D-1A58-4887-9E4C-3B7489526F6D}" destId="{5E1169E0-2DD8-4105-9B1D-43F4F40A2227}" srcOrd="1" destOrd="0" presId="urn:microsoft.com/office/officeart/2005/8/layout/vList2"/>
    <dgm:cxn modelId="{8AC7DA63-0E07-442D-B2A5-99B81DBE9B01}" type="presParOf" srcId="{305FB65D-1A58-4887-9E4C-3B7489526F6D}" destId="{A7FF04A1-E125-4D66-AFC3-B97EFB3BD1D9}" srcOrd="2" destOrd="0" presId="urn:microsoft.com/office/officeart/2005/8/layout/vList2"/>
    <dgm:cxn modelId="{C98CC1D9-2D51-4198-8929-9A4EFA9992C7}" type="presParOf" srcId="{305FB65D-1A58-4887-9E4C-3B7489526F6D}" destId="{4CADB8F9-03F4-4239-B7E5-AB45C514346E}" srcOrd="3" destOrd="0" presId="urn:microsoft.com/office/officeart/2005/8/layout/vList2"/>
    <dgm:cxn modelId="{15B5F9EE-097D-48EF-B4EB-2E89BEC7ABB5}" type="presParOf" srcId="{305FB65D-1A58-4887-9E4C-3B7489526F6D}" destId="{C0FB20F9-C382-4015-A1F9-F138566D3AC1}" srcOrd="4" destOrd="0" presId="urn:microsoft.com/office/officeart/2005/8/layout/vList2"/>
    <dgm:cxn modelId="{3296A92A-B8FC-4D1A-9E6D-9295857D5C88}" type="presParOf" srcId="{305FB65D-1A58-4887-9E4C-3B7489526F6D}" destId="{F15CDF11-D0CE-4115-906C-E5BFFC588978}" srcOrd="5" destOrd="0" presId="urn:microsoft.com/office/officeart/2005/8/layout/vList2"/>
    <dgm:cxn modelId="{01D30EC6-2376-4C05-B2E2-E6B2F7F6B3F5}" type="presParOf" srcId="{305FB65D-1A58-4887-9E4C-3B7489526F6D}" destId="{B704DD22-A493-43EC-8130-11AB3CFCD0C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BEA4587B-AE40-4349-A6C2-DDF2E857CDCA}"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28B72A31-38A1-46B1-AE7F-C998C21CC08F}">
      <dgm:prSet/>
      <dgm:spPr/>
      <dgm:t>
        <a:bodyPr/>
        <a:lstStyle/>
        <a:p>
          <a:r>
            <a:rPr lang="ru-RU" b="0" i="0"/>
            <a:t>1990 р.</a:t>
          </a:r>
          <a:endParaRPr lang="uk-UA"/>
        </a:p>
      </dgm:t>
    </dgm:pt>
    <dgm:pt modelId="{CD39301B-184A-4E3F-A636-41B8AF27A3C6}" type="parTrans" cxnId="{1529C788-AA67-44A8-9B35-F38CD1070C77}">
      <dgm:prSet/>
      <dgm:spPr/>
      <dgm:t>
        <a:bodyPr/>
        <a:lstStyle/>
        <a:p>
          <a:endParaRPr lang="uk-UA"/>
        </a:p>
      </dgm:t>
    </dgm:pt>
    <dgm:pt modelId="{F6EDC917-E3CF-4EB0-AA4E-EB310DDA3A22}" type="sibTrans" cxnId="{1529C788-AA67-44A8-9B35-F38CD1070C77}">
      <dgm:prSet/>
      <dgm:spPr/>
      <dgm:t>
        <a:bodyPr/>
        <a:lstStyle/>
        <a:p>
          <a:endParaRPr lang="uk-UA"/>
        </a:p>
      </dgm:t>
    </dgm:pt>
    <dgm:pt modelId="{557F0C6C-ADB3-46DC-A128-93BDF354AC33}">
      <dgm:prSet/>
      <dgm:spPr/>
      <dgm:t>
        <a:bodyPr/>
        <a:lstStyle/>
        <a:p>
          <a:r>
            <a:rPr lang="ru-RU" b="0" i="0"/>
            <a:t>2004 р.</a:t>
          </a:r>
          <a:endParaRPr lang="uk-UA"/>
        </a:p>
      </dgm:t>
    </dgm:pt>
    <dgm:pt modelId="{29151A0F-DC25-4130-96B7-942D30767745}" type="parTrans" cxnId="{46DAB53A-9DB4-43C2-B4DE-687F83DCF446}">
      <dgm:prSet/>
      <dgm:spPr/>
      <dgm:t>
        <a:bodyPr/>
        <a:lstStyle/>
        <a:p>
          <a:endParaRPr lang="uk-UA"/>
        </a:p>
      </dgm:t>
    </dgm:pt>
    <dgm:pt modelId="{4D971364-924E-4689-B1C4-D8611339B9CC}" type="sibTrans" cxnId="{46DAB53A-9DB4-43C2-B4DE-687F83DCF446}">
      <dgm:prSet/>
      <dgm:spPr/>
      <dgm:t>
        <a:bodyPr/>
        <a:lstStyle/>
        <a:p>
          <a:endParaRPr lang="uk-UA"/>
        </a:p>
      </dgm:t>
    </dgm:pt>
    <dgm:pt modelId="{940C0B1A-FB3E-4DFC-A479-FAD29F1B87F4}">
      <dgm:prSet/>
      <dgm:spPr/>
      <dgm:t>
        <a:bodyPr/>
        <a:lstStyle/>
        <a:p>
          <a:r>
            <a:rPr lang="ru-RU" b="0" i="0"/>
            <a:t>2010 р.</a:t>
          </a:r>
          <a:endParaRPr lang="uk-UA"/>
        </a:p>
      </dgm:t>
    </dgm:pt>
    <dgm:pt modelId="{E504AE84-B8F2-4011-9F49-0BA2EE1E3E18}" type="parTrans" cxnId="{86E55166-CF09-4725-83A6-3BDEEBB97359}">
      <dgm:prSet/>
      <dgm:spPr/>
      <dgm:t>
        <a:bodyPr/>
        <a:lstStyle/>
        <a:p>
          <a:endParaRPr lang="uk-UA"/>
        </a:p>
      </dgm:t>
    </dgm:pt>
    <dgm:pt modelId="{B7CDB44F-A477-4D55-BF57-2664EADFAB06}" type="sibTrans" cxnId="{86E55166-CF09-4725-83A6-3BDEEBB97359}">
      <dgm:prSet/>
      <dgm:spPr/>
      <dgm:t>
        <a:bodyPr/>
        <a:lstStyle/>
        <a:p>
          <a:endParaRPr lang="uk-UA"/>
        </a:p>
      </dgm:t>
    </dgm:pt>
    <dgm:pt modelId="{A7286D78-AAF7-43A0-B958-EFD42302762E}">
      <dgm:prSet/>
      <dgm:spPr/>
      <dgm:t>
        <a:bodyPr/>
        <a:lstStyle/>
        <a:p>
          <a:r>
            <a:rPr lang="ru-RU" b="0" i="0"/>
            <a:t>2013 р.</a:t>
          </a:r>
          <a:endParaRPr lang="uk-UA"/>
        </a:p>
      </dgm:t>
    </dgm:pt>
    <dgm:pt modelId="{D3B9259E-C77B-43C1-B2B9-41D8CA441447}" type="parTrans" cxnId="{ACD27897-E53E-4874-B88F-DB0DBCD84A71}">
      <dgm:prSet/>
      <dgm:spPr/>
      <dgm:t>
        <a:bodyPr/>
        <a:lstStyle/>
        <a:p>
          <a:endParaRPr lang="uk-UA"/>
        </a:p>
      </dgm:t>
    </dgm:pt>
    <dgm:pt modelId="{DD61F43F-2674-4EE9-9ABA-06E941CF4D3A}" type="sibTrans" cxnId="{ACD27897-E53E-4874-B88F-DB0DBCD84A71}">
      <dgm:prSet/>
      <dgm:spPr/>
      <dgm:t>
        <a:bodyPr/>
        <a:lstStyle/>
        <a:p>
          <a:endParaRPr lang="uk-UA"/>
        </a:p>
      </dgm:t>
    </dgm:pt>
    <dgm:pt modelId="{F6719E60-A4AC-48FE-AC47-B2E97B1B5222}" type="pres">
      <dgm:prSet presAssocID="{BEA4587B-AE40-4349-A6C2-DDF2E857CDCA}" presName="matrix" presStyleCnt="0">
        <dgm:presLayoutVars>
          <dgm:chMax val="1"/>
          <dgm:dir/>
          <dgm:resizeHandles val="exact"/>
        </dgm:presLayoutVars>
      </dgm:prSet>
      <dgm:spPr/>
    </dgm:pt>
    <dgm:pt modelId="{9811FF26-F165-486F-A1E2-B2320D2A8ED5}" type="pres">
      <dgm:prSet presAssocID="{BEA4587B-AE40-4349-A6C2-DDF2E857CDCA}" presName="diamond" presStyleLbl="bgShp" presStyleIdx="0" presStyleCnt="1"/>
      <dgm:spPr/>
    </dgm:pt>
    <dgm:pt modelId="{D3CD2BE0-5DEC-4C1F-8F0C-4E61EFB1D068}" type="pres">
      <dgm:prSet presAssocID="{BEA4587B-AE40-4349-A6C2-DDF2E857CDCA}" presName="quad1" presStyleLbl="node1" presStyleIdx="0" presStyleCnt="4">
        <dgm:presLayoutVars>
          <dgm:chMax val="0"/>
          <dgm:chPref val="0"/>
          <dgm:bulletEnabled val="1"/>
        </dgm:presLayoutVars>
      </dgm:prSet>
      <dgm:spPr/>
    </dgm:pt>
    <dgm:pt modelId="{BCB270AC-A072-45D9-9617-9845A3B02F16}" type="pres">
      <dgm:prSet presAssocID="{BEA4587B-AE40-4349-A6C2-DDF2E857CDCA}" presName="quad2" presStyleLbl="node1" presStyleIdx="1" presStyleCnt="4">
        <dgm:presLayoutVars>
          <dgm:chMax val="0"/>
          <dgm:chPref val="0"/>
          <dgm:bulletEnabled val="1"/>
        </dgm:presLayoutVars>
      </dgm:prSet>
      <dgm:spPr/>
    </dgm:pt>
    <dgm:pt modelId="{C2D13675-B2F7-4BA9-A63A-7E567B0E116F}" type="pres">
      <dgm:prSet presAssocID="{BEA4587B-AE40-4349-A6C2-DDF2E857CDCA}" presName="quad3" presStyleLbl="node1" presStyleIdx="2" presStyleCnt="4">
        <dgm:presLayoutVars>
          <dgm:chMax val="0"/>
          <dgm:chPref val="0"/>
          <dgm:bulletEnabled val="1"/>
        </dgm:presLayoutVars>
      </dgm:prSet>
      <dgm:spPr/>
    </dgm:pt>
    <dgm:pt modelId="{A9EEE36E-9FC1-4B1E-BCB5-FE60EE2A27F0}" type="pres">
      <dgm:prSet presAssocID="{BEA4587B-AE40-4349-A6C2-DDF2E857CDCA}" presName="quad4" presStyleLbl="node1" presStyleIdx="3" presStyleCnt="4">
        <dgm:presLayoutVars>
          <dgm:chMax val="0"/>
          <dgm:chPref val="0"/>
          <dgm:bulletEnabled val="1"/>
        </dgm:presLayoutVars>
      </dgm:prSet>
      <dgm:spPr/>
    </dgm:pt>
  </dgm:ptLst>
  <dgm:cxnLst>
    <dgm:cxn modelId="{46DAB53A-9DB4-43C2-B4DE-687F83DCF446}" srcId="{BEA4587B-AE40-4349-A6C2-DDF2E857CDCA}" destId="{557F0C6C-ADB3-46DC-A128-93BDF354AC33}" srcOrd="1" destOrd="0" parTransId="{29151A0F-DC25-4130-96B7-942D30767745}" sibTransId="{4D971364-924E-4689-B1C4-D8611339B9CC}"/>
    <dgm:cxn modelId="{7F328F5E-548B-4C28-A79B-0948E754CE76}" type="presOf" srcId="{940C0B1A-FB3E-4DFC-A479-FAD29F1B87F4}" destId="{C2D13675-B2F7-4BA9-A63A-7E567B0E116F}" srcOrd="0" destOrd="0" presId="urn:microsoft.com/office/officeart/2005/8/layout/matrix3"/>
    <dgm:cxn modelId="{86E55166-CF09-4725-83A6-3BDEEBB97359}" srcId="{BEA4587B-AE40-4349-A6C2-DDF2E857CDCA}" destId="{940C0B1A-FB3E-4DFC-A479-FAD29F1B87F4}" srcOrd="2" destOrd="0" parTransId="{E504AE84-B8F2-4011-9F49-0BA2EE1E3E18}" sibTransId="{B7CDB44F-A477-4D55-BF57-2664EADFAB06}"/>
    <dgm:cxn modelId="{1B301E57-2AEF-453E-902F-CADC55D22756}" type="presOf" srcId="{BEA4587B-AE40-4349-A6C2-DDF2E857CDCA}" destId="{F6719E60-A4AC-48FE-AC47-B2E97B1B5222}" srcOrd="0" destOrd="0" presId="urn:microsoft.com/office/officeart/2005/8/layout/matrix3"/>
    <dgm:cxn modelId="{1529C788-AA67-44A8-9B35-F38CD1070C77}" srcId="{BEA4587B-AE40-4349-A6C2-DDF2E857CDCA}" destId="{28B72A31-38A1-46B1-AE7F-C998C21CC08F}" srcOrd="0" destOrd="0" parTransId="{CD39301B-184A-4E3F-A636-41B8AF27A3C6}" sibTransId="{F6EDC917-E3CF-4EB0-AA4E-EB310DDA3A22}"/>
    <dgm:cxn modelId="{8D7C898C-C965-44DC-9769-1D2E0F595D4D}" type="presOf" srcId="{557F0C6C-ADB3-46DC-A128-93BDF354AC33}" destId="{BCB270AC-A072-45D9-9617-9845A3B02F16}" srcOrd="0" destOrd="0" presId="urn:microsoft.com/office/officeart/2005/8/layout/matrix3"/>
    <dgm:cxn modelId="{52E2058D-EFD0-49A7-9711-0FD0122EA5FE}" type="presOf" srcId="{28B72A31-38A1-46B1-AE7F-C998C21CC08F}" destId="{D3CD2BE0-5DEC-4C1F-8F0C-4E61EFB1D068}" srcOrd="0" destOrd="0" presId="urn:microsoft.com/office/officeart/2005/8/layout/matrix3"/>
    <dgm:cxn modelId="{ACD27897-E53E-4874-B88F-DB0DBCD84A71}" srcId="{BEA4587B-AE40-4349-A6C2-DDF2E857CDCA}" destId="{A7286D78-AAF7-43A0-B958-EFD42302762E}" srcOrd="3" destOrd="0" parTransId="{D3B9259E-C77B-43C1-B2B9-41D8CA441447}" sibTransId="{DD61F43F-2674-4EE9-9ABA-06E941CF4D3A}"/>
    <dgm:cxn modelId="{ED698BFF-6387-42EF-9559-8816A1C18243}" type="presOf" srcId="{A7286D78-AAF7-43A0-B958-EFD42302762E}" destId="{A9EEE36E-9FC1-4B1E-BCB5-FE60EE2A27F0}" srcOrd="0" destOrd="0" presId="urn:microsoft.com/office/officeart/2005/8/layout/matrix3"/>
    <dgm:cxn modelId="{23F73C36-5C8A-4147-AC05-9969624295F5}" type="presParOf" srcId="{F6719E60-A4AC-48FE-AC47-B2E97B1B5222}" destId="{9811FF26-F165-486F-A1E2-B2320D2A8ED5}" srcOrd="0" destOrd="0" presId="urn:microsoft.com/office/officeart/2005/8/layout/matrix3"/>
    <dgm:cxn modelId="{87D25F06-22F4-48BA-961C-768876FCD8E9}" type="presParOf" srcId="{F6719E60-A4AC-48FE-AC47-B2E97B1B5222}" destId="{D3CD2BE0-5DEC-4C1F-8F0C-4E61EFB1D068}" srcOrd="1" destOrd="0" presId="urn:microsoft.com/office/officeart/2005/8/layout/matrix3"/>
    <dgm:cxn modelId="{A1151168-3CD2-4280-8B8B-CDC531A452A9}" type="presParOf" srcId="{F6719E60-A4AC-48FE-AC47-B2E97B1B5222}" destId="{BCB270AC-A072-45D9-9617-9845A3B02F16}" srcOrd="2" destOrd="0" presId="urn:microsoft.com/office/officeart/2005/8/layout/matrix3"/>
    <dgm:cxn modelId="{8999E0FE-5924-462D-A51B-FB8BBB1FDEFB}" type="presParOf" srcId="{F6719E60-A4AC-48FE-AC47-B2E97B1B5222}" destId="{C2D13675-B2F7-4BA9-A63A-7E567B0E116F}" srcOrd="3" destOrd="0" presId="urn:microsoft.com/office/officeart/2005/8/layout/matrix3"/>
    <dgm:cxn modelId="{44C1C135-645B-48EA-8B0F-9B1D7B42B02D}" type="presParOf" srcId="{F6719E60-A4AC-48FE-AC47-B2E97B1B5222}" destId="{A9EEE36E-9FC1-4B1E-BCB5-FE60EE2A27F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215DDA7F-E632-43D8-82DF-61F8599DDB34}"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8C5B4547-13A4-4947-8A97-FB373FC190F4}">
      <dgm:prSet/>
      <dgm:spPr/>
      <dgm:t>
        <a:bodyPr/>
        <a:lstStyle/>
        <a:p>
          <a:r>
            <a:rPr lang="ru-RU" b="0" i="0"/>
            <a:t>«революція троянд».</a:t>
          </a:r>
          <a:endParaRPr lang="uk-UA"/>
        </a:p>
      </dgm:t>
    </dgm:pt>
    <dgm:pt modelId="{A2B2C895-CC1E-4581-A8EF-094FA4246848}" type="parTrans" cxnId="{E88EDCF5-9D63-475D-B9A0-ACDCA1EC929E}">
      <dgm:prSet/>
      <dgm:spPr/>
      <dgm:t>
        <a:bodyPr/>
        <a:lstStyle/>
        <a:p>
          <a:endParaRPr lang="uk-UA"/>
        </a:p>
      </dgm:t>
    </dgm:pt>
    <dgm:pt modelId="{82B6746E-C7B1-4463-A69D-D20A50DFACBB}" type="sibTrans" cxnId="{E88EDCF5-9D63-475D-B9A0-ACDCA1EC929E}">
      <dgm:prSet/>
      <dgm:spPr/>
      <dgm:t>
        <a:bodyPr/>
        <a:lstStyle/>
        <a:p>
          <a:endParaRPr lang="uk-UA"/>
        </a:p>
      </dgm:t>
    </dgm:pt>
    <dgm:pt modelId="{E52220A4-428D-4485-A300-18CFFE08A43E}">
      <dgm:prSet/>
      <dgm:spPr/>
      <dgm:t>
        <a:bodyPr/>
        <a:lstStyle/>
        <a:p>
          <a:r>
            <a:rPr lang="ru-RU" b="0" i="0"/>
            <a:t>«революція Гідності».</a:t>
          </a:r>
          <a:endParaRPr lang="uk-UA"/>
        </a:p>
      </dgm:t>
    </dgm:pt>
    <dgm:pt modelId="{F4DE656A-8655-40BA-9B81-9E34FF48CD43}" type="parTrans" cxnId="{253FB029-524F-4ADB-8A6A-B4538048B0B6}">
      <dgm:prSet/>
      <dgm:spPr/>
      <dgm:t>
        <a:bodyPr/>
        <a:lstStyle/>
        <a:p>
          <a:endParaRPr lang="uk-UA"/>
        </a:p>
      </dgm:t>
    </dgm:pt>
    <dgm:pt modelId="{03DD49AE-2951-41B7-BA76-96BD8C2B0BC6}" type="sibTrans" cxnId="{253FB029-524F-4ADB-8A6A-B4538048B0B6}">
      <dgm:prSet/>
      <dgm:spPr/>
      <dgm:t>
        <a:bodyPr/>
        <a:lstStyle/>
        <a:p>
          <a:endParaRPr lang="uk-UA"/>
        </a:p>
      </dgm:t>
    </dgm:pt>
    <dgm:pt modelId="{AEEA86C3-4559-4602-9235-66C1060D2C37}">
      <dgm:prSet/>
      <dgm:spPr/>
      <dgm:t>
        <a:bodyPr/>
        <a:lstStyle/>
        <a:p>
          <a:r>
            <a:rPr lang="ru-RU" b="0" i="0"/>
            <a:t>«революція на граніті».</a:t>
          </a:r>
          <a:endParaRPr lang="uk-UA"/>
        </a:p>
      </dgm:t>
    </dgm:pt>
    <dgm:pt modelId="{72D2035F-AB26-48AB-A09F-CF32FE6A0EFA}" type="parTrans" cxnId="{A6ECBC20-E94D-4937-BEC1-D108FDA6494B}">
      <dgm:prSet/>
      <dgm:spPr/>
      <dgm:t>
        <a:bodyPr/>
        <a:lstStyle/>
        <a:p>
          <a:endParaRPr lang="uk-UA"/>
        </a:p>
      </dgm:t>
    </dgm:pt>
    <dgm:pt modelId="{37D0FA05-B878-4321-ABE0-DEA5E528A142}" type="sibTrans" cxnId="{A6ECBC20-E94D-4937-BEC1-D108FDA6494B}">
      <dgm:prSet/>
      <dgm:spPr/>
      <dgm:t>
        <a:bodyPr/>
        <a:lstStyle/>
        <a:p>
          <a:endParaRPr lang="uk-UA"/>
        </a:p>
      </dgm:t>
    </dgm:pt>
    <dgm:pt modelId="{610FBC6A-0815-4D4A-B647-C6C7F38CE00C}">
      <dgm:prSet/>
      <dgm:spPr/>
      <dgm:t>
        <a:bodyPr/>
        <a:lstStyle/>
        <a:p>
          <a:r>
            <a:rPr lang="ru-RU" b="0" i="0"/>
            <a:t>«Помаранчева революція».</a:t>
          </a:r>
          <a:endParaRPr lang="uk-UA"/>
        </a:p>
      </dgm:t>
    </dgm:pt>
    <dgm:pt modelId="{F98A38D7-A15D-4C2B-A400-95A6076FBFB5}" type="parTrans" cxnId="{6D94A33B-EF86-4362-AA25-A55B551CFB11}">
      <dgm:prSet/>
      <dgm:spPr/>
      <dgm:t>
        <a:bodyPr/>
        <a:lstStyle/>
        <a:p>
          <a:endParaRPr lang="uk-UA"/>
        </a:p>
      </dgm:t>
    </dgm:pt>
    <dgm:pt modelId="{4FA45CA0-00DC-427A-B12C-065625302383}" type="sibTrans" cxnId="{6D94A33B-EF86-4362-AA25-A55B551CFB11}">
      <dgm:prSet/>
      <dgm:spPr/>
      <dgm:t>
        <a:bodyPr/>
        <a:lstStyle/>
        <a:p>
          <a:endParaRPr lang="uk-UA"/>
        </a:p>
      </dgm:t>
    </dgm:pt>
    <dgm:pt modelId="{4FA3D51A-2E00-4DA4-A671-81FF2ACDBE67}" type="pres">
      <dgm:prSet presAssocID="{215DDA7F-E632-43D8-82DF-61F8599DDB34}" presName="linearFlow" presStyleCnt="0">
        <dgm:presLayoutVars>
          <dgm:dir/>
          <dgm:resizeHandles val="exact"/>
        </dgm:presLayoutVars>
      </dgm:prSet>
      <dgm:spPr/>
    </dgm:pt>
    <dgm:pt modelId="{4D604408-F631-4604-A592-EBB5546C03D6}" type="pres">
      <dgm:prSet presAssocID="{8C5B4547-13A4-4947-8A97-FB373FC190F4}" presName="composite" presStyleCnt="0"/>
      <dgm:spPr/>
    </dgm:pt>
    <dgm:pt modelId="{79129962-EDB2-41EF-ABA3-8343F2B45209}" type="pres">
      <dgm:prSet presAssocID="{8C5B4547-13A4-4947-8A97-FB373FC190F4}" presName="imgShp" presStyleLbl="fgImgPlace1" presStyleIdx="0" presStyleCnt="4"/>
      <dgm:spPr/>
    </dgm:pt>
    <dgm:pt modelId="{B61E325D-1FF1-4CDA-A632-AB423B5AF8AD}" type="pres">
      <dgm:prSet presAssocID="{8C5B4547-13A4-4947-8A97-FB373FC190F4}" presName="txShp" presStyleLbl="node1" presStyleIdx="0" presStyleCnt="4">
        <dgm:presLayoutVars>
          <dgm:bulletEnabled val="1"/>
        </dgm:presLayoutVars>
      </dgm:prSet>
      <dgm:spPr/>
    </dgm:pt>
    <dgm:pt modelId="{EC29161A-5D47-496E-9BC8-D2A8CEB93114}" type="pres">
      <dgm:prSet presAssocID="{82B6746E-C7B1-4463-A69D-D20A50DFACBB}" presName="spacing" presStyleCnt="0"/>
      <dgm:spPr/>
    </dgm:pt>
    <dgm:pt modelId="{2CC729FC-AD5C-4841-B0E6-60ED404F9A77}" type="pres">
      <dgm:prSet presAssocID="{E52220A4-428D-4485-A300-18CFFE08A43E}" presName="composite" presStyleCnt="0"/>
      <dgm:spPr/>
    </dgm:pt>
    <dgm:pt modelId="{09F42DD6-43A3-4241-B617-B9AF7386994E}" type="pres">
      <dgm:prSet presAssocID="{E52220A4-428D-4485-A300-18CFFE08A43E}" presName="imgShp" presStyleLbl="fgImgPlace1" presStyleIdx="1" presStyleCnt="4"/>
      <dgm:spPr/>
    </dgm:pt>
    <dgm:pt modelId="{9BAC037B-F60A-4876-8358-E443A6B6A1B6}" type="pres">
      <dgm:prSet presAssocID="{E52220A4-428D-4485-A300-18CFFE08A43E}" presName="txShp" presStyleLbl="node1" presStyleIdx="1" presStyleCnt="4">
        <dgm:presLayoutVars>
          <dgm:bulletEnabled val="1"/>
        </dgm:presLayoutVars>
      </dgm:prSet>
      <dgm:spPr/>
    </dgm:pt>
    <dgm:pt modelId="{C12F09DC-AE9E-4B9F-B6B5-0DF648D89912}" type="pres">
      <dgm:prSet presAssocID="{03DD49AE-2951-41B7-BA76-96BD8C2B0BC6}" presName="spacing" presStyleCnt="0"/>
      <dgm:spPr/>
    </dgm:pt>
    <dgm:pt modelId="{43E85DFC-6600-4B8C-9210-CC0F81A92904}" type="pres">
      <dgm:prSet presAssocID="{AEEA86C3-4559-4602-9235-66C1060D2C37}" presName="composite" presStyleCnt="0"/>
      <dgm:spPr/>
    </dgm:pt>
    <dgm:pt modelId="{9476AFD6-C6AF-4033-AFED-86D6EB58A912}" type="pres">
      <dgm:prSet presAssocID="{AEEA86C3-4559-4602-9235-66C1060D2C37}" presName="imgShp" presStyleLbl="fgImgPlace1" presStyleIdx="2" presStyleCnt="4"/>
      <dgm:spPr/>
    </dgm:pt>
    <dgm:pt modelId="{D18B0B33-8AEB-4327-B3C4-2A347C62B082}" type="pres">
      <dgm:prSet presAssocID="{AEEA86C3-4559-4602-9235-66C1060D2C37}" presName="txShp" presStyleLbl="node1" presStyleIdx="2" presStyleCnt="4">
        <dgm:presLayoutVars>
          <dgm:bulletEnabled val="1"/>
        </dgm:presLayoutVars>
      </dgm:prSet>
      <dgm:spPr/>
    </dgm:pt>
    <dgm:pt modelId="{9A8ADF20-1A93-4F39-934A-A64B19FC6058}" type="pres">
      <dgm:prSet presAssocID="{37D0FA05-B878-4321-ABE0-DEA5E528A142}" presName="spacing" presStyleCnt="0"/>
      <dgm:spPr/>
    </dgm:pt>
    <dgm:pt modelId="{A003AA0C-A553-4319-A9D3-75EF488F43AF}" type="pres">
      <dgm:prSet presAssocID="{610FBC6A-0815-4D4A-B647-C6C7F38CE00C}" presName="composite" presStyleCnt="0"/>
      <dgm:spPr/>
    </dgm:pt>
    <dgm:pt modelId="{2BEA18BD-6FDD-4303-8606-B0A5309C0FA3}" type="pres">
      <dgm:prSet presAssocID="{610FBC6A-0815-4D4A-B647-C6C7F38CE00C}" presName="imgShp" presStyleLbl="fgImgPlace1" presStyleIdx="3" presStyleCnt="4"/>
      <dgm:spPr/>
    </dgm:pt>
    <dgm:pt modelId="{5968E9D1-BEAC-41F6-B49A-3B113B007D09}" type="pres">
      <dgm:prSet presAssocID="{610FBC6A-0815-4D4A-B647-C6C7F38CE00C}" presName="txShp" presStyleLbl="node1" presStyleIdx="3" presStyleCnt="4">
        <dgm:presLayoutVars>
          <dgm:bulletEnabled val="1"/>
        </dgm:presLayoutVars>
      </dgm:prSet>
      <dgm:spPr/>
    </dgm:pt>
  </dgm:ptLst>
  <dgm:cxnLst>
    <dgm:cxn modelId="{8326920E-F9B6-4440-8596-5990DD003165}" type="presOf" srcId="{E52220A4-428D-4485-A300-18CFFE08A43E}" destId="{9BAC037B-F60A-4876-8358-E443A6B6A1B6}" srcOrd="0" destOrd="0" presId="urn:microsoft.com/office/officeart/2005/8/layout/vList3"/>
    <dgm:cxn modelId="{A6ECBC20-E94D-4937-BEC1-D108FDA6494B}" srcId="{215DDA7F-E632-43D8-82DF-61F8599DDB34}" destId="{AEEA86C3-4559-4602-9235-66C1060D2C37}" srcOrd="2" destOrd="0" parTransId="{72D2035F-AB26-48AB-A09F-CF32FE6A0EFA}" sibTransId="{37D0FA05-B878-4321-ABE0-DEA5E528A142}"/>
    <dgm:cxn modelId="{253FB029-524F-4ADB-8A6A-B4538048B0B6}" srcId="{215DDA7F-E632-43D8-82DF-61F8599DDB34}" destId="{E52220A4-428D-4485-A300-18CFFE08A43E}" srcOrd="1" destOrd="0" parTransId="{F4DE656A-8655-40BA-9B81-9E34FF48CD43}" sibTransId="{03DD49AE-2951-41B7-BA76-96BD8C2B0BC6}"/>
    <dgm:cxn modelId="{6D94A33B-EF86-4362-AA25-A55B551CFB11}" srcId="{215DDA7F-E632-43D8-82DF-61F8599DDB34}" destId="{610FBC6A-0815-4D4A-B647-C6C7F38CE00C}" srcOrd="3" destOrd="0" parTransId="{F98A38D7-A15D-4C2B-A400-95A6076FBFB5}" sibTransId="{4FA45CA0-00DC-427A-B12C-065625302383}"/>
    <dgm:cxn modelId="{87D5F662-621B-4C33-B992-A3ACEF3759DE}" type="presOf" srcId="{8C5B4547-13A4-4947-8A97-FB373FC190F4}" destId="{B61E325D-1FF1-4CDA-A632-AB423B5AF8AD}" srcOrd="0" destOrd="0" presId="urn:microsoft.com/office/officeart/2005/8/layout/vList3"/>
    <dgm:cxn modelId="{4D195198-3ED4-412F-A717-51E413BE776F}" type="presOf" srcId="{610FBC6A-0815-4D4A-B647-C6C7F38CE00C}" destId="{5968E9D1-BEAC-41F6-B49A-3B113B007D09}" srcOrd="0" destOrd="0" presId="urn:microsoft.com/office/officeart/2005/8/layout/vList3"/>
    <dgm:cxn modelId="{18AC26A3-921D-488F-9597-37D489DBBA18}" type="presOf" srcId="{215DDA7F-E632-43D8-82DF-61F8599DDB34}" destId="{4FA3D51A-2E00-4DA4-A671-81FF2ACDBE67}" srcOrd="0" destOrd="0" presId="urn:microsoft.com/office/officeart/2005/8/layout/vList3"/>
    <dgm:cxn modelId="{9AF0D8BD-8C3E-4211-B907-006A5BE79087}" type="presOf" srcId="{AEEA86C3-4559-4602-9235-66C1060D2C37}" destId="{D18B0B33-8AEB-4327-B3C4-2A347C62B082}" srcOrd="0" destOrd="0" presId="urn:microsoft.com/office/officeart/2005/8/layout/vList3"/>
    <dgm:cxn modelId="{E88EDCF5-9D63-475D-B9A0-ACDCA1EC929E}" srcId="{215DDA7F-E632-43D8-82DF-61F8599DDB34}" destId="{8C5B4547-13A4-4947-8A97-FB373FC190F4}" srcOrd="0" destOrd="0" parTransId="{A2B2C895-CC1E-4581-A8EF-094FA4246848}" sibTransId="{82B6746E-C7B1-4463-A69D-D20A50DFACBB}"/>
    <dgm:cxn modelId="{1B71EA3C-61B4-4488-9EFB-4201E9C38B0F}" type="presParOf" srcId="{4FA3D51A-2E00-4DA4-A671-81FF2ACDBE67}" destId="{4D604408-F631-4604-A592-EBB5546C03D6}" srcOrd="0" destOrd="0" presId="urn:microsoft.com/office/officeart/2005/8/layout/vList3"/>
    <dgm:cxn modelId="{2B121824-BD55-481A-A7B4-69C1C2B5F2DA}" type="presParOf" srcId="{4D604408-F631-4604-A592-EBB5546C03D6}" destId="{79129962-EDB2-41EF-ABA3-8343F2B45209}" srcOrd="0" destOrd="0" presId="urn:microsoft.com/office/officeart/2005/8/layout/vList3"/>
    <dgm:cxn modelId="{B25B437C-938C-4FFD-862F-E0A5B8E63A54}" type="presParOf" srcId="{4D604408-F631-4604-A592-EBB5546C03D6}" destId="{B61E325D-1FF1-4CDA-A632-AB423B5AF8AD}" srcOrd="1" destOrd="0" presId="urn:microsoft.com/office/officeart/2005/8/layout/vList3"/>
    <dgm:cxn modelId="{DDF7B5B3-5607-45DB-B752-7F40C0D6C82C}" type="presParOf" srcId="{4FA3D51A-2E00-4DA4-A671-81FF2ACDBE67}" destId="{EC29161A-5D47-496E-9BC8-D2A8CEB93114}" srcOrd="1" destOrd="0" presId="urn:microsoft.com/office/officeart/2005/8/layout/vList3"/>
    <dgm:cxn modelId="{D641CA7E-5915-43FC-86AB-6E4EA2B5C672}" type="presParOf" srcId="{4FA3D51A-2E00-4DA4-A671-81FF2ACDBE67}" destId="{2CC729FC-AD5C-4841-B0E6-60ED404F9A77}" srcOrd="2" destOrd="0" presId="urn:microsoft.com/office/officeart/2005/8/layout/vList3"/>
    <dgm:cxn modelId="{43CB53A1-CABF-4D9F-9B30-EBFBBC18A8A0}" type="presParOf" srcId="{2CC729FC-AD5C-4841-B0E6-60ED404F9A77}" destId="{09F42DD6-43A3-4241-B617-B9AF7386994E}" srcOrd="0" destOrd="0" presId="urn:microsoft.com/office/officeart/2005/8/layout/vList3"/>
    <dgm:cxn modelId="{1822958C-CF76-4C8D-9B09-770999C7FA06}" type="presParOf" srcId="{2CC729FC-AD5C-4841-B0E6-60ED404F9A77}" destId="{9BAC037B-F60A-4876-8358-E443A6B6A1B6}" srcOrd="1" destOrd="0" presId="urn:microsoft.com/office/officeart/2005/8/layout/vList3"/>
    <dgm:cxn modelId="{45F3A013-931F-4E95-84DD-57954B7EA10B}" type="presParOf" srcId="{4FA3D51A-2E00-4DA4-A671-81FF2ACDBE67}" destId="{C12F09DC-AE9E-4B9F-B6B5-0DF648D89912}" srcOrd="3" destOrd="0" presId="urn:microsoft.com/office/officeart/2005/8/layout/vList3"/>
    <dgm:cxn modelId="{A0B33F1B-2D01-462C-BE29-F8701F2507F5}" type="presParOf" srcId="{4FA3D51A-2E00-4DA4-A671-81FF2ACDBE67}" destId="{43E85DFC-6600-4B8C-9210-CC0F81A92904}" srcOrd="4" destOrd="0" presId="urn:microsoft.com/office/officeart/2005/8/layout/vList3"/>
    <dgm:cxn modelId="{29F1E16D-F048-4F13-82AC-A40C0FD03CA0}" type="presParOf" srcId="{43E85DFC-6600-4B8C-9210-CC0F81A92904}" destId="{9476AFD6-C6AF-4033-AFED-86D6EB58A912}" srcOrd="0" destOrd="0" presId="urn:microsoft.com/office/officeart/2005/8/layout/vList3"/>
    <dgm:cxn modelId="{EC19B55D-F0CE-4EB1-A6E0-2D5D563FB2B5}" type="presParOf" srcId="{43E85DFC-6600-4B8C-9210-CC0F81A92904}" destId="{D18B0B33-8AEB-4327-B3C4-2A347C62B082}" srcOrd="1" destOrd="0" presId="urn:microsoft.com/office/officeart/2005/8/layout/vList3"/>
    <dgm:cxn modelId="{FB8E2FF0-3921-4F2C-ACDC-E96236C8DC35}" type="presParOf" srcId="{4FA3D51A-2E00-4DA4-A671-81FF2ACDBE67}" destId="{9A8ADF20-1A93-4F39-934A-A64B19FC6058}" srcOrd="5" destOrd="0" presId="urn:microsoft.com/office/officeart/2005/8/layout/vList3"/>
    <dgm:cxn modelId="{7595E7E6-D149-4FFE-B47C-40A3686EE967}" type="presParOf" srcId="{4FA3D51A-2E00-4DA4-A671-81FF2ACDBE67}" destId="{A003AA0C-A553-4319-A9D3-75EF488F43AF}" srcOrd="6" destOrd="0" presId="urn:microsoft.com/office/officeart/2005/8/layout/vList3"/>
    <dgm:cxn modelId="{56350835-38C0-4BCD-8FCB-423A2549C859}" type="presParOf" srcId="{A003AA0C-A553-4319-A9D3-75EF488F43AF}" destId="{2BEA18BD-6FDD-4303-8606-B0A5309C0FA3}" srcOrd="0" destOrd="0" presId="urn:microsoft.com/office/officeart/2005/8/layout/vList3"/>
    <dgm:cxn modelId="{B73428B6-30B5-49CD-A99A-FF3E27F137EE}" type="presParOf" srcId="{A003AA0C-A553-4319-A9D3-75EF488F43AF}" destId="{5968E9D1-BEAC-41F6-B49A-3B113B007D0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FAD343E2-1DF0-4986-9CC4-4DB0DBC79B4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039C53B-059E-4D91-ABF8-80571FE25BEF}">
      <dgm:prSet/>
      <dgm:spPr/>
      <dgm:t>
        <a:bodyPr/>
        <a:lstStyle/>
        <a:p>
          <a:r>
            <a:rPr lang="uk-UA" b="0" i="0"/>
            <a:t>загострення відносин з Російською Федерацією</a:t>
          </a:r>
          <a:endParaRPr lang="uk-UA"/>
        </a:p>
      </dgm:t>
    </dgm:pt>
    <dgm:pt modelId="{8023538C-6EBF-43E2-88F6-6DCE8885DE68}" type="parTrans" cxnId="{5601E31F-FAB7-44AF-9DBD-6D3DAABEC527}">
      <dgm:prSet/>
      <dgm:spPr/>
      <dgm:t>
        <a:bodyPr/>
        <a:lstStyle/>
        <a:p>
          <a:endParaRPr lang="uk-UA"/>
        </a:p>
      </dgm:t>
    </dgm:pt>
    <dgm:pt modelId="{F76465D0-1C03-4DBB-9EBD-9F067AC1F7C1}" type="sibTrans" cxnId="{5601E31F-FAB7-44AF-9DBD-6D3DAABEC527}">
      <dgm:prSet/>
      <dgm:spPr/>
      <dgm:t>
        <a:bodyPr/>
        <a:lstStyle/>
        <a:p>
          <a:endParaRPr lang="uk-UA"/>
        </a:p>
      </dgm:t>
    </dgm:pt>
    <dgm:pt modelId="{E17EF0A1-4738-4800-922D-A8C8122867A3}">
      <dgm:prSet/>
      <dgm:spPr/>
      <dgm:t>
        <a:bodyPr/>
        <a:lstStyle/>
        <a:p>
          <a:r>
            <a:rPr lang="uk-UA" b="0" i="0"/>
            <a:t>свавілля правоохоронних органів і сил спецпризначення</a:t>
          </a:r>
          <a:endParaRPr lang="uk-UA"/>
        </a:p>
      </dgm:t>
    </dgm:pt>
    <dgm:pt modelId="{7D45B769-690F-4010-A9B4-5C5B20C49ACB}" type="parTrans" cxnId="{3A5931D9-F96C-41F6-82A9-C3320217A154}">
      <dgm:prSet/>
      <dgm:spPr/>
      <dgm:t>
        <a:bodyPr/>
        <a:lstStyle/>
        <a:p>
          <a:endParaRPr lang="uk-UA"/>
        </a:p>
      </dgm:t>
    </dgm:pt>
    <dgm:pt modelId="{349BE818-F0C8-4C5F-8B8C-A0CF435FE03B}" type="sibTrans" cxnId="{3A5931D9-F96C-41F6-82A9-C3320217A154}">
      <dgm:prSet/>
      <dgm:spPr/>
      <dgm:t>
        <a:bodyPr/>
        <a:lstStyle/>
        <a:p>
          <a:endParaRPr lang="uk-UA"/>
        </a:p>
      </dgm:t>
    </dgm:pt>
    <dgm:pt modelId="{1689CD89-BB44-48DB-BF46-2B98BB9496F1}">
      <dgm:prSet/>
      <dgm:spPr/>
      <dgm:t>
        <a:bodyPr/>
        <a:lstStyle/>
        <a:p>
          <a:r>
            <a:rPr lang="uk-UA" b="0" i="0"/>
            <a:t>масові фальсифікації результатів президентських виборів</a:t>
          </a:r>
          <a:endParaRPr lang="uk-UA"/>
        </a:p>
      </dgm:t>
    </dgm:pt>
    <dgm:pt modelId="{E10D90C2-1532-4903-9A43-87DB50CEAB97}" type="parTrans" cxnId="{CF13EC73-4142-4376-84E2-A0869065478E}">
      <dgm:prSet/>
      <dgm:spPr/>
      <dgm:t>
        <a:bodyPr/>
        <a:lstStyle/>
        <a:p>
          <a:endParaRPr lang="uk-UA"/>
        </a:p>
      </dgm:t>
    </dgm:pt>
    <dgm:pt modelId="{F3FE2230-C71C-4FEE-B99B-D5459D26EAA5}" type="sibTrans" cxnId="{CF13EC73-4142-4376-84E2-A0869065478E}">
      <dgm:prSet/>
      <dgm:spPr/>
      <dgm:t>
        <a:bodyPr/>
        <a:lstStyle/>
        <a:p>
          <a:endParaRPr lang="uk-UA"/>
        </a:p>
      </dgm:t>
    </dgm:pt>
    <dgm:pt modelId="{5916CE52-C2EB-4DEC-B29F-EE33BD78025E}">
      <dgm:prSet/>
      <dgm:spPr/>
      <dgm:t>
        <a:bodyPr/>
        <a:lstStyle/>
        <a:p>
          <a:r>
            <a:rPr lang="uk-UA" b="0" i="0"/>
            <a:t>зрив підписання Угоди про асоціацію з Європейським Союзом</a:t>
          </a:r>
          <a:endParaRPr lang="uk-UA"/>
        </a:p>
      </dgm:t>
    </dgm:pt>
    <dgm:pt modelId="{559E842E-8F88-43C2-8101-3BBBE8EDCBDD}" type="parTrans" cxnId="{72F262A9-2AFE-4E49-8DE0-CB9A5F5B1049}">
      <dgm:prSet/>
      <dgm:spPr/>
      <dgm:t>
        <a:bodyPr/>
        <a:lstStyle/>
        <a:p>
          <a:endParaRPr lang="uk-UA"/>
        </a:p>
      </dgm:t>
    </dgm:pt>
    <dgm:pt modelId="{71F78F52-D734-473F-B914-C9E0EA1FB118}" type="sibTrans" cxnId="{72F262A9-2AFE-4E49-8DE0-CB9A5F5B1049}">
      <dgm:prSet/>
      <dgm:spPr/>
      <dgm:t>
        <a:bodyPr/>
        <a:lstStyle/>
        <a:p>
          <a:endParaRPr lang="uk-UA"/>
        </a:p>
      </dgm:t>
    </dgm:pt>
    <dgm:pt modelId="{0A536BE7-8CA9-4B89-989D-236378693F7F}" type="pres">
      <dgm:prSet presAssocID="{FAD343E2-1DF0-4986-9CC4-4DB0DBC79B42}" presName="linear" presStyleCnt="0">
        <dgm:presLayoutVars>
          <dgm:animLvl val="lvl"/>
          <dgm:resizeHandles val="exact"/>
        </dgm:presLayoutVars>
      </dgm:prSet>
      <dgm:spPr/>
    </dgm:pt>
    <dgm:pt modelId="{798B5092-D117-45F7-911B-D08A9539281D}" type="pres">
      <dgm:prSet presAssocID="{D039C53B-059E-4D91-ABF8-80571FE25BEF}" presName="parentText" presStyleLbl="node1" presStyleIdx="0" presStyleCnt="4">
        <dgm:presLayoutVars>
          <dgm:chMax val="0"/>
          <dgm:bulletEnabled val="1"/>
        </dgm:presLayoutVars>
      </dgm:prSet>
      <dgm:spPr/>
    </dgm:pt>
    <dgm:pt modelId="{D4D847EF-77FD-4EF0-9F6D-977C6F21EF76}" type="pres">
      <dgm:prSet presAssocID="{F76465D0-1C03-4DBB-9EBD-9F067AC1F7C1}" presName="spacer" presStyleCnt="0"/>
      <dgm:spPr/>
    </dgm:pt>
    <dgm:pt modelId="{BE7C44FB-2821-41D4-B0C0-88EC268354F9}" type="pres">
      <dgm:prSet presAssocID="{E17EF0A1-4738-4800-922D-A8C8122867A3}" presName="parentText" presStyleLbl="node1" presStyleIdx="1" presStyleCnt="4">
        <dgm:presLayoutVars>
          <dgm:chMax val="0"/>
          <dgm:bulletEnabled val="1"/>
        </dgm:presLayoutVars>
      </dgm:prSet>
      <dgm:spPr/>
    </dgm:pt>
    <dgm:pt modelId="{527892F0-C346-464F-A6F9-377294728E1C}" type="pres">
      <dgm:prSet presAssocID="{349BE818-F0C8-4C5F-8B8C-A0CF435FE03B}" presName="spacer" presStyleCnt="0"/>
      <dgm:spPr/>
    </dgm:pt>
    <dgm:pt modelId="{21960E92-423C-4720-BEE9-DEF5D3718FF0}" type="pres">
      <dgm:prSet presAssocID="{1689CD89-BB44-48DB-BF46-2B98BB9496F1}" presName="parentText" presStyleLbl="node1" presStyleIdx="2" presStyleCnt="4">
        <dgm:presLayoutVars>
          <dgm:chMax val="0"/>
          <dgm:bulletEnabled val="1"/>
        </dgm:presLayoutVars>
      </dgm:prSet>
      <dgm:spPr/>
    </dgm:pt>
    <dgm:pt modelId="{09F9E9ED-6F7D-47CD-BAC1-32D19A16F643}" type="pres">
      <dgm:prSet presAssocID="{F3FE2230-C71C-4FEE-B99B-D5459D26EAA5}" presName="spacer" presStyleCnt="0"/>
      <dgm:spPr/>
    </dgm:pt>
    <dgm:pt modelId="{5B4E133A-3E4F-414C-9F90-1D94804D2FE6}" type="pres">
      <dgm:prSet presAssocID="{5916CE52-C2EB-4DEC-B29F-EE33BD78025E}" presName="parentText" presStyleLbl="node1" presStyleIdx="3" presStyleCnt="4">
        <dgm:presLayoutVars>
          <dgm:chMax val="0"/>
          <dgm:bulletEnabled val="1"/>
        </dgm:presLayoutVars>
      </dgm:prSet>
      <dgm:spPr/>
    </dgm:pt>
  </dgm:ptLst>
  <dgm:cxnLst>
    <dgm:cxn modelId="{736A6A04-AFB6-4F5F-9EA5-3EF0189F984E}" type="presOf" srcId="{E17EF0A1-4738-4800-922D-A8C8122867A3}" destId="{BE7C44FB-2821-41D4-B0C0-88EC268354F9}" srcOrd="0" destOrd="0" presId="urn:microsoft.com/office/officeart/2005/8/layout/vList2"/>
    <dgm:cxn modelId="{58C4AD14-3A76-4987-830C-5047941FA4A8}" type="presOf" srcId="{FAD343E2-1DF0-4986-9CC4-4DB0DBC79B42}" destId="{0A536BE7-8CA9-4B89-989D-236378693F7F}" srcOrd="0" destOrd="0" presId="urn:microsoft.com/office/officeart/2005/8/layout/vList2"/>
    <dgm:cxn modelId="{5601E31F-FAB7-44AF-9DBD-6D3DAABEC527}" srcId="{FAD343E2-1DF0-4986-9CC4-4DB0DBC79B42}" destId="{D039C53B-059E-4D91-ABF8-80571FE25BEF}" srcOrd="0" destOrd="0" parTransId="{8023538C-6EBF-43E2-88F6-6DCE8885DE68}" sibTransId="{F76465D0-1C03-4DBB-9EBD-9F067AC1F7C1}"/>
    <dgm:cxn modelId="{D72A854A-5B80-41C2-BCEC-4727FA8C24A5}" type="presOf" srcId="{1689CD89-BB44-48DB-BF46-2B98BB9496F1}" destId="{21960E92-423C-4720-BEE9-DEF5D3718FF0}" srcOrd="0" destOrd="0" presId="urn:microsoft.com/office/officeart/2005/8/layout/vList2"/>
    <dgm:cxn modelId="{CF13EC73-4142-4376-84E2-A0869065478E}" srcId="{FAD343E2-1DF0-4986-9CC4-4DB0DBC79B42}" destId="{1689CD89-BB44-48DB-BF46-2B98BB9496F1}" srcOrd="2" destOrd="0" parTransId="{E10D90C2-1532-4903-9A43-87DB50CEAB97}" sibTransId="{F3FE2230-C71C-4FEE-B99B-D5459D26EAA5}"/>
    <dgm:cxn modelId="{56B21885-ACC2-4738-ABB5-D94006616510}" type="presOf" srcId="{D039C53B-059E-4D91-ABF8-80571FE25BEF}" destId="{798B5092-D117-45F7-911B-D08A9539281D}" srcOrd="0" destOrd="0" presId="urn:microsoft.com/office/officeart/2005/8/layout/vList2"/>
    <dgm:cxn modelId="{72F262A9-2AFE-4E49-8DE0-CB9A5F5B1049}" srcId="{FAD343E2-1DF0-4986-9CC4-4DB0DBC79B42}" destId="{5916CE52-C2EB-4DEC-B29F-EE33BD78025E}" srcOrd="3" destOrd="0" parTransId="{559E842E-8F88-43C2-8101-3BBBE8EDCBDD}" sibTransId="{71F78F52-D734-473F-B914-C9E0EA1FB118}"/>
    <dgm:cxn modelId="{D35136B1-6B2B-4D1B-A4E9-7B4351EAD124}" type="presOf" srcId="{5916CE52-C2EB-4DEC-B29F-EE33BD78025E}" destId="{5B4E133A-3E4F-414C-9F90-1D94804D2FE6}" srcOrd="0" destOrd="0" presId="urn:microsoft.com/office/officeart/2005/8/layout/vList2"/>
    <dgm:cxn modelId="{3A5931D9-F96C-41F6-82A9-C3320217A154}" srcId="{FAD343E2-1DF0-4986-9CC4-4DB0DBC79B42}" destId="{E17EF0A1-4738-4800-922D-A8C8122867A3}" srcOrd="1" destOrd="0" parTransId="{7D45B769-690F-4010-A9B4-5C5B20C49ACB}" sibTransId="{349BE818-F0C8-4C5F-8B8C-A0CF435FE03B}"/>
    <dgm:cxn modelId="{3A5B04E4-D3AF-42D0-A22A-B56C0501DCDE}" type="presParOf" srcId="{0A536BE7-8CA9-4B89-989D-236378693F7F}" destId="{798B5092-D117-45F7-911B-D08A9539281D}" srcOrd="0" destOrd="0" presId="urn:microsoft.com/office/officeart/2005/8/layout/vList2"/>
    <dgm:cxn modelId="{0FBF891F-6A65-4232-BCAB-CEC73F65DC54}" type="presParOf" srcId="{0A536BE7-8CA9-4B89-989D-236378693F7F}" destId="{D4D847EF-77FD-4EF0-9F6D-977C6F21EF76}" srcOrd="1" destOrd="0" presId="urn:microsoft.com/office/officeart/2005/8/layout/vList2"/>
    <dgm:cxn modelId="{95E1BEBD-AF4A-45E4-95BE-32193AA2ED15}" type="presParOf" srcId="{0A536BE7-8CA9-4B89-989D-236378693F7F}" destId="{BE7C44FB-2821-41D4-B0C0-88EC268354F9}" srcOrd="2" destOrd="0" presId="urn:microsoft.com/office/officeart/2005/8/layout/vList2"/>
    <dgm:cxn modelId="{853D7826-6697-43AC-AE33-5A73073362C9}" type="presParOf" srcId="{0A536BE7-8CA9-4B89-989D-236378693F7F}" destId="{527892F0-C346-464F-A6F9-377294728E1C}" srcOrd="3" destOrd="0" presId="urn:microsoft.com/office/officeart/2005/8/layout/vList2"/>
    <dgm:cxn modelId="{6AAFA980-A728-47E8-851E-555B1E6CE338}" type="presParOf" srcId="{0A536BE7-8CA9-4B89-989D-236378693F7F}" destId="{21960E92-423C-4720-BEE9-DEF5D3718FF0}" srcOrd="4" destOrd="0" presId="urn:microsoft.com/office/officeart/2005/8/layout/vList2"/>
    <dgm:cxn modelId="{AF69C6B0-EDD8-4A98-9B6E-C99E3E9E4CE8}" type="presParOf" srcId="{0A536BE7-8CA9-4B89-989D-236378693F7F}" destId="{09F9E9ED-6F7D-47CD-BAC1-32D19A16F643}" srcOrd="5" destOrd="0" presId="urn:microsoft.com/office/officeart/2005/8/layout/vList2"/>
    <dgm:cxn modelId="{A7C7F34E-948B-49AF-9124-D0E964C09651}" type="presParOf" srcId="{0A536BE7-8CA9-4B89-989D-236378693F7F}" destId="{5B4E133A-3E4F-414C-9F90-1D94804D2FE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79BB174D-5C77-4A7A-9C12-7F7B99F0C7D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162453A-E3D5-4F0E-8DAC-1C1F9032C1F8}">
      <dgm:prSet/>
      <dgm:spPr/>
      <dgm:t>
        <a:bodyPr/>
        <a:lstStyle/>
        <a:p>
          <a:r>
            <a:rPr lang="uk-UA" b="0" i="0"/>
            <a:t>Світова організація торгівлі</a:t>
          </a:r>
          <a:endParaRPr lang="uk-UA"/>
        </a:p>
      </dgm:t>
    </dgm:pt>
    <dgm:pt modelId="{208FEC9C-97C6-40BF-AD85-F89EE79FA575}" type="parTrans" cxnId="{3AED19FC-C26A-43AA-B4D6-7AEA84D241AD}">
      <dgm:prSet/>
      <dgm:spPr/>
      <dgm:t>
        <a:bodyPr/>
        <a:lstStyle/>
        <a:p>
          <a:endParaRPr lang="uk-UA"/>
        </a:p>
      </dgm:t>
    </dgm:pt>
    <dgm:pt modelId="{3E9CE3E3-0202-43EE-AF93-0053EA9D8B4E}" type="sibTrans" cxnId="{3AED19FC-C26A-43AA-B4D6-7AEA84D241AD}">
      <dgm:prSet/>
      <dgm:spPr/>
      <dgm:t>
        <a:bodyPr/>
        <a:lstStyle/>
        <a:p>
          <a:endParaRPr lang="uk-UA"/>
        </a:p>
      </dgm:t>
    </dgm:pt>
    <dgm:pt modelId="{6D6E3C7A-D2FE-4414-8257-9B6B357B75E4}">
      <dgm:prSet/>
      <dgm:spPr/>
      <dgm:t>
        <a:bodyPr/>
        <a:lstStyle/>
        <a:p>
          <a:r>
            <a:rPr lang="uk-UA" b="0" i="0"/>
            <a:t>Нарада (Організація) з безпеки та співробітництва в Європі</a:t>
          </a:r>
          <a:endParaRPr lang="uk-UA"/>
        </a:p>
      </dgm:t>
    </dgm:pt>
    <dgm:pt modelId="{19EEBFA9-AED9-42A0-89C7-7971AC87C895}" type="parTrans" cxnId="{1ED5876C-8CE2-4161-8934-20BA4D40EBE2}">
      <dgm:prSet/>
      <dgm:spPr/>
      <dgm:t>
        <a:bodyPr/>
        <a:lstStyle/>
        <a:p>
          <a:endParaRPr lang="uk-UA"/>
        </a:p>
      </dgm:t>
    </dgm:pt>
    <dgm:pt modelId="{5412DAD1-7F17-4107-8694-40CFF3FF8014}" type="sibTrans" cxnId="{1ED5876C-8CE2-4161-8934-20BA4D40EBE2}">
      <dgm:prSet/>
      <dgm:spPr/>
      <dgm:t>
        <a:bodyPr/>
        <a:lstStyle/>
        <a:p>
          <a:endParaRPr lang="uk-UA"/>
        </a:p>
      </dgm:t>
    </dgm:pt>
    <dgm:pt modelId="{0A7CB4FF-4D41-4295-BE89-47F3702EDE23}">
      <dgm:prSet/>
      <dgm:spPr/>
      <dgm:t>
        <a:bodyPr/>
        <a:lstStyle/>
        <a:p>
          <a:r>
            <a:rPr lang="uk-UA" b="0" i="0"/>
            <a:t>Співдружність Незалежних Держав</a:t>
          </a:r>
          <a:endParaRPr lang="uk-UA"/>
        </a:p>
      </dgm:t>
    </dgm:pt>
    <dgm:pt modelId="{3DFA18D4-E92E-4AEC-BB0B-3972C0EE08C7}" type="parTrans" cxnId="{B38E1A50-2DED-4C8B-A2A1-CF5476539E49}">
      <dgm:prSet/>
      <dgm:spPr/>
      <dgm:t>
        <a:bodyPr/>
        <a:lstStyle/>
        <a:p>
          <a:endParaRPr lang="uk-UA"/>
        </a:p>
      </dgm:t>
    </dgm:pt>
    <dgm:pt modelId="{8E8AAA90-4309-43CF-9DE0-121001E618E1}" type="sibTrans" cxnId="{B38E1A50-2DED-4C8B-A2A1-CF5476539E49}">
      <dgm:prSet/>
      <dgm:spPr/>
      <dgm:t>
        <a:bodyPr/>
        <a:lstStyle/>
        <a:p>
          <a:endParaRPr lang="uk-UA"/>
        </a:p>
      </dgm:t>
    </dgm:pt>
    <dgm:pt modelId="{41540769-4719-4088-8AB9-507F51849A8B}">
      <dgm:prSet/>
      <dgm:spPr/>
      <dgm:t>
        <a:bodyPr/>
        <a:lstStyle/>
        <a:p>
          <a:r>
            <a:rPr lang="uk-UA" b="0" i="0"/>
            <a:t>Рада Європи</a:t>
          </a:r>
          <a:endParaRPr lang="uk-UA"/>
        </a:p>
      </dgm:t>
    </dgm:pt>
    <dgm:pt modelId="{E31BC1FD-6B6E-4D4B-BEDA-04DFB04FC302}" type="parTrans" cxnId="{02AC2D9C-558D-464F-B852-DEF5484F7C22}">
      <dgm:prSet/>
      <dgm:spPr/>
      <dgm:t>
        <a:bodyPr/>
        <a:lstStyle/>
        <a:p>
          <a:endParaRPr lang="uk-UA"/>
        </a:p>
      </dgm:t>
    </dgm:pt>
    <dgm:pt modelId="{EA7CA235-7D28-4557-BF97-C985FFA55309}" type="sibTrans" cxnId="{02AC2D9C-558D-464F-B852-DEF5484F7C22}">
      <dgm:prSet/>
      <dgm:spPr/>
      <dgm:t>
        <a:bodyPr/>
        <a:lstStyle/>
        <a:p>
          <a:endParaRPr lang="uk-UA"/>
        </a:p>
      </dgm:t>
    </dgm:pt>
    <dgm:pt modelId="{A14B0DF1-35F6-4A22-B4C1-7A5407D04DBA}" type="pres">
      <dgm:prSet presAssocID="{79BB174D-5C77-4A7A-9C12-7F7B99F0C7D1}" presName="linear" presStyleCnt="0">
        <dgm:presLayoutVars>
          <dgm:animLvl val="lvl"/>
          <dgm:resizeHandles val="exact"/>
        </dgm:presLayoutVars>
      </dgm:prSet>
      <dgm:spPr/>
    </dgm:pt>
    <dgm:pt modelId="{EFAC298D-55E4-4D3F-AA68-A74936A27ED5}" type="pres">
      <dgm:prSet presAssocID="{E162453A-E3D5-4F0E-8DAC-1C1F9032C1F8}" presName="parentText" presStyleLbl="node1" presStyleIdx="0" presStyleCnt="4">
        <dgm:presLayoutVars>
          <dgm:chMax val="0"/>
          <dgm:bulletEnabled val="1"/>
        </dgm:presLayoutVars>
      </dgm:prSet>
      <dgm:spPr/>
    </dgm:pt>
    <dgm:pt modelId="{11526DD8-5B20-49AA-961A-F5B549032D64}" type="pres">
      <dgm:prSet presAssocID="{3E9CE3E3-0202-43EE-AF93-0053EA9D8B4E}" presName="spacer" presStyleCnt="0"/>
      <dgm:spPr/>
    </dgm:pt>
    <dgm:pt modelId="{DAA5DC86-DD4D-4651-BBAA-4E4DA8BC7010}" type="pres">
      <dgm:prSet presAssocID="{6D6E3C7A-D2FE-4414-8257-9B6B357B75E4}" presName="parentText" presStyleLbl="node1" presStyleIdx="1" presStyleCnt="4">
        <dgm:presLayoutVars>
          <dgm:chMax val="0"/>
          <dgm:bulletEnabled val="1"/>
        </dgm:presLayoutVars>
      </dgm:prSet>
      <dgm:spPr/>
    </dgm:pt>
    <dgm:pt modelId="{76A33949-BFF3-4074-BF8C-64C9F41C11C7}" type="pres">
      <dgm:prSet presAssocID="{5412DAD1-7F17-4107-8694-40CFF3FF8014}" presName="spacer" presStyleCnt="0"/>
      <dgm:spPr/>
    </dgm:pt>
    <dgm:pt modelId="{4B4989B2-2FB0-4C38-8234-683F59908CB5}" type="pres">
      <dgm:prSet presAssocID="{0A7CB4FF-4D41-4295-BE89-47F3702EDE23}" presName="parentText" presStyleLbl="node1" presStyleIdx="2" presStyleCnt="4">
        <dgm:presLayoutVars>
          <dgm:chMax val="0"/>
          <dgm:bulletEnabled val="1"/>
        </dgm:presLayoutVars>
      </dgm:prSet>
      <dgm:spPr/>
    </dgm:pt>
    <dgm:pt modelId="{B237D06B-62E1-4FE7-8119-77B0EBED8231}" type="pres">
      <dgm:prSet presAssocID="{8E8AAA90-4309-43CF-9DE0-121001E618E1}" presName="spacer" presStyleCnt="0"/>
      <dgm:spPr/>
    </dgm:pt>
    <dgm:pt modelId="{0B04BC72-0117-4016-9E7C-A79B7435D14E}" type="pres">
      <dgm:prSet presAssocID="{41540769-4719-4088-8AB9-507F51849A8B}" presName="parentText" presStyleLbl="node1" presStyleIdx="3" presStyleCnt="4">
        <dgm:presLayoutVars>
          <dgm:chMax val="0"/>
          <dgm:bulletEnabled val="1"/>
        </dgm:presLayoutVars>
      </dgm:prSet>
      <dgm:spPr/>
    </dgm:pt>
  </dgm:ptLst>
  <dgm:cxnLst>
    <dgm:cxn modelId="{77A62039-7B3D-4598-90A4-BB8AC1056CEE}" type="presOf" srcId="{6D6E3C7A-D2FE-4414-8257-9B6B357B75E4}" destId="{DAA5DC86-DD4D-4651-BBAA-4E4DA8BC7010}" srcOrd="0" destOrd="0" presId="urn:microsoft.com/office/officeart/2005/8/layout/vList2"/>
    <dgm:cxn modelId="{1ED5876C-8CE2-4161-8934-20BA4D40EBE2}" srcId="{79BB174D-5C77-4A7A-9C12-7F7B99F0C7D1}" destId="{6D6E3C7A-D2FE-4414-8257-9B6B357B75E4}" srcOrd="1" destOrd="0" parTransId="{19EEBFA9-AED9-42A0-89C7-7971AC87C895}" sibTransId="{5412DAD1-7F17-4107-8694-40CFF3FF8014}"/>
    <dgm:cxn modelId="{B38E1A50-2DED-4C8B-A2A1-CF5476539E49}" srcId="{79BB174D-5C77-4A7A-9C12-7F7B99F0C7D1}" destId="{0A7CB4FF-4D41-4295-BE89-47F3702EDE23}" srcOrd="2" destOrd="0" parTransId="{3DFA18D4-E92E-4AEC-BB0B-3972C0EE08C7}" sibTransId="{8E8AAA90-4309-43CF-9DE0-121001E618E1}"/>
    <dgm:cxn modelId="{02AC2D9C-558D-464F-B852-DEF5484F7C22}" srcId="{79BB174D-5C77-4A7A-9C12-7F7B99F0C7D1}" destId="{41540769-4719-4088-8AB9-507F51849A8B}" srcOrd="3" destOrd="0" parTransId="{E31BC1FD-6B6E-4D4B-BEDA-04DFB04FC302}" sibTransId="{EA7CA235-7D28-4557-BF97-C985FFA55309}"/>
    <dgm:cxn modelId="{381314E5-3D23-427C-AB9C-812ECFC65595}" type="presOf" srcId="{0A7CB4FF-4D41-4295-BE89-47F3702EDE23}" destId="{4B4989B2-2FB0-4C38-8234-683F59908CB5}" srcOrd="0" destOrd="0" presId="urn:microsoft.com/office/officeart/2005/8/layout/vList2"/>
    <dgm:cxn modelId="{055095E5-0C98-4C53-B3FE-CFCC59718967}" type="presOf" srcId="{41540769-4719-4088-8AB9-507F51849A8B}" destId="{0B04BC72-0117-4016-9E7C-A79B7435D14E}" srcOrd="0" destOrd="0" presId="urn:microsoft.com/office/officeart/2005/8/layout/vList2"/>
    <dgm:cxn modelId="{F99093EC-A99C-4CD7-B55F-255BEA73629E}" type="presOf" srcId="{79BB174D-5C77-4A7A-9C12-7F7B99F0C7D1}" destId="{A14B0DF1-35F6-4A22-B4C1-7A5407D04DBA}" srcOrd="0" destOrd="0" presId="urn:microsoft.com/office/officeart/2005/8/layout/vList2"/>
    <dgm:cxn modelId="{D1C3E1FA-3AAB-459A-9C67-517664ABA257}" type="presOf" srcId="{E162453A-E3D5-4F0E-8DAC-1C1F9032C1F8}" destId="{EFAC298D-55E4-4D3F-AA68-A74936A27ED5}" srcOrd="0" destOrd="0" presId="urn:microsoft.com/office/officeart/2005/8/layout/vList2"/>
    <dgm:cxn modelId="{3AED19FC-C26A-43AA-B4D6-7AEA84D241AD}" srcId="{79BB174D-5C77-4A7A-9C12-7F7B99F0C7D1}" destId="{E162453A-E3D5-4F0E-8DAC-1C1F9032C1F8}" srcOrd="0" destOrd="0" parTransId="{208FEC9C-97C6-40BF-AD85-F89EE79FA575}" sibTransId="{3E9CE3E3-0202-43EE-AF93-0053EA9D8B4E}"/>
    <dgm:cxn modelId="{EBBB8E2E-2F10-4250-A7E6-7DFD4D51FDEB}" type="presParOf" srcId="{A14B0DF1-35F6-4A22-B4C1-7A5407D04DBA}" destId="{EFAC298D-55E4-4D3F-AA68-A74936A27ED5}" srcOrd="0" destOrd="0" presId="urn:microsoft.com/office/officeart/2005/8/layout/vList2"/>
    <dgm:cxn modelId="{AA81F83C-6C41-4513-9390-19941B89F66F}" type="presParOf" srcId="{A14B0DF1-35F6-4A22-B4C1-7A5407D04DBA}" destId="{11526DD8-5B20-49AA-961A-F5B549032D64}" srcOrd="1" destOrd="0" presId="urn:microsoft.com/office/officeart/2005/8/layout/vList2"/>
    <dgm:cxn modelId="{8B3E2094-4266-44F9-AA75-95387C755BA2}" type="presParOf" srcId="{A14B0DF1-35F6-4A22-B4C1-7A5407D04DBA}" destId="{DAA5DC86-DD4D-4651-BBAA-4E4DA8BC7010}" srcOrd="2" destOrd="0" presId="urn:microsoft.com/office/officeart/2005/8/layout/vList2"/>
    <dgm:cxn modelId="{6525C8F7-6862-4DE4-BB2C-8634CCA82885}" type="presParOf" srcId="{A14B0DF1-35F6-4A22-B4C1-7A5407D04DBA}" destId="{76A33949-BFF3-4074-BF8C-64C9F41C11C7}" srcOrd="3" destOrd="0" presId="urn:microsoft.com/office/officeart/2005/8/layout/vList2"/>
    <dgm:cxn modelId="{85509575-36CF-446C-81D7-D8265AAAA1EC}" type="presParOf" srcId="{A14B0DF1-35F6-4A22-B4C1-7A5407D04DBA}" destId="{4B4989B2-2FB0-4C38-8234-683F59908CB5}" srcOrd="4" destOrd="0" presId="urn:microsoft.com/office/officeart/2005/8/layout/vList2"/>
    <dgm:cxn modelId="{98AD5A33-D8F1-49EC-B4F6-36DD9B77BD16}" type="presParOf" srcId="{A14B0DF1-35F6-4A22-B4C1-7A5407D04DBA}" destId="{B237D06B-62E1-4FE7-8119-77B0EBED8231}" srcOrd="5" destOrd="0" presId="urn:microsoft.com/office/officeart/2005/8/layout/vList2"/>
    <dgm:cxn modelId="{035D4BA5-896A-4860-9ACB-9BF490559B5E}" type="presParOf" srcId="{A14B0DF1-35F6-4A22-B4C1-7A5407D04DBA}" destId="{0B04BC72-0117-4016-9E7C-A79B7435D14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C5D78FB-21E4-46C5-AD9C-F823406137FE}"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745AD798-8CE7-4A7E-B74B-A3C59F9C1C7D}">
      <dgm:prSet/>
      <dgm:spPr/>
      <dgm:t>
        <a:bodyPr/>
        <a:lstStyle/>
        <a:p>
          <a:r>
            <a:rPr lang="ru-RU" b="0" i="0"/>
            <a:t>16 липня 1990 р.</a:t>
          </a:r>
          <a:endParaRPr lang="uk-UA"/>
        </a:p>
      </dgm:t>
    </dgm:pt>
    <dgm:pt modelId="{2E4FBE3E-65A4-40D0-B2E7-44F08FC76AD2}" type="parTrans" cxnId="{7B717BC2-D3A1-4E3C-8514-D09F51E0CFFD}">
      <dgm:prSet/>
      <dgm:spPr/>
      <dgm:t>
        <a:bodyPr/>
        <a:lstStyle/>
        <a:p>
          <a:endParaRPr lang="uk-UA"/>
        </a:p>
      </dgm:t>
    </dgm:pt>
    <dgm:pt modelId="{0F1F9FD1-6711-4C7F-96E3-24FAB7A2230D}" type="sibTrans" cxnId="{7B717BC2-D3A1-4E3C-8514-D09F51E0CFFD}">
      <dgm:prSet/>
      <dgm:spPr/>
      <dgm:t>
        <a:bodyPr/>
        <a:lstStyle/>
        <a:p>
          <a:endParaRPr lang="uk-UA"/>
        </a:p>
      </dgm:t>
    </dgm:pt>
    <dgm:pt modelId="{E75954AA-DFB9-4DB4-A225-41E1EDB687F1}">
      <dgm:prSet/>
      <dgm:spPr/>
      <dgm:t>
        <a:bodyPr/>
        <a:lstStyle/>
        <a:p>
          <a:r>
            <a:rPr lang="ru-RU" b="0" i="0"/>
            <a:t>24 серпня 1991 р.</a:t>
          </a:r>
          <a:endParaRPr lang="uk-UA"/>
        </a:p>
      </dgm:t>
    </dgm:pt>
    <dgm:pt modelId="{76F6109F-AE50-4F85-BF9C-F5EC00428AB7}" type="parTrans" cxnId="{A702394A-7CCF-4234-8402-553200AB1757}">
      <dgm:prSet/>
      <dgm:spPr/>
      <dgm:t>
        <a:bodyPr/>
        <a:lstStyle/>
        <a:p>
          <a:endParaRPr lang="uk-UA"/>
        </a:p>
      </dgm:t>
    </dgm:pt>
    <dgm:pt modelId="{4FFA8C7F-5602-41E2-AB7D-CF6AAAC9E7E8}" type="sibTrans" cxnId="{A702394A-7CCF-4234-8402-553200AB1757}">
      <dgm:prSet/>
      <dgm:spPr/>
      <dgm:t>
        <a:bodyPr/>
        <a:lstStyle/>
        <a:p>
          <a:endParaRPr lang="uk-UA"/>
        </a:p>
      </dgm:t>
    </dgm:pt>
    <dgm:pt modelId="{84A51D7F-A975-49B6-A785-52F04B068FC9}">
      <dgm:prSet/>
      <dgm:spPr/>
      <dgm:t>
        <a:bodyPr/>
        <a:lstStyle/>
        <a:p>
          <a:r>
            <a:rPr lang="ru-RU" b="0" i="0"/>
            <a:t>28 червня 1996 р.</a:t>
          </a:r>
          <a:endParaRPr lang="uk-UA"/>
        </a:p>
      </dgm:t>
    </dgm:pt>
    <dgm:pt modelId="{FEA846E4-02D3-45B4-9EF2-70EA651E7689}" type="parTrans" cxnId="{044AF81A-E678-4012-B9AB-0F89A04D4F4A}">
      <dgm:prSet/>
      <dgm:spPr/>
      <dgm:t>
        <a:bodyPr/>
        <a:lstStyle/>
        <a:p>
          <a:endParaRPr lang="uk-UA"/>
        </a:p>
      </dgm:t>
    </dgm:pt>
    <dgm:pt modelId="{C6E1BCD0-2F6C-48DB-9AFF-2D3377FB4789}" type="sibTrans" cxnId="{044AF81A-E678-4012-B9AB-0F89A04D4F4A}">
      <dgm:prSet/>
      <dgm:spPr/>
      <dgm:t>
        <a:bodyPr/>
        <a:lstStyle/>
        <a:p>
          <a:endParaRPr lang="uk-UA"/>
        </a:p>
      </dgm:t>
    </dgm:pt>
    <dgm:pt modelId="{BA052FB9-2B5B-41B6-9BB0-A76F226D0E45}">
      <dgm:prSet/>
      <dgm:spPr/>
      <dgm:t>
        <a:bodyPr/>
        <a:lstStyle/>
        <a:p>
          <a:r>
            <a:rPr lang="ru-RU" b="0" i="0"/>
            <a:t>28 листопада 2006 р.</a:t>
          </a:r>
          <a:endParaRPr lang="uk-UA"/>
        </a:p>
      </dgm:t>
    </dgm:pt>
    <dgm:pt modelId="{7708C528-6C74-4A9B-8603-9F53C32C7619}" type="parTrans" cxnId="{AEF95562-B2CA-4EAD-B923-BC249714FB22}">
      <dgm:prSet/>
      <dgm:spPr/>
      <dgm:t>
        <a:bodyPr/>
        <a:lstStyle/>
        <a:p>
          <a:endParaRPr lang="uk-UA"/>
        </a:p>
      </dgm:t>
    </dgm:pt>
    <dgm:pt modelId="{F8C0CA79-5CB3-499C-B378-AE779B2D6020}" type="sibTrans" cxnId="{AEF95562-B2CA-4EAD-B923-BC249714FB22}">
      <dgm:prSet/>
      <dgm:spPr/>
      <dgm:t>
        <a:bodyPr/>
        <a:lstStyle/>
        <a:p>
          <a:endParaRPr lang="uk-UA"/>
        </a:p>
      </dgm:t>
    </dgm:pt>
    <dgm:pt modelId="{E1AD2C24-4926-4D9F-98D5-E432E154E07F}" type="pres">
      <dgm:prSet presAssocID="{3C5D78FB-21E4-46C5-AD9C-F823406137FE}" presName="linearFlow" presStyleCnt="0">
        <dgm:presLayoutVars>
          <dgm:dir/>
          <dgm:resizeHandles val="exact"/>
        </dgm:presLayoutVars>
      </dgm:prSet>
      <dgm:spPr/>
    </dgm:pt>
    <dgm:pt modelId="{9B6042A5-EC7C-4C2D-895B-545E0644CC3D}" type="pres">
      <dgm:prSet presAssocID="{745AD798-8CE7-4A7E-B74B-A3C59F9C1C7D}" presName="composite" presStyleCnt="0"/>
      <dgm:spPr/>
    </dgm:pt>
    <dgm:pt modelId="{76377FFD-A0A2-4644-A4DF-CC0A0FA26F57}" type="pres">
      <dgm:prSet presAssocID="{745AD798-8CE7-4A7E-B74B-A3C59F9C1C7D}" presName="imgShp" presStyleLbl="fgImgPlace1" presStyleIdx="0" presStyleCnt="4"/>
      <dgm:spPr/>
    </dgm:pt>
    <dgm:pt modelId="{8EBA018B-AE71-4C7B-A409-FE71C1AE4304}" type="pres">
      <dgm:prSet presAssocID="{745AD798-8CE7-4A7E-B74B-A3C59F9C1C7D}" presName="txShp" presStyleLbl="node1" presStyleIdx="0" presStyleCnt="4">
        <dgm:presLayoutVars>
          <dgm:bulletEnabled val="1"/>
        </dgm:presLayoutVars>
      </dgm:prSet>
      <dgm:spPr/>
    </dgm:pt>
    <dgm:pt modelId="{0B875E73-9A38-4028-A19F-73A08D468EA1}" type="pres">
      <dgm:prSet presAssocID="{0F1F9FD1-6711-4C7F-96E3-24FAB7A2230D}" presName="spacing" presStyleCnt="0"/>
      <dgm:spPr/>
    </dgm:pt>
    <dgm:pt modelId="{F23C2117-39A3-4F36-B095-AA243F5B660D}" type="pres">
      <dgm:prSet presAssocID="{E75954AA-DFB9-4DB4-A225-41E1EDB687F1}" presName="composite" presStyleCnt="0"/>
      <dgm:spPr/>
    </dgm:pt>
    <dgm:pt modelId="{0CC43EDD-5963-4E5D-A907-FFEE87F4D6C1}" type="pres">
      <dgm:prSet presAssocID="{E75954AA-DFB9-4DB4-A225-41E1EDB687F1}" presName="imgShp" presStyleLbl="fgImgPlace1" presStyleIdx="1" presStyleCnt="4"/>
      <dgm:spPr/>
    </dgm:pt>
    <dgm:pt modelId="{9924BB32-F8CF-478D-84C3-87E863D4DE6E}" type="pres">
      <dgm:prSet presAssocID="{E75954AA-DFB9-4DB4-A225-41E1EDB687F1}" presName="txShp" presStyleLbl="node1" presStyleIdx="1" presStyleCnt="4">
        <dgm:presLayoutVars>
          <dgm:bulletEnabled val="1"/>
        </dgm:presLayoutVars>
      </dgm:prSet>
      <dgm:spPr/>
    </dgm:pt>
    <dgm:pt modelId="{CD6E43D8-4DDC-441E-817C-E0B244F6D223}" type="pres">
      <dgm:prSet presAssocID="{4FFA8C7F-5602-41E2-AB7D-CF6AAAC9E7E8}" presName="spacing" presStyleCnt="0"/>
      <dgm:spPr/>
    </dgm:pt>
    <dgm:pt modelId="{F28004A9-0F78-407A-8A71-C206B6DE3FCD}" type="pres">
      <dgm:prSet presAssocID="{84A51D7F-A975-49B6-A785-52F04B068FC9}" presName="composite" presStyleCnt="0"/>
      <dgm:spPr/>
    </dgm:pt>
    <dgm:pt modelId="{7A4B92D4-0492-4AB6-A577-A55544FCBA27}" type="pres">
      <dgm:prSet presAssocID="{84A51D7F-A975-49B6-A785-52F04B068FC9}" presName="imgShp" presStyleLbl="fgImgPlace1" presStyleIdx="2" presStyleCnt="4"/>
      <dgm:spPr/>
    </dgm:pt>
    <dgm:pt modelId="{38A82668-D97A-473E-8E8D-29A209A2321E}" type="pres">
      <dgm:prSet presAssocID="{84A51D7F-A975-49B6-A785-52F04B068FC9}" presName="txShp" presStyleLbl="node1" presStyleIdx="2" presStyleCnt="4">
        <dgm:presLayoutVars>
          <dgm:bulletEnabled val="1"/>
        </dgm:presLayoutVars>
      </dgm:prSet>
      <dgm:spPr/>
    </dgm:pt>
    <dgm:pt modelId="{3F0F51B9-5530-4BE5-A53E-61CE4E9919E9}" type="pres">
      <dgm:prSet presAssocID="{C6E1BCD0-2F6C-48DB-9AFF-2D3377FB4789}" presName="spacing" presStyleCnt="0"/>
      <dgm:spPr/>
    </dgm:pt>
    <dgm:pt modelId="{FC734019-DEB7-4668-A8B0-F8B06C6BD6E0}" type="pres">
      <dgm:prSet presAssocID="{BA052FB9-2B5B-41B6-9BB0-A76F226D0E45}" presName="composite" presStyleCnt="0"/>
      <dgm:spPr/>
    </dgm:pt>
    <dgm:pt modelId="{7310D361-BA20-4B82-99EC-37956F2CBD10}" type="pres">
      <dgm:prSet presAssocID="{BA052FB9-2B5B-41B6-9BB0-A76F226D0E45}" presName="imgShp" presStyleLbl="fgImgPlace1" presStyleIdx="3" presStyleCnt="4"/>
      <dgm:spPr/>
    </dgm:pt>
    <dgm:pt modelId="{256D9808-79E2-478E-A002-D66B77C8CE16}" type="pres">
      <dgm:prSet presAssocID="{BA052FB9-2B5B-41B6-9BB0-A76F226D0E45}" presName="txShp" presStyleLbl="node1" presStyleIdx="3" presStyleCnt="4">
        <dgm:presLayoutVars>
          <dgm:bulletEnabled val="1"/>
        </dgm:presLayoutVars>
      </dgm:prSet>
      <dgm:spPr/>
    </dgm:pt>
  </dgm:ptLst>
  <dgm:cxnLst>
    <dgm:cxn modelId="{044AF81A-E678-4012-B9AB-0F89A04D4F4A}" srcId="{3C5D78FB-21E4-46C5-AD9C-F823406137FE}" destId="{84A51D7F-A975-49B6-A785-52F04B068FC9}" srcOrd="2" destOrd="0" parTransId="{FEA846E4-02D3-45B4-9EF2-70EA651E7689}" sibTransId="{C6E1BCD0-2F6C-48DB-9AFF-2D3377FB4789}"/>
    <dgm:cxn modelId="{F5FB2720-FB3A-4C5E-81DF-FEA54F677BBF}" type="presOf" srcId="{BA052FB9-2B5B-41B6-9BB0-A76F226D0E45}" destId="{256D9808-79E2-478E-A002-D66B77C8CE16}" srcOrd="0" destOrd="0" presId="urn:microsoft.com/office/officeart/2005/8/layout/vList3"/>
    <dgm:cxn modelId="{9C64BC2D-A387-4B4C-BA00-FE311F990541}" type="presOf" srcId="{E75954AA-DFB9-4DB4-A225-41E1EDB687F1}" destId="{9924BB32-F8CF-478D-84C3-87E863D4DE6E}" srcOrd="0" destOrd="0" presId="urn:microsoft.com/office/officeart/2005/8/layout/vList3"/>
    <dgm:cxn modelId="{AEF95562-B2CA-4EAD-B923-BC249714FB22}" srcId="{3C5D78FB-21E4-46C5-AD9C-F823406137FE}" destId="{BA052FB9-2B5B-41B6-9BB0-A76F226D0E45}" srcOrd="3" destOrd="0" parTransId="{7708C528-6C74-4A9B-8603-9F53C32C7619}" sibTransId="{F8C0CA79-5CB3-499C-B378-AE779B2D6020}"/>
    <dgm:cxn modelId="{A702394A-7CCF-4234-8402-553200AB1757}" srcId="{3C5D78FB-21E4-46C5-AD9C-F823406137FE}" destId="{E75954AA-DFB9-4DB4-A225-41E1EDB687F1}" srcOrd="1" destOrd="0" parTransId="{76F6109F-AE50-4F85-BF9C-F5EC00428AB7}" sibTransId="{4FFA8C7F-5602-41E2-AB7D-CF6AAAC9E7E8}"/>
    <dgm:cxn modelId="{FE7A34B6-9D29-404E-8D8E-0874B892531A}" type="presOf" srcId="{745AD798-8CE7-4A7E-B74B-A3C59F9C1C7D}" destId="{8EBA018B-AE71-4C7B-A409-FE71C1AE4304}" srcOrd="0" destOrd="0" presId="urn:microsoft.com/office/officeart/2005/8/layout/vList3"/>
    <dgm:cxn modelId="{7B717BC2-D3A1-4E3C-8514-D09F51E0CFFD}" srcId="{3C5D78FB-21E4-46C5-AD9C-F823406137FE}" destId="{745AD798-8CE7-4A7E-B74B-A3C59F9C1C7D}" srcOrd="0" destOrd="0" parTransId="{2E4FBE3E-65A4-40D0-B2E7-44F08FC76AD2}" sibTransId="{0F1F9FD1-6711-4C7F-96E3-24FAB7A2230D}"/>
    <dgm:cxn modelId="{95DDB8D6-3D19-4789-8B76-5F7A4DFF2ACD}" type="presOf" srcId="{3C5D78FB-21E4-46C5-AD9C-F823406137FE}" destId="{E1AD2C24-4926-4D9F-98D5-E432E154E07F}" srcOrd="0" destOrd="0" presId="urn:microsoft.com/office/officeart/2005/8/layout/vList3"/>
    <dgm:cxn modelId="{0F8CF7E2-FD9F-4F56-A10B-6B6E71F27520}" type="presOf" srcId="{84A51D7F-A975-49B6-A785-52F04B068FC9}" destId="{38A82668-D97A-473E-8E8D-29A209A2321E}" srcOrd="0" destOrd="0" presId="urn:microsoft.com/office/officeart/2005/8/layout/vList3"/>
    <dgm:cxn modelId="{4DF1FCE6-B79A-4EA4-A089-6BF8479F912F}" type="presParOf" srcId="{E1AD2C24-4926-4D9F-98D5-E432E154E07F}" destId="{9B6042A5-EC7C-4C2D-895B-545E0644CC3D}" srcOrd="0" destOrd="0" presId="urn:microsoft.com/office/officeart/2005/8/layout/vList3"/>
    <dgm:cxn modelId="{FD6A2083-BE12-42E9-984A-10AFEAE76184}" type="presParOf" srcId="{9B6042A5-EC7C-4C2D-895B-545E0644CC3D}" destId="{76377FFD-A0A2-4644-A4DF-CC0A0FA26F57}" srcOrd="0" destOrd="0" presId="urn:microsoft.com/office/officeart/2005/8/layout/vList3"/>
    <dgm:cxn modelId="{11980963-105D-4DA1-BE9D-8927C8C0BF6F}" type="presParOf" srcId="{9B6042A5-EC7C-4C2D-895B-545E0644CC3D}" destId="{8EBA018B-AE71-4C7B-A409-FE71C1AE4304}" srcOrd="1" destOrd="0" presId="urn:microsoft.com/office/officeart/2005/8/layout/vList3"/>
    <dgm:cxn modelId="{309B0C57-6033-4022-9F93-604688C474F9}" type="presParOf" srcId="{E1AD2C24-4926-4D9F-98D5-E432E154E07F}" destId="{0B875E73-9A38-4028-A19F-73A08D468EA1}" srcOrd="1" destOrd="0" presId="urn:microsoft.com/office/officeart/2005/8/layout/vList3"/>
    <dgm:cxn modelId="{330CDA99-8D11-44B4-B860-6EA4D26FF6FA}" type="presParOf" srcId="{E1AD2C24-4926-4D9F-98D5-E432E154E07F}" destId="{F23C2117-39A3-4F36-B095-AA243F5B660D}" srcOrd="2" destOrd="0" presId="urn:microsoft.com/office/officeart/2005/8/layout/vList3"/>
    <dgm:cxn modelId="{8F1BE3AA-C58E-4A07-B62E-274228EE8188}" type="presParOf" srcId="{F23C2117-39A3-4F36-B095-AA243F5B660D}" destId="{0CC43EDD-5963-4E5D-A907-FFEE87F4D6C1}" srcOrd="0" destOrd="0" presId="urn:microsoft.com/office/officeart/2005/8/layout/vList3"/>
    <dgm:cxn modelId="{7217E46D-1341-40FC-8F9A-2F17799B8761}" type="presParOf" srcId="{F23C2117-39A3-4F36-B095-AA243F5B660D}" destId="{9924BB32-F8CF-478D-84C3-87E863D4DE6E}" srcOrd="1" destOrd="0" presId="urn:microsoft.com/office/officeart/2005/8/layout/vList3"/>
    <dgm:cxn modelId="{4F60807F-6A3D-4B95-BBEE-4F2C946CC326}" type="presParOf" srcId="{E1AD2C24-4926-4D9F-98D5-E432E154E07F}" destId="{CD6E43D8-4DDC-441E-817C-E0B244F6D223}" srcOrd="3" destOrd="0" presId="urn:microsoft.com/office/officeart/2005/8/layout/vList3"/>
    <dgm:cxn modelId="{E8A83B9E-D273-42E6-AE75-685DE3D4131D}" type="presParOf" srcId="{E1AD2C24-4926-4D9F-98D5-E432E154E07F}" destId="{F28004A9-0F78-407A-8A71-C206B6DE3FCD}" srcOrd="4" destOrd="0" presId="urn:microsoft.com/office/officeart/2005/8/layout/vList3"/>
    <dgm:cxn modelId="{C0F27D2A-F005-4F8C-8C91-9C7A874DBB71}" type="presParOf" srcId="{F28004A9-0F78-407A-8A71-C206B6DE3FCD}" destId="{7A4B92D4-0492-4AB6-A577-A55544FCBA27}" srcOrd="0" destOrd="0" presId="urn:microsoft.com/office/officeart/2005/8/layout/vList3"/>
    <dgm:cxn modelId="{558D3F8F-631A-4781-9C37-A80D6368ED54}" type="presParOf" srcId="{F28004A9-0F78-407A-8A71-C206B6DE3FCD}" destId="{38A82668-D97A-473E-8E8D-29A209A2321E}" srcOrd="1" destOrd="0" presId="urn:microsoft.com/office/officeart/2005/8/layout/vList3"/>
    <dgm:cxn modelId="{61DA27E7-A59D-42BF-9738-D90185303B23}" type="presParOf" srcId="{E1AD2C24-4926-4D9F-98D5-E432E154E07F}" destId="{3F0F51B9-5530-4BE5-A53E-61CE4E9919E9}" srcOrd="5" destOrd="0" presId="urn:microsoft.com/office/officeart/2005/8/layout/vList3"/>
    <dgm:cxn modelId="{7B918666-6676-4DB9-B12D-47A1DF1DFA30}" type="presParOf" srcId="{E1AD2C24-4926-4D9F-98D5-E432E154E07F}" destId="{FC734019-DEB7-4668-A8B0-F8B06C6BD6E0}" srcOrd="6" destOrd="0" presId="urn:microsoft.com/office/officeart/2005/8/layout/vList3"/>
    <dgm:cxn modelId="{17D4E7CB-99E3-4954-9D38-C41B51C685C3}" type="presParOf" srcId="{FC734019-DEB7-4668-A8B0-F8B06C6BD6E0}" destId="{7310D361-BA20-4B82-99EC-37956F2CBD10}" srcOrd="0" destOrd="0" presId="urn:microsoft.com/office/officeart/2005/8/layout/vList3"/>
    <dgm:cxn modelId="{20647D53-BB6C-4532-92DB-0251789C7B56}" type="presParOf" srcId="{FC734019-DEB7-4668-A8B0-F8B06C6BD6E0}" destId="{256D9808-79E2-478E-A002-D66B77C8CE1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9DC1897-C784-46A3-93B9-14D82ADB87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509F3B8-6CD5-48A4-AC74-5BDE5BBE880C}">
      <dgm:prSet/>
      <dgm:spPr/>
      <dgm:t>
        <a:bodyPr/>
        <a:lstStyle/>
        <a:p>
          <a:r>
            <a:rPr lang="uk-UA" b="0" i="0"/>
            <a:t>Прийняття Конституції України.</a:t>
          </a:r>
          <a:endParaRPr lang="uk-UA"/>
        </a:p>
      </dgm:t>
    </dgm:pt>
    <dgm:pt modelId="{B82AB8EB-DF81-464C-91DE-6A4F8A5291C0}" type="parTrans" cxnId="{B7842208-952E-49C6-8919-DF8083CCC5AC}">
      <dgm:prSet/>
      <dgm:spPr/>
      <dgm:t>
        <a:bodyPr/>
        <a:lstStyle/>
        <a:p>
          <a:endParaRPr lang="uk-UA"/>
        </a:p>
      </dgm:t>
    </dgm:pt>
    <dgm:pt modelId="{796D9829-4369-4A60-8135-F9328817E6EE}" type="sibTrans" cxnId="{B7842208-952E-49C6-8919-DF8083CCC5AC}">
      <dgm:prSet/>
      <dgm:spPr/>
      <dgm:t>
        <a:bodyPr/>
        <a:lstStyle/>
        <a:p>
          <a:endParaRPr lang="uk-UA"/>
        </a:p>
      </dgm:t>
    </dgm:pt>
    <dgm:pt modelId="{E6EC6FB5-D4F4-4AD5-9B0B-B6F06B563A14}">
      <dgm:prSet/>
      <dgm:spPr/>
      <dgm:t>
        <a:bodyPr/>
        <a:lstStyle/>
        <a:p>
          <a:r>
            <a:rPr lang="uk-UA" b="0" i="0"/>
            <a:t>Схвалення Декларації про державний суверенітет України.</a:t>
          </a:r>
          <a:endParaRPr lang="uk-UA"/>
        </a:p>
      </dgm:t>
    </dgm:pt>
    <dgm:pt modelId="{9FE86C2A-8901-4A52-8437-F53D0A4E110B}" type="parTrans" cxnId="{48C4EEEF-5D80-4EAD-826B-A43B9B5AD364}">
      <dgm:prSet/>
      <dgm:spPr/>
      <dgm:t>
        <a:bodyPr/>
        <a:lstStyle/>
        <a:p>
          <a:endParaRPr lang="uk-UA"/>
        </a:p>
      </dgm:t>
    </dgm:pt>
    <dgm:pt modelId="{AC1B092B-9F58-4E11-B752-B237263538E0}" type="sibTrans" cxnId="{48C4EEEF-5D80-4EAD-826B-A43B9B5AD364}">
      <dgm:prSet/>
      <dgm:spPr/>
      <dgm:t>
        <a:bodyPr/>
        <a:lstStyle/>
        <a:p>
          <a:endParaRPr lang="uk-UA"/>
        </a:p>
      </dgm:t>
    </dgm:pt>
    <dgm:pt modelId="{54EFBE5E-7671-4056-8BBE-CB81AA771A3C}">
      <dgm:prSet/>
      <dgm:spPr/>
      <dgm:t>
        <a:bodyPr/>
        <a:lstStyle/>
        <a:p>
          <a:r>
            <a:rPr lang="uk-UA" b="0" i="0"/>
            <a:t>Прийняття Закону України «Про Голодомор 1932–1933 років в Україні».</a:t>
          </a:r>
          <a:endParaRPr lang="uk-UA"/>
        </a:p>
      </dgm:t>
    </dgm:pt>
    <dgm:pt modelId="{6EC1B15C-9A4B-4140-9C1A-18C1133C68D7}" type="parTrans" cxnId="{51582436-CCC1-4B6C-9F41-F56569E9CC0A}">
      <dgm:prSet/>
      <dgm:spPr/>
      <dgm:t>
        <a:bodyPr/>
        <a:lstStyle/>
        <a:p>
          <a:endParaRPr lang="uk-UA"/>
        </a:p>
      </dgm:t>
    </dgm:pt>
    <dgm:pt modelId="{D307289B-5A0C-471C-8CD9-66AF8FD95A69}" type="sibTrans" cxnId="{51582436-CCC1-4B6C-9F41-F56569E9CC0A}">
      <dgm:prSet/>
      <dgm:spPr/>
      <dgm:t>
        <a:bodyPr/>
        <a:lstStyle/>
        <a:p>
          <a:endParaRPr lang="uk-UA"/>
        </a:p>
      </dgm:t>
    </dgm:pt>
    <dgm:pt modelId="{1F63AD18-3C4C-4B78-8562-C81D0A3C8D8E}">
      <dgm:prSet/>
      <dgm:spPr/>
      <dgm:t>
        <a:bodyPr/>
        <a:lstStyle/>
        <a:p>
          <a:r>
            <a:rPr lang="uk-UA" b="0" i="0"/>
            <a:t>Прийняття Акта проголошення державної незалежності України.</a:t>
          </a:r>
          <a:endParaRPr lang="uk-UA"/>
        </a:p>
      </dgm:t>
    </dgm:pt>
    <dgm:pt modelId="{1AF2879F-4F85-4F56-B047-B06F16E370F9}" type="parTrans" cxnId="{A8E159C7-06DB-4B83-8B8D-72C64C3556B1}">
      <dgm:prSet/>
      <dgm:spPr/>
      <dgm:t>
        <a:bodyPr/>
        <a:lstStyle/>
        <a:p>
          <a:endParaRPr lang="uk-UA"/>
        </a:p>
      </dgm:t>
    </dgm:pt>
    <dgm:pt modelId="{9864EF8F-D8CF-48C3-9255-0F9052B3661F}" type="sibTrans" cxnId="{A8E159C7-06DB-4B83-8B8D-72C64C3556B1}">
      <dgm:prSet/>
      <dgm:spPr/>
      <dgm:t>
        <a:bodyPr/>
        <a:lstStyle/>
        <a:p>
          <a:endParaRPr lang="uk-UA"/>
        </a:p>
      </dgm:t>
    </dgm:pt>
    <dgm:pt modelId="{E80D61DD-70F2-47B5-8049-DA32A9C69A24}">
      <dgm:prSet/>
      <dgm:spPr/>
      <dgm:t>
        <a:bodyPr/>
        <a:lstStyle/>
        <a:p>
          <a:r>
            <a:rPr lang="uk-UA" b="0" i="0"/>
            <a:t>Підписання Договору про дружбу, співробітництво і партнерство між Україною та Російською Федерацією</a:t>
          </a:r>
          <a:endParaRPr lang="uk-UA"/>
        </a:p>
      </dgm:t>
    </dgm:pt>
    <dgm:pt modelId="{8866B8D5-8A69-4986-9F21-F745AA157984}" type="parTrans" cxnId="{261BF5D7-C261-4294-8103-3DC221DAE8B2}">
      <dgm:prSet/>
      <dgm:spPr/>
      <dgm:t>
        <a:bodyPr/>
        <a:lstStyle/>
        <a:p>
          <a:endParaRPr lang="uk-UA"/>
        </a:p>
      </dgm:t>
    </dgm:pt>
    <dgm:pt modelId="{9BC05ACC-E4CF-4E2E-A5D1-819B2CC7819B}" type="sibTrans" cxnId="{261BF5D7-C261-4294-8103-3DC221DAE8B2}">
      <dgm:prSet/>
      <dgm:spPr/>
      <dgm:t>
        <a:bodyPr/>
        <a:lstStyle/>
        <a:p>
          <a:endParaRPr lang="uk-UA"/>
        </a:p>
      </dgm:t>
    </dgm:pt>
    <dgm:pt modelId="{0FB9761A-D481-4382-A3AD-44D7FA60ED34}" type="pres">
      <dgm:prSet presAssocID="{49DC1897-C784-46A3-93B9-14D82ADB8714}" presName="linear" presStyleCnt="0">
        <dgm:presLayoutVars>
          <dgm:animLvl val="lvl"/>
          <dgm:resizeHandles val="exact"/>
        </dgm:presLayoutVars>
      </dgm:prSet>
      <dgm:spPr/>
    </dgm:pt>
    <dgm:pt modelId="{595A8775-E794-47E7-98CE-E43CFDAF08F5}" type="pres">
      <dgm:prSet presAssocID="{9509F3B8-6CD5-48A4-AC74-5BDE5BBE880C}" presName="parentText" presStyleLbl="node1" presStyleIdx="0" presStyleCnt="5">
        <dgm:presLayoutVars>
          <dgm:chMax val="0"/>
          <dgm:bulletEnabled val="1"/>
        </dgm:presLayoutVars>
      </dgm:prSet>
      <dgm:spPr/>
    </dgm:pt>
    <dgm:pt modelId="{7A222277-CE4B-4371-B24C-920E305C1700}" type="pres">
      <dgm:prSet presAssocID="{796D9829-4369-4A60-8135-F9328817E6EE}" presName="spacer" presStyleCnt="0"/>
      <dgm:spPr/>
    </dgm:pt>
    <dgm:pt modelId="{80D7B991-B247-4B61-8368-7C7D6074F548}" type="pres">
      <dgm:prSet presAssocID="{E6EC6FB5-D4F4-4AD5-9B0B-B6F06B563A14}" presName="parentText" presStyleLbl="node1" presStyleIdx="1" presStyleCnt="5">
        <dgm:presLayoutVars>
          <dgm:chMax val="0"/>
          <dgm:bulletEnabled val="1"/>
        </dgm:presLayoutVars>
      </dgm:prSet>
      <dgm:spPr/>
    </dgm:pt>
    <dgm:pt modelId="{0971C093-5B54-4DBE-B032-BB906EB1DE2B}" type="pres">
      <dgm:prSet presAssocID="{AC1B092B-9F58-4E11-B752-B237263538E0}" presName="spacer" presStyleCnt="0"/>
      <dgm:spPr/>
    </dgm:pt>
    <dgm:pt modelId="{126DE712-2B50-4ADE-808F-C895A68CAF81}" type="pres">
      <dgm:prSet presAssocID="{54EFBE5E-7671-4056-8BBE-CB81AA771A3C}" presName="parentText" presStyleLbl="node1" presStyleIdx="2" presStyleCnt="5">
        <dgm:presLayoutVars>
          <dgm:chMax val="0"/>
          <dgm:bulletEnabled val="1"/>
        </dgm:presLayoutVars>
      </dgm:prSet>
      <dgm:spPr/>
    </dgm:pt>
    <dgm:pt modelId="{E47AB885-4892-481D-8131-B8B22FF7BA88}" type="pres">
      <dgm:prSet presAssocID="{D307289B-5A0C-471C-8CD9-66AF8FD95A69}" presName="spacer" presStyleCnt="0"/>
      <dgm:spPr/>
    </dgm:pt>
    <dgm:pt modelId="{7F18710A-FD59-46C1-A1B2-3F802EF899C0}" type="pres">
      <dgm:prSet presAssocID="{1F63AD18-3C4C-4B78-8562-C81D0A3C8D8E}" presName="parentText" presStyleLbl="node1" presStyleIdx="3" presStyleCnt="5">
        <dgm:presLayoutVars>
          <dgm:chMax val="0"/>
          <dgm:bulletEnabled val="1"/>
        </dgm:presLayoutVars>
      </dgm:prSet>
      <dgm:spPr/>
    </dgm:pt>
    <dgm:pt modelId="{39704519-3EB8-4302-B7A3-7FDABF8A7DE4}" type="pres">
      <dgm:prSet presAssocID="{9864EF8F-D8CF-48C3-9255-0F9052B3661F}" presName="spacer" presStyleCnt="0"/>
      <dgm:spPr/>
    </dgm:pt>
    <dgm:pt modelId="{A21E53DC-B36A-41A9-9A92-90D0AA8CB3C4}" type="pres">
      <dgm:prSet presAssocID="{E80D61DD-70F2-47B5-8049-DA32A9C69A24}" presName="parentText" presStyleLbl="node1" presStyleIdx="4" presStyleCnt="5">
        <dgm:presLayoutVars>
          <dgm:chMax val="0"/>
          <dgm:bulletEnabled val="1"/>
        </dgm:presLayoutVars>
      </dgm:prSet>
      <dgm:spPr/>
    </dgm:pt>
  </dgm:ptLst>
  <dgm:cxnLst>
    <dgm:cxn modelId="{B7842208-952E-49C6-8919-DF8083CCC5AC}" srcId="{49DC1897-C784-46A3-93B9-14D82ADB8714}" destId="{9509F3B8-6CD5-48A4-AC74-5BDE5BBE880C}" srcOrd="0" destOrd="0" parTransId="{B82AB8EB-DF81-464C-91DE-6A4F8A5291C0}" sibTransId="{796D9829-4369-4A60-8135-F9328817E6EE}"/>
    <dgm:cxn modelId="{C4390F29-64B7-4497-9C12-B3975EB67D3F}" type="presOf" srcId="{E6EC6FB5-D4F4-4AD5-9B0B-B6F06B563A14}" destId="{80D7B991-B247-4B61-8368-7C7D6074F548}" srcOrd="0" destOrd="0" presId="urn:microsoft.com/office/officeart/2005/8/layout/vList2"/>
    <dgm:cxn modelId="{4847D335-99BF-4A2D-9B20-A0C6F64A926D}" type="presOf" srcId="{1F63AD18-3C4C-4B78-8562-C81D0A3C8D8E}" destId="{7F18710A-FD59-46C1-A1B2-3F802EF899C0}" srcOrd="0" destOrd="0" presId="urn:microsoft.com/office/officeart/2005/8/layout/vList2"/>
    <dgm:cxn modelId="{51582436-CCC1-4B6C-9F41-F56569E9CC0A}" srcId="{49DC1897-C784-46A3-93B9-14D82ADB8714}" destId="{54EFBE5E-7671-4056-8BBE-CB81AA771A3C}" srcOrd="2" destOrd="0" parTransId="{6EC1B15C-9A4B-4140-9C1A-18C1133C68D7}" sibTransId="{D307289B-5A0C-471C-8CD9-66AF8FD95A69}"/>
    <dgm:cxn modelId="{E4B17163-1A2C-45A7-8FFA-1F0A429D4407}" type="presOf" srcId="{54EFBE5E-7671-4056-8BBE-CB81AA771A3C}" destId="{126DE712-2B50-4ADE-808F-C895A68CAF81}" srcOrd="0" destOrd="0" presId="urn:microsoft.com/office/officeart/2005/8/layout/vList2"/>
    <dgm:cxn modelId="{5B4FA2BA-064F-43EF-BA24-89D37D2F0A3E}" type="presOf" srcId="{E80D61DD-70F2-47B5-8049-DA32A9C69A24}" destId="{A21E53DC-B36A-41A9-9A92-90D0AA8CB3C4}" srcOrd="0" destOrd="0" presId="urn:microsoft.com/office/officeart/2005/8/layout/vList2"/>
    <dgm:cxn modelId="{A8E159C7-06DB-4B83-8B8D-72C64C3556B1}" srcId="{49DC1897-C784-46A3-93B9-14D82ADB8714}" destId="{1F63AD18-3C4C-4B78-8562-C81D0A3C8D8E}" srcOrd="3" destOrd="0" parTransId="{1AF2879F-4F85-4F56-B047-B06F16E370F9}" sibTransId="{9864EF8F-D8CF-48C3-9255-0F9052B3661F}"/>
    <dgm:cxn modelId="{F1FB6DD4-5A14-4640-A50C-E0EA028F4FC0}" type="presOf" srcId="{49DC1897-C784-46A3-93B9-14D82ADB8714}" destId="{0FB9761A-D481-4382-A3AD-44D7FA60ED34}" srcOrd="0" destOrd="0" presId="urn:microsoft.com/office/officeart/2005/8/layout/vList2"/>
    <dgm:cxn modelId="{261BF5D7-C261-4294-8103-3DC221DAE8B2}" srcId="{49DC1897-C784-46A3-93B9-14D82ADB8714}" destId="{E80D61DD-70F2-47B5-8049-DA32A9C69A24}" srcOrd="4" destOrd="0" parTransId="{8866B8D5-8A69-4986-9F21-F745AA157984}" sibTransId="{9BC05ACC-E4CF-4E2E-A5D1-819B2CC7819B}"/>
    <dgm:cxn modelId="{48C4EEEF-5D80-4EAD-826B-A43B9B5AD364}" srcId="{49DC1897-C784-46A3-93B9-14D82ADB8714}" destId="{E6EC6FB5-D4F4-4AD5-9B0B-B6F06B563A14}" srcOrd="1" destOrd="0" parTransId="{9FE86C2A-8901-4A52-8437-F53D0A4E110B}" sibTransId="{AC1B092B-9F58-4E11-B752-B237263538E0}"/>
    <dgm:cxn modelId="{BAAFE0F1-667F-4EA5-8822-1EE47ABE38D8}" type="presOf" srcId="{9509F3B8-6CD5-48A4-AC74-5BDE5BBE880C}" destId="{595A8775-E794-47E7-98CE-E43CFDAF08F5}" srcOrd="0" destOrd="0" presId="urn:microsoft.com/office/officeart/2005/8/layout/vList2"/>
    <dgm:cxn modelId="{6F1380CC-5281-466F-AC2D-F3B81AADF424}" type="presParOf" srcId="{0FB9761A-D481-4382-A3AD-44D7FA60ED34}" destId="{595A8775-E794-47E7-98CE-E43CFDAF08F5}" srcOrd="0" destOrd="0" presId="urn:microsoft.com/office/officeart/2005/8/layout/vList2"/>
    <dgm:cxn modelId="{6D1D3BBC-3567-47A9-B396-EEACC33E0389}" type="presParOf" srcId="{0FB9761A-D481-4382-A3AD-44D7FA60ED34}" destId="{7A222277-CE4B-4371-B24C-920E305C1700}" srcOrd="1" destOrd="0" presId="urn:microsoft.com/office/officeart/2005/8/layout/vList2"/>
    <dgm:cxn modelId="{12294684-953C-4BB5-B0C4-B844C3F823EB}" type="presParOf" srcId="{0FB9761A-D481-4382-A3AD-44D7FA60ED34}" destId="{80D7B991-B247-4B61-8368-7C7D6074F548}" srcOrd="2" destOrd="0" presId="urn:microsoft.com/office/officeart/2005/8/layout/vList2"/>
    <dgm:cxn modelId="{8774411F-2496-4AF7-A2A9-887574146708}" type="presParOf" srcId="{0FB9761A-D481-4382-A3AD-44D7FA60ED34}" destId="{0971C093-5B54-4DBE-B032-BB906EB1DE2B}" srcOrd="3" destOrd="0" presId="urn:microsoft.com/office/officeart/2005/8/layout/vList2"/>
    <dgm:cxn modelId="{2DB15B65-03BF-4BEB-80D5-A5B1012A306D}" type="presParOf" srcId="{0FB9761A-D481-4382-A3AD-44D7FA60ED34}" destId="{126DE712-2B50-4ADE-808F-C895A68CAF81}" srcOrd="4" destOrd="0" presId="urn:microsoft.com/office/officeart/2005/8/layout/vList2"/>
    <dgm:cxn modelId="{77B8A7BD-5A82-4821-AD70-1C07D1CC6231}" type="presParOf" srcId="{0FB9761A-D481-4382-A3AD-44D7FA60ED34}" destId="{E47AB885-4892-481D-8131-B8B22FF7BA88}" srcOrd="5" destOrd="0" presId="urn:microsoft.com/office/officeart/2005/8/layout/vList2"/>
    <dgm:cxn modelId="{BAA9B816-4AA4-4932-B799-EC4CA6B4C280}" type="presParOf" srcId="{0FB9761A-D481-4382-A3AD-44D7FA60ED34}" destId="{7F18710A-FD59-46C1-A1B2-3F802EF899C0}" srcOrd="6" destOrd="0" presId="urn:microsoft.com/office/officeart/2005/8/layout/vList2"/>
    <dgm:cxn modelId="{6571979C-F2B1-4685-BBAA-D18EB28C70C8}" type="presParOf" srcId="{0FB9761A-D481-4382-A3AD-44D7FA60ED34}" destId="{39704519-3EB8-4302-B7A3-7FDABF8A7DE4}" srcOrd="7" destOrd="0" presId="urn:microsoft.com/office/officeart/2005/8/layout/vList2"/>
    <dgm:cxn modelId="{396C782A-72B6-44EF-8FCA-AC70DF6B4E58}" type="presParOf" srcId="{0FB9761A-D481-4382-A3AD-44D7FA60ED34}" destId="{A21E53DC-B36A-41A9-9A92-90D0AA8CB3C4}"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DF7E4F78-6684-434C-BFC9-8C61376CED0C}" type="doc">
      <dgm:prSet loTypeId="urn:microsoft.com/office/officeart/2008/layout/VerticalCircleList" loCatId="list" qsTypeId="urn:microsoft.com/office/officeart/2005/8/quickstyle/simple1" qsCatId="simple" csTypeId="urn:microsoft.com/office/officeart/2005/8/colors/accent1_2" csCatId="accent1"/>
      <dgm:spPr/>
      <dgm:t>
        <a:bodyPr/>
        <a:lstStyle/>
        <a:p>
          <a:endParaRPr lang="uk-UA"/>
        </a:p>
      </dgm:t>
    </dgm:pt>
    <dgm:pt modelId="{D8917E05-CED8-4472-BCE8-1DC031F22981}">
      <dgm:prSet/>
      <dgm:spPr/>
      <dgm:t>
        <a:bodyPr/>
        <a:lstStyle/>
        <a:p>
          <a:r>
            <a:rPr lang="ru-RU" b="0" i="0"/>
            <a:t>запровадження національної валюти – гривні</a:t>
          </a:r>
          <a:endParaRPr lang="uk-UA"/>
        </a:p>
      </dgm:t>
    </dgm:pt>
    <dgm:pt modelId="{504C426D-57BE-4AC4-A331-4187486E7A52}" type="parTrans" cxnId="{75DBD73F-A767-4326-B6D6-2E661CB0CCAB}">
      <dgm:prSet/>
      <dgm:spPr/>
      <dgm:t>
        <a:bodyPr/>
        <a:lstStyle/>
        <a:p>
          <a:endParaRPr lang="uk-UA"/>
        </a:p>
      </dgm:t>
    </dgm:pt>
    <dgm:pt modelId="{9E7A62BE-FF69-4C7F-91B4-161126199DE2}" type="sibTrans" cxnId="{75DBD73F-A767-4326-B6D6-2E661CB0CCAB}">
      <dgm:prSet/>
      <dgm:spPr/>
      <dgm:t>
        <a:bodyPr/>
        <a:lstStyle/>
        <a:p>
          <a:endParaRPr lang="uk-UA"/>
        </a:p>
      </dgm:t>
    </dgm:pt>
    <dgm:pt modelId="{E3B1C8B5-D0C4-4098-B1D3-7ECF0A224933}">
      <dgm:prSet/>
      <dgm:spPr/>
      <dgm:t>
        <a:bodyPr/>
        <a:lstStyle/>
        <a:p>
          <a:r>
            <a:rPr lang="ru-RU" b="0" i="0"/>
            <a:t>«Помаранчева революція»</a:t>
          </a:r>
          <a:endParaRPr lang="uk-UA"/>
        </a:p>
      </dgm:t>
    </dgm:pt>
    <dgm:pt modelId="{5223F24F-F7D4-4D27-84B3-60BD86EA1455}" type="parTrans" cxnId="{FEB8315C-23A4-467B-8024-14C67065DF5F}">
      <dgm:prSet/>
      <dgm:spPr/>
      <dgm:t>
        <a:bodyPr/>
        <a:lstStyle/>
        <a:p>
          <a:endParaRPr lang="uk-UA"/>
        </a:p>
      </dgm:t>
    </dgm:pt>
    <dgm:pt modelId="{FEB86DB9-C12E-4615-8BC4-5E62A429750D}" type="sibTrans" cxnId="{FEB8315C-23A4-467B-8024-14C67065DF5F}">
      <dgm:prSet/>
      <dgm:spPr/>
      <dgm:t>
        <a:bodyPr/>
        <a:lstStyle/>
        <a:p>
          <a:endParaRPr lang="uk-UA"/>
        </a:p>
      </dgm:t>
    </dgm:pt>
    <dgm:pt modelId="{034BC514-AE4A-48B9-9854-71F072DAEAA9}">
      <dgm:prSet/>
      <dgm:spPr/>
      <dgm:t>
        <a:bodyPr/>
        <a:lstStyle/>
        <a:p>
          <a:r>
            <a:rPr lang="ru-RU" b="0" i="0"/>
            <a:t>проведення першого Всеукраїнського референдуму</a:t>
          </a:r>
          <a:endParaRPr lang="uk-UA"/>
        </a:p>
      </dgm:t>
    </dgm:pt>
    <dgm:pt modelId="{4B62053C-6AA0-4FCE-8206-9699D357F44E}" type="parTrans" cxnId="{086E03BA-F00C-450D-837F-E4E9A4BF12ED}">
      <dgm:prSet/>
      <dgm:spPr/>
      <dgm:t>
        <a:bodyPr/>
        <a:lstStyle/>
        <a:p>
          <a:endParaRPr lang="uk-UA"/>
        </a:p>
      </dgm:t>
    </dgm:pt>
    <dgm:pt modelId="{4D6AC690-7647-44AD-AB19-D7DB836024AB}" type="sibTrans" cxnId="{086E03BA-F00C-450D-837F-E4E9A4BF12ED}">
      <dgm:prSet/>
      <dgm:spPr/>
      <dgm:t>
        <a:bodyPr/>
        <a:lstStyle/>
        <a:p>
          <a:endParaRPr lang="uk-UA"/>
        </a:p>
      </dgm:t>
    </dgm:pt>
    <dgm:pt modelId="{E5915BB7-834A-4C8C-9D67-FF84B10C83A2}">
      <dgm:prSet/>
      <dgm:spPr/>
      <dgm:t>
        <a:bodyPr/>
        <a:lstStyle/>
        <a:p>
          <a:r>
            <a:rPr lang="ru-RU" b="0" i="0"/>
            <a:t>проведення перших альтернативних виборів до Верховної Ради УРСР</a:t>
          </a:r>
          <a:endParaRPr lang="uk-UA"/>
        </a:p>
      </dgm:t>
    </dgm:pt>
    <dgm:pt modelId="{1D5F8FD6-2D4A-4BE0-9D6C-5B168846DBCE}" type="parTrans" cxnId="{AFC314AE-FF22-4B63-82BC-D79D53AABB6C}">
      <dgm:prSet/>
      <dgm:spPr/>
      <dgm:t>
        <a:bodyPr/>
        <a:lstStyle/>
        <a:p>
          <a:endParaRPr lang="uk-UA"/>
        </a:p>
      </dgm:t>
    </dgm:pt>
    <dgm:pt modelId="{C9C022B0-4CCA-44D8-9A06-FCDEB2ABDA1F}" type="sibTrans" cxnId="{AFC314AE-FF22-4B63-82BC-D79D53AABB6C}">
      <dgm:prSet/>
      <dgm:spPr/>
      <dgm:t>
        <a:bodyPr/>
        <a:lstStyle/>
        <a:p>
          <a:endParaRPr lang="uk-UA"/>
        </a:p>
      </dgm:t>
    </dgm:pt>
    <dgm:pt modelId="{C9473933-E2B3-41E7-B6C9-B7706837D290}" type="pres">
      <dgm:prSet presAssocID="{DF7E4F78-6684-434C-BFC9-8C61376CED0C}" presName="Name0" presStyleCnt="0">
        <dgm:presLayoutVars>
          <dgm:dir/>
        </dgm:presLayoutVars>
      </dgm:prSet>
      <dgm:spPr/>
    </dgm:pt>
    <dgm:pt modelId="{389CC186-BA33-4447-A30F-AB233444AC46}" type="pres">
      <dgm:prSet presAssocID="{D8917E05-CED8-4472-BCE8-1DC031F22981}" presName="noChildren" presStyleCnt="0"/>
      <dgm:spPr/>
    </dgm:pt>
    <dgm:pt modelId="{1B447A8F-BF2A-4245-8846-CE68735CB6C5}" type="pres">
      <dgm:prSet presAssocID="{D8917E05-CED8-4472-BCE8-1DC031F22981}" presName="gap" presStyleCnt="0"/>
      <dgm:spPr/>
    </dgm:pt>
    <dgm:pt modelId="{0800F162-1C2C-470C-8506-12586EEB214D}" type="pres">
      <dgm:prSet presAssocID="{D8917E05-CED8-4472-BCE8-1DC031F22981}" presName="medCircle2" presStyleLbl="vennNode1" presStyleIdx="0" presStyleCnt="4"/>
      <dgm:spPr/>
    </dgm:pt>
    <dgm:pt modelId="{18DF3080-231C-4930-846C-58B9DCADEA4E}" type="pres">
      <dgm:prSet presAssocID="{D8917E05-CED8-4472-BCE8-1DC031F22981}" presName="txLvlOnly1" presStyleLbl="revTx" presStyleIdx="0" presStyleCnt="4"/>
      <dgm:spPr/>
    </dgm:pt>
    <dgm:pt modelId="{DCD1940F-73E0-41C1-87DC-DCFC9312B299}" type="pres">
      <dgm:prSet presAssocID="{E3B1C8B5-D0C4-4098-B1D3-7ECF0A224933}" presName="noChildren" presStyleCnt="0"/>
      <dgm:spPr/>
    </dgm:pt>
    <dgm:pt modelId="{CE493313-9CB6-4D5E-A202-EF7BC2A340E1}" type="pres">
      <dgm:prSet presAssocID="{E3B1C8B5-D0C4-4098-B1D3-7ECF0A224933}" presName="gap" presStyleCnt="0"/>
      <dgm:spPr/>
    </dgm:pt>
    <dgm:pt modelId="{AB050E54-9BE8-460E-ACA8-2109E4FD179F}" type="pres">
      <dgm:prSet presAssocID="{E3B1C8B5-D0C4-4098-B1D3-7ECF0A224933}" presName="medCircle2" presStyleLbl="vennNode1" presStyleIdx="1" presStyleCnt="4"/>
      <dgm:spPr/>
    </dgm:pt>
    <dgm:pt modelId="{D13525D5-513C-48E4-B628-E85D16F19CCE}" type="pres">
      <dgm:prSet presAssocID="{E3B1C8B5-D0C4-4098-B1D3-7ECF0A224933}" presName="txLvlOnly1" presStyleLbl="revTx" presStyleIdx="1" presStyleCnt="4"/>
      <dgm:spPr/>
    </dgm:pt>
    <dgm:pt modelId="{6BED389D-30FE-4F0C-ACC9-F7B29D8C88AB}" type="pres">
      <dgm:prSet presAssocID="{034BC514-AE4A-48B9-9854-71F072DAEAA9}" presName="noChildren" presStyleCnt="0"/>
      <dgm:spPr/>
    </dgm:pt>
    <dgm:pt modelId="{21C0D5AD-246F-4324-A765-EF7185F02EC9}" type="pres">
      <dgm:prSet presAssocID="{034BC514-AE4A-48B9-9854-71F072DAEAA9}" presName="gap" presStyleCnt="0"/>
      <dgm:spPr/>
    </dgm:pt>
    <dgm:pt modelId="{A8D5862C-B00E-42A1-8D38-E78BB9D1BE28}" type="pres">
      <dgm:prSet presAssocID="{034BC514-AE4A-48B9-9854-71F072DAEAA9}" presName="medCircle2" presStyleLbl="vennNode1" presStyleIdx="2" presStyleCnt="4"/>
      <dgm:spPr/>
    </dgm:pt>
    <dgm:pt modelId="{E09D524C-A9E8-4AF8-84A5-1B7F0B26C6BE}" type="pres">
      <dgm:prSet presAssocID="{034BC514-AE4A-48B9-9854-71F072DAEAA9}" presName="txLvlOnly1" presStyleLbl="revTx" presStyleIdx="2" presStyleCnt="4"/>
      <dgm:spPr/>
    </dgm:pt>
    <dgm:pt modelId="{690700FF-92B7-4E6F-9300-1B65906FB6AE}" type="pres">
      <dgm:prSet presAssocID="{E5915BB7-834A-4C8C-9D67-FF84B10C83A2}" presName="noChildren" presStyleCnt="0"/>
      <dgm:spPr/>
    </dgm:pt>
    <dgm:pt modelId="{81FBEC25-8D36-4CD2-8E2F-D6B3331F620D}" type="pres">
      <dgm:prSet presAssocID="{E5915BB7-834A-4C8C-9D67-FF84B10C83A2}" presName="gap" presStyleCnt="0"/>
      <dgm:spPr/>
    </dgm:pt>
    <dgm:pt modelId="{FC76DBDC-8A92-4527-8AA9-9173A4CAA90A}" type="pres">
      <dgm:prSet presAssocID="{E5915BB7-834A-4C8C-9D67-FF84B10C83A2}" presName="medCircle2" presStyleLbl="vennNode1" presStyleIdx="3" presStyleCnt="4"/>
      <dgm:spPr/>
    </dgm:pt>
    <dgm:pt modelId="{3C6F37AC-7BE4-4187-B40D-A1F511506230}" type="pres">
      <dgm:prSet presAssocID="{E5915BB7-834A-4C8C-9D67-FF84B10C83A2}" presName="txLvlOnly1" presStyleLbl="revTx" presStyleIdx="3" presStyleCnt="4"/>
      <dgm:spPr/>
    </dgm:pt>
  </dgm:ptLst>
  <dgm:cxnLst>
    <dgm:cxn modelId="{91958D3E-F811-4F1F-AF6B-2C38461B7D19}" type="presOf" srcId="{D8917E05-CED8-4472-BCE8-1DC031F22981}" destId="{18DF3080-231C-4930-846C-58B9DCADEA4E}" srcOrd="0" destOrd="0" presId="urn:microsoft.com/office/officeart/2008/layout/VerticalCircleList"/>
    <dgm:cxn modelId="{75DBD73F-A767-4326-B6D6-2E661CB0CCAB}" srcId="{DF7E4F78-6684-434C-BFC9-8C61376CED0C}" destId="{D8917E05-CED8-4472-BCE8-1DC031F22981}" srcOrd="0" destOrd="0" parTransId="{504C426D-57BE-4AC4-A331-4187486E7A52}" sibTransId="{9E7A62BE-FF69-4C7F-91B4-161126199DE2}"/>
    <dgm:cxn modelId="{FEB8315C-23A4-467B-8024-14C67065DF5F}" srcId="{DF7E4F78-6684-434C-BFC9-8C61376CED0C}" destId="{E3B1C8B5-D0C4-4098-B1D3-7ECF0A224933}" srcOrd="1" destOrd="0" parTransId="{5223F24F-F7D4-4D27-84B3-60BD86EA1455}" sibTransId="{FEB86DB9-C12E-4615-8BC4-5E62A429750D}"/>
    <dgm:cxn modelId="{73C0846E-E969-4A3C-8B06-1848FE9DFC89}" type="presOf" srcId="{E5915BB7-834A-4C8C-9D67-FF84B10C83A2}" destId="{3C6F37AC-7BE4-4187-B40D-A1F511506230}" srcOrd="0" destOrd="0" presId="urn:microsoft.com/office/officeart/2008/layout/VerticalCircleList"/>
    <dgm:cxn modelId="{28A76597-134E-45B6-BADC-156B8C89FB49}" type="presOf" srcId="{DF7E4F78-6684-434C-BFC9-8C61376CED0C}" destId="{C9473933-E2B3-41E7-B6C9-B7706837D290}" srcOrd="0" destOrd="0" presId="urn:microsoft.com/office/officeart/2008/layout/VerticalCircleList"/>
    <dgm:cxn modelId="{AFC314AE-FF22-4B63-82BC-D79D53AABB6C}" srcId="{DF7E4F78-6684-434C-BFC9-8C61376CED0C}" destId="{E5915BB7-834A-4C8C-9D67-FF84B10C83A2}" srcOrd="3" destOrd="0" parTransId="{1D5F8FD6-2D4A-4BE0-9D6C-5B168846DBCE}" sibTransId="{C9C022B0-4CCA-44D8-9A06-FCDEB2ABDA1F}"/>
    <dgm:cxn modelId="{086E03BA-F00C-450D-837F-E4E9A4BF12ED}" srcId="{DF7E4F78-6684-434C-BFC9-8C61376CED0C}" destId="{034BC514-AE4A-48B9-9854-71F072DAEAA9}" srcOrd="2" destOrd="0" parTransId="{4B62053C-6AA0-4FCE-8206-9699D357F44E}" sibTransId="{4D6AC690-7647-44AD-AB19-D7DB836024AB}"/>
    <dgm:cxn modelId="{85728ABC-5AD3-43AD-A28D-E96BE8988E41}" type="presOf" srcId="{034BC514-AE4A-48B9-9854-71F072DAEAA9}" destId="{E09D524C-A9E8-4AF8-84A5-1B7F0B26C6BE}" srcOrd="0" destOrd="0" presId="urn:microsoft.com/office/officeart/2008/layout/VerticalCircleList"/>
    <dgm:cxn modelId="{80457BD4-4A04-4602-969C-8A81204C95A2}" type="presOf" srcId="{E3B1C8B5-D0C4-4098-B1D3-7ECF0A224933}" destId="{D13525D5-513C-48E4-B628-E85D16F19CCE}" srcOrd="0" destOrd="0" presId="urn:microsoft.com/office/officeart/2008/layout/VerticalCircleList"/>
    <dgm:cxn modelId="{1FFBEFF2-3338-4B92-8DB2-D19C8EADA042}" type="presParOf" srcId="{C9473933-E2B3-41E7-B6C9-B7706837D290}" destId="{389CC186-BA33-4447-A30F-AB233444AC46}" srcOrd="0" destOrd="0" presId="urn:microsoft.com/office/officeart/2008/layout/VerticalCircleList"/>
    <dgm:cxn modelId="{E334D2BD-B1CE-4067-8F8A-1229B6BDEE77}" type="presParOf" srcId="{389CC186-BA33-4447-A30F-AB233444AC46}" destId="{1B447A8F-BF2A-4245-8846-CE68735CB6C5}" srcOrd="0" destOrd="0" presId="urn:microsoft.com/office/officeart/2008/layout/VerticalCircleList"/>
    <dgm:cxn modelId="{DE6A1814-1026-4A78-B926-6E861B3B31FA}" type="presParOf" srcId="{389CC186-BA33-4447-A30F-AB233444AC46}" destId="{0800F162-1C2C-470C-8506-12586EEB214D}" srcOrd="1" destOrd="0" presId="urn:microsoft.com/office/officeart/2008/layout/VerticalCircleList"/>
    <dgm:cxn modelId="{98A5A96B-8BB1-4F12-95B5-B01D387FBD8E}" type="presParOf" srcId="{389CC186-BA33-4447-A30F-AB233444AC46}" destId="{18DF3080-231C-4930-846C-58B9DCADEA4E}" srcOrd="2" destOrd="0" presId="urn:microsoft.com/office/officeart/2008/layout/VerticalCircleList"/>
    <dgm:cxn modelId="{F8A263EA-1512-4694-9CB5-7711A8135A88}" type="presParOf" srcId="{C9473933-E2B3-41E7-B6C9-B7706837D290}" destId="{DCD1940F-73E0-41C1-87DC-DCFC9312B299}" srcOrd="1" destOrd="0" presId="urn:microsoft.com/office/officeart/2008/layout/VerticalCircleList"/>
    <dgm:cxn modelId="{B1CF39C6-CFDB-4EF5-828F-768F587D9639}" type="presParOf" srcId="{DCD1940F-73E0-41C1-87DC-DCFC9312B299}" destId="{CE493313-9CB6-4D5E-A202-EF7BC2A340E1}" srcOrd="0" destOrd="0" presId="urn:microsoft.com/office/officeart/2008/layout/VerticalCircleList"/>
    <dgm:cxn modelId="{30CD888A-CAF7-4D01-91A1-D4DA2406DCB6}" type="presParOf" srcId="{DCD1940F-73E0-41C1-87DC-DCFC9312B299}" destId="{AB050E54-9BE8-460E-ACA8-2109E4FD179F}" srcOrd="1" destOrd="0" presId="urn:microsoft.com/office/officeart/2008/layout/VerticalCircleList"/>
    <dgm:cxn modelId="{BB378194-42DD-4BCB-8B45-9F567B736917}" type="presParOf" srcId="{DCD1940F-73E0-41C1-87DC-DCFC9312B299}" destId="{D13525D5-513C-48E4-B628-E85D16F19CCE}" srcOrd="2" destOrd="0" presId="urn:microsoft.com/office/officeart/2008/layout/VerticalCircleList"/>
    <dgm:cxn modelId="{1F9F6B55-4BCA-47F4-BAC6-17B8D190C741}" type="presParOf" srcId="{C9473933-E2B3-41E7-B6C9-B7706837D290}" destId="{6BED389D-30FE-4F0C-ACC9-F7B29D8C88AB}" srcOrd="2" destOrd="0" presId="urn:microsoft.com/office/officeart/2008/layout/VerticalCircleList"/>
    <dgm:cxn modelId="{0CA3F2BA-D20C-4DF3-B138-B731069398E5}" type="presParOf" srcId="{6BED389D-30FE-4F0C-ACC9-F7B29D8C88AB}" destId="{21C0D5AD-246F-4324-A765-EF7185F02EC9}" srcOrd="0" destOrd="0" presId="urn:microsoft.com/office/officeart/2008/layout/VerticalCircleList"/>
    <dgm:cxn modelId="{9A6A6171-8CA3-48E4-8A6C-6019CE557FC9}" type="presParOf" srcId="{6BED389D-30FE-4F0C-ACC9-F7B29D8C88AB}" destId="{A8D5862C-B00E-42A1-8D38-E78BB9D1BE28}" srcOrd="1" destOrd="0" presId="urn:microsoft.com/office/officeart/2008/layout/VerticalCircleList"/>
    <dgm:cxn modelId="{4185F2E5-3FFF-4618-8B7F-71249791ED0B}" type="presParOf" srcId="{6BED389D-30FE-4F0C-ACC9-F7B29D8C88AB}" destId="{E09D524C-A9E8-4AF8-84A5-1B7F0B26C6BE}" srcOrd="2" destOrd="0" presId="urn:microsoft.com/office/officeart/2008/layout/VerticalCircleList"/>
    <dgm:cxn modelId="{6F7D2FA4-7D02-4528-8EB7-6CFED374022C}" type="presParOf" srcId="{C9473933-E2B3-41E7-B6C9-B7706837D290}" destId="{690700FF-92B7-4E6F-9300-1B65906FB6AE}" srcOrd="3" destOrd="0" presId="urn:microsoft.com/office/officeart/2008/layout/VerticalCircleList"/>
    <dgm:cxn modelId="{82C2900A-92BC-4431-A29C-E3BE5D2BCC7C}" type="presParOf" srcId="{690700FF-92B7-4E6F-9300-1B65906FB6AE}" destId="{81FBEC25-8D36-4CD2-8E2F-D6B3331F620D}" srcOrd="0" destOrd="0" presId="urn:microsoft.com/office/officeart/2008/layout/VerticalCircleList"/>
    <dgm:cxn modelId="{C4EC21B2-C9EF-4256-A0E6-25BC0131F9E6}" type="presParOf" srcId="{690700FF-92B7-4E6F-9300-1B65906FB6AE}" destId="{FC76DBDC-8A92-4527-8AA9-9173A4CAA90A}" srcOrd="1" destOrd="0" presId="urn:microsoft.com/office/officeart/2008/layout/VerticalCircleList"/>
    <dgm:cxn modelId="{CEF28643-AD71-4FCC-BA28-BCD393FC14AE}" type="presParOf" srcId="{690700FF-92B7-4E6F-9300-1B65906FB6AE}" destId="{3C6F37AC-7BE4-4187-B40D-A1F511506230}"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A830C766-EC34-4CE8-A5B1-E03E88A1817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3BB7272-C1AF-4AAD-BEAF-E3AEF90DB535}">
      <dgm:prSet/>
      <dgm:spPr/>
      <dgm:t>
        <a:bodyPr/>
        <a:lstStyle/>
        <a:p>
          <a:r>
            <a:rPr lang="uk-UA" b="0" i="0"/>
            <a:t>обрання Президентом України В. Ющенка</a:t>
          </a:r>
          <a:endParaRPr lang="uk-UA"/>
        </a:p>
      </dgm:t>
    </dgm:pt>
    <dgm:pt modelId="{1FF1A53E-01BA-49F7-81AC-3ABAE862D341}" type="parTrans" cxnId="{9A328EC2-2CEB-43DD-AF1C-4DAD40EF3BD7}">
      <dgm:prSet/>
      <dgm:spPr/>
      <dgm:t>
        <a:bodyPr/>
        <a:lstStyle/>
        <a:p>
          <a:endParaRPr lang="uk-UA"/>
        </a:p>
      </dgm:t>
    </dgm:pt>
    <dgm:pt modelId="{4D7F8218-7DF4-41D0-89E8-5802377AD726}" type="sibTrans" cxnId="{9A328EC2-2CEB-43DD-AF1C-4DAD40EF3BD7}">
      <dgm:prSet/>
      <dgm:spPr/>
      <dgm:t>
        <a:bodyPr/>
        <a:lstStyle/>
        <a:p>
          <a:endParaRPr lang="uk-UA"/>
        </a:p>
      </dgm:t>
    </dgm:pt>
    <dgm:pt modelId="{E09B63C1-5CB2-4C9A-B498-30704C3EE0D0}">
      <dgm:prSet/>
      <dgm:spPr/>
      <dgm:t>
        <a:bodyPr/>
        <a:lstStyle/>
        <a:p>
          <a:r>
            <a:rPr lang="uk-UA" b="0" i="0"/>
            <a:t>створення передумов до виходу держави з економічної кризи</a:t>
          </a:r>
          <a:endParaRPr lang="uk-UA"/>
        </a:p>
      </dgm:t>
    </dgm:pt>
    <dgm:pt modelId="{AD1F281B-59C3-4605-A10D-8C7C90BD1852}" type="parTrans" cxnId="{A267587B-788A-4512-B3F6-5B0E4B7C81F8}">
      <dgm:prSet/>
      <dgm:spPr/>
      <dgm:t>
        <a:bodyPr/>
        <a:lstStyle/>
        <a:p>
          <a:endParaRPr lang="uk-UA"/>
        </a:p>
      </dgm:t>
    </dgm:pt>
    <dgm:pt modelId="{EDFBDC22-070B-45E6-A980-9A3D828D9C41}" type="sibTrans" cxnId="{A267587B-788A-4512-B3F6-5B0E4B7C81F8}">
      <dgm:prSet/>
      <dgm:spPr/>
      <dgm:t>
        <a:bodyPr/>
        <a:lstStyle/>
        <a:p>
          <a:endParaRPr lang="uk-UA"/>
        </a:p>
      </dgm:t>
    </dgm:pt>
    <dgm:pt modelId="{EF7F0807-3F89-4749-A583-B114E33B4B38}">
      <dgm:prSet/>
      <dgm:spPr/>
      <dgm:t>
        <a:bodyPr/>
        <a:lstStyle/>
        <a:p>
          <a:r>
            <a:rPr lang="uk-UA" b="0" i="0"/>
            <a:t>виникнення парламентської опозиції</a:t>
          </a:r>
          <a:endParaRPr lang="uk-UA"/>
        </a:p>
      </dgm:t>
    </dgm:pt>
    <dgm:pt modelId="{E36E6805-706E-4D16-ABE8-D09DE1C4DF0F}" type="parTrans" cxnId="{49F13047-D46B-4FDE-B03C-15F16830B665}">
      <dgm:prSet/>
      <dgm:spPr/>
      <dgm:t>
        <a:bodyPr/>
        <a:lstStyle/>
        <a:p>
          <a:endParaRPr lang="uk-UA"/>
        </a:p>
      </dgm:t>
    </dgm:pt>
    <dgm:pt modelId="{9248E262-1643-495F-BE72-82DBB8BEEBC0}" type="sibTrans" cxnId="{49F13047-D46B-4FDE-B03C-15F16830B665}">
      <dgm:prSet/>
      <dgm:spPr/>
      <dgm:t>
        <a:bodyPr/>
        <a:lstStyle/>
        <a:p>
          <a:endParaRPr lang="uk-UA"/>
        </a:p>
      </dgm:t>
    </dgm:pt>
    <dgm:pt modelId="{85DC8BE2-07DD-48B9-9770-08DB09210FDF}">
      <dgm:prSet/>
      <dgm:spPr/>
      <dgm:t>
        <a:bodyPr/>
        <a:lstStyle/>
        <a:p>
          <a:r>
            <a:rPr lang="uk-UA" b="0" i="0"/>
            <a:t>припинення існування Союзу Радянських Соціалістичних Республік</a:t>
          </a:r>
          <a:endParaRPr lang="uk-UA"/>
        </a:p>
      </dgm:t>
    </dgm:pt>
    <dgm:pt modelId="{38A20CB5-0A4A-4AFE-8695-E3D9D1E97B24}" type="parTrans" cxnId="{6ACE5DA5-2ACD-426D-8943-9EBB74FBADE6}">
      <dgm:prSet/>
      <dgm:spPr/>
      <dgm:t>
        <a:bodyPr/>
        <a:lstStyle/>
        <a:p>
          <a:endParaRPr lang="uk-UA"/>
        </a:p>
      </dgm:t>
    </dgm:pt>
    <dgm:pt modelId="{8DF32BD5-AFFB-4FCE-A392-E8EF16C27965}" type="sibTrans" cxnId="{6ACE5DA5-2ACD-426D-8943-9EBB74FBADE6}">
      <dgm:prSet/>
      <dgm:spPr/>
      <dgm:t>
        <a:bodyPr/>
        <a:lstStyle/>
        <a:p>
          <a:endParaRPr lang="uk-UA"/>
        </a:p>
      </dgm:t>
    </dgm:pt>
    <dgm:pt modelId="{46446FDA-A4AD-49EE-B898-9CAC86EA36E4}">
      <dgm:prSet/>
      <dgm:spPr/>
      <dgm:t>
        <a:bodyPr/>
        <a:lstStyle/>
        <a:p>
          <a:r>
            <a:rPr lang="uk-UA" b="0" i="0"/>
            <a:t>створення Автономної Республіки Крим</a:t>
          </a:r>
          <a:endParaRPr lang="uk-UA"/>
        </a:p>
      </dgm:t>
    </dgm:pt>
    <dgm:pt modelId="{6BD5EF37-26ED-442A-830C-FF17B2148629}" type="parTrans" cxnId="{81B11894-AD5C-4AF4-8BF3-A040D7E0F4A9}">
      <dgm:prSet/>
      <dgm:spPr/>
      <dgm:t>
        <a:bodyPr/>
        <a:lstStyle/>
        <a:p>
          <a:endParaRPr lang="uk-UA"/>
        </a:p>
      </dgm:t>
    </dgm:pt>
    <dgm:pt modelId="{7ED6F8EE-23C8-4669-954D-748B640915B2}" type="sibTrans" cxnId="{81B11894-AD5C-4AF4-8BF3-A040D7E0F4A9}">
      <dgm:prSet/>
      <dgm:spPr/>
      <dgm:t>
        <a:bodyPr/>
        <a:lstStyle/>
        <a:p>
          <a:endParaRPr lang="uk-UA"/>
        </a:p>
      </dgm:t>
    </dgm:pt>
    <dgm:pt modelId="{35D90FCC-79A0-41DC-89FE-969629857601}" type="pres">
      <dgm:prSet presAssocID="{A830C766-EC34-4CE8-A5B1-E03E88A18173}" presName="linear" presStyleCnt="0">
        <dgm:presLayoutVars>
          <dgm:animLvl val="lvl"/>
          <dgm:resizeHandles val="exact"/>
        </dgm:presLayoutVars>
      </dgm:prSet>
      <dgm:spPr/>
    </dgm:pt>
    <dgm:pt modelId="{15A5AD70-6E86-4AFB-8849-4BAE39026A70}" type="pres">
      <dgm:prSet presAssocID="{53BB7272-C1AF-4AAD-BEAF-E3AEF90DB535}" presName="parentText" presStyleLbl="node1" presStyleIdx="0" presStyleCnt="5">
        <dgm:presLayoutVars>
          <dgm:chMax val="0"/>
          <dgm:bulletEnabled val="1"/>
        </dgm:presLayoutVars>
      </dgm:prSet>
      <dgm:spPr/>
    </dgm:pt>
    <dgm:pt modelId="{B9E1E747-9C03-4A3B-B715-B470AB3290A1}" type="pres">
      <dgm:prSet presAssocID="{4D7F8218-7DF4-41D0-89E8-5802377AD726}" presName="spacer" presStyleCnt="0"/>
      <dgm:spPr/>
    </dgm:pt>
    <dgm:pt modelId="{6D8B5940-9855-4F93-BE9D-AD7AA45CF72F}" type="pres">
      <dgm:prSet presAssocID="{E09B63C1-5CB2-4C9A-B498-30704C3EE0D0}" presName="parentText" presStyleLbl="node1" presStyleIdx="1" presStyleCnt="5">
        <dgm:presLayoutVars>
          <dgm:chMax val="0"/>
          <dgm:bulletEnabled val="1"/>
        </dgm:presLayoutVars>
      </dgm:prSet>
      <dgm:spPr/>
    </dgm:pt>
    <dgm:pt modelId="{353FD024-8122-4F7D-B6DF-54636CF7268E}" type="pres">
      <dgm:prSet presAssocID="{EDFBDC22-070B-45E6-A980-9A3D828D9C41}" presName="spacer" presStyleCnt="0"/>
      <dgm:spPr/>
    </dgm:pt>
    <dgm:pt modelId="{24566D7E-2DB1-4A34-978B-77A1F7FF44D8}" type="pres">
      <dgm:prSet presAssocID="{EF7F0807-3F89-4749-A583-B114E33B4B38}" presName="parentText" presStyleLbl="node1" presStyleIdx="2" presStyleCnt="5">
        <dgm:presLayoutVars>
          <dgm:chMax val="0"/>
          <dgm:bulletEnabled val="1"/>
        </dgm:presLayoutVars>
      </dgm:prSet>
      <dgm:spPr/>
    </dgm:pt>
    <dgm:pt modelId="{48389513-E356-4E68-9042-4DC26F6959BF}" type="pres">
      <dgm:prSet presAssocID="{9248E262-1643-495F-BE72-82DBB8BEEBC0}" presName="spacer" presStyleCnt="0"/>
      <dgm:spPr/>
    </dgm:pt>
    <dgm:pt modelId="{935083F6-8FC9-415C-B614-F86C36928784}" type="pres">
      <dgm:prSet presAssocID="{85DC8BE2-07DD-48B9-9770-08DB09210FDF}" presName="parentText" presStyleLbl="node1" presStyleIdx="3" presStyleCnt="5">
        <dgm:presLayoutVars>
          <dgm:chMax val="0"/>
          <dgm:bulletEnabled val="1"/>
        </dgm:presLayoutVars>
      </dgm:prSet>
      <dgm:spPr/>
    </dgm:pt>
    <dgm:pt modelId="{640291CC-81FB-4619-9F65-227E573FB3B9}" type="pres">
      <dgm:prSet presAssocID="{8DF32BD5-AFFB-4FCE-A392-E8EF16C27965}" presName="spacer" presStyleCnt="0"/>
      <dgm:spPr/>
    </dgm:pt>
    <dgm:pt modelId="{BC09F66E-F386-4130-ADC2-00D1BF9E1BAA}" type="pres">
      <dgm:prSet presAssocID="{46446FDA-A4AD-49EE-B898-9CAC86EA36E4}" presName="parentText" presStyleLbl="node1" presStyleIdx="4" presStyleCnt="5">
        <dgm:presLayoutVars>
          <dgm:chMax val="0"/>
          <dgm:bulletEnabled val="1"/>
        </dgm:presLayoutVars>
      </dgm:prSet>
      <dgm:spPr/>
    </dgm:pt>
  </dgm:ptLst>
  <dgm:cxnLst>
    <dgm:cxn modelId="{6A769317-EC68-40F4-8012-1A38766759ED}" type="presOf" srcId="{E09B63C1-5CB2-4C9A-B498-30704C3EE0D0}" destId="{6D8B5940-9855-4F93-BE9D-AD7AA45CF72F}" srcOrd="0" destOrd="0" presId="urn:microsoft.com/office/officeart/2005/8/layout/vList2"/>
    <dgm:cxn modelId="{49F13047-D46B-4FDE-B03C-15F16830B665}" srcId="{A830C766-EC34-4CE8-A5B1-E03E88A18173}" destId="{EF7F0807-3F89-4749-A583-B114E33B4B38}" srcOrd="2" destOrd="0" parTransId="{E36E6805-706E-4D16-ABE8-D09DE1C4DF0F}" sibTransId="{9248E262-1643-495F-BE72-82DBB8BEEBC0}"/>
    <dgm:cxn modelId="{F070BB6F-7C1F-4D42-96D7-F488358AFD6A}" type="presOf" srcId="{EF7F0807-3F89-4749-A583-B114E33B4B38}" destId="{24566D7E-2DB1-4A34-978B-77A1F7FF44D8}" srcOrd="0" destOrd="0" presId="urn:microsoft.com/office/officeart/2005/8/layout/vList2"/>
    <dgm:cxn modelId="{63676050-94FA-4969-BF4A-A37194F11224}" type="presOf" srcId="{53BB7272-C1AF-4AAD-BEAF-E3AEF90DB535}" destId="{15A5AD70-6E86-4AFB-8849-4BAE39026A70}" srcOrd="0" destOrd="0" presId="urn:microsoft.com/office/officeart/2005/8/layout/vList2"/>
    <dgm:cxn modelId="{80381855-4E8B-42C8-9802-23CA68BF2466}" type="presOf" srcId="{85DC8BE2-07DD-48B9-9770-08DB09210FDF}" destId="{935083F6-8FC9-415C-B614-F86C36928784}" srcOrd="0" destOrd="0" presId="urn:microsoft.com/office/officeart/2005/8/layout/vList2"/>
    <dgm:cxn modelId="{A267587B-788A-4512-B3F6-5B0E4B7C81F8}" srcId="{A830C766-EC34-4CE8-A5B1-E03E88A18173}" destId="{E09B63C1-5CB2-4C9A-B498-30704C3EE0D0}" srcOrd="1" destOrd="0" parTransId="{AD1F281B-59C3-4605-A10D-8C7C90BD1852}" sibTransId="{EDFBDC22-070B-45E6-A980-9A3D828D9C41}"/>
    <dgm:cxn modelId="{3F03598E-2350-410D-ABA0-6755A93914D3}" type="presOf" srcId="{A830C766-EC34-4CE8-A5B1-E03E88A18173}" destId="{35D90FCC-79A0-41DC-89FE-969629857601}" srcOrd="0" destOrd="0" presId="urn:microsoft.com/office/officeart/2005/8/layout/vList2"/>
    <dgm:cxn modelId="{81B11894-AD5C-4AF4-8BF3-A040D7E0F4A9}" srcId="{A830C766-EC34-4CE8-A5B1-E03E88A18173}" destId="{46446FDA-A4AD-49EE-B898-9CAC86EA36E4}" srcOrd="4" destOrd="0" parTransId="{6BD5EF37-26ED-442A-830C-FF17B2148629}" sibTransId="{7ED6F8EE-23C8-4669-954D-748B640915B2}"/>
    <dgm:cxn modelId="{6ACE5DA5-2ACD-426D-8943-9EBB74FBADE6}" srcId="{A830C766-EC34-4CE8-A5B1-E03E88A18173}" destId="{85DC8BE2-07DD-48B9-9770-08DB09210FDF}" srcOrd="3" destOrd="0" parTransId="{38A20CB5-0A4A-4AFE-8695-E3D9D1E97B24}" sibTransId="{8DF32BD5-AFFB-4FCE-A392-E8EF16C27965}"/>
    <dgm:cxn modelId="{9A328EC2-2CEB-43DD-AF1C-4DAD40EF3BD7}" srcId="{A830C766-EC34-4CE8-A5B1-E03E88A18173}" destId="{53BB7272-C1AF-4AAD-BEAF-E3AEF90DB535}" srcOrd="0" destOrd="0" parTransId="{1FF1A53E-01BA-49F7-81AC-3ABAE862D341}" sibTransId="{4D7F8218-7DF4-41D0-89E8-5802377AD726}"/>
    <dgm:cxn modelId="{C9F50FFE-9A5D-438F-8EFD-6D48DB4FADE4}" type="presOf" srcId="{46446FDA-A4AD-49EE-B898-9CAC86EA36E4}" destId="{BC09F66E-F386-4130-ADC2-00D1BF9E1BAA}" srcOrd="0" destOrd="0" presId="urn:microsoft.com/office/officeart/2005/8/layout/vList2"/>
    <dgm:cxn modelId="{8547690F-81E1-4D3D-B791-8B2246A13D31}" type="presParOf" srcId="{35D90FCC-79A0-41DC-89FE-969629857601}" destId="{15A5AD70-6E86-4AFB-8849-4BAE39026A70}" srcOrd="0" destOrd="0" presId="urn:microsoft.com/office/officeart/2005/8/layout/vList2"/>
    <dgm:cxn modelId="{A2406D6F-21A4-4410-BB4F-70117277456E}" type="presParOf" srcId="{35D90FCC-79A0-41DC-89FE-969629857601}" destId="{B9E1E747-9C03-4A3B-B715-B470AB3290A1}" srcOrd="1" destOrd="0" presId="urn:microsoft.com/office/officeart/2005/8/layout/vList2"/>
    <dgm:cxn modelId="{32211D24-7002-4D13-8082-FB8A8A2799EB}" type="presParOf" srcId="{35D90FCC-79A0-41DC-89FE-969629857601}" destId="{6D8B5940-9855-4F93-BE9D-AD7AA45CF72F}" srcOrd="2" destOrd="0" presId="urn:microsoft.com/office/officeart/2005/8/layout/vList2"/>
    <dgm:cxn modelId="{1C536D7D-C81C-4EBB-B11C-D4F0CF321B0C}" type="presParOf" srcId="{35D90FCC-79A0-41DC-89FE-969629857601}" destId="{353FD024-8122-4F7D-B6DF-54636CF7268E}" srcOrd="3" destOrd="0" presId="urn:microsoft.com/office/officeart/2005/8/layout/vList2"/>
    <dgm:cxn modelId="{CF318C69-61CA-410D-B4AB-AE4F17CEFBCC}" type="presParOf" srcId="{35D90FCC-79A0-41DC-89FE-969629857601}" destId="{24566D7E-2DB1-4A34-978B-77A1F7FF44D8}" srcOrd="4" destOrd="0" presId="urn:microsoft.com/office/officeart/2005/8/layout/vList2"/>
    <dgm:cxn modelId="{84F3BFB4-62D8-4B3C-BCBC-1308990D456E}" type="presParOf" srcId="{35D90FCC-79A0-41DC-89FE-969629857601}" destId="{48389513-E356-4E68-9042-4DC26F6959BF}" srcOrd="5" destOrd="0" presId="urn:microsoft.com/office/officeart/2005/8/layout/vList2"/>
    <dgm:cxn modelId="{9183008F-05CA-44CE-AC51-33148D2E65EE}" type="presParOf" srcId="{35D90FCC-79A0-41DC-89FE-969629857601}" destId="{935083F6-8FC9-415C-B614-F86C36928784}" srcOrd="6" destOrd="0" presId="urn:microsoft.com/office/officeart/2005/8/layout/vList2"/>
    <dgm:cxn modelId="{2A45DFBE-ABC7-446D-B299-DE7CEC94CE21}" type="presParOf" srcId="{35D90FCC-79A0-41DC-89FE-969629857601}" destId="{640291CC-81FB-4619-9F65-227E573FB3B9}" srcOrd="7" destOrd="0" presId="urn:microsoft.com/office/officeart/2005/8/layout/vList2"/>
    <dgm:cxn modelId="{94A16515-1452-493F-8EAA-75929E2DF55A}" type="presParOf" srcId="{35D90FCC-79A0-41DC-89FE-969629857601}" destId="{BC09F66E-F386-4130-ADC2-00D1BF9E1BAA}"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9B19A733-CDC1-4F25-BA12-2B4AF3ABB27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7F3239-FBA4-4C9A-9A91-8F9B4093B86D}">
      <dgm:prSet/>
      <dgm:spPr/>
      <dgm:t>
        <a:bodyPr/>
        <a:lstStyle/>
        <a:p>
          <a:r>
            <a:rPr lang="ru-RU" b="0" i="0"/>
            <a:t>участь українських підрозділів у миротворчих операціях</a:t>
          </a:r>
          <a:endParaRPr lang="uk-UA"/>
        </a:p>
      </dgm:t>
    </dgm:pt>
    <dgm:pt modelId="{C7078EC9-260C-4C24-AF55-D29528B63D5C}" type="parTrans" cxnId="{BA5C0D8D-D719-4344-BBF9-D505E26C422A}">
      <dgm:prSet/>
      <dgm:spPr/>
      <dgm:t>
        <a:bodyPr/>
        <a:lstStyle/>
        <a:p>
          <a:endParaRPr lang="uk-UA"/>
        </a:p>
      </dgm:t>
    </dgm:pt>
    <dgm:pt modelId="{FFF2B697-79E1-4320-B5BE-3C99E9DF8664}" type="sibTrans" cxnId="{BA5C0D8D-D719-4344-BBF9-D505E26C422A}">
      <dgm:prSet/>
      <dgm:spPr/>
      <dgm:t>
        <a:bodyPr/>
        <a:lstStyle/>
        <a:p>
          <a:endParaRPr lang="uk-UA"/>
        </a:p>
      </dgm:t>
    </dgm:pt>
    <dgm:pt modelId="{74571BCE-4076-46D2-B44D-4976CD6901F3}">
      <dgm:prSet/>
      <dgm:spPr/>
      <dgm:t>
        <a:bodyPr/>
        <a:lstStyle/>
        <a:p>
          <a:r>
            <a:rPr lang="ru-RU" b="0" i="0"/>
            <a:t>приєднання до програми «Партнерство заради миру»</a:t>
          </a:r>
          <a:endParaRPr lang="uk-UA"/>
        </a:p>
      </dgm:t>
    </dgm:pt>
    <dgm:pt modelId="{53F7F812-BEFB-4704-BBED-59763A36E9FE}" type="parTrans" cxnId="{2D861525-D13F-4627-ABB1-B9DEEE6746AA}">
      <dgm:prSet/>
      <dgm:spPr/>
      <dgm:t>
        <a:bodyPr/>
        <a:lstStyle/>
        <a:p>
          <a:endParaRPr lang="uk-UA"/>
        </a:p>
      </dgm:t>
    </dgm:pt>
    <dgm:pt modelId="{0E732126-1414-407B-A7E7-F0D2DEE10D04}" type="sibTrans" cxnId="{2D861525-D13F-4627-ABB1-B9DEEE6746AA}">
      <dgm:prSet/>
      <dgm:spPr/>
      <dgm:t>
        <a:bodyPr/>
        <a:lstStyle/>
        <a:p>
          <a:endParaRPr lang="uk-UA"/>
        </a:p>
      </dgm:t>
    </dgm:pt>
    <dgm:pt modelId="{F0684E8F-3C01-4756-A4B5-A8265FDB5F0F}">
      <dgm:prSet/>
      <dgm:spPr/>
      <dgm:t>
        <a:bodyPr/>
        <a:lstStyle/>
        <a:p>
          <a:r>
            <a:rPr lang="ru-RU" b="0" i="0"/>
            <a:t>проголошення без’ядерного статусу держави</a:t>
          </a:r>
          <a:endParaRPr lang="uk-UA"/>
        </a:p>
      </dgm:t>
    </dgm:pt>
    <dgm:pt modelId="{376D03A4-389D-40D0-9ACA-11F55D0C0E01}" type="parTrans" cxnId="{767FF0D5-0D0A-4D7E-AE5F-AB79F117DEC4}">
      <dgm:prSet/>
      <dgm:spPr/>
      <dgm:t>
        <a:bodyPr/>
        <a:lstStyle/>
        <a:p>
          <a:endParaRPr lang="uk-UA"/>
        </a:p>
      </dgm:t>
    </dgm:pt>
    <dgm:pt modelId="{09F16784-13BF-49CD-9597-A9056572ADA0}" type="sibTrans" cxnId="{767FF0D5-0D0A-4D7E-AE5F-AB79F117DEC4}">
      <dgm:prSet/>
      <dgm:spPr/>
      <dgm:t>
        <a:bodyPr/>
        <a:lstStyle/>
        <a:p>
          <a:endParaRPr lang="uk-UA"/>
        </a:p>
      </dgm:t>
    </dgm:pt>
    <dgm:pt modelId="{98B3E19D-D68A-4647-A39E-F7487DEA2909}">
      <dgm:prSet/>
      <dgm:spPr/>
      <dgm:t>
        <a:bodyPr/>
        <a:lstStyle/>
        <a:p>
          <a:r>
            <a:rPr lang="ru-RU" b="0" i="0"/>
            <a:t>розміщення на своїй території іноземних військових баз</a:t>
          </a:r>
          <a:endParaRPr lang="uk-UA"/>
        </a:p>
      </dgm:t>
    </dgm:pt>
    <dgm:pt modelId="{2108514A-A2F5-4C19-A4A3-DBCBB43DB41B}" type="parTrans" cxnId="{EBC4A85F-8FB1-43DA-81CB-CA27AAC6DC5E}">
      <dgm:prSet/>
      <dgm:spPr/>
      <dgm:t>
        <a:bodyPr/>
        <a:lstStyle/>
        <a:p>
          <a:endParaRPr lang="uk-UA"/>
        </a:p>
      </dgm:t>
    </dgm:pt>
    <dgm:pt modelId="{11C87DEF-7154-48AE-A9C7-46DBFA23559A}" type="sibTrans" cxnId="{EBC4A85F-8FB1-43DA-81CB-CA27AAC6DC5E}">
      <dgm:prSet/>
      <dgm:spPr/>
      <dgm:t>
        <a:bodyPr/>
        <a:lstStyle/>
        <a:p>
          <a:endParaRPr lang="uk-UA"/>
        </a:p>
      </dgm:t>
    </dgm:pt>
    <dgm:pt modelId="{282766B9-5FB4-4918-8816-411E16C7B2A2}" type="pres">
      <dgm:prSet presAssocID="{9B19A733-CDC1-4F25-BA12-2B4AF3ABB27E}" presName="linear" presStyleCnt="0">
        <dgm:presLayoutVars>
          <dgm:animLvl val="lvl"/>
          <dgm:resizeHandles val="exact"/>
        </dgm:presLayoutVars>
      </dgm:prSet>
      <dgm:spPr/>
    </dgm:pt>
    <dgm:pt modelId="{89E6FFE0-9223-4D8F-A001-9845430F08FB}" type="pres">
      <dgm:prSet presAssocID="{887F3239-FBA4-4C9A-9A91-8F9B4093B86D}" presName="parentText" presStyleLbl="node1" presStyleIdx="0" presStyleCnt="4">
        <dgm:presLayoutVars>
          <dgm:chMax val="0"/>
          <dgm:bulletEnabled val="1"/>
        </dgm:presLayoutVars>
      </dgm:prSet>
      <dgm:spPr/>
    </dgm:pt>
    <dgm:pt modelId="{44A9A666-0917-4899-A41F-5C4BF9F325B1}" type="pres">
      <dgm:prSet presAssocID="{FFF2B697-79E1-4320-B5BE-3C99E9DF8664}" presName="spacer" presStyleCnt="0"/>
      <dgm:spPr/>
    </dgm:pt>
    <dgm:pt modelId="{56B0B3B0-CDF4-4E4C-AF45-59F405A6B198}" type="pres">
      <dgm:prSet presAssocID="{74571BCE-4076-46D2-B44D-4976CD6901F3}" presName="parentText" presStyleLbl="node1" presStyleIdx="1" presStyleCnt="4">
        <dgm:presLayoutVars>
          <dgm:chMax val="0"/>
          <dgm:bulletEnabled val="1"/>
        </dgm:presLayoutVars>
      </dgm:prSet>
      <dgm:spPr/>
    </dgm:pt>
    <dgm:pt modelId="{51832876-6E6F-43ED-B66B-A151454CD081}" type="pres">
      <dgm:prSet presAssocID="{0E732126-1414-407B-A7E7-F0D2DEE10D04}" presName="spacer" presStyleCnt="0"/>
      <dgm:spPr/>
    </dgm:pt>
    <dgm:pt modelId="{F992A687-BBE9-4022-BB8C-6B4C2D9C3567}" type="pres">
      <dgm:prSet presAssocID="{F0684E8F-3C01-4756-A4B5-A8265FDB5F0F}" presName="parentText" presStyleLbl="node1" presStyleIdx="2" presStyleCnt="4">
        <dgm:presLayoutVars>
          <dgm:chMax val="0"/>
          <dgm:bulletEnabled val="1"/>
        </dgm:presLayoutVars>
      </dgm:prSet>
      <dgm:spPr/>
    </dgm:pt>
    <dgm:pt modelId="{26800D31-BB94-4EA9-AB4A-C6188EE15312}" type="pres">
      <dgm:prSet presAssocID="{09F16784-13BF-49CD-9597-A9056572ADA0}" presName="spacer" presStyleCnt="0"/>
      <dgm:spPr/>
    </dgm:pt>
    <dgm:pt modelId="{6551403D-F42A-445D-AE55-4514989FFA3A}" type="pres">
      <dgm:prSet presAssocID="{98B3E19D-D68A-4647-A39E-F7487DEA2909}" presName="parentText" presStyleLbl="node1" presStyleIdx="3" presStyleCnt="4">
        <dgm:presLayoutVars>
          <dgm:chMax val="0"/>
          <dgm:bulletEnabled val="1"/>
        </dgm:presLayoutVars>
      </dgm:prSet>
      <dgm:spPr/>
    </dgm:pt>
  </dgm:ptLst>
  <dgm:cxnLst>
    <dgm:cxn modelId="{CB1F1C0B-6BB3-4711-B488-D1A7FAB418DE}" type="presOf" srcId="{F0684E8F-3C01-4756-A4B5-A8265FDB5F0F}" destId="{F992A687-BBE9-4022-BB8C-6B4C2D9C3567}" srcOrd="0" destOrd="0" presId="urn:microsoft.com/office/officeart/2005/8/layout/vList2"/>
    <dgm:cxn modelId="{2D861525-D13F-4627-ABB1-B9DEEE6746AA}" srcId="{9B19A733-CDC1-4F25-BA12-2B4AF3ABB27E}" destId="{74571BCE-4076-46D2-B44D-4976CD6901F3}" srcOrd="1" destOrd="0" parTransId="{53F7F812-BEFB-4704-BBED-59763A36E9FE}" sibTransId="{0E732126-1414-407B-A7E7-F0D2DEE10D04}"/>
    <dgm:cxn modelId="{5F5F3125-FB14-4F49-89DA-1B70CFD37131}" type="presOf" srcId="{74571BCE-4076-46D2-B44D-4976CD6901F3}" destId="{56B0B3B0-CDF4-4E4C-AF45-59F405A6B198}" srcOrd="0" destOrd="0" presId="urn:microsoft.com/office/officeart/2005/8/layout/vList2"/>
    <dgm:cxn modelId="{0EA9C93A-733F-446E-8D1E-AE6E8CF7DA82}" type="presOf" srcId="{98B3E19D-D68A-4647-A39E-F7487DEA2909}" destId="{6551403D-F42A-445D-AE55-4514989FFA3A}" srcOrd="0" destOrd="0" presId="urn:microsoft.com/office/officeart/2005/8/layout/vList2"/>
    <dgm:cxn modelId="{EBC4A85F-8FB1-43DA-81CB-CA27AAC6DC5E}" srcId="{9B19A733-CDC1-4F25-BA12-2B4AF3ABB27E}" destId="{98B3E19D-D68A-4647-A39E-F7487DEA2909}" srcOrd="3" destOrd="0" parTransId="{2108514A-A2F5-4C19-A4A3-DBCBB43DB41B}" sibTransId="{11C87DEF-7154-48AE-A9C7-46DBFA23559A}"/>
    <dgm:cxn modelId="{C746ED4F-4A78-4C8A-844F-7F50982150F2}" type="presOf" srcId="{887F3239-FBA4-4C9A-9A91-8F9B4093B86D}" destId="{89E6FFE0-9223-4D8F-A001-9845430F08FB}" srcOrd="0" destOrd="0" presId="urn:microsoft.com/office/officeart/2005/8/layout/vList2"/>
    <dgm:cxn modelId="{BA5C0D8D-D719-4344-BBF9-D505E26C422A}" srcId="{9B19A733-CDC1-4F25-BA12-2B4AF3ABB27E}" destId="{887F3239-FBA4-4C9A-9A91-8F9B4093B86D}" srcOrd="0" destOrd="0" parTransId="{C7078EC9-260C-4C24-AF55-D29528B63D5C}" sibTransId="{FFF2B697-79E1-4320-B5BE-3C99E9DF8664}"/>
    <dgm:cxn modelId="{1E0CE6BD-4D6A-453D-81FA-6FE6F50FE348}" type="presOf" srcId="{9B19A733-CDC1-4F25-BA12-2B4AF3ABB27E}" destId="{282766B9-5FB4-4918-8816-411E16C7B2A2}" srcOrd="0" destOrd="0" presId="urn:microsoft.com/office/officeart/2005/8/layout/vList2"/>
    <dgm:cxn modelId="{767FF0D5-0D0A-4D7E-AE5F-AB79F117DEC4}" srcId="{9B19A733-CDC1-4F25-BA12-2B4AF3ABB27E}" destId="{F0684E8F-3C01-4756-A4B5-A8265FDB5F0F}" srcOrd="2" destOrd="0" parTransId="{376D03A4-389D-40D0-9ACA-11F55D0C0E01}" sibTransId="{09F16784-13BF-49CD-9597-A9056572ADA0}"/>
    <dgm:cxn modelId="{B0AF08F4-C633-456B-AFF2-832333EFD3DD}" type="presParOf" srcId="{282766B9-5FB4-4918-8816-411E16C7B2A2}" destId="{89E6FFE0-9223-4D8F-A001-9845430F08FB}" srcOrd="0" destOrd="0" presId="urn:microsoft.com/office/officeart/2005/8/layout/vList2"/>
    <dgm:cxn modelId="{A8495B48-AD4E-43C8-856B-8E8D3867B35F}" type="presParOf" srcId="{282766B9-5FB4-4918-8816-411E16C7B2A2}" destId="{44A9A666-0917-4899-A41F-5C4BF9F325B1}" srcOrd="1" destOrd="0" presId="urn:microsoft.com/office/officeart/2005/8/layout/vList2"/>
    <dgm:cxn modelId="{C35B078E-8104-4374-9796-65356FF1807B}" type="presParOf" srcId="{282766B9-5FB4-4918-8816-411E16C7B2A2}" destId="{56B0B3B0-CDF4-4E4C-AF45-59F405A6B198}" srcOrd="2" destOrd="0" presId="urn:microsoft.com/office/officeart/2005/8/layout/vList2"/>
    <dgm:cxn modelId="{D3800096-3FDC-4DAC-8E8A-BD193F8FB6C9}" type="presParOf" srcId="{282766B9-5FB4-4918-8816-411E16C7B2A2}" destId="{51832876-6E6F-43ED-B66B-A151454CD081}" srcOrd="3" destOrd="0" presId="urn:microsoft.com/office/officeart/2005/8/layout/vList2"/>
    <dgm:cxn modelId="{C6D0B236-6A9A-44DD-A65D-01A10463DD7E}" type="presParOf" srcId="{282766B9-5FB4-4918-8816-411E16C7B2A2}" destId="{F992A687-BBE9-4022-BB8C-6B4C2D9C3567}" srcOrd="4" destOrd="0" presId="urn:microsoft.com/office/officeart/2005/8/layout/vList2"/>
    <dgm:cxn modelId="{54A07BC2-1DC7-4B37-BAD0-0B757EAECB84}" type="presParOf" srcId="{282766B9-5FB4-4918-8816-411E16C7B2A2}" destId="{26800D31-BB94-4EA9-AB4A-C6188EE15312}" srcOrd="5" destOrd="0" presId="urn:microsoft.com/office/officeart/2005/8/layout/vList2"/>
    <dgm:cxn modelId="{0E628FCE-56AC-4564-AEDF-A40F22156889}" type="presParOf" srcId="{282766B9-5FB4-4918-8816-411E16C7B2A2}" destId="{6551403D-F42A-445D-AE55-4514989FFA3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4E28D9AD-2D1B-4DAB-8204-90226761BAB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1BC3C18-37E0-4F1F-83CE-C0EFD937B66A}">
      <dgm:prSet/>
      <dgm:spPr/>
      <dgm:t>
        <a:bodyPr/>
        <a:lstStyle/>
        <a:p>
          <a:r>
            <a:rPr lang="uk-UA" b="0" i="0"/>
            <a:t>«тінізацію» економічної діяльності</a:t>
          </a:r>
          <a:endParaRPr lang="uk-UA"/>
        </a:p>
      </dgm:t>
    </dgm:pt>
    <dgm:pt modelId="{C72E7970-EE96-4471-86D3-F6FB6EAFFDEB}" type="parTrans" cxnId="{37CFEF8B-4693-488E-A115-7656CD95DCD6}">
      <dgm:prSet/>
      <dgm:spPr/>
      <dgm:t>
        <a:bodyPr/>
        <a:lstStyle/>
        <a:p>
          <a:endParaRPr lang="uk-UA"/>
        </a:p>
      </dgm:t>
    </dgm:pt>
    <dgm:pt modelId="{8AC598B0-A9D9-47BE-AF25-0BC72B881C9E}" type="sibTrans" cxnId="{37CFEF8B-4693-488E-A115-7656CD95DCD6}">
      <dgm:prSet/>
      <dgm:spPr/>
      <dgm:t>
        <a:bodyPr/>
        <a:lstStyle/>
        <a:p>
          <a:endParaRPr lang="uk-UA"/>
        </a:p>
      </dgm:t>
    </dgm:pt>
    <dgm:pt modelId="{5DE1A1F6-6B9F-4B26-BD7E-207679C6C584}">
      <dgm:prSet/>
      <dgm:spPr/>
      <dgm:t>
        <a:bodyPr/>
        <a:lstStyle/>
        <a:p>
          <a:r>
            <a:rPr lang="uk-UA" b="0" i="0"/>
            <a:t>кризу фінансової та банківської систем</a:t>
          </a:r>
          <a:endParaRPr lang="uk-UA"/>
        </a:p>
      </dgm:t>
    </dgm:pt>
    <dgm:pt modelId="{B4AC8FDA-6DB6-415F-8106-F3F07036ABB0}" type="parTrans" cxnId="{C8E16F4E-5534-41AA-A769-FFB236A266E8}">
      <dgm:prSet/>
      <dgm:spPr/>
      <dgm:t>
        <a:bodyPr/>
        <a:lstStyle/>
        <a:p>
          <a:endParaRPr lang="uk-UA"/>
        </a:p>
      </dgm:t>
    </dgm:pt>
    <dgm:pt modelId="{BE754C3D-35B3-4EC5-8F01-BA280A3480B6}" type="sibTrans" cxnId="{C8E16F4E-5534-41AA-A769-FFB236A266E8}">
      <dgm:prSet/>
      <dgm:spPr/>
      <dgm:t>
        <a:bodyPr/>
        <a:lstStyle/>
        <a:p>
          <a:endParaRPr lang="uk-UA"/>
        </a:p>
      </dgm:t>
    </dgm:pt>
    <dgm:pt modelId="{A0B4AE85-E632-43C0-820C-344630536E54}">
      <dgm:prSet/>
      <dgm:spPr/>
      <dgm:t>
        <a:bodyPr/>
        <a:lstStyle/>
        <a:p>
          <a:r>
            <a:rPr lang="uk-UA" b="0" i="0"/>
            <a:t>бюрократизацію апарату державного управління</a:t>
          </a:r>
          <a:endParaRPr lang="uk-UA"/>
        </a:p>
      </dgm:t>
    </dgm:pt>
    <dgm:pt modelId="{C8F22D03-1E9D-4274-A425-EB3628B7A739}" type="parTrans" cxnId="{16F7BF3C-844C-4A11-B725-FDB0311ACF0E}">
      <dgm:prSet/>
      <dgm:spPr/>
      <dgm:t>
        <a:bodyPr/>
        <a:lstStyle/>
        <a:p>
          <a:endParaRPr lang="uk-UA"/>
        </a:p>
      </dgm:t>
    </dgm:pt>
    <dgm:pt modelId="{B73B3E45-607E-4FE1-ABE3-3ABCFCB05A35}" type="sibTrans" cxnId="{16F7BF3C-844C-4A11-B725-FDB0311ACF0E}">
      <dgm:prSet/>
      <dgm:spPr/>
      <dgm:t>
        <a:bodyPr/>
        <a:lstStyle/>
        <a:p>
          <a:endParaRPr lang="uk-UA"/>
        </a:p>
      </dgm:t>
    </dgm:pt>
    <dgm:pt modelId="{3DE6A919-7BB4-4B59-B9EC-3EDA1A7DE70E}">
      <dgm:prSet/>
      <dgm:spPr/>
      <dgm:t>
        <a:bodyPr/>
        <a:lstStyle/>
        <a:p>
          <a:r>
            <a:rPr lang="uk-UA" b="0" i="0"/>
            <a:t>корумпованість системи органів державної влади</a:t>
          </a:r>
          <a:endParaRPr lang="uk-UA"/>
        </a:p>
      </dgm:t>
    </dgm:pt>
    <dgm:pt modelId="{F44EF32E-8D06-4657-8CF3-E8E023A135E7}" type="parTrans" cxnId="{4DD85C4B-D8A6-4ECF-A4A1-F2A9166F0281}">
      <dgm:prSet/>
      <dgm:spPr/>
      <dgm:t>
        <a:bodyPr/>
        <a:lstStyle/>
        <a:p>
          <a:endParaRPr lang="uk-UA"/>
        </a:p>
      </dgm:t>
    </dgm:pt>
    <dgm:pt modelId="{1B4DE45E-270A-4BCB-A2A8-9D0E9388B38F}" type="sibTrans" cxnId="{4DD85C4B-D8A6-4ECF-A4A1-F2A9166F0281}">
      <dgm:prSet/>
      <dgm:spPr/>
      <dgm:t>
        <a:bodyPr/>
        <a:lstStyle/>
        <a:p>
          <a:endParaRPr lang="uk-UA"/>
        </a:p>
      </dgm:t>
    </dgm:pt>
    <dgm:pt modelId="{FA9998A9-8EBD-4196-B1FF-451861917F82}" type="pres">
      <dgm:prSet presAssocID="{4E28D9AD-2D1B-4DAB-8204-90226761BABF}" presName="linear" presStyleCnt="0">
        <dgm:presLayoutVars>
          <dgm:animLvl val="lvl"/>
          <dgm:resizeHandles val="exact"/>
        </dgm:presLayoutVars>
      </dgm:prSet>
      <dgm:spPr/>
    </dgm:pt>
    <dgm:pt modelId="{748AAB53-F107-4852-80FF-8D9CE82053CA}" type="pres">
      <dgm:prSet presAssocID="{A1BC3C18-37E0-4F1F-83CE-C0EFD937B66A}" presName="parentText" presStyleLbl="node1" presStyleIdx="0" presStyleCnt="4">
        <dgm:presLayoutVars>
          <dgm:chMax val="0"/>
          <dgm:bulletEnabled val="1"/>
        </dgm:presLayoutVars>
      </dgm:prSet>
      <dgm:spPr/>
    </dgm:pt>
    <dgm:pt modelId="{CC9F7620-048D-4CD4-AC90-3128589A7D96}" type="pres">
      <dgm:prSet presAssocID="{8AC598B0-A9D9-47BE-AF25-0BC72B881C9E}" presName="spacer" presStyleCnt="0"/>
      <dgm:spPr/>
    </dgm:pt>
    <dgm:pt modelId="{F9929916-0562-4702-8897-6628A2170230}" type="pres">
      <dgm:prSet presAssocID="{5DE1A1F6-6B9F-4B26-BD7E-207679C6C584}" presName="parentText" presStyleLbl="node1" presStyleIdx="1" presStyleCnt="4">
        <dgm:presLayoutVars>
          <dgm:chMax val="0"/>
          <dgm:bulletEnabled val="1"/>
        </dgm:presLayoutVars>
      </dgm:prSet>
      <dgm:spPr/>
    </dgm:pt>
    <dgm:pt modelId="{3EF25E0F-4DB0-487D-BB3F-842FE3CF8256}" type="pres">
      <dgm:prSet presAssocID="{BE754C3D-35B3-4EC5-8F01-BA280A3480B6}" presName="spacer" presStyleCnt="0"/>
      <dgm:spPr/>
    </dgm:pt>
    <dgm:pt modelId="{A0585969-D0E9-4F88-8E67-A1A878D66A9E}" type="pres">
      <dgm:prSet presAssocID="{A0B4AE85-E632-43C0-820C-344630536E54}" presName="parentText" presStyleLbl="node1" presStyleIdx="2" presStyleCnt="4">
        <dgm:presLayoutVars>
          <dgm:chMax val="0"/>
          <dgm:bulletEnabled val="1"/>
        </dgm:presLayoutVars>
      </dgm:prSet>
      <dgm:spPr/>
    </dgm:pt>
    <dgm:pt modelId="{76D41105-A3C8-4617-A417-B1DAD1DD954C}" type="pres">
      <dgm:prSet presAssocID="{B73B3E45-607E-4FE1-ABE3-3ABCFCB05A35}" presName="spacer" presStyleCnt="0"/>
      <dgm:spPr/>
    </dgm:pt>
    <dgm:pt modelId="{8396F3AD-A083-4E17-9B3D-B090A17647E2}" type="pres">
      <dgm:prSet presAssocID="{3DE6A919-7BB4-4B59-B9EC-3EDA1A7DE70E}" presName="parentText" presStyleLbl="node1" presStyleIdx="3" presStyleCnt="4">
        <dgm:presLayoutVars>
          <dgm:chMax val="0"/>
          <dgm:bulletEnabled val="1"/>
        </dgm:presLayoutVars>
      </dgm:prSet>
      <dgm:spPr/>
    </dgm:pt>
  </dgm:ptLst>
  <dgm:cxnLst>
    <dgm:cxn modelId="{16F7BF3C-844C-4A11-B725-FDB0311ACF0E}" srcId="{4E28D9AD-2D1B-4DAB-8204-90226761BABF}" destId="{A0B4AE85-E632-43C0-820C-344630536E54}" srcOrd="2" destOrd="0" parTransId="{C8F22D03-1E9D-4274-A425-EB3628B7A739}" sibTransId="{B73B3E45-607E-4FE1-ABE3-3ABCFCB05A35}"/>
    <dgm:cxn modelId="{CC69F65B-F260-4684-A7A6-2FEAB0F76206}" type="presOf" srcId="{4E28D9AD-2D1B-4DAB-8204-90226761BABF}" destId="{FA9998A9-8EBD-4196-B1FF-451861917F82}" srcOrd="0" destOrd="0" presId="urn:microsoft.com/office/officeart/2005/8/layout/vList2"/>
    <dgm:cxn modelId="{4DD85C4B-D8A6-4ECF-A4A1-F2A9166F0281}" srcId="{4E28D9AD-2D1B-4DAB-8204-90226761BABF}" destId="{3DE6A919-7BB4-4B59-B9EC-3EDA1A7DE70E}" srcOrd="3" destOrd="0" parTransId="{F44EF32E-8D06-4657-8CF3-E8E023A135E7}" sibTransId="{1B4DE45E-270A-4BCB-A2A8-9D0E9388B38F}"/>
    <dgm:cxn modelId="{C8E16F4E-5534-41AA-A769-FFB236A266E8}" srcId="{4E28D9AD-2D1B-4DAB-8204-90226761BABF}" destId="{5DE1A1F6-6B9F-4B26-BD7E-207679C6C584}" srcOrd="1" destOrd="0" parTransId="{B4AC8FDA-6DB6-415F-8106-F3F07036ABB0}" sibTransId="{BE754C3D-35B3-4EC5-8F01-BA280A3480B6}"/>
    <dgm:cxn modelId="{097AD554-667D-459D-8572-00BACC6A4B91}" type="presOf" srcId="{3DE6A919-7BB4-4B59-B9EC-3EDA1A7DE70E}" destId="{8396F3AD-A083-4E17-9B3D-B090A17647E2}" srcOrd="0" destOrd="0" presId="urn:microsoft.com/office/officeart/2005/8/layout/vList2"/>
    <dgm:cxn modelId="{37CFEF8B-4693-488E-A115-7656CD95DCD6}" srcId="{4E28D9AD-2D1B-4DAB-8204-90226761BABF}" destId="{A1BC3C18-37E0-4F1F-83CE-C0EFD937B66A}" srcOrd="0" destOrd="0" parTransId="{C72E7970-EE96-4471-86D3-F6FB6EAFFDEB}" sibTransId="{8AC598B0-A9D9-47BE-AF25-0BC72B881C9E}"/>
    <dgm:cxn modelId="{C6891992-FFFF-45C9-8049-A1ACB9B35D81}" type="presOf" srcId="{A1BC3C18-37E0-4F1F-83CE-C0EFD937B66A}" destId="{748AAB53-F107-4852-80FF-8D9CE82053CA}" srcOrd="0" destOrd="0" presId="urn:microsoft.com/office/officeart/2005/8/layout/vList2"/>
    <dgm:cxn modelId="{B62EE1F3-3B96-4E12-8D6B-2017904BE4B2}" type="presOf" srcId="{A0B4AE85-E632-43C0-820C-344630536E54}" destId="{A0585969-D0E9-4F88-8E67-A1A878D66A9E}" srcOrd="0" destOrd="0" presId="urn:microsoft.com/office/officeart/2005/8/layout/vList2"/>
    <dgm:cxn modelId="{62036DFC-214B-4744-9BBB-6E016BA8EBDA}" type="presOf" srcId="{5DE1A1F6-6B9F-4B26-BD7E-207679C6C584}" destId="{F9929916-0562-4702-8897-6628A2170230}" srcOrd="0" destOrd="0" presId="urn:microsoft.com/office/officeart/2005/8/layout/vList2"/>
    <dgm:cxn modelId="{10222E10-D7F6-4463-B079-45F8508A373A}" type="presParOf" srcId="{FA9998A9-8EBD-4196-B1FF-451861917F82}" destId="{748AAB53-F107-4852-80FF-8D9CE82053CA}" srcOrd="0" destOrd="0" presId="urn:microsoft.com/office/officeart/2005/8/layout/vList2"/>
    <dgm:cxn modelId="{7DEA1D96-DCC9-48CD-9656-D004CECCC37F}" type="presParOf" srcId="{FA9998A9-8EBD-4196-B1FF-451861917F82}" destId="{CC9F7620-048D-4CD4-AC90-3128589A7D96}" srcOrd="1" destOrd="0" presId="urn:microsoft.com/office/officeart/2005/8/layout/vList2"/>
    <dgm:cxn modelId="{9DAF35FC-B854-4E56-B5C9-00ACB2213DA3}" type="presParOf" srcId="{FA9998A9-8EBD-4196-B1FF-451861917F82}" destId="{F9929916-0562-4702-8897-6628A2170230}" srcOrd="2" destOrd="0" presId="urn:microsoft.com/office/officeart/2005/8/layout/vList2"/>
    <dgm:cxn modelId="{77F5EFE1-4233-439E-B1C0-574C33D6F21E}" type="presParOf" srcId="{FA9998A9-8EBD-4196-B1FF-451861917F82}" destId="{3EF25E0F-4DB0-487D-BB3F-842FE3CF8256}" srcOrd="3" destOrd="0" presId="urn:microsoft.com/office/officeart/2005/8/layout/vList2"/>
    <dgm:cxn modelId="{A46AEFDC-19E9-42B8-89FE-43DBED54D933}" type="presParOf" srcId="{FA9998A9-8EBD-4196-B1FF-451861917F82}" destId="{A0585969-D0E9-4F88-8E67-A1A878D66A9E}" srcOrd="4" destOrd="0" presId="urn:microsoft.com/office/officeart/2005/8/layout/vList2"/>
    <dgm:cxn modelId="{2C6320D8-ACA9-4C26-8C8C-4B633A6BADC2}" type="presParOf" srcId="{FA9998A9-8EBD-4196-B1FF-451861917F82}" destId="{76D41105-A3C8-4617-A417-B1DAD1DD954C}" srcOrd="5" destOrd="0" presId="urn:microsoft.com/office/officeart/2005/8/layout/vList2"/>
    <dgm:cxn modelId="{6E78C323-F488-40C8-ADB7-BD62C1502C49}" type="presParOf" srcId="{FA9998A9-8EBD-4196-B1FF-451861917F82}" destId="{8396F3AD-A083-4E17-9B3D-B090A17647E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BCF1492C-0494-47B7-B51C-B5D5EED692A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BD272A3-9EAF-41F1-85AA-C00CC73B1616}">
      <dgm:prSet/>
      <dgm:spPr/>
      <dgm:t>
        <a:bodyPr/>
        <a:lstStyle/>
        <a:p>
          <a:r>
            <a:rPr lang="uk-UA" b="0" i="0"/>
            <a:t>десталінізації та лібералізації суспільного життя (1953-1964 рр.).</a:t>
          </a:r>
          <a:endParaRPr lang="uk-UA"/>
        </a:p>
      </dgm:t>
    </dgm:pt>
    <dgm:pt modelId="{403786E2-229D-4F2D-8E3B-37C318A792CA}" type="parTrans" cxnId="{AF588CA6-9AA6-45F7-8442-E78827689986}">
      <dgm:prSet/>
      <dgm:spPr/>
      <dgm:t>
        <a:bodyPr/>
        <a:lstStyle/>
        <a:p>
          <a:endParaRPr lang="uk-UA"/>
        </a:p>
      </dgm:t>
    </dgm:pt>
    <dgm:pt modelId="{9263D9AF-5630-4A3C-AF90-8483870A3312}" type="sibTrans" cxnId="{AF588CA6-9AA6-45F7-8442-E78827689986}">
      <dgm:prSet/>
      <dgm:spPr/>
      <dgm:t>
        <a:bodyPr/>
        <a:lstStyle/>
        <a:p>
          <a:endParaRPr lang="uk-UA"/>
        </a:p>
      </dgm:t>
    </dgm:pt>
    <dgm:pt modelId="{8C24205A-83C2-4970-9BFB-C120A5903A54}">
      <dgm:prSet/>
      <dgm:spPr/>
      <dgm:t>
        <a:bodyPr/>
        <a:lstStyle/>
        <a:p>
          <a:r>
            <a:rPr lang="uk-UA" b="0" i="0"/>
            <a:t>загострення кризи радянської системи (1965-1985 рр.).</a:t>
          </a:r>
          <a:endParaRPr lang="uk-UA"/>
        </a:p>
      </dgm:t>
    </dgm:pt>
    <dgm:pt modelId="{ABAFBA3C-D958-4A76-B9F4-5C2C9B510A6C}" type="parTrans" cxnId="{3B4F59C9-7CD3-497E-8871-747890E630E8}">
      <dgm:prSet/>
      <dgm:spPr/>
      <dgm:t>
        <a:bodyPr/>
        <a:lstStyle/>
        <a:p>
          <a:endParaRPr lang="uk-UA"/>
        </a:p>
      </dgm:t>
    </dgm:pt>
    <dgm:pt modelId="{94E3F548-454D-4013-A357-B83C5D1C2FC4}" type="sibTrans" cxnId="{3B4F59C9-7CD3-497E-8871-747890E630E8}">
      <dgm:prSet/>
      <dgm:spPr/>
      <dgm:t>
        <a:bodyPr/>
        <a:lstStyle/>
        <a:p>
          <a:endParaRPr lang="uk-UA"/>
        </a:p>
      </dgm:t>
    </dgm:pt>
    <dgm:pt modelId="{851707E4-4745-47B7-A433-A6A430437E01}">
      <dgm:prSet/>
      <dgm:spPr/>
      <dgm:t>
        <a:bodyPr/>
        <a:lstStyle/>
        <a:p>
          <a:r>
            <a:rPr lang="uk-UA" b="0" i="0"/>
            <a:t>відновлення незалежності України (1985-1991 рр.).</a:t>
          </a:r>
          <a:endParaRPr lang="uk-UA"/>
        </a:p>
      </dgm:t>
    </dgm:pt>
    <dgm:pt modelId="{0CBCB9D7-52DD-46F9-9361-449B51977B9A}" type="parTrans" cxnId="{22A781EA-D086-4FFF-A744-41FD9DB72063}">
      <dgm:prSet/>
      <dgm:spPr/>
      <dgm:t>
        <a:bodyPr/>
        <a:lstStyle/>
        <a:p>
          <a:endParaRPr lang="uk-UA"/>
        </a:p>
      </dgm:t>
    </dgm:pt>
    <dgm:pt modelId="{155A67DC-A8CA-4448-B6C9-285071D12CEC}" type="sibTrans" cxnId="{22A781EA-D086-4FFF-A744-41FD9DB72063}">
      <dgm:prSet/>
      <dgm:spPr/>
      <dgm:t>
        <a:bodyPr/>
        <a:lstStyle/>
        <a:p>
          <a:endParaRPr lang="uk-UA"/>
        </a:p>
      </dgm:t>
    </dgm:pt>
    <dgm:pt modelId="{C4435793-210B-4D4C-A3BC-F49E793912F9}">
      <dgm:prSet/>
      <dgm:spPr/>
      <dgm:t>
        <a:bodyPr/>
        <a:lstStyle/>
        <a:p>
          <a:r>
            <a:rPr lang="uk-UA" b="0" i="0"/>
            <a:t>становлення України як незалежної держави (1991-2010 рр.).</a:t>
          </a:r>
          <a:endParaRPr lang="uk-UA"/>
        </a:p>
      </dgm:t>
    </dgm:pt>
    <dgm:pt modelId="{8740D570-CFEF-4DAA-B132-FF648994987E}" type="parTrans" cxnId="{980EC5EF-349E-4000-A219-31433F79BDB6}">
      <dgm:prSet/>
      <dgm:spPr/>
      <dgm:t>
        <a:bodyPr/>
        <a:lstStyle/>
        <a:p>
          <a:endParaRPr lang="uk-UA"/>
        </a:p>
      </dgm:t>
    </dgm:pt>
    <dgm:pt modelId="{8820E68E-6EB4-48EA-A883-26F745E4A76B}" type="sibTrans" cxnId="{980EC5EF-349E-4000-A219-31433F79BDB6}">
      <dgm:prSet/>
      <dgm:spPr/>
      <dgm:t>
        <a:bodyPr/>
        <a:lstStyle/>
        <a:p>
          <a:endParaRPr lang="uk-UA"/>
        </a:p>
      </dgm:t>
    </dgm:pt>
    <dgm:pt modelId="{8C4C84C3-4E35-4FC8-9A3B-CD180A8D290E}" type="pres">
      <dgm:prSet presAssocID="{BCF1492C-0494-47B7-B51C-B5D5EED692A1}" presName="linear" presStyleCnt="0">
        <dgm:presLayoutVars>
          <dgm:animLvl val="lvl"/>
          <dgm:resizeHandles val="exact"/>
        </dgm:presLayoutVars>
      </dgm:prSet>
      <dgm:spPr/>
    </dgm:pt>
    <dgm:pt modelId="{B5C53B5A-4878-4CD4-AC8E-FEDFDA2AF497}" type="pres">
      <dgm:prSet presAssocID="{ABD272A3-9EAF-41F1-85AA-C00CC73B1616}" presName="parentText" presStyleLbl="node1" presStyleIdx="0" presStyleCnt="4">
        <dgm:presLayoutVars>
          <dgm:chMax val="0"/>
          <dgm:bulletEnabled val="1"/>
        </dgm:presLayoutVars>
      </dgm:prSet>
      <dgm:spPr/>
    </dgm:pt>
    <dgm:pt modelId="{60886343-3638-4BD5-BC32-A98429AFA91E}" type="pres">
      <dgm:prSet presAssocID="{9263D9AF-5630-4A3C-AF90-8483870A3312}" presName="spacer" presStyleCnt="0"/>
      <dgm:spPr/>
    </dgm:pt>
    <dgm:pt modelId="{0979D641-904D-4D3E-9412-304F0A015254}" type="pres">
      <dgm:prSet presAssocID="{8C24205A-83C2-4970-9BFB-C120A5903A54}" presName="parentText" presStyleLbl="node1" presStyleIdx="1" presStyleCnt="4">
        <dgm:presLayoutVars>
          <dgm:chMax val="0"/>
          <dgm:bulletEnabled val="1"/>
        </dgm:presLayoutVars>
      </dgm:prSet>
      <dgm:spPr/>
    </dgm:pt>
    <dgm:pt modelId="{0F7592DF-EF14-4224-93E0-5634FB03386D}" type="pres">
      <dgm:prSet presAssocID="{94E3F548-454D-4013-A357-B83C5D1C2FC4}" presName="spacer" presStyleCnt="0"/>
      <dgm:spPr/>
    </dgm:pt>
    <dgm:pt modelId="{62A7BD4E-E9A8-44A1-9852-91F49C5996D4}" type="pres">
      <dgm:prSet presAssocID="{851707E4-4745-47B7-A433-A6A430437E01}" presName="parentText" presStyleLbl="node1" presStyleIdx="2" presStyleCnt="4">
        <dgm:presLayoutVars>
          <dgm:chMax val="0"/>
          <dgm:bulletEnabled val="1"/>
        </dgm:presLayoutVars>
      </dgm:prSet>
      <dgm:spPr/>
    </dgm:pt>
    <dgm:pt modelId="{E488000A-84E9-4CAC-851D-945D445D7404}" type="pres">
      <dgm:prSet presAssocID="{155A67DC-A8CA-4448-B6C9-285071D12CEC}" presName="spacer" presStyleCnt="0"/>
      <dgm:spPr/>
    </dgm:pt>
    <dgm:pt modelId="{F06DC350-18E1-4D64-90AC-A0F53A9CD123}" type="pres">
      <dgm:prSet presAssocID="{C4435793-210B-4D4C-A3BC-F49E793912F9}" presName="parentText" presStyleLbl="node1" presStyleIdx="3" presStyleCnt="4">
        <dgm:presLayoutVars>
          <dgm:chMax val="0"/>
          <dgm:bulletEnabled val="1"/>
        </dgm:presLayoutVars>
      </dgm:prSet>
      <dgm:spPr/>
    </dgm:pt>
  </dgm:ptLst>
  <dgm:cxnLst>
    <dgm:cxn modelId="{B25E2632-B2CE-4D10-B9CB-33868CFDA23B}" type="presOf" srcId="{851707E4-4745-47B7-A433-A6A430437E01}" destId="{62A7BD4E-E9A8-44A1-9852-91F49C5996D4}" srcOrd="0" destOrd="0" presId="urn:microsoft.com/office/officeart/2005/8/layout/vList2"/>
    <dgm:cxn modelId="{AC7F485E-C72A-4DAE-A008-D4837FC72E23}" type="presOf" srcId="{8C24205A-83C2-4970-9BFB-C120A5903A54}" destId="{0979D641-904D-4D3E-9412-304F0A015254}" srcOrd="0" destOrd="0" presId="urn:microsoft.com/office/officeart/2005/8/layout/vList2"/>
    <dgm:cxn modelId="{23662D8D-60CA-4F45-9D3F-F9368B467A20}" type="presOf" srcId="{ABD272A3-9EAF-41F1-85AA-C00CC73B1616}" destId="{B5C53B5A-4878-4CD4-AC8E-FEDFDA2AF497}" srcOrd="0" destOrd="0" presId="urn:microsoft.com/office/officeart/2005/8/layout/vList2"/>
    <dgm:cxn modelId="{AF588CA6-9AA6-45F7-8442-E78827689986}" srcId="{BCF1492C-0494-47B7-B51C-B5D5EED692A1}" destId="{ABD272A3-9EAF-41F1-85AA-C00CC73B1616}" srcOrd="0" destOrd="0" parTransId="{403786E2-229D-4F2D-8E3B-37C318A792CA}" sibTransId="{9263D9AF-5630-4A3C-AF90-8483870A3312}"/>
    <dgm:cxn modelId="{3B4F59C9-7CD3-497E-8871-747890E630E8}" srcId="{BCF1492C-0494-47B7-B51C-B5D5EED692A1}" destId="{8C24205A-83C2-4970-9BFB-C120A5903A54}" srcOrd="1" destOrd="0" parTransId="{ABAFBA3C-D958-4A76-B9F4-5C2C9B510A6C}" sibTransId="{94E3F548-454D-4013-A357-B83C5D1C2FC4}"/>
    <dgm:cxn modelId="{E600C1E3-91F2-4997-A7AF-D835EFFDBAA7}" type="presOf" srcId="{BCF1492C-0494-47B7-B51C-B5D5EED692A1}" destId="{8C4C84C3-4E35-4FC8-9A3B-CD180A8D290E}" srcOrd="0" destOrd="0" presId="urn:microsoft.com/office/officeart/2005/8/layout/vList2"/>
    <dgm:cxn modelId="{22A781EA-D086-4FFF-A744-41FD9DB72063}" srcId="{BCF1492C-0494-47B7-B51C-B5D5EED692A1}" destId="{851707E4-4745-47B7-A433-A6A430437E01}" srcOrd="2" destOrd="0" parTransId="{0CBCB9D7-52DD-46F9-9361-449B51977B9A}" sibTransId="{155A67DC-A8CA-4448-B6C9-285071D12CEC}"/>
    <dgm:cxn modelId="{980EC5EF-349E-4000-A219-31433F79BDB6}" srcId="{BCF1492C-0494-47B7-B51C-B5D5EED692A1}" destId="{C4435793-210B-4D4C-A3BC-F49E793912F9}" srcOrd="3" destOrd="0" parTransId="{8740D570-CFEF-4DAA-B132-FF648994987E}" sibTransId="{8820E68E-6EB4-48EA-A883-26F745E4A76B}"/>
    <dgm:cxn modelId="{2F267AF3-533D-429F-8DBB-17BACBDED8EC}" type="presOf" srcId="{C4435793-210B-4D4C-A3BC-F49E793912F9}" destId="{F06DC350-18E1-4D64-90AC-A0F53A9CD123}" srcOrd="0" destOrd="0" presId="urn:microsoft.com/office/officeart/2005/8/layout/vList2"/>
    <dgm:cxn modelId="{97621685-B79F-4733-8BDC-FDA0666CC8D0}" type="presParOf" srcId="{8C4C84C3-4E35-4FC8-9A3B-CD180A8D290E}" destId="{B5C53B5A-4878-4CD4-AC8E-FEDFDA2AF497}" srcOrd="0" destOrd="0" presId="urn:microsoft.com/office/officeart/2005/8/layout/vList2"/>
    <dgm:cxn modelId="{AAB182CA-17F2-442F-BDAE-716D4E16F9C9}" type="presParOf" srcId="{8C4C84C3-4E35-4FC8-9A3B-CD180A8D290E}" destId="{60886343-3638-4BD5-BC32-A98429AFA91E}" srcOrd="1" destOrd="0" presId="urn:microsoft.com/office/officeart/2005/8/layout/vList2"/>
    <dgm:cxn modelId="{3316AF5D-5D03-449D-BAD6-4F72CF185C01}" type="presParOf" srcId="{8C4C84C3-4E35-4FC8-9A3B-CD180A8D290E}" destId="{0979D641-904D-4D3E-9412-304F0A015254}" srcOrd="2" destOrd="0" presId="urn:microsoft.com/office/officeart/2005/8/layout/vList2"/>
    <dgm:cxn modelId="{40CE254D-068E-470F-B3CC-9F3AA4036236}" type="presParOf" srcId="{8C4C84C3-4E35-4FC8-9A3B-CD180A8D290E}" destId="{0F7592DF-EF14-4224-93E0-5634FB03386D}" srcOrd="3" destOrd="0" presId="urn:microsoft.com/office/officeart/2005/8/layout/vList2"/>
    <dgm:cxn modelId="{D51C91E6-96B3-4437-98D6-B32EFAFA378C}" type="presParOf" srcId="{8C4C84C3-4E35-4FC8-9A3B-CD180A8D290E}" destId="{62A7BD4E-E9A8-44A1-9852-91F49C5996D4}" srcOrd="4" destOrd="0" presId="urn:microsoft.com/office/officeart/2005/8/layout/vList2"/>
    <dgm:cxn modelId="{0E5DC21D-1E23-443A-9173-0B933079E49C}" type="presParOf" srcId="{8C4C84C3-4E35-4FC8-9A3B-CD180A8D290E}" destId="{E488000A-84E9-4CAC-851D-945D445D7404}" srcOrd="5" destOrd="0" presId="urn:microsoft.com/office/officeart/2005/8/layout/vList2"/>
    <dgm:cxn modelId="{D92A8F51-9824-4992-BAFB-FC5B8D15C664}" type="presParOf" srcId="{8C4C84C3-4E35-4FC8-9A3B-CD180A8D290E}" destId="{F06DC350-18E1-4D64-90AC-A0F53A9CD12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E042816B-2F80-452E-A51B-16861D73516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FED31AF-6602-4A23-9D8E-18292688A14C}">
      <dgm:prSet/>
      <dgm:spPr/>
      <dgm:t>
        <a:bodyPr/>
        <a:lstStyle/>
        <a:p>
          <a:r>
            <a:rPr lang="uk-UA" b="0" i="0"/>
            <a:t>Україна в перші повоєнні роки (1945 – початок 1950-х рр.)</a:t>
          </a:r>
          <a:endParaRPr lang="uk-UA"/>
        </a:p>
      </dgm:t>
    </dgm:pt>
    <dgm:pt modelId="{CE109AA7-DA75-4F08-AF10-007AEE4F0608}" type="parTrans" cxnId="{FF8E6F6B-D6B9-4F48-B15C-C2A680F23F94}">
      <dgm:prSet/>
      <dgm:spPr/>
      <dgm:t>
        <a:bodyPr/>
        <a:lstStyle/>
        <a:p>
          <a:endParaRPr lang="uk-UA"/>
        </a:p>
      </dgm:t>
    </dgm:pt>
    <dgm:pt modelId="{36B68950-401A-4156-A085-2D351DEF86ED}" type="sibTrans" cxnId="{FF8E6F6B-D6B9-4F48-B15C-C2A680F23F94}">
      <dgm:prSet/>
      <dgm:spPr/>
      <dgm:t>
        <a:bodyPr/>
        <a:lstStyle/>
        <a:p>
          <a:endParaRPr lang="uk-UA"/>
        </a:p>
      </dgm:t>
    </dgm:pt>
    <dgm:pt modelId="{B2A13365-2B85-475C-9862-5438F9AE5DB6}">
      <dgm:prSet/>
      <dgm:spPr/>
      <dgm:t>
        <a:bodyPr/>
        <a:lstStyle/>
        <a:p>
          <a:r>
            <a:rPr lang="uk-UA" b="0" i="0"/>
            <a:t>Україна в умовах десталінізації (1953–1964 рр.)</a:t>
          </a:r>
          <a:endParaRPr lang="uk-UA"/>
        </a:p>
      </dgm:t>
    </dgm:pt>
    <dgm:pt modelId="{3A79E1CE-BF45-481C-819D-5A2F2BE50DFA}" type="parTrans" cxnId="{32E19012-7F14-463B-B057-7E03777771AF}">
      <dgm:prSet/>
      <dgm:spPr/>
      <dgm:t>
        <a:bodyPr/>
        <a:lstStyle/>
        <a:p>
          <a:endParaRPr lang="uk-UA"/>
        </a:p>
      </dgm:t>
    </dgm:pt>
    <dgm:pt modelId="{3CEF6E11-D85F-49FB-9EBC-B1E5925D12A1}" type="sibTrans" cxnId="{32E19012-7F14-463B-B057-7E03777771AF}">
      <dgm:prSet/>
      <dgm:spPr/>
      <dgm:t>
        <a:bodyPr/>
        <a:lstStyle/>
        <a:p>
          <a:endParaRPr lang="uk-UA"/>
        </a:p>
      </dgm:t>
    </dgm:pt>
    <dgm:pt modelId="{2A8CD21F-1065-4D8E-A88D-07968E0FF6F0}">
      <dgm:prSet/>
      <dgm:spPr/>
      <dgm:t>
        <a:bodyPr/>
        <a:lstStyle/>
        <a:p>
          <a:r>
            <a:rPr lang="uk-UA" b="0" i="0"/>
            <a:t>Україна в період загострення кризи радянської системи (1965–1985 рр.)</a:t>
          </a:r>
          <a:endParaRPr lang="uk-UA"/>
        </a:p>
      </dgm:t>
    </dgm:pt>
    <dgm:pt modelId="{0F7B9DF7-2103-45CF-8DD7-6AC22D97EAFC}" type="parTrans" cxnId="{BD52DBF5-B96E-4029-968C-EF513FAEA5B2}">
      <dgm:prSet/>
      <dgm:spPr/>
      <dgm:t>
        <a:bodyPr/>
        <a:lstStyle/>
        <a:p>
          <a:endParaRPr lang="uk-UA"/>
        </a:p>
      </dgm:t>
    </dgm:pt>
    <dgm:pt modelId="{E384812D-B3DD-4F4B-A176-55728C8B0386}" type="sibTrans" cxnId="{BD52DBF5-B96E-4029-968C-EF513FAEA5B2}">
      <dgm:prSet/>
      <dgm:spPr/>
      <dgm:t>
        <a:bodyPr/>
        <a:lstStyle/>
        <a:p>
          <a:endParaRPr lang="uk-UA"/>
        </a:p>
      </dgm:t>
    </dgm:pt>
    <dgm:pt modelId="{8DDF79B3-334A-4A6D-8BB9-DA5D0EA8F326}">
      <dgm:prSet/>
      <dgm:spPr/>
      <dgm:t>
        <a:bodyPr/>
        <a:lstStyle/>
        <a:p>
          <a:r>
            <a:rPr lang="uk-UA" b="0" i="0"/>
            <a:t>Україна в умовах незалежності (1991 р. – початок ХХІ ст.)</a:t>
          </a:r>
          <a:endParaRPr lang="uk-UA"/>
        </a:p>
      </dgm:t>
    </dgm:pt>
    <dgm:pt modelId="{784ECBE3-5811-4F61-B411-4E037001D6EB}" type="parTrans" cxnId="{2FBDCB8B-B7E1-4E92-B95A-4F17AF23E2D3}">
      <dgm:prSet/>
      <dgm:spPr/>
      <dgm:t>
        <a:bodyPr/>
        <a:lstStyle/>
        <a:p>
          <a:endParaRPr lang="uk-UA"/>
        </a:p>
      </dgm:t>
    </dgm:pt>
    <dgm:pt modelId="{A22E85B5-6E84-4D5D-B5FE-BF3B76AD4138}" type="sibTrans" cxnId="{2FBDCB8B-B7E1-4E92-B95A-4F17AF23E2D3}">
      <dgm:prSet/>
      <dgm:spPr/>
      <dgm:t>
        <a:bodyPr/>
        <a:lstStyle/>
        <a:p>
          <a:endParaRPr lang="uk-UA"/>
        </a:p>
      </dgm:t>
    </dgm:pt>
    <dgm:pt modelId="{48CCFA38-BA10-4B09-8547-295F4A131513}" type="pres">
      <dgm:prSet presAssocID="{E042816B-2F80-452E-A51B-16861D73516B}" presName="linear" presStyleCnt="0">
        <dgm:presLayoutVars>
          <dgm:animLvl val="lvl"/>
          <dgm:resizeHandles val="exact"/>
        </dgm:presLayoutVars>
      </dgm:prSet>
      <dgm:spPr/>
    </dgm:pt>
    <dgm:pt modelId="{7267E9D6-CE6A-4467-9768-F8A9A6FAF57F}" type="pres">
      <dgm:prSet presAssocID="{4FED31AF-6602-4A23-9D8E-18292688A14C}" presName="parentText" presStyleLbl="node1" presStyleIdx="0" presStyleCnt="4">
        <dgm:presLayoutVars>
          <dgm:chMax val="0"/>
          <dgm:bulletEnabled val="1"/>
        </dgm:presLayoutVars>
      </dgm:prSet>
      <dgm:spPr/>
    </dgm:pt>
    <dgm:pt modelId="{072531A0-65E2-4BC8-9551-22630A224688}" type="pres">
      <dgm:prSet presAssocID="{36B68950-401A-4156-A085-2D351DEF86ED}" presName="spacer" presStyleCnt="0"/>
      <dgm:spPr/>
    </dgm:pt>
    <dgm:pt modelId="{4644BB3E-E0D1-41FE-9A48-56E14B91B2F0}" type="pres">
      <dgm:prSet presAssocID="{B2A13365-2B85-475C-9862-5438F9AE5DB6}" presName="parentText" presStyleLbl="node1" presStyleIdx="1" presStyleCnt="4">
        <dgm:presLayoutVars>
          <dgm:chMax val="0"/>
          <dgm:bulletEnabled val="1"/>
        </dgm:presLayoutVars>
      </dgm:prSet>
      <dgm:spPr/>
    </dgm:pt>
    <dgm:pt modelId="{3C8B152C-C9BC-4FC3-8901-A49BA0B6BA0D}" type="pres">
      <dgm:prSet presAssocID="{3CEF6E11-D85F-49FB-9EBC-B1E5925D12A1}" presName="spacer" presStyleCnt="0"/>
      <dgm:spPr/>
    </dgm:pt>
    <dgm:pt modelId="{409AD82F-220F-4223-A21A-5ACB67D16835}" type="pres">
      <dgm:prSet presAssocID="{2A8CD21F-1065-4D8E-A88D-07968E0FF6F0}" presName="parentText" presStyleLbl="node1" presStyleIdx="2" presStyleCnt="4">
        <dgm:presLayoutVars>
          <dgm:chMax val="0"/>
          <dgm:bulletEnabled val="1"/>
        </dgm:presLayoutVars>
      </dgm:prSet>
      <dgm:spPr/>
    </dgm:pt>
    <dgm:pt modelId="{B48AF182-4B4D-48D9-8780-79D0590B35D3}" type="pres">
      <dgm:prSet presAssocID="{E384812D-B3DD-4F4B-A176-55728C8B0386}" presName="spacer" presStyleCnt="0"/>
      <dgm:spPr/>
    </dgm:pt>
    <dgm:pt modelId="{46E73685-13F5-4028-BBB1-D8CAD8B3DB4A}" type="pres">
      <dgm:prSet presAssocID="{8DDF79B3-334A-4A6D-8BB9-DA5D0EA8F326}" presName="parentText" presStyleLbl="node1" presStyleIdx="3" presStyleCnt="4">
        <dgm:presLayoutVars>
          <dgm:chMax val="0"/>
          <dgm:bulletEnabled val="1"/>
        </dgm:presLayoutVars>
      </dgm:prSet>
      <dgm:spPr/>
    </dgm:pt>
  </dgm:ptLst>
  <dgm:cxnLst>
    <dgm:cxn modelId="{632B2001-F1FE-43EE-B1DB-881607AE5D7D}" type="presOf" srcId="{E042816B-2F80-452E-A51B-16861D73516B}" destId="{48CCFA38-BA10-4B09-8547-295F4A131513}" srcOrd="0" destOrd="0" presId="urn:microsoft.com/office/officeart/2005/8/layout/vList2"/>
    <dgm:cxn modelId="{32E19012-7F14-463B-B057-7E03777771AF}" srcId="{E042816B-2F80-452E-A51B-16861D73516B}" destId="{B2A13365-2B85-475C-9862-5438F9AE5DB6}" srcOrd="1" destOrd="0" parTransId="{3A79E1CE-BF45-481C-819D-5A2F2BE50DFA}" sibTransId="{3CEF6E11-D85F-49FB-9EBC-B1E5925D12A1}"/>
    <dgm:cxn modelId="{FF8E6F6B-D6B9-4F48-B15C-C2A680F23F94}" srcId="{E042816B-2F80-452E-A51B-16861D73516B}" destId="{4FED31AF-6602-4A23-9D8E-18292688A14C}" srcOrd="0" destOrd="0" parTransId="{CE109AA7-DA75-4F08-AF10-007AEE4F0608}" sibTransId="{36B68950-401A-4156-A085-2D351DEF86ED}"/>
    <dgm:cxn modelId="{86B0146C-CCA5-4AB1-9F8E-4B7000E0D7F6}" type="presOf" srcId="{8DDF79B3-334A-4A6D-8BB9-DA5D0EA8F326}" destId="{46E73685-13F5-4028-BBB1-D8CAD8B3DB4A}" srcOrd="0" destOrd="0" presId="urn:microsoft.com/office/officeart/2005/8/layout/vList2"/>
    <dgm:cxn modelId="{D920BA6F-6C18-492F-BB4C-42E4D82A5EC6}" type="presOf" srcId="{2A8CD21F-1065-4D8E-A88D-07968E0FF6F0}" destId="{409AD82F-220F-4223-A21A-5ACB67D16835}" srcOrd="0" destOrd="0" presId="urn:microsoft.com/office/officeart/2005/8/layout/vList2"/>
    <dgm:cxn modelId="{2FBDCB8B-B7E1-4E92-B95A-4F17AF23E2D3}" srcId="{E042816B-2F80-452E-A51B-16861D73516B}" destId="{8DDF79B3-334A-4A6D-8BB9-DA5D0EA8F326}" srcOrd="3" destOrd="0" parTransId="{784ECBE3-5811-4F61-B411-4E037001D6EB}" sibTransId="{A22E85B5-6E84-4D5D-B5FE-BF3B76AD4138}"/>
    <dgm:cxn modelId="{80EAB59F-8218-415D-A2FA-88256EEA26E8}" type="presOf" srcId="{B2A13365-2B85-475C-9862-5438F9AE5DB6}" destId="{4644BB3E-E0D1-41FE-9A48-56E14B91B2F0}" srcOrd="0" destOrd="0" presId="urn:microsoft.com/office/officeart/2005/8/layout/vList2"/>
    <dgm:cxn modelId="{01BA2CA8-68E1-4A17-84D4-65E85368A02B}" type="presOf" srcId="{4FED31AF-6602-4A23-9D8E-18292688A14C}" destId="{7267E9D6-CE6A-4467-9768-F8A9A6FAF57F}" srcOrd="0" destOrd="0" presId="urn:microsoft.com/office/officeart/2005/8/layout/vList2"/>
    <dgm:cxn modelId="{BD52DBF5-B96E-4029-968C-EF513FAEA5B2}" srcId="{E042816B-2F80-452E-A51B-16861D73516B}" destId="{2A8CD21F-1065-4D8E-A88D-07968E0FF6F0}" srcOrd="2" destOrd="0" parTransId="{0F7B9DF7-2103-45CF-8DD7-6AC22D97EAFC}" sibTransId="{E384812D-B3DD-4F4B-A176-55728C8B0386}"/>
    <dgm:cxn modelId="{70F8CF73-A93A-4D0E-9243-7B5A8025C8B8}" type="presParOf" srcId="{48CCFA38-BA10-4B09-8547-295F4A131513}" destId="{7267E9D6-CE6A-4467-9768-F8A9A6FAF57F}" srcOrd="0" destOrd="0" presId="urn:microsoft.com/office/officeart/2005/8/layout/vList2"/>
    <dgm:cxn modelId="{C64B6FB3-28FB-4AD8-ABEC-98CEBB14A031}" type="presParOf" srcId="{48CCFA38-BA10-4B09-8547-295F4A131513}" destId="{072531A0-65E2-4BC8-9551-22630A224688}" srcOrd="1" destOrd="0" presId="urn:microsoft.com/office/officeart/2005/8/layout/vList2"/>
    <dgm:cxn modelId="{58D810CD-B9A2-43DA-9406-08BE4C5B0BC6}" type="presParOf" srcId="{48CCFA38-BA10-4B09-8547-295F4A131513}" destId="{4644BB3E-E0D1-41FE-9A48-56E14B91B2F0}" srcOrd="2" destOrd="0" presId="urn:microsoft.com/office/officeart/2005/8/layout/vList2"/>
    <dgm:cxn modelId="{83B07248-2EB8-459C-9A95-2EDFF5D8481A}" type="presParOf" srcId="{48CCFA38-BA10-4B09-8547-295F4A131513}" destId="{3C8B152C-C9BC-4FC3-8901-A49BA0B6BA0D}" srcOrd="3" destOrd="0" presId="urn:microsoft.com/office/officeart/2005/8/layout/vList2"/>
    <dgm:cxn modelId="{51C0DBDB-E175-4638-83E8-2FD07F731CFD}" type="presParOf" srcId="{48CCFA38-BA10-4B09-8547-295F4A131513}" destId="{409AD82F-220F-4223-A21A-5ACB67D16835}" srcOrd="4" destOrd="0" presId="urn:microsoft.com/office/officeart/2005/8/layout/vList2"/>
    <dgm:cxn modelId="{802F29ED-F8AE-4376-BF71-D3F73C8AAB83}" type="presParOf" srcId="{48CCFA38-BA10-4B09-8547-295F4A131513}" destId="{B48AF182-4B4D-48D9-8780-79D0590B35D3}" srcOrd="5" destOrd="0" presId="urn:microsoft.com/office/officeart/2005/8/layout/vList2"/>
    <dgm:cxn modelId="{5178CEED-E590-4C7C-BCA3-80824D426A3A}" type="presParOf" srcId="{48CCFA38-BA10-4B09-8547-295F4A131513}" destId="{46E73685-13F5-4028-BBB1-D8CAD8B3DB4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DC9950DB-8C10-4142-87DA-A7B2A6D7D72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05D08ECC-84C8-43EA-A498-1B8621310A55}">
      <dgm:prSet/>
      <dgm:spPr/>
      <dgm:t>
        <a:bodyPr/>
        <a:lstStyle/>
        <a:p>
          <a:r>
            <a:rPr lang="uk-UA" b="0" i="0"/>
            <a:t>«самвидав», «номенклатура», «дефіцит», «правозахисник»</a:t>
          </a:r>
          <a:endParaRPr lang="uk-UA"/>
        </a:p>
      </dgm:t>
    </dgm:pt>
    <dgm:pt modelId="{6340C339-1473-40A8-B82D-06B8FF4D5DE8}" type="parTrans" cxnId="{68E07515-7CA5-4902-B39E-D81585CDB5CB}">
      <dgm:prSet/>
      <dgm:spPr/>
      <dgm:t>
        <a:bodyPr/>
        <a:lstStyle/>
        <a:p>
          <a:endParaRPr lang="uk-UA"/>
        </a:p>
      </dgm:t>
    </dgm:pt>
    <dgm:pt modelId="{05286CF5-D2D3-4268-9D1F-DE3BD95CD850}" type="sibTrans" cxnId="{68E07515-7CA5-4902-B39E-D81585CDB5CB}">
      <dgm:prSet/>
      <dgm:spPr/>
      <dgm:t>
        <a:bodyPr/>
        <a:lstStyle/>
        <a:p>
          <a:endParaRPr lang="uk-UA"/>
        </a:p>
      </dgm:t>
    </dgm:pt>
    <dgm:pt modelId="{E5D416F5-DBBA-4218-954F-1C19EFD196CD}">
      <dgm:prSet/>
      <dgm:spPr/>
      <dgm:t>
        <a:bodyPr/>
        <a:lstStyle/>
        <a:p>
          <a:r>
            <a:rPr lang="uk-UA" b="0" i="0"/>
            <a:t>«новий порядок», «радянізація», «план “Ост”», «депортація»</a:t>
          </a:r>
          <a:endParaRPr lang="uk-UA"/>
        </a:p>
      </dgm:t>
    </dgm:pt>
    <dgm:pt modelId="{292AF810-3652-49C3-8B6C-9FC0F4B36C36}" type="parTrans" cxnId="{909AFA51-AFE5-4B17-B8C8-7379C48AB3E0}">
      <dgm:prSet/>
      <dgm:spPr/>
      <dgm:t>
        <a:bodyPr/>
        <a:lstStyle/>
        <a:p>
          <a:endParaRPr lang="uk-UA"/>
        </a:p>
      </dgm:t>
    </dgm:pt>
    <dgm:pt modelId="{9F76F315-4D7E-492F-97FF-B173F0176163}" type="sibTrans" cxnId="{909AFA51-AFE5-4B17-B8C8-7379C48AB3E0}">
      <dgm:prSet/>
      <dgm:spPr/>
      <dgm:t>
        <a:bodyPr/>
        <a:lstStyle/>
        <a:p>
          <a:endParaRPr lang="uk-UA"/>
        </a:p>
      </dgm:t>
    </dgm:pt>
    <dgm:pt modelId="{DBEEC67E-C903-4BEC-82F9-6698AAA00337}">
      <dgm:prSet/>
      <dgm:spPr/>
      <dgm:t>
        <a:bodyPr/>
        <a:lstStyle/>
        <a:p>
          <a:r>
            <a:rPr lang="uk-UA" b="0" i="0"/>
            <a:t>«приватизація», «тимчасово окупована територія», «антитерористична операція (АТО)», «європейська інтеграція»</a:t>
          </a:r>
          <a:endParaRPr lang="uk-UA"/>
        </a:p>
      </dgm:t>
    </dgm:pt>
    <dgm:pt modelId="{9032648B-E583-43F8-B150-E5D2D87EEA18}" type="parTrans" cxnId="{6F0957DE-0121-4323-AEEF-71D37B6FE38A}">
      <dgm:prSet/>
      <dgm:spPr/>
      <dgm:t>
        <a:bodyPr/>
        <a:lstStyle/>
        <a:p>
          <a:endParaRPr lang="uk-UA"/>
        </a:p>
      </dgm:t>
    </dgm:pt>
    <dgm:pt modelId="{A8B60C09-E4A7-43C6-8BF2-B141F1FAF171}" type="sibTrans" cxnId="{6F0957DE-0121-4323-AEEF-71D37B6FE38A}">
      <dgm:prSet/>
      <dgm:spPr/>
      <dgm:t>
        <a:bodyPr/>
        <a:lstStyle/>
        <a:p>
          <a:endParaRPr lang="uk-UA"/>
        </a:p>
      </dgm:t>
    </dgm:pt>
    <dgm:pt modelId="{96B98DB2-859D-4FD0-87DD-F2119D353148}">
      <dgm:prSet/>
      <dgm:spPr/>
      <dgm:t>
        <a:bodyPr/>
        <a:lstStyle/>
        <a:p>
          <a:r>
            <a:rPr lang="uk-UA" b="0" i="0"/>
            <a:t>«“саморозпуск” УГКЦ», «ждановщина», «космополітизм», «лисенківщина»</a:t>
          </a:r>
          <a:endParaRPr lang="uk-UA"/>
        </a:p>
      </dgm:t>
    </dgm:pt>
    <dgm:pt modelId="{DA1F4C7B-5AA4-45A1-B61F-2F57930B7904}" type="parTrans" cxnId="{356D9D01-D87A-47DE-8522-5684E6E235D1}">
      <dgm:prSet/>
      <dgm:spPr/>
      <dgm:t>
        <a:bodyPr/>
        <a:lstStyle/>
        <a:p>
          <a:endParaRPr lang="uk-UA"/>
        </a:p>
      </dgm:t>
    </dgm:pt>
    <dgm:pt modelId="{2196A8A8-B8BC-4CB5-A032-BE38C1AEB1D5}" type="sibTrans" cxnId="{356D9D01-D87A-47DE-8522-5684E6E235D1}">
      <dgm:prSet/>
      <dgm:spPr/>
      <dgm:t>
        <a:bodyPr/>
        <a:lstStyle/>
        <a:p>
          <a:endParaRPr lang="uk-UA"/>
        </a:p>
      </dgm:t>
    </dgm:pt>
    <dgm:pt modelId="{F08846A1-DA64-4BAE-92F3-F25633DA728F}">
      <dgm:prSet/>
      <dgm:spPr/>
      <dgm:t>
        <a:bodyPr/>
        <a:lstStyle/>
        <a:p>
          <a:r>
            <a:rPr lang="uk-UA" b="0" i="0" dirty="0"/>
            <a:t>«відлига», «політична реабілітація», «раднаргоспи», «шістдесятники»</a:t>
          </a:r>
          <a:endParaRPr lang="uk-UA" dirty="0"/>
        </a:p>
      </dgm:t>
    </dgm:pt>
    <dgm:pt modelId="{D6394FB3-80CC-4942-A5A0-2BF75A74457A}" type="parTrans" cxnId="{8FB54216-FA98-47A2-B8B8-EF2CE27597FD}">
      <dgm:prSet/>
      <dgm:spPr/>
      <dgm:t>
        <a:bodyPr/>
        <a:lstStyle/>
        <a:p>
          <a:endParaRPr lang="uk-UA"/>
        </a:p>
      </dgm:t>
    </dgm:pt>
    <dgm:pt modelId="{A2DDB4C0-AF58-4088-A4A9-70D06BCD8DA9}" type="sibTrans" cxnId="{8FB54216-FA98-47A2-B8B8-EF2CE27597FD}">
      <dgm:prSet/>
      <dgm:spPr/>
      <dgm:t>
        <a:bodyPr/>
        <a:lstStyle/>
        <a:p>
          <a:endParaRPr lang="uk-UA"/>
        </a:p>
      </dgm:t>
    </dgm:pt>
    <dgm:pt modelId="{A9B3EA36-7BE0-4BA2-8796-DDBB52D185E5}" type="pres">
      <dgm:prSet presAssocID="{DC9950DB-8C10-4142-87DA-A7B2A6D7D72D}" presName="vert0" presStyleCnt="0">
        <dgm:presLayoutVars>
          <dgm:dir/>
          <dgm:animOne val="branch"/>
          <dgm:animLvl val="lvl"/>
        </dgm:presLayoutVars>
      </dgm:prSet>
      <dgm:spPr/>
    </dgm:pt>
    <dgm:pt modelId="{BEF2A373-2F01-42DA-922E-C58804C92BBF}" type="pres">
      <dgm:prSet presAssocID="{05D08ECC-84C8-43EA-A498-1B8621310A55}" presName="thickLine" presStyleLbl="alignNode1" presStyleIdx="0" presStyleCnt="5"/>
      <dgm:spPr/>
    </dgm:pt>
    <dgm:pt modelId="{CDF95E07-6759-41CD-B461-242E17E3B354}" type="pres">
      <dgm:prSet presAssocID="{05D08ECC-84C8-43EA-A498-1B8621310A55}" presName="horz1" presStyleCnt="0"/>
      <dgm:spPr/>
    </dgm:pt>
    <dgm:pt modelId="{FA97A61E-8739-49CE-9C6C-625D1CC6AAB1}" type="pres">
      <dgm:prSet presAssocID="{05D08ECC-84C8-43EA-A498-1B8621310A55}" presName="tx1" presStyleLbl="revTx" presStyleIdx="0" presStyleCnt="5"/>
      <dgm:spPr/>
    </dgm:pt>
    <dgm:pt modelId="{D9CFF9E6-49E1-4C50-AA89-478DF47B282D}" type="pres">
      <dgm:prSet presAssocID="{05D08ECC-84C8-43EA-A498-1B8621310A55}" presName="vert1" presStyleCnt="0"/>
      <dgm:spPr/>
    </dgm:pt>
    <dgm:pt modelId="{ADF3CE21-EFEB-4F5B-AC67-4C5D7E3B6AA2}" type="pres">
      <dgm:prSet presAssocID="{E5D416F5-DBBA-4218-954F-1C19EFD196CD}" presName="thickLine" presStyleLbl="alignNode1" presStyleIdx="1" presStyleCnt="5"/>
      <dgm:spPr/>
    </dgm:pt>
    <dgm:pt modelId="{2F7059D4-3B46-4EDE-ACCC-FFDDEB9A9069}" type="pres">
      <dgm:prSet presAssocID="{E5D416F5-DBBA-4218-954F-1C19EFD196CD}" presName="horz1" presStyleCnt="0"/>
      <dgm:spPr/>
    </dgm:pt>
    <dgm:pt modelId="{3911F51E-E599-41DE-9266-CD41259F8E6B}" type="pres">
      <dgm:prSet presAssocID="{E5D416F5-DBBA-4218-954F-1C19EFD196CD}" presName="tx1" presStyleLbl="revTx" presStyleIdx="1" presStyleCnt="5"/>
      <dgm:spPr/>
    </dgm:pt>
    <dgm:pt modelId="{D01F4D9D-6514-4DF9-B549-6E5C9BC15884}" type="pres">
      <dgm:prSet presAssocID="{E5D416F5-DBBA-4218-954F-1C19EFD196CD}" presName="vert1" presStyleCnt="0"/>
      <dgm:spPr/>
    </dgm:pt>
    <dgm:pt modelId="{F099A112-440A-48A7-9790-E7672AABC089}" type="pres">
      <dgm:prSet presAssocID="{DBEEC67E-C903-4BEC-82F9-6698AAA00337}" presName="thickLine" presStyleLbl="alignNode1" presStyleIdx="2" presStyleCnt="5"/>
      <dgm:spPr/>
    </dgm:pt>
    <dgm:pt modelId="{55FA345F-BF3D-4D03-B9B8-75A821F3CDE3}" type="pres">
      <dgm:prSet presAssocID="{DBEEC67E-C903-4BEC-82F9-6698AAA00337}" presName="horz1" presStyleCnt="0"/>
      <dgm:spPr/>
    </dgm:pt>
    <dgm:pt modelId="{0605B167-3027-4B8E-8DD3-1E6DA7ED9DDD}" type="pres">
      <dgm:prSet presAssocID="{DBEEC67E-C903-4BEC-82F9-6698AAA00337}" presName="tx1" presStyleLbl="revTx" presStyleIdx="2" presStyleCnt="5"/>
      <dgm:spPr/>
    </dgm:pt>
    <dgm:pt modelId="{F1BCB65E-EF5C-4CB2-8DF3-39B735708DA2}" type="pres">
      <dgm:prSet presAssocID="{DBEEC67E-C903-4BEC-82F9-6698AAA00337}" presName="vert1" presStyleCnt="0"/>
      <dgm:spPr/>
    </dgm:pt>
    <dgm:pt modelId="{E517585C-A55B-4B3D-A131-0A0C735188E9}" type="pres">
      <dgm:prSet presAssocID="{96B98DB2-859D-4FD0-87DD-F2119D353148}" presName="thickLine" presStyleLbl="alignNode1" presStyleIdx="3" presStyleCnt="5"/>
      <dgm:spPr/>
    </dgm:pt>
    <dgm:pt modelId="{D06E05EE-3E36-491D-B4F3-E067AF7AA2D5}" type="pres">
      <dgm:prSet presAssocID="{96B98DB2-859D-4FD0-87DD-F2119D353148}" presName="horz1" presStyleCnt="0"/>
      <dgm:spPr/>
    </dgm:pt>
    <dgm:pt modelId="{A1AAD7E0-9DD3-426D-9A97-11FCD40C6D66}" type="pres">
      <dgm:prSet presAssocID="{96B98DB2-859D-4FD0-87DD-F2119D353148}" presName="tx1" presStyleLbl="revTx" presStyleIdx="3" presStyleCnt="5"/>
      <dgm:spPr/>
    </dgm:pt>
    <dgm:pt modelId="{3AE87280-B146-4BFB-A385-547AFE32170F}" type="pres">
      <dgm:prSet presAssocID="{96B98DB2-859D-4FD0-87DD-F2119D353148}" presName="vert1" presStyleCnt="0"/>
      <dgm:spPr/>
    </dgm:pt>
    <dgm:pt modelId="{784CD320-347E-4A5D-BD90-FCDAEAFD2FE3}" type="pres">
      <dgm:prSet presAssocID="{F08846A1-DA64-4BAE-92F3-F25633DA728F}" presName="thickLine" presStyleLbl="alignNode1" presStyleIdx="4" presStyleCnt="5"/>
      <dgm:spPr/>
    </dgm:pt>
    <dgm:pt modelId="{F95A3EED-08B9-498E-9D94-EB972574FC76}" type="pres">
      <dgm:prSet presAssocID="{F08846A1-DA64-4BAE-92F3-F25633DA728F}" presName="horz1" presStyleCnt="0"/>
      <dgm:spPr/>
    </dgm:pt>
    <dgm:pt modelId="{91F3A9BC-639E-4E6A-A28A-2D0D88AEA413}" type="pres">
      <dgm:prSet presAssocID="{F08846A1-DA64-4BAE-92F3-F25633DA728F}" presName="tx1" presStyleLbl="revTx" presStyleIdx="4" presStyleCnt="5"/>
      <dgm:spPr/>
    </dgm:pt>
    <dgm:pt modelId="{2B585031-CA62-4278-B6EB-B9F8B3552B95}" type="pres">
      <dgm:prSet presAssocID="{F08846A1-DA64-4BAE-92F3-F25633DA728F}" presName="vert1" presStyleCnt="0"/>
      <dgm:spPr/>
    </dgm:pt>
  </dgm:ptLst>
  <dgm:cxnLst>
    <dgm:cxn modelId="{356D9D01-D87A-47DE-8522-5684E6E235D1}" srcId="{DC9950DB-8C10-4142-87DA-A7B2A6D7D72D}" destId="{96B98DB2-859D-4FD0-87DD-F2119D353148}" srcOrd="3" destOrd="0" parTransId="{DA1F4C7B-5AA4-45A1-B61F-2F57930B7904}" sibTransId="{2196A8A8-B8BC-4CB5-A032-BE38C1AEB1D5}"/>
    <dgm:cxn modelId="{6976B50E-BAE8-4586-8836-A5FA44E7ECE7}" type="presOf" srcId="{F08846A1-DA64-4BAE-92F3-F25633DA728F}" destId="{91F3A9BC-639E-4E6A-A28A-2D0D88AEA413}" srcOrd="0" destOrd="0" presId="urn:microsoft.com/office/officeart/2008/layout/LinedList"/>
    <dgm:cxn modelId="{68E07515-7CA5-4902-B39E-D81585CDB5CB}" srcId="{DC9950DB-8C10-4142-87DA-A7B2A6D7D72D}" destId="{05D08ECC-84C8-43EA-A498-1B8621310A55}" srcOrd="0" destOrd="0" parTransId="{6340C339-1473-40A8-B82D-06B8FF4D5DE8}" sibTransId="{05286CF5-D2D3-4268-9D1F-DE3BD95CD850}"/>
    <dgm:cxn modelId="{8FB54216-FA98-47A2-B8B8-EF2CE27597FD}" srcId="{DC9950DB-8C10-4142-87DA-A7B2A6D7D72D}" destId="{F08846A1-DA64-4BAE-92F3-F25633DA728F}" srcOrd="4" destOrd="0" parTransId="{D6394FB3-80CC-4942-A5A0-2BF75A74457A}" sibTransId="{A2DDB4C0-AF58-4088-A4A9-70D06BCD8DA9}"/>
    <dgm:cxn modelId="{A5A65B2A-B6F1-4C39-B673-94DAD0B0914A}" type="presOf" srcId="{05D08ECC-84C8-43EA-A498-1B8621310A55}" destId="{FA97A61E-8739-49CE-9C6C-625D1CC6AAB1}" srcOrd="0" destOrd="0" presId="urn:microsoft.com/office/officeart/2008/layout/LinedList"/>
    <dgm:cxn modelId="{1A31BF2C-FC84-49CE-ACC4-4F1853F26BAB}" type="presOf" srcId="{E5D416F5-DBBA-4218-954F-1C19EFD196CD}" destId="{3911F51E-E599-41DE-9266-CD41259F8E6B}" srcOrd="0" destOrd="0" presId="urn:microsoft.com/office/officeart/2008/layout/LinedList"/>
    <dgm:cxn modelId="{909AFA51-AFE5-4B17-B8C8-7379C48AB3E0}" srcId="{DC9950DB-8C10-4142-87DA-A7B2A6D7D72D}" destId="{E5D416F5-DBBA-4218-954F-1C19EFD196CD}" srcOrd="1" destOrd="0" parTransId="{292AF810-3652-49C3-8B6C-9FC0F4B36C36}" sibTransId="{9F76F315-4D7E-492F-97FF-B173F0176163}"/>
    <dgm:cxn modelId="{D6BA2099-04E3-4929-B44E-8A31C712588D}" type="presOf" srcId="{DBEEC67E-C903-4BEC-82F9-6698AAA00337}" destId="{0605B167-3027-4B8E-8DD3-1E6DA7ED9DDD}" srcOrd="0" destOrd="0" presId="urn:microsoft.com/office/officeart/2008/layout/LinedList"/>
    <dgm:cxn modelId="{78DEFCBD-5F7C-4431-BBB9-BF979FC60B6C}" type="presOf" srcId="{96B98DB2-859D-4FD0-87DD-F2119D353148}" destId="{A1AAD7E0-9DD3-426D-9A97-11FCD40C6D66}" srcOrd="0" destOrd="0" presId="urn:microsoft.com/office/officeart/2008/layout/LinedList"/>
    <dgm:cxn modelId="{6F0957DE-0121-4323-AEEF-71D37B6FE38A}" srcId="{DC9950DB-8C10-4142-87DA-A7B2A6D7D72D}" destId="{DBEEC67E-C903-4BEC-82F9-6698AAA00337}" srcOrd="2" destOrd="0" parTransId="{9032648B-E583-43F8-B150-E5D2D87EEA18}" sibTransId="{A8B60C09-E4A7-43C6-8BF2-B141F1FAF171}"/>
    <dgm:cxn modelId="{9DA37AE1-870B-4006-99B4-D6BBB36E5DF6}" type="presOf" srcId="{DC9950DB-8C10-4142-87DA-A7B2A6D7D72D}" destId="{A9B3EA36-7BE0-4BA2-8796-DDBB52D185E5}" srcOrd="0" destOrd="0" presId="urn:microsoft.com/office/officeart/2008/layout/LinedList"/>
    <dgm:cxn modelId="{429BF63E-9CB5-4226-B616-7E5AF1E48D04}" type="presParOf" srcId="{A9B3EA36-7BE0-4BA2-8796-DDBB52D185E5}" destId="{BEF2A373-2F01-42DA-922E-C58804C92BBF}" srcOrd="0" destOrd="0" presId="urn:microsoft.com/office/officeart/2008/layout/LinedList"/>
    <dgm:cxn modelId="{25DB2139-341E-4957-9615-91E03EECF470}" type="presParOf" srcId="{A9B3EA36-7BE0-4BA2-8796-DDBB52D185E5}" destId="{CDF95E07-6759-41CD-B461-242E17E3B354}" srcOrd="1" destOrd="0" presId="urn:microsoft.com/office/officeart/2008/layout/LinedList"/>
    <dgm:cxn modelId="{538A5096-20BC-402E-8EC1-E68AFBF44FC6}" type="presParOf" srcId="{CDF95E07-6759-41CD-B461-242E17E3B354}" destId="{FA97A61E-8739-49CE-9C6C-625D1CC6AAB1}" srcOrd="0" destOrd="0" presId="urn:microsoft.com/office/officeart/2008/layout/LinedList"/>
    <dgm:cxn modelId="{51A0C9DA-3B86-4C4D-B90F-5DBE8FADF02E}" type="presParOf" srcId="{CDF95E07-6759-41CD-B461-242E17E3B354}" destId="{D9CFF9E6-49E1-4C50-AA89-478DF47B282D}" srcOrd="1" destOrd="0" presId="urn:microsoft.com/office/officeart/2008/layout/LinedList"/>
    <dgm:cxn modelId="{1973EBBA-71BE-47FB-9DF0-31449D0F4894}" type="presParOf" srcId="{A9B3EA36-7BE0-4BA2-8796-DDBB52D185E5}" destId="{ADF3CE21-EFEB-4F5B-AC67-4C5D7E3B6AA2}" srcOrd="2" destOrd="0" presId="urn:microsoft.com/office/officeart/2008/layout/LinedList"/>
    <dgm:cxn modelId="{283259C0-6CCE-49F0-892A-873B79D1B90E}" type="presParOf" srcId="{A9B3EA36-7BE0-4BA2-8796-DDBB52D185E5}" destId="{2F7059D4-3B46-4EDE-ACCC-FFDDEB9A9069}" srcOrd="3" destOrd="0" presId="urn:microsoft.com/office/officeart/2008/layout/LinedList"/>
    <dgm:cxn modelId="{E11539A1-6940-4F1A-96E8-E056453EB1E3}" type="presParOf" srcId="{2F7059D4-3B46-4EDE-ACCC-FFDDEB9A9069}" destId="{3911F51E-E599-41DE-9266-CD41259F8E6B}" srcOrd="0" destOrd="0" presId="urn:microsoft.com/office/officeart/2008/layout/LinedList"/>
    <dgm:cxn modelId="{3C8001C2-C75D-4FA8-B4CD-C098CFBDA928}" type="presParOf" srcId="{2F7059D4-3B46-4EDE-ACCC-FFDDEB9A9069}" destId="{D01F4D9D-6514-4DF9-B549-6E5C9BC15884}" srcOrd="1" destOrd="0" presId="urn:microsoft.com/office/officeart/2008/layout/LinedList"/>
    <dgm:cxn modelId="{54BE31BD-14F2-4E96-A283-8CC86A7806E6}" type="presParOf" srcId="{A9B3EA36-7BE0-4BA2-8796-DDBB52D185E5}" destId="{F099A112-440A-48A7-9790-E7672AABC089}" srcOrd="4" destOrd="0" presId="urn:microsoft.com/office/officeart/2008/layout/LinedList"/>
    <dgm:cxn modelId="{E60ED894-9849-4ED1-94CA-7B2A2E3636A7}" type="presParOf" srcId="{A9B3EA36-7BE0-4BA2-8796-DDBB52D185E5}" destId="{55FA345F-BF3D-4D03-B9B8-75A821F3CDE3}" srcOrd="5" destOrd="0" presId="urn:microsoft.com/office/officeart/2008/layout/LinedList"/>
    <dgm:cxn modelId="{8B3E9D7F-E068-4EDA-92A7-8BBAB146F9B7}" type="presParOf" srcId="{55FA345F-BF3D-4D03-B9B8-75A821F3CDE3}" destId="{0605B167-3027-4B8E-8DD3-1E6DA7ED9DDD}" srcOrd="0" destOrd="0" presId="urn:microsoft.com/office/officeart/2008/layout/LinedList"/>
    <dgm:cxn modelId="{49DCFFB0-A28E-4C8E-BF81-394E29EF73AB}" type="presParOf" srcId="{55FA345F-BF3D-4D03-B9B8-75A821F3CDE3}" destId="{F1BCB65E-EF5C-4CB2-8DF3-39B735708DA2}" srcOrd="1" destOrd="0" presId="urn:microsoft.com/office/officeart/2008/layout/LinedList"/>
    <dgm:cxn modelId="{D2C394D7-4E2C-449B-9014-F37110DFDCA9}" type="presParOf" srcId="{A9B3EA36-7BE0-4BA2-8796-DDBB52D185E5}" destId="{E517585C-A55B-4B3D-A131-0A0C735188E9}" srcOrd="6" destOrd="0" presId="urn:microsoft.com/office/officeart/2008/layout/LinedList"/>
    <dgm:cxn modelId="{1FC6B7AD-91FE-44DA-8452-6647B453D475}" type="presParOf" srcId="{A9B3EA36-7BE0-4BA2-8796-DDBB52D185E5}" destId="{D06E05EE-3E36-491D-B4F3-E067AF7AA2D5}" srcOrd="7" destOrd="0" presId="urn:microsoft.com/office/officeart/2008/layout/LinedList"/>
    <dgm:cxn modelId="{2BB0FB84-010E-44EE-9D2E-F95DD944C76D}" type="presParOf" srcId="{D06E05EE-3E36-491D-B4F3-E067AF7AA2D5}" destId="{A1AAD7E0-9DD3-426D-9A97-11FCD40C6D66}" srcOrd="0" destOrd="0" presId="urn:microsoft.com/office/officeart/2008/layout/LinedList"/>
    <dgm:cxn modelId="{CE809EEF-FE52-44B9-9362-2E864DF08BE5}" type="presParOf" srcId="{D06E05EE-3E36-491D-B4F3-E067AF7AA2D5}" destId="{3AE87280-B146-4BFB-A385-547AFE32170F}" srcOrd="1" destOrd="0" presId="urn:microsoft.com/office/officeart/2008/layout/LinedList"/>
    <dgm:cxn modelId="{24946105-3778-4D31-A587-74813A270AEA}" type="presParOf" srcId="{A9B3EA36-7BE0-4BA2-8796-DDBB52D185E5}" destId="{784CD320-347E-4A5D-BD90-FCDAEAFD2FE3}" srcOrd="8" destOrd="0" presId="urn:microsoft.com/office/officeart/2008/layout/LinedList"/>
    <dgm:cxn modelId="{1A1EF1C7-2137-414A-A673-770D7E005D2D}" type="presParOf" srcId="{A9B3EA36-7BE0-4BA2-8796-DDBB52D185E5}" destId="{F95A3EED-08B9-498E-9D94-EB972574FC76}" srcOrd="9" destOrd="0" presId="urn:microsoft.com/office/officeart/2008/layout/LinedList"/>
    <dgm:cxn modelId="{9C5D9498-BF71-413E-A053-C3434832C827}" type="presParOf" srcId="{F95A3EED-08B9-498E-9D94-EB972574FC76}" destId="{91F3A9BC-639E-4E6A-A28A-2D0D88AEA413}" srcOrd="0" destOrd="0" presId="urn:microsoft.com/office/officeart/2008/layout/LinedList"/>
    <dgm:cxn modelId="{E32555BE-5522-4823-8427-858DB85EC77C}" type="presParOf" srcId="{F95A3EED-08B9-498E-9D94-EB972574FC76}" destId="{2B585031-CA62-4278-B6EB-B9F8B3552B95}"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F7249459-28F6-4CC6-94D0-660D745E21A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4147F6C-511D-4D07-8257-CA6C7BD72CFF}">
      <dgm:prSet/>
      <dgm:spPr/>
      <dgm:t>
        <a:bodyPr/>
        <a:lstStyle/>
        <a:p>
          <a:r>
            <a:rPr lang="uk-UA" b="0" i="0"/>
            <a:t>зростання життєвого рівня населення</a:t>
          </a:r>
          <a:endParaRPr lang="uk-UA"/>
        </a:p>
      </dgm:t>
    </dgm:pt>
    <dgm:pt modelId="{1FB8E9E5-C7E9-49B4-8189-9BCBE55B22F9}" type="parTrans" cxnId="{FFF643B5-EE1B-4D6D-A09C-F598FA481DE0}">
      <dgm:prSet/>
      <dgm:spPr/>
      <dgm:t>
        <a:bodyPr/>
        <a:lstStyle/>
        <a:p>
          <a:endParaRPr lang="uk-UA"/>
        </a:p>
      </dgm:t>
    </dgm:pt>
    <dgm:pt modelId="{EC02C285-5E80-408F-BC0A-DF5D81DBBBE5}" type="sibTrans" cxnId="{FFF643B5-EE1B-4D6D-A09C-F598FA481DE0}">
      <dgm:prSet/>
      <dgm:spPr/>
      <dgm:t>
        <a:bodyPr/>
        <a:lstStyle/>
        <a:p>
          <a:endParaRPr lang="uk-UA"/>
        </a:p>
      </dgm:t>
    </dgm:pt>
    <dgm:pt modelId="{6F9BC8BA-0C86-45E1-B05F-3D14138DE74E}">
      <dgm:prSet/>
      <dgm:spPr/>
      <dgm:t>
        <a:bodyPr/>
        <a:lstStyle/>
        <a:p>
          <a:r>
            <a:rPr lang="uk-UA" b="0" i="0"/>
            <a:t>формування «середнього класу» в суспільстві</a:t>
          </a:r>
          <a:endParaRPr lang="uk-UA"/>
        </a:p>
      </dgm:t>
    </dgm:pt>
    <dgm:pt modelId="{64E43179-13E3-450A-BA2A-7A919673E3E0}" type="parTrans" cxnId="{744BD6EC-1543-47D8-977F-4786EFA27252}">
      <dgm:prSet/>
      <dgm:spPr/>
      <dgm:t>
        <a:bodyPr/>
        <a:lstStyle/>
        <a:p>
          <a:endParaRPr lang="uk-UA"/>
        </a:p>
      </dgm:t>
    </dgm:pt>
    <dgm:pt modelId="{667EBB3B-0793-41DD-89E8-47A602099969}" type="sibTrans" cxnId="{744BD6EC-1543-47D8-977F-4786EFA27252}">
      <dgm:prSet/>
      <dgm:spPr/>
      <dgm:t>
        <a:bodyPr/>
        <a:lstStyle/>
        <a:p>
          <a:endParaRPr lang="uk-UA"/>
        </a:p>
      </dgm:t>
    </dgm:pt>
    <dgm:pt modelId="{21D8C5F8-C02F-4297-82BF-F4B817511D98}">
      <dgm:prSet/>
      <dgm:spPr/>
      <dgm:t>
        <a:bodyPr/>
        <a:lstStyle/>
        <a:p>
          <a:r>
            <a:rPr lang="uk-UA" b="0" i="0"/>
            <a:t>уповільнення соціальної диференціації</a:t>
          </a:r>
          <a:endParaRPr lang="uk-UA"/>
        </a:p>
      </dgm:t>
    </dgm:pt>
    <dgm:pt modelId="{7DB828E4-604A-4244-AC47-0F5F30B5654B}" type="parTrans" cxnId="{581396BA-CAA0-4E93-8974-470B01DFC94E}">
      <dgm:prSet/>
      <dgm:spPr/>
      <dgm:t>
        <a:bodyPr/>
        <a:lstStyle/>
        <a:p>
          <a:endParaRPr lang="uk-UA"/>
        </a:p>
      </dgm:t>
    </dgm:pt>
    <dgm:pt modelId="{2277A284-EC0D-4C50-9FFE-4E42D47CAC79}" type="sibTrans" cxnId="{581396BA-CAA0-4E93-8974-470B01DFC94E}">
      <dgm:prSet/>
      <dgm:spPr/>
      <dgm:t>
        <a:bodyPr/>
        <a:lstStyle/>
        <a:p>
          <a:endParaRPr lang="uk-UA"/>
        </a:p>
      </dgm:t>
    </dgm:pt>
    <dgm:pt modelId="{997D8C11-D43B-4601-B872-745A14F8286B}">
      <dgm:prSet/>
      <dgm:spPr/>
      <dgm:t>
        <a:bodyPr/>
        <a:lstStyle/>
        <a:p>
          <a:r>
            <a:rPr lang="uk-UA" b="0" i="0"/>
            <a:t>зростання безробіття</a:t>
          </a:r>
          <a:endParaRPr lang="uk-UA"/>
        </a:p>
      </dgm:t>
    </dgm:pt>
    <dgm:pt modelId="{476AAC2A-CEBD-4A14-88B9-FB60169C29A0}" type="parTrans" cxnId="{363014FC-35F8-4F7B-B302-36039448397C}">
      <dgm:prSet/>
      <dgm:spPr/>
      <dgm:t>
        <a:bodyPr/>
        <a:lstStyle/>
        <a:p>
          <a:endParaRPr lang="uk-UA"/>
        </a:p>
      </dgm:t>
    </dgm:pt>
    <dgm:pt modelId="{17C80AEF-D8D8-47B0-9919-7E33C3D0A939}" type="sibTrans" cxnId="{363014FC-35F8-4F7B-B302-36039448397C}">
      <dgm:prSet/>
      <dgm:spPr/>
      <dgm:t>
        <a:bodyPr/>
        <a:lstStyle/>
        <a:p>
          <a:endParaRPr lang="uk-UA"/>
        </a:p>
      </dgm:t>
    </dgm:pt>
    <dgm:pt modelId="{4D105508-992E-4EE4-A2BB-A19ED9605E82}" type="pres">
      <dgm:prSet presAssocID="{F7249459-28F6-4CC6-94D0-660D745E21A7}" presName="linear" presStyleCnt="0">
        <dgm:presLayoutVars>
          <dgm:animLvl val="lvl"/>
          <dgm:resizeHandles val="exact"/>
        </dgm:presLayoutVars>
      </dgm:prSet>
      <dgm:spPr/>
    </dgm:pt>
    <dgm:pt modelId="{0008ED80-7C15-4D76-A4B2-BF30B707D590}" type="pres">
      <dgm:prSet presAssocID="{E4147F6C-511D-4D07-8257-CA6C7BD72CFF}" presName="parentText" presStyleLbl="node1" presStyleIdx="0" presStyleCnt="4">
        <dgm:presLayoutVars>
          <dgm:chMax val="0"/>
          <dgm:bulletEnabled val="1"/>
        </dgm:presLayoutVars>
      </dgm:prSet>
      <dgm:spPr/>
    </dgm:pt>
    <dgm:pt modelId="{834EC029-0CA9-4B79-8C9A-34165AA92C40}" type="pres">
      <dgm:prSet presAssocID="{EC02C285-5E80-408F-BC0A-DF5D81DBBBE5}" presName="spacer" presStyleCnt="0"/>
      <dgm:spPr/>
    </dgm:pt>
    <dgm:pt modelId="{F1DBF98B-14C1-4174-95A9-1ABEA81657CC}" type="pres">
      <dgm:prSet presAssocID="{6F9BC8BA-0C86-45E1-B05F-3D14138DE74E}" presName="parentText" presStyleLbl="node1" presStyleIdx="1" presStyleCnt="4">
        <dgm:presLayoutVars>
          <dgm:chMax val="0"/>
          <dgm:bulletEnabled val="1"/>
        </dgm:presLayoutVars>
      </dgm:prSet>
      <dgm:spPr/>
    </dgm:pt>
    <dgm:pt modelId="{15706686-5853-4755-9644-6B7A3713B55C}" type="pres">
      <dgm:prSet presAssocID="{667EBB3B-0793-41DD-89E8-47A602099969}" presName="spacer" presStyleCnt="0"/>
      <dgm:spPr/>
    </dgm:pt>
    <dgm:pt modelId="{C9B824FD-24CE-4E12-B822-66E4A2CD56E9}" type="pres">
      <dgm:prSet presAssocID="{21D8C5F8-C02F-4297-82BF-F4B817511D98}" presName="parentText" presStyleLbl="node1" presStyleIdx="2" presStyleCnt="4">
        <dgm:presLayoutVars>
          <dgm:chMax val="0"/>
          <dgm:bulletEnabled val="1"/>
        </dgm:presLayoutVars>
      </dgm:prSet>
      <dgm:spPr/>
    </dgm:pt>
    <dgm:pt modelId="{A7BECBFB-11DB-4972-91D8-C4F163233D9D}" type="pres">
      <dgm:prSet presAssocID="{2277A284-EC0D-4C50-9FFE-4E42D47CAC79}" presName="spacer" presStyleCnt="0"/>
      <dgm:spPr/>
    </dgm:pt>
    <dgm:pt modelId="{A72E48AC-FA38-4CD6-9576-DC9DFFFD933F}" type="pres">
      <dgm:prSet presAssocID="{997D8C11-D43B-4601-B872-745A14F8286B}" presName="parentText" presStyleLbl="node1" presStyleIdx="3" presStyleCnt="4">
        <dgm:presLayoutVars>
          <dgm:chMax val="0"/>
          <dgm:bulletEnabled val="1"/>
        </dgm:presLayoutVars>
      </dgm:prSet>
      <dgm:spPr/>
    </dgm:pt>
  </dgm:ptLst>
  <dgm:cxnLst>
    <dgm:cxn modelId="{06732462-5A65-489D-B6B4-F4D8E304894F}" type="presOf" srcId="{E4147F6C-511D-4D07-8257-CA6C7BD72CFF}" destId="{0008ED80-7C15-4D76-A4B2-BF30B707D590}" srcOrd="0" destOrd="0" presId="urn:microsoft.com/office/officeart/2005/8/layout/vList2"/>
    <dgm:cxn modelId="{0E0C7C76-44D9-49DA-82EE-569ED3A13028}" type="presOf" srcId="{F7249459-28F6-4CC6-94D0-660D745E21A7}" destId="{4D105508-992E-4EE4-A2BB-A19ED9605E82}" srcOrd="0" destOrd="0" presId="urn:microsoft.com/office/officeart/2005/8/layout/vList2"/>
    <dgm:cxn modelId="{BE55448F-8F89-47AD-8F46-0347CD8CE347}" type="presOf" srcId="{6F9BC8BA-0C86-45E1-B05F-3D14138DE74E}" destId="{F1DBF98B-14C1-4174-95A9-1ABEA81657CC}" srcOrd="0" destOrd="0" presId="urn:microsoft.com/office/officeart/2005/8/layout/vList2"/>
    <dgm:cxn modelId="{88B2139A-F969-47B4-A110-FD06F5184D74}" type="presOf" srcId="{997D8C11-D43B-4601-B872-745A14F8286B}" destId="{A72E48AC-FA38-4CD6-9576-DC9DFFFD933F}" srcOrd="0" destOrd="0" presId="urn:microsoft.com/office/officeart/2005/8/layout/vList2"/>
    <dgm:cxn modelId="{FFF643B5-EE1B-4D6D-A09C-F598FA481DE0}" srcId="{F7249459-28F6-4CC6-94D0-660D745E21A7}" destId="{E4147F6C-511D-4D07-8257-CA6C7BD72CFF}" srcOrd="0" destOrd="0" parTransId="{1FB8E9E5-C7E9-49B4-8189-9BCBE55B22F9}" sibTransId="{EC02C285-5E80-408F-BC0A-DF5D81DBBBE5}"/>
    <dgm:cxn modelId="{581396BA-CAA0-4E93-8974-470B01DFC94E}" srcId="{F7249459-28F6-4CC6-94D0-660D745E21A7}" destId="{21D8C5F8-C02F-4297-82BF-F4B817511D98}" srcOrd="2" destOrd="0" parTransId="{7DB828E4-604A-4244-AC47-0F5F30B5654B}" sibTransId="{2277A284-EC0D-4C50-9FFE-4E42D47CAC79}"/>
    <dgm:cxn modelId="{16F912C6-BCC7-41B6-A5D9-8CEA9F6FD04C}" type="presOf" srcId="{21D8C5F8-C02F-4297-82BF-F4B817511D98}" destId="{C9B824FD-24CE-4E12-B822-66E4A2CD56E9}" srcOrd="0" destOrd="0" presId="urn:microsoft.com/office/officeart/2005/8/layout/vList2"/>
    <dgm:cxn modelId="{744BD6EC-1543-47D8-977F-4786EFA27252}" srcId="{F7249459-28F6-4CC6-94D0-660D745E21A7}" destId="{6F9BC8BA-0C86-45E1-B05F-3D14138DE74E}" srcOrd="1" destOrd="0" parTransId="{64E43179-13E3-450A-BA2A-7A919673E3E0}" sibTransId="{667EBB3B-0793-41DD-89E8-47A602099969}"/>
    <dgm:cxn modelId="{363014FC-35F8-4F7B-B302-36039448397C}" srcId="{F7249459-28F6-4CC6-94D0-660D745E21A7}" destId="{997D8C11-D43B-4601-B872-745A14F8286B}" srcOrd="3" destOrd="0" parTransId="{476AAC2A-CEBD-4A14-88B9-FB60169C29A0}" sibTransId="{17C80AEF-D8D8-47B0-9919-7E33C3D0A939}"/>
    <dgm:cxn modelId="{C8F4F64C-6188-449B-861B-1B08FDB05C5E}" type="presParOf" srcId="{4D105508-992E-4EE4-A2BB-A19ED9605E82}" destId="{0008ED80-7C15-4D76-A4B2-BF30B707D590}" srcOrd="0" destOrd="0" presId="urn:microsoft.com/office/officeart/2005/8/layout/vList2"/>
    <dgm:cxn modelId="{9DE363C1-7B93-41BF-A90B-0CBB986D9B34}" type="presParOf" srcId="{4D105508-992E-4EE4-A2BB-A19ED9605E82}" destId="{834EC029-0CA9-4B79-8C9A-34165AA92C40}" srcOrd="1" destOrd="0" presId="urn:microsoft.com/office/officeart/2005/8/layout/vList2"/>
    <dgm:cxn modelId="{00FB4DEE-9660-4C44-8FC6-83BAF50C1C1C}" type="presParOf" srcId="{4D105508-992E-4EE4-A2BB-A19ED9605E82}" destId="{F1DBF98B-14C1-4174-95A9-1ABEA81657CC}" srcOrd="2" destOrd="0" presId="urn:microsoft.com/office/officeart/2005/8/layout/vList2"/>
    <dgm:cxn modelId="{BA4E7825-2232-4911-9FBB-00D3447506BB}" type="presParOf" srcId="{4D105508-992E-4EE4-A2BB-A19ED9605E82}" destId="{15706686-5853-4755-9644-6B7A3713B55C}" srcOrd="3" destOrd="0" presId="urn:microsoft.com/office/officeart/2005/8/layout/vList2"/>
    <dgm:cxn modelId="{4F137AF0-7990-4859-BD0F-4D17867BF510}" type="presParOf" srcId="{4D105508-992E-4EE4-A2BB-A19ED9605E82}" destId="{C9B824FD-24CE-4E12-B822-66E4A2CD56E9}" srcOrd="4" destOrd="0" presId="urn:microsoft.com/office/officeart/2005/8/layout/vList2"/>
    <dgm:cxn modelId="{CA4D4E3D-0219-4F3A-93A2-A5FE346B7F17}" type="presParOf" srcId="{4D105508-992E-4EE4-A2BB-A19ED9605E82}" destId="{A7BECBFB-11DB-4972-91D8-C4F163233D9D}" srcOrd="5" destOrd="0" presId="urn:microsoft.com/office/officeart/2005/8/layout/vList2"/>
    <dgm:cxn modelId="{8826DA52-06DA-497D-8CCE-6FC7A82CB46D}" type="presParOf" srcId="{4D105508-992E-4EE4-A2BB-A19ED9605E82}" destId="{A72E48AC-FA38-4CD6-9576-DC9DFFFD933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125A7EFC-EA32-49D8-8DAC-B5DE1109F7C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844AE71-A7AA-4A3B-9BE7-157C334D878E}">
      <dgm:prSet/>
      <dgm:spPr/>
      <dgm:t>
        <a:bodyPr/>
        <a:lstStyle/>
        <a:p>
          <a:r>
            <a:rPr lang="uk-UA" b="0" i="0"/>
            <a:t>отримання доходів від здійснення заборонених видів діяльності або на ухилення від державного контролю та сплати податків.</a:t>
          </a:r>
          <a:endParaRPr lang="uk-UA"/>
        </a:p>
      </dgm:t>
    </dgm:pt>
    <dgm:pt modelId="{833F006A-9EF6-4E18-B220-CCA4F4DC93BC}" type="parTrans" cxnId="{ED0BB96C-F12F-4FAA-9CF8-E703AD9F8F70}">
      <dgm:prSet/>
      <dgm:spPr/>
      <dgm:t>
        <a:bodyPr/>
        <a:lstStyle/>
        <a:p>
          <a:endParaRPr lang="uk-UA"/>
        </a:p>
      </dgm:t>
    </dgm:pt>
    <dgm:pt modelId="{6B65E63B-7EC9-4255-9328-7F31F9B18F58}" type="sibTrans" cxnId="{ED0BB96C-F12F-4FAA-9CF8-E703AD9F8F70}">
      <dgm:prSet/>
      <dgm:spPr/>
      <dgm:t>
        <a:bodyPr/>
        <a:lstStyle/>
        <a:p>
          <a:endParaRPr lang="uk-UA"/>
        </a:p>
      </dgm:t>
    </dgm:pt>
    <dgm:pt modelId="{5D021598-DC5F-4882-8081-AF323C5BA8DA}">
      <dgm:prSet/>
      <dgm:spPr/>
      <dgm:t>
        <a:bodyPr/>
        <a:lstStyle/>
        <a:p>
          <a:r>
            <a:rPr lang="uk-UA" b="0" i="0"/>
            <a:t>перерозподіл національного доходу в інтересах окремих класів, соціальних (найбідніших або найбагатших) верств населення.</a:t>
          </a:r>
          <a:endParaRPr lang="uk-UA"/>
        </a:p>
      </dgm:t>
    </dgm:pt>
    <dgm:pt modelId="{D13F4C1F-01F6-4936-9E15-F4EE56A6B253}" type="parTrans" cxnId="{982F7E11-B3C0-45F7-8299-CCBA0FC93935}">
      <dgm:prSet/>
      <dgm:spPr/>
      <dgm:t>
        <a:bodyPr/>
        <a:lstStyle/>
        <a:p>
          <a:endParaRPr lang="uk-UA"/>
        </a:p>
      </dgm:t>
    </dgm:pt>
    <dgm:pt modelId="{CC998425-3397-43B1-B9FD-BFD294F37314}" type="sibTrans" cxnId="{982F7E11-B3C0-45F7-8299-CCBA0FC93935}">
      <dgm:prSet/>
      <dgm:spPr/>
      <dgm:t>
        <a:bodyPr/>
        <a:lstStyle/>
        <a:p>
          <a:endParaRPr lang="uk-UA"/>
        </a:p>
      </dgm:t>
    </dgm:pt>
    <dgm:pt modelId="{39B90BFC-6C8A-4E40-9499-C257A4F063A7}">
      <dgm:prSet/>
      <dgm:spPr/>
      <dgm:t>
        <a:bodyPr/>
        <a:lstStyle/>
        <a:p>
          <a:r>
            <a:rPr lang="uk-UA" b="0" i="0"/>
            <a:t>законодавче закріплення повного або часткового звільнення певного виду підприємницької діяльності від сплати податків.</a:t>
          </a:r>
          <a:endParaRPr lang="uk-UA"/>
        </a:p>
      </dgm:t>
    </dgm:pt>
    <dgm:pt modelId="{9EFC8B7B-2859-42DA-A382-D0C576DD4880}" type="parTrans" cxnId="{DA93FCFA-B341-4B5D-88C8-170D8A5FF77F}">
      <dgm:prSet/>
      <dgm:spPr/>
      <dgm:t>
        <a:bodyPr/>
        <a:lstStyle/>
        <a:p>
          <a:endParaRPr lang="uk-UA"/>
        </a:p>
      </dgm:t>
    </dgm:pt>
    <dgm:pt modelId="{5D9E3883-3C49-4E90-8498-C1A2E911FBA7}" type="sibTrans" cxnId="{DA93FCFA-B341-4B5D-88C8-170D8A5FF77F}">
      <dgm:prSet/>
      <dgm:spPr/>
      <dgm:t>
        <a:bodyPr/>
        <a:lstStyle/>
        <a:p>
          <a:endParaRPr lang="uk-UA"/>
        </a:p>
      </dgm:t>
    </dgm:pt>
    <dgm:pt modelId="{A317BA02-9454-40C5-9691-4B396633749E}">
      <dgm:prSet/>
      <dgm:spPr/>
      <dgm:t>
        <a:bodyPr/>
        <a:lstStyle/>
        <a:p>
          <a:r>
            <a:rPr lang="uk-UA" b="0" i="0"/>
            <a:t>заохочення суб'єктів господарювання до розвитку виробництва, підвищення його ефективності та економічного зростання.</a:t>
          </a:r>
          <a:endParaRPr lang="uk-UA"/>
        </a:p>
      </dgm:t>
    </dgm:pt>
    <dgm:pt modelId="{567EC0E3-26DB-43FD-AD30-33DAD637B0C7}" type="parTrans" cxnId="{5C3F67CD-B495-48E8-A793-147542F23384}">
      <dgm:prSet/>
      <dgm:spPr/>
      <dgm:t>
        <a:bodyPr/>
        <a:lstStyle/>
        <a:p>
          <a:endParaRPr lang="uk-UA"/>
        </a:p>
      </dgm:t>
    </dgm:pt>
    <dgm:pt modelId="{8ECC04AC-EE39-44D9-B547-AE14EA295B1A}" type="sibTrans" cxnId="{5C3F67CD-B495-48E8-A793-147542F23384}">
      <dgm:prSet/>
      <dgm:spPr/>
      <dgm:t>
        <a:bodyPr/>
        <a:lstStyle/>
        <a:p>
          <a:endParaRPr lang="uk-UA"/>
        </a:p>
      </dgm:t>
    </dgm:pt>
    <dgm:pt modelId="{FA2B242B-8379-4FBB-8D0B-C1EEE414F36C}" type="pres">
      <dgm:prSet presAssocID="{125A7EFC-EA32-49D8-8DAC-B5DE1109F7CA}" presName="linear" presStyleCnt="0">
        <dgm:presLayoutVars>
          <dgm:animLvl val="lvl"/>
          <dgm:resizeHandles val="exact"/>
        </dgm:presLayoutVars>
      </dgm:prSet>
      <dgm:spPr/>
    </dgm:pt>
    <dgm:pt modelId="{33F42BE4-8E09-4BC0-8C7F-F70AC995EA14}" type="pres">
      <dgm:prSet presAssocID="{7844AE71-A7AA-4A3B-9BE7-157C334D878E}" presName="parentText" presStyleLbl="node1" presStyleIdx="0" presStyleCnt="4">
        <dgm:presLayoutVars>
          <dgm:chMax val="0"/>
          <dgm:bulletEnabled val="1"/>
        </dgm:presLayoutVars>
      </dgm:prSet>
      <dgm:spPr/>
    </dgm:pt>
    <dgm:pt modelId="{D61DA2E3-DAB6-48B5-A458-0AB2CF1929B0}" type="pres">
      <dgm:prSet presAssocID="{6B65E63B-7EC9-4255-9328-7F31F9B18F58}" presName="spacer" presStyleCnt="0"/>
      <dgm:spPr/>
    </dgm:pt>
    <dgm:pt modelId="{79ABD54D-7028-4B33-A8AB-664E7CDC87BE}" type="pres">
      <dgm:prSet presAssocID="{5D021598-DC5F-4882-8081-AF323C5BA8DA}" presName="parentText" presStyleLbl="node1" presStyleIdx="1" presStyleCnt="4">
        <dgm:presLayoutVars>
          <dgm:chMax val="0"/>
          <dgm:bulletEnabled val="1"/>
        </dgm:presLayoutVars>
      </dgm:prSet>
      <dgm:spPr/>
    </dgm:pt>
    <dgm:pt modelId="{9972CCC6-5FE7-4A1B-AA46-DBF00CC78C38}" type="pres">
      <dgm:prSet presAssocID="{CC998425-3397-43B1-B9FD-BFD294F37314}" presName="spacer" presStyleCnt="0"/>
      <dgm:spPr/>
    </dgm:pt>
    <dgm:pt modelId="{4AB0C977-A75D-48C3-AA85-A6689F666DF5}" type="pres">
      <dgm:prSet presAssocID="{39B90BFC-6C8A-4E40-9499-C257A4F063A7}" presName="parentText" presStyleLbl="node1" presStyleIdx="2" presStyleCnt="4">
        <dgm:presLayoutVars>
          <dgm:chMax val="0"/>
          <dgm:bulletEnabled val="1"/>
        </dgm:presLayoutVars>
      </dgm:prSet>
      <dgm:spPr/>
    </dgm:pt>
    <dgm:pt modelId="{394CCBD0-D4F1-4FB8-8E8A-7D9B5A6DCB8F}" type="pres">
      <dgm:prSet presAssocID="{5D9E3883-3C49-4E90-8498-C1A2E911FBA7}" presName="spacer" presStyleCnt="0"/>
      <dgm:spPr/>
    </dgm:pt>
    <dgm:pt modelId="{4164BC69-CC24-4A2A-8BE5-403CF892A9A3}" type="pres">
      <dgm:prSet presAssocID="{A317BA02-9454-40C5-9691-4B396633749E}" presName="parentText" presStyleLbl="node1" presStyleIdx="3" presStyleCnt="4">
        <dgm:presLayoutVars>
          <dgm:chMax val="0"/>
          <dgm:bulletEnabled val="1"/>
        </dgm:presLayoutVars>
      </dgm:prSet>
      <dgm:spPr/>
    </dgm:pt>
  </dgm:ptLst>
  <dgm:cxnLst>
    <dgm:cxn modelId="{B9F0C305-EAA3-43CF-B095-BAE48B51752D}" type="presOf" srcId="{39B90BFC-6C8A-4E40-9499-C257A4F063A7}" destId="{4AB0C977-A75D-48C3-AA85-A6689F666DF5}" srcOrd="0" destOrd="0" presId="urn:microsoft.com/office/officeart/2005/8/layout/vList2"/>
    <dgm:cxn modelId="{982F7E11-B3C0-45F7-8299-CCBA0FC93935}" srcId="{125A7EFC-EA32-49D8-8DAC-B5DE1109F7CA}" destId="{5D021598-DC5F-4882-8081-AF323C5BA8DA}" srcOrd="1" destOrd="0" parTransId="{D13F4C1F-01F6-4936-9E15-F4EE56A6B253}" sibTransId="{CC998425-3397-43B1-B9FD-BFD294F37314}"/>
    <dgm:cxn modelId="{ED0BB96C-F12F-4FAA-9CF8-E703AD9F8F70}" srcId="{125A7EFC-EA32-49D8-8DAC-B5DE1109F7CA}" destId="{7844AE71-A7AA-4A3B-9BE7-157C334D878E}" srcOrd="0" destOrd="0" parTransId="{833F006A-9EF6-4E18-B220-CCA4F4DC93BC}" sibTransId="{6B65E63B-7EC9-4255-9328-7F31F9B18F58}"/>
    <dgm:cxn modelId="{02CCF57E-A5EB-4AEF-8C45-5C164C27C250}" type="presOf" srcId="{5D021598-DC5F-4882-8081-AF323C5BA8DA}" destId="{79ABD54D-7028-4B33-A8AB-664E7CDC87BE}" srcOrd="0" destOrd="0" presId="urn:microsoft.com/office/officeart/2005/8/layout/vList2"/>
    <dgm:cxn modelId="{7F714DBF-15CD-4492-8C08-C247B8676E2E}" type="presOf" srcId="{125A7EFC-EA32-49D8-8DAC-B5DE1109F7CA}" destId="{FA2B242B-8379-4FBB-8D0B-C1EEE414F36C}" srcOrd="0" destOrd="0" presId="urn:microsoft.com/office/officeart/2005/8/layout/vList2"/>
    <dgm:cxn modelId="{DD44CFC6-BE02-4A69-BCA4-0609F6D11714}" type="presOf" srcId="{7844AE71-A7AA-4A3B-9BE7-157C334D878E}" destId="{33F42BE4-8E09-4BC0-8C7F-F70AC995EA14}" srcOrd="0" destOrd="0" presId="urn:microsoft.com/office/officeart/2005/8/layout/vList2"/>
    <dgm:cxn modelId="{5C3F67CD-B495-48E8-A793-147542F23384}" srcId="{125A7EFC-EA32-49D8-8DAC-B5DE1109F7CA}" destId="{A317BA02-9454-40C5-9691-4B396633749E}" srcOrd="3" destOrd="0" parTransId="{567EC0E3-26DB-43FD-AD30-33DAD637B0C7}" sibTransId="{8ECC04AC-EE39-44D9-B547-AE14EA295B1A}"/>
    <dgm:cxn modelId="{5840EAE7-BE4C-4C47-A3D4-5D42D3726BC7}" type="presOf" srcId="{A317BA02-9454-40C5-9691-4B396633749E}" destId="{4164BC69-CC24-4A2A-8BE5-403CF892A9A3}" srcOrd="0" destOrd="0" presId="urn:microsoft.com/office/officeart/2005/8/layout/vList2"/>
    <dgm:cxn modelId="{DA93FCFA-B341-4B5D-88C8-170D8A5FF77F}" srcId="{125A7EFC-EA32-49D8-8DAC-B5DE1109F7CA}" destId="{39B90BFC-6C8A-4E40-9499-C257A4F063A7}" srcOrd="2" destOrd="0" parTransId="{9EFC8B7B-2859-42DA-A382-D0C576DD4880}" sibTransId="{5D9E3883-3C49-4E90-8498-C1A2E911FBA7}"/>
    <dgm:cxn modelId="{B38C88BC-D43E-473D-9436-53FBDDC0C38A}" type="presParOf" srcId="{FA2B242B-8379-4FBB-8D0B-C1EEE414F36C}" destId="{33F42BE4-8E09-4BC0-8C7F-F70AC995EA14}" srcOrd="0" destOrd="0" presId="urn:microsoft.com/office/officeart/2005/8/layout/vList2"/>
    <dgm:cxn modelId="{FEEF254C-1950-4280-BCA0-E7FC8A94DC4B}" type="presParOf" srcId="{FA2B242B-8379-4FBB-8D0B-C1EEE414F36C}" destId="{D61DA2E3-DAB6-48B5-A458-0AB2CF1929B0}" srcOrd="1" destOrd="0" presId="urn:microsoft.com/office/officeart/2005/8/layout/vList2"/>
    <dgm:cxn modelId="{5A0D30F4-EF88-406B-BE4B-9BEF68FC9992}" type="presParOf" srcId="{FA2B242B-8379-4FBB-8D0B-C1EEE414F36C}" destId="{79ABD54D-7028-4B33-A8AB-664E7CDC87BE}" srcOrd="2" destOrd="0" presId="urn:microsoft.com/office/officeart/2005/8/layout/vList2"/>
    <dgm:cxn modelId="{451417CF-8677-430A-B6E3-3C286391AE40}" type="presParOf" srcId="{FA2B242B-8379-4FBB-8D0B-C1EEE414F36C}" destId="{9972CCC6-5FE7-4A1B-AA46-DBF00CC78C38}" srcOrd="3" destOrd="0" presId="urn:microsoft.com/office/officeart/2005/8/layout/vList2"/>
    <dgm:cxn modelId="{A23A87FF-C0E6-4AB1-9273-E329206E6527}" type="presParOf" srcId="{FA2B242B-8379-4FBB-8D0B-C1EEE414F36C}" destId="{4AB0C977-A75D-48C3-AA85-A6689F666DF5}" srcOrd="4" destOrd="0" presId="urn:microsoft.com/office/officeart/2005/8/layout/vList2"/>
    <dgm:cxn modelId="{2DBC326B-21F1-49E8-AB6F-59972133F211}" type="presParOf" srcId="{FA2B242B-8379-4FBB-8D0B-C1EEE414F36C}" destId="{394CCBD0-D4F1-4FB8-8E8A-7D9B5A6DCB8F}" srcOrd="5" destOrd="0" presId="urn:microsoft.com/office/officeart/2005/8/layout/vList2"/>
    <dgm:cxn modelId="{1FF1E77B-80C9-4D99-90CC-25921343F52F}" type="presParOf" srcId="{FA2B242B-8379-4FBB-8D0B-C1EEE414F36C}" destId="{4164BC69-CC24-4A2A-8BE5-403CF892A9A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F22A70CE-AFC1-4C5D-9F8D-7BD70CDC79D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844A337-280E-4CDF-B60B-23E0DB9E477F}">
      <dgm:prSet/>
      <dgm:spPr/>
      <dgm:t>
        <a:bodyPr/>
        <a:lstStyle/>
        <a:p>
          <a:r>
            <a:rPr lang="uk-UA" b="0" i="0"/>
            <a:t>формування основ планової, командно-адміністративної економіки</a:t>
          </a:r>
          <a:endParaRPr lang="uk-UA"/>
        </a:p>
      </dgm:t>
    </dgm:pt>
    <dgm:pt modelId="{5C1149F3-C63E-4902-ABE1-BC21A6FDA900}" type="parTrans" cxnId="{731F80C9-777C-4DDF-9597-94914BE88D7D}">
      <dgm:prSet/>
      <dgm:spPr/>
      <dgm:t>
        <a:bodyPr/>
        <a:lstStyle/>
        <a:p>
          <a:endParaRPr lang="uk-UA"/>
        </a:p>
      </dgm:t>
    </dgm:pt>
    <dgm:pt modelId="{66CDDE70-B4D6-4659-9707-324F93D6A00D}" type="sibTrans" cxnId="{731F80C9-777C-4DDF-9597-94914BE88D7D}">
      <dgm:prSet/>
      <dgm:spPr/>
      <dgm:t>
        <a:bodyPr/>
        <a:lstStyle/>
        <a:p>
          <a:endParaRPr lang="uk-UA"/>
        </a:p>
      </dgm:t>
    </dgm:pt>
    <dgm:pt modelId="{29FDA8CE-AFD1-44F5-A48E-3BB102C1CBB5}">
      <dgm:prSet/>
      <dgm:spPr/>
      <dgm:t>
        <a:bodyPr/>
        <a:lstStyle/>
        <a:p>
          <a:r>
            <a:rPr lang="uk-UA" b="0" i="0"/>
            <a:t>ведення державного широкомасштабного індустріального житлового будівництва</a:t>
          </a:r>
          <a:endParaRPr lang="uk-UA"/>
        </a:p>
      </dgm:t>
    </dgm:pt>
    <dgm:pt modelId="{7C98B0E1-E307-47CA-B98F-B7A400328209}" type="parTrans" cxnId="{5E711D08-5D4F-4E60-9916-38B71AAC2A37}">
      <dgm:prSet/>
      <dgm:spPr/>
      <dgm:t>
        <a:bodyPr/>
        <a:lstStyle/>
        <a:p>
          <a:endParaRPr lang="uk-UA"/>
        </a:p>
      </dgm:t>
    </dgm:pt>
    <dgm:pt modelId="{3C7D8676-1511-4A60-9CD5-FFB8FF3DF5FB}" type="sibTrans" cxnId="{5E711D08-5D4F-4E60-9916-38B71AAC2A37}">
      <dgm:prSet/>
      <dgm:spPr/>
      <dgm:t>
        <a:bodyPr/>
        <a:lstStyle/>
        <a:p>
          <a:endParaRPr lang="uk-UA"/>
        </a:p>
      </dgm:t>
    </dgm:pt>
    <dgm:pt modelId="{FB39555C-6DD0-4BF0-922A-57B9EFE0FEE2}">
      <dgm:prSet/>
      <dgm:spPr/>
      <dgm:t>
        <a:bodyPr/>
        <a:lstStyle/>
        <a:p>
          <a:r>
            <a:rPr lang="uk-UA" b="0" i="0"/>
            <a:t>запровадження національної грошової одиниці — гривні</a:t>
          </a:r>
          <a:endParaRPr lang="uk-UA"/>
        </a:p>
      </dgm:t>
    </dgm:pt>
    <dgm:pt modelId="{575EB4E5-120C-4489-9390-BE1B90E78EC0}" type="parTrans" cxnId="{BA261303-5689-43F1-8600-1FD5EBBB7A43}">
      <dgm:prSet/>
      <dgm:spPr/>
      <dgm:t>
        <a:bodyPr/>
        <a:lstStyle/>
        <a:p>
          <a:endParaRPr lang="uk-UA"/>
        </a:p>
      </dgm:t>
    </dgm:pt>
    <dgm:pt modelId="{5DA4C9EB-53FB-47F4-9006-83A47A86E266}" type="sibTrans" cxnId="{BA261303-5689-43F1-8600-1FD5EBBB7A43}">
      <dgm:prSet/>
      <dgm:spPr/>
      <dgm:t>
        <a:bodyPr/>
        <a:lstStyle/>
        <a:p>
          <a:endParaRPr lang="uk-UA"/>
        </a:p>
      </dgm:t>
    </dgm:pt>
    <dgm:pt modelId="{5A222C11-E0D2-4505-85C7-CEDD6FF76A75}" type="pres">
      <dgm:prSet presAssocID="{F22A70CE-AFC1-4C5D-9F8D-7BD70CDC79DF}" presName="linear" presStyleCnt="0">
        <dgm:presLayoutVars>
          <dgm:animLvl val="lvl"/>
          <dgm:resizeHandles val="exact"/>
        </dgm:presLayoutVars>
      </dgm:prSet>
      <dgm:spPr/>
    </dgm:pt>
    <dgm:pt modelId="{601E649E-2A60-49C6-9B0C-5A60CE7CD5D7}" type="pres">
      <dgm:prSet presAssocID="{D844A337-280E-4CDF-B60B-23E0DB9E477F}" presName="parentText" presStyleLbl="node1" presStyleIdx="0" presStyleCnt="3">
        <dgm:presLayoutVars>
          <dgm:chMax val="0"/>
          <dgm:bulletEnabled val="1"/>
        </dgm:presLayoutVars>
      </dgm:prSet>
      <dgm:spPr/>
    </dgm:pt>
    <dgm:pt modelId="{03B5758D-887F-4F56-A00E-DD38561CF8D6}" type="pres">
      <dgm:prSet presAssocID="{66CDDE70-B4D6-4659-9707-324F93D6A00D}" presName="spacer" presStyleCnt="0"/>
      <dgm:spPr/>
    </dgm:pt>
    <dgm:pt modelId="{773EE2FC-94BE-4667-B13F-92A71E97BB67}" type="pres">
      <dgm:prSet presAssocID="{29FDA8CE-AFD1-44F5-A48E-3BB102C1CBB5}" presName="parentText" presStyleLbl="node1" presStyleIdx="1" presStyleCnt="3">
        <dgm:presLayoutVars>
          <dgm:chMax val="0"/>
          <dgm:bulletEnabled val="1"/>
        </dgm:presLayoutVars>
      </dgm:prSet>
      <dgm:spPr/>
    </dgm:pt>
    <dgm:pt modelId="{F9122809-B32F-4941-BE67-145110165AF6}" type="pres">
      <dgm:prSet presAssocID="{3C7D8676-1511-4A60-9CD5-FFB8FF3DF5FB}" presName="spacer" presStyleCnt="0"/>
      <dgm:spPr/>
    </dgm:pt>
    <dgm:pt modelId="{F61AF4C7-A534-438E-9C77-B965751CEE28}" type="pres">
      <dgm:prSet presAssocID="{FB39555C-6DD0-4BF0-922A-57B9EFE0FEE2}" presName="parentText" presStyleLbl="node1" presStyleIdx="2" presStyleCnt="3">
        <dgm:presLayoutVars>
          <dgm:chMax val="0"/>
          <dgm:bulletEnabled val="1"/>
        </dgm:presLayoutVars>
      </dgm:prSet>
      <dgm:spPr/>
    </dgm:pt>
  </dgm:ptLst>
  <dgm:cxnLst>
    <dgm:cxn modelId="{BA261303-5689-43F1-8600-1FD5EBBB7A43}" srcId="{F22A70CE-AFC1-4C5D-9F8D-7BD70CDC79DF}" destId="{FB39555C-6DD0-4BF0-922A-57B9EFE0FEE2}" srcOrd="2" destOrd="0" parTransId="{575EB4E5-120C-4489-9390-BE1B90E78EC0}" sibTransId="{5DA4C9EB-53FB-47F4-9006-83A47A86E266}"/>
    <dgm:cxn modelId="{5E711D08-5D4F-4E60-9916-38B71AAC2A37}" srcId="{F22A70CE-AFC1-4C5D-9F8D-7BD70CDC79DF}" destId="{29FDA8CE-AFD1-44F5-A48E-3BB102C1CBB5}" srcOrd="1" destOrd="0" parTransId="{7C98B0E1-E307-47CA-B98F-B7A400328209}" sibTransId="{3C7D8676-1511-4A60-9CD5-FFB8FF3DF5FB}"/>
    <dgm:cxn modelId="{1CAAFB4C-455F-4623-85F7-60FF5535D477}" type="presOf" srcId="{F22A70CE-AFC1-4C5D-9F8D-7BD70CDC79DF}" destId="{5A222C11-E0D2-4505-85C7-CEDD6FF76A75}" srcOrd="0" destOrd="0" presId="urn:microsoft.com/office/officeart/2005/8/layout/vList2"/>
    <dgm:cxn modelId="{7FBBE99F-A2A6-4A91-BF22-7A5C66C8907B}" type="presOf" srcId="{FB39555C-6DD0-4BF0-922A-57B9EFE0FEE2}" destId="{F61AF4C7-A534-438E-9C77-B965751CEE28}" srcOrd="0" destOrd="0" presId="urn:microsoft.com/office/officeart/2005/8/layout/vList2"/>
    <dgm:cxn modelId="{A4672CAE-C85C-43AE-AB4E-F2B5E8FBB1B4}" type="presOf" srcId="{29FDA8CE-AFD1-44F5-A48E-3BB102C1CBB5}" destId="{773EE2FC-94BE-4667-B13F-92A71E97BB67}" srcOrd="0" destOrd="0" presId="urn:microsoft.com/office/officeart/2005/8/layout/vList2"/>
    <dgm:cxn modelId="{3B5A53BB-8ECD-4DD5-B601-766F05B38682}" type="presOf" srcId="{D844A337-280E-4CDF-B60B-23E0DB9E477F}" destId="{601E649E-2A60-49C6-9B0C-5A60CE7CD5D7}" srcOrd="0" destOrd="0" presId="urn:microsoft.com/office/officeart/2005/8/layout/vList2"/>
    <dgm:cxn modelId="{731F80C9-777C-4DDF-9597-94914BE88D7D}" srcId="{F22A70CE-AFC1-4C5D-9F8D-7BD70CDC79DF}" destId="{D844A337-280E-4CDF-B60B-23E0DB9E477F}" srcOrd="0" destOrd="0" parTransId="{5C1149F3-C63E-4902-ABE1-BC21A6FDA900}" sibTransId="{66CDDE70-B4D6-4659-9707-324F93D6A00D}"/>
    <dgm:cxn modelId="{6FE0FE4E-EC08-45EB-A93A-68128404FFCA}" type="presParOf" srcId="{5A222C11-E0D2-4505-85C7-CEDD6FF76A75}" destId="{601E649E-2A60-49C6-9B0C-5A60CE7CD5D7}" srcOrd="0" destOrd="0" presId="urn:microsoft.com/office/officeart/2005/8/layout/vList2"/>
    <dgm:cxn modelId="{56A47EC3-8745-443D-9977-D1289461BDB1}" type="presParOf" srcId="{5A222C11-E0D2-4505-85C7-CEDD6FF76A75}" destId="{03B5758D-887F-4F56-A00E-DD38561CF8D6}" srcOrd="1" destOrd="0" presId="urn:microsoft.com/office/officeart/2005/8/layout/vList2"/>
    <dgm:cxn modelId="{E2CC2286-E8EE-4BA6-9330-89977B328E82}" type="presParOf" srcId="{5A222C11-E0D2-4505-85C7-CEDD6FF76A75}" destId="{773EE2FC-94BE-4667-B13F-92A71E97BB67}" srcOrd="2" destOrd="0" presId="urn:microsoft.com/office/officeart/2005/8/layout/vList2"/>
    <dgm:cxn modelId="{FDD06CE9-C1CA-4561-AE27-8073F3E346BA}" type="presParOf" srcId="{5A222C11-E0D2-4505-85C7-CEDD6FF76A75}" destId="{F9122809-B32F-4941-BE67-145110165AF6}" srcOrd="3" destOrd="0" presId="urn:microsoft.com/office/officeart/2005/8/layout/vList2"/>
    <dgm:cxn modelId="{8BFD91C5-C41F-499F-9CD7-5449ADD31906}" type="presParOf" srcId="{5A222C11-E0D2-4505-85C7-CEDD6FF76A75}" destId="{F61AF4C7-A534-438E-9C77-B965751CEE2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1D1B03EF-70A7-4C9E-A58B-A22600C4F0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958EEA1-E0AD-4A25-B579-356CDE9C9665}">
      <dgm:prSet/>
      <dgm:spPr/>
      <dgm:t>
        <a:bodyPr/>
        <a:lstStyle/>
        <a:p>
          <a:r>
            <a:rPr lang="ru-RU" b="0" i="0"/>
            <a:t>установлення державної монополії на зовнішню торгівлю</a:t>
          </a:r>
          <a:endParaRPr lang="uk-UA"/>
        </a:p>
      </dgm:t>
    </dgm:pt>
    <dgm:pt modelId="{EEBBB7F9-4CF3-4A3C-A91A-2C796BC2B62F}" type="parTrans" cxnId="{36F2EA9A-F7DA-4DD8-B6D2-152964910B01}">
      <dgm:prSet/>
      <dgm:spPr/>
      <dgm:t>
        <a:bodyPr/>
        <a:lstStyle/>
        <a:p>
          <a:endParaRPr lang="uk-UA"/>
        </a:p>
      </dgm:t>
    </dgm:pt>
    <dgm:pt modelId="{A2EC4A5F-8CDD-4425-AF3E-14E69B084C2D}" type="sibTrans" cxnId="{36F2EA9A-F7DA-4DD8-B6D2-152964910B01}">
      <dgm:prSet/>
      <dgm:spPr/>
      <dgm:t>
        <a:bodyPr/>
        <a:lstStyle/>
        <a:p>
          <a:endParaRPr lang="uk-UA"/>
        </a:p>
      </dgm:t>
    </dgm:pt>
    <dgm:pt modelId="{0A4794E7-1F65-41DA-B831-3343E6D559DE}">
      <dgm:prSet/>
      <dgm:spPr/>
      <dgm:t>
        <a:bodyPr/>
        <a:lstStyle/>
        <a:p>
          <a:r>
            <a:rPr lang="ru-RU" b="0" i="0"/>
            <a:t>проведення приватизації майна державних підприємств</a:t>
          </a:r>
          <a:endParaRPr lang="uk-UA"/>
        </a:p>
      </dgm:t>
    </dgm:pt>
    <dgm:pt modelId="{63CC94ED-87CA-4E4E-8050-4C4B88ADA65D}" type="parTrans" cxnId="{06733E5F-3230-489B-867D-E4E5FE913822}">
      <dgm:prSet/>
      <dgm:spPr/>
      <dgm:t>
        <a:bodyPr/>
        <a:lstStyle/>
        <a:p>
          <a:endParaRPr lang="uk-UA"/>
        </a:p>
      </dgm:t>
    </dgm:pt>
    <dgm:pt modelId="{22D5724D-4FB7-4685-833A-1AA2226508ED}" type="sibTrans" cxnId="{06733E5F-3230-489B-867D-E4E5FE913822}">
      <dgm:prSet/>
      <dgm:spPr/>
      <dgm:t>
        <a:bodyPr/>
        <a:lstStyle/>
        <a:p>
          <a:endParaRPr lang="uk-UA"/>
        </a:p>
      </dgm:t>
    </dgm:pt>
    <dgm:pt modelId="{483C46B4-6CA6-4362-8407-C874B6C0CE4A}">
      <dgm:prSet/>
      <dgm:spPr/>
      <dgm:t>
        <a:bodyPr/>
        <a:lstStyle/>
        <a:p>
          <a:r>
            <a:rPr lang="ru-RU" b="0" i="0"/>
            <a:t>установлення «твердих» державних цін на товари широкого вжитку</a:t>
          </a:r>
          <a:endParaRPr lang="uk-UA"/>
        </a:p>
      </dgm:t>
    </dgm:pt>
    <dgm:pt modelId="{BE85048C-B5DA-4D9B-9CAF-6F6399E7A845}" type="parTrans" cxnId="{A4051F07-6D8F-4392-A129-EFE8B0651278}">
      <dgm:prSet/>
      <dgm:spPr/>
      <dgm:t>
        <a:bodyPr/>
        <a:lstStyle/>
        <a:p>
          <a:endParaRPr lang="uk-UA"/>
        </a:p>
      </dgm:t>
    </dgm:pt>
    <dgm:pt modelId="{176621F5-20D9-49EF-8203-9A347C911E3D}" type="sibTrans" cxnId="{A4051F07-6D8F-4392-A129-EFE8B0651278}">
      <dgm:prSet/>
      <dgm:spPr/>
      <dgm:t>
        <a:bodyPr/>
        <a:lstStyle/>
        <a:p>
          <a:endParaRPr lang="uk-UA"/>
        </a:p>
      </dgm:t>
    </dgm:pt>
    <dgm:pt modelId="{20856795-A6F5-43B2-B8C4-A4881E97ACC0}">
      <dgm:prSet/>
      <dgm:spPr/>
      <dgm:t>
        <a:bodyPr/>
        <a:lstStyle/>
        <a:p>
          <a:r>
            <a:rPr lang="ru-RU" b="0" i="0"/>
            <a:t>розпаювання сільськогосподарських земель колективної та державної форм власності</a:t>
          </a:r>
          <a:endParaRPr lang="uk-UA"/>
        </a:p>
      </dgm:t>
    </dgm:pt>
    <dgm:pt modelId="{725F36EF-7E75-4F2C-AD00-3204C4958F4C}" type="parTrans" cxnId="{1436DAC4-AC7A-4543-9FA5-48C40301DB95}">
      <dgm:prSet/>
      <dgm:spPr/>
      <dgm:t>
        <a:bodyPr/>
        <a:lstStyle/>
        <a:p>
          <a:endParaRPr lang="uk-UA"/>
        </a:p>
      </dgm:t>
    </dgm:pt>
    <dgm:pt modelId="{47EA1270-2458-4390-8ED0-8656F7AB3EA3}" type="sibTrans" cxnId="{1436DAC4-AC7A-4543-9FA5-48C40301DB95}">
      <dgm:prSet/>
      <dgm:spPr/>
      <dgm:t>
        <a:bodyPr/>
        <a:lstStyle/>
        <a:p>
          <a:endParaRPr lang="uk-UA"/>
        </a:p>
      </dgm:t>
    </dgm:pt>
    <dgm:pt modelId="{B6BF7E0D-B679-4266-B73E-04E3C17E0AFA}" type="pres">
      <dgm:prSet presAssocID="{1D1B03EF-70A7-4C9E-A58B-A22600C4F09A}" presName="linear" presStyleCnt="0">
        <dgm:presLayoutVars>
          <dgm:animLvl val="lvl"/>
          <dgm:resizeHandles val="exact"/>
        </dgm:presLayoutVars>
      </dgm:prSet>
      <dgm:spPr/>
    </dgm:pt>
    <dgm:pt modelId="{5CA35DAD-86E4-4955-9411-CEAF76FDFAE9}" type="pres">
      <dgm:prSet presAssocID="{D958EEA1-E0AD-4A25-B579-356CDE9C9665}" presName="parentText" presStyleLbl="node1" presStyleIdx="0" presStyleCnt="4">
        <dgm:presLayoutVars>
          <dgm:chMax val="0"/>
          <dgm:bulletEnabled val="1"/>
        </dgm:presLayoutVars>
      </dgm:prSet>
      <dgm:spPr/>
    </dgm:pt>
    <dgm:pt modelId="{F00B7B05-17B4-45AE-820E-60DADCC15195}" type="pres">
      <dgm:prSet presAssocID="{A2EC4A5F-8CDD-4425-AF3E-14E69B084C2D}" presName="spacer" presStyleCnt="0"/>
      <dgm:spPr/>
    </dgm:pt>
    <dgm:pt modelId="{60B457B2-32D8-4F18-A1BE-CFCF5B84C2A3}" type="pres">
      <dgm:prSet presAssocID="{0A4794E7-1F65-41DA-B831-3343E6D559DE}" presName="parentText" presStyleLbl="node1" presStyleIdx="1" presStyleCnt="4">
        <dgm:presLayoutVars>
          <dgm:chMax val="0"/>
          <dgm:bulletEnabled val="1"/>
        </dgm:presLayoutVars>
      </dgm:prSet>
      <dgm:spPr/>
    </dgm:pt>
    <dgm:pt modelId="{DFEBB404-109A-4FCD-9D81-9628CCF3F387}" type="pres">
      <dgm:prSet presAssocID="{22D5724D-4FB7-4685-833A-1AA2226508ED}" presName="spacer" presStyleCnt="0"/>
      <dgm:spPr/>
    </dgm:pt>
    <dgm:pt modelId="{9E180F16-1757-4061-9036-1F0B74FC4F66}" type="pres">
      <dgm:prSet presAssocID="{483C46B4-6CA6-4362-8407-C874B6C0CE4A}" presName="parentText" presStyleLbl="node1" presStyleIdx="2" presStyleCnt="4">
        <dgm:presLayoutVars>
          <dgm:chMax val="0"/>
          <dgm:bulletEnabled val="1"/>
        </dgm:presLayoutVars>
      </dgm:prSet>
      <dgm:spPr/>
    </dgm:pt>
    <dgm:pt modelId="{8C3681DB-044C-46FF-A780-7443FD7C35CF}" type="pres">
      <dgm:prSet presAssocID="{176621F5-20D9-49EF-8203-9A347C911E3D}" presName="spacer" presStyleCnt="0"/>
      <dgm:spPr/>
    </dgm:pt>
    <dgm:pt modelId="{6D9864DF-345E-4D21-955A-CAB02F042787}" type="pres">
      <dgm:prSet presAssocID="{20856795-A6F5-43B2-B8C4-A4881E97ACC0}" presName="parentText" presStyleLbl="node1" presStyleIdx="3" presStyleCnt="4">
        <dgm:presLayoutVars>
          <dgm:chMax val="0"/>
          <dgm:bulletEnabled val="1"/>
        </dgm:presLayoutVars>
      </dgm:prSet>
      <dgm:spPr/>
    </dgm:pt>
  </dgm:ptLst>
  <dgm:cxnLst>
    <dgm:cxn modelId="{A4051F07-6D8F-4392-A129-EFE8B0651278}" srcId="{1D1B03EF-70A7-4C9E-A58B-A22600C4F09A}" destId="{483C46B4-6CA6-4362-8407-C874B6C0CE4A}" srcOrd="2" destOrd="0" parTransId="{BE85048C-B5DA-4D9B-9CAF-6F6399E7A845}" sibTransId="{176621F5-20D9-49EF-8203-9A347C911E3D}"/>
    <dgm:cxn modelId="{06733E5F-3230-489B-867D-E4E5FE913822}" srcId="{1D1B03EF-70A7-4C9E-A58B-A22600C4F09A}" destId="{0A4794E7-1F65-41DA-B831-3343E6D559DE}" srcOrd="1" destOrd="0" parTransId="{63CC94ED-87CA-4E4E-8050-4C4B88ADA65D}" sibTransId="{22D5724D-4FB7-4685-833A-1AA2226508ED}"/>
    <dgm:cxn modelId="{C8D7EB74-14AA-438B-97C0-75A1DA70F006}" type="presOf" srcId="{20856795-A6F5-43B2-B8C4-A4881E97ACC0}" destId="{6D9864DF-345E-4D21-955A-CAB02F042787}" srcOrd="0" destOrd="0" presId="urn:microsoft.com/office/officeart/2005/8/layout/vList2"/>
    <dgm:cxn modelId="{36F2EA9A-F7DA-4DD8-B6D2-152964910B01}" srcId="{1D1B03EF-70A7-4C9E-A58B-A22600C4F09A}" destId="{D958EEA1-E0AD-4A25-B579-356CDE9C9665}" srcOrd="0" destOrd="0" parTransId="{EEBBB7F9-4CF3-4A3C-A91A-2C796BC2B62F}" sibTransId="{A2EC4A5F-8CDD-4425-AF3E-14E69B084C2D}"/>
    <dgm:cxn modelId="{1436DAC4-AC7A-4543-9FA5-48C40301DB95}" srcId="{1D1B03EF-70A7-4C9E-A58B-A22600C4F09A}" destId="{20856795-A6F5-43B2-B8C4-A4881E97ACC0}" srcOrd="3" destOrd="0" parTransId="{725F36EF-7E75-4F2C-AD00-3204C4958F4C}" sibTransId="{47EA1270-2458-4390-8ED0-8656F7AB3EA3}"/>
    <dgm:cxn modelId="{150213C7-CAFF-4519-9F38-AB564E73D2E5}" type="presOf" srcId="{1D1B03EF-70A7-4C9E-A58B-A22600C4F09A}" destId="{B6BF7E0D-B679-4266-B73E-04E3C17E0AFA}" srcOrd="0" destOrd="0" presId="urn:microsoft.com/office/officeart/2005/8/layout/vList2"/>
    <dgm:cxn modelId="{582949CE-1063-4033-B6BE-0EDE063B15FA}" type="presOf" srcId="{483C46B4-6CA6-4362-8407-C874B6C0CE4A}" destId="{9E180F16-1757-4061-9036-1F0B74FC4F66}" srcOrd="0" destOrd="0" presId="urn:microsoft.com/office/officeart/2005/8/layout/vList2"/>
    <dgm:cxn modelId="{0DAEACDC-B409-4752-B1A9-83474C2699B7}" type="presOf" srcId="{0A4794E7-1F65-41DA-B831-3343E6D559DE}" destId="{60B457B2-32D8-4F18-A1BE-CFCF5B84C2A3}" srcOrd="0" destOrd="0" presId="urn:microsoft.com/office/officeart/2005/8/layout/vList2"/>
    <dgm:cxn modelId="{67349FF6-F2A1-40D2-83F8-0C164A20685A}" type="presOf" srcId="{D958EEA1-E0AD-4A25-B579-356CDE9C9665}" destId="{5CA35DAD-86E4-4955-9411-CEAF76FDFAE9}" srcOrd="0" destOrd="0" presId="urn:microsoft.com/office/officeart/2005/8/layout/vList2"/>
    <dgm:cxn modelId="{AAB9ED1D-73EA-43D3-90BF-13EC88248657}" type="presParOf" srcId="{B6BF7E0D-B679-4266-B73E-04E3C17E0AFA}" destId="{5CA35DAD-86E4-4955-9411-CEAF76FDFAE9}" srcOrd="0" destOrd="0" presId="urn:microsoft.com/office/officeart/2005/8/layout/vList2"/>
    <dgm:cxn modelId="{7A2BFD93-05C6-420B-831F-A57569499E5F}" type="presParOf" srcId="{B6BF7E0D-B679-4266-B73E-04E3C17E0AFA}" destId="{F00B7B05-17B4-45AE-820E-60DADCC15195}" srcOrd="1" destOrd="0" presId="urn:microsoft.com/office/officeart/2005/8/layout/vList2"/>
    <dgm:cxn modelId="{1FA632B2-C793-4CC0-B4B4-3444074363A3}" type="presParOf" srcId="{B6BF7E0D-B679-4266-B73E-04E3C17E0AFA}" destId="{60B457B2-32D8-4F18-A1BE-CFCF5B84C2A3}" srcOrd="2" destOrd="0" presId="urn:microsoft.com/office/officeart/2005/8/layout/vList2"/>
    <dgm:cxn modelId="{AE071556-1400-4D03-9ACB-3DE4F28BB5C2}" type="presParOf" srcId="{B6BF7E0D-B679-4266-B73E-04E3C17E0AFA}" destId="{DFEBB404-109A-4FCD-9D81-9628CCF3F387}" srcOrd="3" destOrd="0" presId="urn:microsoft.com/office/officeart/2005/8/layout/vList2"/>
    <dgm:cxn modelId="{821673AA-6C36-4C50-9C75-8E61CD81C92F}" type="presParOf" srcId="{B6BF7E0D-B679-4266-B73E-04E3C17E0AFA}" destId="{9E180F16-1757-4061-9036-1F0B74FC4F66}" srcOrd="4" destOrd="0" presId="urn:microsoft.com/office/officeart/2005/8/layout/vList2"/>
    <dgm:cxn modelId="{E11B3BE4-3399-4A86-B696-EF527B5FFC55}" type="presParOf" srcId="{B6BF7E0D-B679-4266-B73E-04E3C17E0AFA}" destId="{8C3681DB-044C-46FF-A780-7443FD7C35CF}" srcOrd="5" destOrd="0" presId="urn:microsoft.com/office/officeart/2005/8/layout/vList2"/>
    <dgm:cxn modelId="{758F0936-1ABF-41F7-998D-3E0F57FA0379}" type="presParOf" srcId="{B6BF7E0D-B679-4266-B73E-04E3C17E0AFA}" destId="{6D9864DF-345E-4D21-955A-CAB02F042787}"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F38E313C-301B-4D64-AB29-B4256BAF56B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703E7DD-FECD-4C41-B230-EAF24822236F}">
      <dgm:prSet/>
      <dgm:spPr/>
      <dgm:t>
        <a:bodyPr/>
        <a:lstStyle/>
        <a:p>
          <a:r>
            <a:rPr lang="uk-UA" b="0" i="0"/>
            <a:t>прискорення роздержавлення економіки.</a:t>
          </a:r>
          <a:endParaRPr lang="uk-UA"/>
        </a:p>
      </dgm:t>
    </dgm:pt>
    <dgm:pt modelId="{F809848C-DC06-422D-BBB7-7A16E36E9FEB}" type="parTrans" cxnId="{5D48EA9B-FC96-41E3-AC3A-4011144C0B0B}">
      <dgm:prSet/>
      <dgm:spPr/>
      <dgm:t>
        <a:bodyPr/>
        <a:lstStyle/>
        <a:p>
          <a:endParaRPr lang="uk-UA"/>
        </a:p>
      </dgm:t>
    </dgm:pt>
    <dgm:pt modelId="{0F5D4932-BFD2-4409-AA2B-CB7DC70FE2DA}" type="sibTrans" cxnId="{5D48EA9B-FC96-41E3-AC3A-4011144C0B0B}">
      <dgm:prSet/>
      <dgm:spPr/>
      <dgm:t>
        <a:bodyPr/>
        <a:lstStyle/>
        <a:p>
          <a:endParaRPr lang="uk-UA"/>
        </a:p>
      </dgm:t>
    </dgm:pt>
    <dgm:pt modelId="{F03F4895-5128-4C5F-BDDD-63143D556C45}">
      <dgm:prSet/>
      <dgm:spPr/>
      <dgm:t>
        <a:bodyPr/>
        <a:lstStyle/>
        <a:p>
          <a:r>
            <a:rPr lang="uk-UA" b="0" i="0"/>
            <a:t>націоналізації великих підприємств.</a:t>
          </a:r>
          <a:endParaRPr lang="uk-UA"/>
        </a:p>
      </dgm:t>
    </dgm:pt>
    <dgm:pt modelId="{BD295CD7-48D9-4620-9545-1FAB048AFBE1}" type="parTrans" cxnId="{687B2F60-97CF-4690-89BC-6D2B92EC14DA}">
      <dgm:prSet/>
      <dgm:spPr/>
      <dgm:t>
        <a:bodyPr/>
        <a:lstStyle/>
        <a:p>
          <a:endParaRPr lang="uk-UA"/>
        </a:p>
      </dgm:t>
    </dgm:pt>
    <dgm:pt modelId="{C7D6C265-DDCD-49DB-B8DD-F4E45E3CFADA}" type="sibTrans" cxnId="{687B2F60-97CF-4690-89BC-6D2B92EC14DA}">
      <dgm:prSet/>
      <dgm:spPr/>
      <dgm:t>
        <a:bodyPr/>
        <a:lstStyle/>
        <a:p>
          <a:endParaRPr lang="uk-UA"/>
        </a:p>
      </dgm:t>
    </dgm:pt>
    <dgm:pt modelId="{701B6523-518F-454F-9D3D-6F8A3469AB5F}">
      <dgm:prSet/>
      <dgm:spPr/>
      <dgm:t>
        <a:bodyPr/>
        <a:lstStyle/>
        <a:p>
          <a:r>
            <a:rPr lang="uk-UA" b="0" i="0"/>
            <a:t>завершення монополізації господарства.</a:t>
          </a:r>
          <a:endParaRPr lang="uk-UA"/>
        </a:p>
      </dgm:t>
    </dgm:pt>
    <dgm:pt modelId="{901C4DFE-E52D-4419-9E83-9E49DC469B1D}" type="parTrans" cxnId="{37E46C42-B286-4BDC-823A-8379165EDD54}">
      <dgm:prSet/>
      <dgm:spPr/>
      <dgm:t>
        <a:bodyPr/>
        <a:lstStyle/>
        <a:p>
          <a:endParaRPr lang="uk-UA"/>
        </a:p>
      </dgm:t>
    </dgm:pt>
    <dgm:pt modelId="{E12CB1B3-DC90-4052-BF80-69A2C40832B8}" type="sibTrans" cxnId="{37E46C42-B286-4BDC-823A-8379165EDD54}">
      <dgm:prSet/>
      <dgm:spPr/>
      <dgm:t>
        <a:bodyPr/>
        <a:lstStyle/>
        <a:p>
          <a:endParaRPr lang="uk-UA"/>
        </a:p>
      </dgm:t>
    </dgm:pt>
    <dgm:pt modelId="{198A92B1-DDD7-472C-A4A6-E62233367416}">
      <dgm:prSet/>
      <dgm:spPr/>
      <dgm:t>
        <a:bodyPr/>
        <a:lstStyle/>
        <a:p>
          <a:r>
            <a:rPr lang="uk-UA" b="0" i="0"/>
            <a:t>формування вільних економічних зон.</a:t>
          </a:r>
          <a:endParaRPr lang="uk-UA"/>
        </a:p>
      </dgm:t>
    </dgm:pt>
    <dgm:pt modelId="{B8B4C8F6-D4D8-4A0A-9048-0664D305AB54}" type="parTrans" cxnId="{D0E20B6D-81CC-4258-A1C9-5A0776BFEDD1}">
      <dgm:prSet/>
      <dgm:spPr/>
      <dgm:t>
        <a:bodyPr/>
        <a:lstStyle/>
        <a:p>
          <a:endParaRPr lang="uk-UA"/>
        </a:p>
      </dgm:t>
    </dgm:pt>
    <dgm:pt modelId="{B4A11653-9C75-4EAD-B0B2-7388E034DC7F}" type="sibTrans" cxnId="{D0E20B6D-81CC-4258-A1C9-5A0776BFEDD1}">
      <dgm:prSet/>
      <dgm:spPr/>
      <dgm:t>
        <a:bodyPr/>
        <a:lstStyle/>
        <a:p>
          <a:endParaRPr lang="uk-UA"/>
        </a:p>
      </dgm:t>
    </dgm:pt>
    <dgm:pt modelId="{395D47EB-3A51-429F-B66B-FB885453C0A6}" type="pres">
      <dgm:prSet presAssocID="{F38E313C-301B-4D64-AB29-B4256BAF56BF}" presName="linear" presStyleCnt="0">
        <dgm:presLayoutVars>
          <dgm:animLvl val="lvl"/>
          <dgm:resizeHandles val="exact"/>
        </dgm:presLayoutVars>
      </dgm:prSet>
      <dgm:spPr/>
    </dgm:pt>
    <dgm:pt modelId="{03A0B71A-3E50-45A7-A378-41CE9B4E4989}" type="pres">
      <dgm:prSet presAssocID="{9703E7DD-FECD-4C41-B230-EAF24822236F}" presName="parentText" presStyleLbl="node1" presStyleIdx="0" presStyleCnt="4">
        <dgm:presLayoutVars>
          <dgm:chMax val="0"/>
          <dgm:bulletEnabled val="1"/>
        </dgm:presLayoutVars>
      </dgm:prSet>
      <dgm:spPr/>
    </dgm:pt>
    <dgm:pt modelId="{7AB6F0B2-5125-4893-A341-968AD8E314F1}" type="pres">
      <dgm:prSet presAssocID="{0F5D4932-BFD2-4409-AA2B-CB7DC70FE2DA}" presName="spacer" presStyleCnt="0"/>
      <dgm:spPr/>
    </dgm:pt>
    <dgm:pt modelId="{9260DAA1-4ECF-4ADA-A97E-70BD9FF37F84}" type="pres">
      <dgm:prSet presAssocID="{F03F4895-5128-4C5F-BDDD-63143D556C45}" presName="parentText" presStyleLbl="node1" presStyleIdx="1" presStyleCnt="4">
        <dgm:presLayoutVars>
          <dgm:chMax val="0"/>
          <dgm:bulletEnabled val="1"/>
        </dgm:presLayoutVars>
      </dgm:prSet>
      <dgm:spPr/>
    </dgm:pt>
    <dgm:pt modelId="{44DB9CA7-0676-473F-8C3D-6494D019277E}" type="pres">
      <dgm:prSet presAssocID="{C7D6C265-DDCD-49DB-B8DD-F4E45E3CFADA}" presName="spacer" presStyleCnt="0"/>
      <dgm:spPr/>
    </dgm:pt>
    <dgm:pt modelId="{4FC95019-78BA-43A3-BDCE-10D4B55FAA18}" type="pres">
      <dgm:prSet presAssocID="{701B6523-518F-454F-9D3D-6F8A3469AB5F}" presName="parentText" presStyleLbl="node1" presStyleIdx="2" presStyleCnt="4">
        <dgm:presLayoutVars>
          <dgm:chMax val="0"/>
          <dgm:bulletEnabled val="1"/>
        </dgm:presLayoutVars>
      </dgm:prSet>
      <dgm:spPr/>
    </dgm:pt>
    <dgm:pt modelId="{7C298016-B07F-498A-8C1D-568E1D73E522}" type="pres">
      <dgm:prSet presAssocID="{E12CB1B3-DC90-4052-BF80-69A2C40832B8}" presName="spacer" presStyleCnt="0"/>
      <dgm:spPr/>
    </dgm:pt>
    <dgm:pt modelId="{FF26BC97-1850-4213-B0E1-3AA7BA958452}" type="pres">
      <dgm:prSet presAssocID="{198A92B1-DDD7-472C-A4A6-E62233367416}" presName="parentText" presStyleLbl="node1" presStyleIdx="3" presStyleCnt="4">
        <dgm:presLayoutVars>
          <dgm:chMax val="0"/>
          <dgm:bulletEnabled val="1"/>
        </dgm:presLayoutVars>
      </dgm:prSet>
      <dgm:spPr/>
    </dgm:pt>
  </dgm:ptLst>
  <dgm:cxnLst>
    <dgm:cxn modelId="{687B2F60-97CF-4690-89BC-6D2B92EC14DA}" srcId="{F38E313C-301B-4D64-AB29-B4256BAF56BF}" destId="{F03F4895-5128-4C5F-BDDD-63143D556C45}" srcOrd="1" destOrd="0" parTransId="{BD295CD7-48D9-4620-9545-1FAB048AFBE1}" sibTransId="{C7D6C265-DDCD-49DB-B8DD-F4E45E3CFADA}"/>
    <dgm:cxn modelId="{37E46C42-B286-4BDC-823A-8379165EDD54}" srcId="{F38E313C-301B-4D64-AB29-B4256BAF56BF}" destId="{701B6523-518F-454F-9D3D-6F8A3469AB5F}" srcOrd="2" destOrd="0" parTransId="{901C4DFE-E52D-4419-9E83-9E49DC469B1D}" sibTransId="{E12CB1B3-DC90-4052-BF80-69A2C40832B8}"/>
    <dgm:cxn modelId="{D0E20B6D-81CC-4258-A1C9-5A0776BFEDD1}" srcId="{F38E313C-301B-4D64-AB29-B4256BAF56BF}" destId="{198A92B1-DDD7-472C-A4A6-E62233367416}" srcOrd="3" destOrd="0" parTransId="{B8B4C8F6-D4D8-4A0A-9048-0664D305AB54}" sibTransId="{B4A11653-9C75-4EAD-B0B2-7388E034DC7F}"/>
    <dgm:cxn modelId="{5D48EA9B-FC96-41E3-AC3A-4011144C0B0B}" srcId="{F38E313C-301B-4D64-AB29-B4256BAF56BF}" destId="{9703E7DD-FECD-4C41-B230-EAF24822236F}" srcOrd="0" destOrd="0" parTransId="{F809848C-DC06-422D-BBB7-7A16E36E9FEB}" sibTransId="{0F5D4932-BFD2-4409-AA2B-CB7DC70FE2DA}"/>
    <dgm:cxn modelId="{FAD674AA-3A75-4EA9-AE8C-C8A9752802BB}" type="presOf" srcId="{9703E7DD-FECD-4C41-B230-EAF24822236F}" destId="{03A0B71A-3E50-45A7-A378-41CE9B4E4989}" srcOrd="0" destOrd="0" presId="urn:microsoft.com/office/officeart/2005/8/layout/vList2"/>
    <dgm:cxn modelId="{E2861FAF-8BED-4F9D-90E5-E40A80067392}" type="presOf" srcId="{F38E313C-301B-4D64-AB29-B4256BAF56BF}" destId="{395D47EB-3A51-429F-B66B-FB885453C0A6}" srcOrd="0" destOrd="0" presId="urn:microsoft.com/office/officeart/2005/8/layout/vList2"/>
    <dgm:cxn modelId="{815AE3B3-3637-4AA3-A13B-C39D90EAB69A}" type="presOf" srcId="{701B6523-518F-454F-9D3D-6F8A3469AB5F}" destId="{4FC95019-78BA-43A3-BDCE-10D4B55FAA18}" srcOrd="0" destOrd="0" presId="urn:microsoft.com/office/officeart/2005/8/layout/vList2"/>
    <dgm:cxn modelId="{F3DC2ED6-B217-41E2-9139-B2467CA9D564}" type="presOf" srcId="{198A92B1-DDD7-472C-A4A6-E62233367416}" destId="{FF26BC97-1850-4213-B0E1-3AA7BA958452}" srcOrd="0" destOrd="0" presId="urn:microsoft.com/office/officeart/2005/8/layout/vList2"/>
    <dgm:cxn modelId="{0AF8B7E8-FB78-4BD2-89C2-2F045767F637}" type="presOf" srcId="{F03F4895-5128-4C5F-BDDD-63143D556C45}" destId="{9260DAA1-4ECF-4ADA-A97E-70BD9FF37F84}" srcOrd="0" destOrd="0" presId="urn:microsoft.com/office/officeart/2005/8/layout/vList2"/>
    <dgm:cxn modelId="{DAFD0543-6DA9-4F88-8D45-F5929E4D5A95}" type="presParOf" srcId="{395D47EB-3A51-429F-B66B-FB885453C0A6}" destId="{03A0B71A-3E50-45A7-A378-41CE9B4E4989}" srcOrd="0" destOrd="0" presId="urn:microsoft.com/office/officeart/2005/8/layout/vList2"/>
    <dgm:cxn modelId="{AF92C409-0D48-42DC-9336-6CF86E4B0388}" type="presParOf" srcId="{395D47EB-3A51-429F-B66B-FB885453C0A6}" destId="{7AB6F0B2-5125-4893-A341-968AD8E314F1}" srcOrd="1" destOrd="0" presId="urn:microsoft.com/office/officeart/2005/8/layout/vList2"/>
    <dgm:cxn modelId="{40A9364C-8CA3-47BE-B8EA-3AF93FC6E591}" type="presParOf" srcId="{395D47EB-3A51-429F-B66B-FB885453C0A6}" destId="{9260DAA1-4ECF-4ADA-A97E-70BD9FF37F84}" srcOrd="2" destOrd="0" presId="urn:microsoft.com/office/officeart/2005/8/layout/vList2"/>
    <dgm:cxn modelId="{49FB1F37-9534-4E6B-9F25-FF1422784A18}" type="presParOf" srcId="{395D47EB-3A51-429F-B66B-FB885453C0A6}" destId="{44DB9CA7-0676-473F-8C3D-6494D019277E}" srcOrd="3" destOrd="0" presId="urn:microsoft.com/office/officeart/2005/8/layout/vList2"/>
    <dgm:cxn modelId="{74D9A094-A8C6-4C32-984F-490E742F0675}" type="presParOf" srcId="{395D47EB-3A51-429F-B66B-FB885453C0A6}" destId="{4FC95019-78BA-43A3-BDCE-10D4B55FAA18}" srcOrd="4" destOrd="0" presId="urn:microsoft.com/office/officeart/2005/8/layout/vList2"/>
    <dgm:cxn modelId="{FD6EE567-6100-4899-99E9-8C770B3E867C}" type="presParOf" srcId="{395D47EB-3A51-429F-B66B-FB885453C0A6}" destId="{7C298016-B07F-498A-8C1D-568E1D73E522}" srcOrd="5" destOrd="0" presId="urn:microsoft.com/office/officeart/2005/8/layout/vList2"/>
    <dgm:cxn modelId="{D4FC29CF-7A40-4FA1-8AC5-F31D27C5E07A}" type="presParOf" srcId="{395D47EB-3A51-429F-B66B-FB885453C0A6}" destId="{FF26BC97-1850-4213-B0E1-3AA7BA95845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E63D7995-1CA0-4C94-BD6A-5D6F6B0882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74227E4-9EA9-41C6-9076-DAE574B9CE45}">
      <dgm:prSet/>
      <dgm:spPr/>
      <dgm:t>
        <a:bodyPr/>
        <a:lstStyle/>
        <a:p>
          <a:r>
            <a:rPr lang="uk-UA" b="0" i="0"/>
            <a:t>стрімке зростання цін на товари та послуги</a:t>
          </a:r>
          <a:endParaRPr lang="uk-UA"/>
        </a:p>
      </dgm:t>
    </dgm:pt>
    <dgm:pt modelId="{A5B415F7-0284-436A-A172-93C83FE8132C}" type="parTrans" cxnId="{83C4F567-4764-4E99-A993-4F14191A551A}">
      <dgm:prSet/>
      <dgm:spPr/>
      <dgm:t>
        <a:bodyPr/>
        <a:lstStyle/>
        <a:p>
          <a:endParaRPr lang="uk-UA"/>
        </a:p>
      </dgm:t>
    </dgm:pt>
    <dgm:pt modelId="{F24C1BA2-7421-4F41-897F-4583D7C822BB}" type="sibTrans" cxnId="{83C4F567-4764-4E99-A993-4F14191A551A}">
      <dgm:prSet/>
      <dgm:spPr/>
      <dgm:t>
        <a:bodyPr/>
        <a:lstStyle/>
        <a:p>
          <a:endParaRPr lang="uk-UA"/>
        </a:p>
      </dgm:t>
    </dgm:pt>
    <dgm:pt modelId="{38F64A0E-6BEA-4465-A4AE-14008A6E8E57}">
      <dgm:prSet/>
      <dgm:spPr/>
      <dgm:t>
        <a:bodyPr/>
        <a:lstStyle/>
        <a:p>
          <a:r>
            <a:rPr lang="uk-UA" b="0" i="0"/>
            <a:t>поступове зростання курсу національної валюти</a:t>
          </a:r>
          <a:endParaRPr lang="uk-UA"/>
        </a:p>
      </dgm:t>
    </dgm:pt>
    <dgm:pt modelId="{6B66D547-A94A-40D2-A0C9-AF76E36CC91F}" type="parTrans" cxnId="{C837026C-A630-499B-B2AD-0D72D1CB3551}">
      <dgm:prSet/>
      <dgm:spPr/>
      <dgm:t>
        <a:bodyPr/>
        <a:lstStyle/>
        <a:p>
          <a:endParaRPr lang="uk-UA"/>
        </a:p>
      </dgm:t>
    </dgm:pt>
    <dgm:pt modelId="{BF580104-8505-49D9-9580-7F0358E32637}" type="sibTrans" cxnId="{C837026C-A630-499B-B2AD-0D72D1CB3551}">
      <dgm:prSet/>
      <dgm:spPr/>
      <dgm:t>
        <a:bodyPr/>
        <a:lstStyle/>
        <a:p>
          <a:endParaRPr lang="uk-UA"/>
        </a:p>
      </dgm:t>
    </dgm:pt>
    <dgm:pt modelId="{65390B21-79F1-443B-914F-6C8F8AEF156E}">
      <dgm:prSet/>
      <dgm:spPr/>
      <dgm:t>
        <a:bodyPr/>
        <a:lstStyle/>
        <a:p>
          <a:r>
            <a:rPr lang="uk-UA" b="0" i="0"/>
            <a:t>значне збільшення реальних доходів населення</a:t>
          </a:r>
          <a:endParaRPr lang="uk-UA"/>
        </a:p>
      </dgm:t>
    </dgm:pt>
    <dgm:pt modelId="{C26B18BE-2CA4-4EF4-87EA-83C67E3EE69D}" type="parTrans" cxnId="{EA5F6118-A250-4669-9717-17E304232F0E}">
      <dgm:prSet/>
      <dgm:spPr/>
      <dgm:t>
        <a:bodyPr/>
        <a:lstStyle/>
        <a:p>
          <a:endParaRPr lang="uk-UA"/>
        </a:p>
      </dgm:t>
    </dgm:pt>
    <dgm:pt modelId="{4747DEF0-D9CA-4BAD-B5AC-3E4136A96A5C}" type="sibTrans" cxnId="{EA5F6118-A250-4669-9717-17E304232F0E}">
      <dgm:prSet/>
      <dgm:spPr/>
      <dgm:t>
        <a:bodyPr/>
        <a:lstStyle/>
        <a:p>
          <a:endParaRPr lang="uk-UA"/>
        </a:p>
      </dgm:t>
    </dgm:pt>
    <dgm:pt modelId="{01E2A740-755D-4621-8902-03A846549617}">
      <dgm:prSet/>
      <dgm:spPr/>
      <dgm:t>
        <a:bodyPr/>
        <a:lstStyle/>
        <a:p>
          <a:r>
            <a:rPr lang="uk-UA" b="0" i="0"/>
            <a:t>повільне збільшення надходжень від експорту</a:t>
          </a:r>
          <a:endParaRPr lang="uk-UA"/>
        </a:p>
      </dgm:t>
    </dgm:pt>
    <dgm:pt modelId="{CCCB3F2E-F823-429C-84FD-68C66D5AEB80}" type="parTrans" cxnId="{237AAD43-9F2D-4E68-886D-FA19F36202C9}">
      <dgm:prSet/>
      <dgm:spPr/>
      <dgm:t>
        <a:bodyPr/>
        <a:lstStyle/>
        <a:p>
          <a:endParaRPr lang="uk-UA"/>
        </a:p>
      </dgm:t>
    </dgm:pt>
    <dgm:pt modelId="{B0AA4581-377F-40BD-B889-E6DACF7D9AFA}" type="sibTrans" cxnId="{237AAD43-9F2D-4E68-886D-FA19F36202C9}">
      <dgm:prSet/>
      <dgm:spPr/>
      <dgm:t>
        <a:bodyPr/>
        <a:lstStyle/>
        <a:p>
          <a:endParaRPr lang="uk-UA"/>
        </a:p>
      </dgm:t>
    </dgm:pt>
    <dgm:pt modelId="{A2D76975-666B-42CD-8598-F6DEA7C23F5F}" type="pres">
      <dgm:prSet presAssocID="{E63D7995-1CA0-4C94-BD6A-5D6F6B08826A}" presName="linear" presStyleCnt="0">
        <dgm:presLayoutVars>
          <dgm:animLvl val="lvl"/>
          <dgm:resizeHandles val="exact"/>
        </dgm:presLayoutVars>
      </dgm:prSet>
      <dgm:spPr/>
    </dgm:pt>
    <dgm:pt modelId="{2D078DF4-742C-4926-BCC8-8015D6395C5C}" type="pres">
      <dgm:prSet presAssocID="{C74227E4-9EA9-41C6-9076-DAE574B9CE45}" presName="parentText" presStyleLbl="node1" presStyleIdx="0" presStyleCnt="4">
        <dgm:presLayoutVars>
          <dgm:chMax val="0"/>
          <dgm:bulletEnabled val="1"/>
        </dgm:presLayoutVars>
      </dgm:prSet>
      <dgm:spPr/>
    </dgm:pt>
    <dgm:pt modelId="{B3BEECF8-9565-44A6-BE54-610F23CF8EBD}" type="pres">
      <dgm:prSet presAssocID="{F24C1BA2-7421-4F41-897F-4583D7C822BB}" presName="spacer" presStyleCnt="0"/>
      <dgm:spPr/>
    </dgm:pt>
    <dgm:pt modelId="{D88CFD72-EFC5-4C12-9B92-B52612BC3411}" type="pres">
      <dgm:prSet presAssocID="{38F64A0E-6BEA-4465-A4AE-14008A6E8E57}" presName="parentText" presStyleLbl="node1" presStyleIdx="1" presStyleCnt="4">
        <dgm:presLayoutVars>
          <dgm:chMax val="0"/>
          <dgm:bulletEnabled val="1"/>
        </dgm:presLayoutVars>
      </dgm:prSet>
      <dgm:spPr/>
    </dgm:pt>
    <dgm:pt modelId="{BD5AAA56-83B2-40F7-A24E-8BC178785032}" type="pres">
      <dgm:prSet presAssocID="{BF580104-8505-49D9-9580-7F0358E32637}" presName="spacer" presStyleCnt="0"/>
      <dgm:spPr/>
    </dgm:pt>
    <dgm:pt modelId="{92B1E0E4-5DB9-431E-B877-DC621F06D50B}" type="pres">
      <dgm:prSet presAssocID="{65390B21-79F1-443B-914F-6C8F8AEF156E}" presName="parentText" presStyleLbl="node1" presStyleIdx="2" presStyleCnt="4">
        <dgm:presLayoutVars>
          <dgm:chMax val="0"/>
          <dgm:bulletEnabled val="1"/>
        </dgm:presLayoutVars>
      </dgm:prSet>
      <dgm:spPr/>
    </dgm:pt>
    <dgm:pt modelId="{50C4C700-24FF-4028-825A-4E6BEDF8A70D}" type="pres">
      <dgm:prSet presAssocID="{4747DEF0-D9CA-4BAD-B5AC-3E4136A96A5C}" presName="spacer" presStyleCnt="0"/>
      <dgm:spPr/>
    </dgm:pt>
    <dgm:pt modelId="{59973D99-3F2E-4691-8323-B6E84BA84415}" type="pres">
      <dgm:prSet presAssocID="{01E2A740-755D-4621-8902-03A846549617}" presName="parentText" presStyleLbl="node1" presStyleIdx="3" presStyleCnt="4">
        <dgm:presLayoutVars>
          <dgm:chMax val="0"/>
          <dgm:bulletEnabled val="1"/>
        </dgm:presLayoutVars>
      </dgm:prSet>
      <dgm:spPr/>
    </dgm:pt>
  </dgm:ptLst>
  <dgm:cxnLst>
    <dgm:cxn modelId="{EA5F6118-A250-4669-9717-17E304232F0E}" srcId="{E63D7995-1CA0-4C94-BD6A-5D6F6B08826A}" destId="{65390B21-79F1-443B-914F-6C8F8AEF156E}" srcOrd="2" destOrd="0" parTransId="{C26B18BE-2CA4-4EF4-87EA-83C67E3EE69D}" sibTransId="{4747DEF0-D9CA-4BAD-B5AC-3E4136A96A5C}"/>
    <dgm:cxn modelId="{6A29C724-FF9F-4792-B177-C9BAB9867655}" type="presOf" srcId="{E63D7995-1CA0-4C94-BD6A-5D6F6B08826A}" destId="{A2D76975-666B-42CD-8598-F6DEA7C23F5F}" srcOrd="0" destOrd="0" presId="urn:microsoft.com/office/officeart/2005/8/layout/vList2"/>
    <dgm:cxn modelId="{237AAD43-9F2D-4E68-886D-FA19F36202C9}" srcId="{E63D7995-1CA0-4C94-BD6A-5D6F6B08826A}" destId="{01E2A740-755D-4621-8902-03A846549617}" srcOrd="3" destOrd="0" parTransId="{CCCB3F2E-F823-429C-84FD-68C66D5AEB80}" sibTransId="{B0AA4581-377F-40BD-B889-E6DACF7D9AFA}"/>
    <dgm:cxn modelId="{83C4F567-4764-4E99-A993-4F14191A551A}" srcId="{E63D7995-1CA0-4C94-BD6A-5D6F6B08826A}" destId="{C74227E4-9EA9-41C6-9076-DAE574B9CE45}" srcOrd="0" destOrd="0" parTransId="{A5B415F7-0284-436A-A172-93C83FE8132C}" sibTransId="{F24C1BA2-7421-4F41-897F-4583D7C822BB}"/>
    <dgm:cxn modelId="{C837026C-A630-499B-B2AD-0D72D1CB3551}" srcId="{E63D7995-1CA0-4C94-BD6A-5D6F6B08826A}" destId="{38F64A0E-6BEA-4465-A4AE-14008A6E8E57}" srcOrd="1" destOrd="0" parTransId="{6B66D547-A94A-40D2-A0C9-AF76E36CC91F}" sibTransId="{BF580104-8505-49D9-9580-7F0358E32637}"/>
    <dgm:cxn modelId="{D64C1870-8F7C-45F4-9643-F32D33B63457}" type="presOf" srcId="{38F64A0E-6BEA-4465-A4AE-14008A6E8E57}" destId="{D88CFD72-EFC5-4C12-9B92-B52612BC3411}" srcOrd="0" destOrd="0" presId="urn:microsoft.com/office/officeart/2005/8/layout/vList2"/>
    <dgm:cxn modelId="{E115AC9D-545D-4588-AA8D-745C98B150D0}" type="presOf" srcId="{01E2A740-755D-4621-8902-03A846549617}" destId="{59973D99-3F2E-4691-8323-B6E84BA84415}" srcOrd="0" destOrd="0" presId="urn:microsoft.com/office/officeart/2005/8/layout/vList2"/>
    <dgm:cxn modelId="{6D23AEAA-73C5-470F-95AA-3EB92E388FEF}" type="presOf" srcId="{C74227E4-9EA9-41C6-9076-DAE574B9CE45}" destId="{2D078DF4-742C-4926-BCC8-8015D6395C5C}" srcOrd="0" destOrd="0" presId="urn:microsoft.com/office/officeart/2005/8/layout/vList2"/>
    <dgm:cxn modelId="{9ACA06B0-B453-4036-A40F-B948DD9A8661}" type="presOf" srcId="{65390B21-79F1-443B-914F-6C8F8AEF156E}" destId="{92B1E0E4-5DB9-431E-B877-DC621F06D50B}" srcOrd="0" destOrd="0" presId="urn:microsoft.com/office/officeart/2005/8/layout/vList2"/>
    <dgm:cxn modelId="{34128C46-FD6E-4055-8D6C-02258DC41147}" type="presParOf" srcId="{A2D76975-666B-42CD-8598-F6DEA7C23F5F}" destId="{2D078DF4-742C-4926-BCC8-8015D6395C5C}" srcOrd="0" destOrd="0" presId="urn:microsoft.com/office/officeart/2005/8/layout/vList2"/>
    <dgm:cxn modelId="{D7677BAD-1766-4FF0-9D34-8BD935BF6D7F}" type="presParOf" srcId="{A2D76975-666B-42CD-8598-F6DEA7C23F5F}" destId="{B3BEECF8-9565-44A6-BE54-610F23CF8EBD}" srcOrd="1" destOrd="0" presId="urn:microsoft.com/office/officeart/2005/8/layout/vList2"/>
    <dgm:cxn modelId="{91F135A6-5951-4C9C-8EA6-B2FA81D1A841}" type="presParOf" srcId="{A2D76975-666B-42CD-8598-F6DEA7C23F5F}" destId="{D88CFD72-EFC5-4C12-9B92-B52612BC3411}" srcOrd="2" destOrd="0" presId="urn:microsoft.com/office/officeart/2005/8/layout/vList2"/>
    <dgm:cxn modelId="{2CEB4563-204B-41F4-B410-8E8439D2F42C}" type="presParOf" srcId="{A2D76975-666B-42CD-8598-F6DEA7C23F5F}" destId="{BD5AAA56-83B2-40F7-A24E-8BC178785032}" srcOrd="3" destOrd="0" presId="urn:microsoft.com/office/officeart/2005/8/layout/vList2"/>
    <dgm:cxn modelId="{C53A4A80-C7A4-485F-ABB6-C354C8481B81}" type="presParOf" srcId="{A2D76975-666B-42CD-8598-F6DEA7C23F5F}" destId="{92B1E0E4-5DB9-431E-B877-DC621F06D50B}" srcOrd="4" destOrd="0" presId="urn:microsoft.com/office/officeart/2005/8/layout/vList2"/>
    <dgm:cxn modelId="{6ABBDB2A-27E6-4C9E-A719-055715027239}" type="presParOf" srcId="{A2D76975-666B-42CD-8598-F6DEA7C23F5F}" destId="{50C4C700-24FF-4028-825A-4E6BEDF8A70D}" srcOrd="5" destOrd="0" presId="urn:microsoft.com/office/officeart/2005/8/layout/vList2"/>
    <dgm:cxn modelId="{96F2A49A-7677-4EBD-87CC-C3390E0B79B5}" type="presParOf" srcId="{A2D76975-666B-42CD-8598-F6DEA7C23F5F}" destId="{59973D99-3F2E-4691-8323-B6E84BA8441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186CE782-DBD7-456A-BE0F-7A68D404746D}"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FE9DD948-9A73-495C-ABAD-627941B4655F}">
      <dgm:prSet/>
      <dgm:spPr/>
      <dgm:t>
        <a:bodyPr/>
        <a:lstStyle/>
        <a:p>
          <a:r>
            <a:rPr lang="ru-RU" b="0" i="0"/>
            <a:t>2001 р.</a:t>
          </a:r>
          <a:endParaRPr lang="uk-UA"/>
        </a:p>
      </dgm:t>
    </dgm:pt>
    <dgm:pt modelId="{84EA6C6E-F1DC-4F1B-85E4-E43B8A8BFEE7}" type="parTrans" cxnId="{AC7DDC45-0B92-4D6F-B588-6E5C01D50005}">
      <dgm:prSet/>
      <dgm:spPr/>
      <dgm:t>
        <a:bodyPr/>
        <a:lstStyle/>
        <a:p>
          <a:endParaRPr lang="uk-UA"/>
        </a:p>
      </dgm:t>
    </dgm:pt>
    <dgm:pt modelId="{8C005738-F45F-4EC3-A9E4-2E8C15207EB4}" type="sibTrans" cxnId="{AC7DDC45-0B92-4D6F-B588-6E5C01D50005}">
      <dgm:prSet/>
      <dgm:spPr/>
      <dgm:t>
        <a:bodyPr/>
        <a:lstStyle/>
        <a:p>
          <a:endParaRPr lang="uk-UA"/>
        </a:p>
      </dgm:t>
    </dgm:pt>
    <dgm:pt modelId="{E48E7056-26C6-4564-B1D1-4AC1CE0C88FB}">
      <dgm:prSet/>
      <dgm:spPr/>
      <dgm:t>
        <a:bodyPr/>
        <a:lstStyle/>
        <a:p>
          <a:r>
            <a:rPr lang="ru-RU" b="0" i="0"/>
            <a:t>2006 р.</a:t>
          </a:r>
          <a:endParaRPr lang="uk-UA"/>
        </a:p>
      </dgm:t>
    </dgm:pt>
    <dgm:pt modelId="{0A08065D-4C5A-4EF1-BD43-837E174884B6}" type="parTrans" cxnId="{D6829044-FA40-4C97-BBF4-241110F22D3F}">
      <dgm:prSet/>
      <dgm:spPr/>
      <dgm:t>
        <a:bodyPr/>
        <a:lstStyle/>
        <a:p>
          <a:endParaRPr lang="uk-UA"/>
        </a:p>
      </dgm:t>
    </dgm:pt>
    <dgm:pt modelId="{24D3DF4B-9425-48B4-93AF-7AAEEC2A8F15}" type="sibTrans" cxnId="{D6829044-FA40-4C97-BBF4-241110F22D3F}">
      <dgm:prSet/>
      <dgm:spPr/>
      <dgm:t>
        <a:bodyPr/>
        <a:lstStyle/>
        <a:p>
          <a:endParaRPr lang="uk-UA"/>
        </a:p>
      </dgm:t>
    </dgm:pt>
    <dgm:pt modelId="{265A2549-AB6F-46C6-A114-574CB93600C5}">
      <dgm:prSet/>
      <dgm:spPr/>
      <dgm:t>
        <a:bodyPr/>
        <a:lstStyle/>
        <a:p>
          <a:r>
            <a:rPr lang="ru-RU" b="0" i="0"/>
            <a:t>2010 р.</a:t>
          </a:r>
          <a:endParaRPr lang="uk-UA"/>
        </a:p>
      </dgm:t>
    </dgm:pt>
    <dgm:pt modelId="{75342C25-8C92-4671-9B35-72152778A257}" type="parTrans" cxnId="{0CD51093-8124-42BB-B4C1-7E097107F51A}">
      <dgm:prSet/>
      <dgm:spPr/>
      <dgm:t>
        <a:bodyPr/>
        <a:lstStyle/>
        <a:p>
          <a:endParaRPr lang="uk-UA"/>
        </a:p>
      </dgm:t>
    </dgm:pt>
    <dgm:pt modelId="{3C3F8648-549E-43CF-B778-0A914A4C1363}" type="sibTrans" cxnId="{0CD51093-8124-42BB-B4C1-7E097107F51A}">
      <dgm:prSet/>
      <dgm:spPr/>
      <dgm:t>
        <a:bodyPr/>
        <a:lstStyle/>
        <a:p>
          <a:endParaRPr lang="uk-UA"/>
        </a:p>
      </dgm:t>
    </dgm:pt>
    <dgm:pt modelId="{F04CB2A7-89C3-4E41-B775-64BDA821336C}">
      <dgm:prSet/>
      <dgm:spPr/>
      <dgm:t>
        <a:bodyPr/>
        <a:lstStyle/>
        <a:p>
          <a:r>
            <a:rPr lang="ru-RU" b="0" i="0"/>
            <a:t>2012 р.</a:t>
          </a:r>
          <a:endParaRPr lang="uk-UA"/>
        </a:p>
      </dgm:t>
    </dgm:pt>
    <dgm:pt modelId="{223591EA-F03D-4E73-B87B-5A60357878F2}" type="parTrans" cxnId="{7907411C-5ABC-45BE-87FC-C651E7A4CAAC}">
      <dgm:prSet/>
      <dgm:spPr/>
      <dgm:t>
        <a:bodyPr/>
        <a:lstStyle/>
        <a:p>
          <a:endParaRPr lang="uk-UA"/>
        </a:p>
      </dgm:t>
    </dgm:pt>
    <dgm:pt modelId="{64AB2C48-654A-40C9-84C8-3E3AB0C9EF08}" type="sibTrans" cxnId="{7907411C-5ABC-45BE-87FC-C651E7A4CAAC}">
      <dgm:prSet/>
      <dgm:spPr/>
      <dgm:t>
        <a:bodyPr/>
        <a:lstStyle/>
        <a:p>
          <a:endParaRPr lang="uk-UA"/>
        </a:p>
      </dgm:t>
    </dgm:pt>
    <dgm:pt modelId="{D0ABF3B8-59FD-4088-9E4B-02E96F7F86CF}" type="pres">
      <dgm:prSet presAssocID="{186CE782-DBD7-456A-BE0F-7A68D404746D}" presName="matrix" presStyleCnt="0">
        <dgm:presLayoutVars>
          <dgm:chMax val="1"/>
          <dgm:dir/>
          <dgm:resizeHandles val="exact"/>
        </dgm:presLayoutVars>
      </dgm:prSet>
      <dgm:spPr/>
    </dgm:pt>
    <dgm:pt modelId="{450E9236-880A-46B8-9947-B339A0632F17}" type="pres">
      <dgm:prSet presAssocID="{186CE782-DBD7-456A-BE0F-7A68D404746D}" presName="diamond" presStyleLbl="bgShp" presStyleIdx="0" presStyleCnt="1"/>
      <dgm:spPr/>
    </dgm:pt>
    <dgm:pt modelId="{5FE17E32-47B7-4C10-96B1-6493832760EF}" type="pres">
      <dgm:prSet presAssocID="{186CE782-DBD7-456A-BE0F-7A68D404746D}" presName="quad1" presStyleLbl="node1" presStyleIdx="0" presStyleCnt="4">
        <dgm:presLayoutVars>
          <dgm:chMax val="0"/>
          <dgm:chPref val="0"/>
          <dgm:bulletEnabled val="1"/>
        </dgm:presLayoutVars>
      </dgm:prSet>
      <dgm:spPr/>
    </dgm:pt>
    <dgm:pt modelId="{7F40F0B0-CAE5-4830-901B-66149402ACF7}" type="pres">
      <dgm:prSet presAssocID="{186CE782-DBD7-456A-BE0F-7A68D404746D}" presName="quad2" presStyleLbl="node1" presStyleIdx="1" presStyleCnt="4">
        <dgm:presLayoutVars>
          <dgm:chMax val="0"/>
          <dgm:chPref val="0"/>
          <dgm:bulletEnabled val="1"/>
        </dgm:presLayoutVars>
      </dgm:prSet>
      <dgm:spPr/>
    </dgm:pt>
    <dgm:pt modelId="{61F97F57-EBF4-4C1B-B7CE-F33875AA85EA}" type="pres">
      <dgm:prSet presAssocID="{186CE782-DBD7-456A-BE0F-7A68D404746D}" presName="quad3" presStyleLbl="node1" presStyleIdx="2" presStyleCnt="4">
        <dgm:presLayoutVars>
          <dgm:chMax val="0"/>
          <dgm:chPref val="0"/>
          <dgm:bulletEnabled val="1"/>
        </dgm:presLayoutVars>
      </dgm:prSet>
      <dgm:spPr/>
    </dgm:pt>
    <dgm:pt modelId="{DE11B723-D621-413A-AE10-0F0B8A28AE27}" type="pres">
      <dgm:prSet presAssocID="{186CE782-DBD7-456A-BE0F-7A68D404746D}" presName="quad4" presStyleLbl="node1" presStyleIdx="3" presStyleCnt="4">
        <dgm:presLayoutVars>
          <dgm:chMax val="0"/>
          <dgm:chPref val="0"/>
          <dgm:bulletEnabled val="1"/>
        </dgm:presLayoutVars>
      </dgm:prSet>
      <dgm:spPr/>
    </dgm:pt>
  </dgm:ptLst>
  <dgm:cxnLst>
    <dgm:cxn modelId="{7907411C-5ABC-45BE-87FC-C651E7A4CAAC}" srcId="{186CE782-DBD7-456A-BE0F-7A68D404746D}" destId="{F04CB2A7-89C3-4E41-B775-64BDA821336C}" srcOrd="3" destOrd="0" parTransId="{223591EA-F03D-4E73-B87B-5A60357878F2}" sibTransId="{64AB2C48-654A-40C9-84C8-3E3AB0C9EF08}"/>
    <dgm:cxn modelId="{7BF9453D-A06D-4CE6-9474-ADCED01E204D}" type="presOf" srcId="{E48E7056-26C6-4564-B1D1-4AC1CE0C88FB}" destId="{7F40F0B0-CAE5-4830-901B-66149402ACF7}" srcOrd="0" destOrd="0" presId="urn:microsoft.com/office/officeart/2005/8/layout/matrix3"/>
    <dgm:cxn modelId="{2832E941-2CD6-4B5D-B53C-AA0746024133}" type="presOf" srcId="{FE9DD948-9A73-495C-ABAD-627941B4655F}" destId="{5FE17E32-47B7-4C10-96B1-6493832760EF}" srcOrd="0" destOrd="0" presId="urn:microsoft.com/office/officeart/2005/8/layout/matrix3"/>
    <dgm:cxn modelId="{D6829044-FA40-4C97-BBF4-241110F22D3F}" srcId="{186CE782-DBD7-456A-BE0F-7A68D404746D}" destId="{E48E7056-26C6-4564-B1D1-4AC1CE0C88FB}" srcOrd="1" destOrd="0" parTransId="{0A08065D-4C5A-4EF1-BD43-837E174884B6}" sibTransId="{24D3DF4B-9425-48B4-93AF-7AAEEC2A8F15}"/>
    <dgm:cxn modelId="{AC7DDC45-0B92-4D6F-B588-6E5C01D50005}" srcId="{186CE782-DBD7-456A-BE0F-7A68D404746D}" destId="{FE9DD948-9A73-495C-ABAD-627941B4655F}" srcOrd="0" destOrd="0" parTransId="{84EA6C6E-F1DC-4F1B-85E4-E43B8A8BFEE7}" sibTransId="{8C005738-F45F-4EC3-A9E4-2E8C15207EB4}"/>
    <dgm:cxn modelId="{0CD51093-8124-42BB-B4C1-7E097107F51A}" srcId="{186CE782-DBD7-456A-BE0F-7A68D404746D}" destId="{265A2549-AB6F-46C6-A114-574CB93600C5}" srcOrd="2" destOrd="0" parTransId="{75342C25-8C92-4671-9B35-72152778A257}" sibTransId="{3C3F8648-549E-43CF-B778-0A914A4C1363}"/>
    <dgm:cxn modelId="{BBE357A8-4E80-475D-A1B4-9BE3C71D479E}" type="presOf" srcId="{F04CB2A7-89C3-4E41-B775-64BDA821336C}" destId="{DE11B723-D621-413A-AE10-0F0B8A28AE27}" srcOrd="0" destOrd="0" presId="urn:microsoft.com/office/officeart/2005/8/layout/matrix3"/>
    <dgm:cxn modelId="{874C5BF6-318C-4EA5-A013-FE993F0892E2}" type="presOf" srcId="{265A2549-AB6F-46C6-A114-574CB93600C5}" destId="{61F97F57-EBF4-4C1B-B7CE-F33875AA85EA}" srcOrd="0" destOrd="0" presId="urn:microsoft.com/office/officeart/2005/8/layout/matrix3"/>
    <dgm:cxn modelId="{64095BF9-B948-4647-B049-A950C1677E5C}" type="presOf" srcId="{186CE782-DBD7-456A-BE0F-7A68D404746D}" destId="{D0ABF3B8-59FD-4088-9E4B-02E96F7F86CF}" srcOrd="0" destOrd="0" presId="urn:microsoft.com/office/officeart/2005/8/layout/matrix3"/>
    <dgm:cxn modelId="{E6233926-1BFC-43E3-9A65-834756001F1B}" type="presParOf" srcId="{D0ABF3B8-59FD-4088-9E4B-02E96F7F86CF}" destId="{450E9236-880A-46B8-9947-B339A0632F17}" srcOrd="0" destOrd="0" presId="urn:microsoft.com/office/officeart/2005/8/layout/matrix3"/>
    <dgm:cxn modelId="{6154B389-0860-4A8E-8E2C-5F8077414F51}" type="presParOf" srcId="{D0ABF3B8-59FD-4088-9E4B-02E96F7F86CF}" destId="{5FE17E32-47B7-4C10-96B1-6493832760EF}" srcOrd="1" destOrd="0" presId="urn:microsoft.com/office/officeart/2005/8/layout/matrix3"/>
    <dgm:cxn modelId="{BFB901C6-F1D7-4CB0-A5A1-95C9DA03862F}" type="presParOf" srcId="{D0ABF3B8-59FD-4088-9E4B-02E96F7F86CF}" destId="{7F40F0B0-CAE5-4830-901B-66149402ACF7}" srcOrd="2" destOrd="0" presId="urn:microsoft.com/office/officeart/2005/8/layout/matrix3"/>
    <dgm:cxn modelId="{64635406-E2D0-4F79-86D8-8D836687418C}" type="presParOf" srcId="{D0ABF3B8-59FD-4088-9E4B-02E96F7F86CF}" destId="{61F97F57-EBF4-4C1B-B7CE-F33875AA85EA}" srcOrd="3" destOrd="0" presId="urn:microsoft.com/office/officeart/2005/8/layout/matrix3"/>
    <dgm:cxn modelId="{EB7EE781-4975-41EF-8F46-C506ACAA5DD2}" type="presParOf" srcId="{D0ABF3B8-59FD-4088-9E4B-02E96F7F86CF}" destId="{DE11B723-D621-413A-AE10-0F0B8A28AE27}"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FAE96ECC-D217-48E3-86BB-EFEF678094B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C571B7F-B41A-4CFA-A444-9F09CE236242}">
      <dgm:prSet/>
      <dgm:spPr/>
      <dgm:t>
        <a:bodyPr/>
        <a:lstStyle/>
        <a:p>
          <a:r>
            <a:rPr lang="uk-UA" b="0" i="0"/>
            <a:t>девальвацію карбованця.</a:t>
          </a:r>
          <a:endParaRPr lang="uk-UA"/>
        </a:p>
      </dgm:t>
    </dgm:pt>
    <dgm:pt modelId="{A5494017-6C55-4647-A1ED-DC7323DD1C3C}" type="parTrans" cxnId="{CEE02C4E-B954-4B70-A66D-1A5A44D8DAD3}">
      <dgm:prSet/>
      <dgm:spPr/>
      <dgm:t>
        <a:bodyPr/>
        <a:lstStyle/>
        <a:p>
          <a:endParaRPr lang="uk-UA"/>
        </a:p>
      </dgm:t>
    </dgm:pt>
    <dgm:pt modelId="{83FF8FCE-7E17-4EC2-99F3-E5F4A0CE16D8}" type="sibTrans" cxnId="{CEE02C4E-B954-4B70-A66D-1A5A44D8DAD3}">
      <dgm:prSet/>
      <dgm:spPr/>
      <dgm:t>
        <a:bodyPr/>
        <a:lstStyle/>
        <a:p>
          <a:endParaRPr lang="uk-UA"/>
        </a:p>
      </dgm:t>
    </dgm:pt>
    <dgm:pt modelId="{ED5BECDB-3886-4611-B3A5-8056B8DFCCE0}">
      <dgm:prSet/>
      <dgm:spPr/>
      <dgm:t>
        <a:bodyPr/>
        <a:lstStyle/>
        <a:p>
          <a:r>
            <a:rPr lang="uk-UA" b="0" i="0"/>
            <a:t>введення в обіг купоно-карбованців.</a:t>
          </a:r>
          <a:endParaRPr lang="uk-UA"/>
        </a:p>
      </dgm:t>
    </dgm:pt>
    <dgm:pt modelId="{4642EE7F-E184-4764-98EB-53044FD023F4}" type="parTrans" cxnId="{85946586-6D7C-48CA-84F4-6C271A9DC81D}">
      <dgm:prSet/>
      <dgm:spPr/>
      <dgm:t>
        <a:bodyPr/>
        <a:lstStyle/>
        <a:p>
          <a:endParaRPr lang="uk-UA"/>
        </a:p>
      </dgm:t>
    </dgm:pt>
    <dgm:pt modelId="{983D8A69-7017-4DEB-A09E-8F251D6EDF5A}" type="sibTrans" cxnId="{85946586-6D7C-48CA-84F4-6C271A9DC81D}">
      <dgm:prSet/>
      <dgm:spPr/>
      <dgm:t>
        <a:bodyPr/>
        <a:lstStyle/>
        <a:p>
          <a:endParaRPr lang="uk-UA"/>
        </a:p>
      </dgm:t>
    </dgm:pt>
    <dgm:pt modelId="{B5FC80B8-9755-4EE5-A20E-B315FBE37E3D}">
      <dgm:prSet/>
      <dgm:spPr/>
      <dgm:t>
        <a:bodyPr/>
        <a:lstStyle/>
        <a:p>
          <a:r>
            <a:rPr lang="uk-UA" b="0" i="0"/>
            <a:t>стрімке зростання цін на товари й послуги.</a:t>
          </a:r>
          <a:endParaRPr lang="uk-UA"/>
        </a:p>
      </dgm:t>
    </dgm:pt>
    <dgm:pt modelId="{74E2FF22-0122-442A-A0DC-BB1556EB6DC0}" type="parTrans" cxnId="{AA417BCE-C6E2-4A2F-BF7E-21869E29A9C5}">
      <dgm:prSet/>
      <dgm:spPr/>
      <dgm:t>
        <a:bodyPr/>
        <a:lstStyle/>
        <a:p>
          <a:endParaRPr lang="uk-UA"/>
        </a:p>
      </dgm:t>
    </dgm:pt>
    <dgm:pt modelId="{A4C34A81-5732-4F05-8A1C-5A81779F4F17}" type="sibTrans" cxnId="{AA417BCE-C6E2-4A2F-BF7E-21869E29A9C5}">
      <dgm:prSet/>
      <dgm:spPr/>
      <dgm:t>
        <a:bodyPr/>
        <a:lstStyle/>
        <a:p>
          <a:endParaRPr lang="uk-UA"/>
        </a:p>
      </dgm:t>
    </dgm:pt>
    <dgm:pt modelId="{8C8C1356-5B8C-46E5-8C83-969F41BFCAC7}">
      <dgm:prSet/>
      <dgm:spPr/>
      <dgm:t>
        <a:bodyPr/>
        <a:lstStyle/>
        <a:p>
          <a:r>
            <a:rPr lang="uk-UA" b="0" i="0"/>
            <a:t>запровадження національної грошової одиниці – гривні.</a:t>
          </a:r>
          <a:endParaRPr lang="uk-UA"/>
        </a:p>
      </dgm:t>
    </dgm:pt>
    <dgm:pt modelId="{6D99C015-B8F3-4612-958F-142C95DF9FF2}" type="parTrans" cxnId="{6A31ADDB-E803-4B98-BFCE-995713A202A7}">
      <dgm:prSet/>
      <dgm:spPr/>
      <dgm:t>
        <a:bodyPr/>
        <a:lstStyle/>
        <a:p>
          <a:endParaRPr lang="uk-UA"/>
        </a:p>
      </dgm:t>
    </dgm:pt>
    <dgm:pt modelId="{964E171F-9A06-477F-8108-EC7C310CC3E6}" type="sibTrans" cxnId="{6A31ADDB-E803-4B98-BFCE-995713A202A7}">
      <dgm:prSet/>
      <dgm:spPr/>
      <dgm:t>
        <a:bodyPr/>
        <a:lstStyle/>
        <a:p>
          <a:endParaRPr lang="uk-UA"/>
        </a:p>
      </dgm:t>
    </dgm:pt>
    <dgm:pt modelId="{4D7059A1-2601-4A98-B4E2-09FE44EDCEA5}" type="pres">
      <dgm:prSet presAssocID="{FAE96ECC-D217-48E3-86BB-EFEF678094B5}" presName="linear" presStyleCnt="0">
        <dgm:presLayoutVars>
          <dgm:animLvl val="lvl"/>
          <dgm:resizeHandles val="exact"/>
        </dgm:presLayoutVars>
      </dgm:prSet>
      <dgm:spPr/>
    </dgm:pt>
    <dgm:pt modelId="{BDBF2024-3530-4B1C-BDEA-DFABAA4736E2}" type="pres">
      <dgm:prSet presAssocID="{8C571B7F-B41A-4CFA-A444-9F09CE236242}" presName="parentText" presStyleLbl="node1" presStyleIdx="0" presStyleCnt="4">
        <dgm:presLayoutVars>
          <dgm:chMax val="0"/>
          <dgm:bulletEnabled val="1"/>
        </dgm:presLayoutVars>
      </dgm:prSet>
      <dgm:spPr/>
    </dgm:pt>
    <dgm:pt modelId="{0E520B75-5592-4393-A411-CEF5028FBE64}" type="pres">
      <dgm:prSet presAssocID="{83FF8FCE-7E17-4EC2-99F3-E5F4A0CE16D8}" presName="spacer" presStyleCnt="0"/>
      <dgm:spPr/>
    </dgm:pt>
    <dgm:pt modelId="{2908C534-6AC6-4523-9DD1-9F9F19BEA09E}" type="pres">
      <dgm:prSet presAssocID="{ED5BECDB-3886-4611-B3A5-8056B8DFCCE0}" presName="parentText" presStyleLbl="node1" presStyleIdx="1" presStyleCnt="4">
        <dgm:presLayoutVars>
          <dgm:chMax val="0"/>
          <dgm:bulletEnabled val="1"/>
        </dgm:presLayoutVars>
      </dgm:prSet>
      <dgm:spPr/>
    </dgm:pt>
    <dgm:pt modelId="{D5364E7D-F946-409C-A3B7-F9D2094CBA41}" type="pres">
      <dgm:prSet presAssocID="{983D8A69-7017-4DEB-A09E-8F251D6EDF5A}" presName="spacer" presStyleCnt="0"/>
      <dgm:spPr/>
    </dgm:pt>
    <dgm:pt modelId="{4DBEC81E-0610-4B8E-8A0F-68A20B316891}" type="pres">
      <dgm:prSet presAssocID="{B5FC80B8-9755-4EE5-A20E-B315FBE37E3D}" presName="parentText" presStyleLbl="node1" presStyleIdx="2" presStyleCnt="4">
        <dgm:presLayoutVars>
          <dgm:chMax val="0"/>
          <dgm:bulletEnabled val="1"/>
        </dgm:presLayoutVars>
      </dgm:prSet>
      <dgm:spPr/>
    </dgm:pt>
    <dgm:pt modelId="{43B8F9D7-4769-4BB1-B368-280CEC88A48F}" type="pres">
      <dgm:prSet presAssocID="{A4C34A81-5732-4F05-8A1C-5A81779F4F17}" presName="spacer" presStyleCnt="0"/>
      <dgm:spPr/>
    </dgm:pt>
    <dgm:pt modelId="{3ACCBA85-4339-46D8-9445-03275ECE279E}" type="pres">
      <dgm:prSet presAssocID="{8C8C1356-5B8C-46E5-8C83-969F41BFCAC7}" presName="parentText" presStyleLbl="node1" presStyleIdx="3" presStyleCnt="4">
        <dgm:presLayoutVars>
          <dgm:chMax val="0"/>
          <dgm:bulletEnabled val="1"/>
        </dgm:presLayoutVars>
      </dgm:prSet>
      <dgm:spPr/>
    </dgm:pt>
  </dgm:ptLst>
  <dgm:cxnLst>
    <dgm:cxn modelId="{D8C2BC02-F8A2-41C6-855E-C17A7C220D38}" type="presOf" srcId="{8C8C1356-5B8C-46E5-8C83-969F41BFCAC7}" destId="{3ACCBA85-4339-46D8-9445-03275ECE279E}" srcOrd="0" destOrd="0" presId="urn:microsoft.com/office/officeart/2005/8/layout/vList2"/>
    <dgm:cxn modelId="{F6E0262C-F1D0-4F5A-A215-75C6067232BD}" type="presOf" srcId="{FAE96ECC-D217-48E3-86BB-EFEF678094B5}" destId="{4D7059A1-2601-4A98-B4E2-09FE44EDCEA5}" srcOrd="0" destOrd="0" presId="urn:microsoft.com/office/officeart/2005/8/layout/vList2"/>
    <dgm:cxn modelId="{2C224743-7D2D-4763-969E-42ED1CB67A28}" type="presOf" srcId="{B5FC80B8-9755-4EE5-A20E-B315FBE37E3D}" destId="{4DBEC81E-0610-4B8E-8A0F-68A20B316891}" srcOrd="0" destOrd="0" presId="urn:microsoft.com/office/officeart/2005/8/layout/vList2"/>
    <dgm:cxn modelId="{CEE02C4E-B954-4B70-A66D-1A5A44D8DAD3}" srcId="{FAE96ECC-D217-48E3-86BB-EFEF678094B5}" destId="{8C571B7F-B41A-4CFA-A444-9F09CE236242}" srcOrd="0" destOrd="0" parTransId="{A5494017-6C55-4647-A1ED-DC7323DD1C3C}" sibTransId="{83FF8FCE-7E17-4EC2-99F3-E5F4A0CE16D8}"/>
    <dgm:cxn modelId="{85946586-6D7C-48CA-84F4-6C271A9DC81D}" srcId="{FAE96ECC-D217-48E3-86BB-EFEF678094B5}" destId="{ED5BECDB-3886-4611-B3A5-8056B8DFCCE0}" srcOrd="1" destOrd="0" parTransId="{4642EE7F-E184-4764-98EB-53044FD023F4}" sibTransId="{983D8A69-7017-4DEB-A09E-8F251D6EDF5A}"/>
    <dgm:cxn modelId="{4339208F-8928-4914-AF28-FE4B643A78BF}" type="presOf" srcId="{ED5BECDB-3886-4611-B3A5-8056B8DFCCE0}" destId="{2908C534-6AC6-4523-9DD1-9F9F19BEA09E}" srcOrd="0" destOrd="0" presId="urn:microsoft.com/office/officeart/2005/8/layout/vList2"/>
    <dgm:cxn modelId="{1815AAAF-5CF6-4029-BDB3-8550A1167DEC}" type="presOf" srcId="{8C571B7F-B41A-4CFA-A444-9F09CE236242}" destId="{BDBF2024-3530-4B1C-BDEA-DFABAA4736E2}" srcOrd="0" destOrd="0" presId="urn:microsoft.com/office/officeart/2005/8/layout/vList2"/>
    <dgm:cxn modelId="{AA417BCE-C6E2-4A2F-BF7E-21869E29A9C5}" srcId="{FAE96ECC-D217-48E3-86BB-EFEF678094B5}" destId="{B5FC80B8-9755-4EE5-A20E-B315FBE37E3D}" srcOrd="2" destOrd="0" parTransId="{74E2FF22-0122-442A-A0DC-BB1556EB6DC0}" sibTransId="{A4C34A81-5732-4F05-8A1C-5A81779F4F17}"/>
    <dgm:cxn modelId="{6A31ADDB-E803-4B98-BFCE-995713A202A7}" srcId="{FAE96ECC-D217-48E3-86BB-EFEF678094B5}" destId="{8C8C1356-5B8C-46E5-8C83-969F41BFCAC7}" srcOrd="3" destOrd="0" parTransId="{6D99C015-B8F3-4612-958F-142C95DF9FF2}" sibTransId="{964E171F-9A06-477F-8108-EC7C310CC3E6}"/>
    <dgm:cxn modelId="{C1682240-8386-41F7-B0E8-EA3402DDA6BD}" type="presParOf" srcId="{4D7059A1-2601-4A98-B4E2-09FE44EDCEA5}" destId="{BDBF2024-3530-4B1C-BDEA-DFABAA4736E2}" srcOrd="0" destOrd="0" presId="urn:microsoft.com/office/officeart/2005/8/layout/vList2"/>
    <dgm:cxn modelId="{68B0D557-FC98-4874-9CB7-06092760059A}" type="presParOf" srcId="{4D7059A1-2601-4A98-B4E2-09FE44EDCEA5}" destId="{0E520B75-5592-4393-A411-CEF5028FBE64}" srcOrd="1" destOrd="0" presId="urn:microsoft.com/office/officeart/2005/8/layout/vList2"/>
    <dgm:cxn modelId="{3AAC5689-849F-480C-A250-41CB3DBC3555}" type="presParOf" srcId="{4D7059A1-2601-4A98-B4E2-09FE44EDCEA5}" destId="{2908C534-6AC6-4523-9DD1-9F9F19BEA09E}" srcOrd="2" destOrd="0" presId="urn:microsoft.com/office/officeart/2005/8/layout/vList2"/>
    <dgm:cxn modelId="{DA55D04C-D5A5-4332-8F77-D9EFCDD28ABB}" type="presParOf" srcId="{4D7059A1-2601-4A98-B4E2-09FE44EDCEA5}" destId="{D5364E7D-F946-409C-A3B7-F9D2094CBA41}" srcOrd="3" destOrd="0" presId="urn:microsoft.com/office/officeart/2005/8/layout/vList2"/>
    <dgm:cxn modelId="{CE6A24FF-712C-43FF-A1FE-9B480ABB01AF}" type="presParOf" srcId="{4D7059A1-2601-4A98-B4E2-09FE44EDCEA5}" destId="{4DBEC81E-0610-4B8E-8A0F-68A20B316891}" srcOrd="4" destOrd="0" presId="urn:microsoft.com/office/officeart/2005/8/layout/vList2"/>
    <dgm:cxn modelId="{AD80C32A-FB65-41ED-88D6-11433508012E}" type="presParOf" srcId="{4D7059A1-2601-4A98-B4E2-09FE44EDCEA5}" destId="{43B8F9D7-4769-4BB1-B368-280CEC88A48F}" srcOrd="5" destOrd="0" presId="urn:microsoft.com/office/officeart/2005/8/layout/vList2"/>
    <dgm:cxn modelId="{F50D84B9-D614-4BD5-9FE6-72105783DC49}" type="presParOf" srcId="{4D7059A1-2601-4A98-B4E2-09FE44EDCEA5}" destId="{3ACCBA85-4339-46D8-9445-03275ECE279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1E047354-807C-454C-A5D1-FC57EDAF60C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46C54A6-50D4-4D73-AC8E-8489BCFEE587}">
      <dgm:prSet/>
      <dgm:spPr/>
      <dgm:t>
        <a:bodyPr/>
        <a:lstStyle/>
        <a:p>
          <a:r>
            <a:rPr lang="ru-RU" b="0" i="0"/>
            <a:t>Охарактеризовано в обох уривках.</a:t>
          </a:r>
          <a:endParaRPr lang="uk-UA"/>
        </a:p>
      </dgm:t>
    </dgm:pt>
    <dgm:pt modelId="{57CF5C9A-1475-4642-A7AC-5BB3F38F8DFA}" type="parTrans" cxnId="{D74B272C-5C64-4076-AE05-4F3098D1DEFD}">
      <dgm:prSet/>
      <dgm:spPr/>
      <dgm:t>
        <a:bodyPr/>
        <a:lstStyle/>
        <a:p>
          <a:endParaRPr lang="uk-UA"/>
        </a:p>
      </dgm:t>
    </dgm:pt>
    <dgm:pt modelId="{A52766CB-F6F4-47EF-A800-F9F6B3DA0AB2}" type="sibTrans" cxnId="{D74B272C-5C64-4076-AE05-4F3098D1DEFD}">
      <dgm:prSet/>
      <dgm:spPr/>
      <dgm:t>
        <a:bodyPr/>
        <a:lstStyle/>
        <a:p>
          <a:endParaRPr lang="uk-UA"/>
        </a:p>
      </dgm:t>
    </dgm:pt>
    <dgm:pt modelId="{3DC537DD-D676-4860-ADA6-A27C99416C3A}">
      <dgm:prSet/>
      <dgm:spPr/>
      <dgm:t>
        <a:bodyPr/>
        <a:lstStyle/>
        <a:p>
          <a:r>
            <a:rPr lang="ru-RU" b="0" i="0"/>
            <a:t>Тільки в першому.</a:t>
          </a:r>
          <a:endParaRPr lang="uk-UA"/>
        </a:p>
      </dgm:t>
    </dgm:pt>
    <dgm:pt modelId="{87E3FD5E-0047-4F91-ACB3-78FC41D4CD54}" type="parTrans" cxnId="{4CEB5F22-C22C-4119-8F54-B0BEDFCDF7B8}">
      <dgm:prSet/>
      <dgm:spPr/>
      <dgm:t>
        <a:bodyPr/>
        <a:lstStyle/>
        <a:p>
          <a:endParaRPr lang="uk-UA"/>
        </a:p>
      </dgm:t>
    </dgm:pt>
    <dgm:pt modelId="{EA586BCC-0C81-4D6C-B0FF-B5FFDA46D40F}" type="sibTrans" cxnId="{4CEB5F22-C22C-4119-8F54-B0BEDFCDF7B8}">
      <dgm:prSet/>
      <dgm:spPr/>
      <dgm:t>
        <a:bodyPr/>
        <a:lstStyle/>
        <a:p>
          <a:endParaRPr lang="uk-UA"/>
        </a:p>
      </dgm:t>
    </dgm:pt>
    <dgm:pt modelId="{9EBE558B-D3EA-4F1D-A3C8-497F61B67FF2}">
      <dgm:prSet/>
      <dgm:spPr/>
      <dgm:t>
        <a:bodyPr/>
        <a:lstStyle/>
        <a:p>
          <a:r>
            <a:rPr lang="ru-RU" b="0" i="0"/>
            <a:t>Тільки в другому.</a:t>
          </a:r>
          <a:endParaRPr lang="uk-UA"/>
        </a:p>
      </dgm:t>
    </dgm:pt>
    <dgm:pt modelId="{BB128620-0761-4BDC-BBED-4AA9B8805588}" type="parTrans" cxnId="{7DB71F5E-3683-47F4-BB1A-EA42B1594814}">
      <dgm:prSet/>
      <dgm:spPr/>
      <dgm:t>
        <a:bodyPr/>
        <a:lstStyle/>
        <a:p>
          <a:endParaRPr lang="uk-UA"/>
        </a:p>
      </dgm:t>
    </dgm:pt>
    <dgm:pt modelId="{E5D39C98-BC9F-45C4-A728-1429BFF488F1}" type="sibTrans" cxnId="{7DB71F5E-3683-47F4-BB1A-EA42B1594814}">
      <dgm:prSet/>
      <dgm:spPr/>
      <dgm:t>
        <a:bodyPr/>
        <a:lstStyle/>
        <a:p>
          <a:endParaRPr lang="uk-UA"/>
        </a:p>
      </dgm:t>
    </dgm:pt>
    <dgm:pt modelId="{8303023E-780A-48A8-B30B-86EB8F61D997}">
      <dgm:prSet/>
      <dgm:spPr/>
      <dgm:t>
        <a:bodyPr/>
        <a:lstStyle/>
        <a:p>
          <a:r>
            <a:rPr lang="ru-RU" b="0" i="0"/>
            <a:t>Не охарактеризовано в жодному з уривків.</a:t>
          </a:r>
          <a:endParaRPr lang="uk-UA"/>
        </a:p>
      </dgm:t>
    </dgm:pt>
    <dgm:pt modelId="{4265FBA2-3068-452B-AEF8-0B72A290BCC8}" type="parTrans" cxnId="{CBEB342A-BB69-4498-AB7C-A6D72C688959}">
      <dgm:prSet/>
      <dgm:spPr/>
      <dgm:t>
        <a:bodyPr/>
        <a:lstStyle/>
        <a:p>
          <a:endParaRPr lang="uk-UA"/>
        </a:p>
      </dgm:t>
    </dgm:pt>
    <dgm:pt modelId="{7EF18600-355A-4D40-9E5A-D7924535F2ED}" type="sibTrans" cxnId="{CBEB342A-BB69-4498-AB7C-A6D72C688959}">
      <dgm:prSet/>
      <dgm:spPr/>
      <dgm:t>
        <a:bodyPr/>
        <a:lstStyle/>
        <a:p>
          <a:endParaRPr lang="uk-UA"/>
        </a:p>
      </dgm:t>
    </dgm:pt>
    <dgm:pt modelId="{67E6DC20-054F-4A5F-8094-7E8A0B688C0B}" type="pres">
      <dgm:prSet presAssocID="{1E047354-807C-454C-A5D1-FC57EDAF60C9}" presName="linear" presStyleCnt="0">
        <dgm:presLayoutVars>
          <dgm:animLvl val="lvl"/>
          <dgm:resizeHandles val="exact"/>
        </dgm:presLayoutVars>
      </dgm:prSet>
      <dgm:spPr/>
    </dgm:pt>
    <dgm:pt modelId="{3A9879BB-4186-4086-B7B4-5FF67D25581E}" type="pres">
      <dgm:prSet presAssocID="{746C54A6-50D4-4D73-AC8E-8489BCFEE587}" presName="parentText" presStyleLbl="node1" presStyleIdx="0" presStyleCnt="4">
        <dgm:presLayoutVars>
          <dgm:chMax val="0"/>
          <dgm:bulletEnabled val="1"/>
        </dgm:presLayoutVars>
      </dgm:prSet>
      <dgm:spPr/>
    </dgm:pt>
    <dgm:pt modelId="{B31B8A1A-9143-4EB8-BB81-AFAC6D6C2F2A}" type="pres">
      <dgm:prSet presAssocID="{A52766CB-F6F4-47EF-A800-F9F6B3DA0AB2}" presName="spacer" presStyleCnt="0"/>
      <dgm:spPr/>
    </dgm:pt>
    <dgm:pt modelId="{D94AF507-598E-4F42-A645-F7171C2B6EFF}" type="pres">
      <dgm:prSet presAssocID="{3DC537DD-D676-4860-ADA6-A27C99416C3A}" presName="parentText" presStyleLbl="node1" presStyleIdx="1" presStyleCnt="4">
        <dgm:presLayoutVars>
          <dgm:chMax val="0"/>
          <dgm:bulletEnabled val="1"/>
        </dgm:presLayoutVars>
      </dgm:prSet>
      <dgm:spPr/>
    </dgm:pt>
    <dgm:pt modelId="{9D021BCA-44B5-43CD-A2E2-95FA25041BA6}" type="pres">
      <dgm:prSet presAssocID="{EA586BCC-0C81-4D6C-B0FF-B5FFDA46D40F}" presName="spacer" presStyleCnt="0"/>
      <dgm:spPr/>
    </dgm:pt>
    <dgm:pt modelId="{190A5477-A8A2-4B85-9915-5956846025F0}" type="pres">
      <dgm:prSet presAssocID="{9EBE558B-D3EA-4F1D-A3C8-497F61B67FF2}" presName="parentText" presStyleLbl="node1" presStyleIdx="2" presStyleCnt="4">
        <dgm:presLayoutVars>
          <dgm:chMax val="0"/>
          <dgm:bulletEnabled val="1"/>
        </dgm:presLayoutVars>
      </dgm:prSet>
      <dgm:spPr/>
    </dgm:pt>
    <dgm:pt modelId="{1BDE13C0-0B88-46D2-B6F5-A0AA1F838E42}" type="pres">
      <dgm:prSet presAssocID="{E5D39C98-BC9F-45C4-A728-1429BFF488F1}" presName="spacer" presStyleCnt="0"/>
      <dgm:spPr/>
    </dgm:pt>
    <dgm:pt modelId="{E8370BCB-E844-4571-B867-738C610F103F}" type="pres">
      <dgm:prSet presAssocID="{8303023E-780A-48A8-B30B-86EB8F61D997}" presName="parentText" presStyleLbl="node1" presStyleIdx="3" presStyleCnt="4">
        <dgm:presLayoutVars>
          <dgm:chMax val="0"/>
          <dgm:bulletEnabled val="1"/>
        </dgm:presLayoutVars>
      </dgm:prSet>
      <dgm:spPr/>
    </dgm:pt>
  </dgm:ptLst>
  <dgm:cxnLst>
    <dgm:cxn modelId="{4CEB5F22-C22C-4119-8F54-B0BEDFCDF7B8}" srcId="{1E047354-807C-454C-A5D1-FC57EDAF60C9}" destId="{3DC537DD-D676-4860-ADA6-A27C99416C3A}" srcOrd="1" destOrd="0" parTransId="{87E3FD5E-0047-4F91-ACB3-78FC41D4CD54}" sibTransId="{EA586BCC-0C81-4D6C-B0FF-B5FFDA46D40F}"/>
    <dgm:cxn modelId="{CBEB342A-BB69-4498-AB7C-A6D72C688959}" srcId="{1E047354-807C-454C-A5D1-FC57EDAF60C9}" destId="{8303023E-780A-48A8-B30B-86EB8F61D997}" srcOrd="3" destOrd="0" parTransId="{4265FBA2-3068-452B-AEF8-0B72A290BCC8}" sibTransId="{7EF18600-355A-4D40-9E5A-D7924535F2ED}"/>
    <dgm:cxn modelId="{D74B272C-5C64-4076-AE05-4F3098D1DEFD}" srcId="{1E047354-807C-454C-A5D1-FC57EDAF60C9}" destId="{746C54A6-50D4-4D73-AC8E-8489BCFEE587}" srcOrd="0" destOrd="0" parTransId="{57CF5C9A-1475-4642-A7AC-5BB3F38F8DFA}" sibTransId="{A52766CB-F6F4-47EF-A800-F9F6B3DA0AB2}"/>
    <dgm:cxn modelId="{7DB71F5E-3683-47F4-BB1A-EA42B1594814}" srcId="{1E047354-807C-454C-A5D1-FC57EDAF60C9}" destId="{9EBE558B-D3EA-4F1D-A3C8-497F61B67FF2}" srcOrd="2" destOrd="0" parTransId="{BB128620-0761-4BDC-BBED-4AA9B8805588}" sibTransId="{E5D39C98-BC9F-45C4-A728-1429BFF488F1}"/>
    <dgm:cxn modelId="{07F79A64-475C-4F1B-A1C9-4B7A2C77BB0C}" type="presOf" srcId="{3DC537DD-D676-4860-ADA6-A27C99416C3A}" destId="{D94AF507-598E-4F42-A645-F7171C2B6EFF}" srcOrd="0" destOrd="0" presId="urn:microsoft.com/office/officeart/2005/8/layout/vList2"/>
    <dgm:cxn modelId="{E7C53A70-9EC0-491B-8BCB-6CF9022D19B9}" type="presOf" srcId="{1E047354-807C-454C-A5D1-FC57EDAF60C9}" destId="{67E6DC20-054F-4A5F-8094-7E8A0B688C0B}" srcOrd="0" destOrd="0" presId="urn:microsoft.com/office/officeart/2005/8/layout/vList2"/>
    <dgm:cxn modelId="{11C4D67C-B9EE-4373-8CFE-6D7A27E2BFBA}" type="presOf" srcId="{8303023E-780A-48A8-B30B-86EB8F61D997}" destId="{E8370BCB-E844-4571-B867-738C610F103F}" srcOrd="0" destOrd="0" presId="urn:microsoft.com/office/officeart/2005/8/layout/vList2"/>
    <dgm:cxn modelId="{60AFE395-C906-419F-89EA-4950CCA70704}" type="presOf" srcId="{746C54A6-50D4-4D73-AC8E-8489BCFEE587}" destId="{3A9879BB-4186-4086-B7B4-5FF67D25581E}" srcOrd="0" destOrd="0" presId="urn:microsoft.com/office/officeart/2005/8/layout/vList2"/>
    <dgm:cxn modelId="{30A3A2D0-EFA7-4CCB-93B6-8FFDB8FB15A1}" type="presOf" srcId="{9EBE558B-D3EA-4F1D-A3C8-497F61B67FF2}" destId="{190A5477-A8A2-4B85-9915-5956846025F0}" srcOrd="0" destOrd="0" presId="urn:microsoft.com/office/officeart/2005/8/layout/vList2"/>
    <dgm:cxn modelId="{1A0A9C2D-198A-4E22-A0FC-FB0A573A0382}" type="presParOf" srcId="{67E6DC20-054F-4A5F-8094-7E8A0B688C0B}" destId="{3A9879BB-4186-4086-B7B4-5FF67D25581E}" srcOrd="0" destOrd="0" presId="urn:microsoft.com/office/officeart/2005/8/layout/vList2"/>
    <dgm:cxn modelId="{E81AF018-D611-4A69-94E9-8021594651FC}" type="presParOf" srcId="{67E6DC20-054F-4A5F-8094-7E8A0B688C0B}" destId="{B31B8A1A-9143-4EB8-BB81-AFAC6D6C2F2A}" srcOrd="1" destOrd="0" presId="urn:microsoft.com/office/officeart/2005/8/layout/vList2"/>
    <dgm:cxn modelId="{B855BEA4-531F-43ED-B87F-64C9E5871BB5}" type="presParOf" srcId="{67E6DC20-054F-4A5F-8094-7E8A0B688C0B}" destId="{D94AF507-598E-4F42-A645-F7171C2B6EFF}" srcOrd="2" destOrd="0" presId="urn:microsoft.com/office/officeart/2005/8/layout/vList2"/>
    <dgm:cxn modelId="{7E6F85F9-6DFE-4308-9DDE-1A35771BE5FE}" type="presParOf" srcId="{67E6DC20-054F-4A5F-8094-7E8A0B688C0B}" destId="{9D021BCA-44B5-43CD-A2E2-95FA25041BA6}" srcOrd="3" destOrd="0" presId="urn:microsoft.com/office/officeart/2005/8/layout/vList2"/>
    <dgm:cxn modelId="{1DCC5967-80F4-4621-9C1F-68CC3D0E3676}" type="presParOf" srcId="{67E6DC20-054F-4A5F-8094-7E8A0B688C0B}" destId="{190A5477-A8A2-4B85-9915-5956846025F0}" srcOrd="4" destOrd="0" presId="urn:microsoft.com/office/officeart/2005/8/layout/vList2"/>
    <dgm:cxn modelId="{C81E6925-C15B-4D27-9CD9-738F1D99EABF}" type="presParOf" srcId="{67E6DC20-054F-4A5F-8094-7E8A0B688C0B}" destId="{1BDE13C0-0B88-46D2-B6F5-A0AA1F838E42}" srcOrd="5" destOrd="0" presId="urn:microsoft.com/office/officeart/2005/8/layout/vList2"/>
    <dgm:cxn modelId="{38119F95-6662-472B-AFF1-68FF9A4AED88}" type="presParOf" srcId="{67E6DC20-054F-4A5F-8094-7E8A0B688C0B}" destId="{E8370BCB-E844-4571-B867-738C610F103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60EB220F-056D-4A54-8C67-AE4D26E9673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789F9DE-44B3-42E6-8381-7FD1ADD5891E}">
      <dgm:prSet/>
      <dgm:spPr/>
      <dgm:t>
        <a:bodyPr/>
        <a:lstStyle/>
        <a:p>
          <a:r>
            <a:rPr lang="uk-UA" b="0" i="0"/>
            <a:t>виконати умову міжнародних фінансових організацій</a:t>
          </a:r>
          <a:endParaRPr lang="uk-UA"/>
        </a:p>
      </dgm:t>
    </dgm:pt>
    <dgm:pt modelId="{08EB5250-7C80-42A1-868B-92EAA3674425}" type="parTrans" cxnId="{5166BFCC-2152-4F3B-9E7C-1F5C2CE26594}">
      <dgm:prSet/>
      <dgm:spPr/>
      <dgm:t>
        <a:bodyPr/>
        <a:lstStyle/>
        <a:p>
          <a:endParaRPr lang="uk-UA"/>
        </a:p>
      </dgm:t>
    </dgm:pt>
    <dgm:pt modelId="{360829A5-18C6-4311-86B4-4387258C0742}" type="sibTrans" cxnId="{5166BFCC-2152-4F3B-9E7C-1F5C2CE26594}">
      <dgm:prSet/>
      <dgm:spPr/>
      <dgm:t>
        <a:bodyPr/>
        <a:lstStyle/>
        <a:p>
          <a:endParaRPr lang="uk-UA"/>
        </a:p>
      </dgm:t>
    </dgm:pt>
    <dgm:pt modelId="{A115D30C-EE1C-4622-B7F0-E7B8D95EE479}">
      <dgm:prSet/>
      <dgm:spPr/>
      <dgm:t>
        <a:bodyPr/>
        <a:lstStyle/>
        <a:p>
          <a:r>
            <a:rPr lang="uk-UA" b="0" i="0"/>
            <a:t>подолати корупцію у вищих ешелонах влади</a:t>
          </a:r>
          <a:endParaRPr lang="uk-UA"/>
        </a:p>
      </dgm:t>
    </dgm:pt>
    <dgm:pt modelId="{843ECAA2-9D22-44AF-A36C-E21B20410BF7}" type="parTrans" cxnId="{0DCD8580-E452-4F21-9310-469635A51B40}">
      <dgm:prSet/>
      <dgm:spPr/>
      <dgm:t>
        <a:bodyPr/>
        <a:lstStyle/>
        <a:p>
          <a:endParaRPr lang="uk-UA"/>
        </a:p>
      </dgm:t>
    </dgm:pt>
    <dgm:pt modelId="{DAEDE7A5-B2C8-43EF-88CD-C13CCFCF739A}" type="sibTrans" cxnId="{0DCD8580-E452-4F21-9310-469635A51B40}">
      <dgm:prSet/>
      <dgm:spPr/>
      <dgm:t>
        <a:bodyPr/>
        <a:lstStyle/>
        <a:p>
          <a:endParaRPr lang="uk-UA"/>
        </a:p>
      </dgm:t>
    </dgm:pt>
    <dgm:pt modelId="{AAA774CA-EDD6-4156-8DBF-888205BB8652}">
      <dgm:prSet/>
      <dgm:spPr/>
      <dgm:t>
        <a:bodyPr/>
        <a:lstStyle/>
        <a:p>
          <a:r>
            <a:rPr lang="uk-UA" b="0" i="0"/>
            <a:t>стабілізувати й зміцнити фінансову систему</a:t>
          </a:r>
          <a:endParaRPr lang="uk-UA"/>
        </a:p>
      </dgm:t>
    </dgm:pt>
    <dgm:pt modelId="{6E350D48-E443-47AF-907D-8C0FED691F17}" type="parTrans" cxnId="{F6C97C92-FD91-47F1-B7FA-A67F08923AB4}">
      <dgm:prSet/>
      <dgm:spPr/>
      <dgm:t>
        <a:bodyPr/>
        <a:lstStyle/>
        <a:p>
          <a:endParaRPr lang="uk-UA"/>
        </a:p>
      </dgm:t>
    </dgm:pt>
    <dgm:pt modelId="{69B1EABD-4E94-4096-91D1-99296D9C4EF8}" type="sibTrans" cxnId="{F6C97C92-FD91-47F1-B7FA-A67F08923AB4}">
      <dgm:prSet/>
      <dgm:spPr/>
      <dgm:t>
        <a:bodyPr/>
        <a:lstStyle/>
        <a:p>
          <a:endParaRPr lang="uk-UA"/>
        </a:p>
      </dgm:t>
    </dgm:pt>
    <dgm:pt modelId="{6A32E067-B025-431D-A53C-F93FA7A4B993}">
      <dgm:prSet/>
      <dgm:spPr/>
      <dgm:t>
        <a:bodyPr/>
        <a:lstStyle/>
        <a:p>
          <a:r>
            <a:rPr lang="uk-UA" b="0" i="0"/>
            <a:t>урівняти доходи всіх верств суспільства</a:t>
          </a:r>
          <a:endParaRPr lang="uk-UA"/>
        </a:p>
      </dgm:t>
    </dgm:pt>
    <dgm:pt modelId="{7981FF03-B283-4F59-A37A-367A9162FC1A}" type="parTrans" cxnId="{2BA9836E-EF88-4CDB-86A2-F9EC18BB9885}">
      <dgm:prSet/>
      <dgm:spPr/>
      <dgm:t>
        <a:bodyPr/>
        <a:lstStyle/>
        <a:p>
          <a:endParaRPr lang="uk-UA"/>
        </a:p>
      </dgm:t>
    </dgm:pt>
    <dgm:pt modelId="{9C269864-79D9-4A59-A521-CD9251AC0841}" type="sibTrans" cxnId="{2BA9836E-EF88-4CDB-86A2-F9EC18BB9885}">
      <dgm:prSet/>
      <dgm:spPr/>
      <dgm:t>
        <a:bodyPr/>
        <a:lstStyle/>
        <a:p>
          <a:endParaRPr lang="uk-UA"/>
        </a:p>
      </dgm:t>
    </dgm:pt>
    <dgm:pt modelId="{E974B774-F74F-4555-81D4-FED876ED4DED}" type="pres">
      <dgm:prSet presAssocID="{60EB220F-056D-4A54-8C67-AE4D26E96732}" presName="linear" presStyleCnt="0">
        <dgm:presLayoutVars>
          <dgm:animLvl val="lvl"/>
          <dgm:resizeHandles val="exact"/>
        </dgm:presLayoutVars>
      </dgm:prSet>
      <dgm:spPr/>
    </dgm:pt>
    <dgm:pt modelId="{60F19FC0-DEFC-4AA6-ADC7-A0C8DBA8E560}" type="pres">
      <dgm:prSet presAssocID="{3789F9DE-44B3-42E6-8381-7FD1ADD5891E}" presName="parentText" presStyleLbl="node1" presStyleIdx="0" presStyleCnt="4">
        <dgm:presLayoutVars>
          <dgm:chMax val="0"/>
          <dgm:bulletEnabled val="1"/>
        </dgm:presLayoutVars>
      </dgm:prSet>
      <dgm:spPr/>
    </dgm:pt>
    <dgm:pt modelId="{BB666059-3706-4DDE-B15F-0880CDC29693}" type="pres">
      <dgm:prSet presAssocID="{360829A5-18C6-4311-86B4-4387258C0742}" presName="spacer" presStyleCnt="0"/>
      <dgm:spPr/>
    </dgm:pt>
    <dgm:pt modelId="{157E3351-AD57-45B2-8FB7-75B1E16199F9}" type="pres">
      <dgm:prSet presAssocID="{A115D30C-EE1C-4622-B7F0-E7B8D95EE479}" presName="parentText" presStyleLbl="node1" presStyleIdx="1" presStyleCnt="4">
        <dgm:presLayoutVars>
          <dgm:chMax val="0"/>
          <dgm:bulletEnabled val="1"/>
        </dgm:presLayoutVars>
      </dgm:prSet>
      <dgm:spPr/>
    </dgm:pt>
    <dgm:pt modelId="{07D4DC36-F129-49EF-9FB2-9DC6E78532E3}" type="pres">
      <dgm:prSet presAssocID="{DAEDE7A5-B2C8-43EF-88CD-C13CCFCF739A}" presName="spacer" presStyleCnt="0"/>
      <dgm:spPr/>
    </dgm:pt>
    <dgm:pt modelId="{6218639A-BD6A-42AE-9B4D-4D0BA67856AA}" type="pres">
      <dgm:prSet presAssocID="{AAA774CA-EDD6-4156-8DBF-888205BB8652}" presName="parentText" presStyleLbl="node1" presStyleIdx="2" presStyleCnt="4">
        <dgm:presLayoutVars>
          <dgm:chMax val="0"/>
          <dgm:bulletEnabled val="1"/>
        </dgm:presLayoutVars>
      </dgm:prSet>
      <dgm:spPr/>
    </dgm:pt>
    <dgm:pt modelId="{D7876BB5-A308-4770-942D-78B099B53A62}" type="pres">
      <dgm:prSet presAssocID="{69B1EABD-4E94-4096-91D1-99296D9C4EF8}" presName="spacer" presStyleCnt="0"/>
      <dgm:spPr/>
    </dgm:pt>
    <dgm:pt modelId="{40116A8C-5A59-40AC-A686-EC0188822020}" type="pres">
      <dgm:prSet presAssocID="{6A32E067-B025-431D-A53C-F93FA7A4B993}" presName="parentText" presStyleLbl="node1" presStyleIdx="3" presStyleCnt="4">
        <dgm:presLayoutVars>
          <dgm:chMax val="0"/>
          <dgm:bulletEnabled val="1"/>
        </dgm:presLayoutVars>
      </dgm:prSet>
      <dgm:spPr/>
    </dgm:pt>
  </dgm:ptLst>
  <dgm:cxnLst>
    <dgm:cxn modelId="{E4FBD906-559C-40BD-8397-7F7EC0B0844E}" type="presOf" srcId="{6A32E067-B025-431D-A53C-F93FA7A4B993}" destId="{40116A8C-5A59-40AC-A686-EC0188822020}" srcOrd="0" destOrd="0" presId="urn:microsoft.com/office/officeart/2005/8/layout/vList2"/>
    <dgm:cxn modelId="{DA45C726-3487-4768-9D41-D5186F442159}" type="presOf" srcId="{60EB220F-056D-4A54-8C67-AE4D26E96732}" destId="{E974B774-F74F-4555-81D4-FED876ED4DED}" srcOrd="0" destOrd="0" presId="urn:microsoft.com/office/officeart/2005/8/layout/vList2"/>
    <dgm:cxn modelId="{6C4DDB29-A465-407F-B8CD-14523CD9A2A5}" type="presOf" srcId="{3789F9DE-44B3-42E6-8381-7FD1ADD5891E}" destId="{60F19FC0-DEFC-4AA6-ADC7-A0C8DBA8E560}" srcOrd="0" destOrd="0" presId="urn:microsoft.com/office/officeart/2005/8/layout/vList2"/>
    <dgm:cxn modelId="{2BA9836E-EF88-4CDB-86A2-F9EC18BB9885}" srcId="{60EB220F-056D-4A54-8C67-AE4D26E96732}" destId="{6A32E067-B025-431D-A53C-F93FA7A4B993}" srcOrd="3" destOrd="0" parTransId="{7981FF03-B283-4F59-A37A-367A9162FC1A}" sibTransId="{9C269864-79D9-4A59-A521-CD9251AC0841}"/>
    <dgm:cxn modelId="{42DA3350-AA85-4DE0-9635-E700696EEB26}" type="presOf" srcId="{A115D30C-EE1C-4622-B7F0-E7B8D95EE479}" destId="{157E3351-AD57-45B2-8FB7-75B1E16199F9}" srcOrd="0" destOrd="0" presId="urn:microsoft.com/office/officeart/2005/8/layout/vList2"/>
    <dgm:cxn modelId="{0DCD8580-E452-4F21-9310-469635A51B40}" srcId="{60EB220F-056D-4A54-8C67-AE4D26E96732}" destId="{A115D30C-EE1C-4622-B7F0-E7B8D95EE479}" srcOrd="1" destOrd="0" parTransId="{843ECAA2-9D22-44AF-A36C-E21B20410BF7}" sibTransId="{DAEDE7A5-B2C8-43EF-88CD-C13CCFCF739A}"/>
    <dgm:cxn modelId="{F6C97C92-FD91-47F1-B7FA-A67F08923AB4}" srcId="{60EB220F-056D-4A54-8C67-AE4D26E96732}" destId="{AAA774CA-EDD6-4156-8DBF-888205BB8652}" srcOrd="2" destOrd="0" parTransId="{6E350D48-E443-47AF-907D-8C0FED691F17}" sibTransId="{69B1EABD-4E94-4096-91D1-99296D9C4EF8}"/>
    <dgm:cxn modelId="{4738ADA6-3F6C-4C37-89B4-B9CBA344401C}" type="presOf" srcId="{AAA774CA-EDD6-4156-8DBF-888205BB8652}" destId="{6218639A-BD6A-42AE-9B4D-4D0BA67856AA}" srcOrd="0" destOrd="0" presId="urn:microsoft.com/office/officeart/2005/8/layout/vList2"/>
    <dgm:cxn modelId="{5166BFCC-2152-4F3B-9E7C-1F5C2CE26594}" srcId="{60EB220F-056D-4A54-8C67-AE4D26E96732}" destId="{3789F9DE-44B3-42E6-8381-7FD1ADD5891E}" srcOrd="0" destOrd="0" parTransId="{08EB5250-7C80-42A1-868B-92EAA3674425}" sibTransId="{360829A5-18C6-4311-86B4-4387258C0742}"/>
    <dgm:cxn modelId="{A7B546FE-AECA-4D29-8B2A-B38176551F8B}" type="presParOf" srcId="{E974B774-F74F-4555-81D4-FED876ED4DED}" destId="{60F19FC0-DEFC-4AA6-ADC7-A0C8DBA8E560}" srcOrd="0" destOrd="0" presId="urn:microsoft.com/office/officeart/2005/8/layout/vList2"/>
    <dgm:cxn modelId="{C6B9264C-69E7-475A-A510-B0E9D07AEA42}" type="presParOf" srcId="{E974B774-F74F-4555-81D4-FED876ED4DED}" destId="{BB666059-3706-4DDE-B15F-0880CDC29693}" srcOrd="1" destOrd="0" presId="urn:microsoft.com/office/officeart/2005/8/layout/vList2"/>
    <dgm:cxn modelId="{43D59AF3-6E09-418C-8E0B-97F42E6DE4F6}" type="presParOf" srcId="{E974B774-F74F-4555-81D4-FED876ED4DED}" destId="{157E3351-AD57-45B2-8FB7-75B1E16199F9}" srcOrd="2" destOrd="0" presId="urn:microsoft.com/office/officeart/2005/8/layout/vList2"/>
    <dgm:cxn modelId="{B6F1A20F-5394-4DAF-98B8-F2521E6FFD59}" type="presParOf" srcId="{E974B774-F74F-4555-81D4-FED876ED4DED}" destId="{07D4DC36-F129-49EF-9FB2-9DC6E78532E3}" srcOrd="3" destOrd="0" presId="urn:microsoft.com/office/officeart/2005/8/layout/vList2"/>
    <dgm:cxn modelId="{926796F1-F49D-4733-B01A-A873BB2AAA1A}" type="presParOf" srcId="{E974B774-F74F-4555-81D4-FED876ED4DED}" destId="{6218639A-BD6A-42AE-9B4D-4D0BA67856AA}" srcOrd="4" destOrd="0" presId="urn:microsoft.com/office/officeart/2005/8/layout/vList2"/>
    <dgm:cxn modelId="{1F0BE556-3389-466D-9234-0473FFC736AE}" type="presParOf" srcId="{E974B774-F74F-4555-81D4-FED876ED4DED}" destId="{D7876BB5-A308-4770-942D-78B099B53A62}" srcOrd="5" destOrd="0" presId="urn:microsoft.com/office/officeart/2005/8/layout/vList2"/>
    <dgm:cxn modelId="{2EFE530D-B8D1-4B9A-942F-8BADC56D413C}" type="presParOf" srcId="{E974B774-F74F-4555-81D4-FED876ED4DED}" destId="{40116A8C-5A59-40AC-A686-EC018882202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2C71BBA6-517C-4FDD-8A28-C42B6AAFD31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7BF50E7-C1D9-41A9-A3CA-7AFE4DADADAD}">
      <dgm:prSet/>
      <dgm:spPr/>
      <dgm:t>
        <a:bodyPr/>
        <a:lstStyle/>
        <a:p>
          <a:r>
            <a:rPr lang="uk-UA" b="0" i="0"/>
            <a:t>надмірних фізичних навантаженнях на бізнесменів</a:t>
          </a:r>
          <a:endParaRPr lang="uk-UA"/>
        </a:p>
      </dgm:t>
    </dgm:pt>
    <dgm:pt modelId="{50BDED04-C481-4726-B9B0-77DE25F33412}" type="parTrans" cxnId="{67DB71F5-3DD1-43CF-B0D2-E73A5661A90C}">
      <dgm:prSet/>
      <dgm:spPr/>
      <dgm:t>
        <a:bodyPr/>
        <a:lstStyle/>
        <a:p>
          <a:endParaRPr lang="uk-UA"/>
        </a:p>
      </dgm:t>
    </dgm:pt>
    <dgm:pt modelId="{76F94FEF-D9FC-4895-9C4D-78B940916371}" type="sibTrans" cxnId="{67DB71F5-3DD1-43CF-B0D2-E73A5661A90C}">
      <dgm:prSet/>
      <dgm:spPr/>
      <dgm:t>
        <a:bodyPr/>
        <a:lstStyle/>
        <a:p>
          <a:endParaRPr lang="uk-UA"/>
        </a:p>
      </dgm:t>
    </dgm:pt>
    <dgm:pt modelId="{631C11AE-AE44-4328-8F12-72AA44A90EF2}">
      <dgm:prSet/>
      <dgm:spPr/>
      <dgm:t>
        <a:bodyPr/>
        <a:lstStyle/>
        <a:p>
          <a:r>
            <a:rPr lang="uk-UA" b="0" i="0"/>
            <a:t>стрімкому збільшенні прибутковості бізнесу</a:t>
          </a:r>
          <a:endParaRPr lang="uk-UA"/>
        </a:p>
      </dgm:t>
    </dgm:pt>
    <dgm:pt modelId="{BD078F00-DFCA-4CB4-9DB6-A8F48364CC24}" type="parTrans" cxnId="{83CE8FDB-FAFE-4576-A417-EF3B3582C447}">
      <dgm:prSet/>
      <dgm:spPr/>
      <dgm:t>
        <a:bodyPr/>
        <a:lstStyle/>
        <a:p>
          <a:endParaRPr lang="uk-UA"/>
        </a:p>
      </dgm:t>
    </dgm:pt>
    <dgm:pt modelId="{278DC56B-7903-4516-9CAA-9F568D4B051B}" type="sibTrans" cxnId="{83CE8FDB-FAFE-4576-A417-EF3B3582C447}">
      <dgm:prSet/>
      <dgm:spPr/>
      <dgm:t>
        <a:bodyPr/>
        <a:lstStyle/>
        <a:p>
          <a:endParaRPr lang="uk-UA"/>
        </a:p>
      </dgm:t>
    </dgm:pt>
    <dgm:pt modelId="{0B3B8BD8-A2FB-407B-86CD-7E7A18959CC7}">
      <dgm:prSet/>
      <dgm:spPr/>
      <dgm:t>
        <a:bodyPr/>
        <a:lstStyle/>
        <a:p>
          <a:r>
            <a:rPr lang="uk-UA" b="0" i="0"/>
            <a:t>недостатній фаховій підготовці підприємців для ведення бізнесу</a:t>
          </a:r>
          <a:endParaRPr lang="uk-UA"/>
        </a:p>
      </dgm:t>
    </dgm:pt>
    <dgm:pt modelId="{57F1F9BC-70CB-433D-AC3A-F23FBF5CECE9}" type="parTrans" cxnId="{0D62B12F-3511-4FE7-8044-B7F9F7F4C0FF}">
      <dgm:prSet/>
      <dgm:spPr/>
      <dgm:t>
        <a:bodyPr/>
        <a:lstStyle/>
        <a:p>
          <a:endParaRPr lang="uk-UA"/>
        </a:p>
      </dgm:t>
    </dgm:pt>
    <dgm:pt modelId="{011D6FF1-F497-4AE5-94E0-8B104D05278B}" type="sibTrans" cxnId="{0D62B12F-3511-4FE7-8044-B7F9F7F4C0FF}">
      <dgm:prSet/>
      <dgm:spPr/>
      <dgm:t>
        <a:bodyPr/>
        <a:lstStyle/>
        <a:p>
          <a:endParaRPr lang="uk-UA"/>
        </a:p>
      </dgm:t>
    </dgm:pt>
    <dgm:pt modelId="{D5116210-764C-4A6F-AC19-DED8F4CF0CB9}">
      <dgm:prSet/>
      <dgm:spPr/>
      <dgm:t>
        <a:bodyPr/>
        <a:lstStyle/>
        <a:p>
          <a:r>
            <a:rPr lang="uk-UA" b="0" i="0"/>
            <a:t>значних бюрократичних обмеженнях організації та ведення бізнесу</a:t>
          </a:r>
          <a:endParaRPr lang="uk-UA"/>
        </a:p>
      </dgm:t>
    </dgm:pt>
    <dgm:pt modelId="{704A75EE-49CB-4A79-92AD-DCFAFA8684BD}" type="parTrans" cxnId="{BF140268-38CC-42CD-8A3D-3E80C666C081}">
      <dgm:prSet/>
      <dgm:spPr/>
      <dgm:t>
        <a:bodyPr/>
        <a:lstStyle/>
        <a:p>
          <a:endParaRPr lang="uk-UA"/>
        </a:p>
      </dgm:t>
    </dgm:pt>
    <dgm:pt modelId="{DA23C061-68C1-4CA3-9E05-39F317CF5F2B}" type="sibTrans" cxnId="{BF140268-38CC-42CD-8A3D-3E80C666C081}">
      <dgm:prSet/>
      <dgm:spPr/>
      <dgm:t>
        <a:bodyPr/>
        <a:lstStyle/>
        <a:p>
          <a:endParaRPr lang="uk-UA"/>
        </a:p>
      </dgm:t>
    </dgm:pt>
    <dgm:pt modelId="{BE818BA8-830F-44F9-8477-936979878D85}" type="pres">
      <dgm:prSet presAssocID="{2C71BBA6-517C-4FDD-8A28-C42B6AAFD318}" presName="linear" presStyleCnt="0">
        <dgm:presLayoutVars>
          <dgm:animLvl val="lvl"/>
          <dgm:resizeHandles val="exact"/>
        </dgm:presLayoutVars>
      </dgm:prSet>
      <dgm:spPr/>
    </dgm:pt>
    <dgm:pt modelId="{740E07CA-7452-473C-BD2F-C3FFCCEA4E09}" type="pres">
      <dgm:prSet presAssocID="{57BF50E7-C1D9-41A9-A3CA-7AFE4DADADAD}" presName="parentText" presStyleLbl="node1" presStyleIdx="0" presStyleCnt="4">
        <dgm:presLayoutVars>
          <dgm:chMax val="0"/>
          <dgm:bulletEnabled val="1"/>
        </dgm:presLayoutVars>
      </dgm:prSet>
      <dgm:spPr/>
    </dgm:pt>
    <dgm:pt modelId="{BE416054-8D5E-4883-BDDB-FCB1D03DE068}" type="pres">
      <dgm:prSet presAssocID="{76F94FEF-D9FC-4895-9C4D-78B940916371}" presName="spacer" presStyleCnt="0"/>
      <dgm:spPr/>
    </dgm:pt>
    <dgm:pt modelId="{E6462000-B816-41B6-A8DB-F439ACF404A8}" type="pres">
      <dgm:prSet presAssocID="{631C11AE-AE44-4328-8F12-72AA44A90EF2}" presName="parentText" presStyleLbl="node1" presStyleIdx="1" presStyleCnt="4">
        <dgm:presLayoutVars>
          <dgm:chMax val="0"/>
          <dgm:bulletEnabled val="1"/>
        </dgm:presLayoutVars>
      </dgm:prSet>
      <dgm:spPr/>
    </dgm:pt>
    <dgm:pt modelId="{812172E9-9C7F-44F9-87C4-ECD587B20582}" type="pres">
      <dgm:prSet presAssocID="{278DC56B-7903-4516-9CAA-9F568D4B051B}" presName="spacer" presStyleCnt="0"/>
      <dgm:spPr/>
    </dgm:pt>
    <dgm:pt modelId="{B8892AB2-1424-4F35-AB58-A96E06ECEAC1}" type="pres">
      <dgm:prSet presAssocID="{0B3B8BD8-A2FB-407B-86CD-7E7A18959CC7}" presName="parentText" presStyleLbl="node1" presStyleIdx="2" presStyleCnt="4">
        <dgm:presLayoutVars>
          <dgm:chMax val="0"/>
          <dgm:bulletEnabled val="1"/>
        </dgm:presLayoutVars>
      </dgm:prSet>
      <dgm:spPr/>
    </dgm:pt>
    <dgm:pt modelId="{A973F59B-15EB-4909-8BE2-FDC4277DCB17}" type="pres">
      <dgm:prSet presAssocID="{011D6FF1-F497-4AE5-94E0-8B104D05278B}" presName="spacer" presStyleCnt="0"/>
      <dgm:spPr/>
    </dgm:pt>
    <dgm:pt modelId="{38927E0C-2610-47C1-9663-AA6A63B40EBA}" type="pres">
      <dgm:prSet presAssocID="{D5116210-764C-4A6F-AC19-DED8F4CF0CB9}" presName="parentText" presStyleLbl="node1" presStyleIdx="3" presStyleCnt="4">
        <dgm:presLayoutVars>
          <dgm:chMax val="0"/>
          <dgm:bulletEnabled val="1"/>
        </dgm:presLayoutVars>
      </dgm:prSet>
      <dgm:spPr/>
    </dgm:pt>
  </dgm:ptLst>
  <dgm:cxnLst>
    <dgm:cxn modelId="{0D62B12F-3511-4FE7-8044-B7F9F7F4C0FF}" srcId="{2C71BBA6-517C-4FDD-8A28-C42B6AAFD318}" destId="{0B3B8BD8-A2FB-407B-86CD-7E7A18959CC7}" srcOrd="2" destOrd="0" parTransId="{57F1F9BC-70CB-433D-AC3A-F23FBF5CECE9}" sibTransId="{011D6FF1-F497-4AE5-94E0-8B104D05278B}"/>
    <dgm:cxn modelId="{EB4D8339-3C0F-4ED9-8424-F6879FF948A0}" type="presOf" srcId="{D5116210-764C-4A6F-AC19-DED8F4CF0CB9}" destId="{38927E0C-2610-47C1-9663-AA6A63B40EBA}" srcOrd="0" destOrd="0" presId="urn:microsoft.com/office/officeart/2005/8/layout/vList2"/>
    <dgm:cxn modelId="{BF140268-38CC-42CD-8A3D-3E80C666C081}" srcId="{2C71BBA6-517C-4FDD-8A28-C42B6AAFD318}" destId="{D5116210-764C-4A6F-AC19-DED8F4CF0CB9}" srcOrd="3" destOrd="0" parTransId="{704A75EE-49CB-4A79-92AD-DCFAFA8684BD}" sibTransId="{DA23C061-68C1-4CA3-9E05-39F317CF5F2B}"/>
    <dgm:cxn modelId="{C9B80DAD-6366-4088-B2C6-0F5EB649A06A}" type="presOf" srcId="{2C71BBA6-517C-4FDD-8A28-C42B6AAFD318}" destId="{BE818BA8-830F-44F9-8477-936979878D85}" srcOrd="0" destOrd="0" presId="urn:microsoft.com/office/officeart/2005/8/layout/vList2"/>
    <dgm:cxn modelId="{83CE8FDB-FAFE-4576-A417-EF3B3582C447}" srcId="{2C71BBA6-517C-4FDD-8A28-C42B6AAFD318}" destId="{631C11AE-AE44-4328-8F12-72AA44A90EF2}" srcOrd="1" destOrd="0" parTransId="{BD078F00-DFCA-4CB4-9DB6-A8F48364CC24}" sibTransId="{278DC56B-7903-4516-9CAA-9F568D4B051B}"/>
    <dgm:cxn modelId="{C94A69E8-8D6D-4513-AFBB-236695588157}" type="presOf" srcId="{0B3B8BD8-A2FB-407B-86CD-7E7A18959CC7}" destId="{B8892AB2-1424-4F35-AB58-A96E06ECEAC1}" srcOrd="0" destOrd="0" presId="urn:microsoft.com/office/officeart/2005/8/layout/vList2"/>
    <dgm:cxn modelId="{2FC9F1EB-77EB-462B-AA33-B96A8B9437E5}" type="presOf" srcId="{631C11AE-AE44-4328-8F12-72AA44A90EF2}" destId="{E6462000-B816-41B6-A8DB-F439ACF404A8}" srcOrd="0" destOrd="0" presId="urn:microsoft.com/office/officeart/2005/8/layout/vList2"/>
    <dgm:cxn modelId="{A03043EE-A582-4D13-85C1-841FB1F5D77C}" type="presOf" srcId="{57BF50E7-C1D9-41A9-A3CA-7AFE4DADADAD}" destId="{740E07CA-7452-473C-BD2F-C3FFCCEA4E09}" srcOrd="0" destOrd="0" presId="urn:microsoft.com/office/officeart/2005/8/layout/vList2"/>
    <dgm:cxn modelId="{67DB71F5-3DD1-43CF-B0D2-E73A5661A90C}" srcId="{2C71BBA6-517C-4FDD-8A28-C42B6AAFD318}" destId="{57BF50E7-C1D9-41A9-A3CA-7AFE4DADADAD}" srcOrd="0" destOrd="0" parTransId="{50BDED04-C481-4726-B9B0-77DE25F33412}" sibTransId="{76F94FEF-D9FC-4895-9C4D-78B940916371}"/>
    <dgm:cxn modelId="{BEA99A29-C5D1-4288-8AE9-D67B9236DC48}" type="presParOf" srcId="{BE818BA8-830F-44F9-8477-936979878D85}" destId="{740E07CA-7452-473C-BD2F-C3FFCCEA4E09}" srcOrd="0" destOrd="0" presId="urn:microsoft.com/office/officeart/2005/8/layout/vList2"/>
    <dgm:cxn modelId="{F2D2E050-2B6E-42E1-9324-C7BD4467BCE4}" type="presParOf" srcId="{BE818BA8-830F-44F9-8477-936979878D85}" destId="{BE416054-8D5E-4883-BDDB-FCB1D03DE068}" srcOrd="1" destOrd="0" presId="urn:microsoft.com/office/officeart/2005/8/layout/vList2"/>
    <dgm:cxn modelId="{2A0FC52E-9583-4C54-920B-7C3DCB59BA32}" type="presParOf" srcId="{BE818BA8-830F-44F9-8477-936979878D85}" destId="{E6462000-B816-41B6-A8DB-F439ACF404A8}" srcOrd="2" destOrd="0" presId="urn:microsoft.com/office/officeart/2005/8/layout/vList2"/>
    <dgm:cxn modelId="{6A9C4D2A-7DBC-4D9B-BDF8-9AD7541D5DA9}" type="presParOf" srcId="{BE818BA8-830F-44F9-8477-936979878D85}" destId="{812172E9-9C7F-44F9-87C4-ECD587B20582}" srcOrd="3" destOrd="0" presId="urn:microsoft.com/office/officeart/2005/8/layout/vList2"/>
    <dgm:cxn modelId="{60F12A81-118F-41CE-A57A-BCD37BD351F2}" type="presParOf" srcId="{BE818BA8-830F-44F9-8477-936979878D85}" destId="{B8892AB2-1424-4F35-AB58-A96E06ECEAC1}" srcOrd="4" destOrd="0" presId="urn:microsoft.com/office/officeart/2005/8/layout/vList2"/>
    <dgm:cxn modelId="{910A4A03-D9F5-43F1-BE3A-BE519D1A1F20}" type="presParOf" srcId="{BE818BA8-830F-44F9-8477-936979878D85}" destId="{A973F59B-15EB-4909-8BE2-FDC4277DCB17}" srcOrd="5" destOrd="0" presId="urn:microsoft.com/office/officeart/2005/8/layout/vList2"/>
    <dgm:cxn modelId="{E2897A3E-80A2-4411-808E-5070B300355F}" type="presParOf" srcId="{BE818BA8-830F-44F9-8477-936979878D85}" destId="{38927E0C-2610-47C1-9663-AA6A63B40EB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E0891645-DE13-4172-8E28-7540E529C0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37C35B3-33A8-40F8-9748-36302B97E44F}">
      <dgm:prSet/>
      <dgm:spPr/>
      <dgm:t>
        <a:bodyPr/>
        <a:lstStyle/>
        <a:p>
          <a:r>
            <a:rPr lang="ru-RU" b="0" i="0"/>
            <a:t>збереження більшості промислових підприємств у державній власності</a:t>
          </a:r>
          <a:endParaRPr lang="uk-UA"/>
        </a:p>
      </dgm:t>
    </dgm:pt>
    <dgm:pt modelId="{2F8EFCCE-38BE-4ACF-8A55-D6DA3DDC89BD}" type="parTrans" cxnId="{70945581-275E-40A3-A436-23EAB0575312}">
      <dgm:prSet/>
      <dgm:spPr/>
      <dgm:t>
        <a:bodyPr/>
        <a:lstStyle/>
        <a:p>
          <a:endParaRPr lang="uk-UA"/>
        </a:p>
      </dgm:t>
    </dgm:pt>
    <dgm:pt modelId="{391D4621-E9AC-4B53-A712-284286FE0BEC}" type="sibTrans" cxnId="{70945581-275E-40A3-A436-23EAB0575312}">
      <dgm:prSet/>
      <dgm:spPr/>
      <dgm:t>
        <a:bodyPr/>
        <a:lstStyle/>
        <a:p>
          <a:endParaRPr lang="uk-UA"/>
        </a:p>
      </dgm:t>
    </dgm:pt>
    <dgm:pt modelId="{765F9974-51C8-440A-B00E-EAB91B94E13B}">
      <dgm:prSet/>
      <dgm:spPr/>
      <dgm:t>
        <a:bodyPr/>
        <a:lstStyle/>
        <a:p>
          <a:r>
            <a:rPr lang="ru-RU" b="0" i="0"/>
            <a:t>утвердження системи олігархічних фінансово-промислових груп</a:t>
          </a:r>
          <a:endParaRPr lang="uk-UA"/>
        </a:p>
      </dgm:t>
    </dgm:pt>
    <dgm:pt modelId="{DD82B3CB-33D0-4D38-B6D8-003CAD3D0397}" type="parTrans" cxnId="{C0EF3B48-8D3E-44D8-9303-94236074BCB9}">
      <dgm:prSet/>
      <dgm:spPr/>
      <dgm:t>
        <a:bodyPr/>
        <a:lstStyle/>
        <a:p>
          <a:endParaRPr lang="uk-UA"/>
        </a:p>
      </dgm:t>
    </dgm:pt>
    <dgm:pt modelId="{850F0EA2-FA90-4306-B408-FAC122C1A450}" type="sibTrans" cxnId="{C0EF3B48-8D3E-44D8-9303-94236074BCB9}">
      <dgm:prSet/>
      <dgm:spPr/>
      <dgm:t>
        <a:bodyPr/>
        <a:lstStyle/>
        <a:p>
          <a:endParaRPr lang="uk-UA"/>
        </a:p>
      </dgm:t>
    </dgm:pt>
    <dgm:pt modelId="{ACD54050-0FDF-40A5-A0EE-A22F77A2AC2A}">
      <dgm:prSet/>
      <dgm:spPr/>
      <dgm:t>
        <a:bodyPr/>
        <a:lstStyle/>
        <a:p>
          <a:r>
            <a:rPr lang="ru-RU" b="0" i="0"/>
            <a:t>відновлення командно-адміністративної системи управління економікою</a:t>
          </a:r>
          <a:endParaRPr lang="uk-UA"/>
        </a:p>
      </dgm:t>
    </dgm:pt>
    <dgm:pt modelId="{0C86DE29-F506-4D92-9A45-64972BC7691F}" type="parTrans" cxnId="{407FB79D-9DA0-4CFC-B10E-6B67A520143D}">
      <dgm:prSet/>
      <dgm:spPr/>
      <dgm:t>
        <a:bodyPr/>
        <a:lstStyle/>
        <a:p>
          <a:endParaRPr lang="uk-UA"/>
        </a:p>
      </dgm:t>
    </dgm:pt>
    <dgm:pt modelId="{C27403F1-9DD6-4F92-9C20-B738B852EAD3}" type="sibTrans" cxnId="{407FB79D-9DA0-4CFC-B10E-6B67A520143D}">
      <dgm:prSet/>
      <dgm:spPr/>
      <dgm:t>
        <a:bodyPr/>
        <a:lstStyle/>
        <a:p>
          <a:endParaRPr lang="uk-UA"/>
        </a:p>
      </dgm:t>
    </dgm:pt>
    <dgm:pt modelId="{932B5EB6-F848-4CB6-8B78-4E9727A46D9D}">
      <dgm:prSet/>
      <dgm:spPr/>
      <dgm:t>
        <a:bodyPr/>
        <a:lstStyle/>
        <a:p>
          <a:r>
            <a:rPr lang="ru-RU" b="0" i="0"/>
            <a:t>перетворення малого бізнесу в основного виробника валового внутрішнього продукту</a:t>
          </a:r>
          <a:endParaRPr lang="uk-UA"/>
        </a:p>
      </dgm:t>
    </dgm:pt>
    <dgm:pt modelId="{8C4FE58A-F15B-4ADF-AEB0-E5B045E84E43}" type="parTrans" cxnId="{9D84EC45-A045-4A75-B92E-AF34A0C8BECA}">
      <dgm:prSet/>
      <dgm:spPr/>
      <dgm:t>
        <a:bodyPr/>
        <a:lstStyle/>
        <a:p>
          <a:endParaRPr lang="uk-UA"/>
        </a:p>
      </dgm:t>
    </dgm:pt>
    <dgm:pt modelId="{D70DC3A0-6CE1-4817-893C-32ACA5148392}" type="sibTrans" cxnId="{9D84EC45-A045-4A75-B92E-AF34A0C8BECA}">
      <dgm:prSet/>
      <dgm:spPr/>
      <dgm:t>
        <a:bodyPr/>
        <a:lstStyle/>
        <a:p>
          <a:endParaRPr lang="uk-UA"/>
        </a:p>
      </dgm:t>
    </dgm:pt>
    <dgm:pt modelId="{A760A609-F266-491D-90A6-AAE8FF2C89B3}" type="pres">
      <dgm:prSet presAssocID="{E0891645-DE13-4172-8E28-7540E529C092}" presName="linear" presStyleCnt="0">
        <dgm:presLayoutVars>
          <dgm:animLvl val="lvl"/>
          <dgm:resizeHandles val="exact"/>
        </dgm:presLayoutVars>
      </dgm:prSet>
      <dgm:spPr/>
    </dgm:pt>
    <dgm:pt modelId="{6FCF3225-865A-406E-B75A-D6E119E386D1}" type="pres">
      <dgm:prSet presAssocID="{037C35B3-33A8-40F8-9748-36302B97E44F}" presName="parentText" presStyleLbl="node1" presStyleIdx="0" presStyleCnt="4">
        <dgm:presLayoutVars>
          <dgm:chMax val="0"/>
          <dgm:bulletEnabled val="1"/>
        </dgm:presLayoutVars>
      </dgm:prSet>
      <dgm:spPr/>
    </dgm:pt>
    <dgm:pt modelId="{292103FE-2FE4-477D-9A64-843898E42952}" type="pres">
      <dgm:prSet presAssocID="{391D4621-E9AC-4B53-A712-284286FE0BEC}" presName="spacer" presStyleCnt="0"/>
      <dgm:spPr/>
    </dgm:pt>
    <dgm:pt modelId="{04265E26-9628-4CB4-9CE9-7C94F730C8A8}" type="pres">
      <dgm:prSet presAssocID="{765F9974-51C8-440A-B00E-EAB91B94E13B}" presName="parentText" presStyleLbl="node1" presStyleIdx="1" presStyleCnt="4">
        <dgm:presLayoutVars>
          <dgm:chMax val="0"/>
          <dgm:bulletEnabled val="1"/>
        </dgm:presLayoutVars>
      </dgm:prSet>
      <dgm:spPr/>
    </dgm:pt>
    <dgm:pt modelId="{9FFFA716-F2BB-4E69-A23A-A828E1CED68E}" type="pres">
      <dgm:prSet presAssocID="{850F0EA2-FA90-4306-B408-FAC122C1A450}" presName="spacer" presStyleCnt="0"/>
      <dgm:spPr/>
    </dgm:pt>
    <dgm:pt modelId="{D6223A20-0EFD-45CF-9E0C-677A92109EF5}" type="pres">
      <dgm:prSet presAssocID="{ACD54050-0FDF-40A5-A0EE-A22F77A2AC2A}" presName="parentText" presStyleLbl="node1" presStyleIdx="2" presStyleCnt="4">
        <dgm:presLayoutVars>
          <dgm:chMax val="0"/>
          <dgm:bulletEnabled val="1"/>
        </dgm:presLayoutVars>
      </dgm:prSet>
      <dgm:spPr/>
    </dgm:pt>
    <dgm:pt modelId="{E9BD6D30-C917-4A0E-BE4D-AFC3DCFFC7F0}" type="pres">
      <dgm:prSet presAssocID="{C27403F1-9DD6-4F92-9C20-B738B852EAD3}" presName="spacer" presStyleCnt="0"/>
      <dgm:spPr/>
    </dgm:pt>
    <dgm:pt modelId="{BAEA3446-FB84-47FD-A558-D23F9ACF3F17}" type="pres">
      <dgm:prSet presAssocID="{932B5EB6-F848-4CB6-8B78-4E9727A46D9D}" presName="parentText" presStyleLbl="node1" presStyleIdx="3" presStyleCnt="4">
        <dgm:presLayoutVars>
          <dgm:chMax val="0"/>
          <dgm:bulletEnabled val="1"/>
        </dgm:presLayoutVars>
      </dgm:prSet>
      <dgm:spPr/>
    </dgm:pt>
  </dgm:ptLst>
  <dgm:cxnLst>
    <dgm:cxn modelId="{9D84EC45-A045-4A75-B92E-AF34A0C8BECA}" srcId="{E0891645-DE13-4172-8E28-7540E529C092}" destId="{932B5EB6-F848-4CB6-8B78-4E9727A46D9D}" srcOrd="3" destOrd="0" parTransId="{8C4FE58A-F15B-4ADF-AEB0-E5B045E84E43}" sibTransId="{D70DC3A0-6CE1-4817-893C-32ACA5148392}"/>
    <dgm:cxn modelId="{C0EF3B48-8D3E-44D8-9303-94236074BCB9}" srcId="{E0891645-DE13-4172-8E28-7540E529C092}" destId="{765F9974-51C8-440A-B00E-EAB91B94E13B}" srcOrd="1" destOrd="0" parTransId="{DD82B3CB-33D0-4D38-B6D8-003CAD3D0397}" sibTransId="{850F0EA2-FA90-4306-B408-FAC122C1A450}"/>
    <dgm:cxn modelId="{17C7316F-2A88-40E8-9BD8-CA67325F6EA0}" type="presOf" srcId="{037C35B3-33A8-40F8-9748-36302B97E44F}" destId="{6FCF3225-865A-406E-B75A-D6E119E386D1}" srcOrd="0" destOrd="0" presId="urn:microsoft.com/office/officeart/2005/8/layout/vList2"/>
    <dgm:cxn modelId="{E629857D-C165-4A5D-838E-C710DDFC2870}" type="presOf" srcId="{932B5EB6-F848-4CB6-8B78-4E9727A46D9D}" destId="{BAEA3446-FB84-47FD-A558-D23F9ACF3F17}" srcOrd="0" destOrd="0" presId="urn:microsoft.com/office/officeart/2005/8/layout/vList2"/>
    <dgm:cxn modelId="{70945581-275E-40A3-A436-23EAB0575312}" srcId="{E0891645-DE13-4172-8E28-7540E529C092}" destId="{037C35B3-33A8-40F8-9748-36302B97E44F}" srcOrd="0" destOrd="0" parTransId="{2F8EFCCE-38BE-4ACF-8A55-D6DA3DDC89BD}" sibTransId="{391D4621-E9AC-4B53-A712-284286FE0BEC}"/>
    <dgm:cxn modelId="{34A5348C-511F-42B5-BFE6-256D32ED0790}" type="presOf" srcId="{765F9974-51C8-440A-B00E-EAB91B94E13B}" destId="{04265E26-9628-4CB4-9CE9-7C94F730C8A8}" srcOrd="0" destOrd="0" presId="urn:microsoft.com/office/officeart/2005/8/layout/vList2"/>
    <dgm:cxn modelId="{407FB79D-9DA0-4CFC-B10E-6B67A520143D}" srcId="{E0891645-DE13-4172-8E28-7540E529C092}" destId="{ACD54050-0FDF-40A5-A0EE-A22F77A2AC2A}" srcOrd="2" destOrd="0" parTransId="{0C86DE29-F506-4D92-9A45-64972BC7691F}" sibTransId="{C27403F1-9DD6-4F92-9C20-B738B852EAD3}"/>
    <dgm:cxn modelId="{22E0DDD6-206B-4F45-B82B-51BD34F74781}" type="presOf" srcId="{E0891645-DE13-4172-8E28-7540E529C092}" destId="{A760A609-F266-491D-90A6-AAE8FF2C89B3}" srcOrd="0" destOrd="0" presId="urn:microsoft.com/office/officeart/2005/8/layout/vList2"/>
    <dgm:cxn modelId="{0A56CBFF-EA71-462A-864A-5CBD0A5DA219}" type="presOf" srcId="{ACD54050-0FDF-40A5-A0EE-A22F77A2AC2A}" destId="{D6223A20-0EFD-45CF-9E0C-677A92109EF5}" srcOrd="0" destOrd="0" presId="urn:microsoft.com/office/officeart/2005/8/layout/vList2"/>
    <dgm:cxn modelId="{94244BE2-480D-4D58-BE1B-5D0FF87BB925}" type="presParOf" srcId="{A760A609-F266-491D-90A6-AAE8FF2C89B3}" destId="{6FCF3225-865A-406E-B75A-D6E119E386D1}" srcOrd="0" destOrd="0" presId="urn:microsoft.com/office/officeart/2005/8/layout/vList2"/>
    <dgm:cxn modelId="{1859A2FA-AB51-4E8B-B335-B21BCAE4FD1B}" type="presParOf" srcId="{A760A609-F266-491D-90A6-AAE8FF2C89B3}" destId="{292103FE-2FE4-477D-9A64-843898E42952}" srcOrd="1" destOrd="0" presId="urn:microsoft.com/office/officeart/2005/8/layout/vList2"/>
    <dgm:cxn modelId="{29157AAE-EFE9-4226-B645-CC72F8E25988}" type="presParOf" srcId="{A760A609-F266-491D-90A6-AAE8FF2C89B3}" destId="{04265E26-9628-4CB4-9CE9-7C94F730C8A8}" srcOrd="2" destOrd="0" presId="urn:microsoft.com/office/officeart/2005/8/layout/vList2"/>
    <dgm:cxn modelId="{D03C2DE0-3B05-427F-9121-094A1E00ACD6}" type="presParOf" srcId="{A760A609-F266-491D-90A6-AAE8FF2C89B3}" destId="{9FFFA716-F2BB-4E69-A23A-A828E1CED68E}" srcOrd="3" destOrd="0" presId="urn:microsoft.com/office/officeart/2005/8/layout/vList2"/>
    <dgm:cxn modelId="{0E972857-437A-4F41-BA7D-54A235F3469D}" type="presParOf" srcId="{A760A609-F266-491D-90A6-AAE8FF2C89B3}" destId="{D6223A20-0EFD-45CF-9E0C-677A92109EF5}" srcOrd="4" destOrd="0" presId="urn:microsoft.com/office/officeart/2005/8/layout/vList2"/>
    <dgm:cxn modelId="{FB56F2CC-8054-4C55-A2AE-F3F63DDD13FF}" type="presParOf" srcId="{A760A609-F266-491D-90A6-AAE8FF2C89B3}" destId="{E9BD6D30-C917-4A0E-BE4D-AFC3DCFFC7F0}" srcOrd="5" destOrd="0" presId="urn:microsoft.com/office/officeart/2005/8/layout/vList2"/>
    <dgm:cxn modelId="{EE85DC3B-DC85-4437-AA00-0875CA0B249E}" type="presParOf" srcId="{A760A609-F266-491D-90A6-AAE8FF2C89B3}" destId="{BAEA3446-FB84-47FD-A558-D23F9ACF3F1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115DF7AC-9E12-4140-A58B-87FD68DA151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0456E47-76B0-487C-86FB-2E51E19A7ADA}">
      <dgm:prSet/>
      <dgm:spPr/>
      <dgm:t>
        <a:bodyPr/>
        <a:lstStyle/>
        <a:p>
          <a:r>
            <a:rPr lang="uk-UA" b="0" i="1"/>
            <a:t>«...Репресії показали, що в дискусії з українськими «дисидентами» влада не знайшла більш переконливих аргументів, ніж застосування сили, а умови в таборах переконали мене у тім, що простір застосування цієї сили не знає кінця...»</a:t>
          </a:r>
          <a:endParaRPr lang="uk-UA"/>
        </a:p>
      </dgm:t>
    </dgm:pt>
    <dgm:pt modelId="{F1B14BBF-94B1-4728-A236-F8D3C7B2FABA}" type="parTrans" cxnId="{66C04449-4998-4DFA-9069-106F8B100B0D}">
      <dgm:prSet/>
      <dgm:spPr/>
      <dgm:t>
        <a:bodyPr/>
        <a:lstStyle/>
        <a:p>
          <a:endParaRPr lang="uk-UA"/>
        </a:p>
      </dgm:t>
    </dgm:pt>
    <dgm:pt modelId="{349176CA-030F-49C8-A1B5-852699A211FA}" type="sibTrans" cxnId="{66C04449-4998-4DFA-9069-106F8B100B0D}">
      <dgm:prSet/>
      <dgm:spPr/>
      <dgm:t>
        <a:bodyPr/>
        <a:lstStyle/>
        <a:p>
          <a:endParaRPr lang="uk-UA"/>
        </a:p>
      </dgm:t>
    </dgm:pt>
    <dgm:pt modelId="{599A7173-C0DB-4A6F-A667-A0E6C86B6EC5}">
      <dgm:prSet/>
      <dgm:spPr/>
      <dgm:t>
        <a:bodyPr/>
        <a:lstStyle/>
        <a:p>
          <a:r>
            <a:rPr lang="uk-UA" b="0" i="1"/>
            <a:t>«Комуністи у своїх виступах піддали критиці новий роман О. Гончара «Собор». Висловлюючи жаль, що зрілий майстер художнього слова як у кривому дзеркалі показав працю, побут, духовний світ металургів і колгоспників Подніпров’я…»</a:t>
          </a:r>
          <a:endParaRPr lang="uk-UA"/>
        </a:p>
      </dgm:t>
    </dgm:pt>
    <dgm:pt modelId="{6573CDEB-1CEC-4CFB-BA7A-765261E8CBE2}" type="parTrans" cxnId="{A0F075BE-0AEA-4092-B937-21EB643D2B97}">
      <dgm:prSet/>
      <dgm:spPr/>
      <dgm:t>
        <a:bodyPr/>
        <a:lstStyle/>
        <a:p>
          <a:endParaRPr lang="uk-UA"/>
        </a:p>
      </dgm:t>
    </dgm:pt>
    <dgm:pt modelId="{F5EAE7C1-8CC6-4B22-A126-45C3B9361C4D}" type="sibTrans" cxnId="{A0F075BE-0AEA-4092-B937-21EB643D2B97}">
      <dgm:prSet/>
      <dgm:spPr/>
      <dgm:t>
        <a:bodyPr/>
        <a:lstStyle/>
        <a:p>
          <a:endParaRPr lang="uk-UA"/>
        </a:p>
      </dgm:t>
    </dgm:pt>
    <dgm:pt modelId="{6B6D098E-4C4E-4A4F-B5C7-141C1D18F0D6}">
      <dgm:prSet/>
      <dgm:spPr/>
      <dgm:t>
        <a:bodyPr/>
        <a:lstStyle/>
        <a:p>
          <a:r>
            <a:rPr lang="uk-UA" b="0" i="1"/>
            <a:t>«Зворотною стороною буржуазного націоналізму є безрідний космополітизм, який проявляється в плазуванні та низькопоклонстві перед іноземщиною. Безрідний космополітизм є зброєю в боротьбі проти соціалізму...»</a:t>
          </a:r>
          <a:endParaRPr lang="uk-UA"/>
        </a:p>
      </dgm:t>
    </dgm:pt>
    <dgm:pt modelId="{370B882A-220D-4BB1-B257-59584567F51E}" type="parTrans" cxnId="{C02C802D-9122-467E-9984-31300974335F}">
      <dgm:prSet/>
      <dgm:spPr/>
      <dgm:t>
        <a:bodyPr/>
        <a:lstStyle/>
        <a:p>
          <a:endParaRPr lang="uk-UA"/>
        </a:p>
      </dgm:t>
    </dgm:pt>
    <dgm:pt modelId="{849CEAF3-73DC-4733-91EF-E0232170C03C}" type="sibTrans" cxnId="{C02C802D-9122-467E-9984-31300974335F}">
      <dgm:prSet/>
      <dgm:spPr/>
      <dgm:t>
        <a:bodyPr/>
        <a:lstStyle/>
        <a:p>
          <a:endParaRPr lang="uk-UA"/>
        </a:p>
      </dgm:t>
    </dgm:pt>
    <dgm:pt modelId="{830FCFB9-CEAD-42D1-8E47-69C0F7874B09}">
      <dgm:prSet/>
      <dgm:spPr/>
      <dgm:t>
        <a:bodyPr/>
        <a:lstStyle/>
        <a:p>
          <a:r>
            <a:rPr lang="uk-UA" b="0" i="1"/>
            <a:t>«Низька технічна оснащеність наукових лабораторій, різке зниження життєвого рівня і соціальна незахищеність призвели до масового виїзду багатьох вчених за кордон, переходу їх до комерційних структур…»</a:t>
          </a:r>
          <a:endParaRPr lang="uk-UA"/>
        </a:p>
      </dgm:t>
    </dgm:pt>
    <dgm:pt modelId="{2439D015-0788-4AF1-9E8D-C1AA8615D889}" type="parTrans" cxnId="{59EA4557-373B-4F19-B648-84A1512D89C0}">
      <dgm:prSet/>
      <dgm:spPr/>
      <dgm:t>
        <a:bodyPr/>
        <a:lstStyle/>
        <a:p>
          <a:endParaRPr lang="uk-UA"/>
        </a:p>
      </dgm:t>
    </dgm:pt>
    <dgm:pt modelId="{B95EBFC5-512C-4065-9462-7451FA39DBEC}" type="sibTrans" cxnId="{59EA4557-373B-4F19-B648-84A1512D89C0}">
      <dgm:prSet/>
      <dgm:spPr/>
      <dgm:t>
        <a:bodyPr/>
        <a:lstStyle/>
        <a:p>
          <a:endParaRPr lang="uk-UA"/>
        </a:p>
      </dgm:t>
    </dgm:pt>
    <dgm:pt modelId="{4551D6C1-281E-4D91-94B4-A9F6032FD839}" type="pres">
      <dgm:prSet presAssocID="{115DF7AC-9E12-4140-A58B-87FD68DA1513}" presName="linear" presStyleCnt="0">
        <dgm:presLayoutVars>
          <dgm:animLvl val="lvl"/>
          <dgm:resizeHandles val="exact"/>
        </dgm:presLayoutVars>
      </dgm:prSet>
      <dgm:spPr/>
    </dgm:pt>
    <dgm:pt modelId="{1EDA064E-5034-4916-90DF-FE3C635C2920}" type="pres">
      <dgm:prSet presAssocID="{00456E47-76B0-487C-86FB-2E51E19A7ADA}" presName="parentText" presStyleLbl="node1" presStyleIdx="0" presStyleCnt="4">
        <dgm:presLayoutVars>
          <dgm:chMax val="0"/>
          <dgm:bulletEnabled val="1"/>
        </dgm:presLayoutVars>
      </dgm:prSet>
      <dgm:spPr/>
    </dgm:pt>
    <dgm:pt modelId="{E176FF5D-CE74-458E-B78B-A0BB57DE6402}" type="pres">
      <dgm:prSet presAssocID="{349176CA-030F-49C8-A1B5-852699A211FA}" presName="spacer" presStyleCnt="0"/>
      <dgm:spPr/>
    </dgm:pt>
    <dgm:pt modelId="{0201F5C5-CDA7-4D88-A892-03FAE624100D}" type="pres">
      <dgm:prSet presAssocID="{599A7173-C0DB-4A6F-A667-A0E6C86B6EC5}" presName="parentText" presStyleLbl="node1" presStyleIdx="1" presStyleCnt="4">
        <dgm:presLayoutVars>
          <dgm:chMax val="0"/>
          <dgm:bulletEnabled val="1"/>
        </dgm:presLayoutVars>
      </dgm:prSet>
      <dgm:spPr/>
    </dgm:pt>
    <dgm:pt modelId="{A37B0753-48C9-48AA-86DE-AA6A764338F9}" type="pres">
      <dgm:prSet presAssocID="{F5EAE7C1-8CC6-4B22-A126-45C3B9361C4D}" presName="spacer" presStyleCnt="0"/>
      <dgm:spPr/>
    </dgm:pt>
    <dgm:pt modelId="{6A2E84FB-3B49-4193-8983-EEC210D1DC39}" type="pres">
      <dgm:prSet presAssocID="{6B6D098E-4C4E-4A4F-B5C7-141C1D18F0D6}" presName="parentText" presStyleLbl="node1" presStyleIdx="2" presStyleCnt="4">
        <dgm:presLayoutVars>
          <dgm:chMax val="0"/>
          <dgm:bulletEnabled val="1"/>
        </dgm:presLayoutVars>
      </dgm:prSet>
      <dgm:spPr/>
    </dgm:pt>
    <dgm:pt modelId="{F86456A9-4808-4D19-9EA4-49DCB0DD6320}" type="pres">
      <dgm:prSet presAssocID="{849CEAF3-73DC-4733-91EF-E0232170C03C}" presName="spacer" presStyleCnt="0"/>
      <dgm:spPr/>
    </dgm:pt>
    <dgm:pt modelId="{16E070C7-53DB-420E-B6C5-545BA4C0664C}" type="pres">
      <dgm:prSet presAssocID="{830FCFB9-CEAD-42D1-8E47-69C0F7874B09}" presName="parentText" presStyleLbl="node1" presStyleIdx="3" presStyleCnt="4">
        <dgm:presLayoutVars>
          <dgm:chMax val="0"/>
          <dgm:bulletEnabled val="1"/>
        </dgm:presLayoutVars>
      </dgm:prSet>
      <dgm:spPr/>
    </dgm:pt>
  </dgm:ptLst>
  <dgm:cxnLst>
    <dgm:cxn modelId="{C02C802D-9122-467E-9984-31300974335F}" srcId="{115DF7AC-9E12-4140-A58B-87FD68DA1513}" destId="{6B6D098E-4C4E-4A4F-B5C7-141C1D18F0D6}" srcOrd="2" destOrd="0" parTransId="{370B882A-220D-4BB1-B257-59584567F51E}" sibTransId="{849CEAF3-73DC-4733-91EF-E0232170C03C}"/>
    <dgm:cxn modelId="{3F18E432-7414-4B4D-8670-149443A3A52C}" type="presOf" srcId="{115DF7AC-9E12-4140-A58B-87FD68DA1513}" destId="{4551D6C1-281E-4D91-94B4-A9F6032FD839}" srcOrd="0" destOrd="0" presId="urn:microsoft.com/office/officeart/2005/8/layout/vList2"/>
    <dgm:cxn modelId="{66C04449-4998-4DFA-9069-106F8B100B0D}" srcId="{115DF7AC-9E12-4140-A58B-87FD68DA1513}" destId="{00456E47-76B0-487C-86FB-2E51E19A7ADA}" srcOrd="0" destOrd="0" parTransId="{F1B14BBF-94B1-4728-A236-F8D3C7B2FABA}" sibTransId="{349176CA-030F-49C8-A1B5-852699A211FA}"/>
    <dgm:cxn modelId="{59EA4557-373B-4F19-B648-84A1512D89C0}" srcId="{115DF7AC-9E12-4140-A58B-87FD68DA1513}" destId="{830FCFB9-CEAD-42D1-8E47-69C0F7874B09}" srcOrd="3" destOrd="0" parTransId="{2439D015-0788-4AF1-9E8D-C1AA8615D889}" sibTransId="{B95EBFC5-512C-4065-9462-7451FA39DBEC}"/>
    <dgm:cxn modelId="{ACFE3C8A-8D85-49F7-9514-B3E367591C79}" type="presOf" srcId="{830FCFB9-CEAD-42D1-8E47-69C0F7874B09}" destId="{16E070C7-53DB-420E-B6C5-545BA4C0664C}" srcOrd="0" destOrd="0" presId="urn:microsoft.com/office/officeart/2005/8/layout/vList2"/>
    <dgm:cxn modelId="{7F6BB5A9-9782-4847-9C0C-FC11D17B0FB7}" type="presOf" srcId="{00456E47-76B0-487C-86FB-2E51E19A7ADA}" destId="{1EDA064E-5034-4916-90DF-FE3C635C2920}" srcOrd="0" destOrd="0" presId="urn:microsoft.com/office/officeart/2005/8/layout/vList2"/>
    <dgm:cxn modelId="{A0F075BE-0AEA-4092-B937-21EB643D2B97}" srcId="{115DF7AC-9E12-4140-A58B-87FD68DA1513}" destId="{599A7173-C0DB-4A6F-A667-A0E6C86B6EC5}" srcOrd="1" destOrd="0" parTransId="{6573CDEB-1CEC-4CFB-BA7A-765261E8CBE2}" sibTransId="{F5EAE7C1-8CC6-4B22-A126-45C3B9361C4D}"/>
    <dgm:cxn modelId="{2BBBD3E5-30BA-4F9F-9384-6A852FA71804}" type="presOf" srcId="{599A7173-C0DB-4A6F-A667-A0E6C86B6EC5}" destId="{0201F5C5-CDA7-4D88-A892-03FAE624100D}" srcOrd="0" destOrd="0" presId="urn:microsoft.com/office/officeart/2005/8/layout/vList2"/>
    <dgm:cxn modelId="{0B5B1AEA-BB13-48C2-B265-DDECC05EC829}" type="presOf" srcId="{6B6D098E-4C4E-4A4F-B5C7-141C1D18F0D6}" destId="{6A2E84FB-3B49-4193-8983-EEC210D1DC39}" srcOrd="0" destOrd="0" presId="urn:microsoft.com/office/officeart/2005/8/layout/vList2"/>
    <dgm:cxn modelId="{9C55FA45-16B1-4234-98EB-386433F4438A}" type="presParOf" srcId="{4551D6C1-281E-4D91-94B4-A9F6032FD839}" destId="{1EDA064E-5034-4916-90DF-FE3C635C2920}" srcOrd="0" destOrd="0" presId="urn:microsoft.com/office/officeart/2005/8/layout/vList2"/>
    <dgm:cxn modelId="{DF0283F7-3E57-40ED-AB57-1508E574C9A3}" type="presParOf" srcId="{4551D6C1-281E-4D91-94B4-A9F6032FD839}" destId="{E176FF5D-CE74-458E-B78B-A0BB57DE6402}" srcOrd="1" destOrd="0" presId="urn:microsoft.com/office/officeart/2005/8/layout/vList2"/>
    <dgm:cxn modelId="{B4C20F44-13A0-4638-A65A-DD5EC8FE0E87}" type="presParOf" srcId="{4551D6C1-281E-4D91-94B4-A9F6032FD839}" destId="{0201F5C5-CDA7-4D88-A892-03FAE624100D}" srcOrd="2" destOrd="0" presId="urn:microsoft.com/office/officeart/2005/8/layout/vList2"/>
    <dgm:cxn modelId="{474A7F60-104F-488F-AA63-8D469E6C9F3D}" type="presParOf" srcId="{4551D6C1-281E-4D91-94B4-A9F6032FD839}" destId="{A37B0753-48C9-48AA-86DE-AA6A764338F9}" srcOrd="3" destOrd="0" presId="urn:microsoft.com/office/officeart/2005/8/layout/vList2"/>
    <dgm:cxn modelId="{DEF16492-A23A-4C1B-8937-F9DA02D78B7C}" type="presParOf" srcId="{4551D6C1-281E-4D91-94B4-A9F6032FD839}" destId="{6A2E84FB-3B49-4193-8983-EEC210D1DC39}" srcOrd="4" destOrd="0" presId="urn:microsoft.com/office/officeart/2005/8/layout/vList2"/>
    <dgm:cxn modelId="{EDA804A6-9490-4825-972A-7ABC52C48AEA}" type="presParOf" srcId="{4551D6C1-281E-4D91-94B4-A9F6032FD839}" destId="{F86456A9-4808-4D19-9EA4-49DCB0DD6320}" srcOrd="5" destOrd="0" presId="urn:microsoft.com/office/officeart/2005/8/layout/vList2"/>
    <dgm:cxn modelId="{50A93622-3468-40F4-88E4-BA8C8D527FDD}" type="presParOf" srcId="{4551D6C1-281E-4D91-94B4-A9F6032FD839}" destId="{16E070C7-53DB-420E-B6C5-545BA4C0664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5209233A-8EE8-42D5-ACEF-4C98BFB7586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92BBCE4-BDDD-44AE-81FA-EE096D704A8C}">
      <dgm:prSet/>
      <dgm:spPr/>
      <dgm:t>
        <a:bodyPr/>
        <a:lstStyle/>
        <a:p>
          <a:r>
            <a:rPr lang="uk-UA" b="0" i="0"/>
            <a:t>«...вшановуючи пам’ять мільйонів співвітчизників, які стали жертвами Голодомору 1932–1933 років в Україні та його наслідків... Верховна Рада України приймає цей Закон. Стаття 1. Голодомор 1932–1933 років в Україні є геноцидом Українського народу».</a:t>
          </a:r>
          <a:endParaRPr lang="uk-UA"/>
        </a:p>
      </dgm:t>
    </dgm:pt>
    <dgm:pt modelId="{8AF2A4EE-8E89-4DFB-BD1D-09FF38768D7C}" type="parTrans" cxnId="{6DA35E30-2678-40AD-BFEC-9D2E6565BD2F}">
      <dgm:prSet/>
      <dgm:spPr/>
      <dgm:t>
        <a:bodyPr/>
        <a:lstStyle/>
        <a:p>
          <a:endParaRPr lang="uk-UA"/>
        </a:p>
      </dgm:t>
    </dgm:pt>
    <dgm:pt modelId="{5843C6BE-03AF-4177-BA9C-A665C0206A47}" type="sibTrans" cxnId="{6DA35E30-2678-40AD-BFEC-9D2E6565BD2F}">
      <dgm:prSet/>
      <dgm:spPr/>
      <dgm:t>
        <a:bodyPr/>
        <a:lstStyle/>
        <a:p>
          <a:endParaRPr lang="uk-UA"/>
        </a:p>
      </dgm:t>
    </dgm:pt>
    <dgm:pt modelId="{FCF4FE01-6509-442B-81F6-3E4AF8E36A45}">
      <dgm:prSet/>
      <dgm:spPr/>
      <dgm:t>
        <a:bodyPr/>
        <a:lstStyle/>
        <a:p>
          <a:r>
            <a:rPr lang="uk-UA" b="0" i="0"/>
            <a:t>«Виходячи зі смертельної небезпеки, яка нависла над Україною у зв’язку з державним переворотом в СРСР... продовжуючи тисячолітню історію державотворення в Україні... Верховна Рада Української РСР урочисто проголошує незалежність України...»</a:t>
          </a:r>
          <a:endParaRPr lang="uk-UA"/>
        </a:p>
      </dgm:t>
    </dgm:pt>
    <dgm:pt modelId="{3C777EEA-F968-48DF-85B0-DB0E1CEFE6D0}" type="parTrans" cxnId="{1A7BB245-F76A-4E5A-B04D-F026AD77E04D}">
      <dgm:prSet/>
      <dgm:spPr/>
      <dgm:t>
        <a:bodyPr/>
        <a:lstStyle/>
        <a:p>
          <a:endParaRPr lang="uk-UA"/>
        </a:p>
      </dgm:t>
    </dgm:pt>
    <dgm:pt modelId="{4484D880-3056-4B91-81C0-027972C844C9}" type="sibTrans" cxnId="{1A7BB245-F76A-4E5A-B04D-F026AD77E04D}">
      <dgm:prSet/>
      <dgm:spPr/>
      <dgm:t>
        <a:bodyPr/>
        <a:lstStyle/>
        <a:p>
          <a:endParaRPr lang="uk-UA"/>
        </a:p>
      </dgm:t>
    </dgm:pt>
    <dgm:pt modelId="{48F8939D-BEB6-42DF-BB8E-0AEA880F5FE6}">
      <dgm:prSet/>
      <dgm:spPr/>
      <dgm:t>
        <a:bodyPr/>
        <a:lstStyle/>
        <a:p>
          <a:r>
            <a:rPr lang="uk-UA" b="0" i="0"/>
            <a:t>«...Україна є суверенна і незалежна, демократична, соціальна, правова держава. ...Україна є унітарною державою. ...Людина, її життя і здоров’я, честь і гідність, недоторканність і безпека визнаються в Україні найвищою соціальною цінністю...»</a:t>
          </a:r>
          <a:endParaRPr lang="uk-UA"/>
        </a:p>
      </dgm:t>
    </dgm:pt>
    <dgm:pt modelId="{16BE709B-1887-4C21-A026-F59CD2B04722}" type="parTrans" cxnId="{6246E7E1-98E1-4FCA-8627-EFBFC6FB51C1}">
      <dgm:prSet/>
      <dgm:spPr/>
      <dgm:t>
        <a:bodyPr/>
        <a:lstStyle/>
        <a:p>
          <a:endParaRPr lang="uk-UA"/>
        </a:p>
      </dgm:t>
    </dgm:pt>
    <dgm:pt modelId="{6680443E-9032-41F4-9E0E-87853E7F3AE3}" type="sibTrans" cxnId="{6246E7E1-98E1-4FCA-8627-EFBFC6FB51C1}">
      <dgm:prSet/>
      <dgm:spPr/>
      <dgm:t>
        <a:bodyPr/>
        <a:lstStyle/>
        <a:p>
          <a:endParaRPr lang="uk-UA"/>
        </a:p>
      </dgm:t>
    </dgm:pt>
    <dgm:pt modelId="{AF7F1D63-2A56-4899-AF58-2180F53F6FD3}">
      <dgm:prSet/>
      <dgm:spPr/>
      <dgm:t>
        <a:bodyPr/>
        <a:lstStyle/>
        <a:p>
          <a:r>
            <a:rPr lang="uk-UA" b="0" i="0"/>
            <a:t>«Ми, Республіка Білорусь, Російська Федерація (РСФСР), Україна, як держави-засновники Союзу РСР, що підписали Союзний договір 1922 року... констатуємо, що Союз РСР як суб’єкт міжнародного права і геополітична реальність припиняє своє існування...»</a:t>
          </a:r>
          <a:endParaRPr lang="uk-UA"/>
        </a:p>
      </dgm:t>
    </dgm:pt>
    <dgm:pt modelId="{7BDB67F0-2B50-4F84-8BF9-6C1570BDC748}" type="parTrans" cxnId="{57983208-9D97-41AC-90AA-0D9692565C46}">
      <dgm:prSet/>
      <dgm:spPr/>
      <dgm:t>
        <a:bodyPr/>
        <a:lstStyle/>
        <a:p>
          <a:endParaRPr lang="uk-UA"/>
        </a:p>
      </dgm:t>
    </dgm:pt>
    <dgm:pt modelId="{1EF386CB-58C4-4829-960C-9D1C0B3B2F20}" type="sibTrans" cxnId="{57983208-9D97-41AC-90AA-0D9692565C46}">
      <dgm:prSet/>
      <dgm:spPr/>
      <dgm:t>
        <a:bodyPr/>
        <a:lstStyle/>
        <a:p>
          <a:endParaRPr lang="uk-UA"/>
        </a:p>
      </dgm:t>
    </dgm:pt>
    <dgm:pt modelId="{3F29BA63-590C-4AF1-B3B1-B6E0E5D82580}" type="pres">
      <dgm:prSet presAssocID="{5209233A-8EE8-42D5-ACEF-4C98BFB75862}" presName="linear" presStyleCnt="0">
        <dgm:presLayoutVars>
          <dgm:animLvl val="lvl"/>
          <dgm:resizeHandles val="exact"/>
        </dgm:presLayoutVars>
      </dgm:prSet>
      <dgm:spPr/>
    </dgm:pt>
    <dgm:pt modelId="{90BFDEEB-E7E0-494A-8A8D-108C73731512}" type="pres">
      <dgm:prSet presAssocID="{992BBCE4-BDDD-44AE-81FA-EE096D704A8C}" presName="parentText" presStyleLbl="node1" presStyleIdx="0" presStyleCnt="4">
        <dgm:presLayoutVars>
          <dgm:chMax val="0"/>
          <dgm:bulletEnabled val="1"/>
        </dgm:presLayoutVars>
      </dgm:prSet>
      <dgm:spPr/>
    </dgm:pt>
    <dgm:pt modelId="{15E5BB2C-BC90-4B32-B167-FFADCAA4CE08}" type="pres">
      <dgm:prSet presAssocID="{5843C6BE-03AF-4177-BA9C-A665C0206A47}" presName="spacer" presStyleCnt="0"/>
      <dgm:spPr/>
    </dgm:pt>
    <dgm:pt modelId="{6F8FFD97-CBCF-461F-853F-2F965624DFDA}" type="pres">
      <dgm:prSet presAssocID="{FCF4FE01-6509-442B-81F6-3E4AF8E36A45}" presName="parentText" presStyleLbl="node1" presStyleIdx="1" presStyleCnt="4">
        <dgm:presLayoutVars>
          <dgm:chMax val="0"/>
          <dgm:bulletEnabled val="1"/>
        </dgm:presLayoutVars>
      </dgm:prSet>
      <dgm:spPr/>
    </dgm:pt>
    <dgm:pt modelId="{B8F1873A-05E7-4E67-92CC-C2BE7DC2527D}" type="pres">
      <dgm:prSet presAssocID="{4484D880-3056-4B91-81C0-027972C844C9}" presName="spacer" presStyleCnt="0"/>
      <dgm:spPr/>
    </dgm:pt>
    <dgm:pt modelId="{0631261C-044E-4D05-9383-78CFCDE5203C}" type="pres">
      <dgm:prSet presAssocID="{48F8939D-BEB6-42DF-BB8E-0AEA880F5FE6}" presName="parentText" presStyleLbl="node1" presStyleIdx="2" presStyleCnt="4">
        <dgm:presLayoutVars>
          <dgm:chMax val="0"/>
          <dgm:bulletEnabled val="1"/>
        </dgm:presLayoutVars>
      </dgm:prSet>
      <dgm:spPr/>
    </dgm:pt>
    <dgm:pt modelId="{B8AE5596-1D86-4842-9097-8ED5094BADAB}" type="pres">
      <dgm:prSet presAssocID="{6680443E-9032-41F4-9E0E-87853E7F3AE3}" presName="spacer" presStyleCnt="0"/>
      <dgm:spPr/>
    </dgm:pt>
    <dgm:pt modelId="{828F8CB7-2D14-4264-91CD-E9B29C959CDA}" type="pres">
      <dgm:prSet presAssocID="{AF7F1D63-2A56-4899-AF58-2180F53F6FD3}" presName="parentText" presStyleLbl="node1" presStyleIdx="3" presStyleCnt="4">
        <dgm:presLayoutVars>
          <dgm:chMax val="0"/>
          <dgm:bulletEnabled val="1"/>
        </dgm:presLayoutVars>
      </dgm:prSet>
      <dgm:spPr/>
    </dgm:pt>
  </dgm:ptLst>
  <dgm:cxnLst>
    <dgm:cxn modelId="{57983208-9D97-41AC-90AA-0D9692565C46}" srcId="{5209233A-8EE8-42D5-ACEF-4C98BFB75862}" destId="{AF7F1D63-2A56-4899-AF58-2180F53F6FD3}" srcOrd="3" destOrd="0" parTransId="{7BDB67F0-2B50-4F84-8BF9-6C1570BDC748}" sibTransId="{1EF386CB-58C4-4829-960C-9D1C0B3B2F20}"/>
    <dgm:cxn modelId="{D711D50C-5CED-4E98-BFDE-C590BD1F2F22}" type="presOf" srcId="{992BBCE4-BDDD-44AE-81FA-EE096D704A8C}" destId="{90BFDEEB-E7E0-494A-8A8D-108C73731512}" srcOrd="0" destOrd="0" presId="urn:microsoft.com/office/officeart/2005/8/layout/vList2"/>
    <dgm:cxn modelId="{4BA15D2D-B732-4C34-8197-F732BF2632F3}" type="presOf" srcId="{5209233A-8EE8-42D5-ACEF-4C98BFB75862}" destId="{3F29BA63-590C-4AF1-B3B1-B6E0E5D82580}" srcOrd="0" destOrd="0" presId="urn:microsoft.com/office/officeart/2005/8/layout/vList2"/>
    <dgm:cxn modelId="{6DA35E30-2678-40AD-BFEC-9D2E6565BD2F}" srcId="{5209233A-8EE8-42D5-ACEF-4C98BFB75862}" destId="{992BBCE4-BDDD-44AE-81FA-EE096D704A8C}" srcOrd="0" destOrd="0" parTransId="{8AF2A4EE-8E89-4DFB-BD1D-09FF38768D7C}" sibTransId="{5843C6BE-03AF-4177-BA9C-A665C0206A47}"/>
    <dgm:cxn modelId="{8F729F42-7281-4313-836B-3ABD5253498C}" type="presOf" srcId="{48F8939D-BEB6-42DF-BB8E-0AEA880F5FE6}" destId="{0631261C-044E-4D05-9383-78CFCDE5203C}" srcOrd="0" destOrd="0" presId="urn:microsoft.com/office/officeart/2005/8/layout/vList2"/>
    <dgm:cxn modelId="{1A7BB245-F76A-4E5A-B04D-F026AD77E04D}" srcId="{5209233A-8EE8-42D5-ACEF-4C98BFB75862}" destId="{FCF4FE01-6509-442B-81F6-3E4AF8E36A45}" srcOrd="1" destOrd="0" parTransId="{3C777EEA-F968-48DF-85B0-DB0E1CEFE6D0}" sibTransId="{4484D880-3056-4B91-81C0-027972C844C9}"/>
    <dgm:cxn modelId="{E8360D7D-1A84-4D58-BA1E-CA10AAE73D62}" type="presOf" srcId="{FCF4FE01-6509-442B-81F6-3E4AF8E36A45}" destId="{6F8FFD97-CBCF-461F-853F-2F965624DFDA}" srcOrd="0" destOrd="0" presId="urn:microsoft.com/office/officeart/2005/8/layout/vList2"/>
    <dgm:cxn modelId="{7C976CC1-CDBD-4FCD-A154-14CBB9F28DD5}" type="presOf" srcId="{AF7F1D63-2A56-4899-AF58-2180F53F6FD3}" destId="{828F8CB7-2D14-4264-91CD-E9B29C959CDA}" srcOrd="0" destOrd="0" presId="urn:microsoft.com/office/officeart/2005/8/layout/vList2"/>
    <dgm:cxn modelId="{6246E7E1-98E1-4FCA-8627-EFBFC6FB51C1}" srcId="{5209233A-8EE8-42D5-ACEF-4C98BFB75862}" destId="{48F8939D-BEB6-42DF-BB8E-0AEA880F5FE6}" srcOrd="2" destOrd="0" parTransId="{16BE709B-1887-4C21-A026-F59CD2B04722}" sibTransId="{6680443E-9032-41F4-9E0E-87853E7F3AE3}"/>
    <dgm:cxn modelId="{16A83345-E283-423F-9A95-975F86286F1B}" type="presParOf" srcId="{3F29BA63-590C-4AF1-B3B1-B6E0E5D82580}" destId="{90BFDEEB-E7E0-494A-8A8D-108C73731512}" srcOrd="0" destOrd="0" presId="urn:microsoft.com/office/officeart/2005/8/layout/vList2"/>
    <dgm:cxn modelId="{C345FD17-17F7-47F9-ADC4-EB3C1AA301E3}" type="presParOf" srcId="{3F29BA63-590C-4AF1-B3B1-B6E0E5D82580}" destId="{15E5BB2C-BC90-4B32-B167-FFADCAA4CE08}" srcOrd="1" destOrd="0" presId="urn:microsoft.com/office/officeart/2005/8/layout/vList2"/>
    <dgm:cxn modelId="{E0D9575E-5016-4077-98F2-0206BB5358B9}" type="presParOf" srcId="{3F29BA63-590C-4AF1-B3B1-B6E0E5D82580}" destId="{6F8FFD97-CBCF-461F-853F-2F965624DFDA}" srcOrd="2" destOrd="0" presId="urn:microsoft.com/office/officeart/2005/8/layout/vList2"/>
    <dgm:cxn modelId="{2ACF0A47-4C8B-40D7-96F2-80DEB8D7C7A1}" type="presParOf" srcId="{3F29BA63-590C-4AF1-B3B1-B6E0E5D82580}" destId="{B8F1873A-05E7-4E67-92CC-C2BE7DC2527D}" srcOrd="3" destOrd="0" presId="urn:microsoft.com/office/officeart/2005/8/layout/vList2"/>
    <dgm:cxn modelId="{CDF91DED-08F7-451F-A95E-9777A870818C}" type="presParOf" srcId="{3F29BA63-590C-4AF1-B3B1-B6E0E5D82580}" destId="{0631261C-044E-4D05-9383-78CFCDE5203C}" srcOrd="4" destOrd="0" presId="urn:microsoft.com/office/officeart/2005/8/layout/vList2"/>
    <dgm:cxn modelId="{5E4573C3-16F3-4DFB-B3F3-CD69B92D74D9}" type="presParOf" srcId="{3F29BA63-590C-4AF1-B3B1-B6E0E5D82580}" destId="{B8AE5596-1D86-4842-9097-8ED5094BADAB}" srcOrd="5" destOrd="0" presId="urn:microsoft.com/office/officeart/2005/8/layout/vList2"/>
    <dgm:cxn modelId="{B9EED0CA-176B-48DB-BC4E-1F8560D30997}" type="presParOf" srcId="{3F29BA63-590C-4AF1-B3B1-B6E0E5D82580}" destId="{828F8CB7-2D14-4264-91CD-E9B29C959CD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0C8C068A-86C0-479C-B590-A0F0CAE3B642}"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9F8A7B3E-25E1-46A9-BD83-24A1F8E14DFF}">
      <dgm:prSet/>
      <dgm:spPr/>
      <dgm:t>
        <a:bodyPr/>
        <a:lstStyle/>
        <a:p>
          <a:r>
            <a:rPr lang="uk-UA" b="0" i="0"/>
            <a:t>Андрей Шептицький.</a:t>
          </a:r>
          <a:endParaRPr lang="uk-UA"/>
        </a:p>
      </dgm:t>
    </dgm:pt>
    <dgm:pt modelId="{8883C69E-09F3-4B1C-A0C6-2B292C1DA6E3}" type="parTrans" cxnId="{3186D85C-C7F7-44D8-AEEA-1B00247B4D3D}">
      <dgm:prSet/>
      <dgm:spPr/>
      <dgm:t>
        <a:bodyPr/>
        <a:lstStyle/>
        <a:p>
          <a:endParaRPr lang="uk-UA"/>
        </a:p>
      </dgm:t>
    </dgm:pt>
    <dgm:pt modelId="{D28F1C37-C172-4EF5-ADF2-2621FE3FE3A9}" type="sibTrans" cxnId="{3186D85C-C7F7-44D8-AEEA-1B00247B4D3D}">
      <dgm:prSet/>
      <dgm:spPr/>
      <dgm:t>
        <a:bodyPr/>
        <a:lstStyle/>
        <a:p>
          <a:endParaRPr lang="uk-UA"/>
        </a:p>
      </dgm:t>
    </dgm:pt>
    <dgm:pt modelId="{B0C4E087-7ABA-4117-8F4F-B729DA28D9F6}">
      <dgm:prSet/>
      <dgm:spPr/>
      <dgm:t>
        <a:bodyPr/>
        <a:lstStyle/>
        <a:p>
          <a:r>
            <a:rPr lang="uk-UA" b="0" i="0"/>
            <a:t>Василь Липківський.</a:t>
          </a:r>
          <a:endParaRPr lang="uk-UA"/>
        </a:p>
      </dgm:t>
    </dgm:pt>
    <dgm:pt modelId="{53FC9352-A2C2-4A3C-A201-4A556488451C}" type="parTrans" cxnId="{FF52F6B7-31F2-4391-8F5F-38B81E3C0CBC}">
      <dgm:prSet/>
      <dgm:spPr/>
      <dgm:t>
        <a:bodyPr/>
        <a:lstStyle/>
        <a:p>
          <a:endParaRPr lang="uk-UA"/>
        </a:p>
      </dgm:t>
    </dgm:pt>
    <dgm:pt modelId="{5DE092B6-CD21-4FD5-8CDD-DA3456429EA5}" type="sibTrans" cxnId="{FF52F6B7-31F2-4391-8F5F-38B81E3C0CBC}">
      <dgm:prSet/>
      <dgm:spPr/>
      <dgm:t>
        <a:bodyPr/>
        <a:lstStyle/>
        <a:p>
          <a:endParaRPr lang="uk-UA"/>
        </a:p>
      </dgm:t>
    </dgm:pt>
    <dgm:pt modelId="{9E8F11CE-8F69-4BD2-ACD2-905D4E45C315}">
      <dgm:prSet/>
      <dgm:spPr/>
      <dgm:t>
        <a:bodyPr/>
        <a:lstStyle/>
        <a:p>
          <a:r>
            <a:rPr lang="uk-UA" b="0" i="0"/>
            <a:t>Йосип Сліпий.</a:t>
          </a:r>
          <a:endParaRPr lang="uk-UA"/>
        </a:p>
      </dgm:t>
    </dgm:pt>
    <dgm:pt modelId="{524490B6-F945-430F-855A-120ECEE0F0F6}" type="parTrans" cxnId="{C5FCCB32-3904-4129-8C69-C71654A247B7}">
      <dgm:prSet/>
      <dgm:spPr/>
      <dgm:t>
        <a:bodyPr/>
        <a:lstStyle/>
        <a:p>
          <a:endParaRPr lang="uk-UA"/>
        </a:p>
      </dgm:t>
    </dgm:pt>
    <dgm:pt modelId="{1DB21B2D-E79F-4809-9F8F-A651454A1672}" type="sibTrans" cxnId="{C5FCCB32-3904-4129-8C69-C71654A247B7}">
      <dgm:prSet/>
      <dgm:spPr/>
      <dgm:t>
        <a:bodyPr/>
        <a:lstStyle/>
        <a:p>
          <a:endParaRPr lang="uk-UA"/>
        </a:p>
      </dgm:t>
    </dgm:pt>
    <dgm:pt modelId="{88BDEFA3-2CBB-43B6-8F13-F5E93F85A21A}">
      <dgm:prSet/>
      <dgm:spPr/>
      <dgm:t>
        <a:bodyPr/>
        <a:lstStyle/>
        <a:p>
          <a:r>
            <a:rPr lang="uk-UA" b="0" i="0"/>
            <a:t>Любомир Гузар.</a:t>
          </a:r>
          <a:endParaRPr lang="uk-UA"/>
        </a:p>
      </dgm:t>
    </dgm:pt>
    <dgm:pt modelId="{0EDC386F-31DE-47A7-9D37-51B210A276B3}" type="parTrans" cxnId="{59CCCFB8-222A-453E-ACFD-6C1BFF3EE97C}">
      <dgm:prSet/>
      <dgm:spPr/>
      <dgm:t>
        <a:bodyPr/>
        <a:lstStyle/>
        <a:p>
          <a:endParaRPr lang="uk-UA"/>
        </a:p>
      </dgm:t>
    </dgm:pt>
    <dgm:pt modelId="{269419B7-2D8F-4977-A284-2C697E7C88E4}" type="sibTrans" cxnId="{59CCCFB8-222A-453E-ACFD-6C1BFF3EE97C}">
      <dgm:prSet/>
      <dgm:spPr/>
      <dgm:t>
        <a:bodyPr/>
        <a:lstStyle/>
        <a:p>
          <a:endParaRPr lang="uk-UA"/>
        </a:p>
      </dgm:t>
    </dgm:pt>
    <dgm:pt modelId="{6304E850-C8DD-400E-88FF-28887D9CCF59}" type="pres">
      <dgm:prSet presAssocID="{0C8C068A-86C0-479C-B590-A0F0CAE3B642}" presName="linearFlow" presStyleCnt="0">
        <dgm:presLayoutVars>
          <dgm:dir/>
          <dgm:resizeHandles val="exact"/>
        </dgm:presLayoutVars>
      </dgm:prSet>
      <dgm:spPr/>
    </dgm:pt>
    <dgm:pt modelId="{D496291A-7072-41F6-80BB-60A33B3181F7}" type="pres">
      <dgm:prSet presAssocID="{9F8A7B3E-25E1-46A9-BD83-24A1F8E14DFF}" presName="composite" presStyleCnt="0"/>
      <dgm:spPr/>
    </dgm:pt>
    <dgm:pt modelId="{4EF093AA-B760-4043-830B-91B62DF2E772}" type="pres">
      <dgm:prSet presAssocID="{9F8A7B3E-25E1-46A9-BD83-24A1F8E14DFF}" presName="imgShp" presStyleLbl="fgImgPlace1" presStyleIdx="0" presStyleCnt="4"/>
      <dgm:spPr/>
    </dgm:pt>
    <dgm:pt modelId="{2AA1BB4C-087F-45C3-98FC-45CEA6854553}" type="pres">
      <dgm:prSet presAssocID="{9F8A7B3E-25E1-46A9-BD83-24A1F8E14DFF}" presName="txShp" presStyleLbl="node1" presStyleIdx="0" presStyleCnt="4">
        <dgm:presLayoutVars>
          <dgm:bulletEnabled val="1"/>
        </dgm:presLayoutVars>
      </dgm:prSet>
      <dgm:spPr/>
    </dgm:pt>
    <dgm:pt modelId="{699D6BFD-D87B-4268-874B-A55DE147A715}" type="pres">
      <dgm:prSet presAssocID="{D28F1C37-C172-4EF5-ADF2-2621FE3FE3A9}" presName="spacing" presStyleCnt="0"/>
      <dgm:spPr/>
    </dgm:pt>
    <dgm:pt modelId="{63BBDF99-7FC4-4E93-8877-C09955134647}" type="pres">
      <dgm:prSet presAssocID="{B0C4E087-7ABA-4117-8F4F-B729DA28D9F6}" presName="composite" presStyleCnt="0"/>
      <dgm:spPr/>
    </dgm:pt>
    <dgm:pt modelId="{4D07F4EC-C554-41A7-8E3B-A26A517D96BC}" type="pres">
      <dgm:prSet presAssocID="{B0C4E087-7ABA-4117-8F4F-B729DA28D9F6}" presName="imgShp" presStyleLbl="fgImgPlace1" presStyleIdx="1" presStyleCnt="4"/>
      <dgm:spPr/>
    </dgm:pt>
    <dgm:pt modelId="{44280032-9C0F-4217-BFDC-2770E7E9031A}" type="pres">
      <dgm:prSet presAssocID="{B0C4E087-7ABA-4117-8F4F-B729DA28D9F6}" presName="txShp" presStyleLbl="node1" presStyleIdx="1" presStyleCnt="4">
        <dgm:presLayoutVars>
          <dgm:bulletEnabled val="1"/>
        </dgm:presLayoutVars>
      </dgm:prSet>
      <dgm:spPr/>
    </dgm:pt>
    <dgm:pt modelId="{C9197FCD-2105-4E10-85F9-0237219A501E}" type="pres">
      <dgm:prSet presAssocID="{5DE092B6-CD21-4FD5-8CDD-DA3456429EA5}" presName="spacing" presStyleCnt="0"/>
      <dgm:spPr/>
    </dgm:pt>
    <dgm:pt modelId="{991B6BA9-400F-4C81-ABD9-647D6D39A16F}" type="pres">
      <dgm:prSet presAssocID="{9E8F11CE-8F69-4BD2-ACD2-905D4E45C315}" presName="composite" presStyleCnt="0"/>
      <dgm:spPr/>
    </dgm:pt>
    <dgm:pt modelId="{7E23EE3F-D11D-476F-B094-A93AE515B028}" type="pres">
      <dgm:prSet presAssocID="{9E8F11CE-8F69-4BD2-ACD2-905D4E45C315}" presName="imgShp" presStyleLbl="fgImgPlace1" presStyleIdx="2" presStyleCnt="4"/>
      <dgm:spPr/>
    </dgm:pt>
    <dgm:pt modelId="{917676C8-25D6-4867-980E-45D96B399BD3}" type="pres">
      <dgm:prSet presAssocID="{9E8F11CE-8F69-4BD2-ACD2-905D4E45C315}" presName="txShp" presStyleLbl="node1" presStyleIdx="2" presStyleCnt="4">
        <dgm:presLayoutVars>
          <dgm:bulletEnabled val="1"/>
        </dgm:presLayoutVars>
      </dgm:prSet>
      <dgm:spPr/>
    </dgm:pt>
    <dgm:pt modelId="{30352EFE-D289-454C-A4C3-5FEFD3A4CF97}" type="pres">
      <dgm:prSet presAssocID="{1DB21B2D-E79F-4809-9F8F-A651454A1672}" presName="spacing" presStyleCnt="0"/>
      <dgm:spPr/>
    </dgm:pt>
    <dgm:pt modelId="{8805FCD6-6336-43F5-ABC9-2CDDB1CB7DFD}" type="pres">
      <dgm:prSet presAssocID="{88BDEFA3-2CBB-43B6-8F13-F5E93F85A21A}" presName="composite" presStyleCnt="0"/>
      <dgm:spPr/>
    </dgm:pt>
    <dgm:pt modelId="{A0FB2553-B42C-4ADF-982D-792EE6E07D88}" type="pres">
      <dgm:prSet presAssocID="{88BDEFA3-2CBB-43B6-8F13-F5E93F85A21A}" presName="imgShp" presStyleLbl="fgImgPlace1" presStyleIdx="3" presStyleCnt="4"/>
      <dgm:spPr/>
    </dgm:pt>
    <dgm:pt modelId="{C7B57B4B-4EF2-4CFF-9670-706C4313C79A}" type="pres">
      <dgm:prSet presAssocID="{88BDEFA3-2CBB-43B6-8F13-F5E93F85A21A}" presName="txShp" presStyleLbl="node1" presStyleIdx="3" presStyleCnt="4">
        <dgm:presLayoutVars>
          <dgm:bulletEnabled val="1"/>
        </dgm:presLayoutVars>
      </dgm:prSet>
      <dgm:spPr/>
    </dgm:pt>
  </dgm:ptLst>
  <dgm:cxnLst>
    <dgm:cxn modelId="{3FB2EC01-7523-45AF-8B85-2B8E665917F7}" type="presOf" srcId="{88BDEFA3-2CBB-43B6-8F13-F5E93F85A21A}" destId="{C7B57B4B-4EF2-4CFF-9670-706C4313C79A}" srcOrd="0" destOrd="0" presId="urn:microsoft.com/office/officeart/2005/8/layout/vList3"/>
    <dgm:cxn modelId="{3A55B21D-8E05-4C87-B133-F32E223ECCC7}" type="presOf" srcId="{9E8F11CE-8F69-4BD2-ACD2-905D4E45C315}" destId="{917676C8-25D6-4867-980E-45D96B399BD3}" srcOrd="0" destOrd="0" presId="urn:microsoft.com/office/officeart/2005/8/layout/vList3"/>
    <dgm:cxn modelId="{C5FCCB32-3904-4129-8C69-C71654A247B7}" srcId="{0C8C068A-86C0-479C-B590-A0F0CAE3B642}" destId="{9E8F11CE-8F69-4BD2-ACD2-905D4E45C315}" srcOrd="2" destOrd="0" parTransId="{524490B6-F945-430F-855A-120ECEE0F0F6}" sibTransId="{1DB21B2D-E79F-4809-9F8F-A651454A1672}"/>
    <dgm:cxn modelId="{3186D85C-C7F7-44D8-AEEA-1B00247B4D3D}" srcId="{0C8C068A-86C0-479C-B590-A0F0CAE3B642}" destId="{9F8A7B3E-25E1-46A9-BD83-24A1F8E14DFF}" srcOrd="0" destOrd="0" parTransId="{8883C69E-09F3-4B1C-A0C6-2B292C1DA6E3}" sibTransId="{D28F1C37-C172-4EF5-ADF2-2621FE3FE3A9}"/>
    <dgm:cxn modelId="{3272884B-01B7-4DB3-AD12-72E9B879B6B9}" type="presOf" srcId="{B0C4E087-7ABA-4117-8F4F-B729DA28D9F6}" destId="{44280032-9C0F-4217-BFDC-2770E7E9031A}" srcOrd="0" destOrd="0" presId="urn:microsoft.com/office/officeart/2005/8/layout/vList3"/>
    <dgm:cxn modelId="{FF52F6B7-31F2-4391-8F5F-38B81E3C0CBC}" srcId="{0C8C068A-86C0-479C-B590-A0F0CAE3B642}" destId="{B0C4E087-7ABA-4117-8F4F-B729DA28D9F6}" srcOrd="1" destOrd="0" parTransId="{53FC9352-A2C2-4A3C-A201-4A556488451C}" sibTransId="{5DE092B6-CD21-4FD5-8CDD-DA3456429EA5}"/>
    <dgm:cxn modelId="{59CCCFB8-222A-453E-ACFD-6C1BFF3EE97C}" srcId="{0C8C068A-86C0-479C-B590-A0F0CAE3B642}" destId="{88BDEFA3-2CBB-43B6-8F13-F5E93F85A21A}" srcOrd="3" destOrd="0" parTransId="{0EDC386F-31DE-47A7-9D37-51B210A276B3}" sibTransId="{269419B7-2D8F-4977-A284-2C697E7C88E4}"/>
    <dgm:cxn modelId="{A16AD0C2-7E10-43E1-8016-B679CD815DDD}" type="presOf" srcId="{0C8C068A-86C0-479C-B590-A0F0CAE3B642}" destId="{6304E850-C8DD-400E-88FF-28887D9CCF59}" srcOrd="0" destOrd="0" presId="urn:microsoft.com/office/officeart/2005/8/layout/vList3"/>
    <dgm:cxn modelId="{F7BB2BFD-43B1-4699-B664-1B0422E08BD8}" type="presOf" srcId="{9F8A7B3E-25E1-46A9-BD83-24A1F8E14DFF}" destId="{2AA1BB4C-087F-45C3-98FC-45CEA6854553}" srcOrd="0" destOrd="0" presId="urn:microsoft.com/office/officeart/2005/8/layout/vList3"/>
    <dgm:cxn modelId="{312D3177-3BCB-407F-8162-60CD5A8A0A78}" type="presParOf" srcId="{6304E850-C8DD-400E-88FF-28887D9CCF59}" destId="{D496291A-7072-41F6-80BB-60A33B3181F7}" srcOrd="0" destOrd="0" presId="urn:microsoft.com/office/officeart/2005/8/layout/vList3"/>
    <dgm:cxn modelId="{957F7FC3-E2CD-45DA-BCD5-4D31674A9F72}" type="presParOf" srcId="{D496291A-7072-41F6-80BB-60A33B3181F7}" destId="{4EF093AA-B760-4043-830B-91B62DF2E772}" srcOrd="0" destOrd="0" presId="urn:microsoft.com/office/officeart/2005/8/layout/vList3"/>
    <dgm:cxn modelId="{E6C22035-8C1F-4D76-9AFC-BE026254E3EF}" type="presParOf" srcId="{D496291A-7072-41F6-80BB-60A33B3181F7}" destId="{2AA1BB4C-087F-45C3-98FC-45CEA6854553}" srcOrd="1" destOrd="0" presId="urn:microsoft.com/office/officeart/2005/8/layout/vList3"/>
    <dgm:cxn modelId="{614A1D18-4E22-416A-BC5E-7506748EF188}" type="presParOf" srcId="{6304E850-C8DD-400E-88FF-28887D9CCF59}" destId="{699D6BFD-D87B-4268-874B-A55DE147A715}" srcOrd="1" destOrd="0" presId="urn:microsoft.com/office/officeart/2005/8/layout/vList3"/>
    <dgm:cxn modelId="{2ED6ED14-2A09-4622-B604-2DFF196DD897}" type="presParOf" srcId="{6304E850-C8DD-400E-88FF-28887D9CCF59}" destId="{63BBDF99-7FC4-4E93-8877-C09955134647}" srcOrd="2" destOrd="0" presId="urn:microsoft.com/office/officeart/2005/8/layout/vList3"/>
    <dgm:cxn modelId="{CEF3E309-AAD8-4B17-80D3-140BBAD75F5A}" type="presParOf" srcId="{63BBDF99-7FC4-4E93-8877-C09955134647}" destId="{4D07F4EC-C554-41A7-8E3B-A26A517D96BC}" srcOrd="0" destOrd="0" presId="urn:microsoft.com/office/officeart/2005/8/layout/vList3"/>
    <dgm:cxn modelId="{F572087B-289E-4177-9CD8-33DD63E6397B}" type="presParOf" srcId="{63BBDF99-7FC4-4E93-8877-C09955134647}" destId="{44280032-9C0F-4217-BFDC-2770E7E9031A}" srcOrd="1" destOrd="0" presId="urn:microsoft.com/office/officeart/2005/8/layout/vList3"/>
    <dgm:cxn modelId="{691CC8BE-B6CB-4AC9-9221-BF71727E46A0}" type="presParOf" srcId="{6304E850-C8DD-400E-88FF-28887D9CCF59}" destId="{C9197FCD-2105-4E10-85F9-0237219A501E}" srcOrd="3" destOrd="0" presId="urn:microsoft.com/office/officeart/2005/8/layout/vList3"/>
    <dgm:cxn modelId="{BF097AD8-3805-4220-BB6A-9CAB3589CEB3}" type="presParOf" srcId="{6304E850-C8DD-400E-88FF-28887D9CCF59}" destId="{991B6BA9-400F-4C81-ABD9-647D6D39A16F}" srcOrd="4" destOrd="0" presId="urn:microsoft.com/office/officeart/2005/8/layout/vList3"/>
    <dgm:cxn modelId="{221B9808-A76C-4AC4-BCDA-ECED1B8D6267}" type="presParOf" srcId="{991B6BA9-400F-4C81-ABD9-647D6D39A16F}" destId="{7E23EE3F-D11D-476F-B094-A93AE515B028}" srcOrd="0" destOrd="0" presId="urn:microsoft.com/office/officeart/2005/8/layout/vList3"/>
    <dgm:cxn modelId="{60A5923C-762E-49D9-9109-9007AF98DAF9}" type="presParOf" srcId="{991B6BA9-400F-4C81-ABD9-647D6D39A16F}" destId="{917676C8-25D6-4867-980E-45D96B399BD3}" srcOrd="1" destOrd="0" presId="urn:microsoft.com/office/officeart/2005/8/layout/vList3"/>
    <dgm:cxn modelId="{733F1DC6-AE40-4D8F-9DFE-40863342C1EB}" type="presParOf" srcId="{6304E850-C8DD-400E-88FF-28887D9CCF59}" destId="{30352EFE-D289-454C-A4C3-5FEFD3A4CF97}" srcOrd="5" destOrd="0" presId="urn:microsoft.com/office/officeart/2005/8/layout/vList3"/>
    <dgm:cxn modelId="{68A89DDE-7633-4904-9E33-152052DCB774}" type="presParOf" srcId="{6304E850-C8DD-400E-88FF-28887D9CCF59}" destId="{8805FCD6-6336-43F5-ABC9-2CDDB1CB7DFD}" srcOrd="6" destOrd="0" presId="urn:microsoft.com/office/officeart/2005/8/layout/vList3"/>
    <dgm:cxn modelId="{ED4409C8-2315-4E12-B9A6-A26A43D5E305}" type="presParOf" srcId="{8805FCD6-6336-43F5-ABC9-2CDDB1CB7DFD}" destId="{A0FB2553-B42C-4ADF-982D-792EE6E07D88}" srcOrd="0" destOrd="0" presId="urn:microsoft.com/office/officeart/2005/8/layout/vList3"/>
    <dgm:cxn modelId="{0386E805-4596-4237-8175-9A4E63E80545}" type="presParOf" srcId="{8805FCD6-6336-43F5-ABC9-2CDDB1CB7DFD}" destId="{C7B57B4B-4EF2-4CFF-9670-706C4313C79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6430CF33-26C1-4024-B849-95220D8F8221}"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7BDA7ECC-BD22-4272-848C-43A83DE78E85}">
      <dgm:prSet/>
      <dgm:spPr/>
      <dgm:t>
        <a:bodyPr/>
        <a:lstStyle/>
        <a:p>
          <a:r>
            <a:rPr lang="uk-UA" b="0" i="0"/>
            <a:t>денаціоналізацію</a:t>
          </a:r>
          <a:endParaRPr lang="uk-UA"/>
        </a:p>
      </dgm:t>
    </dgm:pt>
    <dgm:pt modelId="{2554EE89-7950-47A5-A390-2AAEF4392C91}" type="parTrans" cxnId="{32302290-1C34-410B-B078-9472CEA8B799}">
      <dgm:prSet/>
      <dgm:spPr/>
      <dgm:t>
        <a:bodyPr/>
        <a:lstStyle/>
        <a:p>
          <a:endParaRPr lang="uk-UA"/>
        </a:p>
      </dgm:t>
    </dgm:pt>
    <dgm:pt modelId="{654C8ACF-AB65-41B3-B6D0-326E1D8D6030}" type="sibTrans" cxnId="{32302290-1C34-410B-B078-9472CEA8B799}">
      <dgm:prSet/>
      <dgm:spPr/>
      <dgm:t>
        <a:bodyPr/>
        <a:lstStyle/>
        <a:p>
          <a:endParaRPr lang="uk-UA"/>
        </a:p>
      </dgm:t>
    </dgm:pt>
    <dgm:pt modelId="{305BFCE7-B46E-4479-B777-F72CE6477FD8}">
      <dgm:prSet/>
      <dgm:spPr/>
      <dgm:t>
        <a:bodyPr/>
        <a:lstStyle/>
        <a:p>
          <a:r>
            <a:rPr lang="uk-UA" b="0" i="0"/>
            <a:t>асиміляцію</a:t>
          </a:r>
          <a:endParaRPr lang="uk-UA"/>
        </a:p>
      </dgm:t>
    </dgm:pt>
    <dgm:pt modelId="{EAB2823B-8E56-4CD0-8EF7-9692A050594B}" type="parTrans" cxnId="{E7C4232E-B37D-4B63-9996-BBB937E67B87}">
      <dgm:prSet/>
      <dgm:spPr/>
      <dgm:t>
        <a:bodyPr/>
        <a:lstStyle/>
        <a:p>
          <a:endParaRPr lang="uk-UA"/>
        </a:p>
      </dgm:t>
    </dgm:pt>
    <dgm:pt modelId="{E72E655F-D974-432B-9337-07B29145602D}" type="sibTrans" cxnId="{E7C4232E-B37D-4B63-9996-BBB937E67B87}">
      <dgm:prSet/>
      <dgm:spPr/>
      <dgm:t>
        <a:bodyPr/>
        <a:lstStyle/>
        <a:p>
          <a:endParaRPr lang="uk-UA"/>
        </a:p>
      </dgm:t>
    </dgm:pt>
    <dgm:pt modelId="{35815B27-DF18-448A-BF36-C10330789985}">
      <dgm:prSet/>
      <dgm:spPr/>
      <dgm:t>
        <a:bodyPr/>
        <a:lstStyle/>
        <a:p>
          <a:r>
            <a:rPr lang="uk-UA" b="0" i="0"/>
            <a:t>депопуляцію</a:t>
          </a:r>
          <a:endParaRPr lang="uk-UA"/>
        </a:p>
      </dgm:t>
    </dgm:pt>
    <dgm:pt modelId="{A2CC5E60-02C8-429E-9077-DC6BD4D4EB4D}" type="parTrans" cxnId="{3D8356C7-A9F6-4AD9-9F49-08441937C32B}">
      <dgm:prSet/>
      <dgm:spPr/>
      <dgm:t>
        <a:bodyPr/>
        <a:lstStyle/>
        <a:p>
          <a:endParaRPr lang="uk-UA"/>
        </a:p>
      </dgm:t>
    </dgm:pt>
    <dgm:pt modelId="{6CA433DA-E86C-4074-9A10-7EF18747765D}" type="sibTrans" cxnId="{3D8356C7-A9F6-4AD9-9F49-08441937C32B}">
      <dgm:prSet/>
      <dgm:spPr/>
      <dgm:t>
        <a:bodyPr/>
        <a:lstStyle/>
        <a:p>
          <a:endParaRPr lang="uk-UA"/>
        </a:p>
      </dgm:t>
    </dgm:pt>
    <dgm:pt modelId="{8BC813BB-9B54-4631-9E88-194CCA589942}">
      <dgm:prSet/>
      <dgm:spPr/>
      <dgm:t>
        <a:bodyPr/>
        <a:lstStyle/>
        <a:p>
          <a:r>
            <a:rPr lang="uk-UA" b="0" i="0"/>
            <a:t>дискримінацію</a:t>
          </a:r>
          <a:endParaRPr lang="uk-UA"/>
        </a:p>
      </dgm:t>
    </dgm:pt>
    <dgm:pt modelId="{41B12011-1C07-4692-8FBE-2ACDCCE61065}" type="parTrans" cxnId="{38A6D363-B3E0-477E-9D9E-69F086554F0A}">
      <dgm:prSet/>
      <dgm:spPr/>
      <dgm:t>
        <a:bodyPr/>
        <a:lstStyle/>
        <a:p>
          <a:endParaRPr lang="uk-UA"/>
        </a:p>
      </dgm:t>
    </dgm:pt>
    <dgm:pt modelId="{5AEBEFBE-1335-4F7D-8164-16149584B539}" type="sibTrans" cxnId="{38A6D363-B3E0-477E-9D9E-69F086554F0A}">
      <dgm:prSet/>
      <dgm:spPr/>
      <dgm:t>
        <a:bodyPr/>
        <a:lstStyle/>
        <a:p>
          <a:endParaRPr lang="uk-UA"/>
        </a:p>
      </dgm:t>
    </dgm:pt>
    <dgm:pt modelId="{64A6DCFF-1AEB-4C7B-99DD-05B9C621D0BB}" type="pres">
      <dgm:prSet presAssocID="{6430CF33-26C1-4024-B849-95220D8F8221}" presName="linearFlow" presStyleCnt="0">
        <dgm:presLayoutVars>
          <dgm:dir/>
          <dgm:resizeHandles val="exact"/>
        </dgm:presLayoutVars>
      </dgm:prSet>
      <dgm:spPr/>
    </dgm:pt>
    <dgm:pt modelId="{C1ABE08B-FD8E-4441-9C9D-CF0851A4819E}" type="pres">
      <dgm:prSet presAssocID="{7BDA7ECC-BD22-4272-848C-43A83DE78E85}" presName="composite" presStyleCnt="0"/>
      <dgm:spPr/>
    </dgm:pt>
    <dgm:pt modelId="{3A4A95CF-9799-4660-A2F4-35F17A164D2B}" type="pres">
      <dgm:prSet presAssocID="{7BDA7ECC-BD22-4272-848C-43A83DE78E85}" presName="imgShp" presStyleLbl="fgImgPlace1" presStyleIdx="0" presStyleCnt="4"/>
      <dgm:spPr/>
    </dgm:pt>
    <dgm:pt modelId="{A442FEB9-DAA8-4ED1-8F6C-FF41BD4E443B}" type="pres">
      <dgm:prSet presAssocID="{7BDA7ECC-BD22-4272-848C-43A83DE78E85}" presName="txShp" presStyleLbl="node1" presStyleIdx="0" presStyleCnt="4">
        <dgm:presLayoutVars>
          <dgm:bulletEnabled val="1"/>
        </dgm:presLayoutVars>
      </dgm:prSet>
      <dgm:spPr/>
    </dgm:pt>
    <dgm:pt modelId="{1D0DC210-7CB2-4C21-BE5B-33A3BF39F166}" type="pres">
      <dgm:prSet presAssocID="{654C8ACF-AB65-41B3-B6D0-326E1D8D6030}" presName="spacing" presStyleCnt="0"/>
      <dgm:spPr/>
    </dgm:pt>
    <dgm:pt modelId="{B7DD9E0D-6737-4F2F-B9EA-4F4C09B0026F}" type="pres">
      <dgm:prSet presAssocID="{305BFCE7-B46E-4479-B777-F72CE6477FD8}" presName="composite" presStyleCnt="0"/>
      <dgm:spPr/>
    </dgm:pt>
    <dgm:pt modelId="{1DCFE8D7-BA61-431E-91C5-5AF2FDDCF00E}" type="pres">
      <dgm:prSet presAssocID="{305BFCE7-B46E-4479-B777-F72CE6477FD8}" presName="imgShp" presStyleLbl="fgImgPlace1" presStyleIdx="1" presStyleCnt="4"/>
      <dgm:spPr/>
    </dgm:pt>
    <dgm:pt modelId="{CCB7014D-C87D-4CEA-9078-FAD9CDD65D12}" type="pres">
      <dgm:prSet presAssocID="{305BFCE7-B46E-4479-B777-F72CE6477FD8}" presName="txShp" presStyleLbl="node1" presStyleIdx="1" presStyleCnt="4">
        <dgm:presLayoutVars>
          <dgm:bulletEnabled val="1"/>
        </dgm:presLayoutVars>
      </dgm:prSet>
      <dgm:spPr/>
    </dgm:pt>
    <dgm:pt modelId="{7A9B7941-5A6E-4CDF-B538-CB40F32C018C}" type="pres">
      <dgm:prSet presAssocID="{E72E655F-D974-432B-9337-07B29145602D}" presName="spacing" presStyleCnt="0"/>
      <dgm:spPr/>
    </dgm:pt>
    <dgm:pt modelId="{E3D4EF10-08D4-459C-B2D6-79002EFB6A9D}" type="pres">
      <dgm:prSet presAssocID="{35815B27-DF18-448A-BF36-C10330789985}" presName="composite" presStyleCnt="0"/>
      <dgm:spPr/>
    </dgm:pt>
    <dgm:pt modelId="{371F72F0-847D-449F-BBEE-31FDD32E4BFE}" type="pres">
      <dgm:prSet presAssocID="{35815B27-DF18-448A-BF36-C10330789985}" presName="imgShp" presStyleLbl="fgImgPlace1" presStyleIdx="2" presStyleCnt="4"/>
      <dgm:spPr/>
    </dgm:pt>
    <dgm:pt modelId="{DA4F4DCF-385A-4333-9E17-469B8A20B8FF}" type="pres">
      <dgm:prSet presAssocID="{35815B27-DF18-448A-BF36-C10330789985}" presName="txShp" presStyleLbl="node1" presStyleIdx="2" presStyleCnt="4">
        <dgm:presLayoutVars>
          <dgm:bulletEnabled val="1"/>
        </dgm:presLayoutVars>
      </dgm:prSet>
      <dgm:spPr/>
    </dgm:pt>
    <dgm:pt modelId="{FD5AC9F3-2FDD-4523-A4AF-A5D1A6EDA434}" type="pres">
      <dgm:prSet presAssocID="{6CA433DA-E86C-4074-9A10-7EF18747765D}" presName="spacing" presStyleCnt="0"/>
      <dgm:spPr/>
    </dgm:pt>
    <dgm:pt modelId="{7E9D6B31-698B-472B-9513-BBC4373AC7DF}" type="pres">
      <dgm:prSet presAssocID="{8BC813BB-9B54-4631-9E88-194CCA589942}" presName="composite" presStyleCnt="0"/>
      <dgm:spPr/>
    </dgm:pt>
    <dgm:pt modelId="{93D891BA-42AD-4B3B-8E90-17C33E3AEEA1}" type="pres">
      <dgm:prSet presAssocID="{8BC813BB-9B54-4631-9E88-194CCA589942}" presName="imgShp" presStyleLbl="fgImgPlace1" presStyleIdx="3" presStyleCnt="4"/>
      <dgm:spPr/>
    </dgm:pt>
    <dgm:pt modelId="{A5067029-D1DD-4820-8E44-2D3630C2DA77}" type="pres">
      <dgm:prSet presAssocID="{8BC813BB-9B54-4631-9E88-194CCA589942}" presName="txShp" presStyleLbl="node1" presStyleIdx="3" presStyleCnt="4">
        <dgm:presLayoutVars>
          <dgm:bulletEnabled val="1"/>
        </dgm:presLayoutVars>
      </dgm:prSet>
      <dgm:spPr/>
    </dgm:pt>
  </dgm:ptLst>
  <dgm:cxnLst>
    <dgm:cxn modelId="{92707306-2AA0-46F5-80E5-B13A33B813AA}" type="presOf" srcId="{35815B27-DF18-448A-BF36-C10330789985}" destId="{DA4F4DCF-385A-4333-9E17-469B8A20B8FF}" srcOrd="0" destOrd="0" presId="urn:microsoft.com/office/officeart/2005/8/layout/vList3"/>
    <dgm:cxn modelId="{B903E128-69AA-402B-BE44-E83D78FCB3CD}" type="presOf" srcId="{6430CF33-26C1-4024-B849-95220D8F8221}" destId="{64A6DCFF-1AEB-4C7B-99DD-05B9C621D0BB}" srcOrd="0" destOrd="0" presId="urn:microsoft.com/office/officeart/2005/8/layout/vList3"/>
    <dgm:cxn modelId="{E7C4232E-B37D-4B63-9996-BBB937E67B87}" srcId="{6430CF33-26C1-4024-B849-95220D8F8221}" destId="{305BFCE7-B46E-4479-B777-F72CE6477FD8}" srcOrd="1" destOrd="0" parTransId="{EAB2823B-8E56-4CD0-8EF7-9692A050594B}" sibTransId="{E72E655F-D974-432B-9337-07B29145602D}"/>
    <dgm:cxn modelId="{38A6D363-B3E0-477E-9D9E-69F086554F0A}" srcId="{6430CF33-26C1-4024-B849-95220D8F8221}" destId="{8BC813BB-9B54-4631-9E88-194CCA589942}" srcOrd="3" destOrd="0" parTransId="{41B12011-1C07-4692-8FBE-2ACDCCE61065}" sibTransId="{5AEBEFBE-1335-4F7D-8164-16149584B539}"/>
    <dgm:cxn modelId="{BC6C4B6B-6429-4C9B-BFD3-7CF98EBB0C60}" type="presOf" srcId="{8BC813BB-9B54-4631-9E88-194CCA589942}" destId="{A5067029-D1DD-4820-8E44-2D3630C2DA77}" srcOrd="0" destOrd="0" presId="urn:microsoft.com/office/officeart/2005/8/layout/vList3"/>
    <dgm:cxn modelId="{89E6966F-2B98-467A-954D-BB17ABD73B62}" type="presOf" srcId="{305BFCE7-B46E-4479-B777-F72CE6477FD8}" destId="{CCB7014D-C87D-4CEA-9078-FAD9CDD65D12}" srcOrd="0" destOrd="0" presId="urn:microsoft.com/office/officeart/2005/8/layout/vList3"/>
    <dgm:cxn modelId="{9FC6BF79-FE37-4781-9FEE-71508B2AC3A8}" type="presOf" srcId="{7BDA7ECC-BD22-4272-848C-43A83DE78E85}" destId="{A442FEB9-DAA8-4ED1-8F6C-FF41BD4E443B}" srcOrd="0" destOrd="0" presId="urn:microsoft.com/office/officeart/2005/8/layout/vList3"/>
    <dgm:cxn modelId="{32302290-1C34-410B-B078-9472CEA8B799}" srcId="{6430CF33-26C1-4024-B849-95220D8F8221}" destId="{7BDA7ECC-BD22-4272-848C-43A83DE78E85}" srcOrd="0" destOrd="0" parTransId="{2554EE89-7950-47A5-A390-2AAEF4392C91}" sibTransId="{654C8ACF-AB65-41B3-B6D0-326E1D8D6030}"/>
    <dgm:cxn modelId="{3D8356C7-A9F6-4AD9-9F49-08441937C32B}" srcId="{6430CF33-26C1-4024-B849-95220D8F8221}" destId="{35815B27-DF18-448A-BF36-C10330789985}" srcOrd="2" destOrd="0" parTransId="{A2CC5E60-02C8-429E-9077-DC6BD4D4EB4D}" sibTransId="{6CA433DA-E86C-4074-9A10-7EF18747765D}"/>
    <dgm:cxn modelId="{DC0D8EAC-F3BE-494A-894F-2ABE243500D7}" type="presParOf" srcId="{64A6DCFF-1AEB-4C7B-99DD-05B9C621D0BB}" destId="{C1ABE08B-FD8E-4441-9C9D-CF0851A4819E}" srcOrd="0" destOrd="0" presId="urn:microsoft.com/office/officeart/2005/8/layout/vList3"/>
    <dgm:cxn modelId="{03F1625A-17DD-47FC-8856-B94A1B44A690}" type="presParOf" srcId="{C1ABE08B-FD8E-4441-9C9D-CF0851A4819E}" destId="{3A4A95CF-9799-4660-A2F4-35F17A164D2B}" srcOrd="0" destOrd="0" presId="urn:microsoft.com/office/officeart/2005/8/layout/vList3"/>
    <dgm:cxn modelId="{6666DAA2-CF08-4A96-8F65-9CBDB0908D23}" type="presParOf" srcId="{C1ABE08B-FD8E-4441-9C9D-CF0851A4819E}" destId="{A442FEB9-DAA8-4ED1-8F6C-FF41BD4E443B}" srcOrd="1" destOrd="0" presId="urn:microsoft.com/office/officeart/2005/8/layout/vList3"/>
    <dgm:cxn modelId="{DDEF07E4-F596-47A5-A089-E81F76BF7AFE}" type="presParOf" srcId="{64A6DCFF-1AEB-4C7B-99DD-05B9C621D0BB}" destId="{1D0DC210-7CB2-4C21-BE5B-33A3BF39F166}" srcOrd="1" destOrd="0" presId="urn:microsoft.com/office/officeart/2005/8/layout/vList3"/>
    <dgm:cxn modelId="{B90BD78F-40FF-460E-A839-550AC173FCB9}" type="presParOf" srcId="{64A6DCFF-1AEB-4C7B-99DD-05B9C621D0BB}" destId="{B7DD9E0D-6737-4F2F-B9EA-4F4C09B0026F}" srcOrd="2" destOrd="0" presId="urn:microsoft.com/office/officeart/2005/8/layout/vList3"/>
    <dgm:cxn modelId="{352F657F-6F34-4F1C-83D0-133852CD073B}" type="presParOf" srcId="{B7DD9E0D-6737-4F2F-B9EA-4F4C09B0026F}" destId="{1DCFE8D7-BA61-431E-91C5-5AF2FDDCF00E}" srcOrd="0" destOrd="0" presId="urn:microsoft.com/office/officeart/2005/8/layout/vList3"/>
    <dgm:cxn modelId="{2FB5A325-BFDF-4A96-A987-E2C42CF18494}" type="presParOf" srcId="{B7DD9E0D-6737-4F2F-B9EA-4F4C09B0026F}" destId="{CCB7014D-C87D-4CEA-9078-FAD9CDD65D12}" srcOrd="1" destOrd="0" presId="urn:microsoft.com/office/officeart/2005/8/layout/vList3"/>
    <dgm:cxn modelId="{F373FFC5-A7A2-45CA-BA80-46B5CBDC09BC}" type="presParOf" srcId="{64A6DCFF-1AEB-4C7B-99DD-05B9C621D0BB}" destId="{7A9B7941-5A6E-4CDF-B538-CB40F32C018C}" srcOrd="3" destOrd="0" presId="urn:microsoft.com/office/officeart/2005/8/layout/vList3"/>
    <dgm:cxn modelId="{55378497-3B7B-4274-ADE8-87807BC11503}" type="presParOf" srcId="{64A6DCFF-1AEB-4C7B-99DD-05B9C621D0BB}" destId="{E3D4EF10-08D4-459C-B2D6-79002EFB6A9D}" srcOrd="4" destOrd="0" presId="urn:microsoft.com/office/officeart/2005/8/layout/vList3"/>
    <dgm:cxn modelId="{D5163DD3-690A-4932-8613-74CF60D642E3}" type="presParOf" srcId="{E3D4EF10-08D4-459C-B2D6-79002EFB6A9D}" destId="{371F72F0-847D-449F-BBEE-31FDD32E4BFE}" srcOrd="0" destOrd="0" presId="urn:microsoft.com/office/officeart/2005/8/layout/vList3"/>
    <dgm:cxn modelId="{E442ACE9-1C68-4B75-BAF0-E1D582F0CE77}" type="presParOf" srcId="{E3D4EF10-08D4-459C-B2D6-79002EFB6A9D}" destId="{DA4F4DCF-385A-4333-9E17-469B8A20B8FF}" srcOrd="1" destOrd="0" presId="urn:microsoft.com/office/officeart/2005/8/layout/vList3"/>
    <dgm:cxn modelId="{F8B6989F-10EC-4386-A1D8-19A04C6881B3}" type="presParOf" srcId="{64A6DCFF-1AEB-4C7B-99DD-05B9C621D0BB}" destId="{FD5AC9F3-2FDD-4523-A4AF-A5D1A6EDA434}" srcOrd="5" destOrd="0" presId="urn:microsoft.com/office/officeart/2005/8/layout/vList3"/>
    <dgm:cxn modelId="{C1CA1EC6-1DA9-4432-8A1F-44030DED429A}" type="presParOf" srcId="{64A6DCFF-1AEB-4C7B-99DD-05B9C621D0BB}" destId="{7E9D6B31-698B-472B-9513-BBC4373AC7DF}" srcOrd="6" destOrd="0" presId="urn:microsoft.com/office/officeart/2005/8/layout/vList3"/>
    <dgm:cxn modelId="{794A56DD-929A-42A2-985E-B511F53500AA}" type="presParOf" srcId="{7E9D6B31-698B-472B-9513-BBC4373AC7DF}" destId="{93D891BA-42AD-4B3B-8E90-17C33E3AEEA1}" srcOrd="0" destOrd="0" presId="urn:microsoft.com/office/officeart/2005/8/layout/vList3"/>
    <dgm:cxn modelId="{4A24BCE6-30E1-46E3-84F6-E9DEB07B3F62}" type="presParOf" srcId="{7E9D6B31-698B-472B-9513-BBC4373AC7DF}" destId="{A5067029-D1DD-4820-8E44-2D3630C2DA7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BC5CFA62-286F-4C96-BA23-B13F15204A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ACF8EBD-B5A1-4144-A340-8C8CDCCDA059}">
      <dgm:prSet/>
      <dgm:spPr/>
      <dgm:t>
        <a:bodyPr/>
        <a:lstStyle/>
        <a:p>
          <a:r>
            <a:rPr lang="uk-UA" b="0" i="0"/>
            <a:t>посилення ідеологічного тиску</a:t>
          </a:r>
          <a:endParaRPr lang="uk-UA"/>
        </a:p>
      </dgm:t>
    </dgm:pt>
    <dgm:pt modelId="{D92DF724-11BD-4C0F-8D6C-CAA3D6233E2D}" type="parTrans" cxnId="{D3C6E7A6-B3BB-4811-8309-9236D7A7B77D}">
      <dgm:prSet/>
      <dgm:spPr/>
      <dgm:t>
        <a:bodyPr/>
        <a:lstStyle/>
        <a:p>
          <a:endParaRPr lang="uk-UA"/>
        </a:p>
      </dgm:t>
    </dgm:pt>
    <dgm:pt modelId="{F840DF7B-E54D-4D76-A59F-83B2D7A5C718}" type="sibTrans" cxnId="{D3C6E7A6-B3BB-4811-8309-9236D7A7B77D}">
      <dgm:prSet/>
      <dgm:spPr/>
      <dgm:t>
        <a:bodyPr/>
        <a:lstStyle/>
        <a:p>
          <a:endParaRPr lang="uk-UA"/>
        </a:p>
      </dgm:t>
    </dgm:pt>
    <dgm:pt modelId="{BDCEBD48-279B-4C67-AE35-352668334276}">
      <dgm:prSet/>
      <dgm:spPr/>
      <dgm:t>
        <a:bodyPr/>
        <a:lstStyle/>
        <a:p>
          <a:r>
            <a:rPr lang="uk-UA" b="0" i="0"/>
            <a:t>відсутність державного фінансування</a:t>
          </a:r>
          <a:endParaRPr lang="uk-UA"/>
        </a:p>
      </dgm:t>
    </dgm:pt>
    <dgm:pt modelId="{D383BEE4-82C0-46EE-92F4-CF6641B1470C}" type="parTrans" cxnId="{24786884-7927-429A-8B57-01630AA43070}">
      <dgm:prSet/>
      <dgm:spPr/>
      <dgm:t>
        <a:bodyPr/>
        <a:lstStyle/>
        <a:p>
          <a:endParaRPr lang="uk-UA"/>
        </a:p>
      </dgm:t>
    </dgm:pt>
    <dgm:pt modelId="{3E9B1FBF-F17B-4EB5-9FBB-9A8976EB166E}" type="sibTrans" cxnId="{24786884-7927-429A-8B57-01630AA43070}">
      <dgm:prSet/>
      <dgm:spPr/>
      <dgm:t>
        <a:bodyPr/>
        <a:lstStyle/>
        <a:p>
          <a:endParaRPr lang="uk-UA"/>
        </a:p>
      </dgm:t>
    </dgm:pt>
    <dgm:pt modelId="{AA966795-2507-44DA-B620-0F33694A5C12}">
      <dgm:prSet/>
      <dgm:spPr/>
      <dgm:t>
        <a:bodyPr/>
        <a:lstStyle/>
        <a:p>
          <a:r>
            <a:rPr lang="uk-UA" b="0" i="0"/>
            <a:t>зростання різноманіття мистецьких течій і напрямів</a:t>
          </a:r>
          <a:endParaRPr lang="uk-UA"/>
        </a:p>
      </dgm:t>
    </dgm:pt>
    <dgm:pt modelId="{EE83C547-4983-4226-BD5E-09FC37BAF802}" type="parTrans" cxnId="{1C958070-7E46-410C-8372-A63691A2A116}">
      <dgm:prSet/>
      <dgm:spPr/>
      <dgm:t>
        <a:bodyPr/>
        <a:lstStyle/>
        <a:p>
          <a:endParaRPr lang="uk-UA"/>
        </a:p>
      </dgm:t>
    </dgm:pt>
    <dgm:pt modelId="{41F6CDCF-4E66-4460-9920-92C12E38020F}" type="sibTrans" cxnId="{1C958070-7E46-410C-8372-A63691A2A116}">
      <dgm:prSet/>
      <dgm:spPr/>
      <dgm:t>
        <a:bodyPr/>
        <a:lstStyle/>
        <a:p>
          <a:endParaRPr lang="uk-UA"/>
        </a:p>
      </dgm:t>
    </dgm:pt>
    <dgm:pt modelId="{E2EC5DF7-889A-4AB8-90A5-B1FD3FEBA4E1}">
      <dgm:prSet/>
      <dgm:spPr/>
      <dgm:t>
        <a:bodyPr/>
        <a:lstStyle/>
        <a:p>
          <a:r>
            <a:rPr lang="uk-UA" b="0" i="0"/>
            <a:t>послаблення залежності від економічних чинників</a:t>
          </a:r>
          <a:endParaRPr lang="uk-UA"/>
        </a:p>
      </dgm:t>
    </dgm:pt>
    <dgm:pt modelId="{23C63846-293C-487C-885A-A87CBF550DA9}" type="parTrans" cxnId="{B8A5D8DF-7336-4559-BAFC-736E1C842E2C}">
      <dgm:prSet/>
      <dgm:spPr/>
      <dgm:t>
        <a:bodyPr/>
        <a:lstStyle/>
        <a:p>
          <a:endParaRPr lang="uk-UA"/>
        </a:p>
      </dgm:t>
    </dgm:pt>
    <dgm:pt modelId="{9CB77AB9-B483-445B-8FA2-EB1DC0770B6C}" type="sibTrans" cxnId="{B8A5D8DF-7336-4559-BAFC-736E1C842E2C}">
      <dgm:prSet/>
      <dgm:spPr/>
      <dgm:t>
        <a:bodyPr/>
        <a:lstStyle/>
        <a:p>
          <a:endParaRPr lang="uk-UA"/>
        </a:p>
      </dgm:t>
    </dgm:pt>
    <dgm:pt modelId="{D3F8B174-63C9-4F80-AD00-D2DB3604DCE9}" type="pres">
      <dgm:prSet presAssocID="{BC5CFA62-286F-4C96-BA23-B13F15204ADE}" presName="linear" presStyleCnt="0">
        <dgm:presLayoutVars>
          <dgm:animLvl val="lvl"/>
          <dgm:resizeHandles val="exact"/>
        </dgm:presLayoutVars>
      </dgm:prSet>
      <dgm:spPr/>
    </dgm:pt>
    <dgm:pt modelId="{00280BF2-EA35-4E46-BA74-9E748DDBBE05}" type="pres">
      <dgm:prSet presAssocID="{AACF8EBD-B5A1-4144-A340-8C8CDCCDA059}" presName="parentText" presStyleLbl="node1" presStyleIdx="0" presStyleCnt="4">
        <dgm:presLayoutVars>
          <dgm:chMax val="0"/>
          <dgm:bulletEnabled val="1"/>
        </dgm:presLayoutVars>
      </dgm:prSet>
      <dgm:spPr/>
    </dgm:pt>
    <dgm:pt modelId="{ABAE2CE8-2F0B-4433-B67B-988D4B18A96F}" type="pres">
      <dgm:prSet presAssocID="{F840DF7B-E54D-4D76-A59F-83B2D7A5C718}" presName="spacer" presStyleCnt="0"/>
      <dgm:spPr/>
    </dgm:pt>
    <dgm:pt modelId="{E2733772-E3AB-40EE-81D6-930387485E7A}" type="pres">
      <dgm:prSet presAssocID="{BDCEBD48-279B-4C67-AE35-352668334276}" presName="parentText" presStyleLbl="node1" presStyleIdx="1" presStyleCnt="4">
        <dgm:presLayoutVars>
          <dgm:chMax val="0"/>
          <dgm:bulletEnabled val="1"/>
        </dgm:presLayoutVars>
      </dgm:prSet>
      <dgm:spPr/>
    </dgm:pt>
    <dgm:pt modelId="{39263129-635E-476E-A88F-7F601340664C}" type="pres">
      <dgm:prSet presAssocID="{3E9B1FBF-F17B-4EB5-9FBB-9A8976EB166E}" presName="spacer" presStyleCnt="0"/>
      <dgm:spPr/>
    </dgm:pt>
    <dgm:pt modelId="{F8DE4741-2E29-446F-9FF4-89C42C91A4DE}" type="pres">
      <dgm:prSet presAssocID="{AA966795-2507-44DA-B620-0F33694A5C12}" presName="parentText" presStyleLbl="node1" presStyleIdx="2" presStyleCnt="4">
        <dgm:presLayoutVars>
          <dgm:chMax val="0"/>
          <dgm:bulletEnabled val="1"/>
        </dgm:presLayoutVars>
      </dgm:prSet>
      <dgm:spPr/>
    </dgm:pt>
    <dgm:pt modelId="{4676F8ED-854D-4ECE-9344-F3548C697F89}" type="pres">
      <dgm:prSet presAssocID="{41F6CDCF-4E66-4460-9920-92C12E38020F}" presName="spacer" presStyleCnt="0"/>
      <dgm:spPr/>
    </dgm:pt>
    <dgm:pt modelId="{C93DB0CF-8D0F-4F5A-927F-931D5429D6E6}" type="pres">
      <dgm:prSet presAssocID="{E2EC5DF7-889A-4AB8-90A5-B1FD3FEBA4E1}" presName="parentText" presStyleLbl="node1" presStyleIdx="3" presStyleCnt="4">
        <dgm:presLayoutVars>
          <dgm:chMax val="0"/>
          <dgm:bulletEnabled val="1"/>
        </dgm:presLayoutVars>
      </dgm:prSet>
      <dgm:spPr/>
    </dgm:pt>
  </dgm:ptLst>
  <dgm:cxnLst>
    <dgm:cxn modelId="{DC9AEC34-6773-47FA-919F-DF50A7DD6F71}" type="presOf" srcId="{AACF8EBD-B5A1-4144-A340-8C8CDCCDA059}" destId="{00280BF2-EA35-4E46-BA74-9E748DDBBE05}" srcOrd="0" destOrd="0" presId="urn:microsoft.com/office/officeart/2005/8/layout/vList2"/>
    <dgm:cxn modelId="{7A378161-A8B8-4C86-88A5-613B9F249D7D}" type="presOf" srcId="{AA966795-2507-44DA-B620-0F33694A5C12}" destId="{F8DE4741-2E29-446F-9FF4-89C42C91A4DE}" srcOrd="0" destOrd="0" presId="urn:microsoft.com/office/officeart/2005/8/layout/vList2"/>
    <dgm:cxn modelId="{1C958070-7E46-410C-8372-A63691A2A116}" srcId="{BC5CFA62-286F-4C96-BA23-B13F15204ADE}" destId="{AA966795-2507-44DA-B620-0F33694A5C12}" srcOrd="2" destOrd="0" parTransId="{EE83C547-4983-4226-BD5E-09FC37BAF802}" sibTransId="{41F6CDCF-4E66-4460-9920-92C12E38020F}"/>
    <dgm:cxn modelId="{14A6827B-87ED-4441-8341-30BA346F59D1}" type="presOf" srcId="{BC5CFA62-286F-4C96-BA23-B13F15204ADE}" destId="{D3F8B174-63C9-4F80-AD00-D2DB3604DCE9}" srcOrd="0" destOrd="0" presId="urn:microsoft.com/office/officeart/2005/8/layout/vList2"/>
    <dgm:cxn modelId="{24786884-7927-429A-8B57-01630AA43070}" srcId="{BC5CFA62-286F-4C96-BA23-B13F15204ADE}" destId="{BDCEBD48-279B-4C67-AE35-352668334276}" srcOrd="1" destOrd="0" parTransId="{D383BEE4-82C0-46EE-92F4-CF6641B1470C}" sibTransId="{3E9B1FBF-F17B-4EB5-9FBB-9A8976EB166E}"/>
    <dgm:cxn modelId="{A7486098-2FDC-4DEC-97A7-68C555F437DA}" type="presOf" srcId="{BDCEBD48-279B-4C67-AE35-352668334276}" destId="{E2733772-E3AB-40EE-81D6-930387485E7A}" srcOrd="0" destOrd="0" presId="urn:microsoft.com/office/officeart/2005/8/layout/vList2"/>
    <dgm:cxn modelId="{D3C6E7A6-B3BB-4811-8309-9236D7A7B77D}" srcId="{BC5CFA62-286F-4C96-BA23-B13F15204ADE}" destId="{AACF8EBD-B5A1-4144-A340-8C8CDCCDA059}" srcOrd="0" destOrd="0" parTransId="{D92DF724-11BD-4C0F-8D6C-CAA3D6233E2D}" sibTransId="{F840DF7B-E54D-4D76-A59F-83B2D7A5C718}"/>
    <dgm:cxn modelId="{B8A5D8DF-7336-4559-BAFC-736E1C842E2C}" srcId="{BC5CFA62-286F-4C96-BA23-B13F15204ADE}" destId="{E2EC5DF7-889A-4AB8-90A5-B1FD3FEBA4E1}" srcOrd="3" destOrd="0" parTransId="{23C63846-293C-487C-885A-A87CBF550DA9}" sibTransId="{9CB77AB9-B483-445B-8FA2-EB1DC0770B6C}"/>
    <dgm:cxn modelId="{E78156F4-09C0-4F8E-AFE0-FE8F0B6EB39A}" type="presOf" srcId="{E2EC5DF7-889A-4AB8-90A5-B1FD3FEBA4E1}" destId="{C93DB0CF-8D0F-4F5A-927F-931D5429D6E6}" srcOrd="0" destOrd="0" presId="urn:microsoft.com/office/officeart/2005/8/layout/vList2"/>
    <dgm:cxn modelId="{A908046D-8BFD-4C39-8FB4-8AA51B8FDD06}" type="presParOf" srcId="{D3F8B174-63C9-4F80-AD00-D2DB3604DCE9}" destId="{00280BF2-EA35-4E46-BA74-9E748DDBBE05}" srcOrd="0" destOrd="0" presId="urn:microsoft.com/office/officeart/2005/8/layout/vList2"/>
    <dgm:cxn modelId="{4A70F8C1-2369-42FE-9417-D3C2A17F2C1F}" type="presParOf" srcId="{D3F8B174-63C9-4F80-AD00-D2DB3604DCE9}" destId="{ABAE2CE8-2F0B-4433-B67B-988D4B18A96F}" srcOrd="1" destOrd="0" presId="urn:microsoft.com/office/officeart/2005/8/layout/vList2"/>
    <dgm:cxn modelId="{6D39ABE4-2876-4FC5-B4BF-0FF58A2C21F0}" type="presParOf" srcId="{D3F8B174-63C9-4F80-AD00-D2DB3604DCE9}" destId="{E2733772-E3AB-40EE-81D6-930387485E7A}" srcOrd="2" destOrd="0" presId="urn:microsoft.com/office/officeart/2005/8/layout/vList2"/>
    <dgm:cxn modelId="{43036CE0-57D9-4510-A4B4-D8539055A6BA}" type="presParOf" srcId="{D3F8B174-63C9-4F80-AD00-D2DB3604DCE9}" destId="{39263129-635E-476E-A88F-7F601340664C}" srcOrd="3" destOrd="0" presId="urn:microsoft.com/office/officeart/2005/8/layout/vList2"/>
    <dgm:cxn modelId="{E9764C2E-EB5D-46DF-B1AE-22580D0378CD}" type="presParOf" srcId="{D3F8B174-63C9-4F80-AD00-D2DB3604DCE9}" destId="{F8DE4741-2E29-446F-9FF4-89C42C91A4DE}" srcOrd="4" destOrd="0" presId="urn:microsoft.com/office/officeart/2005/8/layout/vList2"/>
    <dgm:cxn modelId="{D285F5E3-9CA9-41D6-BB19-8E8156504B25}" type="presParOf" srcId="{D3F8B174-63C9-4F80-AD00-D2DB3604DCE9}" destId="{4676F8ED-854D-4ECE-9344-F3548C697F89}" srcOrd="5" destOrd="0" presId="urn:microsoft.com/office/officeart/2005/8/layout/vList2"/>
    <dgm:cxn modelId="{C0E21C5A-EDF8-4448-9DCC-0DBB1F4695F8}" type="presParOf" srcId="{D3F8B174-63C9-4F80-AD00-D2DB3604DCE9}" destId="{C93DB0CF-8D0F-4F5A-927F-931D5429D6E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0078F20A-ECCF-4EE8-BB1A-9B3DD66C927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DC5B3EB5-63C3-4AE0-A4DD-8F35535BDC70}">
      <dgm:prSet/>
      <dgm:spPr/>
      <dgm:t>
        <a:bodyPr/>
        <a:lstStyle/>
        <a:p>
          <a:r>
            <a:rPr lang="uk-UA" b="0" i="0"/>
            <a:t>соціальну диференціацію</a:t>
          </a:r>
          <a:endParaRPr lang="uk-UA"/>
        </a:p>
      </dgm:t>
    </dgm:pt>
    <dgm:pt modelId="{460A74B9-5430-4A77-8AE7-92B170E03492}" type="parTrans" cxnId="{82289C6B-5B83-4E82-92B1-D4FD868F80FC}">
      <dgm:prSet/>
      <dgm:spPr/>
      <dgm:t>
        <a:bodyPr/>
        <a:lstStyle/>
        <a:p>
          <a:endParaRPr lang="uk-UA"/>
        </a:p>
      </dgm:t>
    </dgm:pt>
    <dgm:pt modelId="{D1661EED-DE4D-473F-BE91-7C1F9B22254A}" type="sibTrans" cxnId="{82289C6B-5B83-4E82-92B1-D4FD868F80FC}">
      <dgm:prSet/>
      <dgm:spPr/>
      <dgm:t>
        <a:bodyPr/>
        <a:lstStyle/>
        <a:p>
          <a:endParaRPr lang="uk-UA"/>
        </a:p>
      </dgm:t>
    </dgm:pt>
    <dgm:pt modelId="{3FDD7416-5365-41A4-A56A-CD0CABBC7985}">
      <dgm:prSet/>
      <dgm:spPr/>
      <dgm:t>
        <a:bodyPr/>
        <a:lstStyle/>
        <a:p>
          <a:r>
            <a:rPr lang="uk-UA" b="0" i="0"/>
            <a:t>дефіцит робочої сили</a:t>
          </a:r>
          <a:endParaRPr lang="uk-UA"/>
        </a:p>
      </dgm:t>
    </dgm:pt>
    <dgm:pt modelId="{8B3D3C3A-5F3F-497C-B4D9-4D8FBB5108E5}" type="parTrans" cxnId="{9048B0E9-C190-483F-ABA8-71211330BA92}">
      <dgm:prSet/>
      <dgm:spPr/>
      <dgm:t>
        <a:bodyPr/>
        <a:lstStyle/>
        <a:p>
          <a:endParaRPr lang="uk-UA"/>
        </a:p>
      </dgm:t>
    </dgm:pt>
    <dgm:pt modelId="{BE7544CB-3EED-4991-8FE0-FA620D165E78}" type="sibTrans" cxnId="{9048B0E9-C190-483F-ABA8-71211330BA92}">
      <dgm:prSet/>
      <dgm:spPr/>
      <dgm:t>
        <a:bodyPr/>
        <a:lstStyle/>
        <a:p>
          <a:endParaRPr lang="uk-UA"/>
        </a:p>
      </dgm:t>
    </dgm:pt>
    <dgm:pt modelId="{B6B4D6E3-AF32-4AE1-8A78-30101334A0BF}">
      <dgm:prSet/>
      <dgm:spPr/>
      <dgm:t>
        <a:bodyPr/>
        <a:lstStyle/>
        <a:p>
          <a:r>
            <a:rPr lang="uk-UA" b="0" i="0"/>
            <a:t>трудову міграцію</a:t>
          </a:r>
          <a:endParaRPr lang="uk-UA"/>
        </a:p>
      </dgm:t>
    </dgm:pt>
    <dgm:pt modelId="{9550DA19-FEB8-4E15-967E-B2BAA06B149A}" type="parTrans" cxnId="{5C287C3B-AD58-4ED9-9A47-E2C7792F5F83}">
      <dgm:prSet/>
      <dgm:spPr/>
      <dgm:t>
        <a:bodyPr/>
        <a:lstStyle/>
        <a:p>
          <a:endParaRPr lang="uk-UA"/>
        </a:p>
      </dgm:t>
    </dgm:pt>
    <dgm:pt modelId="{CA356AE3-55DE-4157-A14A-AFB0272A5FBE}" type="sibTrans" cxnId="{5C287C3B-AD58-4ED9-9A47-E2C7792F5F83}">
      <dgm:prSet/>
      <dgm:spPr/>
      <dgm:t>
        <a:bodyPr/>
        <a:lstStyle/>
        <a:p>
          <a:endParaRPr lang="uk-UA"/>
        </a:p>
      </dgm:t>
    </dgm:pt>
    <dgm:pt modelId="{46DAF7F9-B49B-4652-A98D-1B7712F8A961}">
      <dgm:prSet/>
      <dgm:spPr/>
      <dgm:t>
        <a:bodyPr/>
        <a:lstStyle/>
        <a:p>
          <a:r>
            <a:rPr lang="uk-UA" b="0" i="0"/>
            <a:t>депопуляцію</a:t>
          </a:r>
          <a:endParaRPr lang="uk-UA"/>
        </a:p>
      </dgm:t>
    </dgm:pt>
    <dgm:pt modelId="{6CF76B70-7786-4B9E-B6DC-8698CD3C9068}" type="parTrans" cxnId="{CF2D6DCC-D4AA-4F6F-B5EC-52B9CA3B37CA}">
      <dgm:prSet/>
      <dgm:spPr/>
      <dgm:t>
        <a:bodyPr/>
        <a:lstStyle/>
        <a:p>
          <a:endParaRPr lang="uk-UA"/>
        </a:p>
      </dgm:t>
    </dgm:pt>
    <dgm:pt modelId="{AA3EFD2E-3BD4-4476-AA9B-661E584EA382}" type="sibTrans" cxnId="{CF2D6DCC-D4AA-4F6F-B5EC-52B9CA3B37CA}">
      <dgm:prSet/>
      <dgm:spPr/>
      <dgm:t>
        <a:bodyPr/>
        <a:lstStyle/>
        <a:p>
          <a:endParaRPr lang="uk-UA"/>
        </a:p>
      </dgm:t>
    </dgm:pt>
    <dgm:pt modelId="{D3DE10A8-F2D0-41EA-86CB-1BB5AF6154D7}" type="pres">
      <dgm:prSet presAssocID="{0078F20A-ECCF-4EE8-BB1A-9B3DD66C9277}" presName="linearFlow" presStyleCnt="0">
        <dgm:presLayoutVars>
          <dgm:dir/>
          <dgm:resizeHandles val="exact"/>
        </dgm:presLayoutVars>
      </dgm:prSet>
      <dgm:spPr/>
    </dgm:pt>
    <dgm:pt modelId="{3FE6DD34-D31A-4757-A737-5E9E89704548}" type="pres">
      <dgm:prSet presAssocID="{DC5B3EB5-63C3-4AE0-A4DD-8F35535BDC70}" presName="composite" presStyleCnt="0"/>
      <dgm:spPr/>
    </dgm:pt>
    <dgm:pt modelId="{ABF8A43C-2BAF-45EF-A94B-8DFAE4C83404}" type="pres">
      <dgm:prSet presAssocID="{DC5B3EB5-63C3-4AE0-A4DD-8F35535BDC70}" presName="imgShp" presStyleLbl="fgImgPlace1" presStyleIdx="0" presStyleCnt="4"/>
      <dgm:spPr/>
    </dgm:pt>
    <dgm:pt modelId="{C6455192-15B3-46CF-81EF-53468F658531}" type="pres">
      <dgm:prSet presAssocID="{DC5B3EB5-63C3-4AE0-A4DD-8F35535BDC70}" presName="txShp" presStyleLbl="node1" presStyleIdx="0" presStyleCnt="4">
        <dgm:presLayoutVars>
          <dgm:bulletEnabled val="1"/>
        </dgm:presLayoutVars>
      </dgm:prSet>
      <dgm:spPr/>
    </dgm:pt>
    <dgm:pt modelId="{C1FD9D9A-763F-4637-B79B-70FBA5525519}" type="pres">
      <dgm:prSet presAssocID="{D1661EED-DE4D-473F-BE91-7C1F9B22254A}" presName="spacing" presStyleCnt="0"/>
      <dgm:spPr/>
    </dgm:pt>
    <dgm:pt modelId="{F6476D8C-9C94-4A15-85A2-BD9B400DCE0A}" type="pres">
      <dgm:prSet presAssocID="{3FDD7416-5365-41A4-A56A-CD0CABBC7985}" presName="composite" presStyleCnt="0"/>
      <dgm:spPr/>
    </dgm:pt>
    <dgm:pt modelId="{A27808AE-2EB2-478C-B80F-A2D5CC497A13}" type="pres">
      <dgm:prSet presAssocID="{3FDD7416-5365-41A4-A56A-CD0CABBC7985}" presName="imgShp" presStyleLbl="fgImgPlace1" presStyleIdx="1" presStyleCnt="4"/>
      <dgm:spPr/>
    </dgm:pt>
    <dgm:pt modelId="{A690A4FD-AB8C-46D8-8CF3-81098D60270D}" type="pres">
      <dgm:prSet presAssocID="{3FDD7416-5365-41A4-A56A-CD0CABBC7985}" presName="txShp" presStyleLbl="node1" presStyleIdx="1" presStyleCnt="4">
        <dgm:presLayoutVars>
          <dgm:bulletEnabled val="1"/>
        </dgm:presLayoutVars>
      </dgm:prSet>
      <dgm:spPr/>
    </dgm:pt>
    <dgm:pt modelId="{DD4BA633-5A1A-42E7-AC58-CEC4ABA49693}" type="pres">
      <dgm:prSet presAssocID="{BE7544CB-3EED-4991-8FE0-FA620D165E78}" presName="spacing" presStyleCnt="0"/>
      <dgm:spPr/>
    </dgm:pt>
    <dgm:pt modelId="{A9E38ADE-A8CD-401E-BD6D-D2EA127E3AA4}" type="pres">
      <dgm:prSet presAssocID="{B6B4D6E3-AF32-4AE1-8A78-30101334A0BF}" presName="composite" presStyleCnt="0"/>
      <dgm:spPr/>
    </dgm:pt>
    <dgm:pt modelId="{F21A0D5C-B20D-44CF-B484-6DBCFEBF6E48}" type="pres">
      <dgm:prSet presAssocID="{B6B4D6E3-AF32-4AE1-8A78-30101334A0BF}" presName="imgShp" presStyleLbl="fgImgPlace1" presStyleIdx="2" presStyleCnt="4"/>
      <dgm:spPr/>
    </dgm:pt>
    <dgm:pt modelId="{14D9D650-8D2E-4F60-B552-22EF85CD572B}" type="pres">
      <dgm:prSet presAssocID="{B6B4D6E3-AF32-4AE1-8A78-30101334A0BF}" presName="txShp" presStyleLbl="node1" presStyleIdx="2" presStyleCnt="4">
        <dgm:presLayoutVars>
          <dgm:bulletEnabled val="1"/>
        </dgm:presLayoutVars>
      </dgm:prSet>
      <dgm:spPr/>
    </dgm:pt>
    <dgm:pt modelId="{4871FB06-3CE8-4696-B5A9-2FD30BC42D18}" type="pres">
      <dgm:prSet presAssocID="{CA356AE3-55DE-4157-A14A-AFB0272A5FBE}" presName="spacing" presStyleCnt="0"/>
      <dgm:spPr/>
    </dgm:pt>
    <dgm:pt modelId="{00B048C2-4685-4B17-8975-887223870CA8}" type="pres">
      <dgm:prSet presAssocID="{46DAF7F9-B49B-4652-A98D-1B7712F8A961}" presName="composite" presStyleCnt="0"/>
      <dgm:spPr/>
    </dgm:pt>
    <dgm:pt modelId="{4684FB88-43C1-49C3-AF1B-D73E38E93DBE}" type="pres">
      <dgm:prSet presAssocID="{46DAF7F9-B49B-4652-A98D-1B7712F8A961}" presName="imgShp" presStyleLbl="fgImgPlace1" presStyleIdx="3" presStyleCnt="4"/>
      <dgm:spPr/>
    </dgm:pt>
    <dgm:pt modelId="{25CFAEFC-2547-43D9-A693-18FDB48B888F}" type="pres">
      <dgm:prSet presAssocID="{46DAF7F9-B49B-4652-A98D-1B7712F8A961}" presName="txShp" presStyleLbl="node1" presStyleIdx="3" presStyleCnt="4">
        <dgm:presLayoutVars>
          <dgm:bulletEnabled val="1"/>
        </dgm:presLayoutVars>
      </dgm:prSet>
      <dgm:spPr/>
    </dgm:pt>
  </dgm:ptLst>
  <dgm:cxnLst>
    <dgm:cxn modelId="{83D3351D-6750-4222-B43A-546D05CFCE8F}" type="presOf" srcId="{46DAF7F9-B49B-4652-A98D-1B7712F8A961}" destId="{25CFAEFC-2547-43D9-A693-18FDB48B888F}" srcOrd="0" destOrd="0" presId="urn:microsoft.com/office/officeart/2005/8/layout/vList3"/>
    <dgm:cxn modelId="{5C287C3B-AD58-4ED9-9A47-E2C7792F5F83}" srcId="{0078F20A-ECCF-4EE8-BB1A-9B3DD66C9277}" destId="{B6B4D6E3-AF32-4AE1-8A78-30101334A0BF}" srcOrd="2" destOrd="0" parTransId="{9550DA19-FEB8-4E15-967E-B2BAA06B149A}" sibTransId="{CA356AE3-55DE-4157-A14A-AFB0272A5FBE}"/>
    <dgm:cxn modelId="{82289C6B-5B83-4E82-92B1-D4FD868F80FC}" srcId="{0078F20A-ECCF-4EE8-BB1A-9B3DD66C9277}" destId="{DC5B3EB5-63C3-4AE0-A4DD-8F35535BDC70}" srcOrd="0" destOrd="0" parTransId="{460A74B9-5430-4A77-8AE7-92B170E03492}" sibTransId="{D1661EED-DE4D-473F-BE91-7C1F9B22254A}"/>
    <dgm:cxn modelId="{C0C0C24B-F4DF-40E6-BFD4-CCD3497A9DBE}" type="presOf" srcId="{B6B4D6E3-AF32-4AE1-8A78-30101334A0BF}" destId="{14D9D650-8D2E-4F60-B552-22EF85CD572B}" srcOrd="0" destOrd="0" presId="urn:microsoft.com/office/officeart/2005/8/layout/vList3"/>
    <dgm:cxn modelId="{2B42A87A-EA79-4EB2-B635-6C14EF379D18}" type="presOf" srcId="{DC5B3EB5-63C3-4AE0-A4DD-8F35535BDC70}" destId="{C6455192-15B3-46CF-81EF-53468F658531}" srcOrd="0" destOrd="0" presId="urn:microsoft.com/office/officeart/2005/8/layout/vList3"/>
    <dgm:cxn modelId="{496348C5-0945-464D-B36B-D04E4AF9A684}" type="presOf" srcId="{3FDD7416-5365-41A4-A56A-CD0CABBC7985}" destId="{A690A4FD-AB8C-46D8-8CF3-81098D60270D}" srcOrd="0" destOrd="0" presId="urn:microsoft.com/office/officeart/2005/8/layout/vList3"/>
    <dgm:cxn modelId="{CF2D6DCC-D4AA-4F6F-B5EC-52B9CA3B37CA}" srcId="{0078F20A-ECCF-4EE8-BB1A-9B3DD66C9277}" destId="{46DAF7F9-B49B-4652-A98D-1B7712F8A961}" srcOrd="3" destOrd="0" parTransId="{6CF76B70-7786-4B9E-B6DC-8698CD3C9068}" sibTransId="{AA3EFD2E-3BD4-4476-AA9B-661E584EA382}"/>
    <dgm:cxn modelId="{9048B0E9-C190-483F-ABA8-71211330BA92}" srcId="{0078F20A-ECCF-4EE8-BB1A-9B3DD66C9277}" destId="{3FDD7416-5365-41A4-A56A-CD0CABBC7985}" srcOrd="1" destOrd="0" parTransId="{8B3D3C3A-5F3F-497C-B4D9-4D8FBB5108E5}" sibTransId="{BE7544CB-3EED-4991-8FE0-FA620D165E78}"/>
    <dgm:cxn modelId="{8206CCF5-BB4D-48AA-9F24-D5BC90F01BEC}" type="presOf" srcId="{0078F20A-ECCF-4EE8-BB1A-9B3DD66C9277}" destId="{D3DE10A8-F2D0-41EA-86CB-1BB5AF6154D7}" srcOrd="0" destOrd="0" presId="urn:microsoft.com/office/officeart/2005/8/layout/vList3"/>
    <dgm:cxn modelId="{4F01B318-DDF1-491F-BEF4-9BE356A3454F}" type="presParOf" srcId="{D3DE10A8-F2D0-41EA-86CB-1BB5AF6154D7}" destId="{3FE6DD34-D31A-4757-A737-5E9E89704548}" srcOrd="0" destOrd="0" presId="urn:microsoft.com/office/officeart/2005/8/layout/vList3"/>
    <dgm:cxn modelId="{7FF81245-3CE6-4063-B99E-4B2FFA0B4A37}" type="presParOf" srcId="{3FE6DD34-D31A-4757-A737-5E9E89704548}" destId="{ABF8A43C-2BAF-45EF-A94B-8DFAE4C83404}" srcOrd="0" destOrd="0" presId="urn:microsoft.com/office/officeart/2005/8/layout/vList3"/>
    <dgm:cxn modelId="{8E67058C-DDA1-4CA8-B1B8-7E1245645C85}" type="presParOf" srcId="{3FE6DD34-D31A-4757-A737-5E9E89704548}" destId="{C6455192-15B3-46CF-81EF-53468F658531}" srcOrd="1" destOrd="0" presId="urn:microsoft.com/office/officeart/2005/8/layout/vList3"/>
    <dgm:cxn modelId="{B6040FAE-DC42-49F5-87F7-1EB12E2AA180}" type="presParOf" srcId="{D3DE10A8-F2D0-41EA-86CB-1BB5AF6154D7}" destId="{C1FD9D9A-763F-4637-B79B-70FBA5525519}" srcOrd="1" destOrd="0" presId="urn:microsoft.com/office/officeart/2005/8/layout/vList3"/>
    <dgm:cxn modelId="{192671B9-0212-42BD-904D-59E8ED973DFA}" type="presParOf" srcId="{D3DE10A8-F2D0-41EA-86CB-1BB5AF6154D7}" destId="{F6476D8C-9C94-4A15-85A2-BD9B400DCE0A}" srcOrd="2" destOrd="0" presId="urn:microsoft.com/office/officeart/2005/8/layout/vList3"/>
    <dgm:cxn modelId="{06E9157E-43FA-4B45-8462-94EFD71DB6A0}" type="presParOf" srcId="{F6476D8C-9C94-4A15-85A2-BD9B400DCE0A}" destId="{A27808AE-2EB2-478C-B80F-A2D5CC497A13}" srcOrd="0" destOrd="0" presId="urn:microsoft.com/office/officeart/2005/8/layout/vList3"/>
    <dgm:cxn modelId="{FF091A9C-F21C-4951-AAEF-962C8CF6B9FF}" type="presParOf" srcId="{F6476D8C-9C94-4A15-85A2-BD9B400DCE0A}" destId="{A690A4FD-AB8C-46D8-8CF3-81098D60270D}" srcOrd="1" destOrd="0" presId="urn:microsoft.com/office/officeart/2005/8/layout/vList3"/>
    <dgm:cxn modelId="{7BAB7A89-BA28-4ADC-89CB-1865C80FADB6}" type="presParOf" srcId="{D3DE10A8-F2D0-41EA-86CB-1BB5AF6154D7}" destId="{DD4BA633-5A1A-42E7-AC58-CEC4ABA49693}" srcOrd="3" destOrd="0" presId="urn:microsoft.com/office/officeart/2005/8/layout/vList3"/>
    <dgm:cxn modelId="{434740B4-F276-4E27-814E-20619A49CC9A}" type="presParOf" srcId="{D3DE10A8-F2D0-41EA-86CB-1BB5AF6154D7}" destId="{A9E38ADE-A8CD-401E-BD6D-D2EA127E3AA4}" srcOrd="4" destOrd="0" presId="urn:microsoft.com/office/officeart/2005/8/layout/vList3"/>
    <dgm:cxn modelId="{9AD40A45-D074-49B0-9810-A53C6EA7149E}" type="presParOf" srcId="{A9E38ADE-A8CD-401E-BD6D-D2EA127E3AA4}" destId="{F21A0D5C-B20D-44CF-B484-6DBCFEBF6E48}" srcOrd="0" destOrd="0" presId="urn:microsoft.com/office/officeart/2005/8/layout/vList3"/>
    <dgm:cxn modelId="{C53ACC07-F72E-46AE-8B9B-AD159CF7DCC4}" type="presParOf" srcId="{A9E38ADE-A8CD-401E-BD6D-D2EA127E3AA4}" destId="{14D9D650-8D2E-4F60-B552-22EF85CD572B}" srcOrd="1" destOrd="0" presId="urn:microsoft.com/office/officeart/2005/8/layout/vList3"/>
    <dgm:cxn modelId="{ED2A375F-6BCD-40F5-B831-06CCC028E4F4}" type="presParOf" srcId="{D3DE10A8-F2D0-41EA-86CB-1BB5AF6154D7}" destId="{4871FB06-3CE8-4696-B5A9-2FD30BC42D18}" srcOrd="5" destOrd="0" presId="urn:microsoft.com/office/officeart/2005/8/layout/vList3"/>
    <dgm:cxn modelId="{5E5F01A3-76C2-4C45-9E2A-1326D0E4E295}" type="presParOf" srcId="{D3DE10A8-F2D0-41EA-86CB-1BB5AF6154D7}" destId="{00B048C2-4685-4B17-8975-887223870CA8}" srcOrd="6" destOrd="0" presId="urn:microsoft.com/office/officeart/2005/8/layout/vList3"/>
    <dgm:cxn modelId="{61E07A78-7964-4122-B418-7909B8F9C184}" type="presParOf" srcId="{00B048C2-4685-4B17-8975-887223870CA8}" destId="{4684FB88-43C1-49C3-AF1B-D73E38E93DBE}" srcOrd="0" destOrd="0" presId="urn:microsoft.com/office/officeart/2005/8/layout/vList3"/>
    <dgm:cxn modelId="{DF6A5A78-F307-4F14-9F7F-B143513704CF}" type="presParOf" srcId="{00B048C2-4685-4B17-8975-887223870CA8}" destId="{25CFAEFC-2547-43D9-A693-18FDB48B888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C8CB85-DAAE-4515-9BCC-7368A970AFB3}">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М. Кравчука</a:t>
          </a:r>
          <a:endParaRPr lang="uk-UA" sz="4000" kern="1200"/>
        </a:p>
      </dsp:txBody>
      <dsp:txXfrm>
        <a:off x="46834" y="58353"/>
        <a:ext cx="4661212" cy="865732"/>
      </dsp:txXfrm>
    </dsp:sp>
    <dsp:sp modelId="{2A3B132F-BFB4-4491-8627-7EC52FBB0BA8}">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Д. Кучми</a:t>
          </a:r>
          <a:endParaRPr lang="uk-UA" sz="4000" kern="1200"/>
        </a:p>
      </dsp:txBody>
      <dsp:txXfrm>
        <a:off x="46834" y="1132953"/>
        <a:ext cx="4661212" cy="865732"/>
      </dsp:txXfrm>
    </dsp:sp>
    <dsp:sp modelId="{8446696F-C7BB-480C-B44C-1A42B273166F}">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А. Ющенка</a:t>
          </a:r>
          <a:endParaRPr lang="uk-UA" sz="4000" kern="1200"/>
        </a:p>
      </dsp:txBody>
      <dsp:txXfrm>
        <a:off x="46834" y="2207554"/>
        <a:ext cx="4661212" cy="865732"/>
      </dsp:txXfrm>
    </dsp:sp>
    <dsp:sp modelId="{AB1DE219-16E5-4192-96E6-1650C06B1096}">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Ф. Януковича</a:t>
          </a:r>
          <a:endParaRPr lang="uk-UA" sz="4000" kern="1200"/>
        </a:p>
      </dsp:txBody>
      <dsp:txXfrm>
        <a:off x="46834" y="3282154"/>
        <a:ext cx="4661212" cy="865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B41451-E21E-48D0-8B71-1386BB1404D1}">
      <dsp:nvSpPr>
        <dsp:cNvPr id="0" name=""/>
        <dsp:cNvSpPr/>
      </dsp:nvSpPr>
      <dsp:spPr>
        <a:xfrm>
          <a:off x="0" y="586709"/>
          <a:ext cx="4754880"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a:t>«Помаранчевої революції».</a:t>
          </a:r>
          <a:endParaRPr lang="uk-UA" sz="2900" kern="1200"/>
        </a:p>
      </dsp:txBody>
      <dsp:txXfrm>
        <a:off x="33955" y="620664"/>
        <a:ext cx="4686970" cy="627655"/>
      </dsp:txXfrm>
    </dsp:sp>
    <dsp:sp modelId="{9E545038-4263-4B5E-B6B9-220A7CE6659A}">
      <dsp:nvSpPr>
        <dsp:cNvPr id="0" name=""/>
        <dsp:cNvSpPr/>
      </dsp:nvSpPr>
      <dsp:spPr>
        <a:xfrm>
          <a:off x="0" y="1365795"/>
          <a:ext cx="4754880"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a:t>«культурної революції».</a:t>
          </a:r>
          <a:endParaRPr lang="uk-UA" sz="2900" kern="1200"/>
        </a:p>
      </dsp:txBody>
      <dsp:txXfrm>
        <a:off x="33955" y="1399750"/>
        <a:ext cx="4686970" cy="627655"/>
      </dsp:txXfrm>
    </dsp:sp>
    <dsp:sp modelId="{0F22B0B5-8CBE-4CF1-8B70-BD5FD401EB36}">
      <dsp:nvSpPr>
        <dsp:cNvPr id="0" name=""/>
        <dsp:cNvSpPr/>
      </dsp:nvSpPr>
      <dsp:spPr>
        <a:xfrm>
          <a:off x="0" y="2144880"/>
          <a:ext cx="4754880"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a:t>«революції на граніті».</a:t>
          </a:r>
          <a:endParaRPr lang="uk-UA" sz="2900" kern="1200"/>
        </a:p>
      </dsp:txBody>
      <dsp:txXfrm>
        <a:off x="33955" y="2178835"/>
        <a:ext cx="4686970" cy="627655"/>
      </dsp:txXfrm>
    </dsp:sp>
    <dsp:sp modelId="{A9F204DB-518D-4511-8037-22E91955E004}">
      <dsp:nvSpPr>
        <dsp:cNvPr id="0" name=""/>
        <dsp:cNvSpPr/>
      </dsp:nvSpPr>
      <dsp:spPr>
        <a:xfrm>
          <a:off x="0" y="2923965"/>
          <a:ext cx="4754880"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dirty="0"/>
            <a:t>«революції Гідності».</a:t>
          </a:r>
          <a:endParaRPr lang="uk-UA" sz="2900" kern="1200" dirty="0"/>
        </a:p>
      </dsp:txBody>
      <dsp:txXfrm>
        <a:off x="33955" y="2957920"/>
        <a:ext cx="4686970" cy="6276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39162-134E-42D2-B040-23B5866E3F9B}">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Відлига (1953–1964 рр.)</a:t>
          </a:r>
          <a:endParaRPr lang="uk-UA" sz="2000" kern="1200"/>
        </a:p>
      </dsp:txBody>
      <dsp:txXfrm rot="10800000">
        <a:off x="1225774" y="1314"/>
        <a:ext cx="2947329" cy="858664"/>
      </dsp:txXfrm>
    </dsp:sp>
    <dsp:sp modelId="{33548A32-4E93-4F5B-A49A-F13E0F88C198}">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27AEAE-2307-41EB-96D5-87E7A35E3990}">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Застій (середина 1960 — початок 1980-х рр.)</a:t>
          </a:r>
          <a:endParaRPr lang="uk-UA" sz="2000" kern="1200"/>
        </a:p>
      </dsp:txBody>
      <dsp:txXfrm rot="10800000">
        <a:off x="1225774" y="1116296"/>
        <a:ext cx="2947329" cy="858664"/>
      </dsp:txXfrm>
    </dsp:sp>
    <dsp:sp modelId="{14827563-CE77-4D0D-BCE8-66932B8C1A67}">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7E5F59-63DA-45B3-9B04-B336CDA5B7FB}">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Перебудова (1985–1991 рр.)</a:t>
          </a:r>
          <a:endParaRPr lang="uk-UA" sz="2000" kern="1200"/>
        </a:p>
      </dsp:txBody>
      <dsp:txXfrm rot="10800000">
        <a:off x="1225774" y="2231278"/>
        <a:ext cx="2947329" cy="858664"/>
      </dsp:txXfrm>
    </dsp:sp>
    <dsp:sp modelId="{0954E3F8-861D-409A-B615-E45EDCF8F8D5}">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830DFC-75AC-4003-A06F-B5296637DE0F}">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Незалежність (1991 — початок XXI ст.)</a:t>
          </a:r>
          <a:endParaRPr lang="uk-UA" sz="2000" kern="1200"/>
        </a:p>
      </dsp:txBody>
      <dsp:txXfrm rot="10800000">
        <a:off x="1225774" y="3346261"/>
        <a:ext cx="2947329" cy="858664"/>
      </dsp:txXfrm>
    </dsp:sp>
    <dsp:sp modelId="{66E00F1C-323B-45A6-BEE5-A9061F5F8CEC}">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28239-6AC5-47E6-9C28-CCC254D5ABA4}">
      <dsp:nvSpPr>
        <dsp:cNvPr id="0" name=""/>
        <dsp:cNvSpPr/>
      </dsp:nvSpPr>
      <dsp:spPr>
        <a:xfrm>
          <a:off x="0" y="513"/>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94BEF3-8798-4B8B-A097-C3A452648381}">
      <dsp:nvSpPr>
        <dsp:cNvPr id="0" name=""/>
        <dsp:cNvSpPr/>
      </dsp:nvSpPr>
      <dsp:spPr>
        <a:xfrm>
          <a:off x="0" y="513"/>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«...Засідання рекомендує, щоб Українська Радянська Соціалістична Республіка і Білоруська Радянська Соціалістична Республіка були запрошені стати членами — засновниками пропонованої міжнародної організації...»</a:t>
          </a:r>
          <a:endParaRPr lang="uk-UA" sz="1300" kern="1200"/>
        </a:p>
      </dsp:txBody>
      <dsp:txXfrm>
        <a:off x="0" y="513"/>
        <a:ext cx="4754880" cy="841042"/>
      </dsp:txXfrm>
    </dsp:sp>
    <dsp:sp modelId="{7140DB36-CA49-458F-9E55-32D9B2BAB4A6}">
      <dsp:nvSpPr>
        <dsp:cNvPr id="0" name=""/>
        <dsp:cNvSpPr/>
      </dsp:nvSpPr>
      <dsp:spPr>
        <a:xfrm>
          <a:off x="0" y="841556"/>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BC862D-2EF7-40E8-A825-293EEDE34DD2}">
      <dsp:nvSpPr>
        <dsp:cNvPr id="0" name=""/>
        <dsp:cNvSpPr/>
      </dsp:nvSpPr>
      <dsp:spPr>
        <a:xfrm>
          <a:off x="0" y="841556"/>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«Понад мільйон осіб, винних у порушенні антиалкогольного законодавства, зазнали адміністративних стягнень. У Закарпатті та в Криму знищили виноградники унікальних сортів. Цукор став гостродефіцитним продуктом...»</a:t>
          </a:r>
          <a:endParaRPr lang="uk-UA" sz="1300" kern="1200"/>
        </a:p>
      </dsp:txBody>
      <dsp:txXfrm>
        <a:off x="0" y="841556"/>
        <a:ext cx="4754880" cy="841042"/>
      </dsp:txXfrm>
    </dsp:sp>
    <dsp:sp modelId="{88C0A4F0-EE0F-4E74-AE67-B72AFA165E01}">
      <dsp:nvSpPr>
        <dsp:cNvPr id="0" name=""/>
        <dsp:cNvSpPr/>
      </dsp:nvSpPr>
      <dsp:spPr>
        <a:xfrm>
          <a:off x="0" y="1682598"/>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4F0669-31F8-47E1-A6FE-0A0D73F786E8}">
      <dsp:nvSpPr>
        <dsp:cNvPr id="0" name=""/>
        <dsp:cNvSpPr/>
      </dsp:nvSpPr>
      <dsp:spPr>
        <a:xfrm>
          <a:off x="0" y="1682598"/>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«В оголошенні про утворення Української Гельсінської групи її засновники підписалися справжніми прізвищами і навіть вказали свої адреси. Вони мали намір діяти виключно на легальних засадах...»</a:t>
          </a:r>
          <a:endParaRPr lang="uk-UA" sz="1300" kern="1200"/>
        </a:p>
      </dsp:txBody>
      <dsp:txXfrm>
        <a:off x="0" y="1682598"/>
        <a:ext cx="4754880" cy="841042"/>
      </dsp:txXfrm>
    </dsp:sp>
    <dsp:sp modelId="{0E1D0C75-730D-4610-B1E2-4D4B3DDFD589}">
      <dsp:nvSpPr>
        <dsp:cNvPr id="0" name=""/>
        <dsp:cNvSpPr/>
      </dsp:nvSpPr>
      <dsp:spPr>
        <a:xfrm>
          <a:off x="0" y="2523641"/>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23EF74-A930-4FE9-A680-EE3264144199}">
      <dsp:nvSpPr>
        <dsp:cNvPr id="0" name=""/>
        <dsp:cNvSpPr/>
      </dsp:nvSpPr>
      <dsp:spPr>
        <a:xfrm>
          <a:off x="0" y="2523641"/>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«Нарешті ми сіли за стіл переговорів. Єльцин представляв на зустрічі Росію, Фокін — Україну, Шушкевич — Білорусь… На зустрічі було сформульовано принципи майбутньої співдружності…»</a:t>
          </a:r>
          <a:endParaRPr lang="uk-UA" sz="1300" kern="1200"/>
        </a:p>
      </dsp:txBody>
      <dsp:txXfrm>
        <a:off x="0" y="2523641"/>
        <a:ext cx="4754880" cy="841042"/>
      </dsp:txXfrm>
    </dsp:sp>
    <dsp:sp modelId="{52A884A5-20D9-48CA-A646-3D72FA6AD583}">
      <dsp:nvSpPr>
        <dsp:cNvPr id="0" name=""/>
        <dsp:cNvSpPr/>
      </dsp:nvSpPr>
      <dsp:spPr>
        <a:xfrm>
          <a:off x="0" y="3364683"/>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96D923-172F-4C8E-9F2A-01E2689C2222}">
      <dsp:nvSpPr>
        <dsp:cNvPr id="0" name=""/>
        <dsp:cNvSpPr/>
      </dsp:nvSpPr>
      <dsp:spPr>
        <a:xfrm>
          <a:off x="0" y="3364683"/>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«У рік святкування 300-річчя возз’єднання України з Росією Президія Верховної Ради СРСР прийняла Постанову "Про передачу Кримської області зі складу РРФСР до складу УРСР"».</a:t>
          </a:r>
          <a:endParaRPr lang="uk-UA" sz="1300" kern="1200"/>
        </a:p>
      </dsp:txBody>
      <dsp:txXfrm>
        <a:off x="0" y="3364683"/>
        <a:ext cx="4754880" cy="8410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E5516-982B-4B70-AD95-9680CBEC3271}">
      <dsp:nvSpPr>
        <dsp:cNvPr id="0" name=""/>
        <dsp:cNvSpPr/>
      </dsp:nvSpPr>
      <dsp:spPr>
        <a:xfrm>
          <a:off x="0" y="168389"/>
          <a:ext cx="4754880" cy="88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uk-UA" sz="3700" b="0" i="0" kern="1200"/>
            <a:t>політичні</a:t>
          </a:r>
          <a:endParaRPr lang="uk-UA" sz="3700" kern="1200"/>
        </a:p>
      </dsp:txBody>
      <dsp:txXfrm>
        <a:off x="43321" y="211710"/>
        <a:ext cx="4668238" cy="800803"/>
      </dsp:txXfrm>
    </dsp:sp>
    <dsp:sp modelId="{484AC593-2B69-4629-92DB-64122D41CF6F}">
      <dsp:nvSpPr>
        <dsp:cNvPr id="0" name=""/>
        <dsp:cNvSpPr/>
      </dsp:nvSpPr>
      <dsp:spPr>
        <a:xfrm>
          <a:off x="0" y="1162395"/>
          <a:ext cx="4754880" cy="88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uk-UA" sz="3700" b="0" i="0" kern="1200"/>
            <a:t>соціально-економічні</a:t>
          </a:r>
          <a:endParaRPr lang="uk-UA" sz="3700" kern="1200"/>
        </a:p>
      </dsp:txBody>
      <dsp:txXfrm>
        <a:off x="43321" y="1205716"/>
        <a:ext cx="4668238" cy="800803"/>
      </dsp:txXfrm>
    </dsp:sp>
    <dsp:sp modelId="{65879609-591A-4F1A-B18F-A116A21B4AFD}">
      <dsp:nvSpPr>
        <dsp:cNvPr id="0" name=""/>
        <dsp:cNvSpPr/>
      </dsp:nvSpPr>
      <dsp:spPr>
        <a:xfrm>
          <a:off x="0" y="2156400"/>
          <a:ext cx="4754880" cy="88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uk-UA" sz="3700" b="0" i="0" kern="1200"/>
            <a:t>культурно-освітні</a:t>
          </a:r>
          <a:endParaRPr lang="uk-UA" sz="3700" kern="1200"/>
        </a:p>
      </dsp:txBody>
      <dsp:txXfrm>
        <a:off x="43321" y="2199721"/>
        <a:ext cx="4668238" cy="800803"/>
      </dsp:txXfrm>
    </dsp:sp>
    <dsp:sp modelId="{E26E95DF-D98D-4AF7-9BC8-131124722AB7}">
      <dsp:nvSpPr>
        <dsp:cNvPr id="0" name=""/>
        <dsp:cNvSpPr/>
      </dsp:nvSpPr>
      <dsp:spPr>
        <a:xfrm>
          <a:off x="0" y="3150405"/>
          <a:ext cx="4754880" cy="88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uk-UA" sz="3700" b="0" i="0" kern="1200"/>
            <a:t>релігійні</a:t>
          </a:r>
          <a:endParaRPr lang="uk-UA" sz="3700" kern="1200"/>
        </a:p>
      </dsp:txBody>
      <dsp:txXfrm>
        <a:off x="43321" y="3193726"/>
        <a:ext cx="4668238" cy="8008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B76F4-A5B9-4639-BD70-22BA3D5D80F1}">
      <dsp:nvSpPr>
        <dsp:cNvPr id="0" name=""/>
        <dsp:cNvSpPr/>
      </dsp:nvSpPr>
      <dsp:spPr>
        <a:xfrm>
          <a:off x="0" y="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F99322-43DD-4137-828B-CFC2BD701163}">
      <dsp:nvSpPr>
        <dsp:cNvPr id="0" name=""/>
        <dsp:cNvSpPr/>
      </dsp:nvSpPr>
      <dsp:spPr>
        <a:xfrm>
          <a:off x="0" y="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uk-UA" sz="2100" b="0" i="0" kern="1200"/>
            <a:t>визнання національної символіки – синьо-жовтого прапора та тризуба – як державної</a:t>
          </a:r>
          <a:endParaRPr lang="uk-UA" sz="2100" kern="1200"/>
        </a:p>
      </dsp:txBody>
      <dsp:txXfrm>
        <a:off x="0" y="0"/>
        <a:ext cx="4754880" cy="1051560"/>
      </dsp:txXfrm>
    </dsp:sp>
    <dsp:sp modelId="{FF2C03F5-E380-4BE5-829F-07F13F7F00C6}">
      <dsp:nvSpPr>
        <dsp:cNvPr id="0" name=""/>
        <dsp:cNvSpPr/>
      </dsp:nvSpPr>
      <dsp:spPr>
        <a:xfrm>
          <a:off x="0" y="105156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75A073-0A5C-467C-AE6F-4F5AC02DE421}">
      <dsp:nvSpPr>
        <dsp:cNvPr id="0" name=""/>
        <dsp:cNvSpPr/>
      </dsp:nvSpPr>
      <dsp:spPr>
        <a:xfrm>
          <a:off x="0" y="105156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uk-UA" sz="2100" b="0" i="0" kern="1200"/>
            <a:t>запровадження власної національної грошової одиниці – гривні</a:t>
          </a:r>
          <a:endParaRPr lang="uk-UA" sz="2100" kern="1200"/>
        </a:p>
      </dsp:txBody>
      <dsp:txXfrm>
        <a:off x="0" y="1051560"/>
        <a:ext cx="4754880" cy="1051560"/>
      </dsp:txXfrm>
    </dsp:sp>
    <dsp:sp modelId="{A1F4509F-4536-45A9-82FE-14AD55BBCC40}">
      <dsp:nvSpPr>
        <dsp:cNvPr id="0" name=""/>
        <dsp:cNvSpPr/>
      </dsp:nvSpPr>
      <dsp:spPr>
        <a:xfrm>
          <a:off x="0" y="210312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BEDAFB-745B-474A-87F2-5B43E9DB3A73}">
      <dsp:nvSpPr>
        <dsp:cNvPr id="0" name=""/>
        <dsp:cNvSpPr/>
      </dsp:nvSpPr>
      <dsp:spPr>
        <a:xfrm>
          <a:off x="0" y="210312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uk-UA" sz="2100" b="0" i="0" kern="1200"/>
            <a:t>заснування Збройних сил України</a:t>
          </a:r>
          <a:endParaRPr lang="uk-UA" sz="2100" kern="1200"/>
        </a:p>
      </dsp:txBody>
      <dsp:txXfrm>
        <a:off x="0" y="2103120"/>
        <a:ext cx="4754880" cy="1051560"/>
      </dsp:txXfrm>
    </dsp:sp>
    <dsp:sp modelId="{AB8881DE-8327-400B-BDCE-F2C72F36EE36}">
      <dsp:nvSpPr>
        <dsp:cNvPr id="0" name=""/>
        <dsp:cNvSpPr/>
      </dsp:nvSpPr>
      <dsp:spPr>
        <a:xfrm>
          <a:off x="0" y="315468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A49B13-66CC-4F09-B613-6EDC80783AF1}">
      <dsp:nvSpPr>
        <dsp:cNvPr id="0" name=""/>
        <dsp:cNvSpPr/>
      </dsp:nvSpPr>
      <dsp:spPr>
        <a:xfrm>
          <a:off x="0" y="315468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uk-UA" sz="2100" b="0" i="0" kern="1200"/>
            <a:t>вибори першого Президента України</a:t>
          </a:r>
          <a:endParaRPr lang="uk-UA" sz="2100" kern="1200"/>
        </a:p>
      </dsp:txBody>
      <dsp:txXfrm>
        <a:off x="0" y="3154680"/>
        <a:ext cx="4754880" cy="10515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A86E9-00E1-48CF-90DE-03DF79E235D8}">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набувши членство в Раді Європи.</a:t>
          </a:r>
          <a:endParaRPr lang="uk-UA" sz="2500" kern="1200"/>
        </a:p>
      </dsp:txBody>
      <dsp:txXfrm>
        <a:off x="48547" y="54667"/>
        <a:ext cx="4657786" cy="897406"/>
      </dsp:txXfrm>
    </dsp:sp>
    <dsp:sp modelId="{68ABF272-4FDB-4248-9EEE-12FDB9534FD1}">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проголосивши Декларацію про державний суверенітет.</a:t>
          </a:r>
          <a:endParaRPr lang="uk-UA" sz="2500" kern="1200"/>
        </a:p>
      </dsp:txBody>
      <dsp:txXfrm>
        <a:off x="48547" y="1121167"/>
        <a:ext cx="4657786" cy="897406"/>
      </dsp:txXfrm>
    </dsp:sp>
    <dsp:sp modelId="{204C79FE-5EF4-4FC0-A382-CAA14C31D997}">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ухваливши Основні напрями зовнішньої політики.</a:t>
          </a:r>
          <a:endParaRPr lang="uk-UA" sz="2500" kern="1200"/>
        </a:p>
      </dsp:txBody>
      <dsp:txXfrm>
        <a:off x="48547" y="2187667"/>
        <a:ext cx="4657786" cy="897406"/>
      </dsp:txXfrm>
    </dsp:sp>
    <dsp:sp modelId="{732A616F-542F-4549-B6BF-4F70300FD41F}">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здобувши визнання державами світу незалежності країни.</a:t>
          </a:r>
          <a:endParaRPr lang="uk-UA" sz="2500" kern="1200"/>
        </a:p>
      </dsp:txBody>
      <dsp:txXfrm>
        <a:off x="48547" y="3254167"/>
        <a:ext cx="4657786" cy="8974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6C3539-678F-4292-8EE6-89815338AD67}">
      <dsp:nvSpPr>
        <dsp:cNvPr id="0" name=""/>
        <dsp:cNvSpPr/>
      </dsp:nvSpPr>
      <dsp:spPr>
        <a:xfrm rot="10800000">
          <a:off x="1057102" y="874"/>
          <a:ext cx="3344418" cy="85884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726"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16 липня 1990 р.</a:t>
          </a:r>
          <a:endParaRPr lang="uk-UA" sz="2400" kern="1200"/>
        </a:p>
      </dsp:txBody>
      <dsp:txXfrm rot="10800000">
        <a:off x="1271813" y="874"/>
        <a:ext cx="3129707" cy="858844"/>
      </dsp:txXfrm>
    </dsp:sp>
    <dsp:sp modelId="{C28A09EE-73F9-4244-AC88-5838B84559CC}">
      <dsp:nvSpPr>
        <dsp:cNvPr id="0" name=""/>
        <dsp:cNvSpPr/>
      </dsp:nvSpPr>
      <dsp:spPr>
        <a:xfrm>
          <a:off x="627680" y="874"/>
          <a:ext cx="858844" cy="8588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FB59CD-A005-499F-8967-E5E0613EF645}">
      <dsp:nvSpPr>
        <dsp:cNvPr id="0" name=""/>
        <dsp:cNvSpPr/>
      </dsp:nvSpPr>
      <dsp:spPr>
        <a:xfrm rot="10800000">
          <a:off x="1057102" y="1116090"/>
          <a:ext cx="3344418" cy="85884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726"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24 серпня 1991 р.</a:t>
          </a:r>
          <a:endParaRPr lang="uk-UA" sz="2400" kern="1200"/>
        </a:p>
      </dsp:txBody>
      <dsp:txXfrm rot="10800000">
        <a:off x="1271813" y="1116090"/>
        <a:ext cx="3129707" cy="858844"/>
      </dsp:txXfrm>
    </dsp:sp>
    <dsp:sp modelId="{282FB8F2-FBEE-4C54-8036-95703D2FF2F4}">
      <dsp:nvSpPr>
        <dsp:cNvPr id="0" name=""/>
        <dsp:cNvSpPr/>
      </dsp:nvSpPr>
      <dsp:spPr>
        <a:xfrm>
          <a:off x="627680" y="1116090"/>
          <a:ext cx="858844" cy="8588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7ED9DD-B3EF-4096-85FE-BB92D7EAFD13}">
      <dsp:nvSpPr>
        <dsp:cNvPr id="0" name=""/>
        <dsp:cNvSpPr/>
      </dsp:nvSpPr>
      <dsp:spPr>
        <a:xfrm rot="10800000">
          <a:off x="1057102" y="2231305"/>
          <a:ext cx="3344418" cy="85884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726"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9 листопада 1995 р.</a:t>
          </a:r>
          <a:endParaRPr lang="uk-UA" sz="2400" kern="1200"/>
        </a:p>
      </dsp:txBody>
      <dsp:txXfrm rot="10800000">
        <a:off x="1271813" y="2231305"/>
        <a:ext cx="3129707" cy="858844"/>
      </dsp:txXfrm>
    </dsp:sp>
    <dsp:sp modelId="{A86943ED-C3CC-447B-9F21-818C06A9D54F}">
      <dsp:nvSpPr>
        <dsp:cNvPr id="0" name=""/>
        <dsp:cNvSpPr/>
      </dsp:nvSpPr>
      <dsp:spPr>
        <a:xfrm>
          <a:off x="627680" y="2231305"/>
          <a:ext cx="858844" cy="8588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F71252-61DA-4823-B0A3-06D340317761}">
      <dsp:nvSpPr>
        <dsp:cNvPr id="0" name=""/>
        <dsp:cNvSpPr/>
      </dsp:nvSpPr>
      <dsp:spPr>
        <a:xfrm rot="10800000">
          <a:off x="1057102" y="3346521"/>
          <a:ext cx="3344418" cy="85884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726"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28 червня 1996 р.</a:t>
          </a:r>
          <a:endParaRPr lang="uk-UA" sz="2400" kern="1200"/>
        </a:p>
      </dsp:txBody>
      <dsp:txXfrm rot="10800000">
        <a:off x="1271813" y="3346521"/>
        <a:ext cx="3129707" cy="858844"/>
      </dsp:txXfrm>
    </dsp:sp>
    <dsp:sp modelId="{41EEB079-E447-473E-93DF-AD8E3E523684}">
      <dsp:nvSpPr>
        <dsp:cNvPr id="0" name=""/>
        <dsp:cNvSpPr/>
      </dsp:nvSpPr>
      <dsp:spPr>
        <a:xfrm>
          <a:off x="627680" y="3346521"/>
          <a:ext cx="858844" cy="8588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2896EC-6135-4073-AAB1-820CFF706B36}">
      <dsp:nvSpPr>
        <dsp:cNvPr id="0" name=""/>
        <dsp:cNvSpPr/>
      </dsp:nvSpPr>
      <dsp:spPr>
        <a:xfrm>
          <a:off x="0" y="104129"/>
          <a:ext cx="475488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проведення перших альтернативних виборів до Верховної Ради УРСР</a:t>
          </a:r>
          <a:endParaRPr lang="uk-UA" sz="1900" kern="1200"/>
        </a:p>
      </dsp:txBody>
      <dsp:txXfrm>
        <a:off x="36896" y="141025"/>
        <a:ext cx="4681088" cy="682028"/>
      </dsp:txXfrm>
    </dsp:sp>
    <dsp:sp modelId="{7B90917C-8D9B-4CFD-9D1D-4A808A6061B1}">
      <dsp:nvSpPr>
        <dsp:cNvPr id="0" name=""/>
        <dsp:cNvSpPr/>
      </dsp:nvSpPr>
      <dsp:spPr>
        <a:xfrm>
          <a:off x="0" y="914670"/>
          <a:ext cx="475488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прийняття Акта проголошення незалежності України</a:t>
          </a:r>
          <a:endParaRPr lang="uk-UA" sz="1900" kern="1200"/>
        </a:p>
      </dsp:txBody>
      <dsp:txXfrm>
        <a:off x="36896" y="951566"/>
        <a:ext cx="4681088" cy="682028"/>
      </dsp:txXfrm>
    </dsp:sp>
    <dsp:sp modelId="{61B3050B-0EB0-4967-83E3-967275CE296F}">
      <dsp:nvSpPr>
        <dsp:cNvPr id="0" name=""/>
        <dsp:cNvSpPr/>
      </dsp:nvSpPr>
      <dsp:spPr>
        <a:xfrm>
          <a:off x="0" y="1725210"/>
          <a:ext cx="475488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схвалення Декларації про державний суверенітет України</a:t>
          </a:r>
          <a:endParaRPr lang="uk-UA" sz="1900" kern="1200"/>
        </a:p>
      </dsp:txBody>
      <dsp:txXfrm>
        <a:off x="36896" y="1762106"/>
        <a:ext cx="4681088" cy="682028"/>
      </dsp:txXfrm>
    </dsp:sp>
    <dsp:sp modelId="{41D069B2-3932-4D0A-BA0B-C525E9880FBB}">
      <dsp:nvSpPr>
        <dsp:cNvPr id="0" name=""/>
        <dsp:cNvSpPr/>
      </dsp:nvSpPr>
      <dsp:spPr>
        <a:xfrm>
          <a:off x="0" y="2535750"/>
          <a:ext cx="475488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прийняття Конституції України</a:t>
          </a:r>
          <a:endParaRPr lang="uk-UA" sz="1900" kern="1200"/>
        </a:p>
      </dsp:txBody>
      <dsp:txXfrm>
        <a:off x="36896" y="2572646"/>
        <a:ext cx="4681088" cy="682028"/>
      </dsp:txXfrm>
    </dsp:sp>
    <dsp:sp modelId="{5504C8AC-A987-4F76-9B4A-B9C5F2071703}">
      <dsp:nvSpPr>
        <dsp:cNvPr id="0" name=""/>
        <dsp:cNvSpPr/>
      </dsp:nvSpPr>
      <dsp:spPr>
        <a:xfrm>
          <a:off x="0" y="3346290"/>
          <a:ext cx="475488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урочиста церемонія вступу України до Ради Європи</a:t>
          </a:r>
          <a:endParaRPr lang="uk-UA" sz="1900" kern="1200"/>
        </a:p>
      </dsp:txBody>
      <dsp:txXfrm>
        <a:off x="36896" y="3383186"/>
        <a:ext cx="4681088" cy="6820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907D4-1042-4CCB-8664-934BE217634D}">
      <dsp:nvSpPr>
        <dsp:cNvPr id="0" name=""/>
        <dsp:cNvSpPr/>
      </dsp:nvSpPr>
      <dsp:spPr>
        <a:xfrm>
          <a:off x="0" y="425837"/>
          <a:ext cx="4754562"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прийняття Декларації про державний суверенітет України (16 липня 1990 р.)</a:t>
          </a:r>
          <a:endParaRPr lang="uk-UA" sz="2000" kern="1200"/>
        </a:p>
      </dsp:txBody>
      <dsp:txXfrm>
        <a:off x="38838" y="464675"/>
        <a:ext cx="4676886" cy="717924"/>
      </dsp:txXfrm>
    </dsp:sp>
    <dsp:sp modelId="{E2274613-7473-4DF2-862B-1275EAD33E85}">
      <dsp:nvSpPr>
        <dsp:cNvPr id="0" name=""/>
        <dsp:cNvSpPr/>
      </dsp:nvSpPr>
      <dsp:spPr>
        <a:xfrm>
          <a:off x="0" y="1279037"/>
          <a:ext cx="4754562"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схвалення Акта проголошення незалежності України (24 серпня 1991 р.)</a:t>
          </a:r>
          <a:endParaRPr lang="uk-UA" sz="2000" kern="1200"/>
        </a:p>
      </dsp:txBody>
      <dsp:txXfrm>
        <a:off x="38838" y="1317875"/>
        <a:ext cx="4676886" cy="717924"/>
      </dsp:txXfrm>
    </dsp:sp>
    <dsp:sp modelId="{ADAF0551-75AF-468B-B0C9-DB2BC4187027}">
      <dsp:nvSpPr>
        <dsp:cNvPr id="0" name=""/>
        <dsp:cNvSpPr/>
      </dsp:nvSpPr>
      <dsp:spPr>
        <a:xfrm>
          <a:off x="0" y="2132237"/>
          <a:ext cx="4754562"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проведення Всеукраїнського референдуму (1 грудня 1991 р.)</a:t>
          </a:r>
          <a:endParaRPr lang="uk-UA" sz="2000" kern="1200"/>
        </a:p>
      </dsp:txBody>
      <dsp:txXfrm>
        <a:off x="38838" y="2171075"/>
        <a:ext cx="4676886" cy="717924"/>
      </dsp:txXfrm>
    </dsp:sp>
    <dsp:sp modelId="{D6BBE889-EB53-43B6-9E97-F611D9A94622}">
      <dsp:nvSpPr>
        <dsp:cNvPr id="0" name=""/>
        <dsp:cNvSpPr/>
      </dsp:nvSpPr>
      <dsp:spPr>
        <a:xfrm>
          <a:off x="0" y="2985437"/>
          <a:ext cx="4754562"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утворення Співдружності Незалежних Держав (8 грудня 1991 р.)</a:t>
          </a:r>
          <a:endParaRPr lang="uk-UA" sz="2000" kern="1200"/>
        </a:p>
      </dsp:txBody>
      <dsp:txXfrm>
        <a:off x="38838" y="3024275"/>
        <a:ext cx="4676886" cy="71792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07BF4-AB59-42E7-BB05-CF0EF21C7686}">
      <dsp:nvSpPr>
        <dsp:cNvPr id="0" name=""/>
        <dsp:cNvSpPr/>
      </dsp:nvSpPr>
      <dsp:spPr>
        <a:xfrm>
          <a:off x="0" y="6437"/>
          <a:ext cx="47545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набуття Україною членства в Раді Європи.</a:t>
          </a:r>
          <a:endParaRPr lang="uk-UA" sz="2500" kern="1200"/>
        </a:p>
      </dsp:txBody>
      <dsp:txXfrm>
        <a:off x="48547" y="54984"/>
        <a:ext cx="4657468" cy="897406"/>
      </dsp:txXfrm>
    </dsp:sp>
    <dsp:sp modelId="{828AC26D-F5B7-4D17-AECD-013CB338E7F9}">
      <dsp:nvSpPr>
        <dsp:cNvPr id="0" name=""/>
        <dsp:cNvSpPr/>
      </dsp:nvSpPr>
      <dsp:spPr>
        <a:xfrm>
          <a:off x="0" y="1072937"/>
          <a:ext cx="47545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обрання першого Президента України.</a:t>
          </a:r>
          <a:endParaRPr lang="uk-UA" sz="2500" kern="1200"/>
        </a:p>
      </dsp:txBody>
      <dsp:txXfrm>
        <a:off x="48547" y="1121484"/>
        <a:ext cx="4657468" cy="897406"/>
      </dsp:txXfrm>
    </dsp:sp>
    <dsp:sp modelId="{218C9B8A-9E27-4124-B934-9997AC5CABEF}">
      <dsp:nvSpPr>
        <dsp:cNvPr id="0" name=""/>
        <dsp:cNvSpPr/>
      </dsp:nvSpPr>
      <dsp:spPr>
        <a:xfrm>
          <a:off x="0" y="2139437"/>
          <a:ext cx="47545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ухвалення Конституції України.</a:t>
          </a:r>
          <a:endParaRPr lang="uk-UA" sz="2500" kern="1200"/>
        </a:p>
      </dsp:txBody>
      <dsp:txXfrm>
        <a:off x="48547" y="2187984"/>
        <a:ext cx="4657468" cy="897406"/>
      </dsp:txXfrm>
    </dsp:sp>
    <dsp:sp modelId="{ACF93587-F824-4738-8D21-AC639884F91D}">
      <dsp:nvSpPr>
        <dsp:cNvPr id="0" name=""/>
        <dsp:cNvSpPr/>
      </dsp:nvSpPr>
      <dsp:spPr>
        <a:xfrm>
          <a:off x="0" y="3205937"/>
          <a:ext cx="47545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заснування Збройних Сил України.</a:t>
          </a:r>
          <a:endParaRPr lang="uk-UA" sz="2500" kern="1200"/>
        </a:p>
      </dsp:txBody>
      <dsp:txXfrm>
        <a:off x="48547" y="3254484"/>
        <a:ext cx="4657468" cy="8974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32863B-7119-4662-AF5A-4A510FE96770}">
      <dsp:nvSpPr>
        <dsp:cNvPr id="0" name=""/>
        <dsp:cNvSpPr/>
      </dsp:nvSpPr>
      <dsp:spPr>
        <a:xfrm>
          <a:off x="274320" y="0"/>
          <a:ext cx="4206240" cy="42062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B336ED-3BB3-49C0-8C9B-284D0283EC0B}">
      <dsp:nvSpPr>
        <dsp:cNvPr id="0" name=""/>
        <dsp:cNvSpPr/>
      </dsp:nvSpPr>
      <dsp:spPr>
        <a:xfrm>
          <a:off x="673912"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1985 р.</a:t>
          </a:r>
          <a:endParaRPr lang="uk-UA" sz="4100" kern="1200"/>
        </a:p>
      </dsp:txBody>
      <dsp:txXfrm>
        <a:off x="753991" y="479671"/>
        <a:ext cx="1480275" cy="1480275"/>
      </dsp:txXfrm>
    </dsp:sp>
    <dsp:sp modelId="{33E123FF-DBE5-4610-B2F7-F8559912E6E0}">
      <dsp:nvSpPr>
        <dsp:cNvPr id="0" name=""/>
        <dsp:cNvSpPr/>
      </dsp:nvSpPr>
      <dsp:spPr>
        <a:xfrm>
          <a:off x="2440533"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1991 р.</a:t>
          </a:r>
          <a:endParaRPr lang="uk-UA" sz="4100" kern="1200"/>
        </a:p>
      </dsp:txBody>
      <dsp:txXfrm>
        <a:off x="2520612" y="479671"/>
        <a:ext cx="1480275" cy="1480275"/>
      </dsp:txXfrm>
    </dsp:sp>
    <dsp:sp modelId="{AC01DEC0-2789-4BCD-88CD-3346B977029A}">
      <dsp:nvSpPr>
        <dsp:cNvPr id="0" name=""/>
        <dsp:cNvSpPr/>
      </dsp:nvSpPr>
      <dsp:spPr>
        <a:xfrm>
          <a:off x="673912"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1996 р.</a:t>
          </a:r>
          <a:endParaRPr lang="uk-UA" sz="4100" kern="1200"/>
        </a:p>
      </dsp:txBody>
      <dsp:txXfrm>
        <a:off x="753991" y="2246292"/>
        <a:ext cx="1480275" cy="1480275"/>
      </dsp:txXfrm>
    </dsp:sp>
    <dsp:sp modelId="{96DB63BB-0005-4777-AEC2-BABF791B4683}">
      <dsp:nvSpPr>
        <dsp:cNvPr id="0" name=""/>
        <dsp:cNvSpPr/>
      </dsp:nvSpPr>
      <dsp:spPr>
        <a:xfrm>
          <a:off x="2440533"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2004 р.</a:t>
          </a:r>
          <a:endParaRPr lang="uk-UA" sz="4100" kern="1200"/>
        </a:p>
      </dsp:txBody>
      <dsp:txXfrm>
        <a:off x="2520612" y="2246292"/>
        <a:ext cx="1480275" cy="148027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CA80C-445F-4648-8F32-D3B71C3DC7DC}">
      <dsp:nvSpPr>
        <dsp:cNvPr id="0" name=""/>
        <dsp:cNvSpPr/>
      </dsp:nvSpPr>
      <dsp:spPr>
        <a:xfrm>
          <a:off x="0" y="92632"/>
          <a:ext cx="475488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Вступ України до Ради Європи.</a:t>
          </a:r>
          <a:endParaRPr lang="uk-UA" sz="2400" kern="1200"/>
        </a:p>
      </dsp:txBody>
      <dsp:txXfrm>
        <a:off x="46541" y="139173"/>
        <a:ext cx="4661798" cy="860321"/>
      </dsp:txXfrm>
    </dsp:sp>
    <dsp:sp modelId="{E6903C2F-B308-40C8-B042-748010DA1EEE}">
      <dsp:nvSpPr>
        <dsp:cNvPr id="0" name=""/>
        <dsp:cNvSpPr/>
      </dsp:nvSpPr>
      <dsp:spPr>
        <a:xfrm>
          <a:off x="0" y="1115156"/>
          <a:ext cx="475488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Запровадження національної валюти — гривні</a:t>
          </a:r>
          <a:endParaRPr lang="uk-UA" sz="2400" kern="1200"/>
        </a:p>
      </dsp:txBody>
      <dsp:txXfrm>
        <a:off x="46541" y="1161697"/>
        <a:ext cx="4661798" cy="860321"/>
      </dsp:txXfrm>
    </dsp:sp>
    <dsp:sp modelId="{B36402F1-C5F9-4844-BE77-079F13315AE3}">
      <dsp:nvSpPr>
        <dsp:cNvPr id="0" name=""/>
        <dsp:cNvSpPr/>
      </dsp:nvSpPr>
      <dsp:spPr>
        <a:xfrm>
          <a:off x="0" y="2137680"/>
          <a:ext cx="475488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Політ у космос першого космонавта України Л. Каденюка.</a:t>
          </a:r>
          <a:endParaRPr lang="uk-UA" sz="2400" kern="1200"/>
        </a:p>
      </dsp:txBody>
      <dsp:txXfrm>
        <a:off x="46541" y="2184221"/>
        <a:ext cx="4661798" cy="860321"/>
      </dsp:txXfrm>
    </dsp:sp>
    <dsp:sp modelId="{CF3FA2D5-089E-4E4A-996C-BAA0832478A4}">
      <dsp:nvSpPr>
        <dsp:cNvPr id="0" name=""/>
        <dsp:cNvSpPr/>
      </dsp:nvSpPr>
      <dsp:spPr>
        <a:xfrm>
          <a:off x="0" y="3160203"/>
          <a:ext cx="475488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Отримання Україною статусу країни з ринковою економікою.</a:t>
          </a:r>
          <a:endParaRPr lang="uk-UA" sz="2400" kern="1200"/>
        </a:p>
      </dsp:txBody>
      <dsp:txXfrm>
        <a:off x="46541" y="3206744"/>
        <a:ext cx="4661798" cy="86032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865E9-A1BD-462D-9563-140BC729030B}">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16 липня 1990 р.</a:t>
          </a:r>
          <a:endParaRPr lang="uk-UA" sz="4000" kern="1200"/>
        </a:p>
      </dsp:txBody>
      <dsp:txXfrm>
        <a:off x="46834" y="58353"/>
        <a:ext cx="4661212" cy="865732"/>
      </dsp:txXfrm>
    </dsp:sp>
    <dsp:sp modelId="{9DAD03D6-7734-484A-A970-DAB4B510165F}">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24 серпня 1991 р.</a:t>
          </a:r>
          <a:endParaRPr lang="uk-UA" sz="4000" kern="1200"/>
        </a:p>
      </dsp:txBody>
      <dsp:txXfrm>
        <a:off x="46834" y="1132953"/>
        <a:ext cx="4661212" cy="865732"/>
      </dsp:txXfrm>
    </dsp:sp>
    <dsp:sp modelId="{31FA8EBA-9341-47B6-B0F1-B1E702AFEA0F}">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19 липня 1994 р.</a:t>
          </a:r>
          <a:endParaRPr lang="uk-UA" sz="4000" kern="1200"/>
        </a:p>
      </dsp:txBody>
      <dsp:txXfrm>
        <a:off x="46834" y="2207554"/>
        <a:ext cx="4661212" cy="865732"/>
      </dsp:txXfrm>
    </dsp:sp>
    <dsp:sp modelId="{782D24D7-851E-412C-8A39-02CA8D6874C3}">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28 червня 1996 р.</a:t>
          </a:r>
          <a:endParaRPr lang="uk-UA" sz="4000" kern="1200"/>
        </a:p>
      </dsp:txBody>
      <dsp:txXfrm>
        <a:off x="46834" y="3282154"/>
        <a:ext cx="4661212" cy="86573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A884E1-D7FE-43D0-9AD5-2CF6B57D8DF6}">
      <dsp:nvSpPr>
        <dsp:cNvPr id="0" name=""/>
        <dsp:cNvSpPr/>
      </dsp:nvSpPr>
      <dsp:spPr>
        <a:xfrm>
          <a:off x="0" y="90000"/>
          <a:ext cx="475488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Прийняття Акта проголошення державної незалежності України.</a:t>
          </a:r>
          <a:endParaRPr lang="uk-UA" sz="2400" kern="1200"/>
        </a:p>
      </dsp:txBody>
      <dsp:txXfrm>
        <a:off x="46606" y="136606"/>
        <a:ext cx="4661668" cy="861507"/>
      </dsp:txXfrm>
    </dsp:sp>
    <dsp:sp modelId="{A531530A-CE00-4E96-84B8-618937F30D4F}">
      <dsp:nvSpPr>
        <dsp:cNvPr id="0" name=""/>
        <dsp:cNvSpPr/>
      </dsp:nvSpPr>
      <dsp:spPr>
        <a:xfrm>
          <a:off x="0" y="1113840"/>
          <a:ext cx="475488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Схвалення Декларації про державний суверенітет України.</a:t>
          </a:r>
          <a:endParaRPr lang="uk-UA" sz="2400" kern="1200"/>
        </a:p>
      </dsp:txBody>
      <dsp:txXfrm>
        <a:off x="46606" y="1160446"/>
        <a:ext cx="4661668" cy="861507"/>
      </dsp:txXfrm>
    </dsp:sp>
    <dsp:sp modelId="{35B8926E-F308-40BC-BE61-8EA8B9875BB4}">
      <dsp:nvSpPr>
        <dsp:cNvPr id="0" name=""/>
        <dsp:cNvSpPr/>
      </dsp:nvSpPr>
      <dsp:spPr>
        <a:xfrm>
          <a:off x="0" y="2137680"/>
          <a:ext cx="475488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Всеукраїнський референдум і вибори Президента України.</a:t>
          </a:r>
          <a:endParaRPr lang="uk-UA" sz="2400" kern="1200"/>
        </a:p>
      </dsp:txBody>
      <dsp:txXfrm>
        <a:off x="46606" y="2184286"/>
        <a:ext cx="4661668" cy="861507"/>
      </dsp:txXfrm>
    </dsp:sp>
    <dsp:sp modelId="{682F5E48-710E-468A-B228-0B2271648269}">
      <dsp:nvSpPr>
        <dsp:cNvPr id="0" name=""/>
        <dsp:cNvSpPr/>
      </dsp:nvSpPr>
      <dsp:spPr>
        <a:xfrm>
          <a:off x="0" y="3161519"/>
          <a:ext cx="475488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Прийняття Конституції України.</a:t>
          </a:r>
          <a:endParaRPr lang="uk-UA" sz="2400" kern="1200"/>
        </a:p>
      </dsp:txBody>
      <dsp:txXfrm>
        <a:off x="46606" y="3208125"/>
        <a:ext cx="4661668" cy="86150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F5763-CA5E-4385-BE40-525B0A722686}">
      <dsp:nvSpPr>
        <dsp:cNvPr id="0" name=""/>
        <dsp:cNvSpPr/>
      </dsp:nvSpPr>
      <dsp:spPr>
        <a:xfrm rot="10800000">
          <a:off x="966191" y="252"/>
          <a:ext cx="3161995" cy="6789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419"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26 квітня 1986 р.</a:t>
          </a:r>
          <a:endParaRPr lang="uk-UA" sz="2600" kern="1200"/>
        </a:p>
      </dsp:txBody>
      <dsp:txXfrm rot="10800000">
        <a:off x="1135940" y="252"/>
        <a:ext cx="2992246" cy="678998"/>
      </dsp:txXfrm>
    </dsp:sp>
    <dsp:sp modelId="{542CB3EC-9FDA-406E-9825-58A3EB601B54}">
      <dsp:nvSpPr>
        <dsp:cNvPr id="0" name=""/>
        <dsp:cNvSpPr/>
      </dsp:nvSpPr>
      <dsp:spPr>
        <a:xfrm>
          <a:off x="626692" y="252"/>
          <a:ext cx="678998" cy="67899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52881C-FB45-4589-B9A0-FDF3ADB710EF}">
      <dsp:nvSpPr>
        <dsp:cNvPr id="0" name=""/>
        <dsp:cNvSpPr/>
      </dsp:nvSpPr>
      <dsp:spPr>
        <a:xfrm rot="10800000">
          <a:off x="966191" y="881936"/>
          <a:ext cx="3161995" cy="6789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419"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16 липня 1990 р.</a:t>
          </a:r>
          <a:endParaRPr lang="uk-UA" sz="2600" kern="1200"/>
        </a:p>
      </dsp:txBody>
      <dsp:txXfrm rot="10800000">
        <a:off x="1135940" y="881936"/>
        <a:ext cx="2992246" cy="678998"/>
      </dsp:txXfrm>
    </dsp:sp>
    <dsp:sp modelId="{69F10247-08B0-4FE0-8690-071563F51BB5}">
      <dsp:nvSpPr>
        <dsp:cNvPr id="0" name=""/>
        <dsp:cNvSpPr/>
      </dsp:nvSpPr>
      <dsp:spPr>
        <a:xfrm>
          <a:off x="626692" y="881936"/>
          <a:ext cx="678998" cy="67899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F3D54F-E1D2-4A04-8208-593B200753C7}">
      <dsp:nvSpPr>
        <dsp:cNvPr id="0" name=""/>
        <dsp:cNvSpPr/>
      </dsp:nvSpPr>
      <dsp:spPr>
        <a:xfrm rot="10800000">
          <a:off x="966191" y="1763620"/>
          <a:ext cx="3161995" cy="6789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419"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24 серпня 1991 р.</a:t>
          </a:r>
          <a:endParaRPr lang="uk-UA" sz="2600" kern="1200"/>
        </a:p>
      </dsp:txBody>
      <dsp:txXfrm rot="10800000">
        <a:off x="1135940" y="1763620"/>
        <a:ext cx="2992246" cy="678998"/>
      </dsp:txXfrm>
    </dsp:sp>
    <dsp:sp modelId="{9AE42DBA-51A6-4C86-9ADD-7EEADF1E38B0}">
      <dsp:nvSpPr>
        <dsp:cNvPr id="0" name=""/>
        <dsp:cNvSpPr/>
      </dsp:nvSpPr>
      <dsp:spPr>
        <a:xfrm>
          <a:off x="626692" y="1763620"/>
          <a:ext cx="678998" cy="67899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912F93-1518-4C6E-B290-1FE8B99CC6BF}">
      <dsp:nvSpPr>
        <dsp:cNvPr id="0" name=""/>
        <dsp:cNvSpPr/>
      </dsp:nvSpPr>
      <dsp:spPr>
        <a:xfrm rot="10800000">
          <a:off x="966191" y="2645305"/>
          <a:ext cx="3161995" cy="6789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419"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1 грудня 1991 р.</a:t>
          </a:r>
          <a:endParaRPr lang="uk-UA" sz="2600" kern="1200"/>
        </a:p>
      </dsp:txBody>
      <dsp:txXfrm rot="10800000">
        <a:off x="1135940" y="2645305"/>
        <a:ext cx="2992246" cy="678998"/>
      </dsp:txXfrm>
    </dsp:sp>
    <dsp:sp modelId="{C78EC3BB-6219-45B0-984D-037D1B7AEEE9}">
      <dsp:nvSpPr>
        <dsp:cNvPr id="0" name=""/>
        <dsp:cNvSpPr/>
      </dsp:nvSpPr>
      <dsp:spPr>
        <a:xfrm>
          <a:off x="626692" y="2645305"/>
          <a:ext cx="678998" cy="67899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CBEFAB-0588-4DC0-BB1D-8487F5EC411D}">
      <dsp:nvSpPr>
        <dsp:cNvPr id="0" name=""/>
        <dsp:cNvSpPr/>
      </dsp:nvSpPr>
      <dsp:spPr>
        <a:xfrm rot="10800000">
          <a:off x="966191" y="3526989"/>
          <a:ext cx="3161995" cy="6789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419"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28 червня 1996 р.</a:t>
          </a:r>
          <a:endParaRPr lang="uk-UA" sz="2600" kern="1200"/>
        </a:p>
      </dsp:txBody>
      <dsp:txXfrm rot="10800000">
        <a:off x="1135940" y="3526989"/>
        <a:ext cx="2992246" cy="678998"/>
      </dsp:txXfrm>
    </dsp:sp>
    <dsp:sp modelId="{D3B2F601-7D4D-4AD2-B533-C2AB321069F0}">
      <dsp:nvSpPr>
        <dsp:cNvPr id="0" name=""/>
        <dsp:cNvSpPr/>
      </dsp:nvSpPr>
      <dsp:spPr>
        <a:xfrm>
          <a:off x="626692" y="3526989"/>
          <a:ext cx="678998" cy="67899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68821-2A74-45EB-AAA1-C036BAF4DAA5}">
      <dsp:nvSpPr>
        <dsp:cNvPr id="0" name=""/>
        <dsp:cNvSpPr/>
      </dsp:nvSpPr>
      <dsp:spPr>
        <a:xfrm>
          <a:off x="0" y="639000"/>
          <a:ext cx="475488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Верховна Рада України</a:t>
          </a:r>
          <a:endParaRPr lang="uk-UA" sz="2800" kern="1200"/>
        </a:p>
      </dsp:txBody>
      <dsp:txXfrm>
        <a:off x="32784" y="671784"/>
        <a:ext cx="4689312" cy="606012"/>
      </dsp:txXfrm>
    </dsp:sp>
    <dsp:sp modelId="{4CED2769-0850-4B25-87EB-78BD098E46B1}">
      <dsp:nvSpPr>
        <dsp:cNvPr id="0" name=""/>
        <dsp:cNvSpPr/>
      </dsp:nvSpPr>
      <dsp:spPr>
        <a:xfrm>
          <a:off x="0" y="1391220"/>
          <a:ext cx="475488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Президент України</a:t>
          </a:r>
          <a:endParaRPr lang="uk-UA" sz="2800" kern="1200"/>
        </a:p>
      </dsp:txBody>
      <dsp:txXfrm>
        <a:off x="32784" y="1424004"/>
        <a:ext cx="4689312" cy="606012"/>
      </dsp:txXfrm>
    </dsp:sp>
    <dsp:sp modelId="{ACA1B32F-2E04-496C-BA2B-F28883460AFB}">
      <dsp:nvSpPr>
        <dsp:cNvPr id="0" name=""/>
        <dsp:cNvSpPr/>
      </dsp:nvSpPr>
      <dsp:spPr>
        <a:xfrm>
          <a:off x="0" y="2143440"/>
          <a:ext cx="475488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Кабінет Міністрів України</a:t>
          </a:r>
          <a:endParaRPr lang="uk-UA" sz="2800" kern="1200"/>
        </a:p>
      </dsp:txBody>
      <dsp:txXfrm>
        <a:off x="32784" y="2176224"/>
        <a:ext cx="4689312" cy="606012"/>
      </dsp:txXfrm>
    </dsp:sp>
    <dsp:sp modelId="{B6E822EF-A0C9-4363-A649-3CBBC3B37A8A}">
      <dsp:nvSpPr>
        <dsp:cNvPr id="0" name=""/>
        <dsp:cNvSpPr/>
      </dsp:nvSpPr>
      <dsp:spPr>
        <a:xfrm>
          <a:off x="0" y="2895660"/>
          <a:ext cx="475488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Конституційний Суд України</a:t>
          </a:r>
          <a:endParaRPr lang="uk-UA" sz="2800" kern="1200"/>
        </a:p>
      </dsp:txBody>
      <dsp:txXfrm>
        <a:off x="32784" y="2928444"/>
        <a:ext cx="4689312" cy="60601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7C69B-09B7-4A60-8114-D9677E0C9F15}">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«Група 239»</a:t>
          </a:r>
          <a:endParaRPr lang="uk-UA" sz="2400" kern="1200"/>
        </a:p>
      </dsp:txBody>
      <dsp:txXfrm rot="10800000">
        <a:off x="1225774" y="1314"/>
        <a:ext cx="2947329" cy="858664"/>
      </dsp:txXfrm>
    </dsp:sp>
    <dsp:sp modelId="{4FFA3033-A274-4884-B2BE-E120F5AB3B17}">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4866B9-1375-4735-9514-0AACCFD22952}">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Народна Рада</a:t>
          </a:r>
          <a:endParaRPr lang="uk-UA" sz="2400" kern="1200"/>
        </a:p>
      </dsp:txBody>
      <dsp:txXfrm rot="10800000">
        <a:off x="1225774" y="1116296"/>
        <a:ext cx="2947329" cy="858664"/>
      </dsp:txXfrm>
    </dsp:sp>
    <dsp:sp modelId="{514C9ADA-0A74-424C-9DF6-330917C7371F}">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E280CA-22D6-4131-9966-06FB9BCE3708}">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Українська Гельсінська група</a:t>
          </a:r>
          <a:endParaRPr lang="uk-UA" sz="2400" kern="1200"/>
        </a:p>
      </dsp:txBody>
      <dsp:txXfrm rot="10800000">
        <a:off x="1225774" y="2231278"/>
        <a:ext cx="2947329" cy="858664"/>
      </dsp:txXfrm>
    </dsp:sp>
    <dsp:sp modelId="{CB6D7BBE-0641-47A4-9173-0C4ACB672AE1}">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1BA9D9-FFA4-4511-88BE-6EAF9984B458}">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Народний рух України</a:t>
          </a:r>
          <a:endParaRPr lang="uk-UA" sz="2400" kern="1200"/>
        </a:p>
      </dsp:txBody>
      <dsp:txXfrm rot="10800000">
        <a:off x="1225774" y="3346261"/>
        <a:ext cx="2947329" cy="858664"/>
      </dsp:txXfrm>
    </dsp:sp>
    <dsp:sp modelId="{87E7A316-87D3-454E-AC49-974FA74AF406}">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487F0-711D-489A-AC10-684929539DC3}">
      <dsp:nvSpPr>
        <dsp:cNvPr id="0" name=""/>
        <dsp:cNvSpPr/>
      </dsp:nvSpPr>
      <dsp:spPr>
        <a:xfrm>
          <a:off x="0" y="20137"/>
          <a:ext cx="4754880" cy="1342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побудовано соціально орієнтовану ринкову економіку</a:t>
          </a:r>
          <a:endParaRPr lang="uk-UA" sz="2400" kern="1200"/>
        </a:p>
      </dsp:txBody>
      <dsp:txXfrm>
        <a:off x="65539" y="85676"/>
        <a:ext cx="4623802" cy="1211496"/>
      </dsp:txXfrm>
    </dsp:sp>
    <dsp:sp modelId="{39CDC344-4AE0-42DE-A584-F8818DF74074}">
      <dsp:nvSpPr>
        <dsp:cNvPr id="0" name=""/>
        <dsp:cNvSpPr/>
      </dsp:nvSpPr>
      <dsp:spPr>
        <a:xfrm>
          <a:off x="0" y="1431832"/>
          <a:ext cx="4754880" cy="1342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визначено державні кордони, регламентовано режим і порядок їх охорони</a:t>
          </a:r>
          <a:endParaRPr lang="uk-UA" sz="2400" kern="1200"/>
        </a:p>
      </dsp:txBody>
      <dsp:txXfrm>
        <a:off x="65539" y="1497371"/>
        <a:ext cx="4623802" cy="1211496"/>
      </dsp:txXfrm>
    </dsp:sp>
    <dsp:sp modelId="{618C01AB-B79C-456E-83F5-3B6A2C99DF48}">
      <dsp:nvSpPr>
        <dsp:cNvPr id="0" name=""/>
        <dsp:cNvSpPr/>
      </dsp:nvSpPr>
      <dsp:spPr>
        <a:xfrm>
          <a:off x="0" y="2843527"/>
          <a:ext cx="4754880" cy="1342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інтегровано українську економіку в європейські та світові економічні структури</a:t>
          </a:r>
          <a:endParaRPr lang="uk-UA" sz="2400" kern="1200"/>
        </a:p>
      </dsp:txBody>
      <dsp:txXfrm>
        <a:off x="65539" y="2909066"/>
        <a:ext cx="4623802" cy="121149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3CB2E-6D24-4958-891F-F467945D97C0}">
      <dsp:nvSpPr>
        <dsp:cNvPr id="0" name=""/>
        <dsp:cNvSpPr/>
      </dsp:nvSpPr>
      <dsp:spPr>
        <a:xfrm>
          <a:off x="0" y="54360"/>
          <a:ext cx="4754880" cy="13197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a:t>створено власні Збройні сили, організовано органи безпеки та правопорядку</a:t>
          </a:r>
          <a:endParaRPr lang="uk-UA" sz="2400" kern="1200"/>
        </a:p>
      </dsp:txBody>
      <dsp:txXfrm>
        <a:off x="64425" y="118785"/>
        <a:ext cx="4626030" cy="1190909"/>
      </dsp:txXfrm>
    </dsp:sp>
    <dsp:sp modelId="{26AD1E90-5CDB-4D5C-A8AA-6B7365242ABA}">
      <dsp:nvSpPr>
        <dsp:cNvPr id="0" name=""/>
        <dsp:cNvSpPr/>
      </dsp:nvSpPr>
      <dsp:spPr>
        <a:xfrm>
          <a:off x="0" y="1443240"/>
          <a:ext cx="4754880" cy="13197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a:t>прийнято Конституцію незалежної України</a:t>
          </a:r>
          <a:endParaRPr lang="uk-UA" sz="2400" kern="1200"/>
        </a:p>
      </dsp:txBody>
      <dsp:txXfrm>
        <a:off x="64425" y="1507665"/>
        <a:ext cx="4626030" cy="1190909"/>
      </dsp:txXfrm>
    </dsp:sp>
    <dsp:sp modelId="{5C787137-C100-44EF-B0F7-BE12E9F6F296}">
      <dsp:nvSpPr>
        <dsp:cNvPr id="0" name=""/>
        <dsp:cNvSpPr/>
      </dsp:nvSpPr>
      <dsp:spPr>
        <a:xfrm>
          <a:off x="0" y="2832120"/>
          <a:ext cx="4754880" cy="13197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a:t>сформовано інститут громадянства, національну символіку визнано державною</a:t>
          </a:r>
          <a:endParaRPr lang="uk-UA" sz="2400" kern="1200"/>
        </a:p>
      </dsp:txBody>
      <dsp:txXfrm>
        <a:off x="64425" y="2896545"/>
        <a:ext cx="4626030" cy="119090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C9AFB-9001-462F-8EB5-9F78F8DCE56C}">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Декларація прав національностей України</a:t>
          </a:r>
          <a:endParaRPr lang="uk-UA" sz="1700" kern="1200"/>
        </a:p>
      </dsp:txBody>
      <dsp:txXfrm rot="10800000">
        <a:off x="1225774" y="1314"/>
        <a:ext cx="2947329" cy="858664"/>
      </dsp:txXfrm>
    </dsp:sp>
    <dsp:sp modelId="{D72BD2BA-D2B5-484A-A266-BBA9F23470F7}">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A1F44F-827B-4DE4-801F-C680000757C0}">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Конституція України</a:t>
          </a:r>
          <a:endParaRPr lang="uk-UA" sz="1700" kern="1200"/>
        </a:p>
      </dsp:txBody>
      <dsp:txXfrm rot="10800000">
        <a:off x="1225774" y="1116296"/>
        <a:ext cx="2947329" cy="858664"/>
      </dsp:txXfrm>
    </dsp:sp>
    <dsp:sp modelId="{03E9A5A6-15AE-45FF-8898-B7A200E3880F}">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F8C144-CA14-438F-995C-E25C49AE9880}">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Акт проголошення незалежності України</a:t>
          </a:r>
          <a:endParaRPr lang="uk-UA" sz="1700" kern="1200"/>
        </a:p>
      </dsp:txBody>
      <dsp:txXfrm rot="10800000">
        <a:off x="1225774" y="2231278"/>
        <a:ext cx="2947329" cy="858664"/>
      </dsp:txXfrm>
    </dsp:sp>
    <dsp:sp modelId="{6EB809C8-3650-4035-8C03-411EC3F48F4E}">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E68C4D6-F7EA-48F0-A650-332C4FF2D934}">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Декларація про державний суверенітет України</a:t>
          </a:r>
          <a:endParaRPr lang="uk-UA" sz="1700" kern="1200"/>
        </a:p>
      </dsp:txBody>
      <dsp:txXfrm rot="10800000">
        <a:off x="1225774" y="3346261"/>
        <a:ext cx="2947329" cy="858664"/>
      </dsp:txXfrm>
    </dsp:sp>
    <dsp:sp modelId="{BFA37925-8E43-43BB-A12A-3A92AC04D0A8}">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069586-C10F-4C6A-8978-8C5B0AB4C872}">
      <dsp:nvSpPr>
        <dsp:cNvPr id="0" name=""/>
        <dsp:cNvSpPr/>
      </dsp:nvSpPr>
      <dsp:spPr>
        <a:xfrm>
          <a:off x="0" y="8862"/>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Конституції України</a:t>
          </a:r>
          <a:endParaRPr lang="uk-UA" sz="2500" kern="1200"/>
        </a:p>
      </dsp:txBody>
      <dsp:txXfrm>
        <a:off x="48481" y="57343"/>
        <a:ext cx="4657918" cy="896166"/>
      </dsp:txXfrm>
    </dsp:sp>
    <dsp:sp modelId="{27C68D4C-9B0F-44FB-845D-3B8C8184CFE7}">
      <dsp:nvSpPr>
        <dsp:cNvPr id="0" name=""/>
        <dsp:cNvSpPr/>
      </dsp:nvSpPr>
      <dsp:spPr>
        <a:xfrm>
          <a:off x="0" y="1073991"/>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Акті проголошення незалежності України</a:t>
          </a:r>
          <a:endParaRPr lang="uk-UA" sz="2500" kern="1200"/>
        </a:p>
      </dsp:txBody>
      <dsp:txXfrm>
        <a:off x="48481" y="1122472"/>
        <a:ext cx="4657918" cy="896166"/>
      </dsp:txXfrm>
    </dsp:sp>
    <dsp:sp modelId="{BE22A8B8-094D-4714-8130-E39E134D2A51}">
      <dsp:nvSpPr>
        <dsp:cNvPr id="0" name=""/>
        <dsp:cNvSpPr/>
      </dsp:nvSpPr>
      <dsp:spPr>
        <a:xfrm>
          <a:off x="0" y="2139120"/>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Законі України «Про громадянство України»</a:t>
          </a:r>
          <a:endParaRPr lang="uk-UA" sz="2500" kern="1200"/>
        </a:p>
      </dsp:txBody>
      <dsp:txXfrm>
        <a:off x="48481" y="2187601"/>
        <a:ext cx="4657918" cy="896166"/>
      </dsp:txXfrm>
    </dsp:sp>
    <dsp:sp modelId="{F3D1B7D6-6AA1-40AE-88DE-2577B2D750E8}">
      <dsp:nvSpPr>
        <dsp:cNvPr id="0" name=""/>
        <dsp:cNvSpPr/>
      </dsp:nvSpPr>
      <dsp:spPr>
        <a:xfrm>
          <a:off x="0" y="3204248"/>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Декларації про державний суверенітет України</a:t>
          </a:r>
          <a:endParaRPr lang="uk-UA" sz="2500" kern="1200"/>
        </a:p>
      </dsp:txBody>
      <dsp:txXfrm>
        <a:off x="48481" y="3252729"/>
        <a:ext cx="4657918" cy="89616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F69EA-F644-4D52-A598-091F733006CC}">
      <dsp:nvSpPr>
        <dsp:cNvPr id="0" name=""/>
        <dsp:cNvSpPr/>
      </dsp:nvSpPr>
      <dsp:spPr>
        <a:xfrm>
          <a:off x="0" y="34164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була на той час єдиним легітимним вищим органом влади.</a:t>
          </a:r>
          <a:endParaRPr lang="uk-UA" sz="2100" kern="1200"/>
        </a:p>
      </dsp:txBody>
      <dsp:txXfrm>
        <a:off x="40780" y="382420"/>
        <a:ext cx="4673320" cy="753819"/>
      </dsp:txXfrm>
    </dsp:sp>
    <dsp:sp modelId="{00868F35-403E-4113-BFE5-7BA6CAC1E743}">
      <dsp:nvSpPr>
        <dsp:cNvPr id="0" name=""/>
        <dsp:cNvSpPr/>
      </dsp:nvSpPr>
      <dsp:spPr>
        <a:xfrm>
          <a:off x="0" y="123750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існувала небезпека встановлення військової диктатури.</a:t>
          </a:r>
          <a:endParaRPr lang="uk-UA" sz="2100" kern="1200"/>
        </a:p>
      </dsp:txBody>
      <dsp:txXfrm>
        <a:off x="40780" y="1278280"/>
        <a:ext cx="4673320" cy="753819"/>
      </dsp:txXfrm>
    </dsp:sp>
    <dsp:sp modelId="{054ED0EA-7112-40E4-BA51-6CB674A07EFC}">
      <dsp:nvSpPr>
        <dsp:cNvPr id="0" name=""/>
        <dsp:cNvSpPr/>
      </dsp:nvSpPr>
      <dsp:spPr>
        <a:xfrm>
          <a:off x="0" y="213336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утвердилася парламентська форма правління.</a:t>
          </a:r>
          <a:endParaRPr lang="uk-UA" sz="2100" kern="1200"/>
        </a:p>
      </dsp:txBody>
      <dsp:txXfrm>
        <a:off x="40780" y="2174140"/>
        <a:ext cx="4673320" cy="753819"/>
      </dsp:txXfrm>
    </dsp:sp>
    <dsp:sp modelId="{D2776ADF-A374-4760-893C-A28D154A480C}">
      <dsp:nvSpPr>
        <dsp:cNvPr id="0" name=""/>
        <dsp:cNvSpPr/>
      </dsp:nvSpPr>
      <dsp:spPr>
        <a:xfrm>
          <a:off x="0" y="302922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існувала необхідність переозброєння військових формувань.</a:t>
          </a:r>
          <a:endParaRPr lang="uk-UA" sz="2100" kern="1200"/>
        </a:p>
      </dsp:txBody>
      <dsp:txXfrm>
        <a:off x="40780" y="3070000"/>
        <a:ext cx="4673320" cy="75381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BE02AC-28EA-4729-8671-D29D6346AE96}">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реалізацією курсу на вступ України до НАТО.</a:t>
          </a:r>
          <a:endParaRPr lang="uk-UA" sz="2500" kern="1200"/>
        </a:p>
      </dsp:txBody>
      <dsp:txXfrm>
        <a:off x="48547" y="54667"/>
        <a:ext cx="4657786" cy="897406"/>
      </dsp:txXfrm>
    </dsp:sp>
    <dsp:sp modelId="{19131BE9-19FC-41CF-B82A-2ECD4E6EDC79}">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проголошенням незалежності України.</a:t>
          </a:r>
          <a:endParaRPr lang="uk-UA" sz="2500" kern="1200"/>
        </a:p>
      </dsp:txBody>
      <dsp:txXfrm>
        <a:off x="48547" y="1121167"/>
        <a:ext cx="4657786" cy="897406"/>
      </dsp:txXfrm>
    </dsp:sp>
    <dsp:sp modelId="{72B9F8CC-83A9-4040-A4AF-795C56559976}">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втіленням політики ядерного роззброєння України.</a:t>
          </a:r>
          <a:endParaRPr lang="uk-UA" sz="2500" kern="1200"/>
        </a:p>
      </dsp:txBody>
      <dsp:txXfrm>
        <a:off x="48547" y="2187667"/>
        <a:ext cx="4657786" cy="897406"/>
      </dsp:txXfrm>
    </dsp:sp>
    <dsp:sp modelId="{1900827E-6BB5-4808-A788-942D9988796C}">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ухваленням Конституції України.</a:t>
          </a:r>
          <a:endParaRPr lang="uk-UA" sz="2500" kern="1200"/>
        </a:p>
      </dsp:txBody>
      <dsp:txXfrm>
        <a:off x="48547" y="3254167"/>
        <a:ext cx="4657786" cy="89740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176C3-43F6-4A01-8D9F-35FA6B4202E7}">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uk-UA" sz="4000" b="0" i="0" kern="1200"/>
            <a:t>люстрації.</a:t>
          </a:r>
          <a:endParaRPr lang="uk-UA" sz="4000" kern="1200"/>
        </a:p>
      </dsp:txBody>
      <dsp:txXfrm>
        <a:off x="46834" y="58353"/>
        <a:ext cx="4661212" cy="865732"/>
      </dsp:txXfrm>
    </dsp:sp>
    <dsp:sp modelId="{F2BDF3D3-09B4-4BC1-BB0F-4066600ED11C}">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uk-UA" sz="4000" b="0" i="0" kern="1200"/>
            <a:t>мілітаризації.</a:t>
          </a:r>
          <a:endParaRPr lang="uk-UA" sz="4000" kern="1200"/>
        </a:p>
      </dsp:txBody>
      <dsp:txXfrm>
        <a:off x="46834" y="1132953"/>
        <a:ext cx="4661212" cy="865732"/>
      </dsp:txXfrm>
    </dsp:sp>
    <dsp:sp modelId="{84CE38B2-BC6A-4B8B-A0EE-C2FE71CABE57}">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uk-UA" sz="4000" b="0" i="0" kern="1200"/>
            <a:t>декомунізації.</a:t>
          </a:r>
          <a:endParaRPr lang="uk-UA" sz="4000" kern="1200"/>
        </a:p>
      </dsp:txBody>
      <dsp:txXfrm>
        <a:off x="46834" y="2207554"/>
        <a:ext cx="4661212" cy="865732"/>
      </dsp:txXfrm>
    </dsp:sp>
    <dsp:sp modelId="{AC8CBC91-6920-4CD1-8B41-F3D8D597A728}">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uk-UA" sz="4000" b="0" i="0" kern="1200"/>
            <a:t>державотворення.</a:t>
          </a:r>
          <a:endParaRPr lang="uk-UA" sz="4000" kern="1200"/>
        </a:p>
      </dsp:txBody>
      <dsp:txXfrm>
        <a:off x="46834" y="3282154"/>
        <a:ext cx="4661212" cy="86573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2E823-935C-4EE9-A04E-71424CABB541}">
      <dsp:nvSpPr>
        <dsp:cNvPr id="0" name=""/>
        <dsp:cNvSpPr/>
      </dsp:nvSpPr>
      <dsp:spPr>
        <a:xfrm>
          <a:off x="0" y="14273"/>
          <a:ext cx="4754880" cy="10055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вступ України до Ради Європи</a:t>
          </a:r>
          <a:endParaRPr lang="uk-UA" sz="1800" kern="1200"/>
        </a:p>
      </dsp:txBody>
      <dsp:txXfrm>
        <a:off x="49087" y="63360"/>
        <a:ext cx="4656706" cy="907369"/>
      </dsp:txXfrm>
    </dsp:sp>
    <dsp:sp modelId="{BB0FAE57-8CD5-4EB8-8292-CDB349C7BFB0}">
      <dsp:nvSpPr>
        <dsp:cNvPr id="0" name=""/>
        <dsp:cNvSpPr/>
      </dsp:nvSpPr>
      <dsp:spPr>
        <a:xfrm>
          <a:off x="0" y="1071656"/>
          <a:ext cx="4754880" cy="10055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відмова України від ядерної зброї</a:t>
          </a:r>
          <a:endParaRPr lang="uk-UA" sz="1800" kern="1200"/>
        </a:p>
      </dsp:txBody>
      <dsp:txXfrm>
        <a:off x="49087" y="1120743"/>
        <a:ext cx="4656706" cy="907369"/>
      </dsp:txXfrm>
    </dsp:sp>
    <dsp:sp modelId="{DF2A0FC4-3C89-4688-94FA-574954AEB9C4}">
      <dsp:nvSpPr>
        <dsp:cNvPr id="0" name=""/>
        <dsp:cNvSpPr/>
      </dsp:nvSpPr>
      <dsp:spPr>
        <a:xfrm>
          <a:off x="0" y="2129040"/>
          <a:ext cx="4754880" cy="10055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входження України до Світової організації торгівлі</a:t>
          </a:r>
          <a:endParaRPr lang="uk-UA" sz="1800" kern="1200"/>
        </a:p>
      </dsp:txBody>
      <dsp:txXfrm>
        <a:off x="49087" y="2178127"/>
        <a:ext cx="4656706" cy="907369"/>
      </dsp:txXfrm>
    </dsp:sp>
    <dsp:sp modelId="{0B9A4530-F4A8-463E-B743-094F381D63FC}">
      <dsp:nvSpPr>
        <dsp:cNvPr id="0" name=""/>
        <dsp:cNvSpPr/>
      </dsp:nvSpPr>
      <dsp:spPr>
        <a:xfrm>
          <a:off x="0" y="3186423"/>
          <a:ext cx="4754880" cy="10055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проведення Всеукраїнського референдуму на підтвердження Акта проголошення незалежності України</a:t>
          </a:r>
          <a:endParaRPr lang="uk-UA" sz="1800" kern="1200"/>
        </a:p>
      </dsp:txBody>
      <dsp:txXfrm>
        <a:off x="49087" y="3235510"/>
        <a:ext cx="4656706" cy="90736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5BB7A9-0B8F-4C6A-B213-316CD564D089}">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Кравчук</a:t>
          </a:r>
          <a:endParaRPr lang="uk-UA" sz="4000" kern="1200"/>
        </a:p>
      </dsp:txBody>
      <dsp:txXfrm>
        <a:off x="46834" y="58353"/>
        <a:ext cx="4661212" cy="865732"/>
      </dsp:txXfrm>
    </dsp:sp>
    <dsp:sp modelId="{3CC235FF-488B-4F75-ACB7-C97F56A98D12}">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Кучма</a:t>
          </a:r>
          <a:endParaRPr lang="uk-UA" sz="4000" kern="1200"/>
        </a:p>
      </dsp:txBody>
      <dsp:txXfrm>
        <a:off x="46834" y="1132953"/>
        <a:ext cx="4661212" cy="865732"/>
      </dsp:txXfrm>
    </dsp:sp>
    <dsp:sp modelId="{799C87C5-362A-493D-AEF4-C41F190B38E8}">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Ющенко</a:t>
          </a:r>
          <a:endParaRPr lang="uk-UA" sz="4000" kern="1200"/>
        </a:p>
      </dsp:txBody>
      <dsp:txXfrm>
        <a:off x="46834" y="2207554"/>
        <a:ext cx="4661212" cy="865732"/>
      </dsp:txXfrm>
    </dsp:sp>
    <dsp:sp modelId="{A22434B6-9501-42EB-9ACE-032995075E7E}">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Янукович</a:t>
          </a:r>
          <a:endParaRPr lang="uk-UA" sz="4000" kern="1200"/>
        </a:p>
      </dsp:txBody>
      <dsp:txXfrm>
        <a:off x="46834" y="3282154"/>
        <a:ext cx="4661212" cy="86573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9F3B2-067F-49B0-BEE8-FCBE3B76ADC7}">
      <dsp:nvSpPr>
        <dsp:cNvPr id="0" name=""/>
        <dsp:cNvSpPr/>
      </dsp:nvSpPr>
      <dsp:spPr>
        <a:xfrm>
          <a:off x="204459" y="543519"/>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0561D99-2BD9-4C74-9396-101DA821D923}">
      <dsp:nvSpPr>
        <dsp:cNvPr id="0" name=""/>
        <dsp:cNvSpPr/>
      </dsp:nvSpPr>
      <dsp:spPr>
        <a:xfrm>
          <a:off x="594360" y="543519"/>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9690" rIns="0" bIns="59690" numCol="1" spcCol="1270" anchor="ctr" anchorCtr="0">
          <a:noAutofit/>
        </a:bodyPr>
        <a:lstStyle/>
        <a:p>
          <a:pPr marL="0" lvl="0" indent="0" algn="l" defTabSz="2089150">
            <a:lnSpc>
              <a:spcPct val="90000"/>
            </a:lnSpc>
            <a:spcBef>
              <a:spcPct val="0"/>
            </a:spcBef>
            <a:spcAft>
              <a:spcPct val="35000"/>
            </a:spcAft>
            <a:buNone/>
          </a:pPr>
          <a:r>
            <a:rPr lang="ru-RU" sz="4700" b="0" i="0" kern="1200"/>
            <a:t>1996 р.</a:t>
          </a:r>
          <a:endParaRPr lang="uk-UA" sz="4700" kern="1200"/>
        </a:p>
      </dsp:txBody>
      <dsp:txXfrm>
        <a:off x="594360" y="543519"/>
        <a:ext cx="4160520" cy="779800"/>
      </dsp:txXfrm>
    </dsp:sp>
    <dsp:sp modelId="{AF81AC93-60AD-4044-B8B2-899098B91FD8}">
      <dsp:nvSpPr>
        <dsp:cNvPr id="0" name=""/>
        <dsp:cNvSpPr/>
      </dsp:nvSpPr>
      <dsp:spPr>
        <a:xfrm>
          <a:off x="204459" y="1323319"/>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7B708C4-F2D9-490A-A130-B2E5589868DB}">
      <dsp:nvSpPr>
        <dsp:cNvPr id="0" name=""/>
        <dsp:cNvSpPr/>
      </dsp:nvSpPr>
      <dsp:spPr>
        <a:xfrm>
          <a:off x="594360" y="1323319"/>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9690" rIns="0" bIns="59690" numCol="1" spcCol="1270" anchor="ctr" anchorCtr="0">
          <a:noAutofit/>
        </a:bodyPr>
        <a:lstStyle/>
        <a:p>
          <a:pPr marL="0" lvl="0" indent="0" algn="l" defTabSz="2089150">
            <a:lnSpc>
              <a:spcPct val="90000"/>
            </a:lnSpc>
            <a:spcBef>
              <a:spcPct val="0"/>
            </a:spcBef>
            <a:spcAft>
              <a:spcPct val="35000"/>
            </a:spcAft>
            <a:buNone/>
          </a:pPr>
          <a:r>
            <a:rPr lang="ru-RU" sz="4700" b="0" i="0" kern="1200"/>
            <a:t>1998 р.</a:t>
          </a:r>
          <a:endParaRPr lang="uk-UA" sz="4700" kern="1200"/>
        </a:p>
      </dsp:txBody>
      <dsp:txXfrm>
        <a:off x="594360" y="1323319"/>
        <a:ext cx="4160520" cy="779800"/>
      </dsp:txXfrm>
    </dsp:sp>
    <dsp:sp modelId="{441A9D26-EFB0-47F4-94EA-6C1F96EED0D0}">
      <dsp:nvSpPr>
        <dsp:cNvPr id="0" name=""/>
        <dsp:cNvSpPr/>
      </dsp:nvSpPr>
      <dsp:spPr>
        <a:xfrm>
          <a:off x="204459" y="2103120"/>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F75C295-1FCD-4C7E-90EE-EC2CC4E23386}">
      <dsp:nvSpPr>
        <dsp:cNvPr id="0" name=""/>
        <dsp:cNvSpPr/>
      </dsp:nvSpPr>
      <dsp:spPr>
        <a:xfrm>
          <a:off x="594360" y="2103120"/>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9690" rIns="0" bIns="59690" numCol="1" spcCol="1270" anchor="ctr" anchorCtr="0">
          <a:noAutofit/>
        </a:bodyPr>
        <a:lstStyle/>
        <a:p>
          <a:pPr marL="0" lvl="0" indent="0" algn="l" defTabSz="2089150">
            <a:lnSpc>
              <a:spcPct val="90000"/>
            </a:lnSpc>
            <a:spcBef>
              <a:spcPct val="0"/>
            </a:spcBef>
            <a:spcAft>
              <a:spcPct val="35000"/>
            </a:spcAft>
            <a:buNone/>
          </a:pPr>
          <a:r>
            <a:rPr lang="ru-RU" sz="4700" b="0" i="0" kern="1200"/>
            <a:t>2003 р.</a:t>
          </a:r>
          <a:endParaRPr lang="uk-UA" sz="4700" kern="1200"/>
        </a:p>
      </dsp:txBody>
      <dsp:txXfrm>
        <a:off x="594360" y="2103120"/>
        <a:ext cx="4160520" cy="779800"/>
      </dsp:txXfrm>
    </dsp:sp>
    <dsp:sp modelId="{A4F900B1-FADD-479D-B05E-CFD71E7BC9CF}">
      <dsp:nvSpPr>
        <dsp:cNvPr id="0" name=""/>
        <dsp:cNvSpPr/>
      </dsp:nvSpPr>
      <dsp:spPr>
        <a:xfrm>
          <a:off x="204459" y="2882920"/>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4A71D5B-E4BE-49DE-9A4F-DEF36705EA29}">
      <dsp:nvSpPr>
        <dsp:cNvPr id="0" name=""/>
        <dsp:cNvSpPr/>
      </dsp:nvSpPr>
      <dsp:spPr>
        <a:xfrm>
          <a:off x="594360" y="2882920"/>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9690" rIns="0" bIns="59690" numCol="1" spcCol="1270" anchor="ctr" anchorCtr="0">
          <a:noAutofit/>
        </a:bodyPr>
        <a:lstStyle/>
        <a:p>
          <a:pPr marL="0" lvl="0" indent="0" algn="l" defTabSz="2089150">
            <a:lnSpc>
              <a:spcPct val="90000"/>
            </a:lnSpc>
            <a:spcBef>
              <a:spcPct val="0"/>
            </a:spcBef>
            <a:spcAft>
              <a:spcPct val="35000"/>
            </a:spcAft>
            <a:buNone/>
          </a:pPr>
          <a:r>
            <a:rPr lang="ru-RU" sz="4700" b="0" i="0" kern="1200"/>
            <a:t>2014 р.</a:t>
          </a:r>
          <a:endParaRPr lang="uk-UA" sz="4700" kern="1200"/>
        </a:p>
      </dsp:txBody>
      <dsp:txXfrm>
        <a:off x="594360" y="2882920"/>
        <a:ext cx="4160520" cy="77980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1968B-A94D-44BD-97C8-F335B37570A6}">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оголошення імпічменту діючому президенту</a:t>
          </a:r>
          <a:endParaRPr lang="uk-UA" sz="2500" kern="1200"/>
        </a:p>
      </dsp:txBody>
      <dsp:txXfrm>
        <a:off x="48547" y="54667"/>
        <a:ext cx="4657786" cy="897406"/>
      </dsp:txXfrm>
    </dsp:sp>
    <dsp:sp modelId="{4EF23E2B-001C-4851-A08F-5930A1C47A5A}">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загострення політичної та економічної кризи</a:t>
          </a:r>
          <a:endParaRPr lang="uk-UA" sz="2500" kern="1200"/>
        </a:p>
      </dsp:txBody>
      <dsp:txXfrm>
        <a:off x="48547" y="1121167"/>
        <a:ext cx="4657786" cy="897406"/>
      </dsp:txXfrm>
    </dsp:sp>
    <dsp:sp modelId="{29A9BA1F-D406-4E67-8CFD-BDD685315E6F}">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ухвалення нової Конституції незалежної України</a:t>
          </a:r>
          <a:endParaRPr lang="uk-UA" sz="2500" kern="1200"/>
        </a:p>
      </dsp:txBody>
      <dsp:txXfrm>
        <a:off x="48547" y="2187667"/>
        <a:ext cx="4657786" cy="897406"/>
      </dsp:txXfrm>
    </dsp:sp>
    <dsp:sp modelId="{3DC4A1A2-6645-49D9-BA82-0D4669613001}">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добровільна відставка глави держави</a:t>
          </a:r>
          <a:endParaRPr lang="uk-UA" sz="2500" kern="1200"/>
        </a:p>
      </dsp:txBody>
      <dsp:txXfrm>
        <a:off x="48547" y="3254167"/>
        <a:ext cx="4657786" cy="89740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B688D-B210-4197-B92A-1160152E9F29}">
      <dsp:nvSpPr>
        <dsp:cNvPr id="0" name=""/>
        <dsp:cNvSpPr/>
      </dsp:nvSpPr>
      <dsp:spPr>
        <a:xfrm>
          <a:off x="0" y="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E2A2A2-F7CB-4190-9FBA-2C482DDB9D57}">
      <dsp:nvSpPr>
        <dsp:cNvPr id="0" name=""/>
        <dsp:cNvSpPr/>
      </dsp:nvSpPr>
      <dsp:spPr>
        <a:xfrm>
          <a:off x="0" y="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uk-UA" sz="1800" b="0" i="0" kern="1200"/>
            <a:t>бойкот і саботаж Компартією України другого туру виборів до Верховної Ради України у березні 1990 р.</a:t>
          </a:r>
          <a:endParaRPr lang="uk-UA" sz="1800" kern="1200"/>
        </a:p>
      </dsp:txBody>
      <dsp:txXfrm>
        <a:off x="0" y="0"/>
        <a:ext cx="4754880" cy="1051560"/>
      </dsp:txXfrm>
    </dsp:sp>
    <dsp:sp modelId="{DA4A31FF-7ECF-4362-B505-AE2F2100B356}">
      <dsp:nvSpPr>
        <dsp:cNvPr id="0" name=""/>
        <dsp:cNvSpPr/>
      </dsp:nvSpPr>
      <dsp:spPr>
        <a:xfrm>
          <a:off x="0" y="105156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3CA12B-8C1B-42EF-8CA1-C4EAB7B4CB42}">
      <dsp:nvSpPr>
        <dsp:cNvPr id="0" name=""/>
        <dsp:cNvSpPr/>
      </dsp:nvSpPr>
      <dsp:spPr>
        <a:xfrm>
          <a:off x="0" y="105156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uk-UA" sz="1800" b="0" i="0" kern="1200"/>
            <a:t>підтримка керівництвом Компартії України спроби державного перевороту 19–21 серпня 1991 р. та сприяння його здійсненню в Україні</a:t>
          </a:r>
          <a:endParaRPr lang="uk-UA" sz="1800" kern="1200"/>
        </a:p>
      </dsp:txBody>
      <dsp:txXfrm>
        <a:off x="0" y="1051560"/>
        <a:ext cx="4754880" cy="1051560"/>
      </dsp:txXfrm>
    </dsp:sp>
    <dsp:sp modelId="{9E067C56-59EE-4E36-A7E6-7EA82B45A1CD}">
      <dsp:nvSpPr>
        <dsp:cNvPr id="0" name=""/>
        <dsp:cNvSpPr/>
      </dsp:nvSpPr>
      <dsp:spPr>
        <a:xfrm>
          <a:off x="0" y="210312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AB71B9-B021-4ADD-A961-9AAF9F586833}">
      <dsp:nvSpPr>
        <dsp:cNvPr id="0" name=""/>
        <dsp:cNvSpPr/>
      </dsp:nvSpPr>
      <dsp:spPr>
        <a:xfrm>
          <a:off x="0" y="210312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uk-UA" sz="1800" b="0" i="0" kern="1200"/>
            <a:t>засудження вищим партійним керівництвом республіки Акта проголошення незалежності України 24 серпня 1991 р.</a:t>
          </a:r>
          <a:endParaRPr lang="uk-UA" sz="1800" kern="1200"/>
        </a:p>
      </dsp:txBody>
      <dsp:txXfrm>
        <a:off x="0" y="2103120"/>
        <a:ext cx="4754880" cy="1051560"/>
      </dsp:txXfrm>
    </dsp:sp>
    <dsp:sp modelId="{FEC12C26-5BB6-42E7-851C-74BC06E1D9CB}">
      <dsp:nvSpPr>
        <dsp:cNvPr id="0" name=""/>
        <dsp:cNvSpPr/>
      </dsp:nvSpPr>
      <dsp:spPr>
        <a:xfrm>
          <a:off x="0" y="3154680"/>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954DD9-1E5D-45E7-842A-C2F94BE0C483}">
      <dsp:nvSpPr>
        <dsp:cNvPr id="0" name=""/>
        <dsp:cNvSpPr/>
      </dsp:nvSpPr>
      <dsp:spPr>
        <a:xfrm>
          <a:off x="0" y="3154680"/>
          <a:ext cx="4754880" cy="1051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uk-UA" sz="1800" b="0" i="0" kern="1200"/>
            <a:t>блокування місцевими партійними органами республіки підготовки до всеукраїнського референдуму 1 грудня 1991 р.</a:t>
          </a:r>
          <a:endParaRPr lang="uk-UA" sz="1800" kern="1200"/>
        </a:p>
      </dsp:txBody>
      <dsp:txXfrm>
        <a:off x="0" y="3154680"/>
        <a:ext cx="4754880" cy="105156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A3A59-B99E-4B17-BF0C-F67EACD7AB99}">
      <dsp:nvSpPr>
        <dsp:cNvPr id="0" name=""/>
        <dsp:cNvSpPr/>
      </dsp:nvSpPr>
      <dsp:spPr>
        <a:xfrm>
          <a:off x="274320" y="0"/>
          <a:ext cx="4206240" cy="42062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47E38D-773D-4042-969E-A21880DED020}">
      <dsp:nvSpPr>
        <dsp:cNvPr id="0" name=""/>
        <dsp:cNvSpPr/>
      </dsp:nvSpPr>
      <dsp:spPr>
        <a:xfrm>
          <a:off x="673912"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Л. Кравчук</a:t>
          </a:r>
          <a:endParaRPr lang="uk-UA" sz="2500" kern="1200"/>
        </a:p>
      </dsp:txBody>
      <dsp:txXfrm>
        <a:off x="753991" y="479671"/>
        <a:ext cx="1480275" cy="1480275"/>
      </dsp:txXfrm>
    </dsp:sp>
    <dsp:sp modelId="{9C69D604-3250-4514-975A-A2ED061EE937}">
      <dsp:nvSpPr>
        <dsp:cNvPr id="0" name=""/>
        <dsp:cNvSpPr/>
      </dsp:nvSpPr>
      <dsp:spPr>
        <a:xfrm>
          <a:off x="2440533"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В. Чорновіл</a:t>
          </a:r>
          <a:endParaRPr lang="uk-UA" sz="2500" kern="1200"/>
        </a:p>
      </dsp:txBody>
      <dsp:txXfrm>
        <a:off x="2520612" y="479671"/>
        <a:ext cx="1480275" cy="1480275"/>
      </dsp:txXfrm>
    </dsp:sp>
    <dsp:sp modelId="{48A468A7-1C4A-441F-96E4-87DFF7F8C756}">
      <dsp:nvSpPr>
        <dsp:cNvPr id="0" name=""/>
        <dsp:cNvSpPr/>
      </dsp:nvSpPr>
      <dsp:spPr>
        <a:xfrm>
          <a:off x="673912"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Л. Кучма</a:t>
          </a:r>
          <a:endParaRPr lang="uk-UA" sz="2500" kern="1200"/>
        </a:p>
      </dsp:txBody>
      <dsp:txXfrm>
        <a:off x="753991" y="2246292"/>
        <a:ext cx="1480275" cy="1480275"/>
      </dsp:txXfrm>
    </dsp:sp>
    <dsp:sp modelId="{BF7AA0A5-0C31-4F17-9CE2-435CEED515BA}">
      <dsp:nvSpPr>
        <dsp:cNvPr id="0" name=""/>
        <dsp:cNvSpPr/>
      </dsp:nvSpPr>
      <dsp:spPr>
        <a:xfrm>
          <a:off x="2440533"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В. Ющенко</a:t>
          </a:r>
          <a:endParaRPr lang="uk-UA" sz="2500" kern="1200"/>
        </a:p>
      </dsp:txBody>
      <dsp:txXfrm>
        <a:off x="2520612" y="2246292"/>
        <a:ext cx="1480275" cy="1480275"/>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B67D9F-868D-4177-BD24-B974F2AF719C}">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Чорновола.</a:t>
          </a:r>
          <a:endParaRPr lang="uk-UA" sz="4000" kern="1200"/>
        </a:p>
      </dsp:txBody>
      <dsp:txXfrm>
        <a:off x="46834" y="58353"/>
        <a:ext cx="4661212" cy="865732"/>
      </dsp:txXfrm>
    </dsp:sp>
    <dsp:sp modelId="{49136BA1-AD44-40F3-8D97-2555B272D11A}">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Кравчука.</a:t>
          </a:r>
          <a:endParaRPr lang="uk-UA" sz="4000" kern="1200"/>
        </a:p>
      </dsp:txBody>
      <dsp:txXfrm>
        <a:off x="46834" y="1132953"/>
        <a:ext cx="4661212" cy="865732"/>
      </dsp:txXfrm>
    </dsp:sp>
    <dsp:sp modelId="{620684BE-309F-4865-94A6-0AF5ECF31977}">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О. Мороза.</a:t>
          </a:r>
          <a:endParaRPr lang="uk-UA" sz="4000" kern="1200"/>
        </a:p>
      </dsp:txBody>
      <dsp:txXfrm>
        <a:off x="46834" y="2207554"/>
        <a:ext cx="4661212" cy="865732"/>
      </dsp:txXfrm>
    </dsp:sp>
    <dsp:sp modelId="{CC753BC2-394B-4D2F-AEC2-B2C10FE0986D}">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Кучму.</a:t>
          </a:r>
          <a:endParaRPr lang="uk-UA" sz="4000" kern="1200"/>
        </a:p>
      </dsp:txBody>
      <dsp:txXfrm>
        <a:off x="46834" y="3282154"/>
        <a:ext cx="4661212" cy="86573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6F379-2F08-4586-9B16-F99CEE245A42}">
      <dsp:nvSpPr>
        <dsp:cNvPr id="0" name=""/>
        <dsp:cNvSpPr/>
      </dsp:nvSpPr>
      <dsp:spPr>
        <a:xfrm>
          <a:off x="0" y="115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Кучми.</a:t>
          </a:r>
          <a:endParaRPr lang="uk-UA" sz="4000" kern="1200"/>
        </a:p>
      </dsp:txBody>
      <dsp:txXfrm>
        <a:off x="46834" y="58353"/>
        <a:ext cx="4661212" cy="865732"/>
      </dsp:txXfrm>
    </dsp:sp>
    <dsp:sp modelId="{4B0B9D43-33ED-4D87-AF15-E5A23E3FCD2A}">
      <dsp:nvSpPr>
        <dsp:cNvPr id="0" name=""/>
        <dsp:cNvSpPr/>
      </dsp:nvSpPr>
      <dsp:spPr>
        <a:xfrm>
          <a:off x="0" y="1086119"/>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В. Ющенка.</a:t>
          </a:r>
          <a:endParaRPr lang="uk-UA" sz="4000" kern="1200"/>
        </a:p>
      </dsp:txBody>
      <dsp:txXfrm>
        <a:off x="46834" y="1132953"/>
        <a:ext cx="4661212" cy="865732"/>
      </dsp:txXfrm>
    </dsp:sp>
    <dsp:sp modelId="{BBD837B1-42E1-44D7-BE5A-65F739C65048}">
      <dsp:nvSpPr>
        <dsp:cNvPr id="0" name=""/>
        <dsp:cNvSpPr/>
      </dsp:nvSpPr>
      <dsp:spPr>
        <a:xfrm>
          <a:off x="0" y="21607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Л. Кравчука.</a:t>
          </a:r>
          <a:endParaRPr lang="uk-UA" sz="4000" kern="1200"/>
        </a:p>
      </dsp:txBody>
      <dsp:txXfrm>
        <a:off x="46834" y="2207554"/>
        <a:ext cx="4661212" cy="865732"/>
      </dsp:txXfrm>
    </dsp:sp>
    <dsp:sp modelId="{EA1577CE-D8A1-4423-873D-2D765F164B5A}">
      <dsp:nvSpPr>
        <dsp:cNvPr id="0" name=""/>
        <dsp:cNvSpPr/>
      </dsp:nvSpPr>
      <dsp:spPr>
        <a:xfrm>
          <a:off x="0" y="3235320"/>
          <a:ext cx="475488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ru-RU" sz="4000" b="0" i="0" kern="1200"/>
            <a:t>П. Порошенка.</a:t>
          </a:r>
          <a:endParaRPr lang="uk-UA" sz="4000" kern="1200"/>
        </a:p>
      </dsp:txBody>
      <dsp:txXfrm>
        <a:off x="46834" y="3282154"/>
        <a:ext cx="4661212" cy="86573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2AAC9-DBDB-4980-8306-2E19F68EE620}">
      <dsp:nvSpPr>
        <dsp:cNvPr id="0" name=""/>
        <dsp:cNvSpPr/>
      </dsp:nvSpPr>
      <dsp:spPr>
        <a:xfrm rot="10800000">
          <a:off x="797244" y="2613"/>
          <a:ext cx="2313451" cy="85813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4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1991 р.</a:t>
          </a:r>
          <a:endParaRPr lang="uk-UA" sz="3300" kern="1200"/>
        </a:p>
      </dsp:txBody>
      <dsp:txXfrm rot="10800000">
        <a:off x="1011777" y="2613"/>
        <a:ext cx="2098918" cy="858133"/>
      </dsp:txXfrm>
    </dsp:sp>
    <dsp:sp modelId="{93ADEE0E-607D-4EB3-842C-190E68C1DF1F}">
      <dsp:nvSpPr>
        <dsp:cNvPr id="0" name=""/>
        <dsp:cNvSpPr/>
      </dsp:nvSpPr>
      <dsp:spPr>
        <a:xfrm>
          <a:off x="368178" y="2613"/>
          <a:ext cx="858133" cy="85813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88890C-0990-46BC-BE8C-590338E3157C}">
      <dsp:nvSpPr>
        <dsp:cNvPr id="0" name=""/>
        <dsp:cNvSpPr/>
      </dsp:nvSpPr>
      <dsp:spPr>
        <a:xfrm rot="10800000">
          <a:off x="797244" y="1116906"/>
          <a:ext cx="2313451" cy="85813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4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1994 р.</a:t>
          </a:r>
          <a:endParaRPr lang="uk-UA" sz="3300" kern="1200"/>
        </a:p>
      </dsp:txBody>
      <dsp:txXfrm rot="10800000">
        <a:off x="1011777" y="1116906"/>
        <a:ext cx="2098918" cy="858133"/>
      </dsp:txXfrm>
    </dsp:sp>
    <dsp:sp modelId="{A5613854-A849-4D2E-9748-09DE4EB027EA}">
      <dsp:nvSpPr>
        <dsp:cNvPr id="0" name=""/>
        <dsp:cNvSpPr/>
      </dsp:nvSpPr>
      <dsp:spPr>
        <a:xfrm>
          <a:off x="368178" y="1116906"/>
          <a:ext cx="858133" cy="85813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8A6095-8274-4141-99F9-F05F2292A9FC}">
      <dsp:nvSpPr>
        <dsp:cNvPr id="0" name=""/>
        <dsp:cNvSpPr/>
      </dsp:nvSpPr>
      <dsp:spPr>
        <a:xfrm rot="10800000">
          <a:off x="797244" y="2231199"/>
          <a:ext cx="2313451" cy="85813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4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1999 р.</a:t>
          </a:r>
          <a:endParaRPr lang="uk-UA" sz="3300" kern="1200"/>
        </a:p>
      </dsp:txBody>
      <dsp:txXfrm rot="10800000">
        <a:off x="1011777" y="2231199"/>
        <a:ext cx="2098918" cy="858133"/>
      </dsp:txXfrm>
    </dsp:sp>
    <dsp:sp modelId="{C1DC3868-5305-4170-B5ED-1488DF35E03D}">
      <dsp:nvSpPr>
        <dsp:cNvPr id="0" name=""/>
        <dsp:cNvSpPr/>
      </dsp:nvSpPr>
      <dsp:spPr>
        <a:xfrm>
          <a:off x="368178" y="2231199"/>
          <a:ext cx="858133" cy="85813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8985BC-8044-4468-AD1E-2C70A3C62CEB}">
      <dsp:nvSpPr>
        <dsp:cNvPr id="0" name=""/>
        <dsp:cNvSpPr/>
      </dsp:nvSpPr>
      <dsp:spPr>
        <a:xfrm rot="10800000">
          <a:off x="797244" y="3345492"/>
          <a:ext cx="2313451" cy="85813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4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2004 р.</a:t>
          </a:r>
          <a:endParaRPr lang="uk-UA" sz="3300" kern="1200"/>
        </a:p>
      </dsp:txBody>
      <dsp:txXfrm rot="10800000">
        <a:off x="1011777" y="3345492"/>
        <a:ext cx="2098918" cy="858133"/>
      </dsp:txXfrm>
    </dsp:sp>
    <dsp:sp modelId="{53DB1394-71B6-497B-9D3A-DAAD6EB4763F}">
      <dsp:nvSpPr>
        <dsp:cNvPr id="0" name=""/>
        <dsp:cNvSpPr/>
      </dsp:nvSpPr>
      <dsp:spPr>
        <a:xfrm>
          <a:off x="368178" y="3345492"/>
          <a:ext cx="858133" cy="85813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31964-795B-41AB-A9BE-799D76ED27F3}">
      <dsp:nvSpPr>
        <dsp:cNvPr id="0" name=""/>
        <dsp:cNvSpPr/>
      </dsp:nvSpPr>
      <dsp:spPr>
        <a:xfrm>
          <a:off x="274320" y="0"/>
          <a:ext cx="4206240" cy="42062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F73F50-7765-4854-B93B-4F6754F6441F}">
      <dsp:nvSpPr>
        <dsp:cNvPr id="0" name=""/>
        <dsp:cNvSpPr/>
      </dsp:nvSpPr>
      <dsp:spPr>
        <a:xfrm>
          <a:off x="673912"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kern="1200"/>
            <a:t>1</a:t>
          </a:r>
          <a:r>
            <a:rPr lang="ru-RU" sz="4100" b="0" i="0" kern="1200"/>
            <a:t>, 2</a:t>
          </a:r>
          <a:endParaRPr lang="uk-UA" sz="4100" kern="1200"/>
        </a:p>
      </dsp:txBody>
      <dsp:txXfrm>
        <a:off x="753991" y="479671"/>
        <a:ext cx="1480275" cy="1480275"/>
      </dsp:txXfrm>
    </dsp:sp>
    <dsp:sp modelId="{D0F44185-E103-43C0-BDAB-35A2985F3A1E}">
      <dsp:nvSpPr>
        <dsp:cNvPr id="0" name=""/>
        <dsp:cNvSpPr/>
      </dsp:nvSpPr>
      <dsp:spPr>
        <a:xfrm>
          <a:off x="2440533"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1, 3</a:t>
          </a:r>
          <a:endParaRPr lang="uk-UA" sz="4100" kern="1200"/>
        </a:p>
      </dsp:txBody>
      <dsp:txXfrm>
        <a:off x="2520612" y="479671"/>
        <a:ext cx="1480275" cy="1480275"/>
      </dsp:txXfrm>
    </dsp:sp>
    <dsp:sp modelId="{6949DAA2-0C59-4EC5-ABDC-050F1A890350}">
      <dsp:nvSpPr>
        <dsp:cNvPr id="0" name=""/>
        <dsp:cNvSpPr/>
      </dsp:nvSpPr>
      <dsp:spPr>
        <a:xfrm>
          <a:off x="673912"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2, 3</a:t>
          </a:r>
          <a:endParaRPr lang="uk-UA" sz="4100" kern="1200"/>
        </a:p>
      </dsp:txBody>
      <dsp:txXfrm>
        <a:off x="753991" y="2246292"/>
        <a:ext cx="1480275" cy="1480275"/>
      </dsp:txXfrm>
    </dsp:sp>
    <dsp:sp modelId="{C5168DE2-5C21-4ECC-B2A5-66DAEF4F922A}">
      <dsp:nvSpPr>
        <dsp:cNvPr id="0" name=""/>
        <dsp:cNvSpPr/>
      </dsp:nvSpPr>
      <dsp:spPr>
        <a:xfrm>
          <a:off x="2440533"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1, 2, 3</a:t>
          </a:r>
          <a:endParaRPr lang="uk-UA" sz="4100" kern="1200"/>
        </a:p>
      </dsp:txBody>
      <dsp:txXfrm>
        <a:off x="2520612" y="2246292"/>
        <a:ext cx="1480275" cy="1480275"/>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60E32-36B6-43BE-9732-A7F5D4FBEFE1}">
      <dsp:nvSpPr>
        <dsp:cNvPr id="0" name=""/>
        <dsp:cNvSpPr/>
      </dsp:nvSpPr>
      <dsp:spPr>
        <a:xfrm>
          <a:off x="0" y="34164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відмова від загальної військової повинності для комплектування армії</a:t>
          </a:r>
          <a:endParaRPr lang="uk-UA" sz="2100" kern="1200"/>
        </a:p>
      </dsp:txBody>
      <dsp:txXfrm>
        <a:off x="40780" y="382420"/>
        <a:ext cx="4673320" cy="753819"/>
      </dsp:txXfrm>
    </dsp:sp>
    <dsp:sp modelId="{A7FF04A1-E125-4D66-AFC3-B97EFB3BD1D9}">
      <dsp:nvSpPr>
        <dsp:cNvPr id="0" name=""/>
        <dsp:cNvSpPr/>
      </dsp:nvSpPr>
      <dsp:spPr>
        <a:xfrm>
          <a:off x="0" y="123750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розміщення на території України військових баз блоку</a:t>
          </a:r>
          <a:endParaRPr lang="uk-UA" sz="2100" kern="1200"/>
        </a:p>
      </dsp:txBody>
      <dsp:txXfrm>
        <a:off x="40780" y="1278280"/>
        <a:ext cx="4673320" cy="753819"/>
      </dsp:txXfrm>
    </dsp:sp>
    <dsp:sp modelId="{C0FB20F9-C382-4015-A1F9-F138566D3AC1}">
      <dsp:nvSpPr>
        <dsp:cNvPr id="0" name=""/>
        <dsp:cNvSpPr/>
      </dsp:nvSpPr>
      <dsp:spPr>
        <a:xfrm>
          <a:off x="0" y="213336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проголошення без’ядерного статусу держави</a:t>
          </a:r>
          <a:endParaRPr lang="uk-UA" sz="2100" kern="1200"/>
        </a:p>
      </dsp:txBody>
      <dsp:txXfrm>
        <a:off x="40780" y="2174140"/>
        <a:ext cx="4673320" cy="753819"/>
      </dsp:txXfrm>
    </dsp:sp>
    <dsp:sp modelId="{B704DD22-A493-43EC-8130-11AB3CFCD0C0}">
      <dsp:nvSpPr>
        <dsp:cNvPr id="0" name=""/>
        <dsp:cNvSpPr/>
      </dsp:nvSpPr>
      <dsp:spPr>
        <a:xfrm>
          <a:off x="0" y="3029220"/>
          <a:ext cx="475488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приєднання до Програми «Партнерство заради миру»</a:t>
          </a:r>
          <a:endParaRPr lang="uk-UA" sz="2100" kern="1200"/>
        </a:p>
      </dsp:txBody>
      <dsp:txXfrm>
        <a:off x="40780" y="3070000"/>
        <a:ext cx="4673320" cy="753819"/>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1FF26-F165-486F-A1E2-B2320D2A8ED5}">
      <dsp:nvSpPr>
        <dsp:cNvPr id="0" name=""/>
        <dsp:cNvSpPr/>
      </dsp:nvSpPr>
      <dsp:spPr>
        <a:xfrm>
          <a:off x="274320" y="0"/>
          <a:ext cx="4206240" cy="42062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CD2BE0-5DEC-4C1F-8F0C-4E61EFB1D068}">
      <dsp:nvSpPr>
        <dsp:cNvPr id="0" name=""/>
        <dsp:cNvSpPr/>
      </dsp:nvSpPr>
      <dsp:spPr>
        <a:xfrm>
          <a:off x="673912"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1990 р.</a:t>
          </a:r>
          <a:endParaRPr lang="uk-UA" sz="4100" kern="1200"/>
        </a:p>
      </dsp:txBody>
      <dsp:txXfrm>
        <a:off x="753991" y="479671"/>
        <a:ext cx="1480275" cy="1480275"/>
      </dsp:txXfrm>
    </dsp:sp>
    <dsp:sp modelId="{BCB270AC-A072-45D9-9617-9845A3B02F16}">
      <dsp:nvSpPr>
        <dsp:cNvPr id="0" name=""/>
        <dsp:cNvSpPr/>
      </dsp:nvSpPr>
      <dsp:spPr>
        <a:xfrm>
          <a:off x="2440533"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2004 р.</a:t>
          </a:r>
          <a:endParaRPr lang="uk-UA" sz="4100" kern="1200"/>
        </a:p>
      </dsp:txBody>
      <dsp:txXfrm>
        <a:off x="2520612" y="479671"/>
        <a:ext cx="1480275" cy="1480275"/>
      </dsp:txXfrm>
    </dsp:sp>
    <dsp:sp modelId="{C2D13675-B2F7-4BA9-A63A-7E567B0E116F}">
      <dsp:nvSpPr>
        <dsp:cNvPr id="0" name=""/>
        <dsp:cNvSpPr/>
      </dsp:nvSpPr>
      <dsp:spPr>
        <a:xfrm>
          <a:off x="673912"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2010 р.</a:t>
          </a:r>
          <a:endParaRPr lang="uk-UA" sz="4100" kern="1200"/>
        </a:p>
      </dsp:txBody>
      <dsp:txXfrm>
        <a:off x="753991" y="2246292"/>
        <a:ext cx="1480275" cy="1480275"/>
      </dsp:txXfrm>
    </dsp:sp>
    <dsp:sp modelId="{A9EEE36E-9FC1-4B1E-BCB5-FE60EE2A27F0}">
      <dsp:nvSpPr>
        <dsp:cNvPr id="0" name=""/>
        <dsp:cNvSpPr/>
      </dsp:nvSpPr>
      <dsp:spPr>
        <a:xfrm>
          <a:off x="2440533"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2013 р.</a:t>
          </a:r>
          <a:endParaRPr lang="uk-UA" sz="4100" kern="1200"/>
        </a:p>
      </dsp:txBody>
      <dsp:txXfrm>
        <a:off x="2520612" y="2246292"/>
        <a:ext cx="1480275" cy="1480275"/>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E325D-1FF1-4CDA-A632-AB423B5AF8AD}">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«революція троянд».</a:t>
          </a:r>
          <a:endParaRPr lang="uk-UA" sz="2300" kern="1200"/>
        </a:p>
      </dsp:txBody>
      <dsp:txXfrm rot="10800000">
        <a:off x="1225774" y="1314"/>
        <a:ext cx="2947329" cy="858664"/>
      </dsp:txXfrm>
    </dsp:sp>
    <dsp:sp modelId="{79129962-EDB2-41EF-ABA3-8343F2B45209}">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AC037B-F60A-4876-8358-E443A6B6A1B6}">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«революція Гідності».</a:t>
          </a:r>
          <a:endParaRPr lang="uk-UA" sz="2300" kern="1200"/>
        </a:p>
      </dsp:txBody>
      <dsp:txXfrm rot="10800000">
        <a:off x="1225774" y="1116296"/>
        <a:ext cx="2947329" cy="858664"/>
      </dsp:txXfrm>
    </dsp:sp>
    <dsp:sp modelId="{09F42DD6-43A3-4241-B617-B9AF7386994E}">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8B0B33-8AEB-4327-B3C4-2A347C62B082}">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«революція на граніті».</a:t>
          </a:r>
          <a:endParaRPr lang="uk-UA" sz="2300" kern="1200"/>
        </a:p>
      </dsp:txBody>
      <dsp:txXfrm rot="10800000">
        <a:off x="1225774" y="2231278"/>
        <a:ext cx="2947329" cy="858664"/>
      </dsp:txXfrm>
    </dsp:sp>
    <dsp:sp modelId="{9476AFD6-C6AF-4033-AFED-86D6EB58A912}">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68E9D1-BEAC-41F6-B49A-3B113B007D09}">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«Помаранчева революція».</a:t>
          </a:r>
          <a:endParaRPr lang="uk-UA" sz="2300" kern="1200"/>
        </a:p>
      </dsp:txBody>
      <dsp:txXfrm rot="10800000">
        <a:off x="1225774" y="3346261"/>
        <a:ext cx="2947329" cy="858664"/>
      </dsp:txXfrm>
    </dsp:sp>
    <dsp:sp modelId="{2BEA18BD-6FDD-4303-8606-B0A5309C0FA3}">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B5092-D117-45F7-911B-D08A9539281D}">
      <dsp:nvSpPr>
        <dsp:cNvPr id="0" name=""/>
        <dsp:cNvSpPr/>
      </dsp:nvSpPr>
      <dsp:spPr>
        <a:xfrm>
          <a:off x="0" y="17387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загострення відносин з Російською Федерацією</a:t>
          </a:r>
          <a:endParaRPr lang="uk-UA" sz="2300" kern="1200"/>
        </a:p>
      </dsp:txBody>
      <dsp:txXfrm>
        <a:off x="44664" y="218543"/>
        <a:ext cx="4665552" cy="825612"/>
      </dsp:txXfrm>
    </dsp:sp>
    <dsp:sp modelId="{BE7C44FB-2821-41D4-B0C0-88EC268354F9}">
      <dsp:nvSpPr>
        <dsp:cNvPr id="0" name=""/>
        <dsp:cNvSpPr/>
      </dsp:nvSpPr>
      <dsp:spPr>
        <a:xfrm>
          <a:off x="0" y="115505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свавілля правоохоронних органів і сил спецпризначення</a:t>
          </a:r>
          <a:endParaRPr lang="uk-UA" sz="2300" kern="1200"/>
        </a:p>
      </dsp:txBody>
      <dsp:txXfrm>
        <a:off x="44664" y="1199723"/>
        <a:ext cx="4665552" cy="825612"/>
      </dsp:txXfrm>
    </dsp:sp>
    <dsp:sp modelId="{21960E92-423C-4720-BEE9-DEF5D3718FF0}">
      <dsp:nvSpPr>
        <dsp:cNvPr id="0" name=""/>
        <dsp:cNvSpPr/>
      </dsp:nvSpPr>
      <dsp:spPr>
        <a:xfrm>
          <a:off x="0" y="213624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масові фальсифікації результатів президентських виборів</a:t>
          </a:r>
          <a:endParaRPr lang="uk-UA" sz="2300" kern="1200"/>
        </a:p>
      </dsp:txBody>
      <dsp:txXfrm>
        <a:off x="44664" y="2180904"/>
        <a:ext cx="4665552" cy="825612"/>
      </dsp:txXfrm>
    </dsp:sp>
    <dsp:sp modelId="{5B4E133A-3E4F-414C-9F90-1D94804D2FE6}">
      <dsp:nvSpPr>
        <dsp:cNvPr id="0" name=""/>
        <dsp:cNvSpPr/>
      </dsp:nvSpPr>
      <dsp:spPr>
        <a:xfrm>
          <a:off x="0" y="311742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зрив підписання Угоди про асоціацію з Європейським Союзом</a:t>
          </a:r>
          <a:endParaRPr lang="uk-UA" sz="2300" kern="1200"/>
        </a:p>
      </dsp:txBody>
      <dsp:txXfrm>
        <a:off x="44664" y="3162084"/>
        <a:ext cx="4665552" cy="825612"/>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C298D-55E4-4D3F-AA68-A74936A27ED5}">
      <dsp:nvSpPr>
        <dsp:cNvPr id="0" name=""/>
        <dsp:cNvSpPr/>
      </dsp:nvSpPr>
      <dsp:spPr>
        <a:xfrm>
          <a:off x="0" y="8862"/>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Світова організація торгівлі</a:t>
          </a:r>
          <a:endParaRPr lang="uk-UA" sz="2500" kern="1200"/>
        </a:p>
      </dsp:txBody>
      <dsp:txXfrm>
        <a:off x="48481" y="57343"/>
        <a:ext cx="4657918" cy="896166"/>
      </dsp:txXfrm>
    </dsp:sp>
    <dsp:sp modelId="{DAA5DC86-DD4D-4651-BBAA-4E4DA8BC7010}">
      <dsp:nvSpPr>
        <dsp:cNvPr id="0" name=""/>
        <dsp:cNvSpPr/>
      </dsp:nvSpPr>
      <dsp:spPr>
        <a:xfrm>
          <a:off x="0" y="1073991"/>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Нарада (Організація) з безпеки та співробітництва в Європі</a:t>
          </a:r>
          <a:endParaRPr lang="uk-UA" sz="2500" kern="1200"/>
        </a:p>
      </dsp:txBody>
      <dsp:txXfrm>
        <a:off x="48481" y="1122472"/>
        <a:ext cx="4657918" cy="896166"/>
      </dsp:txXfrm>
    </dsp:sp>
    <dsp:sp modelId="{4B4989B2-2FB0-4C38-8234-683F59908CB5}">
      <dsp:nvSpPr>
        <dsp:cNvPr id="0" name=""/>
        <dsp:cNvSpPr/>
      </dsp:nvSpPr>
      <dsp:spPr>
        <a:xfrm>
          <a:off x="0" y="2139120"/>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Співдружність Незалежних Держав</a:t>
          </a:r>
          <a:endParaRPr lang="uk-UA" sz="2500" kern="1200"/>
        </a:p>
      </dsp:txBody>
      <dsp:txXfrm>
        <a:off x="48481" y="2187601"/>
        <a:ext cx="4657918" cy="896166"/>
      </dsp:txXfrm>
    </dsp:sp>
    <dsp:sp modelId="{0B04BC72-0117-4016-9E7C-A79B7435D14E}">
      <dsp:nvSpPr>
        <dsp:cNvPr id="0" name=""/>
        <dsp:cNvSpPr/>
      </dsp:nvSpPr>
      <dsp:spPr>
        <a:xfrm>
          <a:off x="0" y="3204248"/>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Рада Європи</a:t>
          </a:r>
          <a:endParaRPr lang="uk-UA" sz="2500" kern="1200"/>
        </a:p>
      </dsp:txBody>
      <dsp:txXfrm>
        <a:off x="48481" y="3252729"/>
        <a:ext cx="4657918" cy="896166"/>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A018B-AE71-4C7B-A409-FE71C1AE4304}">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16 липня 1990 р.</a:t>
          </a:r>
          <a:endParaRPr lang="uk-UA" sz="2400" kern="1200"/>
        </a:p>
      </dsp:txBody>
      <dsp:txXfrm rot="10800000">
        <a:off x="1225774" y="1314"/>
        <a:ext cx="2947329" cy="858664"/>
      </dsp:txXfrm>
    </dsp:sp>
    <dsp:sp modelId="{76377FFD-A0A2-4644-A4DF-CC0A0FA26F57}">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24BB32-F8CF-478D-84C3-87E863D4DE6E}">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24 серпня 1991 р.</a:t>
          </a:r>
          <a:endParaRPr lang="uk-UA" sz="2400" kern="1200"/>
        </a:p>
      </dsp:txBody>
      <dsp:txXfrm rot="10800000">
        <a:off x="1225774" y="1116296"/>
        <a:ext cx="2947329" cy="858664"/>
      </dsp:txXfrm>
    </dsp:sp>
    <dsp:sp modelId="{0CC43EDD-5963-4E5D-A907-FFEE87F4D6C1}">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A82668-D97A-473E-8E8D-29A209A2321E}">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28 червня 1996 р.</a:t>
          </a:r>
          <a:endParaRPr lang="uk-UA" sz="2400" kern="1200"/>
        </a:p>
      </dsp:txBody>
      <dsp:txXfrm rot="10800000">
        <a:off x="1225774" y="2231278"/>
        <a:ext cx="2947329" cy="858664"/>
      </dsp:txXfrm>
    </dsp:sp>
    <dsp:sp modelId="{7A4B92D4-0492-4AB6-A577-A55544FCBA27}">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6D9808-79E2-478E-A002-D66B77C8CE16}">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28 листопада 2006 р.</a:t>
          </a:r>
          <a:endParaRPr lang="uk-UA" sz="2400" kern="1200"/>
        </a:p>
      </dsp:txBody>
      <dsp:txXfrm rot="10800000">
        <a:off x="1225774" y="3346261"/>
        <a:ext cx="2947329" cy="858664"/>
      </dsp:txXfrm>
    </dsp:sp>
    <dsp:sp modelId="{7310D361-BA20-4B82-99EC-37956F2CBD10}">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A8775-E794-47E7-98CE-E43CFDAF08F5}">
      <dsp:nvSpPr>
        <dsp:cNvPr id="0" name=""/>
        <dsp:cNvSpPr/>
      </dsp:nvSpPr>
      <dsp:spPr>
        <a:xfrm>
          <a:off x="0" y="527026"/>
          <a:ext cx="4754880" cy="5958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Прийняття Конституції України.</a:t>
          </a:r>
          <a:endParaRPr lang="uk-UA" sz="1500" kern="1200"/>
        </a:p>
      </dsp:txBody>
      <dsp:txXfrm>
        <a:off x="29088" y="556114"/>
        <a:ext cx="4696704" cy="537701"/>
      </dsp:txXfrm>
    </dsp:sp>
    <dsp:sp modelId="{80D7B991-B247-4B61-8368-7C7D6074F548}">
      <dsp:nvSpPr>
        <dsp:cNvPr id="0" name=""/>
        <dsp:cNvSpPr/>
      </dsp:nvSpPr>
      <dsp:spPr>
        <a:xfrm>
          <a:off x="0" y="1166103"/>
          <a:ext cx="4754880" cy="5958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Схвалення Декларації про державний суверенітет України.</a:t>
          </a:r>
          <a:endParaRPr lang="uk-UA" sz="1500" kern="1200"/>
        </a:p>
      </dsp:txBody>
      <dsp:txXfrm>
        <a:off x="29088" y="1195191"/>
        <a:ext cx="4696704" cy="537701"/>
      </dsp:txXfrm>
    </dsp:sp>
    <dsp:sp modelId="{126DE712-2B50-4ADE-808F-C895A68CAF81}">
      <dsp:nvSpPr>
        <dsp:cNvPr id="0" name=""/>
        <dsp:cNvSpPr/>
      </dsp:nvSpPr>
      <dsp:spPr>
        <a:xfrm>
          <a:off x="0" y="1805181"/>
          <a:ext cx="4754880" cy="5958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Прийняття Закону України «Про Голодомор 1932–1933 років в Україні».</a:t>
          </a:r>
          <a:endParaRPr lang="uk-UA" sz="1500" kern="1200"/>
        </a:p>
      </dsp:txBody>
      <dsp:txXfrm>
        <a:off x="29088" y="1834269"/>
        <a:ext cx="4696704" cy="537701"/>
      </dsp:txXfrm>
    </dsp:sp>
    <dsp:sp modelId="{7F18710A-FD59-46C1-A1B2-3F802EF899C0}">
      <dsp:nvSpPr>
        <dsp:cNvPr id="0" name=""/>
        <dsp:cNvSpPr/>
      </dsp:nvSpPr>
      <dsp:spPr>
        <a:xfrm>
          <a:off x="0" y="2444258"/>
          <a:ext cx="4754880" cy="5958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Прийняття Акта проголошення державної незалежності України.</a:t>
          </a:r>
          <a:endParaRPr lang="uk-UA" sz="1500" kern="1200"/>
        </a:p>
      </dsp:txBody>
      <dsp:txXfrm>
        <a:off x="29088" y="2473346"/>
        <a:ext cx="4696704" cy="537701"/>
      </dsp:txXfrm>
    </dsp:sp>
    <dsp:sp modelId="{A21E53DC-B36A-41A9-9A92-90D0AA8CB3C4}">
      <dsp:nvSpPr>
        <dsp:cNvPr id="0" name=""/>
        <dsp:cNvSpPr/>
      </dsp:nvSpPr>
      <dsp:spPr>
        <a:xfrm>
          <a:off x="0" y="3083336"/>
          <a:ext cx="4754880" cy="5958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Підписання Договору про дружбу, співробітництво і партнерство між Україною та Російською Федерацією</a:t>
          </a:r>
          <a:endParaRPr lang="uk-UA" sz="1500" kern="1200"/>
        </a:p>
      </dsp:txBody>
      <dsp:txXfrm>
        <a:off x="29088" y="3112424"/>
        <a:ext cx="4696704" cy="53770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00F162-1C2C-470C-8506-12586EEB214D}">
      <dsp:nvSpPr>
        <dsp:cNvPr id="0" name=""/>
        <dsp:cNvSpPr/>
      </dsp:nvSpPr>
      <dsp:spPr>
        <a:xfrm>
          <a:off x="204459" y="543519"/>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8DF3080-231C-4930-846C-58B9DCADEA4E}">
      <dsp:nvSpPr>
        <dsp:cNvPr id="0" name=""/>
        <dsp:cNvSpPr/>
      </dsp:nvSpPr>
      <dsp:spPr>
        <a:xfrm>
          <a:off x="594360" y="543519"/>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ru-RU" sz="2000" b="0" i="0" kern="1200"/>
            <a:t>запровадження національної валюти – гривні</a:t>
          </a:r>
          <a:endParaRPr lang="uk-UA" sz="2000" kern="1200"/>
        </a:p>
      </dsp:txBody>
      <dsp:txXfrm>
        <a:off x="594360" y="543519"/>
        <a:ext cx="4160520" cy="779800"/>
      </dsp:txXfrm>
    </dsp:sp>
    <dsp:sp modelId="{AB050E54-9BE8-460E-ACA8-2109E4FD179F}">
      <dsp:nvSpPr>
        <dsp:cNvPr id="0" name=""/>
        <dsp:cNvSpPr/>
      </dsp:nvSpPr>
      <dsp:spPr>
        <a:xfrm>
          <a:off x="204459" y="1323319"/>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D13525D5-513C-48E4-B628-E85D16F19CCE}">
      <dsp:nvSpPr>
        <dsp:cNvPr id="0" name=""/>
        <dsp:cNvSpPr/>
      </dsp:nvSpPr>
      <dsp:spPr>
        <a:xfrm>
          <a:off x="594360" y="1323319"/>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ru-RU" sz="2000" b="0" i="0" kern="1200"/>
            <a:t>«Помаранчева революція»</a:t>
          </a:r>
          <a:endParaRPr lang="uk-UA" sz="2000" kern="1200"/>
        </a:p>
      </dsp:txBody>
      <dsp:txXfrm>
        <a:off x="594360" y="1323319"/>
        <a:ext cx="4160520" cy="779800"/>
      </dsp:txXfrm>
    </dsp:sp>
    <dsp:sp modelId="{A8D5862C-B00E-42A1-8D38-E78BB9D1BE28}">
      <dsp:nvSpPr>
        <dsp:cNvPr id="0" name=""/>
        <dsp:cNvSpPr/>
      </dsp:nvSpPr>
      <dsp:spPr>
        <a:xfrm>
          <a:off x="204459" y="2103120"/>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E09D524C-A9E8-4AF8-84A5-1B7F0B26C6BE}">
      <dsp:nvSpPr>
        <dsp:cNvPr id="0" name=""/>
        <dsp:cNvSpPr/>
      </dsp:nvSpPr>
      <dsp:spPr>
        <a:xfrm>
          <a:off x="594360" y="2103120"/>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ru-RU" sz="2000" b="0" i="0" kern="1200"/>
            <a:t>проведення першого Всеукраїнського референдуму</a:t>
          </a:r>
          <a:endParaRPr lang="uk-UA" sz="2000" kern="1200"/>
        </a:p>
      </dsp:txBody>
      <dsp:txXfrm>
        <a:off x="594360" y="2103120"/>
        <a:ext cx="4160520" cy="779800"/>
      </dsp:txXfrm>
    </dsp:sp>
    <dsp:sp modelId="{FC76DBDC-8A92-4527-8AA9-9173A4CAA90A}">
      <dsp:nvSpPr>
        <dsp:cNvPr id="0" name=""/>
        <dsp:cNvSpPr/>
      </dsp:nvSpPr>
      <dsp:spPr>
        <a:xfrm>
          <a:off x="204459" y="2882920"/>
          <a:ext cx="779800" cy="7798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C6F37AC-7BE4-4187-B40D-A1F511506230}">
      <dsp:nvSpPr>
        <dsp:cNvPr id="0" name=""/>
        <dsp:cNvSpPr/>
      </dsp:nvSpPr>
      <dsp:spPr>
        <a:xfrm>
          <a:off x="594360" y="2882920"/>
          <a:ext cx="4160520" cy="77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ru-RU" sz="2000" b="0" i="0" kern="1200"/>
            <a:t>проведення перших альтернативних виборів до Верховної Ради УРСР</a:t>
          </a:r>
          <a:endParaRPr lang="uk-UA" sz="2000" kern="1200"/>
        </a:p>
      </dsp:txBody>
      <dsp:txXfrm>
        <a:off x="594360" y="2882920"/>
        <a:ext cx="4160520" cy="77980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5AD70-6E86-4AFB-8849-4BAE39026A70}">
      <dsp:nvSpPr>
        <dsp:cNvPr id="0" name=""/>
        <dsp:cNvSpPr/>
      </dsp:nvSpPr>
      <dsp:spPr>
        <a:xfrm>
          <a:off x="0" y="106735"/>
          <a:ext cx="4754880" cy="7547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обрання Президентом України В. Ющенка</a:t>
          </a:r>
          <a:endParaRPr lang="uk-UA" sz="1900" kern="1200"/>
        </a:p>
      </dsp:txBody>
      <dsp:txXfrm>
        <a:off x="36845" y="143580"/>
        <a:ext cx="4681190" cy="681087"/>
      </dsp:txXfrm>
    </dsp:sp>
    <dsp:sp modelId="{6D8B5940-9855-4F93-BE9D-AD7AA45CF72F}">
      <dsp:nvSpPr>
        <dsp:cNvPr id="0" name=""/>
        <dsp:cNvSpPr/>
      </dsp:nvSpPr>
      <dsp:spPr>
        <a:xfrm>
          <a:off x="0" y="916233"/>
          <a:ext cx="4754880" cy="7547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створення передумов до виходу держави з економічної кризи</a:t>
          </a:r>
          <a:endParaRPr lang="uk-UA" sz="1900" kern="1200"/>
        </a:p>
      </dsp:txBody>
      <dsp:txXfrm>
        <a:off x="36845" y="953078"/>
        <a:ext cx="4681190" cy="681087"/>
      </dsp:txXfrm>
    </dsp:sp>
    <dsp:sp modelId="{24566D7E-2DB1-4A34-978B-77A1F7FF44D8}">
      <dsp:nvSpPr>
        <dsp:cNvPr id="0" name=""/>
        <dsp:cNvSpPr/>
      </dsp:nvSpPr>
      <dsp:spPr>
        <a:xfrm>
          <a:off x="0" y="1725731"/>
          <a:ext cx="4754880" cy="7547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виникнення парламентської опозиції</a:t>
          </a:r>
          <a:endParaRPr lang="uk-UA" sz="1900" kern="1200"/>
        </a:p>
      </dsp:txBody>
      <dsp:txXfrm>
        <a:off x="36845" y="1762576"/>
        <a:ext cx="4681190" cy="681087"/>
      </dsp:txXfrm>
    </dsp:sp>
    <dsp:sp modelId="{935083F6-8FC9-415C-B614-F86C36928784}">
      <dsp:nvSpPr>
        <dsp:cNvPr id="0" name=""/>
        <dsp:cNvSpPr/>
      </dsp:nvSpPr>
      <dsp:spPr>
        <a:xfrm>
          <a:off x="0" y="2535228"/>
          <a:ext cx="4754880" cy="7547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припинення існування Союзу Радянських Соціалістичних Республік</a:t>
          </a:r>
          <a:endParaRPr lang="uk-UA" sz="1900" kern="1200"/>
        </a:p>
      </dsp:txBody>
      <dsp:txXfrm>
        <a:off x="36845" y="2572073"/>
        <a:ext cx="4681190" cy="681087"/>
      </dsp:txXfrm>
    </dsp:sp>
    <dsp:sp modelId="{BC09F66E-F386-4130-ADC2-00D1BF9E1BAA}">
      <dsp:nvSpPr>
        <dsp:cNvPr id="0" name=""/>
        <dsp:cNvSpPr/>
      </dsp:nvSpPr>
      <dsp:spPr>
        <a:xfrm>
          <a:off x="0" y="3344726"/>
          <a:ext cx="4754880" cy="7547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створення Автономної Республіки Крим</a:t>
          </a:r>
          <a:endParaRPr lang="uk-UA" sz="1900" kern="1200"/>
        </a:p>
      </dsp:txBody>
      <dsp:txXfrm>
        <a:off x="36845" y="3381571"/>
        <a:ext cx="4681190" cy="681087"/>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E6FFE0-9223-4D8F-A001-9845430F08FB}">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участь українських підрозділів у миротворчих операціях</a:t>
          </a:r>
          <a:endParaRPr lang="uk-UA" sz="2500" kern="1200"/>
        </a:p>
      </dsp:txBody>
      <dsp:txXfrm>
        <a:off x="48547" y="54667"/>
        <a:ext cx="4657786" cy="897406"/>
      </dsp:txXfrm>
    </dsp:sp>
    <dsp:sp modelId="{56B0B3B0-CDF4-4E4C-AF45-59F405A6B198}">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приєднання до програми «Партнерство заради миру»</a:t>
          </a:r>
          <a:endParaRPr lang="uk-UA" sz="2500" kern="1200"/>
        </a:p>
      </dsp:txBody>
      <dsp:txXfrm>
        <a:off x="48547" y="1121167"/>
        <a:ext cx="4657786" cy="897406"/>
      </dsp:txXfrm>
    </dsp:sp>
    <dsp:sp modelId="{F992A687-BBE9-4022-BB8C-6B4C2D9C3567}">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проголошення без’ядерного статусу держави</a:t>
          </a:r>
          <a:endParaRPr lang="uk-UA" sz="2500" kern="1200"/>
        </a:p>
      </dsp:txBody>
      <dsp:txXfrm>
        <a:off x="48547" y="2187667"/>
        <a:ext cx="4657786" cy="897406"/>
      </dsp:txXfrm>
    </dsp:sp>
    <dsp:sp modelId="{6551403D-F42A-445D-AE55-4514989FFA3A}">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розміщення на своїй території іноземних військових баз</a:t>
          </a:r>
          <a:endParaRPr lang="uk-UA" sz="2500" kern="1200"/>
        </a:p>
      </dsp:txBody>
      <dsp:txXfrm>
        <a:off x="48547" y="3254167"/>
        <a:ext cx="4657786" cy="897406"/>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8AAB53-F107-4852-80FF-8D9CE82053CA}">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«тінізацію» економічної діяльності</a:t>
          </a:r>
          <a:endParaRPr lang="uk-UA" sz="2500" kern="1200"/>
        </a:p>
      </dsp:txBody>
      <dsp:txXfrm>
        <a:off x="48547" y="54667"/>
        <a:ext cx="4657786" cy="897406"/>
      </dsp:txXfrm>
    </dsp:sp>
    <dsp:sp modelId="{F9929916-0562-4702-8897-6628A2170230}">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кризу фінансової та банківської систем</a:t>
          </a:r>
          <a:endParaRPr lang="uk-UA" sz="2500" kern="1200"/>
        </a:p>
      </dsp:txBody>
      <dsp:txXfrm>
        <a:off x="48547" y="1121167"/>
        <a:ext cx="4657786" cy="897406"/>
      </dsp:txXfrm>
    </dsp:sp>
    <dsp:sp modelId="{A0585969-D0E9-4F88-8E67-A1A878D66A9E}">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бюрократизацію апарату державного управління</a:t>
          </a:r>
          <a:endParaRPr lang="uk-UA" sz="2500" kern="1200"/>
        </a:p>
      </dsp:txBody>
      <dsp:txXfrm>
        <a:off x="48547" y="2187667"/>
        <a:ext cx="4657786" cy="897406"/>
      </dsp:txXfrm>
    </dsp:sp>
    <dsp:sp modelId="{8396F3AD-A083-4E17-9B3D-B090A17647E2}">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корумпованість системи органів державної влади</a:t>
          </a:r>
          <a:endParaRPr lang="uk-UA" sz="2500" kern="1200"/>
        </a:p>
      </dsp:txBody>
      <dsp:txXfrm>
        <a:off x="48547" y="3254167"/>
        <a:ext cx="4657786" cy="897406"/>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53B5A-4878-4CD4-AC8E-FEDFDA2AF497}">
      <dsp:nvSpPr>
        <dsp:cNvPr id="0" name=""/>
        <dsp:cNvSpPr/>
      </dsp:nvSpPr>
      <dsp:spPr>
        <a:xfrm>
          <a:off x="0" y="17387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десталінізації та лібералізації суспільного життя (1953-1964 рр.).</a:t>
          </a:r>
          <a:endParaRPr lang="uk-UA" sz="2300" kern="1200"/>
        </a:p>
      </dsp:txBody>
      <dsp:txXfrm>
        <a:off x="44664" y="218543"/>
        <a:ext cx="4665552" cy="825612"/>
      </dsp:txXfrm>
    </dsp:sp>
    <dsp:sp modelId="{0979D641-904D-4D3E-9412-304F0A015254}">
      <dsp:nvSpPr>
        <dsp:cNvPr id="0" name=""/>
        <dsp:cNvSpPr/>
      </dsp:nvSpPr>
      <dsp:spPr>
        <a:xfrm>
          <a:off x="0" y="115505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загострення кризи радянської системи (1965-1985 рр.).</a:t>
          </a:r>
          <a:endParaRPr lang="uk-UA" sz="2300" kern="1200"/>
        </a:p>
      </dsp:txBody>
      <dsp:txXfrm>
        <a:off x="44664" y="1199723"/>
        <a:ext cx="4665552" cy="825612"/>
      </dsp:txXfrm>
    </dsp:sp>
    <dsp:sp modelId="{62A7BD4E-E9A8-44A1-9852-91F49C5996D4}">
      <dsp:nvSpPr>
        <dsp:cNvPr id="0" name=""/>
        <dsp:cNvSpPr/>
      </dsp:nvSpPr>
      <dsp:spPr>
        <a:xfrm>
          <a:off x="0" y="213624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відновлення незалежності України (1985-1991 рр.).</a:t>
          </a:r>
          <a:endParaRPr lang="uk-UA" sz="2300" kern="1200"/>
        </a:p>
      </dsp:txBody>
      <dsp:txXfrm>
        <a:off x="44664" y="2180904"/>
        <a:ext cx="4665552" cy="825612"/>
      </dsp:txXfrm>
    </dsp:sp>
    <dsp:sp modelId="{F06DC350-18E1-4D64-90AC-A0F53A9CD123}">
      <dsp:nvSpPr>
        <dsp:cNvPr id="0" name=""/>
        <dsp:cNvSpPr/>
      </dsp:nvSpPr>
      <dsp:spPr>
        <a:xfrm>
          <a:off x="0" y="311742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становлення України як незалежної держави (1991-2010 рр.).</a:t>
          </a:r>
          <a:endParaRPr lang="uk-UA" sz="2300" kern="1200"/>
        </a:p>
      </dsp:txBody>
      <dsp:txXfrm>
        <a:off x="44664" y="3162084"/>
        <a:ext cx="4665552" cy="825612"/>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7E9D6-CE6A-4467-9768-F8A9A6FAF57F}">
      <dsp:nvSpPr>
        <dsp:cNvPr id="0" name=""/>
        <dsp:cNvSpPr/>
      </dsp:nvSpPr>
      <dsp:spPr>
        <a:xfrm>
          <a:off x="0" y="17387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Україна в перші повоєнні роки (1945 – початок 1950-х рр.)</a:t>
          </a:r>
          <a:endParaRPr lang="uk-UA" sz="2300" kern="1200"/>
        </a:p>
      </dsp:txBody>
      <dsp:txXfrm>
        <a:off x="44664" y="218543"/>
        <a:ext cx="4665552" cy="825612"/>
      </dsp:txXfrm>
    </dsp:sp>
    <dsp:sp modelId="{4644BB3E-E0D1-41FE-9A48-56E14B91B2F0}">
      <dsp:nvSpPr>
        <dsp:cNvPr id="0" name=""/>
        <dsp:cNvSpPr/>
      </dsp:nvSpPr>
      <dsp:spPr>
        <a:xfrm>
          <a:off x="0" y="1155059"/>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Україна в умовах десталінізації (1953–1964 рр.)</a:t>
          </a:r>
          <a:endParaRPr lang="uk-UA" sz="2300" kern="1200"/>
        </a:p>
      </dsp:txBody>
      <dsp:txXfrm>
        <a:off x="44664" y="1199723"/>
        <a:ext cx="4665552" cy="825612"/>
      </dsp:txXfrm>
    </dsp:sp>
    <dsp:sp modelId="{409AD82F-220F-4223-A21A-5ACB67D16835}">
      <dsp:nvSpPr>
        <dsp:cNvPr id="0" name=""/>
        <dsp:cNvSpPr/>
      </dsp:nvSpPr>
      <dsp:spPr>
        <a:xfrm>
          <a:off x="0" y="213624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Україна в період загострення кризи радянської системи (1965–1985 рр.)</a:t>
          </a:r>
          <a:endParaRPr lang="uk-UA" sz="2300" kern="1200"/>
        </a:p>
      </dsp:txBody>
      <dsp:txXfrm>
        <a:off x="44664" y="2180904"/>
        <a:ext cx="4665552" cy="825612"/>
      </dsp:txXfrm>
    </dsp:sp>
    <dsp:sp modelId="{46E73685-13F5-4028-BBB1-D8CAD8B3DB4A}">
      <dsp:nvSpPr>
        <dsp:cNvPr id="0" name=""/>
        <dsp:cNvSpPr/>
      </dsp:nvSpPr>
      <dsp:spPr>
        <a:xfrm>
          <a:off x="0" y="3117420"/>
          <a:ext cx="475488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Україна в умовах незалежності (1991 р. – початок ХХІ ст.)</a:t>
          </a:r>
          <a:endParaRPr lang="uk-UA" sz="2300" kern="1200"/>
        </a:p>
      </dsp:txBody>
      <dsp:txXfrm>
        <a:off x="44664" y="3162084"/>
        <a:ext cx="4665552" cy="825612"/>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2A373-2F01-42DA-922E-C58804C92BBF}">
      <dsp:nvSpPr>
        <dsp:cNvPr id="0" name=""/>
        <dsp:cNvSpPr/>
      </dsp:nvSpPr>
      <dsp:spPr>
        <a:xfrm>
          <a:off x="0" y="513"/>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97A61E-8739-49CE-9C6C-625D1CC6AAB1}">
      <dsp:nvSpPr>
        <dsp:cNvPr id="0" name=""/>
        <dsp:cNvSpPr/>
      </dsp:nvSpPr>
      <dsp:spPr>
        <a:xfrm>
          <a:off x="0" y="513"/>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«самвидав», «номенклатура», «дефіцит», «правозахисник»</a:t>
          </a:r>
          <a:endParaRPr lang="uk-UA" sz="1600" kern="1200"/>
        </a:p>
      </dsp:txBody>
      <dsp:txXfrm>
        <a:off x="0" y="513"/>
        <a:ext cx="4754880" cy="841042"/>
      </dsp:txXfrm>
    </dsp:sp>
    <dsp:sp modelId="{ADF3CE21-EFEB-4F5B-AC67-4C5D7E3B6AA2}">
      <dsp:nvSpPr>
        <dsp:cNvPr id="0" name=""/>
        <dsp:cNvSpPr/>
      </dsp:nvSpPr>
      <dsp:spPr>
        <a:xfrm>
          <a:off x="0" y="841556"/>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11F51E-E599-41DE-9266-CD41259F8E6B}">
      <dsp:nvSpPr>
        <dsp:cNvPr id="0" name=""/>
        <dsp:cNvSpPr/>
      </dsp:nvSpPr>
      <dsp:spPr>
        <a:xfrm>
          <a:off x="0" y="841556"/>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«новий порядок», «радянізація», «план “Ост”», «депортація»</a:t>
          </a:r>
          <a:endParaRPr lang="uk-UA" sz="1600" kern="1200"/>
        </a:p>
      </dsp:txBody>
      <dsp:txXfrm>
        <a:off x="0" y="841556"/>
        <a:ext cx="4754880" cy="841042"/>
      </dsp:txXfrm>
    </dsp:sp>
    <dsp:sp modelId="{F099A112-440A-48A7-9790-E7672AABC089}">
      <dsp:nvSpPr>
        <dsp:cNvPr id="0" name=""/>
        <dsp:cNvSpPr/>
      </dsp:nvSpPr>
      <dsp:spPr>
        <a:xfrm>
          <a:off x="0" y="1682598"/>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05B167-3027-4B8E-8DD3-1E6DA7ED9DDD}">
      <dsp:nvSpPr>
        <dsp:cNvPr id="0" name=""/>
        <dsp:cNvSpPr/>
      </dsp:nvSpPr>
      <dsp:spPr>
        <a:xfrm>
          <a:off x="0" y="1682598"/>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«приватизація», «тимчасово окупована територія», «антитерористична операція (АТО)», «європейська інтеграція»</a:t>
          </a:r>
          <a:endParaRPr lang="uk-UA" sz="1600" kern="1200"/>
        </a:p>
      </dsp:txBody>
      <dsp:txXfrm>
        <a:off x="0" y="1682598"/>
        <a:ext cx="4754880" cy="841042"/>
      </dsp:txXfrm>
    </dsp:sp>
    <dsp:sp modelId="{E517585C-A55B-4B3D-A131-0A0C735188E9}">
      <dsp:nvSpPr>
        <dsp:cNvPr id="0" name=""/>
        <dsp:cNvSpPr/>
      </dsp:nvSpPr>
      <dsp:spPr>
        <a:xfrm>
          <a:off x="0" y="2523641"/>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AAD7E0-9DD3-426D-9A97-11FCD40C6D66}">
      <dsp:nvSpPr>
        <dsp:cNvPr id="0" name=""/>
        <dsp:cNvSpPr/>
      </dsp:nvSpPr>
      <dsp:spPr>
        <a:xfrm>
          <a:off x="0" y="2523641"/>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«“саморозпуск” УГКЦ», «ждановщина», «космополітизм», «лисенківщина»</a:t>
          </a:r>
          <a:endParaRPr lang="uk-UA" sz="1600" kern="1200"/>
        </a:p>
      </dsp:txBody>
      <dsp:txXfrm>
        <a:off x="0" y="2523641"/>
        <a:ext cx="4754880" cy="841042"/>
      </dsp:txXfrm>
    </dsp:sp>
    <dsp:sp modelId="{784CD320-347E-4A5D-BD90-FCDAEAFD2FE3}">
      <dsp:nvSpPr>
        <dsp:cNvPr id="0" name=""/>
        <dsp:cNvSpPr/>
      </dsp:nvSpPr>
      <dsp:spPr>
        <a:xfrm>
          <a:off x="0" y="3364683"/>
          <a:ext cx="4754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F3A9BC-639E-4E6A-A28A-2D0D88AEA413}">
      <dsp:nvSpPr>
        <dsp:cNvPr id="0" name=""/>
        <dsp:cNvSpPr/>
      </dsp:nvSpPr>
      <dsp:spPr>
        <a:xfrm>
          <a:off x="0" y="3364683"/>
          <a:ext cx="4754880" cy="841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dirty="0"/>
            <a:t>«відлига», «політична реабілітація», «раднаргоспи», «шістдесятники»</a:t>
          </a:r>
          <a:endParaRPr lang="uk-UA" sz="1600" kern="1200" dirty="0"/>
        </a:p>
      </dsp:txBody>
      <dsp:txXfrm>
        <a:off x="0" y="3364683"/>
        <a:ext cx="4754880" cy="841042"/>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08ED80-7C15-4D76-A4B2-BF30B707D590}">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зростання життєвого рівня населення</a:t>
          </a:r>
          <a:endParaRPr lang="uk-UA" sz="2500" kern="1200"/>
        </a:p>
      </dsp:txBody>
      <dsp:txXfrm>
        <a:off x="48547" y="54667"/>
        <a:ext cx="4657786" cy="897406"/>
      </dsp:txXfrm>
    </dsp:sp>
    <dsp:sp modelId="{F1DBF98B-14C1-4174-95A9-1ABEA81657CC}">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формування «середнього класу» в суспільстві</a:t>
          </a:r>
          <a:endParaRPr lang="uk-UA" sz="2500" kern="1200"/>
        </a:p>
      </dsp:txBody>
      <dsp:txXfrm>
        <a:off x="48547" y="1121167"/>
        <a:ext cx="4657786" cy="897406"/>
      </dsp:txXfrm>
    </dsp:sp>
    <dsp:sp modelId="{C9B824FD-24CE-4E12-B822-66E4A2CD56E9}">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уповільнення соціальної диференціації</a:t>
          </a:r>
          <a:endParaRPr lang="uk-UA" sz="2500" kern="1200"/>
        </a:p>
      </dsp:txBody>
      <dsp:txXfrm>
        <a:off x="48547" y="2187667"/>
        <a:ext cx="4657786" cy="897406"/>
      </dsp:txXfrm>
    </dsp:sp>
    <dsp:sp modelId="{A72E48AC-FA38-4CD6-9576-DC9DFFFD933F}">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зростання безробіття</a:t>
          </a:r>
          <a:endParaRPr lang="uk-UA" sz="2500" kern="1200"/>
        </a:p>
      </dsp:txBody>
      <dsp:txXfrm>
        <a:off x="48547" y="3254167"/>
        <a:ext cx="4657786" cy="897406"/>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F42BE4-8E09-4BC0-8C7F-F70AC995EA14}">
      <dsp:nvSpPr>
        <dsp:cNvPr id="0" name=""/>
        <dsp:cNvSpPr/>
      </dsp:nvSpPr>
      <dsp:spPr>
        <a:xfrm>
          <a:off x="0" y="160020"/>
          <a:ext cx="475488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отримання доходів від здійснення заборонених видів діяльності або на ухилення від державного контролю та сплати податків.</a:t>
          </a:r>
          <a:endParaRPr lang="uk-UA" sz="1700" kern="1200"/>
        </a:p>
      </dsp:txBody>
      <dsp:txXfrm>
        <a:off x="45635" y="205655"/>
        <a:ext cx="4663610" cy="843560"/>
      </dsp:txXfrm>
    </dsp:sp>
    <dsp:sp modelId="{79ABD54D-7028-4B33-A8AB-664E7CDC87BE}">
      <dsp:nvSpPr>
        <dsp:cNvPr id="0" name=""/>
        <dsp:cNvSpPr/>
      </dsp:nvSpPr>
      <dsp:spPr>
        <a:xfrm>
          <a:off x="0" y="1143810"/>
          <a:ext cx="475488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перерозподіл національного доходу в інтересах окремих класів, соціальних (найбідніших або найбагатших) верств населення.</a:t>
          </a:r>
          <a:endParaRPr lang="uk-UA" sz="1700" kern="1200"/>
        </a:p>
      </dsp:txBody>
      <dsp:txXfrm>
        <a:off x="45635" y="1189445"/>
        <a:ext cx="4663610" cy="843560"/>
      </dsp:txXfrm>
    </dsp:sp>
    <dsp:sp modelId="{4AB0C977-A75D-48C3-AA85-A6689F666DF5}">
      <dsp:nvSpPr>
        <dsp:cNvPr id="0" name=""/>
        <dsp:cNvSpPr/>
      </dsp:nvSpPr>
      <dsp:spPr>
        <a:xfrm>
          <a:off x="0" y="2127600"/>
          <a:ext cx="475488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законодавче закріплення повного або часткового звільнення певного виду підприємницької діяльності від сплати податків.</a:t>
          </a:r>
          <a:endParaRPr lang="uk-UA" sz="1700" kern="1200"/>
        </a:p>
      </dsp:txBody>
      <dsp:txXfrm>
        <a:off x="45635" y="2173235"/>
        <a:ext cx="4663610" cy="843560"/>
      </dsp:txXfrm>
    </dsp:sp>
    <dsp:sp modelId="{4164BC69-CC24-4A2A-8BE5-403CF892A9A3}">
      <dsp:nvSpPr>
        <dsp:cNvPr id="0" name=""/>
        <dsp:cNvSpPr/>
      </dsp:nvSpPr>
      <dsp:spPr>
        <a:xfrm>
          <a:off x="0" y="3111390"/>
          <a:ext cx="475488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заохочення суб'єктів господарювання до розвитку виробництва, підвищення його ефективності та економічного зростання.</a:t>
          </a:r>
          <a:endParaRPr lang="uk-UA" sz="1700" kern="1200"/>
        </a:p>
      </dsp:txBody>
      <dsp:txXfrm>
        <a:off x="45635" y="3157025"/>
        <a:ext cx="4663610" cy="843560"/>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E649E-2A60-49C6-9B0C-5A60CE7CD5D7}">
      <dsp:nvSpPr>
        <dsp:cNvPr id="0" name=""/>
        <dsp:cNvSpPr/>
      </dsp:nvSpPr>
      <dsp:spPr>
        <a:xfrm>
          <a:off x="0" y="280510"/>
          <a:ext cx="4754880"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формування основ планової, командно-адміністративної економіки</a:t>
          </a:r>
          <a:endParaRPr lang="uk-UA" sz="2100" kern="1200"/>
        </a:p>
      </dsp:txBody>
      <dsp:txXfrm>
        <a:off x="57347" y="337857"/>
        <a:ext cx="4640186" cy="1060059"/>
      </dsp:txXfrm>
    </dsp:sp>
    <dsp:sp modelId="{773EE2FC-94BE-4667-B13F-92A71E97BB67}">
      <dsp:nvSpPr>
        <dsp:cNvPr id="0" name=""/>
        <dsp:cNvSpPr/>
      </dsp:nvSpPr>
      <dsp:spPr>
        <a:xfrm>
          <a:off x="0" y="1515743"/>
          <a:ext cx="4754880"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ведення державного широкомасштабного індустріального житлового будівництва</a:t>
          </a:r>
          <a:endParaRPr lang="uk-UA" sz="2100" kern="1200"/>
        </a:p>
      </dsp:txBody>
      <dsp:txXfrm>
        <a:off x="57347" y="1573090"/>
        <a:ext cx="4640186" cy="1060059"/>
      </dsp:txXfrm>
    </dsp:sp>
    <dsp:sp modelId="{F61AF4C7-A534-438E-9C77-B965751CEE28}">
      <dsp:nvSpPr>
        <dsp:cNvPr id="0" name=""/>
        <dsp:cNvSpPr/>
      </dsp:nvSpPr>
      <dsp:spPr>
        <a:xfrm>
          <a:off x="0" y="2750976"/>
          <a:ext cx="4754880"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запровадження національної грошової одиниці — гривні</a:t>
          </a:r>
          <a:endParaRPr lang="uk-UA" sz="2100" kern="1200"/>
        </a:p>
      </dsp:txBody>
      <dsp:txXfrm>
        <a:off x="57347" y="2808323"/>
        <a:ext cx="4640186" cy="106005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5DAD-86E4-4955-9411-CEAF76FDFAE9}">
      <dsp:nvSpPr>
        <dsp:cNvPr id="0" name=""/>
        <dsp:cNvSpPr/>
      </dsp:nvSpPr>
      <dsp:spPr>
        <a:xfrm>
          <a:off x="0" y="59328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установлення державної монополії на зовнішню торгівлю</a:t>
          </a:r>
          <a:endParaRPr lang="uk-UA" sz="1800" kern="1200"/>
        </a:p>
      </dsp:txBody>
      <dsp:txXfrm>
        <a:off x="34954" y="628234"/>
        <a:ext cx="4684972" cy="646132"/>
      </dsp:txXfrm>
    </dsp:sp>
    <dsp:sp modelId="{60B457B2-32D8-4F18-A1BE-CFCF5B84C2A3}">
      <dsp:nvSpPr>
        <dsp:cNvPr id="0" name=""/>
        <dsp:cNvSpPr/>
      </dsp:nvSpPr>
      <dsp:spPr>
        <a:xfrm>
          <a:off x="0" y="136116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проведення приватизації майна державних підприємств</a:t>
          </a:r>
          <a:endParaRPr lang="uk-UA" sz="1800" kern="1200"/>
        </a:p>
      </dsp:txBody>
      <dsp:txXfrm>
        <a:off x="34954" y="1396114"/>
        <a:ext cx="4684972" cy="646132"/>
      </dsp:txXfrm>
    </dsp:sp>
    <dsp:sp modelId="{9E180F16-1757-4061-9036-1F0B74FC4F66}">
      <dsp:nvSpPr>
        <dsp:cNvPr id="0" name=""/>
        <dsp:cNvSpPr/>
      </dsp:nvSpPr>
      <dsp:spPr>
        <a:xfrm>
          <a:off x="0" y="212904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установлення «твердих» державних цін на товари широкого вжитку</a:t>
          </a:r>
          <a:endParaRPr lang="uk-UA" sz="1800" kern="1200"/>
        </a:p>
      </dsp:txBody>
      <dsp:txXfrm>
        <a:off x="34954" y="2163994"/>
        <a:ext cx="4684972" cy="646132"/>
      </dsp:txXfrm>
    </dsp:sp>
    <dsp:sp modelId="{6D9864DF-345E-4D21-955A-CAB02F042787}">
      <dsp:nvSpPr>
        <dsp:cNvPr id="0" name=""/>
        <dsp:cNvSpPr/>
      </dsp:nvSpPr>
      <dsp:spPr>
        <a:xfrm>
          <a:off x="0" y="289692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розпаювання сільськогосподарських земель колективної та державної форм власності</a:t>
          </a:r>
          <a:endParaRPr lang="uk-UA" sz="1800" kern="1200"/>
        </a:p>
      </dsp:txBody>
      <dsp:txXfrm>
        <a:off x="34954" y="2931874"/>
        <a:ext cx="4684972" cy="64613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0B71A-3E50-45A7-A378-41CE9B4E4989}">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прискорення роздержавлення економіки.</a:t>
          </a:r>
          <a:endParaRPr lang="uk-UA" sz="2500" kern="1200"/>
        </a:p>
      </dsp:txBody>
      <dsp:txXfrm>
        <a:off x="48547" y="54667"/>
        <a:ext cx="4657786" cy="897406"/>
      </dsp:txXfrm>
    </dsp:sp>
    <dsp:sp modelId="{9260DAA1-4ECF-4ADA-A97E-70BD9FF37F84}">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націоналізації великих підприємств.</a:t>
          </a:r>
          <a:endParaRPr lang="uk-UA" sz="2500" kern="1200"/>
        </a:p>
      </dsp:txBody>
      <dsp:txXfrm>
        <a:off x="48547" y="1121167"/>
        <a:ext cx="4657786" cy="897406"/>
      </dsp:txXfrm>
    </dsp:sp>
    <dsp:sp modelId="{4FC95019-78BA-43A3-BDCE-10D4B55FAA18}">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завершення монополізації господарства.</a:t>
          </a:r>
          <a:endParaRPr lang="uk-UA" sz="2500" kern="1200"/>
        </a:p>
      </dsp:txBody>
      <dsp:txXfrm>
        <a:off x="48547" y="2187667"/>
        <a:ext cx="4657786" cy="897406"/>
      </dsp:txXfrm>
    </dsp:sp>
    <dsp:sp modelId="{FF26BC97-1850-4213-B0E1-3AA7BA958452}">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формування вільних економічних зон.</a:t>
          </a:r>
          <a:endParaRPr lang="uk-UA" sz="2500" kern="1200"/>
        </a:p>
      </dsp:txBody>
      <dsp:txXfrm>
        <a:off x="48547" y="3254167"/>
        <a:ext cx="4657786" cy="897406"/>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78DF4-742C-4926-BCC8-8015D6395C5C}">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стрімке зростання цін на товари та послуги</a:t>
          </a:r>
          <a:endParaRPr lang="uk-UA" sz="2500" kern="1200"/>
        </a:p>
      </dsp:txBody>
      <dsp:txXfrm>
        <a:off x="48547" y="54667"/>
        <a:ext cx="4657786" cy="897406"/>
      </dsp:txXfrm>
    </dsp:sp>
    <dsp:sp modelId="{D88CFD72-EFC5-4C12-9B92-B52612BC3411}">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поступове зростання курсу національної валюти</a:t>
          </a:r>
          <a:endParaRPr lang="uk-UA" sz="2500" kern="1200"/>
        </a:p>
      </dsp:txBody>
      <dsp:txXfrm>
        <a:off x="48547" y="1121167"/>
        <a:ext cx="4657786" cy="897406"/>
      </dsp:txXfrm>
    </dsp:sp>
    <dsp:sp modelId="{92B1E0E4-5DB9-431E-B877-DC621F06D50B}">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значне збільшення реальних доходів населення</a:t>
          </a:r>
          <a:endParaRPr lang="uk-UA" sz="2500" kern="1200"/>
        </a:p>
      </dsp:txBody>
      <dsp:txXfrm>
        <a:off x="48547" y="2187667"/>
        <a:ext cx="4657786" cy="897406"/>
      </dsp:txXfrm>
    </dsp:sp>
    <dsp:sp modelId="{59973D99-3F2E-4691-8323-B6E84BA84415}">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повільне збільшення надходжень від експорту</a:t>
          </a:r>
          <a:endParaRPr lang="uk-UA" sz="2500" kern="1200"/>
        </a:p>
      </dsp:txBody>
      <dsp:txXfrm>
        <a:off x="48547" y="3254167"/>
        <a:ext cx="4657786" cy="897406"/>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E9236-880A-46B8-9947-B339A0632F17}">
      <dsp:nvSpPr>
        <dsp:cNvPr id="0" name=""/>
        <dsp:cNvSpPr/>
      </dsp:nvSpPr>
      <dsp:spPr>
        <a:xfrm>
          <a:off x="274320" y="0"/>
          <a:ext cx="4206240" cy="42062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E17E32-47B7-4C10-96B1-6493832760EF}">
      <dsp:nvSpPr>
        <dsp:cNvPr id="0" name=""/>
        <dsp:cNvSpPr/>
      </dsp:nvSpPr>
      <dsp:spPr>
        <a:xfrm>
          <a:off x="673912"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2001 р.</a:t>
          </a:r>
          <a:endParaRPr lang="uk-UA" sz="4100" kern="1200"/>
        </a:p>
      </dsp:txBody>
      <dsp:txXfrm>
        <a:off x="753991" y="479671"/>
        <a:ext cx="1480275" cy="1480275"/>
      </dsp:txXfrm>
    </dsp:sp>
    <dsp:sp modelId="{7F40F0B0-CAE5-4830-901B-66149402ACF7}">
      <dsp:nvSpPr>
        <dsp:cNvPr id="0" name=""/>
        <dsp:cNvSpPr/>
      </dsp:nvSpPr>
      <dsp:spPr>
        <a:xfrm>
          <a:off x="2440533" y="399592"/>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2006 р.</a:t>
          </a:r>
          <a:endParaRPr lang="uk-UA" sz="4100" kern="1200"/>
        </a:p>
      </dsp:txBody>
      <dsp:txXfrm>
        <a:off x="2520612" y="479671"/>
        <a:ext cx="1480275" cy="1480275"/>
      </dsp:txXfrm>
    </dsp:sp>
    <dsp:sp modelId="{61F97F57-EBF4-4C1B-B7CE-F33875AA85EA}">
      <dsp:nvSpPr>
        <dsp:cNvPr id="0" name=""/>
        <dsp:cNvSpPr/>
      </dsp:nvSpPr>
      <dsp:spPr>
        <a:xfrm>
          <a:off x="673912"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2010 р.</a:t>
          </a:r>
          <a:endParaRPr lang="uk-UA" sz="4100" kern="1200"/>
        </a:p>
      </dsp:txBody>
      <dsp:txXfrm>
        <a:off x="753991" y="2246292"/>
        <a:ext cx="1480275" cy="1480275"/>
      </dsp:txXfrm>
    </dsp:sp>
    <dsp:sp modelId="{DE11B723-D621-413A-AE10-0F0B8A28AE27}">
      <dsp:nvSpPr>
        <dsp:cNvPr id="0" name=""/>
        <dsp:cNvSpPr/>
      </dsp:nvSpPr>
      <dsp:spPr>
        <a:xfrm>
          <a:off x="2440533" y="2166213"/>
          <a:ext cx="1640433" cy="16404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ru-RU" sz="4100" b="0" i="0" kern="1200"/>
            <a:t>2012 р.</a:t>
          </a:r>
          <a:endParaRPr lang="uk-UA" sz="4100" kern="1200"/>
        </a:p>
      </dsp:txBody>
      <dsp:txXfrm>
        <a:off x="2520612" y="2246292"/>
        <a:ext cx="1480275" cy="1480275"/>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F2024-3530-4B1C-BDEA-DFABAA4736E2}">
      <dsp:nvSpPr>
        <dsp:cNvPr id="0" name=""/>
        <dsp:cNvSpPr/>
      </dsp:nvSpPr>
      <dsp:spPr>
        <a:xfrm>
          <a:off x="0" y="8862"/>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девальвацію карбованця.</a:t>
          </a:r>
          <a:endParaRPr lang="uk-UA" sz="2500" kern="1200"/>
        </a:p>
      </dsp:txBody>
      <dsp:txXfrm>
        <a:off x="48481" y="57343"/>
        <a:ext cx="4657918" cy="896166"/>
      </dsp:txXfrm>
    </dsp:sp>
    <dsp:sp modelId="{2908C534-6AC6-4523-9DD1-9F9F19BEA09E}">
      <dsp:nvSpPr>
        <dsp:cNvPr id="0" name=""/>
        <dsp:cNvSpPr/>
      </dsp:nvSpPr>
      <dsp:spPr>
        <a:xfrm>
          <a:off x="0" y="1073991"/>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введення в обіг купоно-карбованців.</a:t>
          </a:r>
          <a:endParaRPr lang="uk-UA" sz="2500" kern="1200"/>
        </a:p>
      </dsp:txBody>
      <dsp:txXfrm>
        <a:off x="48481" y="1122472"/>
        <a:ext cx="4657918" cy="896166"/>
      </dsp:txXfrm>
    </dsp:sp>
    <dsp:sp modelId="{4DBEC81E-0610-4B8E-8A0F-68A20B316891}">
      <dsp:nvSpPr>
        <dsp:cNvPr id="0" name=""/>
        <dsp:cNvSpPr/>
      </dsp:nvSpPr>
      <dsp:spPr>
        <a:xfrm>
          <a:off x="0" y="2139120"/>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стрімке зростання цін на товари й послуги.</a:t>
          </a:r>
          <a:endParaRPr lang="uk-UA" sz="2500" kern="1200"/>
        </a:p>
      </dsp:txBody>
      <dsp:txXfrm>
        <a:off x="48481" y="2187601"/>
        <a:ext cx="4657918" cy="896166"/>
      </dsp:txXfrm>
    </dsp:sp>
    <dsp:sp modelId="{3ACCBA85-4339-46D8-9445-03275ECE279E}">
      <dsp:nvSpPr>
        <dsp:cNvPr id="0" name=""/>
        <dsp:cNvSpPr/>
      </dsp:nvSpPr>
      <dsp:spPr>
        <a:xfrm>
          <a:off x="0" y="3204248"/>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запровадження національної грошової одиниці – гривні.</a:t>
          </a:r>
          <a:endParaRPr lang="uk-UA" sz="2500" kern="1200"/>
        </a:p>
      </dsp:txBody>
      <dsp:txXfrm>
        <a:off x="48481" y="3252729"/>
        <a:ext cx="4657918" cy="896166"/>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879BB-4186-4086-B7B4-5FF67D25581E}">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Охарактеризовано в обох уривках.</a:t>
          </a:r>
          <a:endParaRPr lang="uk-UA" sz="2500" kern="1200"/>
        </a:p>
      </dsp:txBody>
      <dsp:txXfrm>
        <a:off x="48547" y="54667"/>
        <a:ext cx="4657786" cy="897406"/>
      </dsp:txXfrm>
    </dsp:sp>
    <dsp:sp modelId="{D94AF507-598E-4F42-A645-F7171C2B6EFF}">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Тільки в першому.</a:t>
          </a:r>
          <a:endParaRPr lang="uk-UA" sz="2500" kern="1200"/>
        </a:p>
      </dsp:txBody>
      <dsp:txXfrm>
        <a:off x="48547" y="1121167"/>
        <a:ext cx="4657786" cy="897406"/>
      </dsp:txXfrm>
    </dsp:sp>
    <dsp:sp modelId="{190A5477-A8A2-4B85-9915-5956846025F0}">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Тільки в другому.</a:t>
          </a:r>
          <a:endParaRPr lang="uk-UA" sz="2500" kern="1200"/>
        </a:p>
      </dsp:txBody>
      <dsp:txXfrm>
        <a:off x="48547" y="2187667"/>
        <a:ext cx="4657786" cy="897406"/>
      </dsp:txXfrm>
    </dsp:sp>
    <dsp:sp modelId="{E8370BCB-E844-4571-B867-738C610F103F}">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Не охарактеризовано в жодному з уривків.</a:t>
          </a:r>
          <a:endParaRPr lang="uk-UA" sz="2500" kern="1200"/>
        </a:p>
      </dsp:txBody>
      <dsp:txXfrm>
        <a:off x="48547" y="3254167"/>
        <a:ext cx="4657786" cy="897406"/>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19FC0-DEFC-4AA6-ADC7-A0C8DBA8E560}">
      <dsp:nvSpPr>
        <dsp:cNvPr id="0" name=""/>
        <dsp:cNvSpPr/>
      </dsp:nvSpPr>
      <dsp:spPr>
        <a:xfrm>
          <a:off x="0" y="6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виконати умову міжнародних фінансових організацій</a:t>
          </a:r>
          <a:endParaRPr lang="uk-UA" sz="2500" kern="1200"/>
        </a:p>
      </dsp:txBody>
      <dsp:txXfrm>
        <a:off x="48547" y="54667"/>
        <a:ext cx="4657786" cy="897406"/>
      </dsp:txXfrm>
    </dsp:sp>
    <dsp:sp modelId="{157E3351-AD57-45B2-8FB7-75B1E16199F9}">
      <dsp:nvSpPr>
        <dsp:cNvPr id="0" name=""/>
        <dsp:cNvSpPr/>
      </dsp:nvSpPr>
      <dsp:spPr>
        <a:xfrm>
          <a:off x="0" y="1072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подолати корупцію у вищих ешелонах влади</a:t>
          </a:r>
          <a:endParaRPr lang="uk-UA" sz="2500" kern="1200"/>
        </a:p>
      </dsp:txBody>
      <dsp:txXfrm>
        <a:off x="48547" y="1121167"/>
        <a:ext cx="4657786" cy="897406"/>
      </dsp:txXfrm>
    </dsp:sp>
    <dsp:sp modelId="{6218639A-BD6A-42AE-9B4D-4D0BA67856AA}">
      <dsp:nvSpPr>
        <dsp:cNvPr id="0" name=""/>
        <dsp:cNvSpPr/>
      </dsp:nvSpPr>
      <dsp:spPr>
        <a:xfrm>
          <a:off x="0" y="21391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стабілізувати й зміцнити фінансову систему</a:t>
          </a:r>
          <a:endParaRPr lang="uk-UA" sz="2500" kern="1200"/>
        </a:p>
      </dsp:txBody>
      <dsp:txXfrm>
        <a:off x="48547" y="2187667"/>
        <a:ext cx="4657786" cy="897406"/>
      </dsp:txXfrm>
    </dsp:sp>
    <dsp:sp modelId="{40116A8C-5A59-40AC-A686-EC0188822020}">
      <dsp:nvSpPr>
        <dsp:cNvPr id="0" name=""/>
        <dsp:cNvSpPr/>
      </dsp:nvSpPr>
      <dsp:spPr>
        <a:xfrm>
          <a:off x="0" y="3205620"/>
          <a:ext cx="475488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урівняти доходи всіх верств суспільства</a:t>
          </a:r>
          <a:endParaRPr lang="uk-UA" sz="2500" kern="1200"/>
        </a:p>
      </dsp:txBody>
      <dsp:txXfrm>
        <a:off x="48547" y="3254167"/>
        <a:ext cx="4657786" cy="897406"/>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E07CA-7452-473C-BD2F-C3FFCCEA4E09}">
      <dsp:nvSpPr>
        <dsp:cNvPr id="0" name=""/>
        <dsp:cNvSpPr/>
      </dsp:nvSpPr>
      <dsp:spPr>
        <a:xfrm>
          <a:off x="0" y="257759"/>
          <a:ext cx="475488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надмірних фізичних навантаженнях на бізнесменів</a:t>
          </a:r>
          <a:endParaRPr lang="uk-UA" sz="2200" kern="1200"/>
        </a:p>
      </dsp:txBody>
      <dsp:txXfrm>
        <a:off x="42722" y="300481"/>
        <a:ext cx="4669436" cy="789716"/>
      </dsp:txXfrm>
    </dsp:sp>
    <dsp:sp modelId="{E6462000-B816-41B6-A8DB-F439ACF404A8}">
      <dsp:nvSpPr>
        <dsp:cNvPr id="0" name=""/>
        <dsp:cNvSpPr/>
      </dsp:nvSpPr>
      <dsp:spPr>
        <a:xfrm>
          <a:off x="0" y="1196279"/>
          <a:ext cx="475488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стрімкому збільшенні прибутковості бізнесу</a:t>
          </a:r>
          <a:endParaRPr lang="uk-UA" sz="2200" kern="1200"/>
        </a:p>
      </dsp:txBody>
      <dsp:txXfrm>
        <a:off x="42722" y="1239001"/>
        <a:ext cx="4669436" cy="789716"/>
      </dsp:txXfrm>
    </dsp:sp>
    <dsp:sp modelId="{B8892AB2-1424-4F35-AB58-A96E06ECEAC1}">
      <dsp:nvSpPr>
        <dsp:cNvPr id="0" name=""/>
        <dsp:cNvSpPr/>
      </dsp:nvSpPr>
      <dsp:spPr>
        <a:xfrm>
          <a:off x="0" y="2134800"/>
          <a:ext cx="475488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недостатній фаховій підготовці підприємців для ведення бізнесу</a:t>
          </a:r>
          <a:endParaRPr lang="uk-UA" sz="2200" kern="1200"/>
        </a:p>
      </dsp:txBody>
      <dsp:txXfrm>
        <a:off x="42722" y="2177522"/>
        <a:ext cx="4669436" cy="789716"/>
      </dsp:txXfrm>
    </dsp:sp>
    <dsp:sp modelId="{38927E0C-2610-47C1-9663-AA6A63B40EBA}">
      <dsp:nvSpPr>
        <dsp:cNvPr id="0" name=""/>
        <dsp:cNvSpPr/>
      </dsp:nvSpPr>
      <dsp:spPr>
        <a:xfrm>
          <a:off x="0" y="3073320"/>
          <a:ext cx="475488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значних бюрократичних обмеженнях організації та ведення бізнесу</a:t>
          </a:r>
          <a:endParaRPr lang="uk-UA" sz="2200" kern="1200"/>
        </a:p>
      </dsp:txBody>
      <dsp:txXfrm>
        <a:off x="42722" y="3116042"/>
        <a:ext cx="4669436" cy="789716"/>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F3225-865A-406E-B75A-D6E119E386D1}">
      <dsp:nvSpPr>
        <dsp:cNvPr id="0" name=""/>
        <dsp:cNvSpPr/>
      </dsp:nvSpPr>
      <dsp:spPr>
        <a:xfrm>
          <a:off x="0" y="59328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збереження більшості промислових підприємств у державній власності</a:t>
          </a:r>
          <a:endParaRPr lang="uk-UA" sz="1800" kern="1200"/>
        </a:p>
      </dsp:txBody>
      <dsp:txXfrm>
        <a:off x="34954" y="628234"/>
        <a:ext cx="4684972" cy="646132"/>
      </dsp:txXfrm>
    </dsp:sp>
    <dsp:sp modelId="{04265E26-9628-4CB4-9CE9-7C94F730C8A8}">
      <dsp:nvSpPr>
        <dsp:cNvPr id="0" name=""/>
        <dsp:cNvSpPr/>
      </dsp:nvSpPr>
      <dsp:spPr>
        <a:xfrm>
          <a:off x="0" y="136116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утвердження системи олігархічних фінансово-промислових груп</a:t>
          </a:r>
          <a:endParaRPr lang="uk-UA" sz="1800" kern="1200"/>
        </a:p>
      </dsp:txBody>
      <dsp:txXfrm>
        <a:off x="34954" y="1396114"/>
        <a:ext cx="4684972" cy="646132"/>
      </dsp:txXfrm>
    </dsp:sp>
    <dsp:sp modelId="{D6223A20-0EFD-45CF-9E0C-677A92109EF5}">
      <dsp:nvSpPr>
        <dsp:cNvPr id="0" name=""/>
        <dsp:cNvSpPr/>
      </dsp:nvSpPr>
      <dsp:spPr>
        <a:xfrm>
          <a:off x="0" y="212904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відновлення командно-адміністративної системи управління економікою</a:t>
          </a:r>
          <a:endParaRPr lang="uk-UA" sz="1800" kern="1200"/>
        </a:p>
      </dsp:txBody>
      <dsp:txXfrm>
        <a:off x="34954" y="2163994"/>
        <a:ext cx="4684972" cy="646132"/>
      </dsp:txXfrm>
    </dsp:sp>
    <dsp:sp modelId="{BAEA3446-FB84-47FD-A558-D23F9ACF3F17}">
      <dsp:nvSpPr>
        <dsp:cNvPr id="0" name=""/>
        <dsp:cNvSpPr/>
      </dsp:nvSpPr>
      <dsp:spPr>
        <a:xfrm>
          <a:off x="0" y="2896920"/>
          <a:ext cx="4754880"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перетворення малого бізнесу в основного виробника валового внутрішнього продукту</a:t>
          </a:r>
          <a:endParaRPr lang="uk-UA" sz="1800" kern="1200"/>
        </a:p>
      </dsp:txBody>
      <dsp:txXfrm>
        <a:off x="34954" y="2931874"/>
        <a:ext cx="4684972" cy="646132"/>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A064E-5034-4916-90DF-FE3C635C2920}">
      <dsp:nvSpPr>
        <dsp:cNvPr id="0" name=""/>
        <dsp:cNvSpPr/>
      </dsp:nvSpPr>
      <dsp:spPr>
        <a:xfrm>
          <a:off x="0" y="46037"/>
          <a:ext cx="9783763"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«...Репресії показали, що в дискусії з українськими «дисидентами» влада не знайшла більш переконливих аргументів, ніж застосування сили, а умови в таборах переконали мене у тім, що простір застосування цієї сили не знає кінця...»</a:t>
          </a:r>
          <a:endParaRPr lang="uk-UA" sz="1800" kern="1200"/>
        </a:p>
      </dsp:txBody>
      <dsp:txXfrm>
        <a:off x="48319" y="94356"/>
        <a:ext cx="9687125" cy="893182"/>
      </dsp:txXfrm>
    </dsp:sp>
    <dsp:sp modelId="{0201F5C5-CDA7-4D88-A892-03FAE624100D}">
      <dsp:nvSpPr>
        <dsp:cNvPr id="0" name=""/>
        <dsp:cNvSpPr/>
      </dsp:nvSpPr>
      <dsp:spPr>
        <a:xfrm>
          <a:off x="0" y="1087697"/>
          <a:ext cx="9783763"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«Комуністи у своїх виступах піддали критиці новий роман О. Гончара «Собор». Висловлюючи жаль, що зрілий майстер художнього слова як у кривому дзеркалі показав працю, побут, духовний світ металургів і колгоспників Подніпров’я…»</a:t>
          </a:r>
          <a:endParaRPr lang="uk-UA" sz="1800" kern="1200"/>
        </a:p>
      </dsp:txBody>
      <dsp:txXfrm>
        <a:off x="48319" y="1136016"/>
        <a:ext cx="9687125" cy="893182"/>
      </dsp:txXfrm>
    </dsp:sp>
    <dsp:sp modelId="{6A2E84FB-3B49-4193-8983-EEC210D1DC39}">
      <dsp:nvSpPr>
        <dsp:cNvPr id="0" name=""/>
        <dsp:cNvSpPr/>
      </dsp:nvSpPr>
      <dsp:spPr>
        <a:xfrm>
          <a:off x="0" y="2129357"/>
          <a:ext cx="9783763"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«Зворотною стороною буржуазного націоналізму є безрідний космополітизм, який проявляється в плазуванні та низькопоклонстві перед іноземщиною. Безрідний космополітизм є зброєю в боротьбі проти соціалізму...»</a:t>
          </a:r>
          <a:endParaRPr lang="uk-UA" sz="1800" kern="1200"/>
        </a:p>
      </dsp:txBody>
      <dsp:txXfrm>
        <a:off x="48319" y="2177676"/>
        <a:ext cx="9687125" cy="893182"/>
      </dsp:txXfrm>
    </dsp:sp>
    <dsp:sp modelId="{16E070C7-53DB-420E-B6C5-545BA4C0664C}">
      <dsp:nvSpPr>
        <dsp:cNvPr id="0" name=""/>
        <dsp:cNvSpPr/>
      </dsp:nvSpPr>
      <dsp:spPr>
        <a:xfrm>
          <a:off x="0" y="3171017"/>
          <a:ext cx="9783763"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«Низька технічна оснащеність наукових лабораторій, різке зниження життєвого рівня і соціальна незахищеність призвели до масового виїзду багатьох вчених за кордон, переходу їх до комерційних структур…»</a:t>
          </a:r>
          <a:endParaRPr lang="uk-UA" sz="1800" kern="1200"/>
        </a:p>
      </dsp:txBody>
      <dsp:txXfrm>
        <a:off x="48319" y="3219336"/>
        <a:ext cx="9687125" cy="893182"/>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BFDEEB-E7E0-494A-8A8D-108C73731512}">
      <dsp:nvSpPr>
        <dsp:cNvPr id="0" name=""/>
        <dsp:cNvSpPr/>
      </dsp:nvSpPr>
      <dsp:spPr>
        <a:xfrm>
          <a:off x="0" y="45720"/>
          <a:ext cx="9784079"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«...вшановуючи пам’ять мільйонів співвітчизників, які стали жертвами Голодомору 1932–1933 років в Україні та його наслідків... Верховна Рада України приймає цей Закон. Стаття 1. Голодомор 1932–1933 років в Україні є геноцидом Українського народу».</a:t>
          </a:r>
          <a:endParaRPr lang="uk-UA" sz="1800" kern="1200"/>
        </a:p>
      </dsp:txBody>
      <dsp:txXfrm>
        <a:off x="48319" y="94039"/>
        <a:ext cx="9687441" cy="893182"/>
      </dsp:txXfrm>
    </dsp:sp>
    <dsp:sp modelId="{6F8FFD97-CBCF-461F-853F-2F965624DFDA}">
      <dsp:nvSpPr>
        <dsp:cNvPr id="0" name=""/>
        <dsp:cNvSpPr/>
      </dsp:nvSpPr>
      <dsp:spPr>
        <a:xfrm>
          <a:off x="0" y="1087380"/>
          <a:ext cx="9784079"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«Виходячи зі смертельної небезпеки, яка нависла над Україною у зв’язку з державним переворотом в СРСР... продовжуючи тисячолітню історію державотворення в Україні... Верховна Рада Української РСР урочисто проголошує незалежність України...»</a:t>
          </a:r>
          <a:endParaRPr lang="uk-UA" sz="1800" kern="1200"/>
        </a:p>
      </dsp:txBody>
      <dsp:txXfrm>
        <a:off x="48319" y="1135699"/>
        <a:ext cx="9687441" cy="893182"/>
      </dsp:txXfrm>
    </dsp:sp>
    <dsp:sp modelId="{0631261C-044E-4D05-9383-78CFCDE5203C}">
      <dsp:nvSpPr>
        <dsp:cNvPr id="0" name=""/>
        <dsp:cNvSpPr/>
      </dsp:nvSpPr>
      <dsp:spPr>
        <a:xfrm>
          <a:off x="0" y="2129040"/>
          <a:ext cx="9784079"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«...Україна є суверенна і незалежна, демократична, соціальна, правова держава. ...Україна є унітарною державою. ...Людина, її життя і здоров’я, честь і гідність, недоторканність і безпека визнаються в Україні найвищою соціальною цінністю...»</a:t>
          </a:r>
          <a:endParaRPr lang="uk-UA" sz="1800" kern="1200"/>
        </a:p>
      </dsp:txBody>
      <dsp:txXfrm>
        <a:off x="48319" y="2177359"/>
        <a:ext cx="9687441" cy="893182"/>
      </dsp:txXfrm>
    </dsp:sp>
    <dsp:sp modelId="{828F8CB7-2D14-4264-91CD-E9B29C959CDA}">
      <dsp:nvSpPr>
        <dsp:cNvPr id="0" name=""/>
        <dsp:cNvSpPr/>
      </dsp:nvSpPr>
      <dsp:spPr>
        <a:xfrm>
          <a:off x="0" y="3170699"/>
          <a:ext cx="9784079" cy="989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«Ми, Республіка Білорусь, Російська Федерація (РСФСР), Україна, як держави-засновники Союзу РСР, що підписали Союзний договір 1922 року... констатуємо, що Союз РСР як суб’єкт міжнародного права і геополітична реальність припиняє своє існування...»</a:t>
          </a:r>
          <a:endParaRPr lang="uk-UA" sz="1800" kern="1200"/>
        </a:p>
      </dsp:txBody>
      <dsp:txXfrm>
        <a:off x="48319" y="3219018"/>
        <a:ext cx="9687441" cy="893182"/>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1BB4C-087F-45C3-98FC-45CEA6854553}">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Андрей Шептицький.</a:t>
          </a:r>
          <a:endParaRPr lang="uk-UA" sz="2400" kern="1200"/>
        </a:p>
      </dsp:txBody>
      <dsp:txXfrm rot="10800000">
        <a:off x="1225774" y="1314"/>
        <a:ext cx="2947329" cy="858664"/>
      </dsp:txXfrm>
    </dsp:sp>
    <dsp:sp modelId="{4EF093AA-B760-4043-830B-91B62DF2E772}">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0032-9C0F-4217-BFDC-2770E7E9031A}">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Василь Липківський.</a:t>
          </a:r>
          <a:endParaRPr lang="uk-UA" sz="2400" kern="1200"/>
        </a:p>
      </dsp:txBody>
      <dsp:txXfrm rot="10800000">
        <a:off x="1225774" y="1116296"/>
        <a:ext cx="2947329" cy="858664"/>
      </dsp:txXfrm>
    </dsp:sp>
    <dsp:sp modelId="{4D07F4EC-C554-41A7-8E3B-A26A517D96BC}">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7676C8-25D6-4867-980E-45D96B399BD3}">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Йосип Сліпий.</a:t>
          </a:r>
          <a:endParaRPr lang="uk-UA" sz="2400" kern="1200"/>
        </a:p>
      </dsp:txBody>
      <dsp:txXfrm rot="10800000">
        <a:off x="1225774" y="2231278"/>
        <a:ext cx="2947329" cy="858664"/>
      </dsp:txXfrm>
    </dsp:sp>
    <dsp:sp modelId="{7E23EE3F-D11D-476F-B094-A93AE515B028}">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B57B4B-4EF2-4CFF-9670-706C4313C79A}">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Любомир Гузар.</a:t>
          </a:r>
          <a:endParaRPr lang="uk-UA" sz="2400" kern="1200"/>
        </a:p>
      </dsp:txBody>
      <dsp:txXfrm rot="10800000">
        <a:off x="1225774" y="3346261"/>
        <a:ext cx="2947329" cy="858664"/>
      </dsp:txXfrm>
    </dsp:sp>
    <dsp:sp modelId="{A0FB2553-B42C-4ADF-982D-792EE6E07D88}">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42FEB9-DAA8-4ED1-8F6C-FF41BD4E443B}">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2390" rIns="135128" bIns="72390" numCol="1" spcCol="1270" anchor="ctr" anchorCtr="0">
          <a:noAutofit/>
        </a:bodyPr>
        <a:lstStyle/>
        <a:p>
          <a:pPr marL="0" lvl="0" indent="0" algn="ctr" defTabSz="844550">
            <a:lnSpc>
              <a:spcPct val="90000"/>
            </a:lnSpc>
            <a:spcBef>
              <a:spcPct val="0"/>
            </a:spcBef>
            <a:spcAft>
              <a:spcPct val="35000"/>
            </a:spcAft>
            <a:buNone/>
          </a:pPr>
          <a:r>
            <a:rPr lang="uk-UA" sz="1900" b="0" i="0" kern="1200"/>
            <a:t>денаціоналізацію</a:t>
          </a:r>
          <a:endParaRPr lang="uk-UA" sz="1900" kern="1200"/>
        </a:p>
      </dsp:txBody>
      <dsp:txXfrm rot="10800000">
        <a:off x="1225774" y="1314"/>
        <a:ext cx="2947329" cy="858664"/>
      </dsp:txXfrm>
    </dsp:sp>
    <dsp:sp modelId="{3A4A95CF-9799-4660-A2F4-35F17A164D2B}">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B7014D-C87D-4CEA-9078-FAD9CDD65D12}">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2390" rIns="135128" bIns="72390" numCol="1" spcCol="1270" anchor="ctr" anchorCtr="0">
          <a:noAutofit/>
        </a:bodyPr>
        <a:lstStyle/>
        <a:p>
          <a:pPr marL="0" lvl="0" indent="0" algn="ctr" defTabSz="844550">
            <a:lnSpc>
              <a:spcPct val="90000"/>
            </a:lnSpc>
            <a:spcBef>
              <a:spcPct val="0"/>
            </a:spcBef>
            <a:spcAft>
              <a:spcPct val="35000"/>
            </a:spcAft>
            <a:buNone/>
          </a:pPr>
          <a:r>
            <a:rPr lang="uk-UA" sz="1900" b="0" i="0" kern="1200"/>
            <a:t>асиміляцію</a:t>
          </a:r>
          <a:endParaRPr lang="uk-UA" sz="1900" kern="1200"/>
        </a:p>
      </dsp:txBody>
      <dsp:txXfrm rot="10800000">
        <a:off x="1225774" y="1116296"/>
        <a:ext cx="2947329" cy="858664"/>
      </dsp:txXfrm>
    </dsp:sp>
    <dsp:sp modelId="{1DCFE8D7-BA61-431E-91C5-5AF2FDDCF00E}">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4F4DCF-385A-4333-9E17-469B8A20B8FF}">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2390" rIns="135128" bIns="72390" numCol="1" spcCol="1270" anchor="ctr" anchorCtr="0">
          <a:noAutofit/>
        </a:bodyPr>
        <a:lstStyle/>
        <a:p>
          <a:pPr marL="0" lvl="0" indent="0" algn="ctr" defTabSz="844550">
            <a:lnSpc>
              <a:spcPct val="90000"/>
            </a:lnSpc>
            <a:spcBef>
              <a:spcPct val="0"/>
            </a:spcBef>
            <a:spcAft>
              <a:spcPct val="35000"/>
            </a:spcAft>
            <a:buNone/>
          </a:pPr>
          <a:r>
            <a:rPr lang="uk-UA" sz="1900" b="0" i="0" kern="1200"/>
            <a:t>депопуляцію</a:t>
          </a:r>
          <a:endParaRPr lang="uk-UA" sz="1900" kern="1200"/>
        </a:p>
      </dsp:txBody>
      <dsp:txXfrm rot="10800000">
        <a:off x="1225774" y="2231278"/>
        <a:ext cx="2947329" cy="858664"/>
      </dsp:txXfrm>
    </dsp:sp>
    <dsp:sp modelId="{371F72F0-847D-449F-BBEE-31FDD32E4BFE}">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067029-D1DD-4820-8E44-2D3630C2DA77}">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72390" rIns="135128" bIns="72390" numCol="1" spcCol="1270" anchor="ctr" anchorCtr="0">
          <a:noAutofit/>
        </a:bodyPr>
        <a:lstStyle/>
        <a:p>
          <a:pPr marL="0" lvl="0" indent="0" algn="ctr" defTabSz="844550">
            <a:lnSpc>
              <a:spcPct val="90000"/>
            </a:lnSpc>
            <a:spcBef>
              <a:spcPct val="0"/>
            </a:spcBef>
            <a:spcAft>
              <a:spcPct val="35000"/>
            </a:spcAft>
            <a:buNone/>
          </a:pPr>
          <a:r>
            <a:rPr lang="uk-UA" sz="1900" b="0" i="0" kern="1200"/>
            <a:t>дискримінацію</a:t>
          </a:r>
          <a:endParaRPr lang="uk-UA" sz="1900" kern="1200"/>
        </a:p>
      </dsp:txBody>
      <dsp:txXfrm rot="10800000">
        <a:off x="1225774" y="3346261"/>
        <a:ext cx="2947329" cy="858664"/>
      </dsp:txXfrm>
    </dsp:sp>
    <dsp:sp modelId="{93D891BA-42AD-4B3B-8E90-17C33E3AEEA1}">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80BF2-EA35-4E46-BA74-9E748DDBBE05}">
      <dsp:nvSpPr>
        <dsp:cNvPr id="0" name=""/>
        <dsp:cNvSpPr/>
      </dsp:nvSpPr>
      <dsp:spPr>
        <a:xfrm>
          <a:off x="0" y="8862"/>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посилення ідеологічного тиску</a:t>
          </a:r>
          <a:endParaRPr lang="uk-UA" sz="2500" kern="1200"/>
        </a:p>
      </dsp:txBody>
      <dsp:txXfrm>
        <a:off x="48481" y="57343"/>
        <a:ext cx="4657918" cy="896166"/>
      </dsp:txXfrm>
    </dsp:sp>
    <dsp:sp modelId="{E2733772-E3AB-40EE-81D6-930387485E7A}">
      <dsp:nvSpPr>
        <dsp:cNvPr id="0" name=""/>
        <dsp:cNvSpPr/>
      </dsp:nvSpPr>
      <dsp:spPr>
        <a:xfrm>
          <a:off x="0" y="1073991"/>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відсутність державного фінансування</a:t>
          </a:r>
          <a:endParaRPr lang="uk-UA" sz="2500" kern="1200"/>
        </a:p>
      </dsp:txBody>
      <dsp:txXfrm>
        <a:off x="48481" y="1122472"/>
        <a:ext cx="4657918" cy="896166"/>
      </dsp:txXfrm>
    </dsp:sp>
    <dsp:sp modelId="{F8DE4741-2E29-446F-9FF4-89C42C91A4DE}">
      <dsp:nvSpPr>
        <dsp:cNvPr id="0" name=""/>
        <dsp:cNvSpPr/>
      </dsp:nvSpPr>
      <dsp:spPr>
        <a:xfrm>
          <a:off x="0" y="2139120"/>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зростання різноманіття мистецьких течій і напрямів</a:t>
          </a:r>
          <a:endParaRPr lang="uk-UA" sz="2500" kern="1200"/>
        </a:p>
      </dsp:txBody>
      <dsp:txXfrm>
        <a:off x="48481" y="2187601"/>
        <a:ext cx="4657918" cy="896166"/>
      </dsp:txXfrm>
    </dsp:sp>
    <dsp:sp modelId="{C93DB0CF-8D0F-4F5A-927F-931D5429D6E6}">
      <dsp:nvSpPr>
        <dsp:cNvPr id="0" name=""/>
        <dsp:cNvSpPr/>
      </dsp:nvSpPr>
      <dsp:spPr>
        <a:xfrm>
          <a:off x="0" y="3204248"/>
          <a:ext cx="475488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послаблення залежності від економічних чинників</a:t>
          </a:r>
          <a:endParaRPr lang="uk-UA" sz="2500" kern="1200"/>
        </a:p>
      </dsp:txBody>
      <dsp:txXfrm>
        <a:off x="48481" y="3252729"/>
        <a:ext cx="4657918" cy="896166"/>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55192-15B3-46CF-81EF-53468F658531}">
      <dsp:nvSpPr>
        <dsp:cNvPr id="0" name=""/>
        <dsp:cNvSpPr/>
      </dsp:nvSpPr>
      <dsp:spPr>
        <a:xfrm rot="10800000">
          <a:off x="1011108" y="1314"/>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3820" rIns="156464" bIns="83820" numCol="1" spcCol="1270" anchor="ctr" anchorCtr="0">
          <a:noAutofit/>
        </a:bodyPr>
        <a:lstStyle/>
        <a:p>
          <a:pPr marL="0" lvl="0" indent="0" algn="ctr" defTabSz="977900">
            <a:lnSpc>
              <a:spcPct val="90000"/>
            </a:lnSpc>
            <a:spcBef>
              <a:spcPct val="0"/>
            </a:spcBef>
            <a:spcAft>
              <a:spcPct val="35000"/>
            </a:spcAft>
            <a:buNone/>
          </a:pPr>
          <a:r>
            <a:rPr lang="uk-UA" sz="2200" b="0" i="0" kern="1200"/>
            <a:t>соціальну диференціацію</a:t>
          </a:r>
          <a:endParaRPr lang="uk-UA" sz="2200" kern="1200"/>
        </a:p>
      </dsp:txBody>
      <dsp:txXfrm rot="10800000">
        <a:off x="1225774" y="1314"/>
        <a:ext cx="2947329" cy="858664"/>
      </dsp:txXfrm>
    </dsp:sp>
    <dsp:sp modelId="{ABF8A43C-2BAF-45EF-A94B-8DFAE4C83404}">
      <dsp:nvSpPr>
        <dsp:cNvPr id="0" name=""/>
        <dsp:cNvSpPr/>
      </dsp:nvSpPr>
      <dsp:spPr>
        <a:xfrm>
          <a:off x="581776" y="1314"/>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690A4FD-AB8C-46D8-8CF3-81098D60270D}">
      <dsp:nvSpPr>
        <dsp:cNvPr id="0" name=""/>
        <dsp:cNvSpPr/>
      </dsp:nvSpPr>
      <dsp:spPr>
        <a:xfrm rot="10800000">
          <a:off x="1011108" y="1116296"/>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3820" rIns="156464" bIns="83820" numCol="1" spcCol="1270" anchor="ctr" anchorCtr="0">
          <a:noAutofit/>
        </a:bodyPr>
        <a:lstStyle/>
        <a:p>
          <a:pPr marL="0" lvl="0" indent="0" algn="ctr" defTabSz="977900">
            <a:lnSpc>
              <a:spcPct val="90000"/>
            </a:lnSpc>
            <a:spcBef>
              <a:spcPct val="0"/>
            </a:spcBef>
            <a:spcAft>
              <a:spcPct val="35000"/>
            </a:spcAft>
            <a:buNone/>
          </a:pPr>
          <a:r>
            <a:rPr lang="uk-UA" sz="2200" b="0" i="0" kern="1200"/>
            <a:t>дефіцит робочої сили</a:t>
          </a:r>
          <a:endParaRPr lang="uk-UA" sz="2200" kern="1200"/>
        </a:p>
      </dsp:txBody>
      <dsp:txXfrm rot="10800000">
        <a:off x="1225774" y="1116296"/>
        <a:ext cx="2947329" cy="858664"/>
      </dsp:txXfrm>
    </dsp:sp>
    <dsp:sp modelId="{A27808AE-2EB2-478C-B80F-A2D5CC497A13}">
      <dsp:nvSpPr>
        <dsp:cNvPr id="0" name=""/>
        <dsp:cNvSpPr/>
      </dsp:nvSpPr>
      <dsp:spPr>
        <a:xfrm>
          <a:off x="581776" y="1116296"/>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D9D650-8D2E-4F60-B552-22EF85CD572B}">
      <dsp:nvSpPr>
        <dsp:cNvPr id="0" name=""/>
        <dsp:cNvSpPr/>
      </dsp:nvSpPr>
      <dsp:spPr>
        <a:xfrm rot="10800000">
          <a:off x="1011108" y="2231278"/>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3820" rIns="156464" bIns="83820" numCol="1" spcCol="1270" anchor="ctr" anchorCtr="0">
          <a:noAutofit/>
        </a:bodyPr>
        <a:lstStyle/>
        <a:p>
          <a:pPr marL="0" lvl="0" indent="0" algn="ctr" defTabSz="977900">
            <a:lnSpc>
              <a:spcPct val="90000"/>
            </a:lnSpc>
            <a:spcBef>
              <a:spcPct val="0"/>
            </a:spcBef>
            <a:spcAft>
              <a:spcPct val="35000"/>
            </a:spcAft>
            <a:buNone/>
          </a:pPr>
          <a:r>
            <a:rPr lang="uk-UA" sz="2200" b="0" i="0" kern="1200"/>
            <a:t>трудову міграцію</a:t>
          </a:r>
          <a:endParaRPr lang="uk-UA" sz="2200" kern="1200"/>
        </a:p>
      </dsp:txBody>
      <dsp:txXfrm rot="10800000">
        <a:off x="1225774" y="2231278"/>
        <a:ext cx="2947329" cy="858664"/>
      </dsp:txXfrm>
    </dsp:sp>
    <dsp:sp modelId="{F21A0D5C-B20D-44CF-B484-6DBCFEBF6E48}">
      <dsp:nvSpPr>
        <dsp:cNvPr id="0" name=""/>
        <dsp:cNvSpPr/>
      </dsp:nvSpPr>
      <dsp:spPr>
        <a:xfrm>
          <a:off x="581776" y="2231278"/>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CFAEFC-2547-43D9-A693-18FDB48B888F}">
      <dsp:nvSpPr>
        <dsp:cNvPr id="0" name=""/>
        <dsp:cNvSpPr/>
      </dsp:nvSpPr>
      <dsp:spPr>
        <a:xfrm rot="10800000">
          <a:off x="1011108" y="3346261"/>
          <a:ext cx="3161995" cy="85866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8647" tIns="83820" rIns="156464" bIns="83820" numCol="1" spcCol="1270" anchor="ctr" anchorCtr="0">
          <a:noAutofit/>
        </a:bodyPr>
        <a:lstStyle/>
        <a:p>
          <a:pPr marL="0" lvl="0" indent="0" algn="ctr" defTabSz="977900">
            <a:lnSpc>
              <a:spcPct val="90000"/>
            </a:lnSpc>
            <a:spcBef>
              <a:spcPct val="0"/>
            </a:spcBef>
            <a:spcAft>
              <a:spcPct val="35000"/>
            </a:spcAft>
            <a:buNone/>
          </a:pPr>
          <a:r>
            <a:rPr lang="uk-UA" sz="2200" b="0" i="0" kern="1200"/>
            <a:t>депопуляцію</a:t>
          </a:r>
          <a:endParaRPr lang="uk-UA" sz="2200" kern="1200"/>
        </a:p>
      </dsp:txBody>
      <dsp:txXfrm rot="10800000">
        <a:off x="1225774" y="3346261"/>
        <a:ext cx="2947329" cy="858664"/>
      </dsp:txXfrm>
    </dsp:sp>
    <dsp:sp modelId="{4684FB88-43C1-49C3-AF1B-D73E38E93DBE}">
      <dsp:nvSpPr>
        <dsp:cNvPr id="0" name=""/>
        <dsp:cNvSpPr/>
      </dsp:nvSpPr>
      <dsp:spPr>
        <a:xfrm>
          <a:off x="581776" y="3346261"/>
          <a:ext cx="858664" cy="85866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C49CFB0C-703A-47D2-8397-9B9CFBC2D16F}"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388071732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C49CFB0C-703A-47D2-8397-9B9CFBC2D16F}"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400800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Назва розділу">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lvl1pPr>
              <a:defRPr>
                <a:solidFill>
                  <a:schemeClr val="tx2"/>
                </a:solidFill>
              </a:defRPr>
            </a:lvl1pPr>
          </a:lstStyle>
          <a:p>
            <a:fld id="{C49CFB0C-703A-47D2-8397-9B9CFBC2D16F}" type="datetimeFigureOut">
              <a:rPr lang="uk-UA" smtClean="0"/>
              <a:t>05.04.2025</a:t>
            </a:fld>
            <a:endParaRPr lang="uk-UA"/>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uk-UA"/>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1A30795-DB88-4C84-ADE8-6CC7C52E00ED}" type="slidenum">
              <a:rPr lang="uk-UA" smtClean="0"/>
              <a:t>‹№›</a:t>
            </a:fld>
            <a:endParaRPr lang="uk-UA"/>
          </a:p>
        </p:txBody>
      </p:sp>
    </p:spTree>
    <p:extLst>
      <p:ext uri="{BB962C8B-B14F-4D97-AF65-F5344CB8AC3E}">
        <p14:creationId xmlns:p14="http://schemas.microsoft.com/office/powerpoint/2010/main" val="334275579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C49CFB0C-703A-47D2-8397-9B9CFBC2D16F}"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68048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C49CFB0C-703A-47D2-8397-9B9CFBC2D16F}" type="datetimeFigureOut">
              <a:rPr lang="uk-UA" smtClean="0"/>
              <a:t>05.04.2025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1488298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C49CFB0C-703A-47D2-8397-9B9CFBC2D16F}" type="datetimeFigureOut">
              <a:rPr lang="uk-UA" smtClean="0"/>
              <a:t>05.04.2025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1651079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9CFB0C-703A-47D2-8397-9B9CFBC2D16F}" type="datetimeFigureOut">
              <a:rPr lang="uk-UA" smtClean="0"/>
              <a:t>05.04.2025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373997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C49CFB0C-703A-47D2-8397-9B9CFBC2D16F}"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1467510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C49CFB0C-703A-47D2-8397-9B9CFBC2D16F}"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2825465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C49CFB0C-703A-47D2-8397-9B9CFBC2D16F}"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192270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ий заголовок і текст">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a:xfrm>
            <a:off x="838200" y="6422854"/>
            <a:ext cx="2743196" cy="365125"/>
          </a:xfrm>
        </p:spPr>
        <p:txBody>
          <a:bodyPr/>
          <a:lstStyle/>
          <a:p>
            <a:fld id="{C49CFB0C-703A-47D2-8397-9B9CFBC2D16F}" type="datetimeFigureOut">
              <a:rPr lang="uk-UA" smtClean="0"/>
              <a:t>05.04.2025</a:t>
            </a:fld>
            <a:endParaRPr lang="uk-UA"/>
          </a:p>
        </p:txBody>
      </p:sp>
      <p:sp>
        <p:nvSpPr>
          <p:cNvPr id="5" name="Footer Placeholder 4"/>
          <p:cNvSpPr>
            <a:spLocks noGrp="1"/>
          </p:cNvSpPr>
          <p:nvPr>
            <p:ph type="ftr" sz="quarter" idx="11"/>
          </p:nvPr>
        </p:nvSpPr>
        <p:spPr>
          <a:xfrm>
            <a:off x="3776135" y="6422854"/>
            <a:ext cx="4279669" cy="365125"/>
          </a:xfrm>
        </p:spPr>
        <p:txBody>
          <a:bodyPr/>
          <a:lstStyle/>
          <a:p>
            <a:endParaRPr lang="uk-UA"/>
          </a:p>
        </p:txBody>
      </p:sp>
      <p:sp>
        <p:nvSpPr>
          <p:cNvPr id="6" name="Slide Number Placeholder 5"/>
          <p:cNvSpPr>
            <a:spLocks noGrp="1"/>
          </p:cNvSpPr>
          <p:nvPr>
            <p:ph type="sldNum" sz="quarter" idx="12"/>
          </p:nvPr>
        </p:nvSpPr>
        <p:spPr>
          <a:xfrm>
            <a:off x="8073048" y="6422854"/>
            <a:ext cx="879759" cy="365125"/>
          </a:xfrm>
        </p:spPr>
        <p:txBody>
          <a:bodyPr/>
          <a:lstStyle/>
          <a:p>
            <a:fld id="{51A30795-DB88-4C84-ADE8-6CC7C52E00ED}" type="slidenum">
              <a:rPr lang="uk-UA" smtClean="0"/>
              <a:t>‹№›</a:t>
            </a:fld>
            <a:endParaRPr lang="uk-UA"/>
          </a:p>
        </p:txBody>
      </p:sp>
    </p:spTree>
    <p:extLst>
      <p:ext uri="{BB962C8B-B14F-4D97-AF65-F5344CB8AC3E}">
        <p14:creationId xmlns:p14="http://schemas.microsoft.com/office/powerpoint/2010/main" val="228857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C49CFB0C-703A-47D2-8397-9B9CFBC2D16F}" type="datetimeFigureOut">
              <a:rPr lang="uk-UA" smtClean="0"/>
              <a:t>05.04.2025</a:t>
            </a:fld>
            <a:endParaRPr lang="uk-UA"/>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uk-UA"/>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51A30795-DB88-4C84-ADE8-6CC7C52E00ED}" type="slidenum">
              <a:rPr lang="uk-UA" smtClean="0"/>
              <a:t>‹№›</a:t>
            </a:fld>
            <a:endParaRPr lang="uk-UA"/>
          </a:p>
        </p:txBody>
      </p:sp>
    </p:spTree>
    <p:extLst>
      <p:ext uri="{BB962C8B-B14F-4D97-AF65-F5344CB8AC3E}">
        <p14:creationId xmlns:p14="http://schemas.microsoft.com/office/powerpoint/2010/main" val="3726689380"/>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4.pn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diagramLayout" Target="../diagrams/layout19.xml"/><Relationship Id="rId7" Type="http://schemas.openxmlformats.org/officeDocument/2006/relationships/diagramData" Target="../diagrams/data20.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17.jpeg"/><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18.jpeg"/><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Layout" Target="../diagrams/layout34.xml"/><Relationship Id="rId7" Type="http://schemas.openxmlformats.org/officeDocument/2006/relationships/image" Target="../media/image19.jpeg"/><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4.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4.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7.xml"/><Relationship Id="rId7" Type="http://schemas.openxmlformats.org/officeDocument/2006/relationships/image" Target="../media/image21.jpeg"/><Relationship Id="rId2" Type="http://schemas.openxmlformats.org/officeDocument/2006/relationships/diagramData" Target="../diagrams/data37.xml"/><Relationship Id="rId1" Type="http://schemas.openxmlformats.org/officeDocument/2006/relationships/slideLayout" Target="../slideLayouts/slideLayout4.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8.xml"/><Relationship Id="rId7" Type="http://schemas.openxmlformats.org/officeDocument/2006/relationships/image" Target="../media/image21.jpeg"/><Relationship Id="rId2" Type="http://schemas.openxmlformats.org/officeDocument/2006/relationships/diagramData" Target="../diagrams/data38.xml"/><Relationship Id="rId1" Type="http://schemas.openxmlformats.org/officeDocument/2006/relationships/slideLayout" Target="../slideLayouts/slideLayout4.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21.jpeg"/><Relationship Id="rId2" Type="http://schemas.openxmlformats.org/officeDocument/2006/relationships/diagramData" Target="../diagrams/data39.xml"/><Relationship Id="rId1" Type="http://schemas.openxmlformats.org/officeDocument/2006/relationships/slideLayout" Target="../slideLayouts/slideLayout4.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4.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3.xml.rels><?xml version="1.0" encoding="UTF-8" standalone="yes"?>
<Relationships xmlns="http://schemas.openxmlformats.org/package/2006/relationships"><Relationship Id="rId8" Type="http://schemas.openxmlformats.org/officeDocument/2006/relationships/diagramLayout" Target="../diagrams/layout42.xml"/><Relationship Id="rId3" Type="http://schemas.openxmlformats.org/officeDocument/2006/relationships/diagramLayout" Target="../diagrams/layout41.xml"/><Relationship Id="rId7" Type="http://schemas.openxmlformats.org/officeDocument/2006/relationships/diagramData" Target="../diagrams/data42.xml"/><Relationship Id="rId2" Type="http://schemas.openxmlformats.org/officeDocument/2006/relationships/diagramData" Target="../diagrams/data41.xml"/><Relationship Id="rId1" Type="http://schemas.openxmlformats.org/officeDocument/2006/relationships/slideLayout" Target="../slideLayouts/slideLayout4.xml"/><Relationship Id="rId6" Type="http://schemas.microsoft.com/office/2007/relationships/diagramDrawing" Target="../diagrams/drawing41.xml"/><Relationship Id="rId11" Type="http://schemas.microsoft.com/office/2007/relationships/diagramDrawing" Target="../diagrams/drawing42.xml"/><Relationship Id="rId5" Type="http://schemas.openxmlformats.org/officeDocument/2006/relationships/diagramColors" Target="../diagrams/colors41.xml"/><Relationship Id="rId10" Type="http://schemas.openxmlformats.org/officeDocument/2006/relationships/diagramColors" Target="../diagrams/colors42.xml"/><Relationship Id="rId4" Type="http://schemas.openxmlformats.org/officeDocument/2006/relationships/diagramQuickStyle" Target="../diagrams/quickStyle41.xml"/><Relationship Id="rId9" Type="http://schemas.openxmlformats.org/officeDocument/2006/relationships/diagramQuickStyle" Target="../diagrams/quickStyle42.xml"/></Relationships>
</file>

<file path=ppt/slides/_rels/slide44.xml.rels><?xml version="1.0" encoding="UTF-8" standalone="yes"?>
<Relationships xmlns="http://schemas.openxmlformats.org/package/2006/relationships"><Relationship Id="rId8" Type="http://schemas.openxmlformats.org/officeDocument/2006/relationships/diagramLayout" Target="../diagrams/layout44.xml"/><Relationship Id="rId3" Type="http://schemas.openxmlformats.org/officeDocument/2006/relationships/diagramLayout" Target="../diagrams/layout43.xml"/><Relationship Id="rId7" Type="http://schemas.openxmlformats.org/officeDocument/2006/relationships/diagramData" Target="../diagrams/data44.xml"/><Relationship Id="rId2" Type="http://schemas.openxmlformats.org/officeDocument/2006/relationships/diagramData" Target="../diagrams/data43.xml"/><Relationship Id="rId1" Type="http://schemas.openxmlformats.org/officeDocument/2006/relationships/slideLayout" Target="../slideLayouts/slideLayout4.xml"/><Relationship Id="rId6" Type="http://schemas.microsoft.com/office/2007/relationships/diagramDrawing" Target="../diagrams/drawing43.xml"/><Relationship Id="rId11" Type="http://schemas.microsoft.com/office/2007/relationships/diagramDrawing" Target="../diagrams/drawing44.xml"/><Relationship Id="rId5" Type="http://schemas.openxmlformats.org/officeDocument/2006/relationships/diagramColors" Target="../diagrams/colors43.xml"/><Relationship Id="rId10" Type="http://schemas.openxmlformats.org/officeDocument/2006/relationships/diagramColors" Target="../diagrams/colors44.xml"/><Relationship Id="rId4" Type="http://schemas.openxmlformats.org/officeDocument/2006/relationships/diagramQuickStyle" Target="../diagrams/quickStyle43.xml"/><Relationship Id="rId9"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4.xml"/><Relationship Id="rId5" Type="http://schemas.openxmlformats.org/officeDocument/2006/relationships/image" Target="../media/image25.jpeg"/><Relationship Id="rId4" Type="http://schemas.openxmlformats.org/officeDocument/2006/relationships/image" Target="../media/image24.jpeg"/></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4.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6.xml"/><Relationship Id="rId7" Type="http://schemas.openxmlformats.org/officeDocument/2006/relationships/image" Target="../media/image26.png"/><Relationship Id="rId2" Type="http://schemas.openxmlformats.org/officeDocument/2006/relationships/diagramData" Target="../diagrams/data46.xml"/><Relationship Id="rId1" Type="http://schemas.openxmlformats.org/officeDocument/2006/relationships/slideLayout" Target="../slideLayouts/slideLayout4.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4.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9.xml.rels><?xml version="1.0" encoding="UTF-8" standalone="yes"?>
<Relationships xmlns="http://schemas.openxmlformats.org/package/2006/relationships"><Relationship Id="rId8" Type="http://schemas.openxmlformats.org/officeDocument/2006/relationships/diagramLayout" Target="../diagrams/layout49.xml"/><Relationship Id="rId3" Type="http://schemas.openxmlformats.org/officeDocument/2006/relationships/diagramLayout" Target="../diagrams/layout48.xml"/><Relationship Id="rId7" Type="http://schemas.openxmlformats.org/officeDocument/2006/relationships/diagramData" Target="../diagrams/data49.xml"/><Relationship Id="rId2" Type="http://schemas.openxmlformats.org/officeDocument/2006/relationships/diagramData" Target="../diagrams/data48.xml"/><Relationship Id="rId1" Type="http://schemas.openxmlformats.org/officeDocument/2006/relationships/slideLayout" Target="../slideLayouts/slideLayout4.xml"/><Relationship Id="rId6" Type="http://schemas.microsoft.com/office/2007/relationships/diagramDrawing" Target="../diagrams/drawing48.xml"/><Relationship Id="rId11" Type="http://schemas.microsoft.com/office/2007/relationships/diagramDrawing" Target="../diagrams/drawing49.xml"/><Relationship Id="rId5" Type="http://schemas.openxmlformats.org/officeDocument/2006/relationships/diagramColors" Target="../diagrams/colors48.xml"/><Relationship Id="rId10" Type="http://schemas.openxmlformats.org/officeDocument/2006/relationships/diagramColors" Target="../diagrams/colors49.xml"/><Relationship Id="rId4" Type="http://schemas.openxmlformats.org/officeDocument/2006/relationships/diagramQuickStyle" Target="../diagrams/quickStyle48.xml"/><Relationship Id="rId9"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0.xml"/><Relationship Id="rId7" Type="http://schemas.openxmlformats.org/officeDocument/2006/relationships/image" Target="../media/image27.png"/><Relationship Id="rId2" Type="http://schemas.openxmlformats.org/officeDocument/2006/relationships/diagramData" Target="../diagrams/data50.xml"/><Relationship Id="rId1" Type="http://schemas.openxmlformats.org/officeDocument/2006/relationships/slideLayout" Target="../slideLayouts/slideLayout4.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4.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3.xml.rels><?xml version="1.0" encoding="UTF-8" standalone="yes"?>
<Relationships xmlns="http://schemas.openxmlformats.org/package/2006/relationships"><Relationship Id="rId8" Type="http://schemas.openxmlformats.org/officeDocument/2006/relationships/diagramLayout" Target="../diagrams/layout53.xml"/><Relationship Id="rId3" Type="http://schemas.openxmlformats.org/officeDocument/2006/relationships/diagramLayout" Target="../diagrams/layout52.xml"/><Relationship Id="rId7" Type="http://schemas.openxmlformats.org/officeDocument/2006/relationships/diagramData" Target="../diagrams/data53.xml"/><Relationship Id="rId2" Type="http://schemas.openxmlformats.org/officeDocument/2006/relationships/diagramData" Target="../diagrams/data52.xml"/><Relationship Id="rId1" Type="http://schemas.openxmlformats.org/officeDocument/2006/relationships/slideLayout" Target="../slideLayouts/slideLayout4.xml"/><Relationship Id="rId6" Type="http://schemas.microsoft.com/office/2007/relationships/diagramDrawing" Target="../diagrams/drawing52.xml"/><Relationship Id="rId11" Type="http://schemas.microsoft.com/office/2007/relationships/diagramDrawing" Target="../diagrams/drawing53.xml"/><Relationship Id="rId5" Type="http://schemas.openxmlformats.org/officeDocument/2006/relationships/diagramColors" Target="../diagrams/colors52.xml"/><Relationship Id="rId10" Type="http://schemas.openxmlformats.org/officeDocument/2006/relationships/diagramColors" Target="../diagrams/colors53.xml"/><Relationship Id="rId4" Type="http://schemas.openxmlformats.org/officeDocument/2006/relationships/diagramQuickStyle" Target="../diagrams/quickStyle52.xml"/><Relationship Id="rId9"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7" Type="http://schemas.openxmlformats.org/officeDocument/2006/relationships/image" Target="../media/image28.png"/><Relationship Id="rId2" Type="http://schemas.openxmlformats.org/officeDocument/2006/relationships/diagramData" Target="../diagrams/data54.xml"/><Relationship Id="rId1" Type="http://schemas.openxmlformats.org/officeDocument/2006/relationships/slideLayout" Target="../slideLayouts/slideLayout4.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4.xml"/><Relationship Id="rId5" Type="http://schemas.openxmlformats.org/officeDocument/2006/relationships/image" Target="../media/image32.jpeg"/><Relationship Id="rId4" Type="http://schemas.openxmlformats.org/officeDocument/2006/relationships/image" Target="../media/image31.jpe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5.xml"/><Relationship Id="rId7" Type="http://schemas.openxmlformats.org/officeDocument/2006/relationships/image" Target="../media/image33.jpeg"/><Relationship Id="rId2" Type="http://schemas.openxmlformats.org/officeDocument/2006/relationships/diagramData" Target="../diagrams/data55.xml"/><Relationship Id="rId1" Type="http://schemas.openxmlformats.org/officeDocument/2006/relationships/slideLayout" Target="../slideLayouts/slideLayout4.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56.xml"/><Relationship Id="rId7" Type="http://schemas.openxmlformats.org/officeDocument/2006/relationships/image" Target="../media/image34.png"/><Relationship Id="rId2" Type="http://schemas.openxmlformats.org/officeDocument/2006/relationships/diagramData" Target="../diagrams/data56.xml"/><Relationship Id="rId1" Type="http://schemas.openxmlformats.org/officeDocument/2006/relationships/slideLayout" Target="../slideLayouts/slideLayout4.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7.xml"/><Relationship Id="rId7" Type="http://schemas.openxmlformats.org/officeDocument/2006/relationships/image" Target="../media/image35.png"/><Relationship Id="rId2" Type="http://schemas.openxmlformats.org/officeDocument/2006/relationships/diagramData" Target="../diagrams/data57.xml"/><Relationship Id="rId1" Type="http://schemas.openxmlformats.org/officeDocument/2006/relationships/slideLayout" Target="../slideLayouts/slideLayout4.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4.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4.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60.xml"/><Relationship Id="rId7" Type="http://schemas.openxmlformats.org/officeDocument/2006/relationships/image" Target="../media/image36.jpeg"/><Relationship Id="rId2" Type="http://schemas.openxmlformats.org/officeDocument/2006/relationships/diagramData" Target="../diagrams/data60.xml"/><Relationship Id="rId1" Type="http://schemas.openxmlformats.org/officeDocument/2006/relationships/slideLayout" Target="../slideLayouts/slideLayout4.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4.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4.xml"/><Relationship Id="rId7" Type="http://schemas.openxmlformats.org/officeDocument/2006/relationships/image" Target="../media/image37.jpeg"/><Relationship Id="rId2" Type="http://schemas.openxmlformats.org/officeDocument/2006/relationships/diagramData" Target="../diagrams/data64.xml"/><Relationship Id="rId1" Type="http://schemas.openxmlformats.org/officeDocument/2006/relationships/slideLayout" Target="../slideLayouts/slideLayout4.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4.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4.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4.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9D043-7542-69D1-4D32-3E3246FAA1C6}"/>
              </a:ext>
            </a:extLst>
          </p:cNvPr>
          <p:cNvSpPr>
            <a:spLocks noGrp="1"/>
          </p:cNvSpPr>
          <p:nvPr>
            <p:ph type="ctrTitle"/>
          </p:nvPr>
        </p:nvSpPr>
        <p:spPr/>
        <p:txBody>
          <a:bodyPr/>
          <a:lstStyle/>
          <a:p>
            <a:r>
              <a:rPr lang="ru-RU" dirty="0" err="1"/>
              <a:t>Становлення</a:t>
            </a:r>
            <a:r>
              <a:rPr lang="ru-RU" dirty="0"/>
              <a:t> </a:t>
            </a:r>
            <a:r>
              <a:rPr lang="ru-RU" dirty="0" err="1"/>
              <a:t>України</a:t>
            </a:r>
            <a:r>
              <a:rPr lang="ru-RU" dirty="0"/>
              <a:t> як </a:t>
            </a:r>
            <a:r>
              <a:rPr lang="ru-RU" dirty="0" err="1"/>
              <a:t>незалежної</a:t>
            </a:r>
            <a:r>
              <a:rPr lang="ru-RU" dirty="0"/>
              <a:t> </a:t>
            </a:r>
            <a:r>
              <a:rPr lang="ru-RU" dirty="0" err="1"/>
              <a:t>держави</a:t>
            </a:r>
            <a:endParaRPr lang="uk-UA" dirty="0"/>
          </a:p>
        </p:txBody>
      </p:sp>
      <p:sp>
        <p:nvSpPr>
          <p:cNvPr id="3" name="Підзаголовок 2">
            <a:extLst>
              <a:ext uri="{FF2B5EF4-FFF2-40B4-BE49-F238E27FC236}">
                <a16:creationId xmlns:a16="http://schemas.microsoft.com/office/drawing/2014/main" id="{AC0CC0A8-55A0-4709-C070-4137E4888ADF}"/>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2540834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856465-E5E6-91F2-7B6B-3E1B86526A41}"/>
              </a:ext>
            </a:extLst>
          </p:cNvPr>
          <p:cNvSpPr>
            <a:spLocks noGrp="1"/>
          </p:cNvSpPr>
          <p:nvPr>
            <p:ph type="title"/>
          </p:nvPr>
        </p:nvSpPr>
        <p:spPr/>
        <p:txBody>
          <a:bodyPr/>
          <a:lstStyle/>
          <a:p>
            <a:r>
              <a:rPr lang="uk-UA" dirty="0"/>
              <a:t>Ключові моменти Незалежної України</a:t>
            </a:r>
          </a:p>
        </p:txBody>
      </p:sp>
      <p:pic>
        <p:nvPicPr>
          <p:cNvPr id="9" name="Місце для вмісту 8">
            <a:extLst>
              <a:ext uri="{FF2B5EF4-FFF2-40B4-BE49-F238E27FC236}">
                <a16:creationId xmlns:a16="http://schemas.microsoft.com/office/drawing/2014/main" id="{8C8CF434-BFB1-0393-EF84-602FF43AF8A7}"/>
              </a:ext>
            </a:extLst>
          </p:cNvPr>
          <p:cNvPicPr>
            <a:picLocks noGrp="1" noChangeAspect="1"/>
          </p:cNvPicPr>
          <p:nvPr>
            <p:ph idx="1"/>
          </p:nvPr>
        </p:nvPicPr>
        <p:blipFill>
          <a:blip r:embed="rId2"/>
          <a:stretch>
            <a:fillRect/>
          </a:stretch>
        </p:blipFill>
        <p:spPr>
          <a:xfrm>
            <a:off x="1760726" y="2309561"/>
            <a:ext cx="8668960" cy="3610479"/>
          </a:xfrm>
        </p:spPr>
      </p:pic>
    </p:spTree>
    <p:extLst>
      <p:ext uri="{BB962C8B-B14F-4D97-AF65-F5344CB8AC3E}">
        <p14:creationId xmlns:p14="http://schemas.microsoft.com/office/powerpoint/2010/main" val="909231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7A9F55-C2F0-F7DD-E25C-8F98695B6505}"/>
              </a:ext>
            </a:extLst>
          </p:cNvPr>
          <p:cNvSpPr>
            <a:spLocks noGrp="1"/>
          </p:cNvSpPr>
          <p:nvPr>
            <p:ph type="title"/>
          </p:nvPr>
        </p:nvSpPr>
        <p:spPr/>
        <p:txBody>
          <a:bodyPr>
            <a:normAutofit/>
          </a:bodyPr>
          <a:lstStyle/>
          <a:p>
            <a:r>
              <a:rPr lang="uk-UA" sz="3600" dirty="0"/>
              <a:t>Президенти України</a:t>
            </a:r>
          </a:p>
        </p:txBody>
      </p:sp>
      <p:pic>
        <p:nvPicPr>
          <p:cNvPr id="5" name="Місце для вмісту 4">
            <a:extLst>
              <a:ext uri="{FF2B5EF4-FFF2-40B4-BE49-F238E27FC236}">
                <a16:creationId xmlns:a16="http://schemas.microsoft.com/office/drawing/2014/main" id="{569DEA14-D60E-8DC1-34CC-77ADEC76DBFC}"/>
              </a:ext>
            </a:extLst>
          </p:cNvPr>
          <p:cNvPicPr>
            <a:picLocks noGrp="1" noChangeAspect="1"/>
          </p:cNvPicPr>
          <p:nvPr>
            <p:ph idx="1"/>
          </p:nvPr>
        </p:nvPicPr>
        <p:blipFill>
          <a:blip r:embed="rId2"/>
          <a:stretch>
            <a:fillRect/>
          </a:stretch>
        </p:blipFill>
        <p:spPr>
          <a:xfrm>
            <a:off x="2845576" y="1792936"/>
            <a:ext cx="1614570" cy="2352659"/>
          </a:xfrm>
        </p:spPr>
      </p:pic>
      <p:pic>
        <p:nvPicPr>
          <p:cNvPr id="7" name="Рисунок 6">
            <a:extLst>
              <a:ext uri="{FF2B5EF4-FFF2-40B4-BE49-F238E27FC236}">
                <a16:creationId xmlns:a16="http://schemas.microsoft.com/office/drawing/2014/main" id="{7908141F-71D1-0CDC-D1B4-0C80FBCBE320}"/>
              </a:ext>
            </a:extLst>
          </p:cNvPr>
          <p:cNvPicPr>
            <a:picLocks noChangeAspect="1"/>
          </p:cNvPicPr>
          <p:nvPr/>
        </p:nvPicPr>
        <p:blipFill>
          <a:blip r:embed="rId3"/>
          <a:srcRect l="49412"/>
          <a:stretch/>
        </p:blipFill>
        <p:spPr>
          <a:xfrm>
            <a:off x="93345" y="1947261"/>
            <a:ext cx="2568636" cy="3458058"/>
          </a:xfrm>
          <a:prstGeom prst="rect">
            <a:avLst/>
          </a:prstGeom>
        </p:spPr>
      </p:pic>
      <p:pic>
        <p:nvPicPr>
          <p:cNvPr id="9" name="Рисунок 8">
            <a:extLst>
              <a:ext uri="{FF2B5EF4-FFF2-40B4-BE49-F238E27FC236}">
                <a16:creationId xmlns:a16="http://schemas.microsoft.com/office/drawing/2014/main" id="{4AC51DB7-FE51-C1E3-8482-E19AF99ED58B}"/>
              </a:ext>
            </a:extLst>
          </p:cNvPr>
          <p:cNvPicPr>
            <a:picLocks noChangeAspect="1"/>
          </p:cNvPicPr>
          <p:nvPr/>
        </p:nvPicPr>
        <p:blipFill>
          <a:blip r:embed="rId4"/>
          <a:stretch>
            <a:fillRect/>
          </a:stretch>
        </p:blipFill>
        <p:spPr>
          <a:xfrm>
            <a:off x="3019206" y="4248563"/>
            <a:ext cx="1605410" cy="2582616"/>
          </a:xfrm>
          <a:prstGeom prst="rect">
            <a:avLst/>
          </a:prstGeom>
        </p:spPr>
      </p:pic>
      <p:pic>
        <p:nvPicPr>
          <p:cNvPr id="11" name="Рисунок 10">
            <a:extLst>
              <a:ext uri="{FF2B5EF4-FFF2-40B4-BE49-F238E27FC236}">
                <a16:creationId xmlns:a16="http://schemas.microsoft.com/office/drawing/2014/main" id="{4D7CADE9-FBC8-883C-7B60-DDE1C7F88BEA}"/>
              </a:ext>
            </a:extLst>
          </p:cNvPr>
          <p:cNvPicPr>
            <a:picLocks noChangeAspect="1"/>
          </p:cNvPicPr>
          <p:nvPr/>
        </p:nvPicPr>
        <p:blipFill>
          <a:blip r:embed="rId5"/>
          <a:stretch>
            <a:fillRect/>
          </a:stretch>
        </p:blipFill>
        <p:spPr>
          <a:xfrm>
            <a:off x="4859119" y="1854647"/>
            <a:ext cx="2471680" cy="2225957"/>
          </a:xfrm>
          <a:prstGeom prst="rect">
            <a:avLst/>
          </a:prstGeom>
        </p:spPr>
      </p:pic>
      <p:pic>
        <p:nvPicPr>
          <p:cNvPr id="13" name="Рисунок 12">
            <a:extLst>
              <a:ext uri="{FF2B5EF4-FFF2-40B4-BE49-F238E27FC236}">
                <a16:creationId xmlns:a16="http://schemas.microsoft.com/office/drawing/2014/main" id="{0476DA37-4260-1671-FD59-F4168CEA4C07}"/>
              </a:ext>
            </a:extLst>
          </p:cNvPr>
          <p:cNvPicPr>
            <a:picLocks noChangeAspect="1"/>
          </p:cNvPicPr>
          <p:nvPr/>
        </p:nvPicPr>
        <p:blipFill>
          <a:blip r:embed="rId6"/>
          <a:stretch>
            <a:fillRect/>
          </a:stretch>
        </p:blipFill>
        <p:spPr>
          <a:xfrm>
            <a:off x="6341151" y="4510720"/>
            <a:ext cx="2227714" cy="2347280"/>
          </a:xfrm>
          <a:prstGeom prst="rect">
            <a:avLst/>
          </a:prstGeom>
        </p:spPr>
      </p:pic>
      <p:pic>
        <p:nvPicPr>
          <p:cNvPr id="15" name="Рисунок 14">
            <a:extLst>
              <a:ext uri="{FF2B5EF4-FFF2-40B4-BE49-F238E27FC236}">
                <a16:creationId xmlns:a16="http://schemas.microsoft.com/office/drawing/2014/main" id="{1273932D-6083-8DC6-0971-0432E85449DA}"/>
              </a:ext>
            </a:extLst>
          </p:cNvPr>
          <p:cNvPicPr>
            <a:picLocks noChangeAspect="1"/>
          </p:cNvPicPr>
          <p:nvPr/>
        </p:nvPicPr>
        <p:blipFill>
          <a:blip r:embed="rId7"/>
          <a:stretch>
            <a:fillRect/>
          </a:stretch>
        </p:blipFill>
        <p:spPr>
          <a:xfrm>
            <a:off x="8274224" y="1697806"/>
            <a:ext cx="1846705" cy="2812914"/>
          </a:xfrm>
          <a:prstGeom prst="rect">
            <a:avLst/>
          </a:prstGeom>
        </p:spPr>
      </p:pic>
      <p:pic>
        <p:nvPicPr>
          <p:cNvPr id="17" name="Рисунок 16">
            <a:extLst>
              <a:ext uri="{FF2B5EF4-FFF2-40B4-BE49-F238E27FC236}">
                <a16:creationId xmlns:a16="http://schemas.microsoft.com/office/drawing/2014/main" id="{2717B52F-5C34-0CA9-4FC4-EB6F7C10A058}"/>
              </a:ext>
            </a:extLst>
          </p:cNvPr>
          <p:cNvPicPr>
            <a:picLocks noChangeAspect="1"/>
          </p:cNvPicPr>
          <p:nvPr/>
        </p:nvPicPr>
        <p:blipFill>
          <a:blip r:embed="rId8"/>
          <a:stretch>
            <a:fillRect/>
          </a:stretch>
        </p:blipFill>
        <p:spPr>
          <a:xfrm>
            <a:off x="10120929" y="3967746"/>
            <a:ext cx="1885828" cy="2863432"/>
          </a:xfrm>
          <a:prstGeom prst="rect">
            <a:avLst/>
          </a:prstGeom>
        </p:spPr>
      </p:pic>
    </p:spTree>
    <p:extLst>
      <p:ext uri="{BB962C8B-B14F-4D97-AF65-F5344CB8AC3E}">
        <p14:creationId xmlns:p14="http://schemas.microsoft.com/office/powerpoint/2010/main" val="420960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AD1463-B3A2-095C-F3E2-2FA3D7BE902E}"/>
              </a:ext>
            </a:extLst>
          </p:cNvPr>
          <p:cNvSpPr>
            <a:spLocks noGrp="1"/>
          </p:cNvSpPr>
          <p:nvPr>
            <p:ph type="title"/>
          </p:nvPr>
        </p:nvSpPr>
        <p:spPr/>
        <p:txBody>
          <a:bodyPr>
            <a:normAutofit/>
          </a:bodyPr>
          <a:lstStyle/>
          <a:p>
            <a:r>
              <a:rPr lang="ru-RU" sz="2800" dirty="0"/>
              <a:t>За </a:t>
            </a:r>
            <a:r>
              <a:rPr lang="ru-RU" sz="2800" dirty="0" err="1"/>
              <a:t>часів</a:t>
            </a:r>
            <a:r>
              <a:rPr lang="ru-RU" sz="2800" dirty="0"/>
              <a:t> </a:t>
            </a:r>
            <a:r>
              <a:rPr lang="ru-RU" sz="2800" dirty="0" err="1"/>
              <a:t>перебування</a:t>
            </a:r>
            <a:r>
              <a:rPr lang="ru-RU" sz="2800" dirty="0"/>
              <a:t> на </a:t>
            </a:r>
            <a:r>
              <a:rPr lang="ru-RU" sz="2800" dirty="0" err="1"/>
              <a:t>посаді</a:t>
            </a:r>
            <a:r>
              <a:rPr lang="ru-RU" sz="2800" dirty="0"/>
              <a:t> </a:t>
            </a:r>
            <a:r>
              <a:rPr lang="ru-RU" sz="2800" dirty="0" err="1"/>
              <a:t>якого</a:t>
            </a:r>
            <a:r>
              <a:rPr lang="ru-RU" sz="2800" dirty="0"/>
              <a:t> Президента </a:t>
            </a:r>
            <a:r>
              <a:rPr lang="ru-RU" sz="2800" dirty="0" err="1"/>
              <a:t>України</a:t>
            </a:r>
            <a:r>
              <a:rPr lang="ru-RU" sz="2800" dirty="0"/>
              <a:t> </a:t>
            </a:r>
            <a:r>
              <a:rPr lang="ru-RU" sz="2800" dirty="0" err="1"/>
              <a:t>відбувалися</a:t>
            </a:r>
            <a:r>
              <a:rPr lang="ru-RU" sz="2800" dirty="0"/>
              <a:t> </a:t>
            </a:r>
            <a:r>
              <a:rPr lang="ru-RU" sz="2800" dirty="0" err="1"/>
              <a:t>події</a:t>
            </a:r>
            <a:r>
              <a:rPr lang="ru-RU" sz="2800" dirty="0"/>
              <a:t>, </a:t>
            </a:r>
            <a:r>
              <a:rPr lang="ru-RU" sz="2800" dirty="0" err="1"/>
              <a:t>описані</a:t>
            </a:r>
            <a:r>
              <a:rPr lang="ru-RU" sz="2800" dirty="0"/>
              <a:t> в </a:t>
            </a:r>
            <a:r>
              <a:rPr lang="ru-RU" sz="2800" dirty="0" err="1"/>
              <a:t>уривку</a:t>
            </a:r>
            <a:r>
              <a:rPr lang="ru-RU" sz="2800" dirty="0"/>
              <a:t> з </a:t>
            </a:r>
            <a:r>
              <a:rPr lang="ru-RU" sz="2800" dirty="0" err="1"/>
              <a:t>історичного</a:t>
            </a:r>
            <a:r>
              <a:rPr lang="ru-RU" sz="2800" dirty="0"/>
              <a:t> </a:t>
            </a:r>
            <a:r>
              <a:rPr lang="ru-RU" sz="2800" dirty="0" err="1"/>
              <a:t>джерела</a:t>
            </a:r>
            <a:r>
              <a:rPr lang="ru-RU" sz="2800" dirty="0"/>
              <a:t>:</a:t>
            </a:r>
            <a:endParaRPr lang="uk-UA" sz="2800" dirty="0"/>
          </a:p>
        </p:txBody>
      </p:sp>
      <p:sp>
        <p:nvSpPr>
          <p:cNvPr id="3" name="Місце для вмісту 2">
            <a:extLst>
              <a:ext uri="{FF2B5EF4-FFF2-40B4-BE49-F238E27FC236}">
                <a16:creationId xmlns:a16="http://schemas.microsoft.com/office/drawing/2014/main" id="{F95C4B25-F6BD-126C-961E-65D403B6383E}"/>
              </a:ext>
            </a:extLst>
          </p:cNvPr>
          <p:cNvSpPr>
            <a:spLocks noGrp="1"/>
          </p:cNvSpPr>
          <p:nvPr>
            <p:ph sz="half" idx="1"/>
          </p:nvPr>
        </p:nvSpPr>
        <p:spPr/>
        <p:txBody>
          <a:bodyPr>
            <a:normAutofit lnSpcReduction="10000"/>
          </a:bodyPr>
          <a:lstStyle/>
          <a:p>
            <a:r>
              <a:rPr lang="ru-RU" i="1" dirty="0"/>
              <a:t>«</a:t>
            </a:r>
            <a:r>
              <a:rPr lang="ru-RU" i="1" dirty="0" err="1"/>
              <a:t>Бурхливими</a:t>
            </a:r>
            <a:r>
              <a:rPr lang="ru-RU" i="1" dirty="0"/>
              <a:t> були </a:t>
            </a:r>
            <a:r>
              <a:rPr lang="ru-RU" i="1" dirty="0" err="1"/>
              <a:t>часи</a:t>
            </a:r>
            <a:r>
              <a:rPr lang="ru-RU" i="1" dirty="0"/>
              <a:t> …</a:t>
            </a:r>
            <a:r>
              <a:rPr lang="ru-RU" i="1" dirty="0" err="1"/>
              <a:t>знову</a:t>
            </a:r>
            <a:r>
              <a:rPr lang="ru-RU" i="1" dirty="0"/>
              <a:t> </a:t>
            </a:r>
            <a:r>
              <a:rPr lang="ru-RU" i="1" dirty="0" err="1"/>
              <a:t>шукали</a:t>
            </a:r>
            <a:r>
              <a:rPr lang="ru-RU" i="1" dirty="0"/>
              <a:t> </a:t>
            </a:r>
            <a:r>
              <a:rPr lang="ru-RU" i="1" dirty="0" err="1"/>
              <a:t>винних</a:t>
            </a:r>
            <a:r>
              <a:rPr lang="ru-RU" i="1" dirty="0"/>
              <a:t> у </a:t>
            </a:r>
            <a:r>
              <a:rPr lang="ru-RU" i="1" dirty="0" err="1"/>
              <a:t>важкому</a:t>
            </a:r>
            <a:r>
              <a:rPr lang="ru-RU" i="1" dirty="0"/>
              <a:t> </a:t>
            </a:r>
            <a:r>
              <a:rPr lang="ru-RU" i="1" dirty="0" err="1"/>
              <a:t>економічному</a:t>
            </a:r>
            <a:r>
              <a:rPr lang="ru-RU" i="1" dirty="0"/>
              <a:t> </a:t>
            </a:r>
            <a:r>
              <a:rPr lang="ru-RU" i="1" dirty="0" err="1"/>
              <a:t>стані</a:t>
            </a:r>
            <a:r>
              <a:rPr lang="ru-RU" i="1" dirty="0"/>
              <a:t>: і </a:t>
            </a:r>
            <a:r>
              <a:rPr lang="ru-RU" i="1" dirty="0" err="1"/>
              <a:t>Кабмін</a:t>
            </a:r>
            <a:r>
              <a:rPr lang="ru-RU" i="1" dirty="0"/>
              <a:t> не </a:t>
            </a:r>
            <a:r>
              <a:rPr lang="ru-RU" i="1" dirty="0" err="1"/>
              <a:t>такий</a:t>
            </a:r>
            <a:r>
              <a:rPr lang="ru-RU" i="1" dirty="0"/>
              <a:t>, і Рада не </a:t>
            </a:r>
            <a:r>
              <a:rPr lang="ru-RU" i="1" dirty="0" err="1"/>
              <a:t>така</a:t>
            </a:r>
            <a:r>
              <a:rPr lang="ru-RU" i="1" dirty="0"/>
              <a:t>, і </a:t>
            </a:r>
            <a:r>
              <a:rPr lang="ru-RU" i="1" dirty="0" err="1"/>
              <a:t>депутати</a:t>
            </a:r>
            <a:r>
              <a:rPr lang="ru-RU" i="1" dirty="0"/>
              <a:t>... </a:t>
            </a:r>
            <a:r>
              <a:rPr lang="ru-RU" i="1" dirty="0" err="1"/>
              <a:t>Студенти</a:t>
            </a:r>
            <a:r>
              <a:rPr lang="ru-RU" i="1" dirty="0"/>
              <a:t> на </a:t>
            </a:r>
            <a:r>
              <a:rPr lang="ru-RU" i="1" dirty="0" err="1"/>
              <a:t>граніті</a:t>
            </a:r>
            <a:r>
              <a:rPr lang="ru-RU" i="1" dirty="0"/>
              <a:t> </a:t>
            </a:r>
            <a:r>
              <a:rPr lang="ru-RU" i="1" dirty="0" err="1"/>
              <a:t>вимагали</a:t>
            </a:r>
            <a:r>
              <a:rPr lang="ru-RU" i="1" dirty="0"/>
              <a:t> </a:t>
            </a:r>
            <a:r>
              <a:rPr lang="ru-RU" i="1" dirty="0" err="1"/>
              <a:t>реальної</a:t>
            </a:r>
            <a:r>
              <a:rPr lang="ru-RU" i="1" dirty="0"/>
              <a:t> </a:t>
            </a:r>
            <a:r>
              <a:rPr lang="ru-RU" i="1" dirty="0" err="1"/>
              <a:t>незалежності</a:t>
            </a:r>
            <a:r>
              <a:rPr lang="ru-RU" i="1" dirty="0"/>
              <a:t> і реформ, </a:t>
            </a:r>
            <a:r>
              <a:rPr lang="ru-RU" i="1" dirty="0" err="1"/>
              <a:t>страйкуючі</a:t>
            </a:r>
            <a:r>
              <a:rPr lang="ru-RU" i="1" dirty="0"/>
              <a:t> </a:t>
            </a:r>
            <a:r>
              <a:rPr lang="ru-RU" i="1" dirty="0" err="1"/>
              <a:t>шахтарі</a:t>
            </a:r>
            <a:r>
              <a:rPr lang="ru-RU" i="1" dirty="0"/>
              <a:t> – </a:t>
            </a:r>
            <a:r>
              <a:rPr lang="ru-RU" i="1" dirty="0" err="1"/>
              <a:t>проведення</a:t>
            </a:r>
            <a:r>
              <a:rPr lang="ru-RU" i="1" dirty="0"/>
              <a:t> референдуму про </a:t>
            </a:r>
            <a:r>
              <a:rPr lang="ru-RU" i="1" dirty="0" err="1"/>
              <a:t>довіру</a:t>
            </a:r>
            <a:r>
              <a:rPr lang="ru-RU" i="1" dirty="0"/>
              <a:t> Президенту й парламенту. І, </a:t>
            </a:r>
            <a:r>
              <a:rPr lang="ru-RU" i="1" dirty="0" err="1"/>
              <a:t>щоб</a:t>
            </a:r>
            <a:r>
              <a:rPr lang="ru-RU" i="1" dirty="0"/>
              <a:t> </a:t>
            </a:r>
            <a:r>
              <a:rPr lang="ru-RU" i="1" dirty="0" err="1"/>
              <a:t>вгамувати</a:t>
            </a:r>
            <a:r>
              <a:rPr lang="ru-RU" i="1" dirty="0"/>
              <a:t> </a:t>
            </a:r>
            <a:r>
              <a:rPr lang="ru-RU" i="1" dirty="0" err="1"/>
              <a:t>пристрасті</a:t>
            </a:r>
            <a:r>
              <a:rPr lang="ru-RU" i="1" dirty="0"/>
              <a:t>, </a:t>
            </a:r>
            <a:r>
              <a:rPr lang="ru-RU" i="1" dirty="0" err="1"/>
              <a:t>було</a:t>
            </a:r>
            <a:r>
              <a:rPr lang="ru-RU" i="1" dirty="0"/>
              <a:t> </a:t>
            </a:r>
            <a:r>
              <a:rPr lang="ru-RU" i="1" dirty="0" err="1"/>
              <a:t>ухвалено</a:t>
            </a:r>
            <a:r>
              <a:rPr lang="ru-RU" i="1" dirty="0"/>
              <a:t> </a:t>
            </a:r>
            <a:r>
              <a:rPr lang="ru-RU" i="1" dirty="0" err="1"/>
              <a:t>рішення</a:t>
            </a:r>
            <a:r>
              <a:rPr lang="ru-RU" i="1" dirty="0"/>
              <a:t> про </a:t>
            </a:r>
            <a:r>
              <a:rPr lang="ru-RU" i="1" dirty="0" err="1"/>
              <a:t>дострокове</a:t>
            </a:r>
            <a:r>
              <a:rPr lang="ru-RU" i="1" dirty="0"/>
              <a:t> </a:t>
            </a:r>
            <a:r>
              <a:rPr lang="ru-RU" i="1" dirty="0" err="1"/>
              <a:t>припинення</a:t>
            </a:r>
            <a:r>
              <a:rPr lang="ru-RU" i="1" dirty="0"/>
              <a:t> </a:t>
            </a:r>
            <a:r>
              <a:rPr lang="ru-RU" i="1" dirty="0" err="1"/>
              <a:t>повноважень</a:t>
            </a:r>
            <a:r>
              <a:rPr lang="ru-RU" i="1" dirty="0"/>
              <a:t> парламенту та Президента </a:t>
            </a:r>
            <a:r>
              <a:rPr lang="ru-RU" i="1" dirty="0" err="1"/>
              <a:t>України</a:t>
            </a:r>
            <a:r>
              <a:rPr lang="ru-RU" i="1" dirty="0"/>
              <a:t> і </a:t>
            </a:r>
            <a:r>
              <a:rPr lang="ru-RU" i="1" dirty="0" err="1"/>
              <a:t>проведення</a:t>
            </a:r>
            <a:r>
              <a:rPr lang="ru-RU" i="1" dirty="0"/>
              <a:t> </a:t>
            </a:r>
            <a:r>
              <a:rPr lang="ru-RU" i="1" dirty="0" err="1"/>
              <a:t>дострокових</a:t>
            </a:r>
            <a:r>
              <a:rPr lang="ru-RU" i="1" dirty="0"/>
              <a:t> </a:t>
            </a:r>
            <a:r>
              <a:rPr lang="ru-RU" i="1" dirty="0" err="1"/>
              <a:t>виборів</a:t>
            </a:r>
            <a:r>
              <a:rPr lang="ru-RU" i="1" dirty="0"/>
              <a:t>…»</a:t>
            </a:r>
            <a:endParaRPr lang="uk-UA" i="1" dirty="0"/>
          </a:p>
        </p:txBody>
      </p:sp>
      <p:graphicFrame>
        <p:nvGraphicFramePr>
          <p:cNvPr id="6" name="Місце для вмісту 5">
            <a:extLst>
              <a:ext uri="{FF2B5EF4-FFF2-40B4-BE49-F238E27FC236}">
                <a16:creationId xmlns:a16="http://schemas.microsoft.com/office/drawing/2014/main" id="{D1CA3412-BA94-12A5-792F-621F3ED6FA2E}"/>
              </a:ext>
            </a:extLst>
          </p:cNvPr>
          <p:cNvGraphicFramePr>
            <a:graphicFrameLocks noGrp="1"/>
          </p:cNvGraphicFramePr>
          <p:nvPr>
            <p:ph sz="half" idx="2"/>
            <p:extLst>
              <p:ext uri="{D42A27DB-BD31-4B8C-83A1-F6EECF244321}">
                <p14:modId xmlns:p14="http://schemas.microsoft.com/office/powerpoint/2010/main" val="312220849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5667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38B8E1-58DC-394B-7EE3-5F6CD3CED8D0}"/>
              </a:ext>
            </a:extLst>
          </p:cNvPr>
          <p:cNvSpPr>
            <a:spLocks noGrp="1"/>
          </p:cNvSpPr>
          <p:nvPr>
            <p:ph type="title"/>
          </p:nvPr>
        </p:nvSpPr>
        <p:spPr/>
        <p:txBody>
          <a:bodyPr>
            <a:normAutofit/>
          </a:bodyPr>
          <a:lstStyle/>
          <a:p>
            <a:r>
              <a:rPr lang="ru-RU" dirty="0"/>
              <a:t>У </a:t>
            </a:r>
            <a:r>
              <a:rPr lang="ru-RU" dirty="0" err="1"/>
              <a:t>документі</a:t>
            </a:r>
            <a:r>
              <a:rPr lang="ru-RU" dirty="0"/>
              <a:t> </a:t>
            </a:r>
            <a:r>
              <a:rPr lang="ru-RU" dirty="0" err="1"/>
              <a:t>відображено</a:t>
            </a:r>
            <a:r>
              <a:rPr lang="ru-RU" dirty="0"/>
              <a:t> </a:t>
            </a:r>
            <a:r>
              <a:rPr lang="ru-RU" dirty="0" err="1"/>
              <a:t>вимоги</a:t>
            </a:r>
            <a:r>
              <a:rPr lang="ru-RU" dirty="0"/>
              <a:t> </a:t>
            </a:r>
            <a:r>
              <a:rPr lang="ru-RU" dirty="0" err="1"/>
              <a:t>протестувальників</a:t>
            </a:r>
            <a:r>
              <a:rPr lang="ru-RU" dirty="0"/>
              <a:t> </a:t>
            </a:r>
            <a:r>
              <a:rPr lang="ru-RU" dirty="0" err="1"/>
              <a:t>під</a:t>
            </a:r>
            <a:r>
              <a:rPr lang="ru-RU" dirty="0"/>
              <a:t> час</a:t>
            </a:r>
            <a:endParaRPr lang="uk-UA" dirty="0"/>
          </a:p>
        </p:txBody>
      </p:sp>
      <p:sp>
        <p:nvSpPr>
          <p:cNvPr id="3" name="Місце для вмісту 2">
            <a:extLst>
              <a:ext uri="{FF2B5EF4-FFF2-40B4-BE49-F238E27FC236}">
                <a16:creationId xmlns:a16="http://schemas.microsoft.com/office/drawing/2014/main" id="{C72660BC-B1DC-9E7D-A5B4-D43580D3B1A2}"/>
              </a:ext>
            </a:extLst>
          </p:cNvPr>
          <p:cNvSpPr>
            <a:spLocks noGrp="1"/>
          </p:cNvSpPr>
          <p:nvPr>
            <p:ph sz="half" idx="1"/>
          </p:nvPr>
        </p:nvSpPr>
        <p:spPr/>
        <p:txBody>
          <a:bodyPr>
            <a:normAutofit lnSpcReduction="10000"/>
          </a:bodyPr>
          <a:lstStyle/>
          <a:p>
            <a:r>
              <a:rPr lang="uk-UA" i="1" dirty="0"/>
              <a:t>«Ми, студенти київських вишів, які зібралися до наметового містечка на підтримку голодуючих студентів.., уважаємо необхідним прийняття вимог голодуючих, а саме:</a:t>
            </a:r>
          </a:p>
          <a:p>
            <a:r>
              <a:rPr lang="uk-UA" i="1" dirty="0"/>
              <a:t>1. Відставка Голови Ради Міністрів В. Масола.</a:t>
            </a:r>
          </a:p>
          <a:p>
            <a:r>
              <a:rPr lang="uk-UA" i="1" dirty="0"/>
              <a:t>2. Націоналізація майна КПРС та ВЛКСМ на території України.</a:t>
            </a:r>
          </a:p>
          <a:p>
            <a:r>
              <a:rPr lang="uk-UA" i="1" dirty="0"/>
              <a:t>3. Прийняття рішення про службу юнаків у війську тільки в межах України…»</a:t>
            </a:r>
          </a:p>
        </p:txBody>
      </p:sp>
      <p:graphicFrame>
        <p:nvGraphicFramePr>
          <p:cNvPr id="5" name="Місце для вмісту 4">
            <a:extLst>
              <a:ext uri="{FF2B5EF4-FFF2-40B4-BE49-F238E27FC236}">
                <a16:creationId xmlns:a16="http://schemas.microsoft.com/office/drawing/2014/main" id="{F46B3498-A145-7521-9F55-E86C46FCB3B5}"/>
              </a:ext>
            </a:extLst>
          </p:cNvPr>
          <p:cNvGraphicFramePr>
            <a:graphicFrameLocks noGrp="1"/>
          </p:cNvGraphicFramePr>
          <p:nvPr>
            <p:ph sz="half" idx="2"/>
            <p:extLst>
              <p:ext uri="{D42A27DB-BD31-4B8C-83A1-F6EECF244321}">
                <p14:modId xmlns:p14="http://schemas.microsoft.com/office/powerpoint/2010/main" val="309441304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0750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380E5C-574A-9554-0A8A-E844B5D9B0D3}"/>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періодами</a:t>
            </a:r>
            <a:r>
              <a:rPr lang="ru-RU" dirty="0"/>
              <a:t> </a:t>
            </a:r>
            <a:r>
              <a:rPr lang="ru-RU" dirty="0" err="1"/>
              <a:t>історії</a:t>
            </a:r>
            <a:r>
              <a:rPr lang="ru-RU" dirty="0"/>
              <a:t> </a:t>
            </a:r>
            <a:r>
              <a:rPr lang="ru-RU" dirty="0" err="1"/>
              <a:t>України</a:t>
            </a:r>
            <a:r>
              <a:rPr lang="ru-RU" dirty="0"/>
              <a:t> та </a:t>
            </a:r>
            <a:r>
              <a:rPr lang="ru-RU" dirty="0" err="1"/>
              <a:t>описаними</a:t>
            </a:r>
            <a:r>
              <a:rPr lang="ru-RU" dirty="0"/>
              <a:t> </a:t>
            </a:r>
            <a:r>
              <a:rPr lang="ru-RU" dirty="0" err="1"/>
              <a:t>подіями</a:t>
            </a:r>
            <a:r>
              <a:rPr lang="ru-RU" dirty="0"/>
              <a:t>.</a:t>
            </a:r>
            <a:endParaRPr lang="uk-UA" dirty="0"/>
          </a:p>
        </p:txBody>
      </p:sp>
      <p:graphicFrame>
        <p:nvGraphicFramePr>
          <p:cNvPr id="7" name="Місце для вмісту 6">
            <a:extLst>
              <a:ext uri="{FF2B5EF4-FFF2-40B4-BE49-F238E27FC236}">
                <a16:creationId xmlns:a16="http://schemas.microsoft.com/office/drawing/2014/main" id="{B934634C-84FF-7099-3D5C-33B7B5898C24}"/>
              </a:ext>
            </a:extLst>
          </p:cNvPr>
          <p:cNvGraphicFramePr>
            <a:graphicFrameLocks noGrp="1"/>
          </p:cNvGraphicFramePr>
          <p:nvPr>
            <p:ph sz="half" idx="1"/>
            <p:extLst>
              <p:ext uri="{D42A27DB-BD31-4B8C-83A1-F6EECF244321}">
                <p14:modId xmlns:p14="http://schemas.microsoft.com/office/powerpoint/2010/main" val="2485666379"/>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F22A2251-D1D6-4FF4-FCEB-7CAD0103CBEA}"/>
              </a:ext>
            </a:extLst>
          </p:cNvPr>
          <p:cNvGraphicFramePr>
            <a:graphicFrameLocks noGrp="1"/>
          </p:cNvGraphicFramePr>
          <p:nvPr>
            <p:ph sz="half" idx="2"/>
            <p:extLst>
              <p:ext uri="{D42A27DB-BD31-4B8C-83A1-F6EECF244321}">
                <p14:modId xmlns:p14="http://schemas.microsoft.com/office/powerpoint/2010/main" val="605633370"/>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27415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8C8FB9-D39F-03A4-4ACE-F2F049C8E0B9}"/>
              </a:ext>
            </a:extLst>
          </p:cNvPr>
          <p:cNvSpPr>
            <a:spLocks noGrp="1"/>
          </p:cNvSpPr>
          <p:nvPr>
            <p:ph type="title"/>
          </p:nvPr>
        </p:nvSpPr>
        <p:spPr/>
        <p:txBody>
          <a:bodyPr/>
          <a:lstStyle/>
          <a:p>
            <a:r>
              <a:rPr lang="ru-RU" dirty="0" err="1"/>
              <a:t>Розташуйте</a:t>
            </a:r>
            <a:r>
              <a:rPr lang="ru-RU" dirty="0"/>
              <a:t> </a:t>
            </a:r>
            <a:r>
              <a:rPr lang="ru-RU" dirty="0" err="1"/>
              <a:t>зображені</a:t>
            </a:r>
            <a:r>
              <a:rPr lang="ru-RU" dirty="0"/>
              <a:t> </a:t>
            </a:r>
            <a:r>
              <a:rPr lang="ru-RU" dirty="0" err="1"/>
              <a:t>карикатури</a:t>
            </a:r>
            <a:r>
              <a:rPr lang="ru-RU" dirty="0"/>
              <a:t> за часом </a:t>
            </a:r>
            <a:r>
              <a:rPr lang="ru-RU" dirty="0" err="1"/>
              <a:t>їх</a:t>
            </a:r>
            <a:r>
              <a:rPr lang="ru-RU" dirty="0"/>
              <a:t> </a:t>
            </a:r>
            <a:r>
              <a:rPr lang="ru-RU" dirty="0" err="1"/>
              <a:t>створення</a:t>
            </a:r>
            <a:r>
              <a:rPr lang="ru-RU" dirty="0"/>
              <a:t>.</a:t>
            </a:r>
            <a:endParaRPr lang="uk-UA" dirty="0"/>
          </a:p>
        </p:txBody>
      </p:sp>
      <p:pic>
        <p:nvPicPr>
          <p:cNvPr id="6148" name="Picture 4">
            <a:extLst>
              <a:ext uri="{FF2B5EF4-FFF2-40B4-BE49-F238E27FC236}">
                <a16:creationId xmlns:a16="http://schemas.microsoft.com/office/drawing/2014/main" id="{933F17A1-6A2D-7BE9-DE03-0370E7400C6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34678" y="2862292"/>
            <a:ext cx="2251087" cy="310087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33ACEE39-EDB4-E0AF-607A-C07A3594543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886098" y="2843450"/>
            <a:ext cx="2886427" cy="3059612"/>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40CF79BA-377E-D169-7168-7DB4958DCD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3543" y="2843450"/>
            <a:ext cx="2510829" cy="310087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9413F19F-F060-8ABA-32C4-A22F13B0AF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5389" y="2862291"/>
            <a:ext cx="3177351" cy="3082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647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F764E0-3721-858D-60AB-4AD7BC610B2B}"/>
              </a:ext>
            </a:extLst>
          </p:cNvPr>
          <p:cNvSpPr>
            <a:spLocks noGrp="1"/>
          </p:cNvSpPr>
          <p:nvPr>
            <p:ph type="title"/>
          </p:nvPr>
        </p:nvSpPr>
        <p:spPr/>
        <p:txBody>
          <a:bodyPr/>
          <a:lstStyle/>
          <a:p>
            <a:r>
              <a:rPr lang="ru-RU" dirty="0" err="1"/>
              <a:t>Які</a:t>
            </a:r>
            <a:r>
              <a:rPr lang="ru-RU" dirty="0"/>
              <a:t> </a:t>
            </a:r>
            <a:r>
              <a:rPr lang="ru-RU" dirty="0" err="1"/>
              <a:t>проблеми</a:t>
            </a:r>
            <a:r>
              <a:rPr lang="ru-RU" dirty="0"/>
              <a:t> 1990-х </a:t>
            </a:r>
            <a:r>
              <a:rPr lang="ru-RU" dirty="0" err="1"/>
              <a:t>рр</a:t>
            </a:r>
            <a:r>
              <a:rPr lang="ru-RU" dirty="0"/>
              <a:t>. </a:t>
            </a:r>
            <a:r>
              <a:rPr lang="ru-RU" dirty="0" err="1"/>
              <a:t>відображено</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EF77BB18-A9B4-43F2-8E0B-5E81FE87A891}"/>
              </a:ext>
            </a:extLst>
          </p:cNvPr>
          <p:cNvGraphicFramePr>
            <a:graphicFrameLocks noGrp="1"/>
          </p:cNvGraphicFramePr>
          <p:nvPr>
            <p:ph sz="half" idx="2"/>
            <p:extLst>
              <p:ext uri="{D42A27DB-BD31-4B8C-83A1-F6EECF244321}">
                <p14:modId xmlns:p14="http://schemas.microsoft.com/office/powerpoint/2010/main" val="102569437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266" name="Picture 2">
            <a:extLst>
              <a:ext uri="{FF2B5EF4-FFF2-40B4-BE49-F238E27FC236}">
                <a16:creationId xmlns:a16="http://schemas.microsoft.com/office/drawing/2014/main" id="{141574A5-0F90-3540-7079-9410E25CC0CA}"/>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53059" y="2766825"/>
            <a:ext cx="4258269" cy="2695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82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51538B-B5B0-23FB-E958-C19A08222754}"/>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процесу</a:t>
            </a:r>
            <a:r>
              <a:rPr lang="ru-RU" dirty="0"/>
              <a:t> </a:t>
            </a:r>
            <a:r>
              <a:rPr lang="ru-RU" dirty="0" err="1"/>
              <a:t>державотворення</a:t>
            </a:r>
            <a:r>
              <a:rPr lang="ru-RU" dirty="0"/>
              <a:t> в </a:t>
            </a:r>
            <a:r>
              <a:rPr lang="ru-RU" dirty="0" err="1"/>
              <a:t>Україні</a:t>
            </a:r>
            <a:r>
              <a:rPr lang="ru-RU" dirty="0"/>
              <a:t>.</a:t>
            </a:r>
            <a:endParaRPr lang="uk-UA" dirty="0"/>
          </a:p>
        </p:txBody>
      </p:sp>
      <p:sp>
        <p:nvSpPr>
          <p:cNvPr id="3" name="Місце для вмісту 2">
            <a:extLst>
              <a:ext uri="{FF2B5EF4-FFF2-40B4-BE49-F238E27FC236}">
                <a16:creationId xmlns:a16="http://schemas.microsoft.com/office/drawing/2014/main" id="{52E9D6AA-8F8E-2DE1-8EC8-384FF789150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ECF2EDF7-D2BB-A69F-35C4-481F296E07EB}"/>
              </a:ext>
            </a:extLst>
          </p:cNvPr>
          <p:cNvGraphicFramePr>
            <a:graphicFrameLocks noGrp="1"/>
          </p:cNvGraphicFramePr>
          <p:nvPr>
            <p:ph sz="half" idx="2"/>
            <p:extLst>
              <p:ext uri="{D42A27DB-BD31-4B8C-83A1-F6EECF244321}">
                <p14:modId xmlns:p14="http://schemas.microsoft.com/office/powerpoint/2010/main" val="1793230140"/>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5384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6F4DA7-C1B1-7762-496E-3F82B74EE5EF}"/>
              </a:ext>
            </a:extLst>
          </p:cNvPr>
          <p:cNvSpPr>
            <a:spLocks noGrp="1"/>
          </p:cNvSpPr>
          <p:nvPr>
            <p:ph type="title"/>
          </p:nvPr>
        </p:nvSpPr>
        <p:spPr/>
        <p:txBody>
          <a:bodyPr>
            <a:normAutofit fontScale="90000"/>
          </a:bodyPr>
          <a:lstStyle/>
          <a:p>
            <a:r>
              <a:rPr lang="ru-RU" dirty="0" err="1"/>
              <a:t>Повноправним</a:t>
            </a:r>
            <a:r>
              <a:rPr lang="ru-RU" dirty="0"/>
              <a:t> </a:t>
            </a:r>
            <a:r>
              <a:rPr lang="ru-RU" dirty="0" err="1"/>
              <a:t>суб’єктом</a:t>
            </a:r>
            <a:r>
              <a:rPr lang="ru-RU" dirty="0"/>
              <a:t> </a:t>
            </a:r>
            <a:r>
              <a:rPr lang="ru-RU" dirty="0" err="1"/>
              <a:t>міжнародних</a:t>
            </a:r>
            <a:r>
              <a:rPr lang="ru-RU" dirty="0"/>
              <a:t> </a:t>
            </a:r>
            <a:r>
              <a:rPr lang="ru-RU" dirty="0" err="1"/>
              <a:t>відносин</a:t>
            </a:r>
            <a:r>
              <a:rPr lang="ru-RU" dirty="0"/>
              <a:t> </a:t>
            </a:r>
            <a:r>
              <a:rPr lang="ru-RU" dirty="0" err="1"/>
              <a:t>Україна</a:t>
            </a:r>
            <a:r>
              <a:rPr lang="ru-RU" dirty="0"/>
              <a:t> стала</a:t>
            </a:r>
            <a:endParaRPr lang="uk-UA" dirty="0"/>
          </a:p>
        </p:txBody>
      </p:sp>
      <p:sp>
        <p:nvSpPr>
          <p:cNvPr id="3" name="Місце для вмісту 2">
            <a:extLst>
              <a:ext uri="{FF2B5EF4-FFF2-40B4-BE49-F238E27FC236}">
                <a16:creationId xmlns:a16="http://schemas.microsoft.com/office/drawing/2014/main" id="{899067D9-9A2C-5396-3968-4F56FE2EFE6B}"/>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FF4DD32A-07DC-B90B-D237-75138855CBC7}"/>
              </a:ext>
            </a:extLst>
          </p:cNvPr>
          <p:cNvGraphicFramePr>
            <a:graphicFrameLocks noGrp="1"/>
          </p:cNvGraphicFramePr>
          <p:nvPr>
            <p:ph sz="half" idx="2"/>
            <p:extLst>
              <p:ext uri="{D42A27DB-BD31-4B8C-83A1-F6EECF244321}">
                <p14:modId xmlns:p14="http://schemas.microsoft.com/office/powerpoint/2010/main" val="3725091960"/>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6837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16F0E7FB-4372-AFEA-BA91-69FB503DE01F}"/>
              </a:ext>
            </a:extLst>
          </p:cNvPr>
          <p:cNvSpPr>
            <a:spLocks noGrp="1"/>
          </p:cNvSpPr>
          <p:nvPr>
            <p:ph type="title"/>
          </p:nvPr>
        </p:nvSpPr>
        <p:spPr/>
        <p:txBody>
          <a:bodyPr/>
          <a:lstStyle/>
          <a:p>
            <a:r>
              <a:rPr lang="uk-UA" dirty="0"/>
              <a:t>Важливі дати</a:t>
            </a:r>
          </a:p>
        </p:txBody>
      </p:sp>
      <p:sp>
        <p:nvSpPr>
          <p:cNvPr id="6" name="Місце для тексту 5">
            <a:extLst>
              <a:ext uri="{FF2B5EF4-FFF2-40B4-BE49-F238E27FC236}">
                <a16:creationId xmlns:a16="http://schemas.microsoft.com/office/drawing/2014/main" id="{3CCFDA96-419D-5C79-7A59-83EDCEEACEC3}"/>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3063543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E679D-B375-349A-C84D-8502E46E5778}"/>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датами та </a:t>
            </a:r>
            <a:r>
              <a:rPr lang="ru-RU" dirty="0" err="1"/>
              <a:t>подіями</a:t>
            </a:r>
            <a:r>
              <a:rPr lang="ru-RU" dirty="0"/>
              <a:t>.</a:t>
            </a:r>
            <a:endParaRPr lang="uk-UA" dirty="0"/>
          </a:p>
        </p:txBody>
      </p:sp>
      <p:graphicFrame>
        <p:nvGraphicFramePr>
          <p:cNvPr id="6" name="Місце для вмісту 5">
            <a:extLst>
              <a:ext uri="{FF2B5EF4-FFF2-40B4-BE49-F238E27FC236}">
                <a16:creationId xmlns:a16="http://schemas.microsoft.com/office/drawing/2014/main" id="{CC385F83-6796-0DC8-8EDE-C3C14DC7DF64}"/>
              </a:ext>
            </a:extLst>
          </p:cNvPr>
          <p:cNvGraphicFramePr>
            <a:graphicFrameLocks noGrp="1"/>
          </p:cNvGraphicFramePr>
          <p:nvPr>
            <p:ph sz="half" idx="1"/>
            <p:extLst>
              <p:ext uri="{D42A27DB-BD31-4B8C-83A1-F6EECF244321}">
                <p14:modId xmlns:p14="http://schemas.microsoft.com/office/powerpoint/2010/main" val="1210935121"/>
              </p:ext>
            </p:extLst>
          </p:nvPr>
        </p:nvGraphicFramePr>
        <p:xfrm>
          <a:off x="689954" y="2011680"/>
          <a:ext cx="5029201"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9D14E44B-E0C9-7AAB-237C-EB1EC45C0583}"/>
              </a:ext>
            </a:extLst>
          </p:cNvPr>
          <p:cNvGraphicFramePr>
            <a:graphicFrameLocks noGrp="1"/>
          </p:cNvGraphicFramePr>
          <p:nvPr>
            <p:ph sz="half" idx="2"/>
            <p:extLst>
              <p:ext uri="{D42A27DB-BD31-4B8C-83A1-F6EECF244321}">
                <p14:modId xmlns:p14="http://schemas.microsoft.com/office/powerpoint/2010/main" val="157345468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482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8B7DC6-5D91-093D-3597-DBEA6BE9A507}"/>
              </a:ext>
            </a:extLst>
          </p:cNvPr>
          <p:cNvSpPr>
            <a:spLocks noGrp="1"/>
          </p:cNvSpPr>
          <p:nvPr>
            <p:ph type="title"/>
          </p:nvPr>
        </p:nvSpPr>
        <p:spPr/>
        <p:txBody>
          <a:bodyPr>
            <a:normAutofit fontScale="90000"/>
          </a:bodyPr>
          <a:lstStyle/>
          <a:p>
            <a:r>
              <a:rPr lang="ru-RU" dirty="0"/>
              <a:t>Яка </a:t>
            </a:r>
            <a:r>
              <a:rPr lang="ru-RU" dirty="0" err="1"/>
              <a:t>подія</a:t>
            </a:r>
            <a:r>
              <a:rPr lang="ru-RU" dirty="0"/>
              <a:t> дала </a:t>
            </a:r>
            <a:r>
              <a:rPr lang="ru-RU" dirty="0" err="1"/>
              <a:t>поштовх</a:t>
            </a:r>
            <a:r>
              <a:rPr lang="ru-RU" dirty="0"/>
              <a:t> </a:t>
            </a:r>
            <a:r>
              <a:rPr lang="ru-RU" dirty="0" err="1"/>
              <a:t>процесу</a:t>
            </a:r>
            <a:r>
              <a:rPr lang="ru-RU" dirty="0"/>
              <a:t> </a:t>
            </a:r>
            <a:r>
              <a:rPr lang="ru-RU" dirty="0" err="1"/>
              <a:t>міжнародного</a:t>
            </a:r>
            <a:r>
              <a:rPr lang="ru-RU" dirty="0"/>
              <a:t> </a:t>
            </a:r>
            <a:r>
              <a:rPr lang="ru-RU" dirty="0" err="1"/>
              <a:t>визнання</a:t>
            </a:r>
            <a:r>
              <a:rPr lang="ru-RU" dirty="0"/>
              <a:t> </a:t>
            </a:r>
            <a:r>
              <a:rPr lang="ru-RU" dirty="0" err="1"/>
              <a:t>України</a:t>
            </a:r>
            <a:r>
              <a:rPr lang="ru-RU" dirty="0"/>
              <a:t> як </a:t>
            </a:r>
            <a:r>
              <a:rPr lang="ru-RU" dirty="0" err="1"/>
              <a:t>незалежної</a:t>
            </a:r>
            <a:r>
              <a:rPr lang="ru-RU" dirty="0"/>
              <a:t> </a:t>
            </a:r>
            <a:r>
              <a:rPr lang="ru-RU" dirty="0" err="1"/>
              <a:t>держави</a:t>
            </a:r>
            <a:r>
              <a:rPr lang="ru-RU" dirty="0"/>
              <a:t>?</a:t>
            </a:r>
            <a:endParaRPr lang="uk-UA" dirty="0"/>
          </a:p>
        </p:txBody>
      </p:sp>
      <p:graphicFrame>
        <p:nvGraphicFramePr>
          <p:cNvPr id="4" name="Місце для вмісту 3">
            <a:extLst>
              <a:ext uri="{FF2B5EF4-FFF2-40B4-BE49-F238E27FC236}">
                <a16:creationId xmlns:a16="http://schemas.microsoft.com/office/drawing/2014/main" id="{493DF566-14FE-6272-77B2-1A9B577F9E4F}"/>
              </a:ext>
            </a:extLst>
          </p:cNvPr>
          <p:cNvGraphicFramePr>
            <a:graphicFrameLocks noGrp="1"/>
          </p:cNvGraphicFramePr>
          <p:nvPr>
            <p:ph sz="half" idx="1"/>
            <p:extLst>
              <p:ext uri="{D42A27DB-BD31-4B8C-83A1-F6EECF244321}">
                <p14:modId xmlns:p14="http://schemas.microsoft.com/office/powerpoint/2010/main" val="1173322650"/>
              </p:ext>
            </p:extLst>
          </p:nvPr>
        </p:nvGraphicFramePr>
        <p:xfrm>
          <a:off x="1204913" y="2011363"/>
          <a:ext cx="4754562"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Місце для вмісту 4">
            <a:extLst>
              <a:ext uri="{FF2B5EF4-FFF2-40B4-BE49-F238E27FC236}">
                <a16:creationId xmlns:a16="http://schemas.microsoft.com/office/drawing/2014/main" id="{22CE27E6-0A2A-9B6D-BDF0-B73857E2F017}"/>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626728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8440F8-3ACD-667D-342E-1F0D73643891}"/>
              </a:ext>
            </a:extLst>
          </p:cNvPr>
          <p:cNvSpPr>
            <a:spLocks noGrp="1"/>
          </p:cNvSpPr>
          <p:nvPr>
            <p:ph type="title"/>
          </p:nvPr>
        </p:nvSpPr>
        <p:spPr/>
        <p:txBody>
          <a:bodyPr/>
          <a:lstStyle/>
          <a:p>
            <a:r>
              <a:rPr lang="ru-RU" dirty="0"/>
              <a:t>6 грудня 1991 р. — </a:t>
            </a:r>
            <a:r>
              <a:rPr lang="ru-RU" dirty="0" err="1"/>
              <a:t>це</a:t>
            </a:r>
            <a:r>
              <a:rPr lang="ru-RU" dirty="0"/>
              <a:t> дата</a:t>
            </a:r>
            <a:endParaRPr lang="uk-UA" dirty="0"/>
          </a:p>
        </p:txBody>
      </p:sp>
      <p:sp>
        <p:nvSpPr>
          <p:cNvPr id="3" name="Місце для вмісту 2">
            <a:extLst>
              <a:ext uri="{FF2B5EF4-FFF2-40B4-BE49-F238E27FC236}">
                <a16:creationId xmlns:a16="http://schemas.microsoft.com/office/drawing/2014/main" id="{C0695A41-E308-59C3-81C4-DB425E151691}"/>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B996BEC7-EBB2-07D2-C5C3-E12328968A86}"/>
              </a:ext>
            </a:extLst>
          </p:cNvPr>
          <p:cNvGraphicFramePr>
            <a:graphicFrameLocks noGrp="1"/>
          </p:cNvGraphicFramePr>
          <p:nvPr>
            <p:ph sz="half" idx="2"/>
            <p:extLst>
              <p:ext uri="{D42A27DB-BD31-4B8C-83A1-F6EECF244321}">
                <p14:modId xmlns:p14="http://schemas.microsoft.com/office/powerpoint/2010/main" val="1618208040"/>
              </p:ext>
            </p:extLst>
          </p:nvPr>
        </p:nvGraphicFramePr>
        <p:xfrm>
          <a:off x="6230938" y="2011363"/>
          <a:ext cx="4754562"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819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2B769F-81E3-1361-4C05-96A7A20589DF}"/>
              </a:ext>
            </a:extLst>
          </p:cNvPr>
          <p:cNvSpPr>
            <a:spLocks noGrp="1"/>
          </p:cNvSpPr>
          <p:nvPr>
            <p:ph type="title"/>
          </p:nvPr>
        </p:nvSpPr>
        <p:spPr/>
        <p:txBody>
          <a:bodyPr/>
          <a:lstStyle/>
          <a:p>
            <a:r>
              <a:rPr lang="ru-RU" dirty="0" err="1"/>
              <a:t>Конституція</a:t>
            </a:r>
            <a:r>
              <a:rPr lang="ru-RU" dirty="0"/>
              <a:t> УРСР, </a:t>
            </a:r>
            <a:r>
              <a:rPr lang="ru-RU" dirty="0" err="1"/>
              <a:t>ухвалена</a:t>
            </a:r>
            <a:r>
              <a:rPr lang="ru-RU" dirty="0"/>
              <a:t> 20 </a:t>
            </a:r>
            <a:r>
              <a:rPr lang="ru-RU" dirty="0" err="1"/>
              <a:t>квітня</a:t>
            </a:r>
            <a:r>
              <a:rPr lang="ru-RU" dirty="0"/>
              <a:t> 1978 р., утратила </a:t>
            </a:r>
            <a:r>
              <a:rPr lang="ru-RU" dirty="0" err="1"/>
              <a:t>чинність</a:t>
            </a:r>
            <a:endParaRPr lang="uk-UA" dirty="0"/>
          </a:p>
        </p:txBody>
      </p:sp>
      <p:sp>
        <p:nvSpPr>
          <p:cNvPr id="3" name="Місце для вмісту 2">
            <a:extLst>
              <a:ext uri="{FF2B5EF4-FFF2-40B4-BE49-F238E27FC236}">
                <a16:creationId xmlns:a16="http://schemas.microsoft.com/office/drawing/2014/main" id="{38DCA9BB-29D2-0C6C-27A4-E4B8BECA8E00}"/>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F542E94A-1E65-9416-6759-C0EBD643A585}"/>
              </a:ext>
            </a:extLst>
          </p:cNvPr>
          <p:cNvGraphicFramePr>
            <a:graphicFrameLocks noGrp="1"/>
          </p:cNvGraphicFramePr>
          <p:nvPr>
            <p:ph sz="half" idx="2"/>
            <p:extLst>
              <p:ext uri="{D42A27DB-BD31-4B8C-83A1-F6EECF244321}">
                <p14:modId xmlns:p14="http://schemas.microsoft.com/office/powerpoint/2010/main" val="210170019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6900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CCDF84-76BB-95FA-9BD5-60F87C7CFD8B}"/>
              </a:ext>
            </a:extLst>
          </p:cNvPr>
          <p:cNvSpPr>
            <a:spLocks noGrp="1"/>
          </p:cNvSpPr>
          <p:nvPr>
            <p:ph type="title"/>
          </p:nvPr>
        </p:nvSpPr>
        <p:spPr/>
        <p:txBody>
          <a:bodyPr>
            <a:normAutofit/>
          </a:bodyPr>
          <a:lstStyle/>
          <a:p>
            <a:r>
              <a:rPr lang="uk-UA" sz="3200" dirty="0"/>
              <a:t>Яка із зазначених нижче подій відбулася того ж року що і прийняття Верховною Радою Конституції незалежної України?</a:t>
            </a:r>
          </a:p>
        </p:txBody>
      </p:sp>
      <p:sp>
        <p:nvSpPr>
          <p:cNvPr id="3" name="Місце для вмісту 2">
            <a:extLst>
              <a:ext uri="{FF2B5EF4-FFF2-40B4-BE49-F238E27FC236}">
                <a16:creationId xmlns:a16="http://schemas.microsoft.com/office/drawing/2014/main" id="{4FE2CA0D-30FC-2D16-2C08-11B99E2D0C95}"/>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1D3B179-1C61-197C-384C-199C75CEB757}"/>
              </a:ext>
            </a:extLst>
          </p:cNvPr>
          <p:cNvGraphicFramePr>
            <a:graphicFrameLocks noGrp="1"/>
          </p:cNvGraphicFramePr>
          <p:nvPr>
            <p:ph sz="half" idx="2"/>
            <p:extLst>
              <p:ext uri="{D42A27DB-BD31-4B8C-83A1-F6EECF244321}">
                <p14:modId xmlns:p14="http://schemas.microsoft.com/office/powerpoint/2010/main" val="115755010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3864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A1A7A8-06C4-6B22-2993-C5CE8631257C}"/>
              </a:ext>
            </a:extLst>
          </p:cNvPr>
          <p:cNvSpPr>
            <a:spLocks noGrp="1"/>
          </p:cNvSpPr>
          <p:nvPr>
            <p:ph type="title"/>
          </p:nvPr>
        </p:nvSpPr>
        <p:spPr/>
        <p:txBody>
          <a:bodyPr/>
          <a:lstStyle/>
          <a:p>
            <a:r>
              <a:rPr lang="uk-UA" dirty="0"/>
              <a:t>Конституцію України було ухвалено</a:t>
            </a:r>
          </a:p>
        </p:txBody>
      </p:sp>
      <p:sp>
        <p:nvSpPr>
          <p:cNvPr id="3" name="Місце для вмісту 2">
            <a:extLst>
              <a:ext uri="{FF2B5EF4-FFF2-40B4-BE49-F238E27FC236}">
                <a16:creationId xmlns:a16="http://schemas.microsoft.com/office/drawing/2014/main" id="{E57BA5AE-57AB-D186-0874-7E207A2C5BB6}"/>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F2D70658-72D7-9C26-1050-68CE5A3BB33D}"/>
              </a:ext>
            </a:extLst>
          </p:cNvPr>
          <p:cNvGraphicFramePr>
            <a:graphicFrameLocks noGrp="1"/>
          </p:cNvGraphicFramePr>
          <p:nvPr>
            <p:ph sz="half" idx="2"/>
            <p:extLst>
              <p:ext uri="{D42A27DB-BD31-4B8C-83A1-F6EECF244321}">
                <p14:modId xmlns:p14="http://schemas.microsoft.com/office/powerpoint/2010/main" val="2831865901"/>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2036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0301DA-BD76-894D-E56B-F7ABBDFF0FBA}"/>
              </a:ext>
            </a:extLst>
          </p:cNvPr>
          <p:cNvSpPr>
            <a:spLocks noGrp="1"/>
          </p:cNvSpPr>
          <p:nvPr>
            <p:ph type="title"/>
          </p:nvPr>
        </p:nvSpPr>
        <p:spPr/>
        <p:txBody>
          <a:bodyPr/>
          <a:lstStyle/>
          <a:p>
            <a:r>
              <a:rPr lang="ru-RU" b="0" i="0" dirty="0" err="1">
                <a:solidFill>
                  <a:srgbClr val="000000"/>
                </a:solidFill>
                <a:effectLst/>
                <a:latin typeface="Century Gothic" panose="020B0502020202020204" pitchFamily="34" charset="0"/>
              </a:rPr>
              <a:t>Установіть</a:t>
            </a:r>
            <a:r>
              <a:rPr lang="ru-RU" b="0" i="0" dirty="0">
                <a:solidFill>
                  <a:srgbClr val="000000"/>
                </a:solidFill>
                <a:effectLst/>
                <a:latin typeface="Century Gothic" panose="020B0502020202020204" pitchFamily="34" charset="0"/>
              </a:rPr>
              <a:t> </a:t>
            </a:r>
            <a:r>
              <a:rPr lang="ru-RU" b="0" i="0" dirty="0" err="1">
                <a:solidFill>
                  <a:srgbClr val="000000"/>
                </a:solidFill>
                <a:effectLst/>
                <a:latin typeface="Century Gothic" panose="020B0502020202020204" pitchFamily="34" charset="0"/>
              </a:rPr>
              <a:t>відповідність</a:t>
            </a:r>
            <a:r>
              <a:rPr lang="ru-RU" b="0" i="0" dirty="0">
                <a:solidFill>
                  <a:srgbClr val="000000"/>
                </a:solidFill>
                <a:effectLst/>
                <a:latin typeface="Century Gothic" panose="020B0502020202020204" pitchFamily="34" charset="0"/>
              </a:rPr>
              <a:t> </a:t>
            </a:r>
            <a:r>
              <a:rPr lang="ru-RU" b="0" i="0" dirty="0" err="1">
                <a:solidFill>
                  <a:srgbClr val="000000"/>
                </a:solidFill>
                <a:effectLst/>
                <a:latin typeface="Century Gothic" panose="020B0502020202020204" pitchFamily="34" charset="0"/>
              </a:rPr>
              <a:t>між</a:t>
            </a:r>
            <a:r>
              <a:rPr lang="ru-RU" b="0" i="0" dirty="0">
                <a:solidFill>
                  <a:srgbClr val="000000"/>
                </a:solidFill>
                <a:effectLst/>
                <a:latin typeface="Century Gothic" panose="020B0502020202020204" pitchFamily="34" charset="0"/>
              </a:rPr>
              <a:t> </a:t>
            </a:r>
            <a:r>
              <a:rPr lang="ru-RU" b="0" i="0" dirty="0" err="1">
                <a:solidFill>
                  <a:srgbClr val="000000"/>
                </a:solidFill>
                <a:effectLst/>
                <a:latin typeface="Century Gothic" panose="020B0502020202020204" pitchFamily="34" charset="0"/>
              </a:rPr>
              <a:t>подіями</a:t>
            </a:r>
            <a:r>
              <a:rPr lang="ru-RU" b="0" i="0" dirty="0">
                <a:solidFill>
                  <a:srgbClr val="000000"/>
                </a:solidFill>
                <a:effectLst/>
                <a:latin typeface="Century Gothic" panose="020B0502020202020204" pitchFamily="34" charset="0"/>
              </a:rPr>
              <a:t> та датами.</a:t>
            </a:r>
            <a:endParaRPr lang="uk-UA" dirty="0"/>
          </a:p>
        </p:txBody>
      </p:sp>
      <p:graphicFrame>
        <p:nvGraphicFramePr>
          <p:cNvPr id="6" name="Місце для вмісту 5">
            <a:extLst>
              <a:ext uri="{FF2B5EF4-FFF2-40B4-BE49-F238E27FC236}">
                <a16:creationId xmlns:a16="http://schemas.microsoft.com/office/drawing/2014/main" id="{3EA965BE-4E69-3894-5A20-8F26EE3629E0}"/>
              </a:ext>
            </a:extLst>
          </p:cNvPr>
          <p:cNvGraphicFramePr>
            <a:graphicFrameLocks noGrp="1"/>
          </p:cNvGraphicFramePr>
          <p:nvPr>
            <p:ph sz="half" idx="1"/>
            <p:extLst>
              <p:ext uri="{D42A27DB-BD31-4B8C-83A1-F6EECF244321}">
                <p14:modId xmlns:p14="http://schemas.microsoft.com/office/powerpoint/2010/main" val="1407591616"/>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0BB20D13-6607-0CBD-2A87-51CFCEF73260}"/>
              </a:ext>
            </a:extLst>
          </p:cNvPr>
          <p:cNvGraphicFramePr>
            <a:graphicFrameLocks noGrp="1"/>
          </p:cNvGraphicFramePr>
          <p:nvPr>
            <p:ph sz="half" idx="2"/>
            <p:extLst>
              <p:ext uri="{D42A27DB-BD31-4B8C-83A1-F6EECF244321}">
                <p14:modId xmlns:p14="http://schemas.microsoft.com/office/powerpoint/2010/main" val="1856453121"/>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92944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8CC5F270-8030-E6AD-A9B5-C331D5F969A9}"/>
              </a:ext>
            </a:extLst>
          </p:cNvPr>
          <p:cNvSpPr>
            <a:spLocks noGrp="1"/>
          </p:cNvSpPr>
          <p:nvPr>
            <p:ph type="title"/>
          </p:nvPr>
        </p:nvSpPr>
        <p:spPr/>
        <p:txBody>
          <a:bodyPr/>
          <a:lstStyle/>
          <a:p>
            <a:r>
              <a:rPr lang="uk-UA" dirty="0"/>
              <a:t>Політичні процеси</a:t>
            </a:r>
          </a:p>
        </p:txBody>
      </p:sp>
      <p:sp>
        <p:nvSpPr>
          <p:cNvPr id="7" name="Місце для тексту 6">
            <a:extLst>
              <a:ext uri="{FF2B5EF4-FFF2-40B4-BE49-F238E27FC236}">
                <a16:creationId xmlns:a16="http://schemas.microsoft.com/office/drawing/2014/main" id="{77ECA632-990A-B214-4B82-68DEE44FFAC0}"/>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3058027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600DC5-32D4-6B15-A0CC-F53E3132AAE6}"/>
              </a:ext>
            </a:extLst>
          </p:cNvPr>
          <p:cNvSpPr>
            <a:spLocks noGrp="1"/>
          </p:cNvSpPr>
          <p:nvPr>
            <p:ph type="title"/>
          </p:nvPr>
        </p:nvSpPr>
        <p:spPr/>
        <p:txBody>
          <a:bodyPr>
            <a:normAutofit fontScale="90000"/>
          </a:bodyPr>
          <a:lstStyle/>
          <a:p>
            <a:r>
              <a:rPr lang="ru-RU" dirty="0" err="1"/>
              <a:t>Назва</a:t>
            </a:r>
            <a:r>
              <a:rPr lang="ru-RU" dirty="0"/>
              <a:t> </a:t>
            </a:r>
            <a:r>
              <a:rPr lang="ru-RU" dirty="0" err="1"/>
              <a:t>якого</a:t>
            </a:r>
            <a:r>
              <a:rPr lang="ru-RU" dirty="0"/>
              <a:t> державного органу пропущена в </a:t>
            </a:r>
            <a:r>
              <a:rPr lang="ru-RU" dirty="0" err="1"/>
              <a:t>цитованому</a:t>
            </a:r>
            <a:r>
              <a:rPr lang="ru-RU" dirty="0"/>
              <a:t> </a:t>
            </a:r>
            <a:r>
              <a:rPr lang="ru-RU" dirty="0" err="1"/>
              <a:t>нижче</a:t>
            </a:r>
            <a:r>
              <a:rPr lang="ru-RU" dirty="0"/>
              <a:t> </a:t>
            </a:r>
            <a:r>
              <a:rPr lang="ru-RU" dirty="0" err="1"/>
              <a:t>документі</a:t>
            </a:r>
            <a:r>
              <a:rPr lang="ru-RU" dirty="0"/>
              <a:t>?</a:t>
            </a:r>
            <a:endParaRPr lang="uk-UA" dirty="0"/>
          </a:p>
        </p:txBody>
      </p:sp>
      <p:sp>
        <p:nvSpPr>
          <p:cNvPr id="3" name="Місце для вмісту 2">
            <a:extLst>
              <a:ext uri="{FF2B5EF4-FFF2-40B4-BE49-F238E27FC236}">
                <a16:creationId xmlns:a16="http://schemas.microsoft.com/office/drawing/2014/main" id="{A8C20A21-5D51-3FC8-E917-D79CF0337274}"/>
              </a:ext>
            </a:extLst>
          </p:cNvPr>
          <p:cNvSpPr>
            <a:spLocks noGrp="1"/>
          </p:cNvSpPr>
          <p:nvPr>
            <p:ph sz="half" idx="1"/>
          </p:nvPr>
        </p:nvSpPr>
        <p:spPr/>
        <p:txBody>
          <a:bodyPr/>
          <a:lstStyle/>
          <a:p>
            <a:r>
              <a:rPr lang="ru-RU" i="1" dirty="0"/>
              <a:t>«...контроль за </a:t>
            </a:r>
            <a:r>
              <a:rPr lang="ru-RU" i="1" dirty="0" err="1"/>
              <a:t>додержанням</a:t>
            </a:r>
            <a:r>
              <a:rPr lang="ru-RU" i="1" dirty="0"/>
              <a:t> </a:t>
            </a:r>
            <a:r>
              <a:rPr lang="ru-RU" i="1" dirty="0" err="1"/>
              <a:t>конституційних</a:t>
            </a:r>
            <a:r>
              <a:rPr lang="ru-RU" i="1" dirty="0"/>
              <a:t> прав і свобод </a:t>
            </a:r>
            <a:r>
              <a:rPr lang="ru-RU" i="1" dirty="0" err="1"/>
              <a:t>людини</a:t>
            </a:r>
            <a:r>
              <a:rPr lang="ru-RU" i="1" dirty="0"/>
              <a:t> і </a:t>
            </a:r>
            <a:r>
              <a:rPr lang="ru-RU" i="1" dirty="0" err="1"/>
              <a:t>громадянина</a:t>
            </a:r>
            <a:r>
              <a:rPr lang="ru-RU" i="1" dirty="0"/>
              <a:t> та </a:t>
            </a:r>
            <a:r>
              <a:rPr lang="ru-RU" i="1" dirty="0" err="1"/>
              <a:t>захист</a:t>
            </a:r>
            <a:r>
              <a:rPr lang="ru-RU" i="1" dirty="0"/>
              <a:t> прав кожного на </a:t>
            </a:r>
            <a:r>
              <a:rPr lang="ru-RU" i="1" dirty="0" err="1"/>
              <a:t>території</a:t>
            </a:r>
            <a:r>
              <a:rPr lang="ru-RU" i="1" dirty="0"/>
              <a:t> </a:t>
            </a:r>
            <a:r>
              <a:rPr lang="ru-RU" i="1" dirty="0" err="1"/>
              <a:t>України</a:t>
            </a:r>
            <a:r>
              <a:rPr lang="ru-RU" i="1" dirty="0"/>
              <a:t> і межах </a:t>
            </a:r>
            <a:r>
              <a:rPr lang="ru-RU" i="1" dirty="0" err="1"/>
              <a:t>її</a:t>
            </a:r>
            <a:r>
              <a:rPr lang="ru-RU" i="1" dirty="0"/>
              <a:t> </a:t>
            </a:r>
            <a:r>
              <a:rPr lang="ru-RU" i="1" dirty="0" err="1"/>
              <a:t>юрисдикції</a:t>
            </a:r>
            <a:r>
              <a:rPr lang="ru-RU" i="1" dirty="0"/>
              <a:t> </a:t>
            </a:r>
            <a:r>
              <a:rPr lang="ru-RU" i="1" dirty="0" err="1"/>
              <a:t>здійснює</a:t>
            </a:r>
            <a:r>
              <a:rPr lang="ru-RU" i="1" dirty="0"/>
              <a:t> </a:t>
            </a:r>
            <a:r>
              <a:rPr lang="ru-RU" i="1" dirty="0" err="1"/>
              <a:t>Уповноважений</a:t>
            </a:r>
            <a:r>
              <a:rPr lang="ru-RU" i="1" dirty="0"/>
              <a:t> __________ з прав </a:t>
            </a:r>
            <a:r>
              <a:rPr lang="ru-RU" i="1" dirty="0" err="1"/>
              <a:t>людини</a:t>
            </a:r>
            <a:r>
              <a:rPr lang="ru-RU" i="1" dirty="0"/>
              <a:t>, </a:t>
            </a:r>
            <a:r>
              <a:rPr lang="ru-RU" i="1" dirty="0" err="1"/>
              <a:t>який</a:t>
            </a:r>
            <a:r>
              <a:rPr lang="ru-RU" i="1" dirty="0"/>
              <a:t> в </a:t>
            </a:r>
            <a:r>
              <a:rPr lang="ru-RU" i="1" dirty="0" err="1"/>
              <a:t>своїй</a:t>
            </a:r>
            <a:r>
              <a:rPr lang="ru-RU" i="1" dirty="0"/>
              <a:t> </a:t>
            </a:r>
            <a:r>
              <a:rPr lang="ru-RU" i="1" dirty="0" err="1"/>
              <a:t>діяльності</a:t>
            </a:r>
            <a:r>
              <a:rPr lang="ru-RU" i="1" dirty="0"/>
              <a:t> </a:t>
            </a:r>
            <a:r>
              <a:rPr lang="ru-RU" i="1" dirty="0" err="1"/>
              <a:t>керується</a:t>
            </a:r>
            <a:r>
              <a:rPr lang="ru-RU" i="1" dirty="0"/>
              <a:t> </a:t>
            </a:r>
            <a:r>
              <a:rPr lang="ru-RU" i="1" dirty="0" err="1"/>
              <a:t>Конституцією</a:t>
            </a:r>
            <a:r>
              <a:rPr lang="ru-RU" i="1" dirty="0"/>
              <a:t> </a:t>
            </a:r>
            <a:r>
              <a:rPr lang="ru-RU" i="1" dirty="0" err="1"/>
              <a:t>України</a:t>
            </a:r>
            <a:r>
              <a:rPr lang="ru-RU" i="1" dirty="0"/>
              <a:t>, законами </a:t>
            </a:r>
            <a:r>
              <a:rPr lang="ru-RU" i="1" dirty="0" err="1"/>
              <a:t>України</a:t>
            </a:r>
            <a:r>
              <a:rPr lang="ru-RU" i="1" dirty="0"/>
              <a:t>, </a:t>
            </a:r>
            <a:r>
              <a:rPr lang="ru-RU" i="1" dirty="0" err="1"/>
              <a:t>чинними</a:t>
            </a:r>
            <a:r>
              <a:rPr lang="ru-RU" i="1" dirty="0"/>
              <a:t> </a:t>
            </a:r>
            <a:r>
              <a:rPr lang="ru-RU" i="1" dirty="0" err="1"/>
              <a:t>міжнародними</a:t>
            </a:r>
            <a:r>
              <a:rPr lang="ru-RU" i="1" dirty="0"/>
              <a:t> договорами...»</a:t>
            </a:r>
            <a:endParaRPr lang="uk-UA" i="1" dirty="0"/>
          </a:p>
        </p:txBody>
      </p:sp>
      <p:graphicFrame>
        <p:nvGraphicFramePr>
          <p:cNvPr id="5" name="Місце для вмісту 4">
            <a:extLst>
              <a:ext uri="{FF2B5EF4-FFF2-40B4-BE49-F238E27FC236}">
                <a16:creationId xmlns:a16="http://schemas.microsoft.com/office/drawing/2014/main" id="{FE064122-CC17-C213-AA05-244C3D007FAF}"/>
              </a:ext>
            </a:extLst>
          </p:cNvPr>
          <p:cNvGraphicFramePr>
            <a:graphicFrameLocks noGrp="1"/>
          </p:cNvGraphicFramePr>
          <p:nvPr>
            <p:ph sz="half" idx="2"/>
            <p:extLst>
              <p:ext uri="{D42A27DB-BD31-4B8C-83A1-F6EECF244321}">
                <p14:modId xmlns:p14="http://schemas.microsoft.com/office/powerpoint/2010/main" val="77276517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8562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56F807-AC8A-E7B6-709B-01430F1AC9B1}"/>
              </a:ext>
            </a:extLst>
          </p:cNvPr>
          <p:cNvSpPr>
            <a:spLocks noGrp="1"/>
          </p:cNvSpPr>
          <p:nvPr>
            <p:ph type="title"/>
          </p:nvPr>
        </p:nvSpPr>
        <p:spPr/>
        <p:txBody>
          <a:bodyPr>
            <a:normAutofit/>
          </a:bodyPr>
          <a:lstStyle/>
          <a:p>
            <a:r>
              <a:rPr lang="ru-RU" b="0" i="0" dirty="0">
                <a:solidFill>
                  <a:srgbClr val="000000"/>
                </a:solidFill>
                <a:effectLst/>
                <a:latin typeface="Century Gothic" panose="020B0502020202020204" pitchFamily="34" charset="0"/>
              </a:rPr>
              <a:t>Як </a:t>
            </a:r>
            <a:r>
              <a:rPr lang="ru-RU" b="0" i="0" dirty="0" err="1">
                <a:solidFill>
                  <a:srgbClr val="000000"/>
                </a:solidFill>
                <a:effectLst/>
                <a:latin typeface="Century Gothic" panose="020B0502020202020204" pitchFamily="34" charset="0"/>
              </a:rPr>
              <a:t>називалась</a:t>
            </a:r>
            <a:r>
              <a:rPr lang="ru-RU" b="0" i="0" dirty="0">
                <a:solidFill>
                  <a:srgbClr val="000000"/>
                </a:solidFill>
                <a:effectLst/>
                <a:latin typeface="Century Gothic" panose="020B0502020202020204" pitchFamily="34" charset="0"/>
              </a:rPr>
              <a:t> </a:t>
            </a:r>
            <a:r>
              <a:rPr lang="ru-RU" b="0" i="0" dirty="0" err="1">
                <a:solidFill>
                  <a:srgbClr val="000000"/>
                </a:solidFill>
                <a:effectLst/>
                <a:latin typeface="Century Gothic" panose="020B0502020202020204" pitchFamily="34" charset="0"/>
              </a:rPr>
              <a:t>парламентська</a:t>
            </a:r>
            <a:r>
              <a:rPr lang="ru-RU" b="0" i="0" dirty="0">
                <a:solidFill>
                  <a:srgbClr val="000000"/>
                </a:solidFill>
                <a:effectLst/>
                <a:latin typeface="Century Gothic" panose="020B0502020202020204" pitchFamily="34" charset="0"/>
              </a:rPr>
              <a:t> </a:t>
            </a:r>
            <a:r>
              <a:rPr lang="ru-RU" b="0" i="0" dirty="0" err="1">
                <a:solidFill>
                  <a:srgbClr val="000000"/>
                </a:solidFill>
                <a:effectLst/>
                <a:latin typeface="Century Gothic" panose="020B0502020202020204" pitchFamily="34" charset="0"/>
              </a:rPr>
              <a:t>опозиція</a:t>
            </a:r>
            <a:endParaRPr lang="uk-UA" dirty="0"/>
          </a:p>
        </p:txBody>
      </p:sp>
      <p:sp>
        <p:nvSpPr>
          <p:cNvPr id="3" name="Місце для вмісту 2">
            <a:extLst>
              <a:ext uri="{FF2B5EF4-FFF2-40B4-BE49-F238E27FC236}">
                <a16:creationId xmlns:a16="http://schemas.microsoft.com/office/drawing/2014/main" id="{357BE115-63A1-3455-71EC-010CC2159738}"/>
              </a:ext>
            </a:extLst>
          </p:cNvPr>
          <p:cNvSpPr>
            <a:spLocks noGrp="1"/>
          </p:cNvSpPr>
          <p:nvPr>
            <p:ph sz="half" idx="1"/>
          </p:nvPr>
        </p:nvSpPr>
        <p:spPr/>
        <p:txBody>
          <a:bodyPr/>
          <a:lstStyle/>
          <a:p>
            <a:r>
              <a:rPr lang="ru-RU" i="1" dirty="0"/>
              <a:t>у </a:t>
            </a:r>
            <a:r>
              <a:rPr lang="ru-RU" i="1" dirty="0" err="1"/>
              <a:t>Верховній</a:t>
            </a:r>
            <a:r>
              <a:rPr lang="ru-RU" i="1" dirty="0"/>
              <a:t> </a:t>
            </a:r>
            <a:r>
              <a:rPr lang="ru-RU" i="1" dirty="0" err="1"/>
              <a:t>Раді</a:t>
            </a:r>
            <a:r>
              <a:rPr lang="ru-RU" i="1" dirty="0"/>
              <a:t> УРСР (</a:t>
            </a:r>
            <a:r>
              <a:rPr lang="ru-RU" i="1" dirty="0" err="1"/>
              <a:t>Верховній</a:t>
            </a:r>
            <a:r>
              <a:rPr lang="ru-RU" i="1" dirty="0"/>
              <a:t> </a:t>
            </a:r>
            <a:r>
              <a:rPr lang="ru-RU" i="1" dirty="0" err="1"/>
              <a:t>Раді</a:t>
            </a:r>
            <a:r>
              <a:rPr lang="ru-RU" i="1" dirty="0"/>
              <a:t> </a:t>
            </a:r>
            <a:r>
              <a:rPr lang="ru-RU" i="1" dirty="0" err="1"/>
              <a:t>України</a:t>
            </a:r>
            <a:r>
              <a:rPr lang="ru-RU" i="1" dirty="0"/>
              <a:t> 1-го </a:t>
            </a:r>
            <a:r>
              <a:rPr lang="ru-RU" i="1" dirty="0" err="1"/>
              <a:t>скликання</a:t>
            </a:r>
            <a:r>
              <a:rPr lang="ru-RU" i="1" dirty="0"/>
              <a:t>, 1990-1994 </a:t>
            </a:r>
            <a:r>
              <a:rPr lang="ru-RU" i="1" dirty="0" err="1"/>
              <a:t>рр</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38988B4F-5394-2EAD-EE7B-389C04E518C8}"/>
              </a:ext>
            </a:extLst>
          </p:cNvPr>
          <p:cNvGraphicFramePr>
            <a:graphicFrameLocks noGrp="1"/>
          </p:cNvGraphicFramePr>
          <p:nvPr>
            <p:ph sz="half" idx="2"/>
            <p:extLst>
              <p:ext uri="{D42A27DB-BD31-4B8C-83A1-F6EECF244321}">
                <p14:modId xmlns:p14="http://schemas.microsoft.com/office/powerpoint/2010/main" val="870731810"/>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0189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16E872-3B89-EE9F-E6CA-B1B30FE68DCE}"/>
              </a:ext>
            </a:extLst>
          </p:cNvPr>
          <p:cNvSpPr>
            <a:spLocks noGrp="1"/>
          </p:cNvSpPr>
          <p:nvPr>
            <p:ph type="title"/>
          </p:nvPr>
        </p:nvSpPr>
        <p:spPr/>
        <p:txBody>
          <a:bodyPr>
            <a:normAutofit fontScale="90000"/>
          </a:bodyPr>
          <a:lstStyle/>
          <a:p>
            <a:r>
              <a:rPr lang="ru-RU" dirty="0" err="1"/>
              <a:t>Які</a:t>
            </a:r>
            <a:r>
              <a:rPr lang="ru-RU" dirty="0"/>
              <a:t> </a:t>
            </a:r>
            <a:r>
              <a:rPr lang="ru-RU" dirty="0" err="1"/>
              <a:t>завдання</a:t>
            </a:r>
            <a:r>
              <a:rPr lang="ru-RU" dirty="0"/>
              <a:t> </a:t>
            </a:r>
            <a:r>
              <a:rPr lang="ru-RU" dirty="0" err="1"/>
              <a:t>державотворення</a:t>
            </a:r>
            <a:r>
              <a:rPr lang="ru-RU" dirty="0"/>
              <a:t> в </a:t>
            </a:r>
            <a:r>
              <a:rPr lang="ru-RU" dirty="0" err="1"/>
              <a:t>Україні</a:t>
            </a:r>
            <a:r>
              <a:rPr lang="ru-RU" dirty="0"/>
              <a:t> </a:t>
            </a:r>
            <a:r>
              <a:rPr lang="ru-RU" dirty="0" err="1"/>
              <a:t>було</a:t>
            </a:r>
            <a:r>
              <a:rPr lang="ru-RU" dirty="0"/>
              <a:t> </a:t>
            </a:r>
            <a:r>
              <a:rPr lang="ru-RU" dirty="0" err="1"/>
              <a:t>вирішено</a:t>
            </a:r>
            <a:r>
              <a:rPr lang="ru-RU" dirty="0"/>
              <a:t> в </a:t>
            </a:r>
            <a:r>
              <a:rPr lang="ru-RU" dirty="0" err="1"/>
              <a:t>першій</a:t>
            </a:r>
            <a:r>
              <a:rPr lang="ru-RU" dirty="0"/>
              <a:t> </a:t>
            </a:r>
            <a:r>
              <a:rPr lang="ru-RU" dirty="0" err="1"/>
              <a:t>половині</a:t>
            </a:r>
            <a:r>
              <a:rPr lang="ru-RU" dirty="0"/>
              <a:t> 1990-х </a:t>
            </a:r>
            <a:r>
              <a:rPr lang="ru-RU" dirty="0" err="1"/>
              <a:t>років</a:t>
            </a:r>
            <a:r>
              <a:rPr lang="ru-RU" dirty="0"/>
              <a:t>?</a:t>
            </a:r>
            <a:endParaRPr lang="uk-UA" dirty="0"/>
          </a:p>
        </p:txBody>
      </p:sp>
      <p:graphicFrame>
        <p:nvGraphicFramePr>
          <p:cNvPr id="5" name="Місце для вмісту 4">
            <a:extLst>
              <a:ext uri="{FF2B5EF4-FFF2-40B4-BE49-F238E27FC236}">
                <a16:creationId xmlns:a16="http://schemas.microsoft.com/office/drawing/2014/main" id="{C3A2C8AC-8A85-FAD6-4242-BEB4FCECA5B4}"/>
              </a:ext>
            </a:extLst>
          </p:cNvPr>
          <p:cNvGraphicFramePr>
            <a:graphicFrameLocks noGrp="1"/>
          </p:cNvGraphicFramePr>
          <p:nvPr>
            <p:ph sz="half" idx="1"/>
            <p:extLst>
              <p:ext uri="{D42A27DB-BD31-4B8C-83A1-F6EECF244321}">
                <p14:modId xmlns:p14="http://schemas.microsoft.com/office/powerpoint/2010/main" val="3263403542"/>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E0D0851E-86A8-D6A8-EFAA-4AA07AC2837B}"/>
              </a:ext>
            </a:extLst>
          </p:cNvPr>
          <p:cNvGraphicFramePr>
            <a:graphicFrameLocks noGrp="1"/>
          </p:cNvGraphicFramePr>
          <p:nvPr>
            <p:ph sz="half" idx="2"/>
            <p:extLst>
              <p:ext uri="{D42A27DB-BD31-4B8C-83A1-F6EECF244321}">
                <p14:modId xmlns:p14="http://schemas.microsoft.com/office/powerpoint/2010/main" val="3418541994"/>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09484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C30D8E-1E34-EF33-2016-F2B0A439903B}"/>
              </a:ext>
            </a:extLst>
          </p:cNvPr>
          <p:cNvSpPr>
            <a:spLocks noGrp="1"/>
          </p:cNvSpPr>
          <p:nvPr>
            <p:ph type="title"/>
          </p:nvPr>
        </p:nvSpPr>
        <p:spPr/>
        <p:txBody>
          <a:bodyPr/>
          <a:lstStyle/>
          <a:p>
            <a:r>
              <a:rPr lang="ru-RU" dirty="0" err="1"/>
              <a:t>Який</a:t>
            </a:r>
            <a:r>
              <a:rPr lang="ru-RU" dirty="0"/>
              <a:t> документ </a:t>
            </a:r>
            <a:r>
              <a:rPr lang="ru-RU" dirty="0" err="1"/>
              <a:t>закріплював</a:t>
            </a:r>
            <a:r>
              <a:rPr lang="ru-RU" dirty="0"/>
              <a:t> </a:t>
            </a:r>
            <a:r>
              <a:rPr lang="ru-RU" dirty="0" err="1"/>
              <a:t>таке</a:t>
            </a:r>
            <a:r>
              <a:rPr lang="ru-RU" dirty="0"/>
              <a:t> </a:t>
            </a:r>
            <a:r>
              <a:rPr lang="ru-RU" dirty="0" err="1"/>
              <a:t>положення</a:t>
            </a:r>
            <a:r>
              <a:rPr lang="ru-RU" dirty="0"/>
              <a:t>: </a:t>
            </a:r>
            <a:endParaRPr lang="uk-UA" dirty="0"/>
          </a:p>
        </p:txBody>
      </p:sp>
      <p:sp>
        <p:nvSpPr>
          <p:cNvPr id="3" name="Місце для вмісту 2">
            <a:extLst>
              <a:ext uri="{FF2B5EF4-FFF2-40B4-BE49-F238E27FC236}">
                <a16:creationId xmlns:a16="http://schemas.microsoft.com/office/drawing/2014/main" id="{95A0A5B3-7CF6-290B-75C6-F550C69B6660}"/>
              </a:ext>
            </a:extLst>
          </p:cNvPr>
          <p:cNvSpPr>
            <a:spLocks noGrp="1"/>
          </p:cNvSpPr>
          <p:nvPr>
            <p:ph sz="half" idx="1"/>
          </p:nvPr>
        </p:nvSpPr>
        <p:spPr/>
        <p:txBody>
          <a:bodyPr/>
          <a:lstStyle/>
          <a:p>
            <a:r>
              <a:rPr lang="uk-UA" i="1" dirty="0"/>
              <a:t>«Україна є суверенна і незалежна, демократична, соціальна, правова держава. Суверенітет України поширюється на всю її територію. Україна є унітарною державою. Територія України в межах існуючого кордону є цілісною і недоторканою»</a:t>
            </a:r>
          </a:p>
        </p:txBody>
      </p:sp>
      <p:graphicFrame>
        <p:nvGraphicFramePr>
          <p:cNvPr id="5" name="Місце для вмісту 4">
            <a:extLst>
              <a:ext uri="{FF2B5EF4-FFF2-40B4-BE49-F238E27FC236}">
                <a16:creationId xmlns:a16="http://schemas.microsoft.com/office/drawing/2014/main" id="{4F09BC3F-D7F7-C647-0828-046B70A88E02}"/>
              </a:ext>
            </a:extLst>
          </p:cNvPr>
          <p:cNvGraphicFramePr>
            <a:graphicFrameLocks noGrp="1"/>
          </p:cNvGraphicFramePr>
          <p:nvPr>
            <p:ph sz="half" idx="2"/>
            <p:extLst>
              <p:ext uri="{D42A27DB-BD31-4B8C-83A1-F6EECF244321}">
                <p14:modId xmlns:p14="http://schemas.microsoft.com/office/powerpoint/2010/main" val="2608335275"/>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3600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D76375-4CF2-88E5-49FF-0525840E8BFF}"/>
              </a:ext>
            </a:extLst>
          </p:cNvPr>
          <p:cNvSpPr>
            <a:spLocks noGrp="1"/>
          </p:cNvSpPr>
          <p:nvPr>
            <p:ph type="title"/>
          </p:nvPr>
        </p:nvSpPr>
        <p:spPr/>
        <p:txBody>
          <a:bodyPr/>
          <a:lstStyle/>
          <a:p>
            <a:r>
              <a:rPr lang="ru-RU" dirty="0"/>
              <a:t>У </a:t>
            </a:r>
            <a:r>
              <a:rPr lang="ru-RU" dirty="0" err="1"/>
              <a:t>якому</a:t>
            </a:r>
            <a:r>
              <a:rPr lang="ru-RU" dirty="0"/>
              <a:t> </a:t>
            </a:r>
            <a:r>
              <a:rPr lang="ru-RU" dirty="0" err="1"/>
              <a:t>документі</a:t>
            </a:r>
            <a:r>
              <a:rPr lang="ru-RU" dirty="0"/>
              <a:t> </a:t>
            </a:r>
            <a:r>
              <a:rPr lang="ru-RU" dirty="0" err="1"/>
              <a:t>закріплено</a:t>
            </a:r>
            <a:r>
              <a:rPr lang="ru-RU" dirty="0"/>
              <a:t> </a:t>
            </a:r>
            <a:r>
              <a:rPr lang="ru-RU" dirty="0" err="1"/>
              <a:t>таке</a:t>
            </a:r>
            <a:r>
              <a:rPr lang="ru-RU" dirty="0"/>
              <a:t> </a:t>
            </a:r>
            <a:r>
              <a:rPr lang="ru-RU" dirty="0" err="1"/>
              <a:t>положення</a:t>
            </a:r>
            <a:r>
              <a:rPr lang="ru-RU" dirty="0"/>
              <a:t>:</a:t>
            </a:r>
            <a:endParaRPr lang="uk-UA" dirty="0"/>
          </a:p>
        </p:txBody>
      </p:sp>
      <p:sp>
        <p:nvSpPr>
          <p:cNvPr id="3" name="Місце для вмісту 2">
            <a:extLst>
              <a:ext uri="{FF2B5EF4-FFF2-40B4-BE49-F238E27FC236}">
                <a16:creationId xmlns:a16="http://schemas.microsoft.com/office/drawing/2014/main" id="{F821B79D-FE6C-6BB0-F658-F36535611F4F}"/>
              </a:ext>
            </a:extLst>
          </p:cNvPr>
          <p:cNvSpPr>
            <a:spLocks noGrp="1"/>
          </p:cNvSpPr>
          <p:nvPr>
            <p:ph sz="half" idx="1"/>
          </p:nvPr>
        </p:nvSpPr>
        <p:spPr/>
        <p:txBody>
          <a:bodyPr/>
          <a:lstStyle/>
          <a:p>
            <a:r>
              <a:rPr lang="uk-UA" i="1" dirty="0"/>
              <a:t>«Суверенітет України поширюється на всю її територію. Україна є унітарною державою. Територія України в межах існуючого кордону є цілісною і недоторканною...»</a:t>
            </a:r>
          </a:p>
        </p:txBody>
      </p:sp>
      <p:graphicFrame>
        <p:nvGraphicFramePr>
          <p:cNvPr id="5" name="Місце для вмісту 4">
            <a:extLst>
              <a:ext uri="{FF2B5EF4-FFF2-40B4-BE49-F238E27FC236}">
                <a16:creationId xmlns:a16="http://schemas.microsoft.com/office/drawing/2014/main" id="{A840713A-0D05-2C06-832B-9EAC11B1ADEC}"/>
              </a:ext>
            </a:extLst>
          </p:cNvPr>
          <p:cNvGraphicFramePr>
            <a:graphicFrameLocks noGrp="1"/>
          </p:cNvGraphicFramePr>
          <p:nvPr>
            <p:ph sz="half" idx="2"/>
            <p:extLst>
              <p:ext uri="{D42A27DB-BD31-4B8C-83A1-F6EECF244321}">
                <p14:modId xmlns:p14="http://schemas.microsoft.com/office/powerpoint/2010/main" val="24606816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4879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5B79F4-62FF-1E74-90F7-66465647D6EB}"/>
              </a:ext>
            </a:extLst>
          </p:cNvPr>
          <p:cNvSpPr>
            <a:spLocks noGrp="1"/>
          </p:cNvSpPr>
          <p:nvPr>
            <p:ph type="title"/>
          </p:nvPr>
        </p:nvSpPr>
        <p:spPr/>
        <p:txBody>
          <a:bodyPr>
            <a:normAutofit fontScale="90000"/>
          </a:bodyPr>
          <a:lstStyle/>
          <a:p>
            <a:r>
              <a:rPr lang="ru-RU" dirty="0" err="1"/>
              <a:t>Верховна</a:t>
            </a:r>
            <a:r>
              <a:rPr lang="ru-RU" dirty="0"/>
              <a:t> Рада </a:t>
            </a:r>
            <a:r>
              <a:rPr lang="ru-RU" dirty="0" err="1"/>
              <a:t>України</a:t>
            </a:r>
            <a:r>
              <a:rPr lang="ru-RU" dirty="0"/>
              <a:t> </a:t>
            </a:r>
            <a:r>
              <a:rPr lang="ru-RU" dirty="0" err="1"/>
              <a:t>підпорядковувала</a:t>
            </a:r>
            <a:r>
              <a:rPr lang="ru-RU" dirty="0"/>
              <a:t> </a:t>
            </a:r>
            <a:r>
              <a:rPr lang="ru-RU" dirty="0" err="1"/>
              <a:t>собі</a:t>
            </a:r>
            <a:r>
              <a:rPr lang="ru-RU" dirty="0"/>
              <a:t> </a:t>
            </a:r>
            <a:r>
              <a:rPr lang="ru-RU" dirty="0" err="1"/>
              <a:t>всі</a:t>
            </a:r>
            <a:r>
              <a:rPr lang="ru-RU" dirty="0"/>
              <a:t> </a:t>
            </a:r>
            <a:r>
              <a:rPr lang="ru-RU" dirty="0" err="1"/>
              <a:t>військові</a:t>
            </a:r>
            <a:r>
              <a:rPr lang="ru-RU" dirty="0"/>
              <a:t> </a:t>
            </a:r>
            <a:r>
              <a:rPr lang="ru-RU" dirty="0" err="1"/>
              <a:t>формування</a:t>
            </a:r>
            <a:r>
              <a:rPr lang="ru-RU" dirty="0"/>
              <a:t> на </a:t>
            </a:r>
            <a:r>
              <a:rPr lang="ru-RU" dirty="0" err="1"/>
              <a:t>території</a:t>
            </a:r>
            <a:r>
              <a:rPr lang="ru-RU" dirty="0"/>
              <a:t> </a:t>
            </a:r>
            <a:r>
              <a:rPr lang="ru-RU" dirty="0" err="1"/>
              <a:t>республіки</a:t>
            </a:r>
            <a:r>
              <a:rPr lang="ru-RU" dirty="0"/>
              <a:t>, </a:t>
            </a:r>
            <a:r>
              <a:rPr lang="ru-RU" dirty="0" err="1"/>
              <a:t>оскільки</a:t>
            </a:r>
            <a:endParaRPr lang="uk-UA" dirty="0"/>
          </a:p>
        </p:txBody>
      </p:sp>
      <p:pic>
        <p:nvPicPr>
          <p:cNvPr id="6" name="Місце для вмісту 5">
            <a:extLst>
              <a:ext uri="{FF2B5EF4-FFF2-40B4-BE49-F238E27FC236}">
                <a16:creationId xmlns:a16="http://schemas.microsoft.com/office/drawing/2014/main" id="{3D96073A-1C88-EE7E-CA79-221894E8AAE7}"/>
              </a:ext>
            </a:extLst>
          </p:cNvPr>
          <p:cNvPicPr>
            <a:picLocks noGrp="1" noChangeAspect="1"/>
          </p:cNvPicPr>
          <p:nvPr>
            <p:ph sz="half" idx="1"/>
          </p:nvPr>
        </p:nvPicPr>
        <p:blipFill>
          <a:blip r:embed="rId2"/>
          <a:stretch>
            <a:fillRect/>
          </a:stretch>
        </p:blipFill>
        <p:spPr>
          <a:xfrm>
            <a:off x="1204913" y="3116112"/>
            <a:ext cx="4754562" cy="1997376"/>
          </a:xfrm>
        </p:spPr>
      </p:pic>
      <p:graphicFrame>
        <p:nvGraphicFramePr>
          <p:cNvPr id="7" name="Місце для вмісту 6">
            <a:extLst>
              <a:ext uri="{FF2B5EF4-FFF2-40B4-BE49-F238E27FC236}">
                <a16:creationId xmlns:a16="http://schemas.microsoft.com/office/drawing/2014/main" id="{4C11FC26-752F-67FA-09D2-58B87C755EB4}"/>
              </a:ext>
            </a:extLst>
          </p:cNvPr>
          <p:cNvGraphicFramePr>
            <a:graphicFrameLocks noGrp="1"/>
          </p:cNvGraphicFramePr>
          <p:nvPr>
            <p:ph sz="half" idx="2"/>
            <p:extLst>
              <p:ext uri="{D42A27DB-BD31-4B8C-83A1-F6EECF244321}">
                <p14:modId xmlns:p14="http://schemas.microsoft.com/office/powerpoint/2010/main" val="3732013897"/>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8741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3637AD-FCD3-5AAB-DF85-981E4BBBCBA5}"/>
              </a:ext>
            </a:extLst>
          </p:cNvPr>
          <p:cNvSpPr>
            <a:spLocks noGrp="1"/>
          </p:cNvSpPr>
          <p:nvPr>
            <p:ph type="title"/>
          </p:nvPr>
        </p:nvSpPr>
        <p:spPr/>
        <p:txBody>
          <a:bodyPr/>
          <a:lstStyle/>
          <a:p>
            <a:r>
              <a:rPr lang="uk-UA" dirty="0"/>
              <a:t>Поява цитованого документа зумовлена</a:t>
            </a:r>
          </a:p>
        </p:txBody>
      </p:sp>
      <p:pic>
        <p:nvPicPr>
          <p:cNvPr id="6" name="Місце для вмісту 5">
            <a:extLst>
              <a:ext uri="{FF2B5EF4-FFF2-40B4-BE49-F238E27FC236}">
                <a16:creationId xmlns:a16="http://schemas.microsoft.com/office/drawing/2014/main" id="{28414360-C270-D30C-5BB3-18505D628AE2}"/>
              </a:ext>
            </a:extLst>
          </p:cNvPr>
          <p:cNvPicPr>
            <a:picLocks noGrp="1" noChangeAspect="1"/>
          </p:cNvPicPr>
          <p:nvPr>
            <p:ph sz="half" idx="1"/>
          </p:nvPr>
        </p:nvPicPr>
        <p:blipFill>
          <a:blip r:embed="rId2"/>
          <a:stretch>
            <a:fillRect/>
          </a:stretch>
        </p:blipFill>
        <p:spPr>
          <a:xfrm>
            <a:off x="1204913" y="3116112"/>
            <a:ext cx="4754562" cy="1997376"/>
          </a:xfrm>
        </p:spPr>
      </p:pic>
      <p:graphicFrame>
        <p:nvGraphicFramePr>
          <p:cNvPr id="7" name="Місце для вмісту 6">
            <a:extLst>
              <a:ext uri="{FF2B5EF4-FFF2-40B4-BE49-F238E27FC236}">
                <a16:creationId xmlns:a16="http://schemas.microsoft.com/office/drawing/2014/main" id="{76F03EF1-4240-8483-54D7-3756B65D5F1B}"/>
              </a:ext>
            </a:extLst>
          </p:cNvPr>
          <p:cNvGraphicFramePr>
            <a:graphicFrameLocks noGrp="1"/>
          </p:cNvGraphicFramePr>
          <p:nvPr>
            <p:ph sz="half" idx="2"/>
            <p:extLst>
              <p:ext uri="{D42A27DB-BD31-4B8C-83A1-F6EECF244321}">
                <p14:modId xmlns:p14="http://schemas.microsoft.com/office/powerpoint/2010/main" val="1786085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6387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D842C7-FE36-9C02-A6E1-669A4406767B}"/>
              </a:ext>
            </a:extLst>
          </p:cNvPr>
          <p:cNvSpPr>
            <a:spLocks noGrp="1"/>
          </p:cNvSpPr>
          <p:nvPr>
            <p:ph type="title"/>
          </p:nvPr>
        </p:nvSpPr>
        <p:spPr/>
        <p:txBody>
          <a:bodyPr>
            <a:normAutofit fontScale="90000"/>
          </a:bodyPr>
          <a:lstStyle/>
          <a:p>
            <a:r>
              <a:rPr lang="ru-RU" dirty="0" err="1"/>
              <a:t>Ухвалення</a:t>
            </a:r>
            <a:r>
              <a:rPr lang="ru-RU" dirty="0"/>
              <a:t> </a:t>
            </a:r>
            <a:r>
              <a:rPr lang="ru-RU" dirty="0" err="1"/>
              <a:t>цитованого</a:t>
            </a:r>
            <a:r>
              <a:rPr lang="ru-RU" dirty="0"/>
              <a:t> документа </a:t>
            </a:r>
            <a:r>
              <a:rPr lang="ru-RU" dirty="0" err="1"/>
              <a:t>свідчить</a:t>
            </a:r>
            <a:r>
              <a:rPr lang="ru-RU" dirty="0"/>
              <a:t> про початок в </a:t>
            </a:r>
            <a:r>
              <a:rPr lang="ru-RU" dirty="0" err="1"/>
              <a:t>Україні</a:t>
            </a:r>
            <a:r>
              <a:rPr lang="ru-RU" dirty="0"/>
              <a:t> </a:t>
            </a:r>
            <a:r>
              <a:rPr lang="ru-RU" dirty="0" err="1"/>
              <a:t>процесів</a:t>
            </a:r>
            <a:endParaRPr lang="uk-UA" dirty="0"/>
          </a:p>
        </p:txBody>
      </p:sp>
      <p:pic>
        <p:nvPicPr>
          <p:cNvPr id="6" name="Місце для вмісту 5">
            <a:extLst>
              <a:ext uri="{FF2B5EF4-FFF2-40B4-BE49-F238E27FC236}">
                <a16:creationId xmlns:a16="http://schemas.microsoft.com/office/drawing/2014/main" id="{661A68DA-79AA-4051-2CAB-96BBE6919EBD}"/>
              </a:ext>
            </a:extLst>
          </p:cNvPr>
          <p:cNvPicPr>
            <a:picLocks noGrp="1" noChangeAspect="1"/>
          </p:cNvPicPr>
          <p:nvPr>
            <p:ph sz="half" idx="1"/>
          </p:nvPr>
        </p:nvPicPr>
        <p:blipFill>
          <a:blip r:embed="rId2"/>
          <a:stretch>
            <a:fillRect/>
          </a:stretch>
        </p:blipFill>
        <p:spPr>
          <a:xfrm>
            <a:off x="1204913" y="3116112"/>
            <a:ext cx="4754562" cy="1997376"/>
          </a:xfrm>
        </p:spPr>
      </p:pic>
      <p:graphicFrame>
        <p:nvGraphicFramePr>
          <p:cNvPr id="7" name="Місце для вмісту 6">
            <a:extLst>
              <a:ext uri="{FF2B5EF4-FFF2-40B4-BE49-F238E27FC236}">
                <a16:creationId xmlns:a16="http://schemas.microsoft.com/office/drawing/2014/main" id="{2B986E58-4E00-A387-62DA-6D9096E350CE}"/>
              </a:ext>
            </a:extLst>
          </p:cNvPr>
          <p:cNvGraphicFramePr>
            <a:graphicFrameLocks noGrp="1"/>
          </p:cNvGraphicFramePr>
          <p:nvPr>
            <p:ph sz="half" idx="2"/>
            <p:extLst>
              <p:ext uri="{D42A27DB-BD31-4B8C-83A1-F6EECF244321}">
                <p14:modId xmlns:p14="http://schemas.microsoft.com/office/powerpoint/2010/main" val="3247107645"/>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562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517988-5671-14DE-D24C-0D0A9835EF83}"/>
              </a:ext>
            </a:extLst>
          </p:cNvPr>
          <p:cNvSpPr>
            <a:spLocks noGrp="1"/>
          </p:cNvSpPr>
          <p:nvPr>
            <p:ph type="title"/>
          </p:nvPr>
        </p:nvSpPr>
        <p:spPr/>
        <p:txBody>
          <a:bodyPr/>
          <a:lstStyle/>
          <a:p>
            <a:r>
              <a:rPr lang="ru-RU" dirty="0" err="1"/>
              <a:t>Що</a:t>
            </a:r>
            <a:r>
              <a:rPr lang="ru-RU" dirty="0"/>
              <a:t> </a:t>
            </a:r>
            <a:r>
              <a:rPr lang="ru-RU" dirty="0" err="1"/>
              <a:t>зумовило</a:t>
            </a:r>
            <a:r>
              <a:rPr lang="ru-RU" dirty="0"/>
              <a:t> </a:t>
            </a:r>
            <a:r>
              <a:rPr lang="ru-RU" dirty="0" err="1"/>
              <a:t>підписання</a:t>
            </a:r>
            <a:r>
              <a:rPr lang="ru-RU" dirty="0"/>
              <a:t> </a:t>
            </a:r>
            <a:r>
              <a:rPr lang="ru-RU" dirty="0" err="1"/>
              <a:t>цитованого</a:t>
            </a:r>
            <a:r>
              <a:rPr lang="ru-RU" dirty="0"/>
              <a:t> документа?</a:t>
            </a:r>
            <a:endParaRPr lang="uk-UA" dirty="0"/>
          </a:p>
        </p:txBody>
      </p:sp>
      <p:sp>
        <p:nvSpPr>
          <p:cNvPr id="3" name="Місце для вмісту 2">
            <a:extLst>
              <a:ext uri="{FF2B5EF4-FFF2-40B4-BE49-F238E27FC236}">
                <a16:creationId xmlns:a16="http://schemas.microsoft.com/office/drawing/2014/main" id="{F0B4B9E8-ADE6-B144-108B-974E6D2818B1}"/>
              </a:ext>
            </a:extLst>
          </p:cNvPr>
          <p:cNvSpPr>
            <a:spLocks noGrp="1"/>
          </p:cNvSpPr>
          <p:nvPr>
            <p:ph sz="half" idx="1"/>
          </p:nvPr>
        </p:nvSpPr>
        <p:spPr/>
        <p:txBody>
          <a:bodyPr>
            <a:normAutofit fontScale="92500" lnSpcReduction="20000"/>
          </a:bodyPr>
          <a:lstStyle/>
          <a:p>
            <a:r>
              <a:rPr lang="uk-UA" i="1" dirty="0"/>
              <a:t>«Російська Федерація, Сполучене Королівство Великої Британії та Північної Ірландії і Сполучені Штати Америки підтверджують Україні їх зобов’язання згідно з принципами Заключного </a:t>
            </a:r>
            <a:r>
              <a:rPr lang="uk-UA" i="1" dirty="0" err="1"/>
              <a:t>акта</a:t>
            </a:r>
            <a:r>
              <a:rPr lang="uk-UA" i="1" dirty="0"/>
              <a:t> Наради з безпеки та співробітництва в Європі (НБСЄ) поважати незалежність і суверенітет та існуючі кордони України.., [а також] підтверджують зобов’язання утримуватися від загрози силою чи її використання проти територіальної цілісності чи політичної незалежності України, що ніяка їхня зброя ніколи не буде використовуватися проти України, крім цілей самооборони або будь-яким іншим чином згідно зі Статутом Організації Об’єднаних Націй…»</a:t>
            </a:r>
          </a:p>
        </p:txBody>
      </p:sp>
      <p:graphicFrame>
        <p:nvGraphicFramePr>
          <p:cNvPr id="5" name="Місце для вмісту 4">
            <a:extLst>
              <a:ext uri="{FF2B5EF4-FFF2-40B4-BE49-F238E27FC236}">
                <a16:creationId xmlns:a16="http://schemas.microsoft.com/office/drawing/2014/main" id="{09C4F28C-1BC8-A110-E0D5-9C2F0C60254B}"/>
              </a:ext>
            </a:extLst>
          </p:cNvPr>
          <p:cNvGraphicFramePr>
            <a:graphicFrameLocks noGrp="1"/>
          </p:cNvGraphicFramePr>
          <p:nvPr>
            <p:ph sz="half" idx="2"/>
            <p:extLst>
              <p:ext uri="{D42A27DB-BD31-4B8C-83A1-F6EECF244321}">
                <p14:modId xmlns:p14="http://schemas.microsoft.com/office/powerpoint/2010/main" val="689468537"/>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2390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8D11E5-3EBE-0CCC-B919-1675D45A5F17}"/>
              </a:ext>
            </a:extLst>
          </p:cNvPr>
          <p:cNvSpPr>
            <a:spLocks noGrp="1"/>
          </p:cNvSpPr>
          <p:nvPr>
            <p:ph type="title"/>
          </p:nvPr>
        </p:nvSpPr>
        <p:spPr/>
        <p:txBody>
          <a:bodyPr>
            <a:normAutofit fontScale="90000"/>
          </a:bodyPr>
          <a:lstStyle/>
          <a:p>
            <a:r>
              <a:rPr lang="ru-RU" dirty="0" err="1"/>
              <a:t>Хто</a:t>
            </a:r>
            <a:r>
              <a:rPr lang="ru-RU" dirty="0"/>
              <a:t> з </a:t>
            </a:r>
            <a:r>
              <a:rPr lang="ru-RU" dirty="0" err="1"/>
              <a:t>Президентів</a:t>
            </a:r>
            <a:r>
              <a:rPr lang="ru-RU" dirty="0"/>
              <a:t> </a:t>
            </a:r>
            <a:r>
              <a:rPr lang="ru-RU" dirty="0" err="1"/>
              <a:t>України</a:t>
            </a:r>
            <a:r>
              <a:rPr lang="ru-RU" dirty="0"/>
              <a:t> поставив </a:t>
            </a:r>
            <a:r>
              <a:rPr lang="ru-RU" dirty="0" err="1"/>
              <a:t>підпис</a:t>
            </a:r>
            <a:r>
              <a:rPr lang="ru-RU" dirty="0"/>
              <a:t> </a:t>
            </a:r>
            <a:r>
              <a:rPr lang="ru-RU" dirty="0" err="1"/>
              <a:t>під</a:t>
            </a:r>
            <a:r>
              <a:rPr lang="ru-RU" dirty="0"/>
              <a:t> документом, </a:t>
            </a:r>
            <a:r>
              <a:rPr lang="ru-RU" dirty="0" err="1"/>
              <a:t>уривок</a:t>
            </a:r>
            <a:r>
              <a:rPr lang="ru-RU" dirty="0"/>
              <a:t> </a:t>
            </a:r>
            <a:r>
              <a:rPr lang="ru-RU" dirty="0" err="1"/>
              <a:t>із</a:t>
            </a:r>
            <a:r>
              <a:rPr lang="ru-RU" dirty="0"/>
              <a:t> </a:t>
            </a:r>
            <a:r>
              <a:rPr lang="ru-RU" dirty="0" err="1"/>
              <a:t>якого</a:t>
            </a:r>
            <a:r>
              <a:rPr lang="ru-RU" dirty="0"/>
              <a:t> наведено?</a:t>
            </a:r>
            <a:endParaRPr lang="uk-UA" dirty="0"/>
          </a:p>
        </p:txBody>
      </p:sp>
      <p:sp>
        <p:nvSpPr>
          <p:cNvPr id="3" name="Місце для вмісту 2">
            <a:extLst>
              <a:ext uri="{FF2B5EF4-FFF2-40B4-BE49-F238E27FC236}">
                <a16:creationId xmlns:a16="http://schemas.microsoft.com/office/drawing/2014/main" id="{A884E5F6-0BE2-E2AF-227D-06BB638BFBAB}"/>
              </a:ext>
            </a:extLst>
          </p:cNvPr>
          <p:cNvSpPr>
            <a:spLocks noGrp="1"/>
          </p:cNvSpPr>
          <p:nvPr>
            <p:ph sz="half" idx="1"/>
          </p:nvPr>
        </p:nvSpPr>
        <p:spPr/>
        <p:txBody>
          <a:bodyPr>
            <a:normAutofit fontScale="92500" lnSpcReduction="20000"/>
          </a:bodyPr>
          <a:lstStyle/>
          <a:p>
            <a:r>
              <a:rPr lang="uk-UA" i="1" dirty="0"/>
              <a:t>«Російська Федерація, Сполучене Королівство Великої Британії та Північної Ірландії і Сполучені Штати Америки підтверджують Україні їх зобов’язання згідно з принципами Заключного </a:t>
            </a:r>
            <a:r>
              <a:rPr lang="uk-UA" i="1" dirty="0" err="1"/>
              <a:t>акта</a:t>
            </a:r>
            <a:r>
              <a:rPr lang="uk-UA" i="1" dirty="0"/>
              <a:t> Наради з безпеки та співробітництва в Європі (НБСЄ) поважати незалежність і суверенітет та існуючі кордони України.., [а також] підтверджують зобов’язання утримуватися від загрози силою чи її використання проти територіальної цілісності чи політичної незалежності України, що ніяка їхня зброя ніколи не буде використовуватися проти України, крім цілей самооборони або будь-яким іншим чином згідно зі Статутом Організації Об’єднаних Націй…»</a:t>
            </a:r>
          </a:p>
        </p:txBody>
      </p:sp>
      <p:graphicFrame>
        <p:nvGraphicFramePr>
          <p:cNvPr id="5" name="Місце для вмісту 4">
            <a:extLst>
              <a:ext uri="{FF2B5EF4-FFF2-40B4-BE49-F238E27FC236}">
                <a16:creationId xmlns:a16="http://schemas.microsoft.com/office/drawing/2014/main" id="{9183E55A-8ED4-64DB-9AEA-5C2118BDB408}"/>
              </a:ext>
            </a:extLst>
          </p:cNvPr>
          <p:cNvGraphicFramePr>
            <a:graphicFrameLocks noGrp="1"/>
          </p:cNvGraphicFramePr>
          <p:nvPr>
            <p:ph sz="half" idx="2"/>
            <p:extLst>
              <p:ext uri="{D42A27DB-BD31-4B8C-83A1-F6EECF244321}">
                <p14:modId xmlns:p14="http://schemas.microsoft.com/office/powerpoint/2010/main" val="79445345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8674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276226-1056-5C34-0FD0-10BF26648AE3}"/>
              </a:ext>
            </a:extLst>
          </p:cNvPr>
          <p:cNvSpPr>
            <a:spLocks noGrp="1"/>
          </p:cNvSpPr>
          <p:nvPr>
            <p:ph type="title"/>
          </p:nvPr>
        </p:nvSpPr>
        <p:spPr/>
        <p:txBody>
          <a:bodyPr>
            <a:normAutofit fontScale="90000"/>
          </a:bodyPr>
          <a:lstStyle/>
          <a:p>
            <a:r>
              <a:rPr lang="ru-RU" dirty="0"/>
              <a:t>У </a:t>
            </a:r>
            <a:r>
              <a:rPr lang="ru-RU" dirty="0" err="1"/>
              <a:t>якому</a:t>
            </a:r>
            <a:r>
              <a:rPr lang="ru-RU" dirty="0"/>
              <a:t> </a:t>
            </a:r>
            <a:r>
              <a:rPr lang="ru-RU" dirty="0" err="1"/>
              <a:t>році</a:t>
            </a:r>
            <a:r>
              <a:rPr lang="ru-RU" dirty="0"/>
              <a:t> одна з </a:t>
            </a:r>
            <a:r>
              <a:rPr lang="ru-RU" dirty="0" err="1"/>
              <a:t>країн-підписантів</a:t>
            </a:r>
            <a:r>
              <a:rPr lang="ru-RU" dirty="0"/>
              <a:t> порушила </a:t>
            </a:r>
            <a:r>
              <a:rPr lang="ru-RU" dirty="0" err="1"/>
              <a:t>умови</a:t>
            </a:r>
            <a:r>
              <a:rPr lang="ru-RU" dirty="0"/>
              <a:t>, </a:t>
            </a:r>
            <a:r>
              <a:rPr lang="ru-RU" dirty="0" err="1"/>
              <a:t>зазначені</a:t>
            </a:r>
            <a:r>
              <a:rPr lang="ru-RU" dirty="0"/>
              <a:t> в </a:t>
            </a:r>
            <a:r>
              <a:rPr lang="ru-RU" dirty="0" err="1"/>
              <a:t>цитованому</a:t>
            </a:r>
            <a:r>
              <a:rPr lang="ru-RU" dirty="0"/>
              <a:t> </a:t>
            </a:r>
            <a:r>
              <a:rPr lang="ru-RU" dirty="0" err="1"/>
              <a:t>документі</a:t>
            </a:r>
            <a:r>
              <a:rPr lang="ru-RU" dirty="0"/>
              <a:t>?</a:t>
            </a:r>
            <a:endParaRPr lang="uk-UA" dirty="0"/>
          </a:p>
        </p:txBody>
      </p:sp>
      <p:sp>
        <p:nvSpPr>
          <p:cNvPr id="3" name="Місце для вмісту 2">
            <a:extLst>
              <a:ext uri="{FF2B5EF4-FFF2-40B4-BE49-F238E27FC236}">
                <a16:creationId xmlns:a16="http://schemas.microsoft.com/office/drawing/2014/main" id="{4873CD88-7702-D1B8-1524-36F928B8CA86}"/>
              </a:ext>
            </a:extLst>
          </p:cNvPr>
          <p:cNvSpPr>
            <a:spLocks noGrp="1"/>
          </p:cNvSpPr>
          <p:nvPr>
            <p:ph sz="half" idx="1"/>
          </p:nvPr>
        </p:nvSpPr>
        <p:spPr/>
        <p:txBody>
          <a:bodyPr>
            <a:normAutofit fontScale="92500" lnSpcReduction="20000"/>
          </a:bodyPr>
          <a:lstStyle/>
          <a:p>
            <a:r>
              <a:rPr lang="uk-UA" i="1" dirty="0"/>
              <a:t>«Російська Федерація, Сполучене Королівство Великої Британії та Північної Ірландії і Сполучені Штати Америки підтверджують Україні їх зобов’язання згідно з принципами Заключного </a:t>
            </a:r>
            <a:r>
              <a:rPr lang="uk-UA" i="1" dirty="0" err="1"/>
              <a:t>акта</a:t>
            </a:r>
            <a:r>
              <a:rPr lang="uk-UA" i="1" dirty="0"/>
              <a:t> Наради з безпеки та співробітництва в Європі (НБСЄ) поважати незалежність і суверенітет та існуючі кордони України.., [а також] підтверджують зобов’язання утримуватися від загрози силою чи її використання проти територіальної цілісності чи політичної незалежності України, що ніяка їхня зброя ніколи не буде використовуватися проти України, крім цілей самооборони або будь-яким іншим чином згідно зі Статутом Організації Об’єднаних Націй…»</a:t>
            </a:r>
          </a:p>
        </p:txBody>
      </p:sp>
      <p:graphicFrame>
        <p:nvGraphicFramePr>
          <p:cNvPr id="5" name="Місце для вмісту 4">
            <a:extLst>
              <a:ext uri="{FF2B5EF4-FFF2-40B4-BE49-F238E27FC236}">
                <a16:creationId xmlns:a16="http://schemas.microsoft.com/office/drawing/2014/main" id="{0AC3FEC0-38D0-49BD-9D7B-8CA26816DDFE}"/>
              </a:ext>
            </a:extLst>
          </p:cNvPr>
          <p:cNvGraphicFramePr>
            <a:graphicFrameLocks noGrp="1"/>
          </p:cNvGraphicFramePr>
          <p:nvPr>
            <p:ph sz="half" idx="2"/>
            <p:extLst>
              <p:ext uri="{D42A27DB-BD31-4B8C-83A1-F6EECF244321}">
                <p14:modId xmlns:p14="http://schemas.microsoft.com/office/powerpoint/2010/main" val="1691768025"/>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7309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D7CB36-10FD-D225-CB3B-B98C406C198A}"/>
              </a:ext>
            </a:extLst>
          </p:cNvPr>
          <p:cNvSpPr>
            <a:spLocks noGrp="1"/>
          </p:cNvSpPr>
          <p:nvPr>
            <p:ph type="title"/>
          </p:nvPr>
        </p:nvSpPr>
        <p:spPr/>
        <p:txBody>
          <a:bodyPr>
            <a:normAutofit fontScale="90000"/>
          </a:bodyPr>
          <a:lstStyle/>
          <a:p>
            <a:r>
              <a:rPr lang="ru-RU" dirty="0" err="1"/>
              <a:t>Який</a:t>
            </a:r>
            <a:r>
              <a:rPr lang="ru-RU" dirty="0"/>
              <a:t> фактор </a:t>
            </a:r>
            <a:r>
              <a:rPr lang="ru-RU" dirty="0" err="1"/>
              <a:t>відіграв</a:t>
            </a:r>
            <a:r>
              <a:rPr lang="ru-RU" dirty="0"/>
              <a:t> </a:t>
            </a:r>
            <a:r>
              <a:rPr lang="ru-RU" dirty="0" err="1"/>
              <a:t>вирішальну</a:t>
            </a:r>
            <a:r>
              <a:rPr lang="ru-RU" dirty="0"/>
              <a:t> роль у </a:t>
            </a:r>
            <a:r>
              <a:rPr lang="ru-RU" dirty="0" err="1"/>
              <a:t>проведенні</a:t>
            </a:r>
            <a:r>
              <a:rPr lang="ru-RU" dirty="0"/>
              <a:t> в </a:t>
            </a:r>
            <a:r>
              <a:rPr lang="ru-RU" dirty="0" err="1"/>
              <a:t>Україні</a:t>
            </a:r>
            <a:r>
              <a:rPr lang="ru-RU" dirty="0"/>
              <a:t> </a:t>
            </a:r>
            <a:r>
              <a:rPr lang="ru-RU" dirty="0" err="1"/>
              <a:t>позачергових</a:t>
            </a:r>
            <a:r>
              <a:rPr lang="ru-RU" dirty="0"/>
              <a:t> </a:t>
            </a:r>
            <a:r>
              <a:rPr lang="ru-RU" dirty="0" err="1"/>
              <a:t>президентських</a:t>
            </a:r>
            <a:r>
              <a:rPr lang="ru-RU" dirty="0"/>
              <a:t> </a:t>
            </a:r>
            <a:r>
              <a:rPr lang="ru-RU" dirty="0" err="1"/>
              <a:t>виборів</a:t>
            </a:r>
            <a:r>
              <a:rPr lang="ru-RU" dirty="0"/>
              <a:t> 1994 р.?</a:t>
            </a:r>
            <a:endParaRPr lang="uk-UA" dirty="0"/>
          </a:p>
        </p:txBody>
      </p:sp>
      <p:sp>
        <p:nvSpPr>
          <p:cNvPr id="3" name="Місце для вмісту 2">
            <a:extLst>
              <a:ext uri="{FF2B5EF4-FFF2-40B4-BE49-F238E27FC236}">
                <a16:creationId xmlns:a16="http://schemas.microsoft.com/office/drawing/2014/main" id="{1E0DDA98-5A44-3239-E339-AF6BDE02813F}"/>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F5893C47-04EC-DD93-78F7-8C0E9860DE2E}"/>
              </a:ext>
            </a:extLst>
          </p:cNvPr>
          <p:cNvGraphicFramePr>
            <a:graphicFrameLocks noGrp="1"/>
          </p:cNvGraphicFramePr>
          <p:nvPr>
            <p:ph sz="half" idx="2"/>
            <p:extLst>
              <p:ext uri="{D42A27DB-BD31-4B8C-83A1-F6EECF244321}">
                <p14:modId xmlns:p14="http://schemas.microsoft.com/office/powerpoint/2010/main" val="221980691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3885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C36EE9-710C-F444-9595-3A7AA0695C8D}"/>
              </a:ext>
            </a:extLst>
          </p:cNvPr>
          <p:cNvSpPr>
            <a:spLocks noGrp="1"/>
          </p:cNvSpPr>
          <p:nvPr>
            <p:ph type="title"/>
          </p:nvPr>
        </p:nvSpPr>
        <p:spPr/>
        <p:txBody>
          <a:bodyPr/>
          <a:lstStyle/>
          <a:p>
            <a:r>
              <a:rPr lang="ru-RU" dirty="0" err="1"/>
              <a:t>Які</a:t>
            </a:r>
            <a:r>
              <a:rPr lang="ru-RU" dirty="0"/>
              <a:t> </a:t>
            </a:r>
            <a:r>
              <a:rPr lang="ru-RU" dirty="0" err="1"/>
              <a:t>обставини</a:t>
            </a:r>
            <a:r>
              <a:rPr lang="ru-RU" dirty="0"/>
              <a:t> </a:t>
            </a:r>
            <a:r>
              <a:rPr lang="ru-RU" dirty="0" err="1"/>
              <a:t>спричинили</a:t>
            </a:r>
            <a:r>
              <a:rPr lang="ru-RU" dirty="0"/>
              <a:t> </a:t>
            </a:r>
            <a:r>
              <a:rPr lang="ru-RU" dirty="0" err="1"/>
              <a:t>появу</a:t>
            </a:r>
            <a:r>
              <a:rPr lang="ru-RU" dirty="0"/>
              <a:t> </a:t>
            </a:r>
            <a:r>
              <a:rPr lang="ru-RU" dirty="0" err="1"/>
              <a:t>цитованої</a:t>
            </a:r>
            <a:r>
              <a:rPr lang="ru-RU" dirty="0"/>
              <a:t> </a:t>
            </a:r>
            <a:r>
              <a:rPr lang="ru-RU" dirty="0" err="1"/>
              <a:t>нижче</a:t>
            </a:r>
            <a:r>
              <a:rPr lang="ru-RU" dirty="0"/>
              <a:t> постанови?</a:t>
            </a:r>
            <a:endParaRPr lang="uk-UA" dirty="0"/>
          </a:p>
        </p:txBody>
      </p:sp>
      <p:sp>
        <p:nvSpPr>
          <p:cNvPr id="3" name="Місце для вмісту 2">
            <a:extLst>
              <a:ext uri="{FF2B5EF4-FFF2-40B4-BE49-F238E27FC236}">
                <a16:creationId xmlns:a16="http://schemas.microsoft.com/office/drawing/2014/main" id="{1346BF27-73FC-7E54-2CFF-F8316F8534EA}"/>
              </a:ext>
            </a:extLst>
          </p:cNvPr>
          <p:cNvSpPr>
            <a:spLocks noGrp="1"/>
          </p:cNvSpPr>
          <p:nvPr>
            <p:ph sz="half" idx="1"/>
          </p:nvPr>
        </p:nvSpPr>
        <p:spPr/>
        <p:txBody>
          <a:bodyPr>
            <a:normAutofit/>
          </a:bodyPr>
          <a:lstStyle/>
          <a:p>
            <a:r>
              <a:rPr lang="uk-UA" i="1" dirty="0"/>
              <a:t>«Розглянувши висновки Тимчасової комісії Президії Верховної Ради України по перевірці діяльності... посадових осіб органів влади, управління, громадських об’єднань... Президія Верховної Ради України постановляє: 1. Відповідно до частини другої статті 7 та керуючись пунктом 6 статті 106 Конституції України, заборонити діяльність Компартії України».</a:t>
            </a:r>
          </a:p>
        </p:txBody>
      </p:sp>
      <p:graphicFrame>
        <p:nvGraphicFramePr>
          <p:cNvPr id="5" name="Місце для вмісту 4">
            <a:extLst>
              <a:ext uri="{FF2B5EF4-FFF2-40B4-BE49-F238E27FC236}">
                <a16:creationId xmlns:a16="http://schemas.microsoft.com/office/drawing/2014/main" id="{C5FBC09C-2874-3B7D-05C9-B6AECFAEDC7A}"/>
              </a:ext>
            </a:extLst>
          </p:cNvPr>
          <p:cNvGraphicFramePr>
            <a:graphicFrameLocks noGrp="1"/>
          </p:cNvGraphicFramePr>
          <p:nvPr>
            <p:ph sz="half" idx="2"/>
            <p:extLst>
              <p:ext uri="{D42A27DB-BD31-4B8C-83A1-F6EECF244321}">
                <p14:modId xmlns:p14="http://schemas.microsoft.com/office/powerpoint/2010/main" val="245802170"/>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4879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2D1DE6-5DE3-876F-7D47-7D001BDCA15D}"/>
              </a:ext>
            </a:extLst>
          </p:cNvPr>
          <p:cNvSpPr>
            <a:spLocks noGrp="1"/>
          </p:cNvSpPr>
          <p:nvPr>
            <p:ph type="title"/>
          </p:nvPr>
        </p:nvSpPr>
        <p:spPr/>
        <p:txBody>
          <a:bodyPr>
            <a:normAutofit/>
          </a:bodyPr>
          <a:lstStyle/>
          <a:p>
            <a:r>
              <a:rPr lang="ru-RU" sz="3200" dirty="0" err="1"/>
              <a:t>Хто</a:t>
            </a:r>
            <a:r>
              <a:rPr lang="ru-RU" sz="3200" dirty="0"/>
              <a:t> </a:t>
            </a:r>
            <a:r>
              <a:rPr lang="ru-RU" sz="3200" dirty="0" err="1"/>
              <a:t>переміг</a:t>
            </a:r>
            <a:r>
              <a:rPr lang="ru-RU" sz="3200" dirty="0"/>
              <a:t> на </a:t>
            </a:r>
            <a:r>
              <a:rPr lang="ru-RU" sz="3200" dirty="0" err="1"/>
              <a:t>президентських</a:t>
            </a:r>
            <a:r>
              <a:rPr lang="ru-RU" sz="3200" dirty="0"/>
              <a:t> </a:t>
            </a:r>
            <a:r>
              <a:rPr lang="ru-RU" sz="3200" dirty="0" err="1"/>
              <a:t>виборах</a:t>
            </a:r>
            <a:r>
              <a:rPr lang="ru-RU" sz="3200" dirty="0"/>
              <a:t> в </a:t>
            </a:r>
            <a:r>
              <a:rPr lang="ru-RU" sz="3200" dirty="0" err="1"/>
              <a:t>Україні</a:t>
            </a:r>
            <a:r>
              <a:rPr lang="ru-RU" sz="3200" dirty="0"/>
              <a:t>, </a:t>
            </a:r>
            <a:r>
              <a:rPr lang="ru-RU" sz="3200" dirty="0" err="1"/>
              <a:t>напередодні</a:t>
            </a:r>
            <a:r>
              <a:rPr lang="ru-RU" sz="3200" dirty="0"/>
              <a:t> </a:t>
            </a:r>
            <a:r>
              <a:rPr lang="ru-RU" sz="3200" dirty="0" err="1"/>
              <a:t>яких</a:t>
            </a:r>
            <a:r>
              <a:rPr lang="ru-RU" sz="3200" dirty="0"/>
              <a:t> </a:t>
            </a:r>
            <a:r>
              <a:rPr lang="ru-RU" sz="3200" dirty="0" err="1"/>
              <a:t>поширювалася</a:t>
            </a:r>
            <a:r>
              <a:rPr lang="ru-RU" sz="3200" dirty="0"/>
              <a:t> </a:t>
            </a:r>
            <a:r>
              <a:rPr lang="ru-RU" sz="3200" dirty="0" err="1"/>
              <a:t>зображена</a:t>
            </a:r>
            <a:r>
              <a:rPr lang="ru-RU" sz="3200" dirty="0"/>
              <a:t> </a:t>
            </a:r>
            <a:r>
              <a:rPr lang="ru-RU" sz="3200" dirty="0" err="1"/>
              <a:t>агітаційна</a:t>
            </a:r>
            <a:r>
              <a:rPr lang="ru-RU" sz="3200" dirty="0"/>
              <a:t> </a:t>
            </a:r>
            <a:r>
              <a:rPr lang="ru-RU" sz="3200" dirty="0" err="1"/>
              <a:t>листівка</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BC7286A2-5670-AF10-C844-8F79473B8848}"/>
              </a:ext>
            </a:extLst>
          </p:cNvPr>
          <p:cNvGraphicFramePr>
            <a:graphicFrameLocks noGrp="1"/>
          </p:cNvGraphicFramePr>
          <p:nvPr>
            <p:ph sz="half" idx="2"/>
            <p:extLst>
              <p:ext uri="{D42A27DB-BD31-4B8C-83A1-F6EECF244321}">
                <p14:modId xmlns:p14="http://schemas.microsoft.com/office/powerpoint/2010/main" val="23043611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5D6DDE27-E99F-1ADA-7331-472501579BD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2265804"/>
            <a:ext cx="4754562" cy="3697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08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8B3523-EBA9-6952-374D-68F3EDCBA2E0}"/>
              </a:ext>
            </a:extLst>
          </p:cNvPr>
          <p:cNvSpPr>
            <a:spLocks noGrp="1"/>
          </p:cNvSpPr>
          <p:nvPr>
            <p:ph type="title"/>
          </p:nvPr>
        </p:nvSpPr>
        <p:spPr/>
        <p:txBody>
          <a:bodyPr/>
          <a:lstStyle/>
          <a:p>
            <a:r>
              <a:rPr lang="ru-RU" dirty="0"/>
              <a:t>У </a:t>
            </a:r>
            <a:r>
              <a:rPr lang="ru-RU" dirty="0" err="1"/>
              <a:t>липні</a:t>
            </a:r>
            <a:r>
              <a:rPr lang="ru-RU" dirty="0"/>
              <a:t> 1994 р. Президентом </a:t>
            </a:r>
            <a:r>
              <a:rPr lang="ru-RU" dirty="0" err="1"/>
              <a:t>України</a:t>
            </a:r>
            <a:r>
              <a:rPr lang="ru-RU" dirty="0"/>
              <a:t> </a:t>
            </a:r>
            <a:r>
              <a:rPr lang="ru-RU" dirty="0" err="1"/>
              <a:t>обрано</a:t>
            </a:r>
            <a:endParaRPr lang="uk-UA" dirty="0"/>
          </a:p>
        </p:txBody>
      </p:sp>
      <p:graphicFrame>
        <p:nvGraphicFramePr>
          <p:cNvPr id="5" name="Місце для вмісту 4">
            <a:extLst>
              <a:ext uri="{FF2B5EF4-FFF2-40B4-BE49-F238E27FC236}">
                <a16:creationId xmlns:a16="http://schemas.microsoft.com/office/drawing/2014/main" id="{EA870BFB-D842-23C8-D516-B5FD1D403629}"/>
              </a:ext>
            </a:extLst>
          </p:cNvPr>
          <p:cNvGraphicFramePr>
            <a:graphicFrameLocks noGrp="1"/>
          </p:cNvGraphicFramePr>
          <p:nvPr>
            <p:ph sz="half" idx="2"/>
            <p:extLst>
              <p:ext uri="{D42A27DB-BD31-4B8C-83A1-F6EECF244321}">
                <p14:modId xmlns:p14="http://schemas.microsoft.com/office/powerpoint/2010/main" val="595737027"/>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3201F134-2DD8-6BA2-7739-92DFC6F41DC5}"/>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391569" y="2505075"/>
            <a:ext cx="238125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774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485D73-2805-EB60-DDE9-0370AC758C89}"/>
              </a:ext>
            </a:extLst>
          </p:cNvPr>
          <p:cNvSpPr>
            <a:spLocks noGrp="1"/>
          </p:cNvSpPr>
          <p:nvPr>
            <p:ph type="title"/>
          </p:nvPr>
        </p:nvSpPr>
        <p:spPr/>
        <p:txBody>
          <a:bodyPr/>
          <a:lstStyle/>
          <a:p>
            <a:r>
              <a:rPr lang="ru-RU" dirty="0" err="1"/>
              <a:t>Вступ</a:t>
            </a:r>
            <a:r>
              <a:rPr lang="ru-RU" dirty="0"/>
              <a:t> </a:t>
            </a:r>
            <a:r>
              <a:rPr lang="ru-RU" dirty="0" err="1"/>
              <a:t>України</a:t>
            </a:r>
            <a:r>
              <a:rPr lang="ru-RU" dirty="0"/>
              <a:t> до Ради </a:t>
            </a:r>
            <a:r>
              <a:rPr lang="ru-RU" dirty="0" err="1"/>
              <a:t>Європи</a:t>
            </a:r>
            <a:r>
              <a:rPr lang="ru-RU" dirty="0"/>
              <a:t> припав на </a:t>
            </a:r>
            <a:r>
              <a:rPr lang="ru-RU" dirty="0" err="1"/>
              <a:t>період</a:t>
            </a:r>
            <a:r>
              <a:rPr lang="ru-RU" dirty="0"/>
              <a:t> президентства</a:t>
            </a:r>
            <a:endParaRPr lang="uk-UA" dirty="0"/>
          </a:p>
        </p:txBody>
      </p:sp>
      <p:sp>
        <p:nvSpPr>
          <p:cNvPr id="3" name="Місце для вмісту 2">
            <a:extLst>
              <a:ext uri="{FF2B5EF4-FFF2-40B4-BE49-F238E27FC236}">
                <a16:creationId xmlns:a16="http://schemas.microsoft.com/office/drawing/2014/main" id="{D42DDAD5-D1D1-997D-9337-FF570AA722D0}"/>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B33951EE-8F12-0D40-142B-90C513A4D683}"/>
              </a:ext>
            </a:extLst>
          </p:cNvPr>
          <p:cNvGraphicFramePr>
            <a:graphicFrameLocks noGrp="1"/>
          </p:cNvGraphicFramePr>
          <p:nvPr>
            <p:ph sz="half" idx="2"/>
            <p:extLst>
              <p:ext uri="{D42A27DB-BD31-4B8C-83A1-F6EECF244321}">
                <p14:modId xmlns:p14="http://schemas.microsoft.com/office/powerpoint/2010/main" val="1663578174"/>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9366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290ADA-A5C4-4512-25B1-CD9FF6DE0EF4}"/>
              </a:ext>
            </a:extLst>
          </p:cNvPr>
          <p:cNvSpPr>
            <a:spLocks noGrp="1"/>
          </p:cNvSpPr>
          <p:nvPr>
            <p:ph type="title"/>
          </p:nvPr>
        </p:nvSpPr>
        <p:spPr/>
        <p:txBody>
          <a:bodyPr>
            <a:normAutofit fontScale="90000"/>
          </a:bodyPr>
          <a:lstStyle/>
          <a:p>
            <a:r>
              <a:rPr lang="ru-RU" dirty="0"/>
              <a:t>На </a:t>
            </a:r>
            <a:r>
              <a:rPr lang="ru-RU" dirty="0" err="1"/>
              <a:t>діаграмі</a:t>
            </a:r>
            <a:r>
              <a:rPr lang="ru-RU" dirty="0"/>
              <a:t> </a:t>
            </a:r>
            <a:r>
              <a:rPr lang="ru-RU" dirty="0" err="1"/>
              <a:t>відображено</a:t>
            </a:r>
            <a:r>
              <a:rPr lang="ru-RU" dirty="0"/>
              <a:t> </a:t>
            </a:r>
            <a:r>
              <a:rPr lang="ru-RU" dirty="0" err="1"/>
              <a:t>результати</a:t>
            </a:r>
            <a:r>
              <a:rPr lang="ru-RU" dirty="0"/>
              <a:t> другого туру </a:t>
            </a:r>
            <a:r>
              <a:rPr lang="ru-RU" dirty="0" err="1"/>
              <a:t>президентських</a:t>
            </a:r>
            <a:r>
              <a:rPr lang="ru-RU" dirty="0"/>
              <a:t> </a:t>
            </a:r>
            <a:r>
              <a:rPr lang="ru-RU" dirty="0" err="1"/>
              <a:t>виборів</a:t>
            </a:r>
            <a:r>
              <a:rPr lang="ru-RU" dirty="0"/>
              <a:t> в </a:t>
            </a:r>
            <a:r>
              <a:rPr lang="ru-RU" dirty="0" err="1"/>
              <a:t>Україні</a:t>
            </a:r>
            <a:endParaRPr lang="uk-UA" dirty="0"/>
          </a:p>
        </p:txBody>
      </p:sp>
      <p:graphicFrame>
        <p:nvGraphicFramePr>
          <p:cNvPr id="5" name="Місце для вмісту 4">
            <a:extLst>
              <a:ext uri="{FF2B5EF4-FFF2-40B4-BE49-F238E27FC236}">
                <a16:creationId xmlns:a16="http://schemas.microsoft.com/office/drawing/2014/main" id="{C1443989-89CB-2130-1D3B-32B83578B040}"/>
              </a:ext>
            </a:extLst>
          </p:cNvPr>
          <p:cNvGraphicFramePr>
            <a:graphicFrameLocks noGrp="1"/>
          </p:cNvGraphicFramePr>
          <p:nvPr>
            <p:ph sz="half" idx="2"/>
            <p:extLst>
              <p:ext uri="{D42A27DB-BD31-4B8C-83A1-F6EECF244321}">
                <p14:modId xmlns:p14="http://schemas.microsoft.com/office/powerpoint/2010/main" val="2394926791"/>
              </p:ext>
            </p:extLst>
          </p:nvPr>
        </p:nvGraphicFramePr>
        <p:xfrm>
          <a:off x="5731628" y="2011680"/>
          <a:ext cx="3478874"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619249FC-FA80-130A-6A16-B65C82F1C57A}"/>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34708" y="2310938"/>
            <a:ext cx="5726901" cy="3906982"/>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A1273963-DC58-315A-7670-CC36E9A7716E}"/>
              </a:ext>
            </a:extLst>
          </p:cNvPr>
          <p:cNvPicPr>
            <a:picLocks noChangeAspect="1"/>
          </p:cNvPicPr>
          <p:nvPr/>
        </p:nvPicPr>
        <p:blipFill>
          <a:blip r:embed="rId8"/>
          <a:stretch>
            <a:fillRect/>
          </a:stretch>
        </p:blipFill>
        <p:spPr>
          <a:xfrm>
            <a:off x="9127802" y="3258590"/>
            <a:ext cx="2829490" cy="2310938"/>
          </a:xfrm>
          <a:prstGeom prst="rect">
            <a:avLst/>
          </a:prstGeom>
        </p:spPr>
      </p:pic>
    </p:spTree>
    <p:extLst>
      <p:ext uri="{BB962C8B-B14F-4D97-AF65-F5344CB8AC3E}">
        <p14:creationId xmlns:p14="http://schemas.microsoft.com/office/powerpoint/2010/main" val="3015991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0FB94C-55A8-B6B0-CDAE-1E539DB92B93}"/>
              </a:ext>
            </a:extLst>
          </p:cNvPr>
          <p:cNvSpPr>
            <a:spLocks noGrp="1"/>
          </p:cNvSpPr>
          <p:nvPr>
            <p:ph type="title"/>
          </p:nvPr>
        </p:nvSpPr>
        <p:spPr/>
        <p:txBody>
          <a:bodyPr>
            <a:normAutofit fontScale="90000"/>
          </a:bodyPr>
          <a:lstStyle/>
          <a:p>
            <a:r>
              <a:rPr lang="ru-RU" dirty="0" err="1"/>
              <a:t>Характерними</a:t>
            </a:r>
            <a:r>
              <a:rPr lang="ru-RU" dirty="0"/>
              <a:t> </a:t>
            </a:r>
            <a:r>
              <a:rPr lang="ru-RU" dirty="0" err="1"/>
              <a:t>ознаками</a:t>
            </a:r>
            <a:r>
              <a:rPr lang="ru-RU" dirty="0"/>
              <a:t> </a:t>
            </a:r>
            <a:r>
              <a:rPr lang="ru-RU" dirty="0" err="1"/>
              <a:t>розвитку</a:t>
            </a:r>
            <a:r>
              <a:rPr lang="ru-RU" dirty="0"/>
              <a:t> </a:t>
            </a:r>
            <a:r>
              <a:rPr lang="ru-RU" dirty="0" err="1"/>
              <a:t>багатопартійності</a:t>
            </a:r>
            <a:r>
              <a:rPr lang="ru-RU" dirty="0"/>
              <a:t> в </a:t>
            </a:r>
            <a:r>
              <a:rPr lang="ru-RU" dirty="0" err="1"/>
              <a:t>Україні</a:t>
            </a:r>
            <a:r>
              <a:rPr lang="ru-RU" dirty="0"/>
              <a:t> на </a:t>
            </a:r>
            <a:r>
              <a:rPr lang="ru-RU" dirty="0" err="1"/>
              <a:t>сучасному</a:t>
            </a:r>
            <a:r>
              <a:rPr lang="ru-RU" dirty="0"/>
              <a:t> </a:t>
            </a:r>
            <a:r>
              <a:rPr lang="ru-RU" dirty="0" err="1"/>
              <a:t>етапі</a:t>
            </a:r>
            <a:r>
              <a:rPr lang="ru-RU" dirty="0"/>
              <a:t> є:</a:t>
            </a:r>
            <a:endParaRPr lang="uk-UA" dirty="0"/>
          </a:p>
        </p:txBody>
      </p:sp>
      <p:sp>
        <p:nvSpPr>
          <p:cNvPr id="3" name="Місце для вмісту 2">
            <a:extLst>
              <a:ext uri="{FF2B5EF4-FFF2-40B4-BE49-F238E27FC236}">
                <a16:creationId xmlns:a16="http://schemas.microsoft.com/office/drawing/2014/main" id="{8297BFA4-6432-12F8-DE3E-F385C062E897}"/>
              </a:ext>
            </a:extLst>
          </p:cNvPr>
          <p:cNvSpPr>
            <a:spLocks noGrp="1"/>
          </p:cNvSpPr>
          <p:nvPr>
            <p:ph sz="half" idx="1"/>
          </p:nvPr>
        </p:nvSpPr>
        <p:spPr/>
        <p:txBody>
          <a:bodyPr/>
          <a:lstStyle/>
          <a:p>
            <a:pPr marL="457200" indent="-457200">
              <a:buFont typeface="+mj-lt"/>
              <a:buAutoNum type="arabicPeriod"/>
            </a:pPr>
            <a:r>
              <a:rPr lang="ru-RU" dirty="0"/>
              <a:t>участь широких </a:t>
            </a:r>
            <a:r>
              <a:rPr lang="ru-RU" dirty="0" err="1"/>
              <a:t>верств</a:t>
            </a:r>
            <a:r>
              <a:rPr lang="ru-RU" dirty="0"/>
              <a:t> </a:t>
            </a:r>
            <a:r>
              <a:rPr lang="ru-RU" dirty="0" err="1"/>
              <a:t>суспільства</a:t>
            </a:r>
            <a:r>
              <a:rPr lang="ru-RU" dirty="0"/>
              <a:t> </a:t>
            </a:r>
            <a:r>
              <a:rPr lang="ru-RU" dirty="0" err="1"/>
              <a:t>партійній</a:t>
            </a:r>
            <a:r>
              <a:rPr lang="ru-RU" dirty="0"/>
              <a:t> </a:t>
            </a:r>
            <a:r>
              <a:rPr lang="ru-RU" dirty="0" err="1"/>
              <a:t>роботі</a:t>
            </a:r>
            <a:r>
              <a:rPr lang="ru-RU" dirty="0"/>
              <a:t>.</a:t>
            </a:r>
          </a:p>
          <a:p>
            <a:pPr marL="457200" indent="-457200">
              <a:buFont typeface="+mj-lt"/>
              <a:buAutoNum type="arabicPeriod"/>
            </a:pPr>
            <a:r>
              <a:rPr lang="ru-RU" dirty="0" err="1"/>
              <a:t>географічна</a:t>
            </a:r>
            <a:r>
              <a:rPr lang="ru-RU" dirty="0"/>
              <a:t> </a:t>
            </a:r>
            <a:r>
              <a:rPr lang="ru-RU" dirty="0" err="1"/>
              <a:t>зорієнтованість</a:t>
            </a:r>
            <a:r>
              <a:rPr lang="ru-RU" dirty="0"/>
              <a:t> </a:t>
            </a:r>
            <a:r>
              <a:rPr lang="ru-RU" dirty="0" err="1"/>
              <a:t>партій</a:t>
            </a:r>
            <a:r>
              <a:rPr lang="ru-RU" dirty="0"/>
              <a:t>.</a:t>
            </a:r>
          </a:p>
          <a:p>
            <a:pPr marL="457200" indent="-457200">
              <a:buFont typeface="+mj-lt"/>
              <a:buAutoNum type="arabicPeriod"/>
            </a:pPr>
            <a:r>
              <a:rPr lang="ru-RU" dirty="0" err="1"/>
              <a:t>декларативний</a:t>
            </a:r>
            <a:r>
              <a:rPr lang="ru-RU" dirty="0"/>
              <a:t> характер </a:t>
            </a:r>
            <a:r>
              <a:rPr lang="ru-RU" dirty="0" err="1"/>
              <a:t>партійних</a:t>
            </a:r>
            <a:r>
              <a:rPr lang="ru-RU" dirty="0"/>
              <a:t> </a:t>
            </a:r>
            <a:r>
              <a:rPr lang="ru-RU" dirty="0" err="1"/>
              <a:t>програмних</a:t>
            </a:r>
            <a:r>
              <a:rPr lang="ru-RU" dirty="0"/>
              <a:t> </a:t>
            </a:r>
            <a:r>
              <a:rPr lang="ru-RU" dirty="0" err="1"/>
              <a:t>документів</a:t>
            </a:r>
            <a:r>
              <a:rPr lang="ru-RU" dirty="0"/>
              <a:t>.</a:t>
            </a:r>
            <a:endParaRPr lang="uk-UA" dirty="0"/>
          </a:p>
        </p:txBody>
      </p:sp>
      <p:graphicFrame>
        <p:nvGraphicFramePr>
          <p:cNvPr id="5" name="Місце для вмісту 4">
            <a:extLst>
              <a:ext uri="{FF2B5EF4-FFF2-40B4-BE49-F238E27FC236}">
                <a16:creationId xmlns:a16="http://schemas.microsoft.com/office/drawing/2014/main" id="{54F6AAB4-81A7-C9A6-9FB2-36579F271FDA}"/>
              </a:ext>
            </a:extLst>
          </p:cNvPr>
          <p:cNvGraphicFramePr>
            <a:graphicFrameLocks noGrp="1"/>
          </p:cNvGraphicFramePr>
          <p:nvPr>
            <p:ph sz="half" idx="2"/>
            <p:extLst>
              <p:ext uri="{D42A27DB-BD31-4B8C-83A1-F6EECF244321}">
                <p14:modId xmlns:p14="http://schemas.microsoft.com/office/powerpoint/2010/main" val="416374148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8395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057220-9C75-19DD-9558-1B8E658D3FD8}"/>
              </a:ext>
            </a:extLst>
          </p:cNvPr>
          <p:cNvSpPr>
            <a:spLocks noGrp="1"/>
          </p:cNvSpPr>
          <p:nvPr>
            <p:ph type="title"/>
          </p:nvPr>
        </p:nvSpPr>
        <p:spPr/>
        <p:txBody>
          <a:bodyPr>
            <a:normAutofit fontScale="90000"/>
          </a:bodyPr>
          <a:lstStyle/>
          <a:p>
            <a:r>
              <a:rPr lang="uk-UA" dirty="0"/>
              <a:t>Що є свідченням співпраці незалежної України з Організацією Північноатлантичного Договору (НАТО)?</a:t>
            </a:r>
          </a:p>
        </p:txBody>
      </p:sp>
      <p:sp>
        <p:nvSpPr>
          <p:cNvPr id="3" name="Місце для вмісту 2">
            <a:extLst>
              <a:ext uri="{FF2B5EF4-FFF2-40B4-BE49-F238E27FC236}">
                <a16:creationId xmlns:a16="http://schemas.microsoft.com/office/drawing/2014/main" id="{7CA68D8E-C8A2-EEFC-DA87-9666ADA5A10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4614D5F6-DA30-5519-B7A1-D9497E224C0D}"/>
              </a:ext>
            </a:extLst>
          </p:cNvPr>
          <p:cNvGraphicFramePr>
            <a:graphicFrameLocks noGrp="1"/>
          </p:cNvGraphicFramePr>
          <p:nvPr>
            <p:ph sz="half" idx="2"/>
            <p:extLst>
              <p:ext uri="{D42A27DB-BD31-4B8C-83A1-F6EECF244321}">
                <p14:modId xmlns:p14="http://schemas.microsoft.com/office/powerpoint/2010/main" val="179064301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9105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97576D-24AF-F4CF-FE4F-D7D0D1AD4DF1}"/>
              </a:ext>
            </a:extLst>
          </p:cNvPr>
          <p:cNvSpPr>
            <a:spLocks noGrp="1"/>
          </p:cNvSpPr>
          <p:nvPr>
            <p:ph type="title"/>
          </p:nvPr>
        </p:nvSpPr>
        <p:spPr/>
        <p:txBody>
          <a:bodyPr/>
          <a:lstStyle/>
          <a:p>
            <a:r>
              <a:rPr lang="ru-RU" dirty="0" err="1"/>
              <a:t>Події</a:t>
            </a:r>
            <a:r>
              <a:rPr lang="ru-RU" dirty="0"/>
              <a:t>, </a:t>
            </a:r>
            <a:r>
              <a:rPr lang="ru-RU" dirty="0" err="1"/>
              <a:t>зафіксовані</a:t>
            </a:r>
            <a:r>
              <a:rPr lang="ru-RU" dirty="0"/>
              <a:t> на фото, </a:t>
            </a:r>
            <a:r>
              <a:rPr lang="ru-RU" dirty="0" err="1"/>
              <a:t>відбулися</a:t>
            </a:r>
            <a:endParaRPr lang="uk-UA" dirty="0"/>
          </a:p>
        </p:txBody>
      </p:sp>
      <p:graphicFrame>
        <p:nvGraphicFramePr>
          <p:cNvPr id="5" name="Місце для вмісту 4">
            <a:extLst>
              <a:ext uri="{FF2B5EF4-FFF2-40B4-BE49-F238E27FC236}">
                <a16:creationId xmlns:a16="http://schemas.microsoft.com/office/drawing/2014/main" id="{8C3F0727-A69B-FFB8-C5A1-1C42E311D6A5}"/>
              </a:ext>
            </a:extLst>
          </p:cNvPr>
          <p:cNvGraphicFramePr>
            <a:graphicFrameLocks noGrp="1"/>
          </p:cNvGraphicFramePr>
          <p:nvPr>
            <p:ph sz="half" idx="2"/>
            <p:extLst>
              <p:ext uri="{D42A27DB-BD31-4B8C-83A1-F6EECF244321}">
                <p14:modId xmlns:p14="http://schemas.microsoft.com/office/powerpoint/2010/main" val="258068126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F571CFFA-6DB4-1569-5D6E-BFACAFD707F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3151800"/>
            <a:ext cx="4754562" cy="192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200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54CB15-62FF-55A3-477F-855C10D06D60}"/>
              </a:ext>
            </a:extLst>
          </p:cNvPr>
          <p:cNvSpPr>
            <a:spLocks noGrp="1"/>
          </p:cNvSpPr>
          <p:nvPr>
            <p:ph type="title"/>
          </p:nvPr>
        </p:nvSpPr>
        <p:spPr/>
        <p:txBody>
          <a:bodyPr/>
          <a:lstStyle/>
          <a:p>
            <a:r>
              <a:rPr lang="ru-RU" dirty="0" err="1"/>
              <a:t>Ці</a:t>
            </a:r>
            <a:r>
              <a:rPr lang="ru-RU" dirty="0"/>
              <a:t> </a:t>
            </a:r>
            <a:r>
              <a:rPr lang="ru-RU" dirty="0" err="1"/>
              <a:t>події</a:t>
            </a:r>
            <a:r>
              <a:rPr lang="ru-RU" dirty="0"/>
              <a:t> </a:t>
            </a:r>
            <a:r>
              <a:rPr lang="ru-RU" dirty="0" err="1"/>
              <a:t>ввійшли</a:t>
            </a:r>
            <a:r>
              <a:rPr lang="ru-RU" dirty="0"/>
              <a:t> в </a:t>
            </a:r>
            <a:r>
              <a:rPr lang="ru-RU" dirty="0" err="1"/>
              <a:t>історію</a:t>
            </a:r>
            <a:r>
              <a:rPr lang="ru-RU" dirty="0"/>
              <a:t> </a:t>
            </a:r>
            <a:r>
              <a:rPr lang="ru-RU" dirty="0" err="1"/>
              <a:t>під</a:t>
            </a:r>
            <a:r>
              <a:rPr lang="ru-RU" dirty="0"/>
              <a:t> </a:t>
            </a:r>
            <a:r>
              <a:rPr lang="ru-RU" dirty="0" err="1"/>
              <a:t>назвою</a:t>
            </a:r>
            <a:endParaRPr lang="uk-UA" dirty="0"/>
          </a:p>
        </p:txBody>
      </p:sp>
      <p:graphicFrame>
        <p:nvGraphicFramePr>
          <p:cNvPr id="5" name="Місце для вмісту 4">
            <a:extLst>
              <a:ext uri="{FF2B5EF4-FFF2-40B4-BE49-F238E27FC236}">
                <a16:creationId xmlns:a16="http://schemas.microsoft.com/office/drawing/2014/main" id="{AB61E6DF-9947-1E88-8FDF-FD7F5AA20D55}"/>
              </a:ext>
            </a:extLst>
          </p:cNvPr>
          <p:cNvGraphicFramePr>
            <a:graphicFrameLocks noGrp="1"/>
          </p:cNvGraphicFramePr>
          <p:nvPr>
            <p:ph sz="half" idx="2"/>
            <p:extLst>
              <p:ext uri="{D42A27DB-BD31-4B8C-83A1-F6EECF244321}">
                <p14:modId xmlns:p14="http://schemas.microsoft.com/office/powerpoint/2010/main" val="359832507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829E6AB9-6E69-F585-2274-6CA6559DE71B}"/>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3151800"/>
            <a:ext cx="4754562" cy="192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451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2431D3-F97A-0FF4-7887-0147EFB8198E}"/>
              </a:ext>
            </a:extLst>
          </p:cNvPr>
          <p:cNvSpPr>
            <a:spLocks noGrp="1"/>
          </p:cNvSpPr>
          <p:nvPr>
            <p:ph type="title"/>
          </p:nvPr>
        </p:nvSpPr>
        <p:spPr/>
        <p:txBody>
          <a:bodyPr/>
          <a:lstStyle/>
          <a:p>
            <a:r>
              <a:rPr lang="ru-RU" dirty="0" err="1"/>
              <a:t>Що</a:t>
            </a:r>
            <a:r>
              <a:rPr lang="ru-RU" dirty="0"/>
              <a:t> стало приводом до </a:t>
            </a:r>
            <a:r>
              <a:rPr lang="ru-RU" dirty="0" err="1"/>
              <a:t>цих</a:t>
            </a:r>
            <a:r>
              <a:rPr lang="ru-RU" dirty="0"/>
              <a:t> </a:t>
            </a:r>
            <a:r>
              <a:rPr lang="ru-RU" dirty="0" err="1"/>
              <a:t>подій</a:t>
            </a:r>
            <a:r>
              <a:rPr lang="ru-RU" dirty="0"/>
              <a:t>?</a:t>
            </a:r>
            <a:endParaRPr lang="uk-UA" dirty="0"/>
          </a:p>
        </p:txBody>
      </p:sp>
      <p:graphicFrame>
        <p:nvGraphicFramePr>
          <p:cNvPr id="5" name="Місце для вмісту 4">
            <a:extLst>
              <a:ext uri="{FF2B5EF4-FFF2-40B4-BE49-F238E27FC236}">
                <a16:creationId xmlns:a16="http://schemas.microsoft.com/office/drawing/2014/main" id="{83293243-1DCD-ADB2-A570-F3F6CD67C5CC}"/>
              </a:ext>
            </a:extLst>
          </p:cNvPr>
          <p:cNvGraphicFramePr>
            <a:graphicFrameLocks noGrp="1"/>
          </p:cNvGraphicFramePr>
          <p:nvPr>
            <p:ph sz="half" idx="2"/>
            <p:extLst>
              <p:ext uri="{D42A27DB-BD31-4B8C-83A1-F6EECF244321}">
                <p14:modId xmlns:p14="http://schemas.microsoft.com/office/powerpoint/2010/main" val="80016875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04EFD51D-9867-EDE3-8999-2C61906DF9DA}"/>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3151800"/>
            <a:ext cx="4754562" cy="192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6786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0755B4-2E72-E421-4640-DF6638B03DE2}"/>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набуття</a:t>
            </a:r>
            <a:r>
              <a:rPr lang="ru-RU" dirty="0"/>
              <a:t> </a:t>
            </a:r>
            <a:r>
              <a:rPr lang="ru-RU" dirty="0" err="1"/>
              <a:t>Україною</a:t>
            </a:r>
            <a:r>
              <a:rPr lang="ru-RU" dirty="0"/>
              <a:t> членства в </a:t>
            </a:r>
            <a:r>
              <a:rPr lang="ru-RU" dirty="0" err="1"/>
              <a:t>міжнародних</a:t>
            </a:r>
            <a:r>
              <a:rPr lang="ru-RU" dirty="0"/>
              <a:t> </a:t>
            </a:r>
            <a:r>
              <a:rPr lang="ru-RU" dirty="0" err="1"/>
              <a:t>організаціях</a:t>
            </a:r>
            <a:r>
              <a:rPr lang="ru-RU" dirty="0"/>
              <a:t>.</a:t>
            </a:r>
            <a:endParaRPr lang="uk-UA" dirty="0"/>
          </a:p>
        </p:txBody>
      </p:sp>
      <p:sp>
        <p:nvSpPr>
          <p:cNvPr id="3" name="Місце для вмісту 2">
            <a:extLst>
              <a:ext uri="{FF2B5EF4-FFF2-40B4-BE49-F238E27FC236}">
                <a16:creationId xmlns:a16="http://schemas.microsoft.com/office/drawing/2014/main" id="{68BBCACD-DC51-F732-1021-2ECEAE4210C6}"/>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E3FA16CE-E0C8-DA2E-6811-BE402F6770F3}"/>
              </a:ext>
            </a:extLst>
          </p:cNvPr>
          <p:cNvGraphicFramePr>
            <a:graphicFrameLocks noGrp="1"/>
          </p:cNvGraphicFramePr>
          <p:nvPr>
            <p:ph sz="half" idx="2"/>
            <p:extLst>
              <p:ext uri="{D42A27DB-BD31-4B8C-83A1-F6EECF244321}">
                <p14:modId xmlns:p14="http://schemas.microsoft.com/office/powerpoint/2010/main" val="69042686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5659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87D2D2-4ED2-FB67-8656-45C2EB778A3C}"/>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датами та </a:t>
            </a:r>
            <a:r>
              <a:rPr lang="ru-RU" dirty="0" err="1"/>
              <a:t>подіями</a:t>
            </a:r>
            <a:r>
              <a:rPr lang="ru-RU" dirty="0"/>
              <a:t>.</a:t>
            </a:r>
            <a:endParaRPr lang="uk-UA" dirty="0"/>
          </a:p>
        </p:txBody>
      </p:sp>
      <p:graphicFrame>
        <p:nvGraphicFramePr>
          <p:cNvPr id="6" name="Місце для вмісту 5">
            <a:extLst>
              <a:ext uri="{FF2B5EF4-FFF2-40B4-BE49-F238E27FC236}">
                <a16:creationId xmlns:a16="http://schemas.microsoft.com/office/drawing/2014/main" id="{1EA485F5-1972-CEBF-37AC-66A74DFBE72D}"/>
              </a:ext>
            </a:extLst>
          </p:cNvPr>
          <p:cNvGraphicFramePr>
            <a:graphicFrameLocks noGrp="1"/>
          </p:cNvGraphicFramePr>
          <p:nvPr>
            <p:ph sz="half" idx="1"/>
            <p:extLst>
              <p:ext uri="{D42A27DB-BD31-4B8C-83A1-F6EECF244321}">
                <p14:modId xmlns:p14="http://schemas.microsoft.com/office/powerpoint/2010/main" val="3386998303"/>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9E858DBA-28EB-459D-6607-79D38A965C83}"/>
              </a:ext>
            </a:extLst>
          </p:cNvPr>
          <p:cNvGraphicFramePr>
            <a:graphicFrameLocks noGrp="1"/>
          </p:cNvGraphicFramePr>
          <p:nvPr>
            <p:ph sz="half" idx="2"/>
            <p:extLst>
              <p:ext uri="{D42A27DB-BD31-4B8C-83A1-F6EECF244321}">
                <p14:modId xmlns:p14="http://schemas.microsoft.com/office/powerpoint/2010/main" val="3786378727"/>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15593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9FBA8B-2134-7C7F-782C-FD40CC529C64}"/>
              </a:ext>
            </a:extLst>
          </p:cNvPr>
          <p:cNvSpPr>
            <a:spLocks noGrp="1"/>
          </p:cNvSpPr>
          <p:nvPr>
            <p:ph type="title"/>
          </p:nvPr>
        </p:nvSpPr>
        <p:spPr/>
        <p:txBody>
          <a:bodyPr/>
          <a:lstStyle/>
          <a:p>
            <a:r>
              <a:rPr lang="uk-UA" dirty="0"/>
              <a:t>Установіть відповідність між подією та її наслідком.</a:t>
            </a:r>
          </a:p>
        </p:txBody>
      </p:sp>
      <p:graphicFrame>
        <p:nvGraphicFramePr>
          <p:cNvPr id="5" name="Місце для вмісту 4">
            <a:extLst>
              <a:ext uri="{FF2B5EF4-FFF2-40B4-BE49-F238E27FC236}">
                <a16:creationId xmlns:a16="http://schemas.microsoft.com/office/drawing/2014/main" id="{B0469617-B601-AA6A-D917-9E1900F86489}"/>
              </a:ext>
            </a:extLst>
          </p:cNvPr>
          <p:cNvGraphicFramePr>
            <a:graphicFrameLocks noGrp="1"/>
          </p:cNvGraphicFramePr>
          <p:nvPr>
            <p:ph sz="half" idx="1"/>
            <p:extLst>
              <p:ext uri="{D42A27DB-BD31-4B8C-83A1-F6EECF244321}">
                <p14:modId xmlns:p14="http://schemas.microsoft.com/office/powerpoint/2010/main" val="4156145502"/>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FBA23AA5-960B-EEC1-5C48-979328D6AAA0}"/>
              </a:ext>
            </a:extLst>
          </p:cNvPr>
          <p:cNvGraphicFramePr>
            <a:graphicFrameLocks noGrp="1"/>
          </p:cNvGraphicFramePr>
          <p:nvPr>
            <p:ph sz="half" idx="2"/>
            <p:extLst>
              <p:ext uri="{D42A27DB-BD31-4B8C-83A1-F6EECF244321}">
                <p14:modId xmlns:p14="http://schemas.microsoft.com/office/powerpoint/2010/main" val="221521715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73849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476F63-76F1-7C26-1128-B043053BEBC3}"/>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зафіксованих</a:t>
            </a:r>
            <a:r>
              <a:rPr lang="ru-RU" dirty="0"/>
              <a:t> на фото.</a:t>
            </a:r>
            <a:endParaRPr lang="uk-UA" dirty="0"/>
          </a:p>
        </p:txBody>
      </p:sp>
      <p:pic>
        <p:nvPicPr>
          <p:cNvPr id="7170" name="Picture 2">
            <a:extLst>
              <a:ext uri="{FF2B5EF4-FFF2-40B4-BE49-F238E27FC236}">
                <a16:creationId xmlns:a16="http://schemas.microsoft.com/office/drawing/2014/main" id="{0386E9F3-0EC1-3155-6F07-39DA3700296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965195" y="2062674"/>
            <a:ext cx="3333750" cy="20383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30C98F4-97BF-9092-A82F-E54582C27D0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991220" y="2015049"/>
            <a:ext cx="333375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9866AD4C-39D4-62CA-4E9D-BCF0CD7FED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1220" y="4261657"/>
            <a:ext cx="333375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B2D29955-82E7-171A-B569-E09AC91127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5195" y="4229100"/>
            <a:ext cx="33337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644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54C663-273D-1EE3-00B1-8DD4B48F8CB2}"/>
              </a:ext>
            </a:extLst>
          </p:cNvPr>
          <p:cNvSpPr>
            <a:spLocks noGrp="1"/>
          </p:cNvSpPr>
          <p:nvPr>
            <p:ph type="title"/>
          </p:nvPr>
        </p:nvSpPr>
        <p:spPr/>
        <p:txBody>
          <a:bodyPr>
            <a:normAutofit fontScale="90000"/>
          </a:bodyPr>
          <a:lstStyle/>
          <a:p>
            <a:r>
              <a:rPr lang="uk-UA" dirty="0"/>
              <a:t>Що є свідченням співпраці незалежної України з Організацією Об’єднаних Націй?</a:t>
            </a:r>
          </a:p>
        </p:txBody>
      </p:sp>
      <p:sp>
        <p:nvSpPr>
          <p:cNvPr id="3" name="Місце для вмісту 2">
            <a:extLst>
              <a:ext uri="{FF2B5EF4-FFF2-40B4-BE49-F238E27FC236}">
                <a16:creationId xmlns:a16="http://schemas.microsoft.com/office/drawing/2014/main" id="{5F541D3D-B307-7391-34D8-39E715056AA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8773175C-3D48-F9BF-7BAF-59D6BDF8C9B5}"/>
              </a:ext>
            </a:extLst>
          </p:cNvPr>
          <p:cNvGraphicFramePr>
            <a:graphicFrameLocks noGrp="1"/>
          </p:cNvGraphicFramePr>
          <p:nvPr>
            <p:ph sz="half" idx="2"/>
            <p:extLst>
              <p:ext uri="{D42A27DB-BD31-4B8C-83A1-F6EECF244321}">
                <p14:modId xmlns:p14="http://schemas.microsoft.com/office/powerpoint/2010/main" val="1535858357"/>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2962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08581B-A532-9FF1-3A32-D05305A452DD}"/>
              </a:ext>
            </a:extLst>
          </p:cNvPr>
          <p:cNvSpPr>
            <a:spLocks noGrp="1"/>
          </p:cNvSpPr>
          <p:nvPr>
            <p:ph type="title"/>
          </p:nvPr>
        </p:nvSpPr>
        <p:spPr/>
        <p:txBody>
          <a:bodyPr/>
          <a:lstStyle/>
          <a:p>
            <a:r>
              <a:rPr lang="ru-RU" dirty="0"/>
              <a:t>Яке </a:t>
            </a:r>
            <a:r>
              <a:rPr lang="ru-RU" dirty="0" err="1"/>
              <a:t>явище</a:t>
            </a:r>
            <a:r>
              <a:rPr lang="ru-RU" dirty="0"/>
              <a:t> </a:t>
            </a:r>
            <a:r>
              <a:rPr lang="ru-RU" dirty="0" err="1"/>
              <a:t>сучасності</a:t>
            </a:r>
            <a:r>
              <a:rPr lang="ru-RU" dirty="0"/>
              <a:t> </a:t>
            </a:r>
            <a:r>
              <a:rPr lang="ru-RU" dirty="0" err="1"/>
              <a:t>України</a:t>
            </a:r>
            <a:r>
              <a:rPr lang="ru-RU" dirty="0"/>
              <a:t> </a:t>
            </a:r>
            <a:r>
              <a:rPr lang="ru-RU" dirty="0" err="1"/>
              <a:t>відображено</a:t>
            </a:r>
            <a:r>
              <a:rPr lang="ru-RU" dirty="0"/>
              <a:t> на </a:t>
            </a:r>
            <a:r>
              <a:rPr lang="ru-RU" dirty="0" err="1"/>
              <a:t>карикатурі</a:t>
            </a:r>
            <a:r>
              <a:rPr lang="ru-RU" dirty="0"/>
              <a:t>?</a:t>
            </a:r>
            <a:endParaRPr lang="uk-UA" dirty="0"/>
          </a:p>
        </p:txBody>
      </p:sp>
      <p:graphicFrame>
        <p:nvGraphicFramePr>
          <p:cNvPr id="5" name="Місце для вмісту 4">
            <a:extLst>
              <a:ext uri="{FF2B5EF4-FFF2-40B4-BE49-F238E27FC236}">
                <a16:creationId xmlns:a16="http://schemas.microsoft.com/office/drawing/2014/main" id="{3DE1BD41-AB91-79E2-BC69-4025D89D6F15}"/>
              </a:ext>
            </a:extLst>
          </p:cNvPr>
          <p:cNvGraphicFramePr>
            <a:graphicFrameLocks noGrp="1"/>
          </p:cNvGraphicFramePr>
          <p:nvPr>
            <p:ph sz="half" idx="2"/>
            <p:extLst>
              <p:ext uri="{D42A27DB-BD31-4B8C-83A1-F6EECF244321}">
                <p14:modId xmlns:p14="http://schemas.microsoft.com/office/powerpoint/2010/main" val="93862663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a:extLst>
              <a:ext uri="{FF2B5EF4-FFF2-40B4-BE49-F238E27FC236}">
                <a16:creationId xmlns:a16="http://schemas.microsoft.com/office/drawing/2014/main" id="{9E85AB38-6D0A-3193-8CF7-CB946132F98C}"/>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615007" y="3085957"/>
            <a:ext cx="3934374" cy="2057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6900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5130CA-4832-D56E-9C0A-38054FC4BEEB}"/>
              </a:ext>
            </a:extLst>
          </p:cNvPr>
          <p:cNvSpPr>
            <a:spLocks noGrp="1"/>
          </p:cNvSpPr>
          <p:nvPr>
            <p:ph type="title"/>
          </p:nvPr>
        </p:nvSpPr>
        <p:spPr/>
        <p:txBody>
          <a:bodyPr>
            <a:normAutofit/>
          </a:bodyPr>
          <a:lstStyle/>
          <a:p>
            <a:r>
              <a:rPr lang="ru-RU" sz="2800" dirty="0" err="1"/>
              <a:t>Започаткування</a:t>
            </a:r>
            <a:r>
              <a:rPr lang="ru-RU" sz="2800" dirty="0"/>
              <a:t> </a:t>
            </a:r>
            <a:r>
              <a:rPr lang="ru-RU" sz="2800" dirty="0" err="1"/>
              <a:t>системи</a:t>
            </a:r>
            <a:r>
              <a:rPr lang="ru-RU" sz="2800" dirty="0"/>
              <a:t> </a:t>
            </a:r>
            <a:r>
              <a:rPr lang="ru-RU" sz="2800" dirty="0" err="1"/>
              <a:t>олігархічних</a:t>
            </a:r>
            <a:r>
              <a:rPr lang="ru-RU" sz="2800" dirty="0"/>
              <a:t> </a:t>
            </a:r>
            <a:r>
              <a:rPr lang="ru-RU" sz="2800" dirty="0" err="1"/>
              <a:t>фінансово-промислових</a:t>
            </a:r>
            <a:r>
              <a:rPr lang="ru-RU" sz="2800" dirty="0"/>
              <a:t> </a:t>
            </a:r>
            <a:r>
              <a:rPr lang="ru-RU" sz="2800" dirty="0" err="1"/>
              <a:t>груп</a:t>
            </a:r>
            <a:r>
              <a:rPr lang="ru-RU" sz="2800" dirty="0"/>
              <a:t> </a:t>
            </a:r>
            <a:r>
              <a:rPr lang="ru-RU" sz="2800" dirty="0" err="1"/>
              <a:t>було</a:t>
            </a:r>
            <a:r>
              <a:rPr lang="ru-RU" sz="2800" dirty="0"/>
              <a:t> </a:t>
            </a:r>
            <a:r>
              <a:rPr lang="ru-RU" sz="2800" dirty="0" err="1"/>
              <a:t>характерним</a:t>
            </a:r>
            <a:r>
              <a:rPr lang="ru-RU" sz="2800" dirty="0"/>
              <a:t> для </a:t>
            </a:r>
            <a:r>
              <a:rPr lang="ru-RU" sz="2800" dirty="0" err="1"/>
              <a:t>соціально-економічного</a:t>
            </a:r>
            <a:r>
              <a:rPr lang="ru-RU" sz="2800" dirty="0"/>
              <a:t> </a:t>
            </a:r>
            <a:r>
              <a:rPr lang="ru-RU" sz="2800" dirty="0" err="1"/>
              <a:t>життя</a:t>
            </a:r>
            <a:r>
              <a:rPr lang="ru-RU" sz="2800" dirty="0"/>
              <a:t> </a:t>
            </a:r>
            <a:r>
              <a:rPr lang="ru-RU" sz="2800" dirty="0" err="1"/>
              <a:t>України</a:t>
            </a:r>
            <a:r>
              <a:rPr lang="ru-RU" sz="2800" dirty="0"/>
              <a:t> в </a:t>
            </a:r>
            <a:r>
              <a:rPr lang="ru-RU" sz="2800" dirty="0" err="1"/>
              <a:t>період</a:t>
            </a:r>
            <a:endParaRPr lang="uk-UA" sz="2800" dirty="0"/>
          </a:p>
        </p:txBody>
      </p:sp>
      <p:sp>
        <p:nvSpPr>
          <p:cNvPr id="3" name="Місце для вмісту 2">
            <a:extLst>
              <a:ext uri="{FF2B5EF4-FFF2-40B4-BE49-F238E27FC236}">
                <a16:creationId xmlns:a16="http://schemas.microsoft.com/office/drawing/2014/main" id="{D2D529F0-1E7F-6806-FB5A-82F9C76CFB9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F3E8182E-36FE-8F78-B428-4391027C64A8}"/>
              </a:ext>
            </a:extLst>
          </p:cNvPr>
          <p:cNvGraphicFramePr>
            <a:graphicFrameLocks noGrp="1"/>
          </p:cNvGraphicFramePr>
          <p:nvPr>
            <p:ph sz="half" idx="2"/>
            <p:extLst>
              <p:ext uri="{D42A27DB-BD31-4B8C-83A1-F6EECF244321}">
                <p14:modId xmlns:p14="http://schemas.microsoft.com/office/powerpoint/2010/main" val="680425663"/>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7675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8AB0909-05F9-A323-EA15-A19A17A43E37}"/>
              </a:ext>
            </a:extLst>
          </p:cNvPr>
          <p:cNvSpPr>
            <a:spLocks noGrp="1"/>
          </p:cNvSpPr>
          <p:nvPr>
            <p:ph type="title"/>
          </p:nvPr>
        </p:nvSpPr>
        <p:spPr/>
        <p:txBody>
          <a:bodyPr>
            <a:noAutofit/>
          </a:bodyPr>
          <a:lstStyle/>
          <a:p>
            <a:r>
              <a:rPr lang="uk-UA" sz="3200" dirty="0"/>
              <a:t>Установіть відповідність між періодом (1–4) в історії України та поняттями й термінами (А – Д), які потрібно використовувати, характеризуючи його.</a:t>
            </a:r>
          </a:p>
        </p:txBody>
      </p:sp>
      <p:graphicFrame>
        <p:nvGraphicFramePr>
          <p:cNvPr id="13" name="Місце для вмісту 12">
            <a:extLst>
              <a:ext uri="{FF2B5EF4-FFF2-40B4-BE49-F238E27FC236}">
                <a16:creationId xmlns:a16="http://schemas.microsoft.com/office/drawing/2014/main" id="{32719802-8F68-D913-807E-0521F9352852}"/>
              </a:ext>
            </a:extLst>
          </p:cNvPr>
          <p:cNvGraphicFramePr>
            <a:graphicFrameLocks noGrp="1"/>
          </p:cNvGraphicFramePr>
          <p:nvPr>
            <p:ph sz="half" idx="1"/>
            <p:extLst>
              <p:ext uri="{D42A27DB-BD31-4B8C-83A1-F6EECF244321}">
                <p14:modId xmlns:p14="http://schemas.microsoft.com/office/powerpoint/2010/main" val="883773608"/>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Місце для вмісту 11">
            <a:extLst>
              <a:ext uri="{FF2B5EF4-FFF2-40B4-BE49-F238E27FC236}">
                <a16:creationId xmlns:a16="http://schemas.microsoft.com/office/drawing/2014/main" id="{F8039C2D-39EB-30AB-4612-F82D55CB9778}"/>
              </a:ext>
            </a:extLst>
          </p:cNvPr>
          <p:cNvGraphicFramePr>
            <a:graphicFrameLocks noGrp="1"/>
          </p:cNvGraphicFramePr>
          <p:nvPr>
            <p:ph sz="half" idx="2"/>
            <p:extLst>
              <p:ext uri="{D42A27DB-BD31-4B8C-83A1-F6EECF244321}">
                <p14:modId xmlns:p14="http://schemas.microsoft.com/office/powerpoint/2010/main" val="1883742819"/>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3806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8817993-C39E-A9BF-F5D3-E15DEBAA9694}"/>
              </a:ext>
            </a:extLst>
          </p:cNvPr>
          <p:cNvSpPr>
            <a:spLocks noGrp="1"/>
          </p:cNvSpPr>
          <p:nvPr>
            <p:ph type="title"/>
          </p:nvPr>
        </p:nvSpPr>
        <p:spPr/>
        <p:txBody>
          <a:bodyPr/>
          <a:lstStyle/>
          <a:p>
            <a:r>
              <a:rPr lang="uk-UA" dirty="0"/>
              <a:t>Економіка</a:t>
            </a:r>
          </a:p>
        </p:txBody>
      </p:sp>
      <p:sp>
        <p:nvSpPr>
          <p:cNvPr id="6" name="Місце для тексту 5">
            <a:extLst>
              <a:ext uri="{FF2B5EF4-FFF2-40B4-BE49-F238E27FC236}">
                <a16:creationId xmlns:a16="http://schemas.microsoft.com/office/drawing/2014/main" id="{8F0EABFC-7528-7247-D0E0-3115A8ADCA33}"/>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23687195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8FE232-30C4-B135-1833-8CBBABEDADDE}"/>
              </a:ext>
            </a:extLst>
          </p:cNvPr>
          <p:cNvSpPr>
            <a:spLocks noGrp="1"/>
          </p:cNvSpPr>
          <p:nvPr>
            <p:ph type="title"/>
          </p:nvPr>
        </p:nvSpPr>
        <p:spPr/>
        <p:txBody>
          <a:bodyPr>
            <a:normAutofit/>
          </a:bodyPr>
          <a:lstStyle/>
          <a:p>
            <a:r>
              <a:rPr lang="ru-RU" sz="3200" dirty="0" err="1"/>
              <a:t>Динаміку</a:t>
            </a:r>
            <a:r>
              <a:rPr lang="ru-RU" sz="3200" dirty="0"/>
              <a:t> </a:t>
            </a:r>
            <a:r>
              <a:rPr lang="ru-RU" sz="3200" dirty="0" err="1"/>
              <a:t>якого</a:t>
            </a:r>
            <a:r>
              <a:rPr lang="ru-RU" sz="3200" dirty="0"/>
              <a:t> </a:t>
            </a:r>
            <a:r>
              <a:rPr lang="ru-RU" sz="3200" dirty="0" err="1"/>
              <a:t>явища</a:t>
            </a:r>
            <a:r>
              <a:rPr lang="ru-RU" sz="3200" dirty="0"/>
              <a:t> </a:t>
            </a:r>
            <a:r>
              <a:rPr lang="ru-RU" sz="3200" dirty="0" err="1"/>
              <a:t>соціально-економічного</a:t>
            </a:r>
            <a:r>
              <a:rPr lang="ru-RU" sz="3200" dirty="0"/>
              <a:t> </a:t>
            </a:r>
            <a:r>
              <a:rPr lang="ru-RU" sz="3200" dirty="0" err="1"/>
              <a:t>розвитку</a:t>
            </a:r>
            <a:r>
              <a:rPr lang="ru-RU" sz="3200" dirty="0"/>
              <a:t> </a:t>
            </a:r>
            <a:r>
              <a:rPr lang="ru-RU" sz="3200" dirty="0" err="1"/>
              <a:t>України</a:t>
            </a:r>
            <a:r>
              <a:rPr lang="ru-RU" sz="3200" dirty="0"/>
              <a:t> </a:t>
            </a:r>
            <a:r>
              <a:rPr lang="ru-RU" sz="3200" dirty="0" err="1"/>
              <a:t>першої</a:t>
            </a:r>
            <a:r>
              <a:rPr lang="ru-RU" sz="3200" dirty="0"/>
              <a:t> </a:t>
            </a:r>
            <a:r>
              <a:rPr lang="ru-RU" sz="3200" dirty="0" err="1"/>
              <a:t>половини</a:t>
            </a:r>
            <a:r>
              <a:rPr lang="ru-RU" sz="3200" dirty="0"/>
              <a:t> 1990-х </a:t>
            </a:r>
            <a:r>
              <a:rPr lang="ru-RU" sz="3200" dirty="0" err="1"/>
              <a:t>рр</a:t>
            </a:r>
            <a:r>
              <a:rPr lang="ru-RU" sz="3200" dirty="0"/>
              <a:t>. </a:t>
            </a:r>
            <a:r>
              <a:rPr lang="ru-RU" sz="3200" dirty="0" err="1"/>
              <a:t>відображено</a:t>
            </a:r>
            <a:r>
              <a:rPr lang="ru-RU" sz="3200" dirty="0"/>
              <a:t> в </a:t>
            </a:r>
            <a:r>
              <a:rPr lang="ru-RU" sz="3200" dirty="0" err="1"/>
              <a:t>таблиці</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6F9B7D14-7E6D-9EFD-99DA-9C518464E11C}"/>
              </a:ext>
            </a:extLst>
          </p:cNvPr>
          <p:cNvGraphicFramePr>
            <a:graphicFrameLocks noGrp="1"/>
          </p:cNvGraphicFramePr>
          <p:nvPr>
            <p:ph sz="half" idx="2"/>
            <p:extLst>
              <p:ext uri="{D42A27DB-BD31-4B8C-83A1-F6EECF244321}">
                <p14:modId xmlns:p14="http://schemas.microsoft.com/office/powerpoint/2010/main" val="3252892559"/>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194" name="Picture 2">
            <a:extLst>
              <a:ext uri="{FF2B5EF4-FFF2-40B4-BE49-F238E27FC236}">
                <a16:creationId xmlns:a16="http://schemas.microsoft.com/office/drawing/2014/main" id="{C87758D2-F7AD-A4D6-E49A-FCCA3AC7F7C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3542641"/>
            <a:ext cx="4754562" cy="1144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7688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628533FB-8DE1-BC66-C909-CEBC21C387A4}"/>
              </a:ext>
            </a:extLst>
          </p:cNvPr>
          <p:cNvSpPr>
            <a:spLocks noGrp="1"/>
          </p:cNvSpPr>
          <p:nvPr>
            <p:ph type="title"/>
          </p:nvPr>
        </p:nvSpPr>
        <p:spPr/>
        <p:txBody>
          <a:bodyPr/>
          <a:lstStyle/>
          <a:p>
            <a:r>
              <a:rPr lang="ru-RU" dirty="0" err="1"/>
              <a:t>це</a:t>
            </a:r>
            <a:r>
              <a:rPr lang="ru-RU" dirty="0"/>
              <a:t> сфера </a:t>
            </a:r>
            <a:r>
              <a:rPr lang="ru-RU" dirty="0" err="1"/>
              <a:t>вияву</a:t>
            </a:r>
            <a:r>
              <a:rPr lang="ru-RU" dirty="0"/>
              <a:t> </a:t>
            </a:r>
            <a:r>
              <a:rPr lang="ru-RU" dirty="0" err="1"/>
              <a:t>економічної</a:t>
            </a:r>
            <a:r>
              <a:rPr lang="ru-RU" dirty="0"/>
              <a:t> </a:t>
            </a:r>
            <a:r>
              <a:rPr lang="ru-RU" dirty="0" err="1"/>
              <a:t>активності</a:t>
            </a:r>
            <a:r>
              <a:rPr lang="ru-RU" dirty="0"/>
              <a:t>, </a:t>
            </a:r>
            <a:r>
              <a:rPr lang="ru-RU" dirty="0" err="1"/>
              <a:t>спрямованої</a:t>
            </a:r>
            <a:r>
              <a:rPr lang="ru-RU" dirty="0"/>
              <a:t> на</a:t>
            </a:r>
            <a:endParaRPr lang="uk-UA" dirty="0"/>
          </a:p>
        </p:txBody>
      </p:sp>
      <p:sp>
        <p:nvSpPr>
          <p:cNvPr id="5" name="Місце для вмісту 4">
            <a:extLst>
              <a:ext uri="{FF2B5EF4-FFF2-40B4-BE49-F238E27FC236}">
                <a16:creationId xmlns:a16="http://schemas.microsoft.com/office/drawing/2014/main" id="{63CE6EE5-15CF-E738-561E-0A525CAB406B}"/>
              </a:ext>
            </a:extLst>
          </p:cNvPr>
          <p:cNvSpPr>
            <a:spLocks noGrp="1"/>
          </p:cNvSpPr>
          <p:nvPr>
            <p:ph sz="half" idx="1"/>
          </p:nvPr>
        </p:nvSpPr>
        <p:spPr/>
        <p:txBody>
          <a:bodyPr>
            <a:normAutofit/>
          </a:bodyPr>
          <a:lstStyle/>
          <a:p>
            <a:r>
              <a:rPr lang="ru-RU" i="1" dirty="0"/>
              <a:t>«</a:t>
            </a:r>
            <a:r>
              <a:rPr lang="ru-RU" i="1" dirty="0" err="1"/>
              <a:t>Тіньова</a:t>
            </a:r>
            <a:r>
              <a:rPr lang="ru-RU" i="1" dirty="0"/>
              <a:t>» </a:t>
            </a:r>
            <a:r>
              <a:rPr lang="ru-RU" i="1" dirty="0" err="1"/>
              <a:t>економіка</a:t>
            </a:r>
            <a:r>
              <a:rPr lang="ru-RU" i="1" dirty="0"/>
              <a:t>, яка в </a:t>
            </a:r>
            <a:r>
              <a:rPr lang="ru-RU" i="1" dirty="0" err="1"/>
              <a:t>другій</a:t>
            </a:r>
            <a:r>
              <a:rPr lang="ru-RU" i="1" dirty="0"/>
              <a:t> </a:t>
            </a:r>
            <a:r>
              <a:rPr lang="ru-RU" i="1" dirty="0" err="1"/>
              <a:t>половині</a:t>
            </a:r>
            <a:r>
              <a:rPr lang="ru-RU" i="1" dirty="0"/>
              <a:t> 1990-х </a:t>
            </a:r>
            <a:r>
              <a:rPr lang="ru-RU" i="1" dirty="0" err="1"/>
              <a:t>рр</a:t>
            </a:r>
            <a:r>
              <a:rPr lang="ru-RU" i="1" dirty="0"/>
              <a:t>., за </a:t>
            </a:r>
            <a:r>
              <a:rPr lang="ru-RU" i="1" dirty="0" err="1"/>
              <a:t>оцінками</a:t>
            </a:r>
            <a:r>
              <a:rPr lang="ru-RU" i="1" dirty="0"/>
              <a:t> </a:t>
            </a:r>
            <a:r>
              <a:rPr lang="ru-RU" i="1" dirty="0" err="1"/>
              <a:t>фахівців</a:t>
            </a:r>
            <a:r>
              <a:rPr lang="ru-RU" i="1" dirty="0"/>
              <a:t>, «...</a:t>
            </a:r>
            <a:r>
              <a:rPr lang="ru-RU" i="1" dirty="0" err="1"/>
              <a:t>гальмувала</a:t>
            </a:r>
            <a:r>
              <a:rPr lang="ru-RU" i="1" dirty="0"/>
              <a:t> не </a:t>
            </a:r>
            <a:r>
              <a:rPr lang="ru-RU" i="1" dirty="0" err="1"/>
              <a:t>тільки</a:t>
            </a:r>
            <a:r>
              <a:rPr lang="ru-RU" i="1" dirty="0"/>
              <a:t> </a:t>
            </a:r>
            <a:r>
              <a:rPr lang="ru-RU" i="1" dirty="0" err="1"/>
              <a:t>ринкові</a:t>
            </a:r>
            <a:r>
              <a:rPr lang="ru-RU" i="1" dirty="0"/>
              <a:t> </a:t>
            </a:r>
            <a:r>
              <a:rPr lang="ru-RU" i="1" dirty="0" err="1"/>
              <a:t>реформи</a:t>
            </a:r>
            <a:r>
              <a:rPr lang="ru-RU" i="1" dirty="0"/>
              <a:t>, а й </a:t>
            </a:r>
            <a:r>
              <a:rPr lang="ru-RU" i="1" dirty="0" err="1"/>
              <a:t>вкладання</a:t>
            </a:r>
            <a:r>
              <a:rPr lang="ru-RU" i="1" dirty="0"/>
              <a:t> </a:t>
            </a:r>
            <a:r>
              <a:rPr lang="ru-RU" i="1" dirty="0" err="1"/>
              <a:t>іноземними</a:t>
            </a:r>
            <a:r>
              <a:rPr lang="ru-RU" i="1" dirty="0"/>
              <a:t> </a:t>
            </a:r>
            <a:r>
              <a:rPr lang="ru-RU" i="1" dirty="0" err="1"/>
              <a:t>інвесторами</a:t>
            </a:r>
            <a:r>
              <a:rPr lang="ru-RU" i="1" dirty="0"/>
              <a:t> </a:t>
            </a:r>
            <a:r>
              <a:rPr lang="ru-RU" i="1" dirty="0" err="1"/>
              <a:t>капіталів</a:t>
            </a:r>
            <a:r>
              <a:rPr lang="ru-RU" i="1" dirty="0"/>
              <a:t> в </a:t>
            </a:r>
            <a:r>
              <a:rPr lang="ru-RU" i="1" dirty="0" err="1"/>
              <a:t>Україну</a:t>
            </a:r>
            <a:r>
              <a:rPr lang="ru-RU" i="1" dirty="0"/>
              <a:t>», </a:t>
            </a:r>
            <a:endParaRPr lang="uk-UA" i="1" dirty="0"/>
          </a:p>
        </p:txBody>
      </p:sp>
      <p:graphicFrame>
        <p:nvGraphicFramePr>
          <p:cNvPr id="7" name="Місце для вмісту 6">
            <a:extLst>
              <a:ext uri="{FF2B5EF4-FFF2-40B4-BE49-F238E27FC236}">
                <a16:creationId xmlns:a16="http://schemas.microsoft.com/office/drawing/2014/main" id="{C8DDA859-E03B-0412-49F6-5B522D2A7370}"/>
              </a:ext>
            </a:extLst>
          </p:cNvPr>
          <p:cNvGraphicFramePr>
            <a:graphicFrameLocks noGrp="1"/>
          </p:cNvGraphicFramePr>
          <p:nvPr>
            <p:ph sz="half" idx="2"/>
            <p:extLst>
              <p:ext uri="{D42A27DB-BD31-4B8C-83A1-F6EECF244321}">
                <p14:modId xmlns:p14="http://schemas.microsoft.com/office/powerpoint/2010/main" val="337401947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3701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544970-E1A5-2CEC-DB23-9B60401E52BC}"/>
              </a:ext>
            </a:extLst>
          </p:cNvPr>
          <p:cNvSpPr>
            <a:spLocks noGrp="1"/>
          </p:cNvSpPr>
          <p:nvPr>
            <p:ph type="title"/>
          </p:nvPr>
        </p:nvSpPr>
        <p:spPr/>
        <p:txBody>
          <a:bodyPr>
            <a:normAutofit fontScale="90000"/>
          </a:bodyPr>
          <a:lstStyle/>
          <a:p>
            <a:r>
              <a:rPr lang="ru-RU" dirty="0" err="1"/>
              <a:t>Укажіть</a:t>
            </a:r>
            <a:r>
              <a:rPr lang="ru-RU" dirty="0"/>
              <a:t> </a:t>
            </a:r>
            <a:r>
              <a:rPr lang="ru-RU" dirty="0" err="1"/>
              <a:t>економічні</a:t>
            </a:r>
            <a:r>
              <a:rPr lang="ru-RU" dirty="0"/>
              <a:t> заходи, </a:t>
            </a:r>
            <a:r>
              <a:rPr lang="ru-RU" dirty="0" err="1"/>
              <a:t>здійснені</a:t>
            </a:r>
            <a:r>
              <a:rPr lang="ru-RU" dirty="0"/>
              <a:t> урядами </a:t>
            </a:r>
            <a:r>
              <a:rPr lang="ru-RU" dirty="0" err="1"/>
              <a:t>України</a:t>
            </a:r>
            <a:r>
              <a:rPr lang="ru-RU" dirty="0"/>
              <a:t> в 1990-х </a:t>
            </a:r>
            <a:r>
              <a:rPr lang="ru-RU" dirty="0" err="1"/>
              <a:t>рр</a:t>
            </a:r>
            <a:r>
              <a:rPr lang="ru-RU" dirty="0"/>
              <a:t>.</a:t>
            </a:r>
            <a:endParaRPr lang="uk-UA" dirty="0"/>
          </a:p>
        </p:txBody>
      </p:sp>
      <p:graphicFrame>
        <p:nvGraphicFramePr>
          <p:cNvPr id="6" name="Місце для вмісту 5">
            <a:extLst>
              <a:ext uri="{FF2B5EF4-FFF2-40B4-BE49-F238E27FC236}">
                <a16:creationId xmlns:a16="http://schemas.microsoft.com/office/drawing/2014/main" id="{DBEE3CBF-20FB-1944-E83B-5B51FAC9E57C}"/>
              </a:ext>
            </a:extLst>
          </p:cNvPr>
          <p:cNvGraphicFramePr>
            <a:graphicFrameLocks noGrp="1"/>
          </p:cNvGraphicFramePr>
          <p:nvPr>
            <p:ph sz="half" idx="1"/>
            <p:extLst>
              <p:ext uri="{D42A27DB-BD31-4B8C-83A1-F6EECF244321}">
                <p14:modId xmlns:p14="http://schemas.microsoft.com/office/powerpoint/2010/main" val="3497153086"/>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D0F07EDD-9C5F-9B65-2458-2B297AA64DF0}"/>
              </a:ext>
            </a:extLst>
          </p:cNvPr>
          <p:cNvGraphicFramePr>
            <a:graphicFrameLocks noGrp="1"/>
          </p:cNvGraphicFramePr>
          <p:nvPr>
            <p:ph sz="half" idx="2"/>
            <p:extLst>
              <p:ext uri="{D42A27DB-BD31-4B8C-83A1-F6EECF244321}">
                <p14:modId xmlns:p14="http://schemas.microsoft.com/office/powerpoint/2010/main" val="22710548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41203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AB44F8-3CF5-D605-887E-B1795102EAB0}"/>
              </a:ext>
            </a:extLst>
          </p:cNvPr>
          <p:cNvSpPr>
            <a:spLocks noGrp="1"/>
          </p:cNvSpPr>
          <p:nvPr>
            <p:ph type="title"/>
          </p:nvPr>
        </p:nvSpPr>
        <p:spPr/>
        <p:txBody>
          <a:bodyPr/>
          <a:lstStyle/>
          <a:p>
            <a:r>
              <a:rPr lang="ru-RU" dirty="0" err="1"/>
              <a:t>Цінний</a:t>
            </a:r>
            <a:r>
              <a:rPr lang="ru-RU" dirty="0"/>
              <a:t> </a:t>
            </a:r>
            <a:r>
              <a:rPr lang="ru-RU" dirty="0" err="1"/>
              <a:t>папір</a:t>
            </a:r>
            <a:r>
              <a:rPr lang="ru-RU" dirty="0"/>
              <a:t>, </a:t>
            </a:r>
            <a:r>
              <a:rPr lang="ru-RU" dirty="0" err="1"/>
              <a:t>зображений</a:t>
            </a:r>
            <a:r>
              <a:rPr lang="ru-RU" dirty="0"/>
              <a:t> на фото, в </a:t>
            </a:r>
            <a:r>
              <a:rPr lang="ru-RU" dirty="0" err="1"/>
              <a:t>Україні</a:t>
            </a:r>
            <a:r>
              <a:rPr lang="ru-RU" dirty="0"/>
              <a:t> </a:t>
            </a:r>
            <a:r>
              <a:rPr lang="ru-RU" dirty="0" err="1"/>
              <a:t>випускався</a:t>
            </a:r>
            <a:r>
              <a:rPr lang="ru-RU" dirty="0"/>
              <a:t> з метою</a:t>
            </a:r>
            <a:endParaRPr lang="uk-UA" dirty="0"/>
          </a:p>
        </p:txBody>
      </p:sp>
      <p:graphicFrame>
        <p:nvGraphicFramePr>
          <p:cNvPr id="5" name="Місце для вмісту 4">
            <a:extLst>
              <a:ext uri="{FF2B5EF4-FFF2-40B4-BE49-F238E27FC236}">
                <a16:creationId xmlns:a16="http://schemas.microsoft.com/office/drawing/2014/main" id="{2495842C-0429-A362-95EE-147710116AA6}"/>
              </a:ext>
            </a:extLst>
          </p:cNvPr>
          <p:cNvGraphicFramePr>
            <a:graphicFrameLocks noGrp="1"/>
          </p:cNvGraphicFramePr>
          <p:nvPr>
            <p:ph sz="half" idx="2"/>
            <p:extLst>
              <p:ext uri="{D42A27DB-BD31-4B8C-83A1-F6EECF244321}">
                <p14:modId xmlns:p14="http://schemas.microsoft.com/office/powerpoint/2010/main" val="619330505"/>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4" name="Picture 4">
            <a:extLst>
              <a:ext uri="{FF2B5EF4-FFF2-40B4-BE49-F238E27FC236}">
                <a16:creationId xmlns:a16="http://schemas.microsoft.com/office/drawing/2014/main" id="{84C9872E-10F6-6F99-68BD-6C1316E669AE}"/>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2286123"/>
            <a:ext cx="4754562" cy="3657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046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FB5D36-A4E7-7A67-06AC-D9490D1E3826}"/>
              </a:ext>
            </a:extLst>
          </p:cNvPr>
          <p:cNvSpPr>
            <a:spLocks noGrp="1"/>
          </p:cNvSpPr>
          <p:nvPr>
            <p:ph type="title"/>
          </p:nvPr>
        </p:nvSpPr>
        <p:spPr/>
        <p:txBody>
          <a:bodyPr>
            <a:normAutofit fontScale="90000"/>
          </a:bodyPr>
          <a:lstStyle/>
          <a:p>
            <a:r>
              <a:rPr lang="uk-UA" dirty="0"/>
              <a:t>Укажіть фото зразка сертифікатів, емісія яких в Україні пришвидшила роздержавлення економіки.</a:t>
            </a:r>
          </a:p>
        </p:txBody>
      </p:sp>
      <p:pic>
        <p:nvPicPr>
          <p:cNvPr id="6148" name="Picture 4">
            <a:extLst>
              <a:ext uri="{FF2B5EF4-FFF2-40B4-BE49-F238E27FC236}">
                <a16:creationId xmlns:a16="http://schemas.microsoft.com/office/drawing/2014/main" id="{71630E47-1257-9B5E-2445-77EF81D4C25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998445" y="1990743"/>
            <a:ext cx="3058973" cy="216750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BE084377-9ED8-89AB-9D1B-5CC31315FC6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650855" y="1990743"/>
            <a:ext cx="3058973" cy="226364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E9257E5E-70DE-BF54-453E-3FDE123B2F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7327" y="4356051"/>
            <a:ext cx="3058973" cy="2377259"/>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0D38CA7D-727C-3B8A-5EA0-B669BAC30A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0855" y="4307981"/>
            <a:ext cx="3058973" cy="2473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2085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8B2AC6-6C12-C903-1952-CEF44ADEF91A}"/>
              </a:ext>
            </a:extLst>
          </p:cNvPr>
          <p:cNvSpPr>
            <a:spLocks noGrp="1"/>
          </p:cNvSpPr>
          <p:nvPr>
            <p:ph type="title"/>
          </p:nvPr>
        </p:nvSpPr>
        <p:spPr/>
        <p:txBody>
          <a:bodyPr>
            <a:normAutofit/>
          </a:bodyPr>
          <a:lstStyle/>
          <a:p>
            <a:r>
              <a:rPr lang="ru-RU" sz="3200" dirty="0" err="1"/>
              <a:t>Що</a:t>
            </a:r>
            <a:r>
              <a:rPr lang="ru-RU" sz="3200" dirty="0"/>
              <a:t> </a:t>
            </a:r>
            <a:r>
              <a:rPr lang="ru-RU" sz="3200" dirty="0" err="1"/>
              <a:t>спричинило</a:t>
            </a:r>
            <a:r>
              <a:rPr lang="ru-RU" sz="3200" dirty="0"/>
              <a:t> </a:t>
            </a:r>
            <a:r>
              <a:rPr lang="ru-RU" sz="3200" dirty="0" err="1"/>
              <a:t>значне</a:t>
            </a:r>
            <a:r>
              <a:rPr lang="ru-RU" sz="3200" dirty="0"/>
              <a:t> </a:t>
            </a:r>
            <a:r>
              <a:rPr lang="ru-RU" sz="3200" dirty="0" err="1"/>
              <a:t>підвищення</a:t>
            </a:r>
            <a:r>
              <a:rPr lang="ru-RU" sz="3200" dirty="0"/>
              <a:t> </a:t>
            </a:r>
            <a:r>
              <a:rPr lang="ru-RU" sz="3200" dirty="0" err="1"/>
              <a:t>Національним</a:t>
            </a:r>
            <a:r>
              <a:rPr lang="ru-RU" sz="3200" dirty="0"/>
              <a:t> банком </a:t>
            </a:r>
            <a:r>
              <a:rPr lang="ru-RU" sz="3200" dirty="0" err="1"/>
              <a:t>України</a:t>
            </a:r>
            <a:r>
              <a:rPr lang="ru-RU" sz="3200" dirty="0"/>
              <a:t> </a:t>
            </a:r>
            <a:r>
              <a:rPr lang="ru-RU" sz="3200" dirty="0" err="1"/>
              <a:t>номіналу</a:t>
            </a:r>
            <a:r>
              <a:rPr lang="ru-RU" sz="3200" dirty="0"/>
              <a:t> </a:t>
            </a:r>
            <a:r>
              <a:rPr lang="ru-RU" sz="3200" dirty="0" err="1"/>
              <a:t>купоно-карбованців</a:t>
            </a:r>
            <a:r>
              <a:rPr lang="ru-RU" sz="3200" dirty="0"/>
              <a:t> </a:t>
            </a:r>
            <a:r>
              <a:rPr lang="ru-RU" sz="3200" dirty="0" err="1"/>
              <a:t>упродовж</a:t>
            </a:r>
            <a:r>
              <a:rPr lang="ru-RU" sz="3200" dirty="0"/>
              <a:t> 1991–1995 </a:t>
            </a:r>
            <a:r>
              <a:rPr lang="ru-RU" sz="3200" dirty="0" err="1"/>
              <a:t>рр</a:t>
            </a:r>
            <a:r>
              <a:rPr lang="ru-RU" sz="3200" dirty="0"/>
              <a:t>.?</a:t>
            </a:r>
            <a:endParaRPr lang="uk-UA" sz="3200" dirty="0"/>
          </a:p>
        </p:txBody>
      </p:sp>
      <p:graphicFrame>
        <p:nvGraphicFramePr>
          <p:cNvPr id="6" name="Місце для вмісту 5">
            <a:extLst>
              <a:ext uri="{FF2B5EF4-FFF2-40B4-BE49-F238E27FC236}">
                <a16:creationId xmlns:a16="http://schemas.microsoft.com/office/drawing/2014/main" id="{9A2D155B-5AFA-810A-6BF1-30973FB93671}"/>
              </a:ext>
            </a:extLst>
          </p:cNvPr>
          <p:cNvGraphicFramePr>
            <a:graphicFrameLocks noGrp="1"/>
          </p:cNvGraphicFramePr>
          <p:nvPr>
            <p:ph sz="half" idx="2"/>
            <p:extLst>
              <p:ext uri="{D42A27DB-BD31-4B8C-83A1-F6EECF244321}">
                <p14:modId xmlns:p14="http://schemas.microsoft.com/office/powerpoint/2010/main" val="236262397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C5AA7D84-F76B-6A94-8952-22C1ED5CC502}"/>
              </a:ext>
            </a:extLst>
          </p:cNvPr>
          <p:cNvPicPr>
            <a:picLocks noGrp="1" noChangeAspect="1" noChangeArrowheads="1"/>
          </p:cNvPicPr>
          <p:nvPr>
            <p:ph sz="half" idx="1"/>
          </p:nvPr>
        </p:nvPicPr>
        <p:blipFill rotWithShape="1">
          <a:blip r:embed="rId7">
            <a:extLst>
              <a:ext uri="{28A0092B-C50C-407E-A947-70E740481C1C}">
                <a14:useLocalDpi xmlns:a14="http://schemas.microsoft.com/office/drawing/2010/main" val="0"/>
              </a:ext>
            </a:extLst>
          </a:blip>
          <a:srcRect r="51862"/>
          <a:stretch/>
        </p:blipFill>
        <p:spPr bwMode="auto">
          <a:xfrm>
            <a:off x="1327800" y="1886990"/>
            <a:ext cx="3572134" cy="1863029"/>
          </a:xfrm>
          <a:prstGeom prst="rect">
            <a:avLst/>
          </a:prstGeom>
          <a:noFill/>
          <a:extLst>
            <a:ext uri="{909E8E84-426E-40DD-AFC4-6F175D3DCCD1}">
              <a14:hiddenFill xmlns:a14="http://schemas.microsoft.com/office/drawing/2010/main">
                <a:solidFill>
                  <a:srgbClr val="FFFFFF"/>
                </a:solidFill>
              </a14:hiddenFill>
            </a:ext>
          </a:extLst>
        </p:spPr>
      </p:pic>
      <p:sp>
        <p:nvSpPr>
          <p:cNvPr id="5" name="Місце для вмісту 3">
            <a:extLst>
              <a:ext uri="{FF2B5EF4-FFF2-40B4-BE49-F238E27FC236}">
                <a16:creationId xmlns:a16="http://schemas.microsoft.com/office/drawing/2014/main" id="{7AB42047-4DD6-D8D8-4D35-E98EB4C84E06}"/>
              </a:ext>
            </a:extLst>
          </p:cNvPr>
          <p:cNvSpPr txBox="1">
            <a:spLocks/>
          </p:cNvSpPr>
          <p:nvPr/>
        </p:nvSpPr>
        <p:spPr>
          <a:xfrm>
            <a:off x="0" y="5935287"/>
            <a:ext cx="6095999" cy="661260"/>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a:lstStyle>
          <a:p>
            <a:r>
              <a:rPr lang="ru-RU" dirty="0"/>
              <a:t>На фото </a:t>
            </a:r>
            <a:r>
              <a:rPr lang="ru-RU" dirty="0" err="1"/>
              <a:t>зображено</a:t>
            </a:r>
            <a:r>
              <a:rPr lang="ru-RU" dirty="0"/>
              <a:t> </a:t>
            </a:r>
            <a:r>
              <a:rPr lang="ru-RU" dirty="0" err="1"/>
              <a:t>купюри</a:t>
            </a:r>
            <a:r>
              <a:rPr lang="ru-RU" dirty="0"/>
              <a:t> максимального </a:t>
            </a:r>
            <a:r>
              <a:rPr lang="ru-RU" dirty="0" err="1"/>
              <a:t>номіналу</a:t>
            </a:r>
            <a:r>
              <a:rPr lang="ru-RU" dirty="0"/>
              <a:t> в 1991 р. і 1995 р</a:t>
            </a:r>
            <a:endParaRPr lang="uk-UA" dirty="0"/>
          </a:p>
        </p:txBody>
      </p:sp>
      <p:pic>
        <p:nvPicPr>
          <p:cNvPr id="7" name="Picture 2">
            <a:extLst>
              <a:ext uri="{FF2B5EF4-FFF2-40B4-BE49-F238E27FC236}">
                <a16:creationId xmlns:a16="http://schemas.microsoft.com/office/drawing/2014/main" id="{23D12893-97F4-E4CA-6C61-D7910A1D1C4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7767"/>
          <a:stretch/>
        </p:blipFill>
        <p:spPr bwMode="auto">
          <a:xfrm>
            <a:off x="1202919" y="3897024"/>
            <a:ext cx="3875963" cy="1863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132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6F191F-4B88-4154-0A0B-1FAEB69AF0B3}"/>
              </a:ext>
            </a:extLst>
          </p:cNvPr>
          <p:cNvSpPr>
            <a:spLocks noGrp="1"/>
          </p:cNvSpPr>
          <p:nvPr>
            <p:ph type="title"/>
          </p:nvPr>
        </p:nvSpPr>
        <p:spPr/>
        <p:txBody>
          <a:bodyPr>
            <a:normAutofit fontScale="90000"/>
          </a:bodyPr>
          <a:lstStyle/>
          <a:p>
            <a:r>
              <a:rPr lang="ru-RU" dirty="0"/>
              <a:t>У </a:t>
            </a:r>
            <a:r>
              <a:rPr lang="ru-RU" dirty="0" err="1"/>
              <a:t>якому</a:t>
            </a:r>
            <a:r>
              <a:rPr lang="ru-RU" dirty="0"/>
              <a:t> </a:t>
            </a:r>
            <a:r>
              <a:rPr lang="ru-RU" dirty="0" err="1"/>
              <a:t>році</a:t>
            </a:r>
            <a:r>
              <a:rPr lang="ru-RU" dirty="0"/>
              <a:t> </a:t>
            </a:r>
            <a:r>
              <a:rPr lang="ru-RU" dirty="0" err="1"/>
              <a:t>Національним</a:t>
            </a:r>
            <a:r>
              <a:rPr lang="ru-RU" dirty="0"/>
              <a:t> банком </a:t>
            </a:r>
            <a:r>
              <a:rPr lang="ru-RU" dirty="0" err="1"/>
              <a:t>України</a:t>
            </a:r>
            <a:r>
              <a:rPr lang="ru-RU" dirty="0"/>
              <a:t> </a:t>
            </a:r>
            <a:r>
              <a:rPr lang="ru-RU" dirty="0" err="1"/>
              <a:t>випущено</a:t>
            </a:r>
            <a:r>
              <a:rPr lang="ru-RU" dirty="0"/>
              <a:t> монету, </a:t>
            </a:r>
            <a:r>
              <a:rPr lang="ru-RU" dirty="0" err="1"/>
              <a:t>зображену</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E54E41C6-44FE-EDF2-6E4D-AA4A9F68FE6A}"/>
              </a:ext>
            </a:extLst>
          </p:cNvPr>
          <p:cNvGraphicFramePr>
            <a:graphicFrameLocks noGrp="1"/>
          </p:cNvGraphicFramePr>
          <p:nvPr>
            <p:ph sz="half" idx="1"/>
            <p:extLst>
              <p:ext uri="{D42A27DB-BD31-4B8C-83A1-F6EECF244321}">
                <p14:modId xmlns:p14="http://schemas.microsoft.com/office/powerpoint/2010/main" val="1390599235"/>
              </p:ext>
            </p:extLst>
          </p:nvPr>
        </p:nvGraphicFramePr>
        <p:xfrm>
          <a:off x="1205344"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290" name="Picture 2">
            <a:extLst>
              <a:ext uri="{FF2B5EF4-FFF2-40B4-BE49-F238E27FC236}">
                <a16:creationId xmlns:a16="http://schemas.microsoft.com/office/drawing/2014/main" id="{FDD468ED-BA2B-45D3-EB87-127F3E066D62}"/>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230938" y="2914391"/>
            <a:ext cx="4754562" cy="2400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0270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43B269-11A1-7E2F-C224-F4B0ED1E0621}"/>
              </a:ext>
            </a:extLst>
          </p:cNvPr>
          <p:cNvSpPr>
            <a:spLocks noGrp="1"/>
          </p:cNvSpPr>
          <p:nvPr>
            <p:ph type="title"/>
          </p:nvPr>
        </p:nvSpPr>
        <p:spPr/>
        <p:txBody>
          <a:bodyPr/>
          <a:lstStyle/>
          <a:p>
            <a:r>
              <a:rPr lang="ru-RU" dirty="0"/>
              <a:t>У </a:t>
            </a:r>
            <a:r>
              <a:rPr lang="ru-RU" dirty="0" err="1"/>
              <a:t>газетній</a:t>
            </a:r>
            <a:r>
              <a:rPr lang="ru-RU" dirty="0"/>
              <a:t> </a:t>
            </a:r>
            <a:r>
              <a:rPr lang="ru-RU" dirty="0" err="1"/>
              <a:t>статті</a:t>
            </a:r>
            <a:r>
              <a:rPr lang="ru-RU" dirty="0"/>
              <a:t>, </a:t>
            </a:r>
            <a:r>
              <a:rPr lang="ru-RU" dirty="0" err="1"/>
              <a:t>зображеній</a:t>
            </a:r>
            <a:r>
              <a:rPr lang="ru-RU" dirty="0"/>
              <a:t> на фото, </a:t>
            </a:r>
            <a:r>
              <a:rPr lang="ru-RU" dirty="0" err="1"/>
              <a:t>ідеться</a:t>
            </a:r>
            <a:r>
              <a:rPr lang="ru-RU" dirty="0"/>
              <a:t> про</a:t>
            </a:r>
            <a:endParaRPr lang="uk-UA" dirty="0"/>
          </a:p>
        </p:txBody>
      </p:sp>
      <p:graphicFrame>
        <p:nvGraphicFramePr>
          <p:cNvPr id="5" name="Місце для вмісту 4">
            <a:extLst>
              <a:ext uri="{FF2B5EF4-FFF2-40B4-BE49-F238E27FC236}">
                <a16:creationId xmlns:a16="http://schemas.microsoft.com/office/drawing/2014/main" id="{734E1A29-7F05-9464-E23F-F472BE46C3F2}"/>
              </a:ext>
            </a:extLst>
          </p:cNvPr>
          <p:cNvGraphicFramePr>
            <a:graphicFrameLocks noGrp="1"/>
          </p:cNvGraphicFramePr>
          <p:nvPr>
            <p:ph sz="half" idx="2"/>
            <p:extLst>
              <p:ext uri="{D42A27DB-BD31-4B8C-83A1-F6EECF244321}">
                <p14:modId xmlns:p14="http://schemas.microsoft.com/office/powerpoint/2010/main" val="2848497301"/>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42" name="Picture 2">
            <a:extLst>
              <a:ext uri="{FF2B5EF4-FFF2-40B4-BE49-F238E27FC236}">
                <a16:creationId xmlns:a16="http://schemas.microsoft.com/office/drawing/2014/main" id="{EEEED75A-EFB4-42EF-CD49-96E0C575B6D6}"/>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4913" y="2864796"/>
            <a:ext cx="4754562" cy="2500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5122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1C09D7-EC80-CEB8-B9E6-B5916015AAC2}"/>
              </a:ext>
            </a:extLst>
          </p:cNvPr>
          <p:cNvSpPr>
            <a:spLocks noGrp="1"/>
          </p:cNvSpPr>
          <p:nvPr>
            <p:ph type="title"/>
          </p:nvPr>
        </p:nvSpPr>
        <p:spPr/>
        <p:txBody>
          <a:bodyPr>
            <a:noAutofit/>
          </a:bodyPr>
          <a:lstStyle/>
          <a:p>
            <a:r>
              <a:rPr lang="ru-RU" sz="3200" dirty="0"/>
              <a:t>У </a:t>
            </a:r>
            <a:r>
              <a:rPr lang="ru-RU" sz="3200" dirty="0" err="1"/>
              <a:t>яких</a:t>
            </a:r>
            <a:r>
              <a:rPr lang="ru-RU" sz="3200" dirty="0"/>
              <a:t> </a:t>
            </a:r>
            <a:r>
              <a:rPr lang="ru-RU" sz="3200" dirty="0" err="1"/>
              <a:t>уривках</a:t>
            </a:r>
            <a:r>
              <a:rPr lang="ru-RU" sz="3200" dirty="0"/>
              <a:t> з </a:t>
            </a:r>
            <a:r>
              <a:rPr lang="ru-RU" sz="3200" dirty="0" err="1"/>
              <a:t>історичних</a:t>
            </a:r>
            <a:r>
              <a:rPr lang="ru-RU" sz="3200" dirty="0"/>
              <a:t> </a:t>
            </a:r>
            <a:r>
              <a:rPr lang="ru-RU" sz="3200" dirty="0" err="1"/>
              <a:t>джерел</a:t>
            </a:r>
            <a:r>
              <a:rPr lang="ru-RU" sz="3200" dirty="0"/>
              <a:t> охарактеризовано </a:t>
            </a:r>
            <a:r>
              <a:rPr lang="ru-RU" sz="3200" dirty="0" err="1"/>
              <a:t>окремі</a:t>
            </a:r>
            <a:r>
              <a:rPr lang="ru-RU" sz="3200" dirty="0"/>
              <a:t> </a:t>
            </a:r>
            <a:r>
              <a:rPr lang="ru-RU" sz="3200" dirty="0" err="1"/>
              <a:t>аспекти</a:t>
            </a:r>
            <a:r>
              <a:rPr lang="ru-RU" sz="3200" dirty="0"/>
              <a:t> </a:t>
            </a:r>
            <a:r>
              <a:rPr lang="ru-RU" sz="3200" dirty="0" err="1"/>
              <a:t>соціально-економічного</a:t>
            </a:r>
            <a:r>
              <a:rPr lang="ru-RU" sz="3200" dirty="0"/>
              <a:t> </a:t>
            </a:r>
            <a:r>
              <a:rPr lang="ru-RU" sz="3200" dirty="0" err="1"/>
              <a:t>розвитку</a:t>
            </a:r>
            <a:r>
              <a:rPr lang="ru-RU" sz="3200" dirty="0"/>
              <a:t> </a:t>
            </a:r>
            <a:r>
              <a:rPr lang="ru-RU" sz="3200" dirty="0" err="1"/>
              <a:t>України</a:t>
            </a:r>
            <a:r>
              <a:rPr lang="ru-RU" sz="3200" dirty="0"/>
              <a:t> в 90-х </a:t>
            </a:r>
            <a:r>
              <a:rPr lang="ru-RU" sz="3200" dirty="0" err="1"/>
              <a:t>рр</a:t>
            </a:r>
            <a:r>
              <a:rPr lang="ru-RU" sz="3200" dirty="0"/>
              <a:t>. XX ст.?</a:t>
            </a:r>
            <a:endParaRPr lang="uk-UA" sz="3200" dirty="0"/>
          </a:p>
        </p:txBody>
      </p:sp>
      <p:sp>
        <p:nvSpPr>
          <p:cNvPr id="3" name="Місце для вмісту 2">
            <a:extLst>
              <a:ext uri="{FF2B5EF4-FFF2-40B4-BE49-F238E27FC236}">
                <a16:creationId xmlns:a16="http://schemas.microsoft.com/office/drawing/2014/main" id="{C8127968-AFBD-AAD0-46C7-131C8644EBC8}"/>
              </a:ext>
            </a:extLst>
          </p:cNvPr>
          <p:cNvSpPr>
            <a:spLocks noGrp="1"/>
          </p:cNvSpPr>
          <p:nvPr>
            <p:ph sz="half" idx="1"/>
          </p:nvPr>
        </p:nvSpPr>
        <p:spPr/>
        <p:txBody>
          <a:bodyPr>
            <a:normAutofit fontScale="92500" lnSpcReduction="20000"/>
          </a:bodyPr>
          <a:lstStyle/>
          <a:p>
            <a:pPr marL="457200" indent="-457200">
              <a:buFont typeface="+mj-lt"/>
              <a:buAutoNum type="arabicPeriod"/>
            </a:pPr>
            <a:r>
              <a:rPr lang="uk-UA" i="1" dirty="0"/>
              <a:t>«В Україні кількість торговельних точок, що реалізовували спиртні напої, зменшилася вдвоє. Понад мільйон осіб, винних у порушенні антиалкогольного законодавства, зазнали адміністративних стягнень. У Закарпатті та в Криму знищили виноградники, зокрема унікальних сортів. Поширилося самогоноваріння».</a:t>
            </a:r>
          </a:p>
          <a:p>
            <a:pPr marL="457200" indent="-457200">
              <a:buFont typeface="+mj-lt"/>
              <a:buAutoNum type="arabicPeriod"/>
            </a:pPr>
            <a:r>
              <a:rPr lang="uk-UA" i="1" dirty="0"/>
              <a:t>«...За експертними оцінками у вітчизняному виробництві частка тіньового сектора фактично зрівнялась з часткою офіційною. Це явище логічно супроводжується зростанням масштабів нелегального вивозу капіталу».</a:t>
            </a:r>
          </a:p>
        </p:txBody>
      </p:sp>
      <p:graphicFrame>
        <p:nvGraphicFramePr>
          <p:cNvPr id="5" name="Місце для вмісту 4">
            <a:extLst>
              <a:ext uri="{FF2B5EF4-FFF2-40B4-BE49-F238E27FC236}">
                <a16:creationId xmlns:a16="http://schemas.microsoft.com/office/drawing/2014/main" id="{BD669ECE-8D65-B6EA-EF14-054CE330A070}"/>
              </a:ext>
            </a:extLst>
          </p:cNvPr>
          <p:cNvGraphicFramePr>
            <a:graphicFrameLocks noGrp="1"/>
          </p:cNvGraphicFramePr>
          <p:nvPr>
            <p:ph sz="half" idx="2"/>
            <p:extLst>
              <p:ext uri="{D42A27DB-BD31-4B8C-83A1-F6EECF244321}">
                <p14:modId xmlns:p14="http://schemas.microsoft.com/office/powerpoint/2010/main" val="3197210278"/>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61177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E26D52-2753-9C96-F54C-27C5A308A754}"/>
              </a:ext>
            </a:extLst>
          </p:cNvPr>
          <p:cNvSpPr>
            <a:spLocks noGrp="1"/>
          </p:cNvSpPr>
          <p:nvPr>
            <p:ph type="title"/>
          </p:nvPr>
        </p:nvSpPr>
        <p:spPr/>
        <p:txBody>
          <a:bodyPr/>
          <a:lstStyle/>
          <a:p>
            <a:r>
              <a:rPr lang="ru-RU" dirty="0" err="1"/>
              <a:t>Із</a:t>
            </a:r>
            <a:r>
              <a:rPr lang="ru-RU" dirty="0"/>
              <a:t> </a:t>
            </a:r>
            <a:r>
              <a:rPr lang="ru-RU" dirty="0" err="1"/>
              <a:t>якою</a:t>
            </a:r>
            <a:r>
              <a:rPr lang="ru-RU" dirty="0"/>
              <a:t> метою в </a:t>
            </a:r>
            <a:r>
              <a:rPr lang="ru-RU" dirty="0" err="1"/>
              <a:t>Україні</a:t>
            </a:r>
            <a:r>
              <a:rPr lang="ru-RU" dirty="0"/>
              <a:t> в 1996 р. проведено </a:t>
            </a:r>
            <a:r>
              <a:rPr lang="ru-RU" dirty="0" err="1"/>
              <a:t>грошову</a:t>
            </a:r>
            <a:r>
              <a:rPr lang="ru-RU" dirty="0"/>
              <a:t> реформу?</a:t>
            </a:r>
            <a:endParaRPr lang="uk-UA" dirty="0"/>
          </a:p>
        </p:txBody>
      </p:sp>
      <p:sp>
        <p:nvSpPr>
          <p:cNvPr id="3" name="Місце для вмісту 2">
            <a:extLst>
              <a:ext uri="{FF2B5EF4-FFF2-40B4-BE49-F238E27FC236}">
                <a16:creationId xmlns:a16="http://schemas.microsoft.com/office/drawing/2014/main" id="{7430BE65-16C1-9B06-DD15-93C0FDDBA09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26E2E6C-9D5B-6F89-3CCB-66814844FC4B}"/>
              </a:ext>
            </a:extLst>
          </p:cNvPr>
          <p:cNvGraphicFramePr>
            <a:graphicFrameLocks noGrp="1"/>
          </p:cNvGraphicFramePr>
          <p:nvPr>
            <p:ph sz="half" idx="2"/>
            <p:extLst>
              <p:ext uri="{D42A27DB-BD31-4B8C-83A1-F6EECF244321}">
                <p14:modId xmlns:p14="http://schemas.microsoft.com/office/powerpoint/2010/main" val="313766912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41931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6BAF23-53ED-46CD-F94B-BA7084C1A993}"/>
              </a:ext>
            </a:extLst>
          </p:cNvPr>
          <p:cNvSpPr>
            <a:spLocks noGrp="1"/>
          </p:cNvSpPr>
          <p:nvPr>
            <p:ph type="title"/>
          </p:nvPr>
        </p:nvSpPr>
        <p:spPr/>
        <p:txBody>
          <a:bodyPr>
            <a:normAutofit fontScale="90000"/>
          </a:bodyPr>
          <a:lstStyle/>
          <a:p>
            <a:r>
              <a:rPr lang="ru-RU" dirty="0"/>
              <a:t>На </a:t>
            </a:r>
            <a:r>
              <a:rPr lang="ru-RU" dirty="0" err="1"/>
              <a:t>якій</a:t>
            </a:r>
            <a:r>
              <a:rPr lang="ru-RU" dirty="0"/>
              <a:t> </a:t>
            </a:r>
            <a:r>
              <a:rPr lang="ru-RU" dirty="0" err="1"/>
              <a:t>особливості</a:t>
            </a:r>
            <a:r>
              <a:rPr lang="ru-RU" dirty="0"/>
              <a:t> </a:t>
            </a:r>
            <a:r>
              <a:rPr lang="ru-RU" dirty="0" err="1"/>
              <a:t>становлення</a:t>
            </a:r>
            <a:r>
              <a:rPr lang="ru-RU" dirty="0"/>
              <a:t> </a:t>
            </a:r>
            <a:r>
              <a:rPr lang="ru-RU" dirty="0" err="1"/>
              <a:t>підприємництва</a:t>
            </a:r>
            <a:r>
              <a:rPr lang="ru-RU" dirty="0"/>
              <a:t> в </a:t>
            </a:r>
            <a:r>
              <a:rPr lang="ru-RU" dirty="0" err="1"/>
              <a:t>незалежній</a:t>
            </a:r>
            <a:r>
              <a:rPr lang="ru-RU" dirty="0"/>
              <a:t> </a:t>
            </a:r>
            <a:r>
              <a:rPr lang="ru-RU" dirty="0" err="1"/>
              <a:t>Україні</a:t>
            </a:r>
            <a:r>
              <a:rPr lang="ru-RU" dirty="0"/>
              <a:t> </a:t>
            </a:r>
            <a:r>
              <a:rPr lang="ru-RU" dirty="0" err="1"/>
              <a:t>акцентує</a:t>
            </a:r>
            <a:r>
              <a:rPr lang="ru-RU" dirty="0"/>
              <a:t> </a:t>
            </a:r>
            <a:r>
              <a:rPr lang="ru-RU" dirty="0" err="1"/>
              <a:t>увагу</a:t>
            </a:r>
            <a:r>
              <a:rPr lang="ru-RU" dirty="0"/>
              <a:t> карикатура?</a:t>
            </a:r>
            <a:endParaRPr lang="uk-UA" dirty="0"/>
          </a:p>
        </p:txBody>
      </p:sp>
      <p:graphicFrame>
        <p:nvGraphicFramePr>
          <p:cNvPr id="5" name="Місце для вмісту 4">
            <a:extLst>
              <a:ext uri="{FF2B5EF4-FFF2-40B4-BE49-F238E27FC236}">
                <a16:creationId xmlns:a16="http://schemas.microsoft.com/office/drawing/2014/main" id="{08E7F4D0-B13D-49AC-530A-F5B9921B0412}"/>
              </a:ext>
            </a:extLst>
          </p:cNvPr>
          <p:cNvGraphicFramePr>
            <a:graphicFrameLocks noGrp="1"/>
          </p:cNvGraphicFramePr>
          <p:nvPr>
            <p:ph sz="half" idx="2"/>
            <p:extLst>
              <p:ext uri="{D42A27DB-BD31-4B8C-83A1-F6EECF244321}">
                <p14:modId xmlns:p14="http://schemas.microsoft.com/office/powerpoint/2010/main" val="2549407074"/>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C6686EBF-36DF-668A-87E7-7461323E05F0}"/>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699912" y="2011363"/>
            <a:ext cx="3764563" cy="420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4050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51149C-D849-9434-5C48-8F1E0A70EE4A}"/>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a:t>
            </a:r>
            <a:r>
              <a:rPr lang="ru-RU" dirty="0" err="1"/>
              <a:t>характерним</a:t>
            </a:r>
            <a:r>
              <a:rPr lang="ru-RU" dirty="0"/>
              <a:t> для </a:t>
            </a:r>
            <a:r>
              <a:rPr lang="ru-RU" dirty="0" err="1"/>
              <a:t>соціально-економічного</a:t>
            </a:r>
            <a:r>
              <a:rPr lang="ru-RU" dirty="0"/>
              <a:t> </a:t>
            </a:r>
            <a:r>
              <a:rPr lang="ru-RU" dirty="0" err="1"/>
              <a:t>розвитку</a:t>
            </a:r>
            <a:r>
              <a:rPr lang="ru-RU" dirty="0"/>
              <a:t> </a:t>
            </a:r>
            <a:r>
              <a:rPr lang="ru-RU" dirty="0" err="1"/>
              <a:t>України</a:t>
            </a:r>
            <a:r>
              <a:rPr lang="ru-RU" dirty="0"/>
              <a:t> </a:t>
            </a:r>
            <a:r>
              <a:rPr lang="ru-RU" dirty="0" err="1"/>
              <a:t>наприкінці</a:t>
            </a:r>
            <a:r>
              <a:rPr lang="ru-RU" dirty="0"/>
              <a:t> 1990-х – початку 2000-х </a:t>
            </a:r>
            <a:r>
              <a:rPr lang="ru-RU" dirty="0" err="1"/>
              <a:t>рр</a:t>
            </a:r>
            <a:r>
              <a:rPr lang="ru-RU" dirty="0"/>
              <a:t>.?</a:t>
            </a:r>
            <a:endParaRPr lang="uk-UA" dirty="0"/>
          </a:p>
        </p:txBody>
      </p:sp>
      <p:sp>
        <p:nvSpPr>
          <p:cNvPr id="3" name="Місце для вмісту 2">
            <a:extLst>
              <a:ext uri="{FF2B5EF4-FFF2-40B4-BE49-F238E27FC236}">
                <a16:creationId xmlns:a16="http://schemas.microsoft.com/office/drawing/2014/main" id="{AFF19323-16ED-E72F-5725-255F3AA7FC35}"/>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DC50E60-E810-6459-022B-4FD9639AFAD1}"/>
              </a:ext>
            </a:extLst>
          </p:cNvPr>
          <p:cNvGraphicFramePr>
            <a:graphicFrameLocks noGrp="1"/>
          </p:cNvGraphicFramePr>
          <p:nvPr>
            <p:ph sz="half" idx="2"/>
            <p:extLst>
              <p:ext uri="{D42A27DB-BD31-4B8C-83A1-F6EECF244321}">
                <p14:modId xmlns:p14="http://schemas.microsoft.com/office/powerpoint/2010/main" val="449388612"/>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16721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67331D-7269-D24D-4BBA-64C71F5BEBAD}"/>
              </a:ext>
            </a:extLst>
          </p:cNvPr>
          <p:cNvSpPr>
            <a:spLocks noGrp="1"/>
          </p:cNvSpPr>
          <p:nvPr>
            <p:ph type="title"/>
          </p:nvPr>
        </p:nvSpPr>
        <p:spPr/>
        <p:txBody>
          <a:bodyPr/>
          <a:lstStyle/>
          <a:p>
            <a:r>
              <a:rPr lang="uk-UA" dirty="0"/>
              <a:t>Суспільно-культурне життя</a:t>
            </a:r>
          </a:p>
        </p:txBody>
      </p:sp>
      <p:sp>
        <p:nvSpPr>
          <p:cNvPr id="3" name="Місце для тексту 2">
            <a:extLst>
              <a:ext uri="{FF2B5EF4-FFF2-40B4-BE49-F238E27FC236}">
                <a16:creationId xmlns:a16="http://schemas.microsoft.com/office/drawing/2014/main" id="{BC893889-198F-6FB1-EBEE-92F539CCD916}"/>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34348983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DE8119-CCF3-950F-9A2D-FE58CFF37C2C}"/>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суспільно</a:t>
            </a:r>
            <a:r>
              <a:rPr lang="ru-RU" dirty="0"/>
              <a:t>-культурного </a:t>
            </a:r>
            <a:r>
              <a:rPr lang="ru-RU" dirty="0" err="1"/>
              <a:t>життя</a:t>
            </a:r>
            <a:r>
              <a:rPr lang="ru-RU" dirty="0"/>
              <a:t>, </a:t>
            </a:r>
            <a:r>
              <a:rPr lang="ru-RU" dirty="0" err="1"/>
              <a:t>що</a:t>
            </a:r>
            <a:r>
              <a:rPr lang="ru-RU" dirty="0"/>
              <a:t> </a:t>
            </a:r>
            <a:r>
              <a:rPr lang="ru-RU" dirty="0" err="1"/>
              <a:t>відображені</a:t>
            </a:r>
            <a:r>
              <a:rPr lang="ru-RU" dirty="0"/>
              <a:t> в </a:t>
            </a:r>
            <a:r>
              <a:rPr lang="ru-RU" dirty="0" err="1"/>
              <a:t>цитованих</a:t>
            </a:r>
            <a:r>
              <a:rPr lang="ru-RU" dirty="0"/>
              <a:t> документах.</a:t>
            </a:r>
            <a:endParaRPr lang="uk-UA" dirty="0"/>
          </a:p>
        </p:txBody>
      </p:sp>
      <p:graphicFrame>
        <p:nvGraphicFramePr>
          <p:cNvPr id="5" name="Місце для вмісту 4">
            <a:extLst>
              <a:ext uri="{FF2B5EF4-FFF2-40B4-BE49-F238E27FC236}">
                <a16:creationId xmlns:a16="http://schemas.microsoft.com/office/drawing/2014/main" id="{58C45CC0-BB79-AE21-4D98-58B2DFE2CABA}"/>
              </a:ext>
            </a:extLst>
          </p:cNvPr>
          <p:cNvGraphicFramePr>
            <a:graphicFrameLocks noGrp="1"/>
          </p:cNvGraphicFramePr>
          <p:nvPr>
            <p:ph idx="1"/>
            <p:extLst>
              <p:ext uri="{D42A27DB-BD31-4B8C-83A1-F6EECF244321}">
                <p14:modId xmlns:p14="http://schemas.microsoft.com/office/powerpoint/2010/main" val="2429583079"/>
              </p:ext>
            </p:extLst>
          </p:nvPr>
        </p:nvGraphicFramePr>
        <p:xfrm>
          <a:off x="1203325" y="2011363"/>
          <a:ext cx="9783763"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7415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6BD38D-0F8C-CA9F-EE7C-FE3A6C4A5369}"/>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ухвалення</a:t>
            </a:r>
            <a:r>
              <a:rPr lang="ru-RU" dirty="0"/>
              <a:t> </a:t>
            </a:r>
            <a:r>
              <a:rPr lang="ru-RU" dirty="0" err="1"/>
              <a:t>цитованих</a:t>
            </a:r>
            <a:r>
              <a:rPr lang="ru-RU" dirty="0"/>
              <a:t> </a:t>
            </a:r>
            <a:r>
              <a:rPr lang="ru-RU" dirty="0" err="1"/>
              <a:t>документів</a:t>
            </a:r>
            <a:r>
              <a:rPr lang="ru-RU" dirty="0"/>
              <a:t>.</a:t>
            </a:r>
            <a:endParaRPr lang="uk-UA" dirty="0"/>
          </a:p>
        </p:txBody>
      </p:sp>
      <p:graphicFrame>
        <p:nvGraphicFramePr>
          <p:cNvPr id="4" name="Місце для вмісту 3">
            <a:extLst>
              <a:ext uri="{FF2B5EF4-FFF2-40B4-BE49-F238E27FC236}">
                <a16:creationId xmlns:a16="http://schemas.microsoft.com/office/drawing/2014/main" id="{E999D201-DBB3-34AB-D293-FD2D251DE75B}"/>
              </a:ext>
            </a:extLst>
          </p:cNvPr>
          <p:cNvGraphicFramePr>
            <a:graphicFrameLocks noGrp="1"/>
          </p:cNvGraphicFramePr>
          <p:nvPr>
            <p:ph idx="1"/>
            <p:extLst>
              <p:ext uri="{D42A27DB-BD31-4B8C-83A1-F6EECF244321}">
                <p14:modId xmlns:p14="http://schemas.microsoft.com/office/powerpoint/2010/main" val="2967777124"/>
              </p:ext>
            </p:extLst>
          </p:nvPr>
        </p:nvGraphicFramePr>
        <p:xfrm>
          <a:off x="1202919" y="2011680"/>
          <a:ext cx="97840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7980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94141C83-C1B3-35B3-714F-5948BCD7A52B}"/>
              </a:ext>
            </a:extLst>
          </p:cNvPr>
          <p:cNvSpPr>
            <a:spLocks noGrp="1"/>
          </p:cNvSpPr>
          <p:nvPr>
            <p:ph type="title"/>
          </p:nvPr>
        </p:nvSpPr>
        <p:spPr/>
        <p:txBody>
          <a:bodyPr/>
          <a:lstStyle/>
          <a:p>
            <a:r>
              <a:rPr lang="ru-RU" dirty="0" err="1"/>
              <a:t>Поруч</a:t>
            </a:r>
            <a:r>
              <a:rPr lang="ru-RU" dirty="0"/>
              <a:t> </a:t>
            </a:r>
            <a:r>
              <a:rPr lang="ru-RU" dirty="0" err="1"/>
              <a:t>із</a:t>
            </a:r>
            <a:r>
              <a:rPr lang="ru-RU" dirty="0"/>
              <a:t> </a:t>
            </a:r>
            <a:r>
              <a:rPr lang="ru-RU" dirty="0" err="1"/>
              <a:t>третім</a:t>
            </a:r>
            <a:r>
              <a:rPr lang="ru-RU" dirty="0"/>
              <a:t> Президентом </a:t>
            </a:r>
            <a:r>
              <a:rPr lang="ru-RU" dirty="0" err="1"/>
              <a:t>України</a:t>
            </a:r>
            <a:r>
              <a:rPr lang="ru-RU" dirty="0"/>
              <a:t> на </a:t>
            </a:r>
            <a:r>
              <a:rPr lang="ru-RU" dirty="0" err="1"/>
              <a:t>фотографії</a:t>
            </a:r>
            <a:r>
              <a:rPr lang="ru-RU" dirty="0"/>
              <a:t> –</a:t>
            </a:r>
            <a:endParaRPr lang="uk-UA" dirty="0"/>
          </a:p>
        </p:txBody>
      </p:sp>
      <p:graphicFrame>
        <p:nvGraphicFramePr>
          <p:cNvPr id="7" name="Місце для вмісту 6">
            <a:extLst>
              <a:ext uri="{FF2B5EF4-FFF2-40B4-BE49-F238E27FC236}">
                <a16:creationId xmlns:a16="http://schemas.microsoft.com/office/drawing/2014/main" id="{C713F016-5027-E2FB-19A3-CC257FC144B7}"/>
              </a:ext>
            </a:extLst>
          </p:cNvPr>
          <p:cNvGraphicFramePr>
            <a:graphicFrameLocks noGrp="1"/>
          </p:cNvGraphicFramePr>
          <p:nvPr>
            <p:ph sz="half" idx="2"/>
            <p:extLst>
              <p:ext uri="{D42A27DB-BD31-4B8C-83A1-F6EECF244321}">
                <p14:modId xmlns:p14="http://schemas.microsoft.com/office/powerpoint/2010/main" val="52444076"/>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5BB53E20-9D52-2C86-089D-89F46160BF0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34394" y="2990850"/>
            <a:ext cx="28956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6997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651856-A84A-801B-B52D-A47344E50619}"/>
              </a:ext>
            </a:extLst>
          </p:cNvPr>
          <p:cNvSpPr>
            <a:spLocks noGrp="1"/>
          </p:cNvSpPr>
          <p:nvPr>
            <p:ph type="title"/>
          </p:nvPr>
        </p:nvSpPr>
        <p:spPr/>
        <p:txBody>
          <a:bodyPr/>
          <a:lstStyle/>
          <a:p>
            <a:r>
              <a:rPr lang="ru-RU" dirty="0"/>
              <a:t>Про яке </a:t>
            </a:r>
            <a:r>
              <a:rPr lang="ru-RU" dirty="0" err="1"/>
              <a:t>явище</a:t>
            </a:r>
            <a:r>
              <a:rPr lang="ru-RU" dirty="0"/>
              <a:t> </a:t>
            </a:r>
            <a:r>
              <a:rPr lang="ru-RU" dirty="0" err="1"/>
              <a:t>йдеться</a:t>
            </a:r>
            <a:r>
              <a:rPr lang="ru-RU" dirty="0"/>
              <a:t> в </a:t>
            </a:r>
            <a:r>
              <a:rPr lang="ru-RU" dirty="0" err="1"/>
              <a:t>уривку</a:t>
            </a:r>
            <a:r>
              <a:rPr lang="ru-RU" dirty="0"/>
              <a:t> з </a:t>
            </a:r>
            <a:r>
              <a:rPr lang="ru-RU" dirty="0" err="1"/>
              <a:t>історичного</a:t>
            </a:r>
            <a:r>
              <a:rPr lang="ru-RU" dirty="0"/>
              <a:t> </a:t>
            </a:r>
            <a:r>
              <a:rPr lang="ru-RU" dirty="0" err="1"/>
              <a:t>джерела</a:t>
            </a:r>
            <a:r>
              <a:rPr lang="ru-RU" dirty="0"/>
              <a:t>?</a:t>
            </a:r>
            <a:endParaRPr lang="uk-UA" dirty="0"/>
          </a:p>
        </p:txBody>
      </p:sp>
      <p:sp>
        <p:nvSpPr>
          <p:cNvPr id="4" name="Місце для вмісту 3">
            <a:extLst>
              <a:ext uri="{FF2B5EF4-FFF2-40B4-BE49-F238E27FC236}">
                <a16:creationId xmlns:a16="http://schemas.microsoft.com/office/drawing/2014/main" id="{8C71E5F6-E9B3-739B-60AF-DF5AEEBA1FFB}"/>
              </a:ext>
            </a:extLst>
          </p:cNvPr>
          <p:cNvSpPr>
            <a:spLocks noGrp="1"/>
          </p:cNvSpPr>
          <p:nvPr>
            <p:ph sz="half" idx="1"/>
          </p:nvPr>
        </p:nvSpPr>
        <p:spPr/>
        <p:txBody>
          <a:bodyPr/>
          <a:lstStyle/>
          <a:p>
            <a:r>
              <a:rPr lang="ru-RU" i="1" dirty="0"/>
              <a:t>«На початку 1990-х </a:t>
            </a:r>
            <a:r>
              <a:rPr lang="ru-RU" i="1" dirty="0" err="1"/>
              <a:t>років</a:t>
            </a:r>
            <a:r>
              <a:rPr lang="ru-RU" i="1" dirty="0"/>
              <a:t> </a:t>
            </a:r>
            <a:r>
              <a:rPr lang="ru-RU" i="1" dirty="0" err="1"/>
              <a:t>перевищення</a:t>
            </a:r>
            <a:r>
              <a:rPr lang="ru-RU" i="1" dirty="0"/>
              <a:t> </a:t>
            </a:r>
            <a:r>
              <a:rPr lang="ru-RU" i="1" dirty="0" err="1"/>
              <a:t>показників</a:t>
            </a:r>
            <a:r>
              <a:rPr lang="ru-RU" i="1" dirty="0"/>
              <a:t> </a:t>
            </a:r>
            <a:r>
              <a:rPr lang="ru-RU" i="1" dirty="0" err="1"/>
              <a:t>смертності</a:t>
            </a:r>
            <a:r>
              <a:rPr lang="ru-RU" i="1" dirty="0"/>
              <a:t> над </a:t>
            </a:r>
            <a:r>
              <a:rPr lang="ru-RU" i="1" dirty="0" err="1"/>
              <a:t>показниками</a:t>
            </a:r>
            <a:r>
              <a:rPr lang="ru-RU" i="1" dirty="0"/>
              <a:t> </a:t>
            </a:r>
            <a:r>
              <a:rPr lang="ru-RU" i="1" dirty="0" err="1"/>
              <a:t>народжуваності</a:t>
            </a:r>
            <a:r>
              <a:rPr lang="ru-RU" i="1" dirty="0"/>
              <a:t> стало </a:t>
            </a:r>
            <a:r>
              <a:rPr lang="ru-RU" i="1" dirty="0" err="1"/>
              <a:t>характерним</a:t>
            </a:r>
            <a:r>
              <a:rPr lang="ru-RU" i="1" dirty="0"/>
              <a:t> для </a:t>
            </a:r>
            <a:r>
              <a:rPr lang="ru-RU" i="1" dirty="0" err="1"/>
              <a:t>всієї</a:t>
            </a:r>
            <a:r>
              <a:rPr lang="ru-RU" i="1" dirty="0"/>
              <a:t> </a:t>
            </a:r>
            <a:r>
              <a:rPr lang="ru-RU" i="1" dirty="0" err="1"/>
              <a:t>республіки</a:t>
            </a:r>
            <a:r>
              <a:rPr lang="ru-RU" i="1" dirty="0"/>
              <a:t> – на </a:t>
            </a:r>
            <a:r>
              <a:rPr lang="ru-RU" i="1" dirty="0" err="1"/>
              <a:t>кожну</a:t>
            </a:r>
            <a:r>
              <a:rPr lang="ru-RU" i="1" dirty="0"/>
              <a:t> 1000 </a:t>
            </a:r>
            <a:r>
              <a:rPr lang="ru-RU" i="1" dirty="0" err="1"/>
              <a:t>мешканців</a:t>
            </a:r>
            <a:r>
              <a:rPr lang="ru-RU" i="1" dirty="0"/>
              <a:t> </a:t>
            </a:r>
            <a:r>
              <a:rPr lang="ru-RU" i="1" dirty="0" err="1"/>
              <a:t>народжувалося</a:t>
            </a:r>
            <a:r>
              <a:rPr lang="ru-RU" i="1" dirty="0"/>
              <a:t> в </a:t>
            </a:r>
            <a:r>
              <a:rPr lang="ru-RU" i="1" dirty="0" err="1"/>
              <a:t>середньому</a:t>
            </a:r>
            <a:r>
              <a:rPr lang="ru-RU" i="1" dirty="0"/>
              <a:t> 8,5 </a:t>
            </a:r>
            <a:r>
              <a:rPr lang="ru-RU" i="1" dirty="0" err="1"/>
              <a:t>дітей</a:t>
            </a:r>
            <a:r>
              <a:rPr lang="ru-RU" i="1" dirty="0"/>
              <a:t>, а помирало 16 </a:t>
            </a:r>
            <a:r>
              <a:rPr lang="ru-RU" i="1" dirty="0" err="1"/>
              <a:t>осіб</a:t>
            </a:r>
            <a:r>
              <a:rPr lang="ru-RU" i="1" dirty="0"/>
              <a:t>. </a:t>
            </a:r>
            <a:r>
              <a:rPr lang="ru-RU" i="1" dirty="0" err="1"/>
              <a:t>Якщо</a:t>
            </a:r>
            <a:r>
              <a:rPr lang="ru-RU" i="1" dirty="0"/>
              <a:t> у 1989 р. в </a:t>
            </a:r>
            <a:r>
              <a:rPr lang="ru-RU" i="1" dirty="0" err="1"/>
              <a:t>Україні</a:t>
            </a:r>
            <a:r>
              <a:rPr lang="ru-RU" i="1" dirty="0"/>
              <a:t> проживало 51,7 млн </a:t>
            </a:r>
            <a:r>
              <a:rPr lang="ru-RU" i="1" dirty="0" err="1"/>
              <a:t>чол</a:t>
            </a:r>
            <a:r>
              <a:rPr lang="ru-RU" i="1" dirty="0"/>
              <a:t>., то у 2003 р. </a:t>
            </a:r>
            <a:r>
              <a:rPr lang="ru-RU" i="1" dirty="0" err="1"/>
              <a:t>всього</a:t>
            </a:r>
            <a:r>
              <a:rPr lang="ru-RU" i="1" dirty="0"/>
              <a:t> 47,7 млн».</a:t>
            </a:r>
            <a:endParaRPr lang="uk-UA" i="1" dirty="0"/>
          </a:p>
        </p:txBody>
      </p:sp>
      <p:graphicFrame>
        <p:nvGraphicFramePr>
          <p:cNvPr id="6" name="Місце для вмісту 5">
            <a:extLst>
              <a:ext uri="{FF2B5EF4-FFF2-40B4-BE49-F238E27FC236}">
                <a16:creationId xmlns:a16="http://schemas.microsoft.com/office/drawing/2014/main" id="{87CEEF85-A97C-4866-0BC9-B33F4FD3FDD5}"/>
              </a:ext>
            </a:extLst>
          </p:cNvPr>
          <p:cNvGraphicFramePr>
            <a:graphicFrameLocks noGrp="1"/>
          </p:cNvGraphicFramePr>
          <p:nvPr>
            <p:ph sz="half" idx="2"/>
            <p:extLst>
              <p:ext uri="{D42A27DB-BD31-4B8C-83A1-F6EECF244321}">
                <p14:modId xmlns:p14="http://schemas.microsoft.com/office/powerpoint/2010/main" val="1828598086"/>
              </p:ext>
            </p:extLst>
          </p:nvPr>
        </p:nvGraphicFramePr>
        <p:xfrm>
          <a:off x="6231776" y="2044931"/>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43037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1277D3-A658-05E8-E78B-8041BCE1BD19}"/>
              </a:ext>
            </a:extLst>
          </p:cNvPr>
          <p:cNvSpPr>
            <a:spLocks noGrp="1"/>
          </p:cNvSpPr>
          <p:nvPr>
            <p:ph type="title"/>
          </p:nvPr>
        </p:nvSpPr>
        <p:spPr/>
        <p:txBody>
          <a:bodyPr>
            <a:normAutofit fontScale="90000"/>
          </a:bodyPr>
          <a:lstStyle/>
          <a:p>
            <a:r>
              <a:rPr lang="ru-RU" dirty="0" err="1"/>
              <a:t>Укажіть</a:t>
            </a:r>
            <a:r>
              <a:rPr lang="ru-RU" dirty="0"/>
              <a:t> одну з </a:t>
            </a:r>
            <a:r>
              <a:rPr lang="ru-RU" dirty="0" err="1"/>
              <a:t>особливостей</a:t>
            </a:r>
            <a:r>
              <a:rPr lang="ru-RU" dirty="0"/>
              <a:t> </a:t>
            </a:r>
            <a:r>
              <a:rPr lang="ru-RU" dirty="0" err="1"/>
              <a:t>розвитку</a:t>
            </a:r>
            <a:r>
              <a:rPr lang="ru-RU" dirty="0"/>
              <a:t> </a:t>
            </a:r>
            <a:r>
              <a:rPr lang="ru-RU" dirty="0" err="1"/>
              <a:t>культури</a:t>
            </a:r>
            <a:r>
              <a:rPr lang="ru-RU" dirty="0"/>
              <a:t> в </a:t>
            </a:r>
            <a:r>
              <a:rPr lang="ru-RU" dirty="0" err="1"/>
              <a:t>Україні</a:t>
            </a:r>
            <a:r>
              <a:rPr lang="ru-RU" dirty="0"/>
              <a:t> в </a:t>
            </a:r>
            <a:r>
              <a:rPr lang="ru-RU" dirty="0" err="1"/>
              <a:t>період</a:t>
            </a:r>
            <a:r>
              <a:rPr lang="ru-RU" dirty="0"/>
              <a:t> </a:t>
            </a:r>
            <a:r>
              <a:rPr lang="ru-RU" dirty="0" err="1"/>
              <a:t>незалежності</a:t>
            </a:r>
            <a:r>
              <a:rPr lang="ru-RU" dirty="0"/>
              <a:t>.</a:t>
            </a:r>
            <a:endParaRPr lang="uk-UA" dirty="0"/>
          </a:p>
        </p:txBody>
      </p:sp>
      <p:sp>
        <p:nvSpPr>
          <p:cNvPr id="3" name="Місце для вмісту 2">
            <a:extLst>
              <a:ext uri="{FF2B5EF4-FFF2-40B4-BE49-F238E27FC236}">
                <a16:creationId xmlns:a16="http://schemas.microsoft.com/office/drawing/2014/main" id="{377948B0-2C64-36D5-CEE7-EEF9CC3E2D0B}"/>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B4F8A78-72BD-2599-FFD3-5817F4ECFA4C}"/>
              </a:ext>
            </a:extLst>
          </p:cNvPr>
          <p:cNvGraphicFramePr>
            <a:graphicFrameLocks noGrp="1"/>
          </p:cNvGraphicFramePr>
          <p:nvPr>
            <p:ph sz="half" idx="2"/>
            <p:extLst>
              <p:ext uri="{D42A27DB-BD31-4B8C-83A1-F6EECF244321}">
                <p14:modId xmlns:p14="http://schemas.microsoft.com/office/powerpoint/2010/main" val="2289378064"/>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7150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C2480A-2DBA-48F1-EBD9-34E0A7981DA9}"/>
              </a:ext>
            </a:extLst>
          </p:cNvPr>
          <p:cNvSpPr>
            <a:spLocks noGrp="1"/>
          </p:cNvSpPr>
          <p:nvPr>
            <p:ph type="title"/>
          </p:nvPr>
        </p:nvSpPr>
        <p:spPr/>
        <p:txBody>
          <a:bodyPr/>
          <a:lstStyle/>
          <a:p>
            <a:r>
              <a:rPr lang="ru-RU" dirty="0"/>
              <a:t>Про яке </a:t>
            </a:r>
            <a:r>
              <a:rPr lang="ru-RU" dirty="0" err="1"/>
              <a:t>явище</a:t>
            </a:r>
            <a:r>
              <a:rPr lang="ru-RU" dirty="0"/>
              <a:t> </a:t>
            </a:r>
            <a:r>
              <a:rPr lang="ru-RU" dirty="0" err="1"/>
              <a:t>йдеться</a:t>
            </a:r>
            <a:r>
              <a:rPr lang="ru-RU" dirty="0"/>
              <a:t> в </a:t>
            </a:r>
            <a:r>
              <a:rPr lang="ru-RU" dirty="0" err="1"/>
              <a:t>цитованому</a:t>
            </a:r>
            <a:r>
              <a:rPr lang="ru-RU" dirty="0"/>
              <a:t> </a:t>
            </a:r>
            <a:r>
              <a:rPr lang="ru-RU" dirty="0" err="1"/>
              <a:t>документі</a:t>
            </a:r>
            <a:r>
              <a:rPr lang="ru-RU" dirty="0"/>
              <a:t>?</a:t>
            </a:r>
            <a:endParaRPr lang="uk-UA" dirty="0"/>
          </a:p>
        </p:txBody>
      </p:sp>
      <p:sp>
        <p:nvSpPr>
          <p:cNvPr id="3" name="Місце для вмісту 2">
            <a:extLst>
              <a:ext uri="{FF2B5EF4-FFF2-40B4-BE49-F238E27FC236}">
                <a16:creationId xmlns:a16="http://schemas.microsoft.com/office/drawing/2014/main" id="{F5693B36-8045-896F-81E6-2E4BA8F43E4B}"/>
              </a:ext>
            </a:extLst>
          </p:cNvPr>
          <p:cNvSpPr>
            <a:spLocks noGrp="1"/>
          </p:cNvSpPr>
          <p:nvPr>
            <p:ph sz="half" idx="1"/>
          </p:nvPr>
        </p:nvSpPr>
        <p:spPr/>
        <p:txBody>
          <a:bodyPr/>
          <a:lstStyle/>
          <a:p>
            <a:r>
              <a:rPr lang="uk-UA" i="1" dirty="0"/>
              <a:t>«</a:t>
            </a:r>
            <a:r>
              <a:rPr lang="uk-UA" i="1" dirty="0" err="1"/>
              <a:t>Найбільшим</a:t>
            </a:r>
            <a:r>
              <a:rPr lang="uk-UA" i="1" dirty="0"/>
              <a:t> негативом 1990-х років було «вимивання» </a:t>
            </a:r>
            <a:r>
              <a:rPr lang="uk-UA" i="1" dirty="0" err="1"/>
              <a:t>активноі</a:t>
            </a:r>
            <a:r>
              <a:rPr lang="uk-UA" i="1" dirty="0"/>
              <a:t>̈, </a:t>
            </a:r>
            <a:r>
              <a:rPr lang="uk-UA" i="1" dirty="0" err="1"/>
              <a:t>продуктивноі</a:t>
            </a:r>
            <a:r>
              <a:rPr lang="uk-UA" i="1" dirty="0"/>
              <a:t>̈ частини населення — </a:t>
            </a:r>
            <a:r>
              <a:rPr lang="uk-UA" i="1" dirty="0" err="1"/>
              <a:t>людеи</a:t>
            </a:r>
            <a:r>
              <a:rPr lang="uk-UA" i="1" dirty="0"/>
              <a:t>̆ молодого та середнього віку — за межі держави. За </a:t>
            </a:r>
            <a:r>
              <a:rPr lang="uk-UA" i="1" dirty="0" err="1"/>
              <a:t>офіційними</a:t>
            </a:r>
            <a:r>
              <a:rPr lang="uk-UA" i="1" dirty="0"/>
              <a:t> даними, </a:t>
            </a:r>
            <a:r>
              <a:rPr lang="uk-UA" i="1" dirty="0" err="1"/>
              <a:t>Україна</a:t>
            </a:r>
            <a:r>
              <a:rPr lang="uk-UA" i="1" dirty="0"/>
              <a:t> втратила близько 3,5 </a:t>
            </a:r>
            <a:r>
              <a:rPr lang="uk-UA" i="1" dirty="0" err="1"/>
              <a:t>мільйона</a:t>
            </a:r>
            <a:r>
              <a:rPr lang="uk-UA" i="1" dirty="0"/>
              <a:t> осіб, третина з яких — кваліфіковані фахівці».</a:t>
            </a:r>
          </a:p>
        </p:txBody>
      </p:sp>
      <p:graphicFrame>
        <p:nvGraphicFramePr>
          <p:cNvPr id="5" name="Місце для вмісту 4">
            <a:extLst>
              <a:ext uri="{FF2B5EF4-FFF2-40B4-BE49-F238E27FC236}">
                <a16:creationId xmlns:a16="http://schemas.microsoft.com/office/drawing/2014/main" id="{BF4C0882-B866-0F1F-0227-6E1FB0BDF7E5}"/>
              </a:ext>
            </a:extLst>
          </p:cNvPr>
          <p:cNvGraphicFramePr>
            <a:graphicFrameLocks noGrp="1"/>
          </p:cNvGraphicFramePr>
          <p:nvPr>
            <p:ph sz="half" idx="2"/>
            <p:extLst>
              <p:ext uri="{D42A27DB-BD31-4B8C-83A1-F6EECF244321}">
                <p14:modId xmlns:p14="http://schemas.microsoft.com/office/powerpoint/2010/main" val="355164054"/>
              </p:ext>
            </p:extLst>
          </p:nvPr>
        </p:nvGraphicFramePr>
        <p:xfrm>
          <a:off x="6230391" y="2011680"/>
          <a:ext cx="4754880"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70632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404DDC-21F3-0755-50A8-62671D8AB9D1}"/>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відображених</a:t>
            </a:r>
            <a:r>
              <a:rPr lang="ru-RU" dirty="0"/>
              <a:t> на фото.</a:t>
            </a:r>
            <a:endParaRPr lang="uk-UA" dirty="0"/>
          </a:p>
        </p:txBody>
      </p:sp>
      <p:pic>
        <p:nvPicPr>
          <p:cNvPr id="13314" name="Picture 2">
            <a:extLst>
              <a:ext uri="{FF2B5EF4-FFF2-40B4-BE49-F238E27FC236}">
                <a16:creationId xmlns:a16="http://schemas.microsoft.com/office/drawing/2014/main" id="{F665251B-8205-776F-053B-A64F5536C0F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99565" y="2066263"/>
            <a:ext cx="4985334" cy="2069077"/>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F4DAC44A-E1ED-776D-FFBF-8702D2631A9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176321" y="1997090"/>
            <a:ext cx="3600520" cy="2166829"/>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a:extLst>
              <a:ext uri="{FF2B5EF4-FFF2-40B4-BE49-F238E27FC236}">
                <a16:creationId xmlns:a16="http://schemas.microsoft.com/office/drawing/2014/main" id="{594751F9-DCB5-4A5A-7D68-D7E43240EF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0140" y="4374719"/>
            <a:ext cx="3844362" cy="2199105"/>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a:extLst>
              <a:ext uri="{FF2B5EF4-FFF2-40B4-BE49-F238E27FC236}">
                <a16:creationId xmlns:a16="http://schemas.microsoft.com/office/drawing/2014/main" id="{79E0633D-B647-054A-28C5-EF8D35BEB7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6189" y="4407298"/>
            <a:ext cx="3860651" cy="2166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8411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троката">
  <a:themeElements>
    <a:clrScheme name="Строката">
      <a:dk1>
        <a:sysClr val="windowText" lastClr="000000"/>
      </a:dk1>
      <a:lt1>
        <a:sysClr val="window" lastClr="FFFFFF"/>
      </a:lt1>
      <a:dk2>
        <a:srgbClr val="323232"/>
      </a:dk2>
      <a:lt2>
        <a:srgbClr val="E3DED1"/>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Строката">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Строката">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tint val="98000"/>
              </a:schemeClr>
              <a:schemeClr val="phClr">
                <a:tint val="99000"/>
                <a:shade val="96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C3935CB6-B0E3-44A7-AB37-996D901F73AB}"/>
    </a:ext>
  </a:extLst>
</a:theme>
</file>

<file path=docProps/app.xml><?xml version="1.0" encoding="utf-8"?>
<Properties xmlns="http://schemas.openxmlformats.org/officeDocument/2006/extended-properties" xmlns:vt="http://schemas.openxmlformats.org/officeDocument/2006/docPropsVTypes">
  <Template>Строката</Template>
  <TotalTime>207</TotalTime>
  <Words>3340</Words>
  <Application>Microsoft Office PowerPoint</Application>
  <PresentationFormat>Широкий екран</PresentationFormat>
  <Paragraphs>363</Paragraphs>
  <Slides>70</Slides>
  <Notes>0</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70</vt:i4>
      </vt:variant>
    </vt:vector>
  </HeadingPairs>
  <TitlesOfParts>
    <vt:vector size="75" baseType="lpstr">
      <vt:lpstr>Arial</vt:lpstr>
      <vt:lpstr>Century Gothic</vt:lpstr>
      <vt:lpstr>Corbel</vt:lpstr>
      <vt:lpstr>Wingdings</vt:lpstr>
      <vt:lpstr>Строката</vt:lpstr>
      <vt:lpstr>Становлення України як незалежної держави</vt:lpstr>
      <vt:lpstr>Ключові моменти Незалежної України</vt:lpstr>
      <vt:lpstr>Президенти України</vt:lpstr>
      <vt:lpstr>За часів перебування на посаді якого Президента України відбувалися події, описані в уривку з історичного джерела:</vt:lpstr>
      <vt:lpstr>У документі відображено вимоги протестувальників під час</vt:lpstr>
      <vt:lpstr>Установіть відповідність між періодами історії України та описаними подіями.</vt:lpstr>
      <vt:lpstr>Розташуйте зображені карикатури за часом їх створення.</vt:lpstr>
      <vt:lpstr>Які проблеми 1990-х рр. відображено на фото?</vt:lpstr>
      <vt:lpstr>Установіть послідовність подій процесу державотворення в Україні.</vt:lpstr>
      <vt:lpstr>Повноправним суб’єктом міжнародних відносин Україна стала</vt:lpstr>
      <vt:lpstr>Важливі дати</vt:lpstr>
      <vt:lpstr>Установіть відповідність між датами та подіями.</vt:lpstr>
      <vt:lpstr>Яка подія дала поштовх процесу міжнародного визнання України як незалежної держави?</vt:lpstr>
      <vt:lpstr>6 грудня 1991 р. — це дата</vt:lpstr>
      <vt:lpstr>Конституція УРСР, ухвалена 20 квітня 1978 р., утратила чинність</vt:lpstr>
      <vt:lpstr>Яка із зазначених нижче подій відбулася того ж року що і прийняття Верховною Радою Конституції незалежної України?</vt:lpstr>
      <vt:lpstr>Конституцію України було ухвалено</vt:lpstr>
      <vt:lpstr>Установіть відповідність між подіями та датами.</vt:lpstr>
      <vt:lpstr>Політичні процеси</vt:lpstr>
      <vt:lpstr>Назва якого державного органу пропущена в цитованому нижче документі?</vt:lpstr>
      <vt:lpstr>Як називалась парламентська опозиція</vt:lpstr>
      <vt:lpstr>Які завдання державотворення в Україні було вирішено в першій половині 1990-х років?</vt:lpstr>
      <vt:lpstr>Який документ закріплював таке положення: </vt:lpstr>
      <vt:lpstr>У якому документі закріплено таке положення:</vt:lpstr>
      <vt:lpstr>Верховна Рада України підпорядковувала собі всі військові формування на території республіки, оскільки</vt:lpstr>
      <vt:lpstr>Поява цитованого документа зумовлена</vt:lpstr>
      <vt:lpstr>Ухвалення цитованого документа свідчить про початок в Україні процесів</vt:lpstr>
      <vt:lpstr>Що зумовило підписання цитованого документа?</vt:lpstr>
      <vt:lpstr>Хто з Президентів України поставив підпис під документом, уривок із якого наведено?</vt:lpstr>
      <vt:lpstr>У якому році одна з країн-підписантів порушила умови, зазначені в цитованому документі?</vt:lpstr>
      <vt:lpstr>Який фактор відіграв вирішальну роль у проведенні в Україні позачергових президентських виборів 1994 р.?</vt:lpstr>
      <vt:lpstr>Які обставини спричинили появу цитованої нижче постанови?</vt:lpstr>
      <vt:lpstr>Хто переміг на президентських виборах в Україні, напередодні яких поширювалася зображена агітаційна листівка?</vt:lpstr>
      <vt:lpstr>У липні 1994 р. Президентом України обрано</vt:lpstr>
      <vt:lpstr>Вступ України до Ради Європи припав на період президентства</vt:lpstr>
      <vt:lpstr>На діаграмі відображено результати другого туру президентських виборів в Україні</vt:lpstr>
      <vt:lpstr>Характерними ознаками розвитку багатопартійності в Україні на сучасному етапі є:</vt:lpstr>
      <vt:lpstr>Що є свідченням співпраці незалежної України з Організацією Північноатлантичного Договору (НАТО)?</vt:lpstr>
      <vt:lpstr>Події, зафіксовані на фото, відбулися</vt:lpstr>
      <vt:lpstr>Ці події ввійшли в історію під назвою</vt:lpstr>
      <vt:lpstr>Що стало приводом до цих подій?</vt:lpstr>
      <vt:lpstr>Установіть послідовність набуття Україною членства в міжнародних організаціях.</vt:lpstr>
      <vt:lpstr>Установіть відповідність між датами та подіями.</vt:lpstr>
      <vt:lpstr>Установіть відповідність між подією та її наслідком.</vt:lpstr>
      <vt:lpstr>Установіть послідовність подій, зафіксованих на фото.</vt:lpstr>
      <vt:lpstr>Що є свідченням співпраці незалежної України з Організацією Об’єднаних Націй?</vt:lpstr>
      <vt:lpstr>Яке явище сучасності України відображено на карикатурі?</vt:lpstr>
      <vt:lpstr>Започаткування системи олігархічних фінансово-промислових груп було характерним для соціально-економічного життя України в період</vt:lpstr>
      <vt:lpstr>Установіть відповідність між періодом (1–4) в історії України та поняттями й термінами (А – Д), які потрібно використовувати, характеризуючи його.</vt:lpstr>
      <vt:lpstr>Економіка</vt:lpstr>
      <vt:lpstr>Динаміку якого явища соціально-економічного розвитку України першої половини 1990-х рр. відображено в таблиці?</vt:lpstr>
      <vt:lpstr>це сфера вияву економічної активності, спрямованої на</vt:lpstr>
      <vt:lpstr>Укажіть економічні заходи, здійснені урядами України в 1990-х рр.</vt:lpstr>
      <vt:lpstr>Цінний папір, зображений на фото, в Україні випускався з метою</vt:lpstr>
      <vt:lpstr>Укажіть фото зразка сертифікатів, емісія яких в Україні пришвидшила роздержавлення економіки.</vt:lpstr>
      <vt:lpstr>Що спричинило значне підвищення Національним банком України номіналу купоно-карбованців упродовж 1991–1995 рр.?</vt:lpstr>
      <vt:lpstr>У якому році Національним банком України випущено монету, зображену на фото?</vt:lpstr>
      <vt:lpstr>У газетній статті, зображеній на фото, ідеться про</vt:lpstr>
      <vt:lpstr>У яких уривках з історичних джерел охарактеризовано окремі аспекти соціально-економічного розвитку України в 90-х рр. XX ст.?</vt:lpstr>
      <vt:lpstr>Із якою метою в Україні в 1996 р. проведено грошову реформу?</vt:lpstr>
      <vt:lpstr>На якій особливості становлення підприємництва в незалежній Україні акцентує увагу карикатура?</vt:lpstr>
      <vt:lpstr>Що було характерним для соціально-економічного розвитку України наприкінці 1990-х – початку 2000-х рр.?</vt:lpstr>
      <vt:lpstr>Суспільно-культурне життя</vt:lpstr>
      <vt:lpstr>Установіть послідовність подій суспільно-культурного життя, що відображені в цитованих документах.</vt:lpstr>
      <vt:lpstr>Установіть послідовність ухвалення цитованих документів.</vt:lpstr>
      <vt:lpstr>Поруч із третім Президентом України на фотографії –</vt:lpstr>
      <vt:lpstr>Про яке явище йдеться в уривку з історичного джерела?</vt:lpstr>
      <vt:lpstr>Укажіть одну з особливостей розвитку культури в Україні в період незалежності.</vt:lpstr>
      <vt:lpstr>Про яке явище йдеться в цитованому документі?</vt:lpstr>
      <vt:lpstr>Установіть послідовність подій, відображених на фото.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4</cp:revision>
  <dcterms:created xsi:type="dcterms:W3CDTF">2025-04-03T14:15:56Z</dcterms:created>
  <dcterms:modified xsi:type="dcterms:W3CDTF">2025-04-05T11:47:12Z</dcterms:modified>
</cp:coreProperties>
</file>